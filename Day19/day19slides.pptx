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10:52.5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4340 2207 17591,'0'-4'4599,"0"0"-2208,0 4-2005,-59-58-251,38 43-63,-15-17 1,-2 7 11,11 33 40,-21 16-34,3 7-73,2 5-12,11 5-22,17-8 23,4 8 5,30 2-5,14-9-921,-3-15 0,3-4 910,20 5 16,-16-10 0,2 1-432,-2 1 1,0 1 425,-5-1 1,-1 3 5,21 18 17,-47-2 17,-31 3-17,-7-7 3,-11-7 0,-6-1-381,11-6 0,-1-1 361,-19 5 0,0-1-22,13-5 0,2-2 432,6-2 0,2-1-1150,-10 1 729,15-6 0,22-1 0,3-1 0</inkml:trace>
  <inkml:trace contextRef="#ctx0" brushRef="#br0" timeOffset="208">4764 2421 23427,'-3'0'790,"1"0"-1132,2 0-4385,99-72 3948,-67 57 0,0 1 0,4-11 1,3-4-1,-5 8 0,5 10 1</inkml:trace>
  <inkml:trace contextRef="#ctx0" brushRef="#br0" timeOffset="373">5062 2645 24094,'-8'2'1832,"1"-1"-1625,7-1-4184,0 0 3977,68-27 0,-51 21 0,17-8 0,0 1 0</inkml:trace>
  <inkml:trace contextRef="#ctx0" brushRef="#br0" timeOffset="857">6550 1987 16611,'0'-5'5506,"0"0"-4935,0 5-632,-3-34-191,8 40 16,-2-29-2497,15 66-4913,-3-12 7646,5 8 0,-9-20 0,-5-9 0</inkml:trace>
  <inkml:trace contextRef="#ctx0" brushRef="#br0" timeOffset="990">6721 2057 24956,'-30'-35'-1741,"24"14"1741,31 30 0,10 9 0,0-2 0,4 0 0</inkml:trace>
  <inkml:trace contextRef="#ctx0" brushRef="#br0" timeOffset="1623">7861 2477 20134,'-7'-58'1133,"0"1"0,0 5 1,-2 4-501,-11-3-174,-3 13-168,-5 14-112,-3 13-78,-6 15-23,-6 12-22,-5 17-39,22-11 0,0 3-20,0 3 0,1 2-181,2 0 0,3 0 187,5 0 0,4-1 14,9 19-1,25-14 19,25-16-16,-16-15 1,3-4-9,3-5 0,0-4-272,0-4 1,-2-2 316,-4-3 0,-2-3 28,-6-1 0,-4-1 471,4-26-303,-13 2-12,-15 3-27,-4 9-23,-3 10-66,0 11 535,3 8-642,0 10-11,-1 11 11,-2 14-6,0 13-39,5 13-494,7 5 211,4-27 0,3-1-546,4 1 0,3-2-1073,4-1 1,4-3 1929,6-3 0,0-3 0,5 2 0,0-10 0</inkml:trace>
  <inkml:trace contextRef="#ctx0" brushRef="#br0" timeOffset="2049">8214 2288 18334,'-21'-53'950,"1"0"0,1 6 1,3 7 1109,4 11-1897,5 14 498,9 15-645,2 9 340,13 21-345,6 12-6,-8-11 1,2 2 515,0 3 1,-1 3-511,1 8 0,-3-1-3,-5-14 1,-2-1 7,-1 8 1,-4-3 67,-9-4 73,-2-2 22,-3-16 1,0-27-102,5 0 124,0-25-1,5 4-61,4-11-89,5 0-7,6 2-4,10 5-35,7 8 6,6 10-5,5 10-28,5 14 5,-16 7 0,1 3 17,19 19-11,-2 4-6,-17 3 17,-23-6 17,-17 9-3,-13-18 0,-6-4-31,-1-3 0,-2-3-14,-2-1 1,0-2-239,-28-4-442,22-9-1379,0-7 2090,18-9 0,12 7 0,8-2 0</inkml:trace>
  <inkml:trace contextRef="#ctx0" brushRef="#br0" timeOffset="2399">9139 2327 20145,'0'-5'4414,"0"2"-3625,0 3-447,-23-62-151,10 46-124,-7-17 0,-1 8-16,-5 38-7,-7 12-21,5 13-34,8-2-12,3 12-5,17 3-213,14 0-393,2-24 1,5-2-389,8-7 0,2-4-754,28 7-1753,-16-13 1,0-2 3528,19-1 0,-10-2 0,-23-3 0</inkml:trace>
  <inkml:trace contextRef="#ctx0" brushRef="#br0" timeOffset="2833">9814 2433 22957,'20'-47'776,"0"0"1,-3 0 0,-10 9-486,-22 25-128,-14-2-12,-14 13-22,-11 12-79,5 1-31,18 1 1,1 4 2,2 3 1,1 3-6,0 0 0,2 2-12,1 4 1,4 2-6,2 16 0,13-11-17,19 0-16,27-13 27,13-5-220,-17-14 1,1-4 231,-3-6 0,-1-4 10,18-10 1,-24 2 0,-2-3 8,-6-5 0,-3-2 3,1-3 0,-2-3-303,-1-8 0,-2-1 306,-5 3 0,-2 1 36,1 0 0,-2 1-65,-1 5 0,-1 1 272,-1-19 368,-6 17-469,-1 14-78,0 10-72,2 8 606,2 6-618,2 10 0,6 30-11,1 13-271,0-15 0,0 2 215,-1 2 0,0 0-221,1 3 0,-2 1-415,0 1 0,0 0-554,-1-3 0,1-2-1440,2-5 0,1-3 2686,8 16 0,-3-24 0,-6-18 0</inkml:trace>
  <inkml:trace contextRef="#ctx0" brushRef="#br0" timeOffset="3190">10362 2505 15070,'3'-8'7501,"-2"2"-6684,7-23 1,-2-4 190,-9 7-664,7-11 1,-4 2 53,-16 18-236,1 8-111,5 4-51,4 9 11,3 6-6,8 8 1,9 4 5,11 1-28,8-3 17,5-7 6,-3-6 16,-5-7 40,-8-9 5,-9-7 12,-8-8 10,-9-5 1,-6-3 44,-7-1 40,-3 2-6,-4 8-34,-2 7-33,-7 10-67,6 7-6,-15 19-12,18 6-16,-5 19-28,18 2-224,19 8-1030,21 2-1825,-4-28 1,3-1 3106,2-3 0,-1-3 0,12 6 0,-16-14 0</inkml:trace>
  <inkml:trace contextRef="#ctx0" brushRef="#br0" timeOffset="3557">11235 2255 22335,'0'-8'3652,"0"3"-3347,-13-25 1,-4-3 41,1 12-272,-2-15 1,-1 8-54,8 28-5,4 19-6,2 23-3,3-8 1,1 3-632,0 10 0,1 3 620,0 9 0,1 4-544,-1-16 1,0 0 0,1 2 475,0 4 0,-1 0 0,1 1-241,0 2 1,0 0-1,-2 0-433,-1 0 0,-2 0 0,0-3-325,-1 10 0,-5-2-2207,-7-10 0,-7 2 0,0-8-1,-2-6 1,-3-4 4833,-9 12 1,-2-11 4151,-9-29-2291,16-40-2331,22 0 1,3-6-73,2-9 1,4-4-326,4-7 0,2-1-50,4-3 1,3 1-385,4 2 0,3 3-154,1 4 0,4 3-3,0 6 0,4 5-163,1 4 1,4 5-409,4 4 0,2 5-3896,6 3 0,1 4 3868,-3 3 0,-2 2 1,13-1-1,-23 6 1</inkml:trace>
  <inkml:trace contextRef="#ctx0" brushRef="#br0" timeOffset="4273">11900 2481 17641,'3'-8'2602,"8"-25"0,-1-5-1376,-5-2-812,2-5 1,-3 0 129,-17 1-191,-12 11-152,-4 10-111,-7 11-17,-4 12-17,-1 12-17,1 14-11,4 12-28,6 9-17,8 3 34,9-2-6,14-8-5,13-9 33,11-13 45,10-14 62,3-16 100,0-12 107,-6-9-12,-8-2-66,-7 3-68,-7 6-67,-5 9-50,-2 7-79,-2 7 0,-1 17-11,1 16-11,-1 26 16,1-17 1,-1 3-574,-2 10 0,-1 4 572,0-14 0,0 2 0,0 2-559,-2 3 1,-1 3-1,0 0 495,-1 2 0,0 1 1,-2 0-91,0 2 1,-2-1 0,-1 0-42,-1-4 1,-2 0 0,-1-2 106,0-7 0,-1-2 0,-1-3 89,-5 3 1,-2-8 5,-6-10 23,19-51-12,15-3 0,7-6-2,4-11 0,4-4-259,-2 11 1,2-1-1,2-1 247,0 1 1,3-1-1,0-1 1,-1 4-112,-1-1 0,0 3 1,1-2-238,9-11 0,2-3 1,-3 6 339,-1 1 0,-3 6 0,-5 9 0,-1 2 0,9-15 0</inkml:trace>
  <inkml:trace contextRef="#ctx0" brushRef="#br0" timeOffset="5049">12258 1968 23321,'35'-17'-840,"-5"17"-1776,-25 33 2616,-7 16 0,1-23 0,-5-1 0</inkml:trace>
  <inkml:trace contextRef="#ctx0" brushRef="#br0" timeOffset="5183">12491 1968 21573,'0'0'0</inkml:trace>
  <inkml:trace contextRef="#ctx0" brushRef="#br0" timeOffset="10023">15080 2386 21691,'12'-54'920,"0"0"1,-1 5-1,-3 9-483,-7 15-258,-1 10-112,1 9-11,-1 38-16,0 11-15,-2-1 0,-2 4-535,-1 2 0,-1 2 454,-4 7 0,0 1-306,-1 1 1,1 1-776,2-1 1,1-1-2805,2-6 1,3-2 3576,3-11 0,2-3 0,1 3 1,2-21-1</inkml:trace>
  <inkml:trace contextRef="#ctx0" brushRef="#br0" timeOffset="10316">15542 2365 19664,'-12'-40'849,"0"0"1,0 3-1,-3 12-642,-16 30-16,-13 15-96,16-2 0,-2 3-177,-4 5 1,0 2 179,-3 5 0,1 1-3,2 2 1,1 0-24,5-1 1,3 0 22,6-5 1,6 0 16,4 19 28,27-11-28,25-8-93,-11-18 1,3-2-427,7-1 0,2-3 331,4 0 1,2-2-205,1-1 0,1-1-611,0-1 1,-1-1 890,3-3 0,-4 0 0,5 1 0,-9-4 0</inkml:trace>
  <inkml:trace contextRef="#ctx0" brushRef="#br0" timeOffset="10523">16084 2368 21692,'55'-21'-656,"-1"1"1,1 0-1,1 1 1,0 2 0,-8 7-1,12 11 1,-5 3 0</inkml:trace>
  <inkml:trace contextRef="#ctx0" brushRef="#br0" timeOffset="10699">16301 2612 17904,'-9'2'5031,"2"0"-3990,7-2-626,0 0-891,31-11-1092,21 2-959,-9 0 1,3 0 1957,-2 2 1,-3 1-1,13-1 1,-24 3-1</inkml:trace>
  <inkml:trace contextRef="#ctx0" brushRef="#br0" timeOffset="11039">17069 2235 23623,'8'-51'149,"0"0"1,3 4-1,7 10-137,37 20-1,7 8 0,-12 8-17,-16 8 1,-2 5 5,4 16-6,-12-4 1,-5 3 21,-9 34-537,-17-26 1,-7 1 542,-8 2 1,-6 0-9,-8 1 0,-4-2-3,-2-1 1,-1-3 2,4-3 0,1-2-53,7-4 0,4-1 73,-7 11 78,27-11 34,31-8-79,28-9-98,-12-7 0,5-1-1482,9-2 0,4 0 1513,-12-1 0,2-1 0,-4 1 0,-4 0 0,-2 1 0,-2 0 0,-1 0 0</inkml:trace>
  <inkml:trace contextRef="#ctx0" brushRef="#br0" timeOffset="17383">8123 2920 16040,'-58'0'1573,"1"0"1,4 0 0,6 0-728,-5 1-302,12 1-192,13-1-178,15 1-90,7-2 28,15 1-6,14-5-83,7 1-9,11-3 0,6 0-14,-9 0 0,3 1-643,20-2 1,1-1 622,-11 2 0,-2 1-5,-4 1 0,-3 1-3,-9 1 0,-2 0-11,10 1 39,-22 3 33,-22 2 7,-19 4-18,-22 2-3,12-4 1,-4 0 5,-6 1 1,-2-1 105,-7 1 1,-2-1-74,-2 1 1,0 0-20,11-2 1,1 0 72,-11 1 0,4 0-34,2 0-67,-5 0-39,38-4 11,14-1 40,12-1 1089,15-2-1110,6-2 1,3 0 3,21-2-581,-8 0 1,3-1 580,-17 3 0,1 1-9,6-1 0,1 1-6,-7 1 1,-1 0-20,17 3 39,-25 1 23,-24 6 5,-32 2 17,-28 5-14,16-7 0,-3-1-398,-6 0 1,0 0 439,0-1 0,2-1 5,7 0 1,3-1 1105,-14 1-1100,28-2-56,29-3 6,25-3-112,33-3-778,-18 1 1,3 0-1424,9 0 0,0 0 1903,-3 0 0,-5 1 0,-14 2 0,-5 0 0,5-1 1</inkml:trace>
  <inkml:trace contextRef="#ctx0" brushRef="#br0" timeOffset="25598">7624 1722 13641,'-4'-2'5320,"0"-1"-2483,4 3-316,-70-15-1008,43 10-897,-14-3 1,2 0 282,22 5-158,2 0 104,2 0-162,1 1 0,2 0-839,2 1 267,3 1 218,3 0-32,1 0 179,3 3-1119,4 0 529,6 5-81,5-2 359,9 1 42,9-2-174,12 0-115,12-2-371,-24-2 1,2 0 1038,4 0 1,1-1-162,-8 0 0,2 1-319,9-2 0,5 1 0,-5-1-105,-11 1 0,0-1 0,12 1 0,6-1 0,-4 0 0,-6 0 0,-2-1 0,12 1 0,2 0 0,0 0 0,-1 0 0,0 0 0,0 1 0,0 0 0,0 1 0,-2 1 0,0 1 0,-2 0 0,-1 2 0,-2-1 0,-1 1 0,-2 0 0,0-1 0,-3-1 0,1-1 0,-1-1 0,-1 0 0,1-1 0,-1-2 0,0 1 0,0-2 0,0 1 0,0-1 0,-2-1 0,-1 0 0,-1 1 0,0 0 0,-2 0 0,-1 1 0,29-3 0,-3 2 0,-3 2 0,-1 0 0,-2 1 0,3 0 0,-1 0 0,1 0 0,-1 0 0,-2 1 0,-3 0 0,-2 1 0,-4-1 0,-5 0 0,-2-1 0,0-2 0,3 0 0,4-3 0,4 1 0,-9 2 0,17-1 0,-21 3 0,11-1 0,-18 1 0,-11 0 0,-7 0 0,-6 0 0,-2 0 0,-5 2 0,3-1 0,-2 1 0</inkml:trace>
  <inkml:trace contextRef="#ctx0" brushRef="#br0" timeOffset="28349">10077 1697 19860,'15'-40'1131,"0"0"0,-1 4 1,-4 8-908,-8 22 45,-1 4-163,-1 2-22,0 7-22,0 5-1,0 7-10,0 5-7,0 2-4,0 1-18,1-2 28,1-3 34,0-4 79,0-6-34,-2-4 380,1-3-267,-3-4-74,-2-6-51,-5-6-27,-3-12-57,3 1 18,-5-13 22,4-2 5,0 3 45,2 2-50,4 19-51,1 7-50,2 4-5,-1 7 55,0 7-16,-2 11 11,-3 10-12,-4 8-5,-1 1 17,-1-2-6,2-8-5,5-12 100,2-8 45,3-9-83,1-3 4,0-17-32,0-7-12,0-18 16,1-1 12,0-2-28,0 7 6,-1 6-6,0 10-34,0 10-61,0 7 11,0 6 79,5 8-12,3 10 0,5 11 6,2 10 0,-2 6-17,-1-1 0,-4-4 28,-3-12 11,-2-10 62,-1-10-1,-2-9-49,-3-12-18,-2-11-10,-2-15-1,-1-11-27,4-4 16,1 1 22,3 4-5,1 12-11,0 11-22,0 13-12,0 8 6,0 24 5,2 4-112,1 21-520,0 0-1922,1 2 2560,0 4 0,-1-23 0,-1-5 0</inkml:trace>
  <inkml:trace contextRef="#ctx0" brushRef="#br0" timeOffset="29299">7307 1742 16392,'-4'-49'1760,"0"0"1,1 5 0,2 7-870,6 9-415,1 11-235,0 8-146,-3 5 286,4 6-62,0 5-11,7 7-67,-2 11-118,-2-2 213,-1 33-190,-9-9-90,-1-11 0,-2 1 23,-6 19 10,-4-9 1,3-15 145,4-14 45,3-11-162,1-14-46,0-11 1,0-14-28,-1-11 11,1-9-28,0-5-461,1-4 433,-1 4-12,3 9 12,0 14-28,0 16-50,0 10 67,1 16 67,0 12-34,3 19-16,0 12 22,3 9-28,0-1-23,3-5 29,0-13 0,0-13 533,-3-12-371,-5-11-84,-1-15-56,-5-12 0,-3-16 0,-3-12-28,-1-5 12,2 0 4,3 7-16,3 11 12,1 14-46,1 13-16,0 8 72,2 12-11,1 0-44,8 30-130,1-2-529,-3-8 0,1 3 13,0 1 1,-1-1 0,2 4 0,0-3-1</inkml:trace>
  <inkml:trace contextRef="#ctx0" brushRef="#br0" timeOffset="33681">7458 4770 19355,'-7'-52'985,"1"0"1,-1 1 0,1 7-263,2 14 260,1 0-810,2 11 85,1 11-129,0 24 55,2-1-16,0 35-73,0 5-105,-2-16 0,-1 3 32,-2 13 1,-3 2-485,2-8 0,-1-2 464,0-1 1,-1-2 5,1-8 1,-1-3 36,-2 9 73,-3-1 167,3-16 454,3-14-214,3-10-374,-3-10 917,-1-7-995,-5-9-11,1-5-12,2-11-50,3 14-45,8-12-5,10 15 50,13-4-39,26 4 27,1 10-147,-19 12 0,-1 2 136,9 7 1,8 14-1,-13 5-5,5 10 0,-10 0 12,-20 6 32,-15-15-4,-30 6-1,-16-15-17,7-8 1,-4-2-265,7-2 1,1-3 101,-5-2 0,3-2 64,-3-3-1969,12-9 2073,21-2 0,2 6 0,7-1 0</inkml:trace>
  <inkml:trace contextRef="#ctx0" brushRef="#br0" timeOffset="34115">8327 4763 25040,'-47'-19'200,"-1"-1"0,-2 6 0,5 11-10,0 36-126,10-3 1,0 2-522,8-4 1,3 1 467,1 4 0,4 0 284,5 5-295,32 6 5,12-22-10,26 3-243,6-17 259,-28-10 0,-1-3 14,-1-2 0,-1-4-3010,23-20 3080,-17 2 174,-18 2 1,-4-3 5,0-14-135,-6 12 0,-1 1-6,-2-7 152,-2 3 61,-2 17 4,-1 5-373,0 9 44,-1 32-27,0-8-79,1 14 0,1 5-376,5 14 1225,-1-13 1,2 1-3035,3-7 0,0-2 1844,13 21 0,-8-21 0,-5-17 0</inkml:trace>
  <inkml:trace contextRef="#ctx0" brushRef="#br0" timeOffset="34741">8993 4740 24346,'-23'-28'294,"0"0"0,-25-5-126,6 65-112,18-9 0,0 2-404,1 3 0,2 1 350,2 0 1,4 0-20,-1 26 239,24-7-283,23-9-29,-4-21 1,4-4-540,6-1 1,3-2-66,5-2 0,2-2-1012,1-2 0,1-2 1706,5 0 0,-4-2 0,6-1 0,-9 0 0</inkml:trace>
  <inkml:trace contextRef="#ctx0" brushRef="#br0" timeOffset="35174">9696 4879 23976,'-13'-41'530,"1"0"1,-1 6-1,-6 9-390,-14 25 0,-4 10-61,-18 2 19,10 7 0,2 4-563,15-5 0,2 1 462,-11 8 0,4 2-13,-1 17 302,17-3-298,16-4 185,12-5-168,13-8-5,12-9 6,9-11 5,7-16 183,4-14-197,-29 6 1,0-3 2,-1-4 0,-2-2 19,-2-4 1,-2-1 16,-3-4 1,-2-2-296,-2-2 0,-3-2 318,-2-2 0,-2 0 41,-2 0 1,-1 0 36,-2 4 1,0 1 27,-3 4 0,0 2 109,-4-17-66,-2 18-113,3 14-84,2 12 315,4 16-293,8 16 6,7 25-28,-5-14 1,1 3-101,1 6 1,0 2 43,-1 6 0,0 0-202,-2 4 1,0 0-1639,-2 3 1,-1 0 1884,-2-7 0,-1-3 0,-2-16 0,0-4 0,-1 5 0</inkml:trace>
  <inkml:trace contextRef="#ctx0" brushRef="#br0" timeOffset="40806">11085 3812 10018,'-43'2'1258,"0"-1"0,0 0 0,-10 0 0,-2 1 0,5 0-525,5-1 1,2 1-825,-19 0 0,0 1 600,15-1 1,5-1 360,-20 3-422,15-3-203,36 0-150,16-1 29,38-3-80,-6 0 1,5 0-663,14-1 1,3-1 626,-12 1 0,1 1 1,2-1-7,3 0 1,2 0 0,0 1 3,2-1 1,0 1-1,0-1-7,1 1 0,-1-1 0,-1 1-6,-2 0 1,-1 0 0,-1 0-1,-5 1 0,0 0 1,-2 0-4,13 0 1,-4 1-12,-11 0 1,-3 0 21,12 1 4,-26 0 56,-33 3-46,-31 2-2,2-1 0,-4 1-957,-14 0 1,-5 0 955,13-2 0,-2 0 0,-1 1 7,-5-1 1,-2 1 0,1-1-127,-3 1 0,-1-1 0,1 1 134,1-1 0,1 1 0,0-1 11,4 0 0,1 0 1,1 0-7,5-1 1,2 0 0,1 0 162,-12 1 1,3-2-172,10 1 0,3-1 9,-12 0 28,14-1-113,25 0 1943,16 0-1864,32-2-31,-1 0 0,5-1 6,16-1 0,4 0-171,-11 0 1,2 0 0,2 0 155,5-1 1,1 1 0,2 0-2,-15 1 1,1 0-1,0 0 1,0 0-302,15-1 0,0 0 1,-2 1 301,-4 0 1,-1 0 0,-2 0-8,-8 0 1,-1 1-1,-2-1 2,7 1 0,-4-1 34,11 0-50,-35 2-7,-41 1 40,-39 5-6,9-1 1,-5 2 137,8-2 0,-2 1 1,-1 0-126,-8 0 1,-1 1-1,-1 0 8,12-1 1,0-1-1,-1 1 1,0 0-185,-15 0 1,0 1 0,2 0 214,4-1 1,2 0 0,3 0-22,-13 0 1,7 0-55,18-1 1,7 0 45,3 0 113,42-2-13,30-6-78,-3-1 1,4-2 185,14-3 0,5-1-231,-12 1 1,2 0 0,1 0-225,8-1 0,1 0 0,1 1 230,-8 2 0,2 0 0,-2 1 0,-4 0 0,12-2 0,-5 2 0,-3 1 0,-1 0 0</inkml:trace>
  <inkml:trace contextRef="#ctx0" brushRef="#br0" timeOffset="41699">15444 5167 19176,'-4'-10'1451,"1"2"-936,3 8 314,0 0-666,74-20-57,-35 22-89,9-10 0,-1 4 67,-16 19 173,-14 2 23,-26 4-112,-22 3-28,-21 2-180,20-14 0,-1-1 152,0-3 0,0-1 196,-25-1 0,16-13-79,16-8-55,14-13-45,12-8-56,14-5-34,11 0-11,10 5-11,4 11-6,0 9 249,1 9-260,0 15-6,2 12 0,-6 19 1,-12 15-269,-21-21 1,-7 2 281,-8 5 1,-6 0-6,-11 3 0,-5-1-810,-8 1 1,-3-3 809,-3-1 0,-2-2 5,0-5 1,1-4-212,5-4 0,1-4 264,6-6 1,2-3 156,-17-1 1,18-12 371,17-4-528,10-5 1549,15-2-1634,16-2 6,25-1-11,-12 8 0,4 2-830,8-1 1,4 2 680,6 2 1,3 1-142,-20 1 1,1 0 0,0 0-874,0 1 0,0 0 0,-1 1 1191,23 1 0,-5 1 0,-25-2 0,-4 0 0,22 3 0</inkml:trace>
  <inkml:trace contextRef="#ctx0" brushRef="#br0" timeOffset="42549">16455 5212 12416,'2'-7'6710,"0"2"-4795,-2 5-229,18-67-1204,-13 48-457,6-18 0,-4 6-64,-9 30 17,-5 8 100,-9 9-22,-15 17-25,2-4 0,-2 3-23,1-2 1,-1 0-365,-7 7 0,1-1 367,14-13 0,1-2 34,-22 22-17,24-19 67,6 5 17,18-9-22,18-3-56,3-7 10,18-1-94,0-3-594,-8-1 0,3 0 644,1 0 0,-1 0 0,14 3 0,-13-3 0</inkml:trace>
  <inkml:trace contextRef="#ctx0" brushRef="#br0" timeOffset="43123">16091 5321 18045,'14'-62'1633,"0"1"1,-2 10 0,-2 7-284,-1 6-655,-5 22-460,1-2-108,-3 14-139,-1 5 70,3 13-13,4 15-28,4 22-6,-6-17 0,0 2-319,-2 5 0,0 2 201,-2 2 1,-1 0-771,-4 2 1,0 0 876,-2 3 0,0-3 0,-4 6 0,2-8 0</inkml:trace>
  <inkml:trace contextRef="#ctx0" brushRef="#br0" timeOffset="44166">14676 5153 21360,'5'1'1115,"-4"2"-896,-10 7-12,-12 9-56,-16 13-90,13-12 1,-1 1-191,-4 1 1,1 1 170,0-2 0,2 1 20,-19 15 67,15-6-90,14-4-5,11-4 27,15-1 6,13-2-27,19-2-40,20-6-51,-24-8 1,2-1-529,6-1 1,2-1-686,1 0 1,2-1 1263,1 0 0,-2 0 0,7 0 0,-13 0 0</inkml:trace>
  <inkml:trace contextRef="#ctx0" brushRef="#br0" timeOffset="48673">13550 5414 18571,'2'-43'145,"1"1"1,-1 3 0,6 8-39,22 19-40,-1 4-33,1 5-34,-8 1-6,3 8 17,-2 11-5,0 6 61,-3 10 51,-13 1 22,-14 3 16,-12 0 7,-15 0 22,-8-3 106,-1-6 235,7-6 146,12-10-112,12-6-195,8-5-220,4-2-128,7-1-11,5-2 5,8 1-5,8 0-6,9 8 0,7 3 0,11 10-273,-25-6-1,1 0 268,1 2 1,-1 1-45,23 16 39,-19-1 61,-28 0-28,-35-1-16,1-14 0,-5-2-282,-10 2 1,-3-2 247,-4-1 0,0-1-96,2-2 1,1-1-351,8-3 1,3 0-4164,-10-1 4637,23-6 0,17 1 0,5-1 0</inkml:trace>
  <inkml:trace contextRef="#ctx0" brushRef="#br0" timeOffset="49156">13459 6076 14785,'-11'0'1951,"-28"0"1,-6 0-999,5-2-502,-9 1 0,2-1 316,17-2-571,14 1-191,19 1 119,25-1-1,31-2-79,-14 1 1,5 1-912,11-1 1,2 1 886,-16 0 1,1 0 0,0 1-5,1-1 1,0 1 0,0 0-4,-2 0 0,0-1 1,0 1-7,-3 0 0,0 0 1,0 0-284,17 0 1,0 0 294,-4 1 1,-2 0-15,-4 0 1,-2 1-20,-6 0 0,-2 0-199,19 0-521,-24 1 734,-26 4 0,-8-3 0,-8 3 0</inkml:trace>
  <inkml:trace contextRef="#ctx0" brushRef="#br0" timeOffset="50382">17069 2862 10466,'-63'10'1063,"1"1"0,0-1 0,6 0 1,3-1-1,6 0-730,9 0 0,7-1 199,-8 3 1184,26-3-647,29-3-441,30-2-477,-8-3 0,4-1-896,12-1 1,4-1 773,-14 1 1,1-1 0,1 0-8,3 0 1,1-1 0,-1 1-10,2-1 0,-1 0 0,-1 0-4,-1 0 0,0 0 1,-2 0 4,17-1 0,-2 0 27,-10 0 1,-4 1-23,-11 1 1,-4-1 411,5 2-409,-30 0-44,-33 2 22,-30 4 5,15-1 1,-5 0 238,-10 2 1,-2 1-240,15-2 1,0 1 0,-1-1-8,-1 1 0,-1 0 1,2 0-2,1 0 1,0 0 0,2 0 5,-12 3 1,3 0-13,10-1 0,5 0 514,-7 5-499,27-3 50,29-1 6,26-3-43,-5-4 1,3 0-581,12-3 0,2-1 566,9 0 1,3-1-1,-20 1 1,1-1 0,-1 0-6,0 0 0,-2 1 0,0-1 172,15-1 0,-4-1-166,-12 1 0,-3 0-12,8-4-78,-31 2 6,-37 2 38,-32 3 34,10 1 1,-4 2-242,-11 1 1,-3 1 246,15 0 0,-1 1 0,0-1 0,-2 1 0,-1 1 0,0 0-734,-5 1 0,0 0 1,3 0 741,0 0 1,3 0-9,-4 0 0,9 1 5,22 0 90,19-2-5,34-2-57,1-3 1,5-2-252,13-1 0,2 0 226,-5-1 1,2-1 7,6-1 1,6-1 0,-3 1 138,6-2 1,0-1-278,-6 2 1,4-1 0,-3 1-1070,6-1 1,-5 1 1190,-13 1 0,-5 2 0,8-1 0,-28 3 0</inkml:trace>
  <inkml:trace contextRef="#ctx0" brushRef="#br0" timeOffset="55973">10340 4694 16930,'-3'-40'980,"-1"-1"0,1 5 1,-7 9-427,-17 23-61,-4 12-79,-2 12-128,1 20-183,16-12 1,1 4-587,2 6 0,1 4 533,1 7 0,2 2-16,2 7 0,2 1-29,2-17 1,1 1 0,0 0-25,3 1 0,1 0 0,0 0-22,0 0 0,1-1 0,0 0-32,3 18 1,0-1 30,-2-7 0,-1-2 30,-1-8 1,-3-3-11,-12 22-185,-12-21-404,-12-19-201,-7-13 95,-3-21 219,-1-13 318,1-18 197,26 17 0,2-1-78,3-2 1,3-2 161,3 1 0,4-2 78,7-30-146,6 30 1,5 0-40,6-1 1,4 0-57,7-2 1,3 2-129,6-2 1,4 1-136,4 0 0,2 2-1571,2 0 0,0 2 1310,-5 6 1,-4 1 0,12-5 0,-24 15 0</inkml:trace>
  <inkml:trace contextRef="#ctx0" brushRef="#br0" timeOffset="56166">10299 5075 21075,'-2'-52'-1098,"19"6"-1395,29 34 2493,-12 6 0,-1 0 0,6 0 0,-3 3 0</inkml:trace>
  <inkml:trace contextRef="#ctx0" brushRef="#br0" timeOffset="56873">10839 4820 10416,'-3'-1'8032,"0"1"-3685,3 0-4347,-7-17 44,5 17 1,-5-12 39,11 24 11,4 3 6,8 3 45,14 3-45,-2-8-40,3-2 57,-3-8 61,-1-10-45,0-4 12,1-12-51,-12-3-67,-7 3 45,-5-7 5,-8 5 34,-8-10-72,1 13 116,-12-7-44,9 17-61,-2-1 16,2 9-50,-2 10 5,-17 17-22,9-2-9,3 7 1,2 1-3,5 1-11,-1 29-6,34-9-118,10 0-253,-5-23 1,4-1-280,-1-6 1,1-2-852,18 9 1529,-14-11 0,-3-2 0,-8-3 0,11 2 0</inkml:trace>
  <inkml:trace contextRef="#ctx0" brushRef="#br0" timeOffset="58366">11672 4921 8248,'7'-8'6503,"-2"1"-5551,10-22 1,0-8 307,-7-5-1088,8-5 1,-3-1 930,-13 1 28,-7 9-560,-8 12-101,-12 12-189,-11 12-35,-8 14-100,-5 10-363,-1 15 247,29-15 1,1 2-20,-14 27 6,15 1 388,16-4-344,20-8 35,15-10 10,11-11-39,-5-10 224,18-13-22,-19-8 78,10-11 51,-18-7 303,-11-3-382,-7 1-38,-5 5-91,-4 7-117,0 7-101,0 7 50,4 29-5,0 12-20,-2-1 0,1 3-471,-1 7 0,-1 2 471,-2 10 0,-1 3-644,-1-13 0,0 1 1,-1 2 629,-1 4 0,0 1 0,-2 2-19,0 4 1,0 1 0,-1 1-15,1-14 1,1 0 0,-1 0 0,0 0-3,-1 0 0,1-1 1,-1 0-1,-1-1 26,-2 10 0,-1-1 0,0-4-264,-7 12 1,-2-7 325,1-16 0,-3-10 37,-23-6-34,0-45-25,23-6 0,3-8-48,2-15 0,3-6 43,7 9 1,1-1-1,3-3 39,3-4 0,3-2 1,2-1-53,3-1 0,3 0 1,3 1-7,3 3 1,3 1 0,3 1-36,2 5 0,2 2 0,2 2-420,1 5 0,3 2 0,0 2-525,2 4 0,1 2 1,2 2 734,3 1 0,2 1 0,-4 4 1,-3 2-1,-3 2 0,-1 4 1,-1 0-1</inkml:trace>
  <inkml:trace contextRef="#ctx0" brushRef="#br0" timeOffset="59473">7162 6269 12825,'-46'1'221,"-1"0"0,1 0 0,-11-1 0,10 0-215,14-3 403,50-8 114,13 1 1,7 0-153,1 1 1,4-1 0,3 0-874,-2 0 0,3 1 0,2-1 0,4 1 657,-1 0 0,4 1 0,3-1 0,1 0 0,1 1 0,-2 0-440,0 0 1,0 1 0,-1-1 0,2 1-1,1 0 1,1 0 295,-5 1 1,2-1 0,2 1 0,1 0 0,-1-1 0,-1 1 0,-1 1 0,-3 0-299,2-1 0,-3 1 1,-1 1-1,0 0 1,0-1-1,3 1 291,0 0 0,2-1 0,1 1 0,0 0 0,0-1 0,-1 1 0,-2 1-198,0-1 0,-1 1 0,-2-1 0,1 1 0,0 0 1,3 0 186,-1 0 1,1 0-1,1-1 1,2 1 0,-1 0-1,2 0 1,0 1-70,-4-1 1,2 1-1,1 0 1,1 1 0,-1-1-1,-1 1 1,0-1-1,-3 1 14,9-1 1,-2 1-1,-1-1 1,-1 1-1,0 0 1,-1 1 60,-3-1 0,0 0 0,-1 1 0,0 0 0,-2 0 0,-2 0-160,11 0 0,-1 1 0,-4 1 0,-4-1-181,-7 1 1,-4 0 0,0 1 220,24 1 0,-9 5-2422,-16 11-991,-74 1 2668,3-10 1,-8-1 865,-13-2 0,-6 0 0,7-2 0,-10 2 0,11-3 0,0 1 0</inkml:trace>
  <inkml:trace contextRef="#ctx0" brushRef="#br0" timeOffset="59765">8071 6212 4661,'-61'6'131,"1"0"0,0 1 0,-1-1 1,1 0-1,-1 1 0,2-1 1,6 0 924,-11 2 0,7 0 30,4-2 1,4 1-491,6-2 1,8 0 1432,19-2-1603,25-2 728,52-6-544,-13 1 1,9-1 0,3-1-1195,-7 1 0,1-1 0,3 1 0,3-1 665,-6 0 0,2 0 0,2 0 1,1 0-1,0-1 0,1 1-217,1 0 0,1-1 0,1 1 1,0-1-1,-2 1 0,0-1 162,2 1 1,-1-1 0,-1 1 0,1 0 0,3-1 17,-10 2 0,2-1 0,0 0 0,2 1 0,0-1 0,-1 1 0,0-1-121,1 1 0,-1 1 1,0-1-1,0 0 1,1 1-1,-1-1 1,0 1 129,1-1 1,-1 1-1,0-1 1,1 1 0,-1-1-1,1 1 1,0-1-156,3 1 0,2-1 0,0 1 1,0-1-1,-1 1 0,-2-1 1,-3 1 138,6-1 0,-3 1 0,-1 0 0,-3-1 0,-2 1 110,-1 0 0,-2 0 0,-1 0 0,-1 0-124,1 0 1,0 0 0,-2-1 0,-2 1 293,-2 1 1,-2-1-1,-2 1-384,14-2 0,-5 2 361,-8-1 0,-18 3-294,-39 5 0,5-2 0,-17 3 0</inkml:trace>
  <inkml:trace contextRef="#ctx0" brushRef="#br0" timeOffset="60782">11057 5917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21:34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11323 1428 18554,'5'-49'957,"0"0"1,1 5 0,-6 7-554,-11 16-270,-2 8-123,1 6 28,-20 19 12,-3 10-17,7-2 0,0 4-6,0 1 0,2 3 8,-3 6 1,3 0-26,-7 13 6,4 8-17,24-29 44,2 0 102,13-10 28,10-11-34,17-15-28,15-14-357,-22 6 0,0-3 309,2-1 0,-2-2 54,-2 1 0,-3-1 206,14-20 24,-17 8-192,-11 12 236,-13 0-257,-5 15-141,-2-2-28,2 10 620,2 11-592,3 8-33,0 14-185,7 8-347,4 5-521,9 1-1020,2-4-2587,2-3 4699,1-8 0,-11-15 0,-1-6 0</inkml:trace>
  <inkml:trace contextRef="#ctx0" brushRef="#br0" timeOffset="443">11688 1312 21271,'2'-48'718,"-1"-1"1,1 5 0,-2 11-702,-1 25-56,0 8 73,6 11-12,2 12-5,4 15 16,-2 11-5,-4 10 6,-6 2-23,-7-2 17,-4-9 0,-2-11 45,2-13 179,4-11 202,3-8-113,3-11-190,2-8 12,0-10-79,1-8-28,4-4 17,4 1-57,7 2 7,4 6 5,4 8-39,5 6 16,5 7-10,2 11 10,3 6-27,0 11-6,-3 6 17,-9 2-34,-9-1 34,-18-4 27,-19-3-38,-21-3-107,-15-3-201,-7-4-505,7-7-1825,18-7 2660,20-8 0,12 3 0,8-3 0</inkml:trace>
  <inkml:trace contextRef="#ctx0" brushRef="#br0" timeOffset="699">12412 1250 15580,'0'-9'4868,"0"2"-3659,0 7-435,-61-18-248,25 16-381,-7-4 1,0 3-17,1 19-90,6 10-28,10 5 1,10 5-96,18 2-432,18-1-851,21-3-125,-13-19 1,2-2-792,3-2 0,1-2 2283,6-3 0,-2 0 0,3-1 0,-5-3 0</inkml:trace>
  <inkml:trace contextRef="#ctx0" brushRef="#br0" timeOffset="1109">12836 1379 23075,'-30'-25'164,"-1"1"0,3 3 0,1 9-108,-4 30-28,1 7-16,1 5-1,6 4 6,8 0-1,12-2 1,16-5 6,13-8 10,12-8-5,8-10-5,4-13 21,-1-11 1,-21 0 0,-3-4-3,-5 1 0,-2-2 11,1-9 0,-3 0-627,0-16 647,-8 20 0,-2-1 173,4-16-169,-6 16 1,0 1 152,1-12-84,-4 6-112,-2 24-17,0 8-45,0 7 636,-1 10-575,0 28-10,-2 11-18,1 8-14,0-24 1,1 1-104,1 25-378,2-22 0,2 2-1009,4-2 1,3-2 1498,8 0 0,1-4 0,3 5 0,5-12 0</inkml:trace>
  <inkml:trace contextRef="#ctx0" brushRef="#br0" timeOffset="1467">13225 1383 24200,'-22'-48'101,"21"11"-79,23 37-16,22 1 16,-9 0-5,13-5-11,-11-3 16,-1-6-11,-18 1 51,-3-4 16,-11 2-10,-7-5 55,-18 1 11,-7 5 34,-12 4-106,13 7 27,-3 7-44,8 9-22,1 7-7,4 13-16,10 4-16,4-6-225,11 14-946,11-7-2163,17 9 2671,-8-25 1,1-3 0,4 3-1,2-8 1</inkml:trace>
  <inkml:trace contextRef="#ctx0" brushRef="#br0" timeOffset="1693">13920 1274 15356,'0'-8'6929,"0"2"-6574,-8-21 1,-6-6 904,-10 0-1036,6-3 0,0 1-11,-8 16-157,12 15-50,5 9 50,-6 25-23,0 12-33,-4 11-203,7-16 1,0 4 190,-3 12 1,1 1-65,2-10 1,0 3-1075,2 8 0,0 5 0,2-5-3766,3-5 1,2-2 3534,-1 10 1,0-4 0,3-2 0,0-39 0</inkml:trace>
  <inkml:trace contextRef="#ctx0" brushRef="#br0" timeOffset="1833">13445 1932 13945,'17'-47'1205,"0"0"0,0-1 1,-1 5-1,0 1 0,1 5-1017,3 2 0,1 4-160,1 4 0,3 2-126,1 4 0,2 1-1223,3 4 0,3 3 1321,4 0 0,0 2 0,4 0 0,-2 3 0</inkml:trace>
  <inkml:trace contextRef="#ctx0" brushRef="#br0" timeOffset="2766">14372 1341 7895,'3'-5'8458,"-1"1"-3473,-2 4-4537,4-50-22,-6 29-51,2-38-67,-9 45-128,-3 6-108,-6 5-32,-5 7-18,-6 7 6,-4 8-6,1 5-10,5 1-7,8-2 12,10-2 33,11-1-16,4-7 84,18 1-18,-2-10 7,12 0 72,-6-10 146,-2-3 140,-4-7 5,-6-2-77,-6-4-41,-6 1-4,-3 2-18,-2 4-95,1 5-156,-1 5-68,1 3 0,-1 2 11,2 9-22,4 10 40,3 16 21,6 17-353,-5-19 1,-1 1 296,0 5 1,-2 2-12,1 3 1,-3-1-12,0-7 0,-5 0-34,-10 23 1,-7 0-93,-2-16 1,-5-1-308,2-3 1,-3 2 0,-1-5 407,-10 4 0,-1-6 50,4-9 1,0-7 36,-16-3 0,21-34 27,31-30-32,15-6-429,9 15 0,8-6 0,1 2 409,-5 9 1,2 2 0,3-3-303,0 0 1,4-4-1,1 1 1,-1 2 273,6-2 1,0 2 0,0 2-199,-4 4 1,-1 2 0,-1 1-104,14-8 0,-6 4 0,3 0 1,-17 11-1</inkml:trace>
  <inkml:trace contextRef="#ctx0" brushRef="#br0" timeOffset="3759">10695 1106 32767,'-1'-5'-3399,"0"1"2432,1 4 3315,5-24-2649,-4 35-760,3-8-704,-3 44 1571,13 9 1,-10-25-1,10-4 1</inkml:trace>
  <inkml:trace contextRef="#ctx0" brushRef="#br0" timeOffset="4383">14596 939 31813,'13'9'-1221,"2"14"0,-9-11 1,2 8-1</inkml:trace>
  <inkml:trace contextRef="#ctx0" brushRef="#br0" timeOffset="4650">14856 873 24526,'5'57'-846,"1"-27"0,-11-2 0</inkml:trace>
  <inkml:trace contextRef="#ctx0" brushRef="#br0" timeOffset="5442">10328 1083 22254,'2'-3'5986,"0"1"-1459,-2 2-4527,0-24 0,1 18-1452,-1-15 285,0 26 366,4 17-1143,1-2-269,7 12 1097,3-4 122,5-1 164,0-7 755,12 7 0,-20-19 0,6 6 0</inkml:trace>
  <inkml:trace contextRef="#ctx0" brushRef="#br0" timeOffset="7849">15338 2960 21271,'26'-27'205,"1"-1"0,-1 3 1,0 8-178,19 20-34,-4 8 12,-13 4 16,-3 22 23,-18-2 28,-10 19 0,-25-3-609,5-24 1,-5-1 560,-4 0 0,-1-3-20,6-4 1,-1-1 194,-6 1 0,4-1-177,5-1 283,4 3-144,44-14-72,29-7-79,6-3-1182,1-3 1,5-1 1170,-11 1 0,-1 1 0,-4-1 0,-2 2 0,14-2 0</inkml:trace>
  <inkml:trace contextRef="#ctx0" brushRef="#br0" timeOffset="16192">3324 15509 13911,'2'-8'2781,"8"-22"0,0-6-1398,-5 3-899,5-7 1,-2-1 272,-10 7-444,0 10 309,-11-1-460,0 17-89,-14 2 6,-8 19-35,-12 13-300,19-7 1,-1 2 269,0 3 0,1 1-20,2 2 1,3 0 5,-10 27-60,18-5 66,20-6 5,14-11 28,16-10 12,9-12 22,6-13 50,2-14 17,-2-17-268,-27 12 0,-1-3 237,-2-1 1,-2-2 30,-2 0 0,-1 1 156,8-23-155,-9 13-2428,-5-1 2410,-6 22 218,-2-7-274,-2 17-50,-1 0-11,0 6 293,0 9-288,-1 11 3381,-4 18-3381,-3 13-33,-2 9 10,2 2 12,3-4 0,13-9 12,8-11-12,14-11 16,10-12 1,6-9-6,8-14-5,0-8 39,0-10 39,-9-6-23,-10-4 35,-13-5-29,-11-1-45,-12-2 40,-9 3-12,-7 2 6,-1 6-17,4 9-16,7 10-6,6 7-29,4 4 18,4 3 22,20-2-45,3 1 34,16-3-6,-4-1 0,-3-1 6,-4 1-22,-5 1-1,-7 5 23,-7 8 11,-7 8 28,-8 10-28,-6 7-28,0-5 22,-6 16-11,9-13 29,1 12-46,8-18 34,17 6 6,5-16-18,18 2 40,-1-14 6,0-12 5,-4-8-44,-7-9 49,-6-6 7,-6-4-46,-7-3 46,-7-1-51,-9 4-17,-10 3 34,-10 5-34,-4 4 28,0 4-33,10 5-12,6 4 17,7 3-22,8 0 34,7 0-23,12-1-28,8 1 33,6 0-44,4 1 45,-10 3 16,15 1-28,-17 7 23,13 6-28,-13 10 5,-4 7 12,-3 7-45,-3 4 50,-3 1-5,-2 4-57,-3 2-201,-1 3-745,-2 0-2234,0-3 3231,6-10 0,-8-16 0,3-10 0</inkml:trace>
  <inkml:trace contextRef="#ctx0" brushRef="#br0" timeOffset="16400">4882 15307 24271,'58'-20'-862,"-1"0"1,1-1 0,-7 3-1,-2 1 1,-6 4 0,-9 8-1,-5 3 1,7-2 0</inkml:trace>
  <inkml:trace contextRef="#ctx0" brushRef="#br0" timeOffset="16559">5015 15502 23954,'53'-13'-433,"1"0"1,-1 0 0,6-1 0,-9 2 0,-16 4 0</inkml:trace>
  <inkml:trace contextRef="#ctx0" brushRef="#br0" timeOffset="17292">6454 15108 16717,'4'-6'4811,"-1"2"-789,-3 4-3966,7-56-28,-15 42 0,-7-35-39,-17 61 11,-18 9 0,10-2-352,7-6 0,-1 1 363,2-2 0,-2-1-14,-7 3 1,-1-1-34,0-1 1,2-3 58,-11 2-23,17-5 11,27-5-62,6-1 35,1 3 72,4 18 16,1 13 1,1 9-14,-3-9 0,-1 2-9,-2-2 1,0 2-4,-1 21 1,0 1 305,0-18 0,1-1-342,4 22 0,5-4-50,15-4-66,-10-21 1,5-3-131,8-8 0,3-6-1269,1-7 0,1-4 1504,4 1 0,0-1 0,13-3 0,-21-3 0</inkml:trace>
  <inkml:trace contextRef="#ctx0" brushRef="#br0" timeOffset="19907">7038 15187 14034,'1'-4'6066,"0"0"-1557,-1 4-4391,10-43-236,-8 32 6,6-19-157,-12 53-229,0 7 498,2 3 0,2-1 0,-2-9 0,3 20 0</inkml:trace>
  <inkml:trace contextRef="#ctx0" brushRef="#br0" timeOffset="20524">7764 15481 14124,'1'-5'6631,"-1"0"-5399,0 5-800,-6-62 246,-2 34-314,-1-13 0,-2 3-129,-8 17-140,-8 5-55,-3 12-52,3 8 7,-14 16 5,14 2 0,1 4 5,-1 0 1,0 3-243,-4 9 0,3 1 228,10-8 1,4 0-14,-1 25 11,16-20 33,32-5 0,7-20-8,-8-6 0,1-1 14,15-7 22,-14-4 1,-1-4 145,2-9 107,9-11 38,-28-1-4,-9-1 439,-10 0-479,-4 3-157,-1 8 67,0 3 23,5 8-169,-1 3-83,3 3-101,0 6 95,8 23-39,1 6-314,5 28-1098,-1 2-2459,-7-27 0,0-1 3938,4 24 0,-3-22 0,-3-17 0</inkml:trace>
  <inkml:trace contextRef="#ctx0" brushRef="#br0" timeOffset="20751">8071 15243 20627,'-1'-4'3590,"0"0"-3013,1 4-695,-14-33-683,17 38-459,-5 0 412,16 54 0,-1-14 0,-8-8 0</inkml:trace>
  <inkml:trace contextRef="#ctx0" brushRef="#br0" timeOffset="21151">8391 15753 20907,'0'-4'3685,"0"0"-2654,0 4-1176,0-49-13,2 44-21,2-28-650,1 65-3769,1 15 4598,-3 0 0,-2-15 0,-1-14 0</inkml:trace>
  <inkml:trace contextRef="#ctx0" brushRef="#br0" timeOffset="21667">8940 15225 25668,'25'-33'-17,"-3"27"23,-14 57 13,-3 1 1,-1 3-26,-2-12 1,-1 0-593,1-1 1,-1 2-1,-1-2 606,-2 9 1,-1-2-9,-1-4 0,-1-1 11,-1-7 1,-1-2 559,-6 18-509,2-17 459,3-18-235,4-12-124,2-13-140,1-12 941,1-13-929,3-10-45,4-4 39,6-1 28,3 4-34,1 6 12,1 5-29,1 4-10,-2 8 10,17 1-38,-4 12 16,13 3-22,-5 16 27,-2 10 12,-5 8-50,-11 5 39,-12 3-73,-21 2-140,-19 1 17,-5-9-575,0-14 1,-2-3-2569,-22-3 2671,13-7 1,2-3 0,3-3-1,6-6 1</inkml:trace>
  <inkml:trace contextRef="#ctx0" brushRef="#br0" timeOffset="21891">8576 14956 24094,'7'55'-540,"0"-1"0,-2-11 1,1-4-1,6 10 1,-7-30-1</inkml:trace>
  <inkml:trace contextRef="#ctx0" brushRef="#br0" timeOffset="22074">9339 14993 23170,'-4'48'0,"0"-11"0</inkml:trace>
  <inkml:trace contextRef="#ctx0" brushRef="#br0" timeOffset="22474">9791 15857 22330,'0'-3'2593,"0"0"-1994,0 3-688,2-12-197,-2 28-162,0-12-2880,-6 44 3328,0-12 0,0-5 0,4-14 0</inkml:trace>
  <inkml:trace contextRef="#ctx0" brushRef="#br0" timeOffset="22767">10586 15395 20795,'0'-5'3898,"0"1"-3607,0 4 147,-65-33-282,29 36-134,-3-16 1,-3 4 50,11 29 0,3 9-59,5-6 0,1 2-329,-10 12 1,2 3 314,7-5 0,5 2-8,5-1 0,2-1-92,2 19-51,20-21 0,7-2-511,30 1-452,-7-11 1,4-4-495,2-9 1,2-4 1607,3-3 0,-3-1 0,8-1 0,-14-3 0</inkml:trace>
  <inkml:trace contextRef="#ctx0" brushRef="#br0" timeOffset="23034">10077 15126 18162,'-6'-8'4039,"1"2"-2404,5 6-408,0 0-1496,-4-9 207,2 18-184,-4 5-1378,4 27-1502,0-1 2278,1 6 0,1-28 0,0-1 0</inkml:trace>
  <inkml:trace contextRef="#ctx0" brushRef="#br0" timeOffset="23208">10752 15174 25696,'-15'41'-900,"0"0"1,-7 15 0,19-40 0</inkml:trace>
  <inkml:trace contextRef="#ctx0" brushRef="#br0" timeOffset="23667">11169 15821 22274,'-1'-5'2811,"1"2"-2183,0 3-656,6-24 17,-6 27-230,0 0-1485,-12 41 1726,2-10 0,-1 0 0,-1 4 0,0-2 0</inkml:trace>
  <inkml:trace contextRef="#ctx0" brushRef="#br0" timeOffset="25117">11763 15778 19860,'-14'-52'834,"1"-1"1,0 4-1,-4 7-262,-18 13-113,3 6-202,7 9-178,2 10-51,-5 17 5,-11 17-13,13-7 0,0 2-880,-2 4 0,1-1 843,-15 16-45,10 6 29,29-25 50,13 6 50,21-19-6,16-9-10,14-15-246,-27 2 0,-1-4 253,2-3 1,-1-2 36,-3-3 1,-3-1 16,-2-3 0,-4-2 16,-5-3 1,-2-2-14,-4-3 0,-4-2-6,-2-1 0,-2-1 17,-1 1 1,-1-1 688,-1 4 0,0 0-524,-1-24-140,0 19 264,-2 4-242,1 22-117,0 0-67,1 12 448,1 4-521,0 6 340,2 18-290,3 21 25,-3-11 1,1 3-407,-1 7 1,0 2 111,-1 6 1,0 1-1343,-2 2 1,0 1 1644,0 4 0,0-5 0,0-22 0,0-3 0,1 21 0</inkml:trace>
  <inkml:trace contextRef="#ctx0" brushRef="#br0" timeOffset="25484">11243 15133 23063,'-11'-61'-2375,"11"22"2375,30 74 0,-11-15 0,0 4 0</inkml:trace>
  <inkml:trace contextRef="#ctx0" brushRef="#br0" timeOffset="25691">12220 15015 20963,'0'-3'3388,"0"0"-3455,0 3-218,-7-4-561,8 24-219,-8-5 1065,9 45 0,-2-38 0,-1 13 0</inkml:trace>
  <inkml:trace contextRef="#ctx0" brushRef="#br0" timeOffset="25924">12454 15713 24441,'17'59'-396,"-1"-24"0,-19-15 1</inkml:trace>
  <inkml:trace contextRef="#ctx0" brushRef="#br0" timeOffset="26400">13136 15287 25214,'-2'25'129,"5"1"-113,12 1-4,4 0-1,1-4 29,2-5 32,1-6 63,1-5 22,1-10-40,2-8 40,-3-7 33,-5-6-33,-9-2-45,-9-3-33,-11 1 38,-12-4-89,3 13 45,-11-1-28,11 15-56,-6 3 22,-2 12-6,-14 21-10,11-4-4,7-2 1,1 2-9,-5 17-258,11-13 1,2 1 69,3 0 1,4 2-1216,7 4 1,6-1-6423,22 17 7842,14-7 0,-11-31 0,-11-10 0</inkml:trace>
  <inkml:trace contextRef="#ctx0" brushRef="#br0" timeOffset="26658">12822 15020 23259,'32'39'-508,"0"0"1,-10-12 0,-4-4-1,4-1 1</inkml:trace>
  <inkml:trace contextRef="#ctx0" brushRef="#br0" timeOffset="26857">13713 15028 26334,'0'38'-256,"1"0"0,-4 3 0,1-3 1,1-1-1,-5-2 0</inkml:trace>
  <inkml:trace contextRef="#ctx0" brushRef="#br0" timeOffset="27141">14108 15648 24127,'-13'59'-428,"0"-1"1,1-5-1,2-10 1,0-19-1,5-11 1</inkml:trace>
  <inkml:trace contextRef="#ctx0" brushRef="#br0" timeOffset="27651">14635 15238 25623,'-53'9'28,"8"26"-34,37 8 1,7 8-1384,-4 8 0,-1 2 1329,2-17 0,-1 2 1,0 0-197,0 3 0,-1 1 0,0 0-506,0 2 1,-2 0-1,1 0-2515,-1-1 0,0-1 0,1-2 2788,-2 6 1,1-5-1,2-13 1,0-7-1,3-12 1</inkml:trace>
  <inkml:trace contextRef="#ctx0" brushRef="#br0" timeOffset="27817">14256 16040 16487,'-11'-54'1277,"-1"1"0,4 7 0,6 5-1087,22-11-140,26 9-123,-11 21 1,4 2-604,6-2 1,3 2-502,2 1 1,0 1-3740,-3 1 1,-4 1 3381,17-4 1,-27 8 0,-25 9 0</inkml:trace>
  <inkml:trace contextRef="#ctx0" brushRef="#br0" timeOffset="28091">14243 14966 23175,'-10'32'-3245,"-1"1"0,1 0 1,2 0 3244,-2 22 0,4-19 0,4-18 0</inkml:trace>
  <inkml:trace contextRef="#ctx0" brushRef="#br0" timeOffset="28284">14950 15126 22475,'4'-6'3193,"0"2"-2784,-4 4-1031,0 0-140,2 14-3551,2 12 4313,-1 10 0,1-9 0,-3-11 0</inkml:trace>
  <inkml:trace contextRef="#ctx0" brushRef="#br0" timeOffset="28591">15302 15753 26038,'4'-9'-729,"-5"11"-1018,-13 23-8084,-1 8 8191,4-8 0,4-7 1,6-14-1</inkml:trace>
  <inkml:trace contextRef="#ctx0" brushRef="#br0" timeOffset="29158">15986 15440 23423,'7'-56'812,"1"0"1,-3 6-1,-8 8-627,-22 14-73,-30 10-84,13 8-34,7 9 1,0 3 22,-12 10-57,-6 8-16,11 9 12,15 3 93,14 2-44,16-2 36,13-4-24,15-5 43,6-8-10,0-7 140,-6-5 40,-10-3 33,-8 0-5,-4 0-85,-4 0-44,-1 0-56,-1 0-62,-2 1 17,2 5 0,3 11 0,3 18 0,0 22-11,-5-7 0,-2 3-1705,-1-13 0,-1 0 1682,-1 10 1,-1 4-70,-2-10 1,0 0-1,-1 1-709,-2 15 1,-2 3 583,1-5 0,-1 4 1,-2-3 79,2-13 1,-1-2-1,-1-3 40,-7 12 0,-2-6 85,-1-13 1,-4-7 61,-28-2 29,-5-37-35,28-4 1,3-8 38,2-21 1,4-4-79,7 13 1,4-2 22,7-23 0,10 0-570,8 18 0,7 1 502,9-10 1,6 0-44,-10 19 1,3 2 0,2 0 12,6-2 0,3 0 0,0 3-1060,-6 4 0,0 1 0,0 2-1399,14-10 0,-1 3 2512,-9 6 0,-6 5 0,-7 3 0,-2 2 0</inkml:trace>
  <inkml:trace contextRef="#ctx0" brushRef="#br0" timeOffset="29467">15396 15061 24855,'-7'28'-7841,"3"-6"7841,12 9 0,-3-18 0,0-1 0</inkml:trace>
  <inkml:trace contextRef="#ctx0" brushRef="#br0" timeOffset="29668">16240 15052 26249,'12'43'-845,"0"0"0,-2-9 0,-2-3 0,2 13 0,-6-27 1</inkml:trace>
  <inkml:trace contextRef="#ctx0" brushRef="#br0" timeOffset="30367">16575 15182 22263,'38'-23'585,"0"1"0,0-1 0,17-10 0,-9 10-473,-23 19-72,0 1-24,-7 3 12,-4 4 56,0 4 12,5 8-12,4 7 0,2 7 0,1 9 11,0 8-11,-3 8-31,-12-24 1,-2 1-327,-1 1 1,-3 1 319,-4 3 1,-2 1-3,-3 0 0,-3 1-20,-3 2 0,-2 0-6,-2 0 1,-1 1-6,-2 0 0,1-1-31,1 1 1,0-2-26,3-1 0,2-1-70,2-3 0,1-2-407,-3 20-293,-2-11-1709,-15-16 2521,-31-12 0,26-8 0,-12-6 0</inkml:trace>
  <inkml:trace contextRef="#ctx0" brushRef="#br0" timeOffset="32442">5258 3624 8629,'-53'8'2221,"0"1"1,-2-1 0,4-1 1301,-4-2-2380,12-2-975,16-2-61,38-1 78,25-1-118,10 1-531,-3 0 0,7-1 475,-5 0 0,4 1 0,0-1-444,2 0 0,0-1 0,1 1 435,10-1 0,2 0 0,-3-1-2,-13 1 0,-2-1 0,-2 0-479,14-1 0,-2 0 381,-12 0 0,-4 1-176,13-1-90,-30 2 495,-37 4-399,-37 4 223,-10 1 43,16-1 0,-8 2 0,2 0 38,-10 1 1,-2 1 49,3-1 0,-4 2 0,2-1 35,13-1 0,2 0 1,2 0 1,-15 4 0,5-1 311,13-2-1,5 0-382,-7 3 229,29-6 73,30-7-258,32-10-283,-5 0 1,5 0-781,-3 0 0,4-1 968,7 0 0,4-1 0,-8 2 0,11-2 0,-14 3 0,-1 0 0</inkml:trace>
  <inkml:trace contextRef="#ctx0" brushRef="#br0" timeOffset="34491">1166 17121 8858,'2'-9'9601,"-1"2"-8867,-1 7 285,-20-69-319,-1 42-429,3-12 1,-5 2 210,-20 27-353,7 10-84,3 5 28,5 15-67,6 7-40,-4 12 12,3 18-29,10-9 23,12 6 28,11-24-28,20 3 11,12-9 3,-13-10 0,3 1-3,10-1 0,1-1-260,-7-2 1,-3-1 253,0-2 1,-4 0-12,5 10 29,-24-1 21,-18 9 1,-43 11-11,5-10-146,2-8 0,-1-2 118,-14 0-9,25-9 0,0-1-445,-18 1-5029,17-16 5505,17-3 0,11-1 0,7 4 0</inkml:trace>
  <inkml:trace contextRef="#ctx0" brushRef="#br0" timeOffset="34717">1719 16941 12797,'2'-5'8266,"-1"1"-5246,-1 4-2998,-6-37-44,4 44-1,-3-28-16,9 68-101,0-10 0,0 3-179,0 4 0,-1 3-1102,1 13 0,-2 1-1004,-5-5 0,-1-2-415,0-10 0,0-2 2840,-4 1 0,0-6 0,1-8 0,-1-3 0</inkml:trace>
  <inkml:trace contextRef="#ctx0" brushRef="#br0" timeOffset="35701">1613 17454 19876,'-7'-43'605,"0"0"0,-1 5 0,5 9-472,8 20-110,13 5-119,22 4 18,2 0-29,-9-1 1,3 0-82,4 0 1,0-1-167,0 0 1,1-1 289,2 1 0,-2-1 41,10-3 234,-15-2-150,-14 1 357,-8-6-93,-10 2 22,-5-4-22,-8 7 511,-8 2-439,-6 7-94,-2 4-113,1 4-128,4 3-45,7 2-1,7 1-32,7-2-7,15 7-16,6-9 5,15 2 34,-8-8 45,12-11 0,-23 0 173,10-17-16,-22 2 22,-7-11-22,-8 2 38,-9 0 12,-2 4-128,4 6 207,-5 4-259,9 10-49,-7 4-23,2 16 11,-3 14-17,-1 20-14,11-17 1,2 2-838,1 3 1,2-1 783,-1 24-481,12-18 1,5-1-315,12 11 4,-2-16 1,4-2 50,0-12 1,3-4 137,1-3 1,2-4 228,1-3 1,-1-3 221,29-7 532,-8-10 476,-12-8-229,-14 1 2688,-7-13-2234,-13 10 387,1-10-724,-6 12 137,0 5-669,-1 8-84,0 7-95,0 12 39,-1 3-12,-1 36-44,-2 0 50,1-11 1,-1 3-250,-1-4 1,-1 0 237,0 0 0,0 0 14,-1-4 1,0-2 2,-4 18 73,3-20-1,5-17 169,3-16-196,-1-12-34,1-15 62,-1-15-51,1-14-11,1 24 1,0-1 47,0-3 0,1 0-28,1-1 0,1 1 13,0 2 1,1 1-3,1 2 0,1 2-144,11-25 169,8 5-62,10 6 7,9 7-7,7 8-44,4 10 11,-4 12-45,-7 14 12,-12 16 10,-16 15 18,-19 12 21,-21 7-692,2-26 1,-2-1 714,-20 16-94,5-17 0,-3-3 4,-12 2 37,16-11 0,2-3-708,-3-4-1686,19-16 2436,23-10 0,-1 5 0,9-2 0</inkml:trace>
  <inkml:trace contextRef="#ctx0" brushRef="#br0" timeOffset="35917">2905 17464 24911,'0'-12'-2744,"16"-5"156,15 3 1,6 1 2587,-5 0 0,-3 1 0,10-2 0,-18 6 0</inkml:trace>
  <inkml:trace contextRef="#ctx0" brushRef="#br0" timeOffset="36108">3485 17142 19787,'0'-3'5253,"1"0"-3270,-1 3-2044,1-21 21,0 28 18,6-4-174,2 40-314,4 18-140,-6-26 1,-2 2-2513,0 3 1,-2 1 3161,-1-5 0,0-2 0,-2 11 0,-1-20 0</inkml:trace>
  <inkml:trace contextRef="#ctx0" brushRef="#br0" timeOffset="36434">1375 18199 3558,'-55'14'1561,"-1"0"0,14-4 1,0 0-1,3 0 272,-1 0 1,4-1-1372,-3-1 0,3 0 305,-3 1 1256,38-8-1183,41-8-636,0 1 1,7 0-403,-3 0 0,3 0 1,2-1 226,-3 2 0,1-1 1,3 1-1,0 0-348,8-1 0,1-1 1,1 2-1,2-1 281,-10 2 0,2 0 0,0 1 0,1-1 0,-1 1-30,2 0 1,1 1 0,-1-1 0,1 1 0,-1 0-355,-1 1 0,0 0 0,0 0 0,0 1 0,-1 0 357,10 0 1,0 2-1,-1-1 1,-1 1-75,-5 1 1,0-1-1,-2 0 1,0 1-538,-5 0 0,-1 1 1,-1-1-1,-1 0-2601,8 1 0,-2 0 0,-4-1 3137,3 0 0,-5 0 0,8 0 0,-42-2 0</inkml:trace>
  <inkml:trace contextRef="#ctx0" brushRef="#br0" timeOffset="38242">5056 17413 19277,'13'-52'1506,"0"0"1,-2 7 0,-1 8-986,-3 14-404,-4 14-128,-3 17 67,-5 18-22,-4 21-32,0-16 1,-1 1-87,0 4 0,0 1-589,1 0 0,1 1-669,1-2 1,4 0 1341,6 0 0,3-2 0,-3 3 0,10-9 0</inkml:trace>
  <inkml:trace contextRef="#ctx0" brushRef="#br0" timeOffset="38609">5509 17074 24116,'-35'-4'-25,"-1"-1"0,-19 5 8,59 37 0,9-4 17,10-8 34,7-8 55,1-10 68,-2-13 28,-6-10 84,-7-11 11,-8-8-51,-10-2 30,-9-1-52,-8 4-50,-7 5-51,-3 8-67,1 8-95,2 6-134,6 8-124,7 13-616,6 12-2565,14 13 3495,18 9 0,-9-20 0,7-4 0</inkml:trace>
  <inkml:trace contextRef="#ctx0" brushRef="#br0" timeOffset="38816">5904 17253 21192,'-5'0'3075,"1"0"-3478,4 0-140,33-49-1084,-1 38 0,5 1-1776,5-17 0,3 1 2271,2 19 0,-2 6 0,-2 0 0,-21 1 0</inkml:trace>
  <inkml:trace contextRef="#ctx0" brushRef="#br0" timeOffset="39316">6000 17499 25578,'52'-28'-303,"1"0"1,-1 2 0,-2 4-71,-11 9 1,-2 2-749,1 1 0,0 1-2,-3 1 0,0-1-435,-1 1 1,-1-2 50,1 0 1,-1-1 766,0-2 1,0-1 803,-1-1 1,0-1 512,-2 0 0,-1 0 1630,19-15 655,-12 4 51,-13 5-1104,-12 6-593,-7 6-695,-9 2-275,-5 5-116,-9 4 341,-13 17-499,8-3 11,-9 21-22,17-5 21,1 9 7,9 0 34,11-5-6,8-7 11,13-7 78,9-10-33,6-7-6,4-11 141,4-15-96,-19 2 184,1-15-27,-23 7-56,-2-9-51,-12-3-78,-7 0-22,-9 2-101,-3 8-387,-3 8-1775,-2 12 2201,-4 19 0,15-4 0,2 8 0</inkml:trace>
  <inkml:trace contextRef="#ctx0" brushRef="#br0" timeOffset="40083">7482 17474 24363,'0'17'-986,"-11"15"986,-9-1 0,-2 1 0,-1 5 0,-7 1 0</inkml:trace>
  <inkml:trace contextRef="#ctx0" brushRef="#br0" timeOffset="41500">8569 17389 15709,'1'-5'5623,"-1"0"-3735,-3-55-1143,-4 38-527,3-12 1,-4 3-51,-6 24-146,-2 7 6,-5 13-28,-5 16-22,-4 17 13,15-18 1,1 2-663,1 1 1,2 0 625,-3 16-78,6 5-135,20-13 197,1-8-57,42-5 157,-5-28 14,-13-1 1,0-5 32,-6-3 1,-3-4 165,19-22 34,-14-5 31,-21 8 0,-5 0-172,0-9-33,-8-15 118,-10 22-40,-3 2-28,-3-4 1213,1 12-1364,4 11-72,2 8-130,2 6-33,-4 13-218,-4 13-942,-3 19-3921,5 9 4969,6-5 1,7-18 0,1-15 0</inkml:trace>
  <inkml:trace contextRef="#ctx0" brushRef="#br0" timeOffset="41766">9403 17212 24559,'-40'14'42,"-1"-1"0,0 0 0,-18 11 0,6 6-6,18 9 0,6 4-904,-3 0 1,1 1 850,2-4 0,3 0-8,6-6 0,4-3-14,-1 12 441,54-17-419,-6-27 1,6-6-65,3 0 1,3-1 0,2-2-557,3-5 0,2-3 0,0 0-290,2-1 1,1 0 0,-2 1 689,-6 2 0,-2 0 0,-4 2 0,2 0 1,-6 2-1,1-1 0</inkml:trace>
  <inkml:trace contextRef="#ctx0" brushRef="#br0" timeOffset="45234">10119 17114 13620,'-4'0'4458,"0"0"-543,4 0-2923,-66-8-208,47 5-622,-18-1 1,7 0 352,27 2-33,3 0-370,4-2-84,7-4 11,11-2-39,1 1 0,18-1 5,7 7-27,3 5 39,6 10-17,-14 11-6,-12 0 12,6 24-29,-19-19 23,-3 5 0,-2 2-33,-4 7-62,1 19-163,-8-15-408,-1-2-673,-1-3-1215,0-3-3137,0-4 5691,-3-7 0,1-13 0,-1-7 0</inkml:trace>
  <inkml:trace contextRef="#ctx0" brushRef="#br0" timeOffset="45425">10118 17528 21892,'30'-36'150,"0"0"0,0-1 0,0 3 1,-1 1-1,2 6-237,6 5 0,2 6-2570,-1 1 1,0 1 2656,-5 3 0,-3 2 0,8 0 0,-19 5 0</inkml:trace>
  <inkml:trace contextRef="#ctx0" brushRef="#br0" timeOffset="49834">5867 18584 9548,'0'4'5214,"0"0"-21,0-4-4269,0 3-163,0-1-330,0 1 1049,2-2-920,0-5-79,5-11-430,1-2 55,13-35-44,-8 21-123,0-3 0,-1-2 195,2-19-67,-6 19 1,-1-3 4,-2-7 1,-1 0 0,-1 9 1,-2 2-49,0 1 0,-1 3 93,-5-8 50,-1 21-68,-3 3-116,-1 11-12,3 8 5,-8 22-5,-3 23-60,5-12 0,1 4 32,-3 18 0,2 3-529,3-8 0,2 0 545,1 7 1,2-3 13,3-22 1,2-2-62,3 2 0,2-3-120,8 7-1333,15 10 303,-5-23-8453,32 3 9690,-20-20 0,4 1 0,-22-9 0</inkml:trace>
  <inkml:trace contextRef="#ctx0" brushRef="#br0" timeOffset="50391">6514 18342 10130,'-5'0'8828,"2"0"-7843,-27 6 1,-6 1-247,9-2 31,-17 3 1,2 0-284,25-6-403,-2 1-89,20-5-23,13-4-45,3-2-420,14-3 0,5-1-303,-5 3 1,1 1-1039,15-4 1,0 1-1996,-8 5 1,-4 1 3437,18 0 0,-24 5 1,-18 0-1</inkml:trace>
  <inkml:trace contextRef="#ctx0" brushRef="#br0" timeOffset="50534">6559 18564 8836,'-4'5'9516,"1"-1"-7392,3-4-3009,-15 29-2986,41-36 3871,-10 21 0,20-31 0,-11 6 0</inkml:trace>
  <inkml:trace contextRef="#ctx0" brushRef="#br0" timeOffset="52076">7295 18460 14197,'0'-5'6441,"0"1"-4088,0 4-1653,0-61-342,-2 45-263,-1-45-117,-7 70-40,-9 12 12,-8 19-12,-4 13 39,17-24 1,2 1-17,-2 26-22,12-7 72,15-11-22,13-11-12,12-13 96,9-12 45,2-10 66,-1-11 124,-8-10 79,-10-8 33,-13-5-67,-9-2-84,-14 1-90,-8 1-95,-8 5 0,-3 6-39,3 9-123,4 9-225,5 7-672,2 11-3080,-1 12 4055,2 7 0,3-6 0,3-5 0</inkml:trace>
  <inkml:trace contextRef="#ctx0" brushRef="#br0" timeOffset="52383">8142 18576 18229,'3'-5'4291,"-2"2"-2980,-1 3-1776,13 7-353,-13 6 818,-1 29 0,-5-23 0,-6 13 0</inkml:trace>
  <inkml:trace contextRef="#ctx0" brushRef="#br0" timeOffset="53159">8832 18612 15535,'4'-6'5892,"0"2"-3964,-4 4-394,0 0-1573,-15-17 0,11 13 33,-7 3-33,13 25 22,-5 14 39,-2-6 130,-10-1 21,1-12-106,-1 1 68,-6 1 56,8-10-6,-4 2-62,11-10-224,2-14 28,3-1 51,0-22 117,1-15-33,0-8-189,1 22 0,2 0 222,7-25 0,8 2-61,1 13-15,-1 17 1,3 1 36,12-7-37,-9 11 1,1 1 1,16-5 2,-1 7-23,-10 8-11,10 8-3282,-14 13 3265,5 1 214,-6 22-275,-15 0 66,0 7-41,-24 13 33,-5-21 0,-5 0 31,-2 1 0,-2-2-155,-7 4 1,-1-4 182,8-11 0,2-3 3280,-10 4-3134,11-12 72,17-9-167,3-4-29,8-4-28,7-2 400,9 0-422,0 4-34,26 3-5,-17 5-155,8 3 1,3 3-591,11 9-79,-14-4 1,1 2-4191,20 12 4408,-12-3 1,-18-10-1,-13-6 1</inkml:trace>
  <inkml:trace contextRef="#ctx0" brushRef="#br0" timeOffset="53367">9563 18416 25444,'44'-34'-1074,"1"0"1,-1 2-1,0 8-3390,-5 18 0,0 6 3915,22-3 0,-25 3 0,-19 1 1</inkml:trace>
  <inkml:trace contextRef="#ctx0" brushRef="#br0" timeOffset="53526">9674 18578 19241,'37'-27'-1639,"0"0"1,0 0-1,12-9 1,-13 10 0,-28 22-1</inkml:trace>
  <inkml:trace contextRef="#ctx0" brushRef="#br0" timeOffset="61010">11530 6197 10276,'-6'1'4805,"0"-1"-3583,6 0 3046,0 0-3955,3 1-167,2-1-90,3 1 89,13-1-33,31-1-101,-20 0 1,3 0-354,14 0 1,1-1 352,-3 1 0,-1-1 3,0 0 0,-1 0-8,-12 0 0,0 0-1,3 0 1,-4 0 11,-4 1 50,2-1-11,-30 2-39,-14 0-6,-3 0 728,-21 2-711,-19 0-28,9 1 5,1-2 1,0 1 22,-11 2-28,24-2 0,-1 1 11,-2 1 0,3 1-11,-9 3-11,-15 3 22,24-2-16,10-1-1,10-4-44,6-1 27,6-2 85,8 0 11,14 0-40,21 0-10,21-2-364,-24 0 0,2-1 360,1 0 1,0-1-1,-2 1 1,0-1-44,-4 0 0,-3 1 52,18-3 91,-18 2 122,-17 2-90,-16-1-157,-16 1 17,-20-2-33,-23 1 250,21 1 1,-2 1-213,-4-1 1,-1 1 19,3 0 1,1 0 2,7 0 0,3 0 29,-6 0-113,21 0 118,18 0 45,19 0-79,22 0-67,-8 0 0,4 0-536,10 0 1,2-1 134,7 0 1,1-1-3185,3 0 1,-1 1 3612,-7-1 0,-5 0 0,14 0 0,-30 2 0</inkml:trace>
  <inkml:trace contextRef="#ctx0" brushRef="#br0" timeOffset="64610">11662 5187 12858,'-3'-4'5601,"0"1"-4223,3 3-594,-2-64-291,16 35-323,-4-11 1,5 1 76,32 16-23,8 6-84,-2 9-67,-7 7-45,-12 8 17,-14 9 45,-15 11-34,-20 12-28,-18 8-14,9-20 0,-2-1-185,-3 0 0,0 0 182,1-2 1,1 0 5,-17 16 5,17-7 28,16-9 29,16-7-1,15-5-78,19-7-168,18-6-631,-20-3 0,3-1 799,14-3 0,-3-1 0,7-1 0,1-1 0</inkml:trace>
  <inkml:trace contextRef="#ctx0" brushRef="#br0" timeOffset="71451">10528 18260 8987,'3'1'5663,"0"-1"1047,-3 0-6323,3-2-259,-2 2 52,1-2-45,0 2 10,-1 1 23,1-1 112,-1 2 23,-1-1 16,-1 0-190,-1 0 156,-6 2-150,-1-2-1,-3 2 124,3-2 27,4 0-150,2-1 212,-1-7-263,1 1 180,0-19-102,4 6-50,5-12-61,1 12 16,6 0-28,5 4-28,5 0-33,10 2 22,3 8-56,5 11-6,-1 10-5,-5 14-17,-14 11 56,-9-5-31,-19-3 0,-7 0 9,-21 19-485,2-13 1,-3 1 481,-2-6 0,-2-1 50,0-2 0,0-1 12,6-6 0,2-3 205,-11 4 4,22-21-134,14-11 40,11-17 32,17-10-32,4 1-40,12 3 887,-4 19-1004,1 12 10,-6 4-805,21 20-6432,-15 0 6720,10 8 1,-23-15 0,-11-8 0</inkml:trace>
  <inkml:trace contextRef="#ctx0" brushRef="#br0" timeOffset="76826">11214 1716 31766,'-37'2'500,"-1"0"1,-21 3-501,59-3-1120,2 3-1012,1-1 1215,7 3 985,5-1 339,11 3-697,11-3 220,-3-3 1,2-1-238,19 0 377,-6-3 0,2 0 745,-10-2 1,2 0-342,1 0 0,4 0 0,0 0-33,14-2 0,0 0-1159,-15 2 1,1 0 0,-3 0 951,-2 0 0,-2 1-138,3-1 1,-3 0 101,13 1-129,-18 0 1,1 1-52,18 0-54,4 1-106,-14-1-14,-11 0 101,2-2 719,-12 1-1028,3 0 1944,-12 1-1580,-8 1-1080,-11 2-8751,-10 4 9054,2-2 1,0 0 0,8-3 0</inkml:trace>
  <inkml:trace contextRef="#ctx0" brushRef="#br0" timeOffset="83751">11241 18428 9548,'-8'-1'5220,"2"0"-2420,6 1 2578,0 0-4533,-22-7-705,16 5 0,-14-5-89,30 3-96,11-2-257,17-5-404,11-3-840,7-1-1972,-1 2 85,-14 3 3433,-5 3 0,-23 4 0,-1 1 0</inkml:trace>
  <inkml:trace contextRef="#ctx0" brushRef="#br0" timeOffset="83975">11761 18225 24251,'7'-39'61,"0"14"-55,-4 43-68,4 12-16,0-1-253,1 13-1433,-5 8 235,0-8-6845,-8 19 8374,0-30 0,-1-4 0,3-14 0</inkml:trace>
  <inkml:trace contextRef="#ctx0" brushRef="#br0" timeOffset="84575">12274 18231 18632,'-12'0'4443,"3"0"-4214,9 0-55,0 0-370,75-54-1355,-26 38 1220,5-12 1,1 2-578,1 25 212,-16 7 63,-18 8 460,-22 9 234,-20 5 180,-21 4-79,0-7 199,4-6 1,1-1-88,-1 1 109,1 1 1,3 0-2,9-1-175,-5 5-61,22-13 880,11-4-925,12-3-101,19-6-174,17-8 53,-20 2 1,1-2 47,0-3 1,0-1 61,19-14 134,-17 0 73,-21-1 84,-19 0 106,-11-4 163,-8 1 101,-1 4-337,6 11 645,-1 0-381,11 11-151,-1-2-141,7 6-117,3 2-240,1 5 55,4 6-56,4 13-78,4 8-62,1 6-213,0 2-223,-2-2-472,-2 2-1254,-7-3-4665,-13-1 7040,-3-8 0,0-11 0,5-8 0</inkml:trace>
  <inkml:trace contextRef="#ctx0" brushRef="#br0" timeOffset="85118">13086 18152 27034,'-3'-39'437,"0"-1"0,-3-22-364,4 62-135,1 2 34,-1 8 17,1 9-17,0 14 28,1 12-56,2 7 11,2 5 28,1 0 6,-2-1 0,-1-5 22,-2-6-11,-2-10-11,0-13 0,-1-7 95,2-11 11,1-2 0,2-13 12,2-10-40,1-17 0,0-14-248,-4 21 0,0-1 195,-1-4 0,0 0-17,-2 1 1,-1 1-28,-3-24 75,-1 17-39,2 17-1,2 11 23,2 8-39,0 6 388,1 4-422,0 12 71,3 13-49,2 16-50,3 10-78,-2 5-571,-3 0-7103,-2-5 7106,-1-12 1,0-17 0,0-14-1</inkml:trace>
  <inkml:trace contextRef="#ctx0" brushRef="#br0" timeOffset="90193">18565 1283 30565,'-23'-47'-993,"0"0"1,2 5 0,6 6 18,15 13 1164,1 7-333,-3 5 123,-1 7-230,-7 6 680,-11 9-1146,-25 21 1209,-3 9-992,17-12 0,2 1 221,-8 12 182,18-15 1,4 1-119,-3 15 129,4 9-639,16-8-64,25-6 443,-4-18 408,27-7 59,-11-22 43,12-10 11,-21-2 0,-1-5-20,-6 3 1,-2-1 1047,17-26-901,-18 4 0,-12 11 198,-2-8-216,-7 14-105,-1 7-136,1 16-122,0 4 100,2 23-33,0 3 34,2 25-46,0 3-78,2-6-1239,0 16-990,2-8 2330,1-16 0,0-2 0,-1 3 0,4-4 0</inkml:trace>
  <inkml:trace contextRef="#ctx0" brushRef="#br0" timeOffset="90350">18967 1632 20744,'0'0'0</inkml:trace>
  <inkml:trace contextRef="#ctx0" brushRef="#br0" timeOffset="92743">20119 1363 32080,'-3'-43'-695,"-1"0"0,2 4 0,-5 11-936,-14 24 1705,-4 13-159,-3 4 59,-7 20-122,8 4-44,-2 18-355,17-20 0,6 1 539,7 22 21,9-6-501,25-17 146,5-18 117,13-3 205,-1-13-3154,-3-22 3375,-22 2-42,-4-23 24,-19 4-15,-7-13-82,-7-4-26,-1 19 1,-2 0-219,-8-12 38,-5-2-143,5 32 229,1 11 6,-5 10-95,1 12 3383,5 3-3814,3 13-1899,21 11-3132,19 1 5109,12 3 1,-7-25 0,-9-11 0</inkml:trace>
  <inkml:trace contextRef="#ctx0" brushRef="#br0" timeOffset="93000">20833 1185 23562,'-45'25'189,"1"0"0,0 1 0,-13 4 0,8 1-83,19-3 1,5 1-40,3-1 0,1 1-62,3-2 1,3 0-28,-1 27-23,39-23-11,8-11-154,1-12 0,6-3-2204,12-2 0,3-3-2502,-1-1 1,-1 0 3436,0-1 0,-5 0 0,-2-4 1,-34 5-1</inkml:trace>
  <inkml:trace contextRef="#ctx0" brushRef="#br0" timeOffset="94526">21357 1539 25902,'2'-4'3962,"0"0"-4016,7-26 1,1-9-179,-5-3 230,4-6 0,0-1 95,-8 3-58,-1 12-25,0 13-1229,0 11 554,-1 6 123,1 7 356,-1 11 22,5 13 8,1 16 57,3 10-30,-1 2 82,-3-3 47,-1-8 0,-2-10 0,-1-10 106,0-13 79,0-7-90,0-13-55,-2-10 4,0-14-10,-1-13-17,2 5-3,0 8 0,0-1 14,1-9 17,0-14-23,0 30-22,0 12-207,0 11 229,0 26-5,1 9-23,-1 29 0,1-27 1,-1 0-233,0 3 0,-2-1 240,0 0 1,-1-2 3,-6 25 22,0-16 62,3-17 55,2-15-38,3-20-68,1-15 0,5-18 23,2-16-32,-2 26 1,2-1 95,-1-2 0,1 0-106,0 2 0,-1 1 80,5-23-16,-3 17-78,-5 17-73,-1 12-23,-3 10-72,-3 15-505,-3 17-2419,-5 22 2301,-1 4 0,4-19 0,4-15 0</inkml:trace>
  <inkml:trace contextRef="#ctx0" brushRef="#br0" timeOffset="95326">22334 1668 20419,'-17'-46'862,"1"0"1,0 0 0,-6-15 0,6 7-247,8 13 182,4 17-787,3 13 183,-1 14-121,1 16 56,-2 4-73,0 10 0,1 3-28,-3 19-42,3-15 0,2 0 20,12 12 39,17-15-1,8-18-5,-4-15 1,4-6 21,18-13 1,1-5-453,-11 7 1,4-3 406,-6-2 1,7-4 0,0-2 0,-5 3-1024,-3 0 0,-3 2 1,1-1 998,8-3 1,1-1-1,-1 1 0,-4 2 1,-1 1 0,-2 2-695,12-4 0,-2 2 178,-4 2 0,-2 1-44,-7 3 0,-6 5 590,-8 12 0,-19-1 1,-4 7-1</inkml:trace>
  <inkml:trace contextRef="#ctx0" brushRef="#br0" timeOffset="107875">19600 2690 22559,'-7'-50'743,"0"0"0,2 5 0,-4 8-317,-11 18-275,-2 9-94,-2 8 27,-17 16-28,-8 12-26,15-7 1,-1 4-14,-7 8 0,1 3-1139,11-7 1,2 1 1121,2-2 0,4 1 498,8 12-498,22-13 0,4-3 16,18-10 1,6-5 17,18-3-317,-8-6 1,0-2 299,9-9 11,-24 0 0,-2-3 1634,8-15-1548,-15 7 1,-2-3 48,3-16 33,-8-3-84,-11 21 128,-3 5 57,-2 11-246,1 1 665,-2 4-772,0 5 150,-2 3-88,-6 11-1,-6 20-5,3 7-11,-1 12 11,14-10-5,5-12 5,12 1-17,17-8 17,-6-6 0,33-3 0,-21-16 22,18-8-5,-21-4 11,3-13 45,-10-9-12,-5-4-16,-8-8-6,-17 4-16,-3 9 22,-9-14-40,5 17 1,-2-11-1,13 16-5,6 7 12,2 9-12,7 4 5,1 4-16,18 8 5,-2 2 18,8 8-35,-15-4 23,3 8 23,-9 0-29,2 10 12,-8 4-6,-9 11 11,-7-14-11,-11 16-17,2-25 17,-1 8-28,8-12 22,11-5 51,9-5-39,15-5-1,-2-5-8,-1-5 1,1-3-4,3-2 25,2-5 1,-1-3-14,-2-8 11,4-7 39,-19-1 39,-14-1-17,-8 0-44,-9-1-17,-4 11 5,2 7-22,4 4 0,7 3-11,2 5-17,8-1 22,18-1-10,8 3 38,6 0-39,9 6-11,-19 5 34,9 4-29,-14 4 7,-3 3 10,-3 6 6,-2 4 6,-2 5-124,0 3-145,0 2-219,-1 2 85,-4-9-1833,1 14-1898,-3-17-1434,1 5 4714,2-14 0,-6-13 0,1 0 0</inkml:trace>
  <inkml:trace contextRef="#ctx0" brushRef="#br0" timeOffset="108075">21291 2648 17053,'-6'-1'4694,"1"1"-4218,5 0-1126,71-28-772,-17 20-1041,2-6 0,4 0 2463,-16 15 0,-4 1 0,5-1 0,-6 3 0</inkml:trace>
  <inkml:trace contextRef="#ctx0" brushRef="#br0" timeOffset="108225">21420 2891 18431,'-4'3'4739,"1"-1"-1871,3-2-3059,89-10-983,-55 3 1,2-1 464,7 2 1,5-1-1,-7 0 1,15-7-1,-26 7 1</inkml:trace>
  <inkml:trace contextRef="#ctx0" brushRef="#br0" timeOffset="110875">22637 2570 13284,'0'-3'5550,"0"0"-2374,0 3-2604,6-30-326,-5 21 314,5-26-375,-9 29-129,-6-2-34,-9 1-5,-1 1-11,-23 1 16,12 4 1,-11-1-35,21 2-4,7 0-24,8 0 57,0 6 22,-2 7 23,-5 11 33,-6 10 17,-4 7 17,-3 8-6,1 3-50,3 4-51,8 1-10,4 0-18,7-2 12,6-2-6,3-6-17,5-6 17,4-10 22,9-10 12,15-10-85,20-12-362,-22-4 1,2-2-196,4-3 1,0-1-2415,1-2 0,-1-1 3022,-7 2 0,-3 0 0,8-3 0,-21 8 0</inkml:trace>
  <inkml:trace contextRef="#ctx0" brushRef="#br0" timeOffset="111535">23199 2708 25208,'5'-39'364,"1"0"1,3-22-404,-8 66 83,1 12 1,0 19 6,0 19-23,-1-22 0,-2 2-213,-1 2 0,-2 0 193,-1-2 0,-1-1 3,0-1 1,-1-3-1,-6 23 11,1-10 23,3-13 73,3-13 246,3-8 168,2-8 174,1-8-639,1-8-56,4-12 6,4-9 22,8-5-33,7 0-1,8 3-16,7 7 6,3 10-7,2 8-16,-4 13 6,-9 5 11,1 14-51,-5 17 51,-2 6-101,-5 11-95,-15-5-73,-16-5-151,-14-6-213,-21-10 128,17-18 1,-4-3-635,-3-3 1,-1-4-1366,-1-4 0,1-3 2292,4-1 0,4-1 0,-7-7 1,18 6-1</inkml:trace>
  <inkml:trace contextRef="#ctx0" brushRef="#br0" timeOffset="111758">23025 2332 23987,'15'27'-1831,"5"3"-6358,9 5 8189,-2-3 0,-8-13 0,-9-8 0</inkml:trace>
  <inkml:trace contextRef="#ctx0" brushRef="#br0" timeOffset="111951">23735 2474 20610,'0'-4'4335,"0"1"-3825,0 3-874,3 4-1143,2 25 1507,4 16 0,-3-9 0,-1-1 0</inkml:trace>
  <inkml:trace contextRef="#ctx0" brushRef="#br0" timeOffset="112175">24159 3044 25931,'-2'35'-1476,"0"0"1,-1 17 0,4-20-1,-1-20 1</inkml:trace>
  <inkml:trace contextRef="#ctx0" brushRef="#br0" timeOffset="112675">25174 2951 24811,'7'-54'526,"0"0"1,-2 7-1,-6 8-453,-24 16 34,-11 9-40,-1 11-28,-18 8-6,19 6 1,-1 4-17,4 1 0,2 2-12,0 1 1,2 2-3,4 1 0,4 1-9,-3 19 12,4 11-1,20-1-27,28 5 33,8-16-17,5-6 6,0-18 6,-11-11 44,15-19 23,-7-9 11,4-20-22,-17 7 72,3-15 96,-3-3-29,0 2 23,2 1-112,-13 27 68,-3 9-96,-7 9-45,-1 3-17,2 18-22,-2-1-45,4 40-55,-5-23-85,0 1 0,-1 4-812,-3-3 0,-1-1-3052,-1 2 1,0-1 4048,-2 2 0,-1-4 0,-1-1 0,2-16 0</inkml:trace>
  <inkml:trace contextRef="#ctx0" brushRef="#br0" timeOffset="112908">24596 2637 21511,'0'-5'2656,"0"1"-1833,0 4-1243,6-8-2033,-6 30 2453,7 8 0,-8 2 0,2 0 0</inkml:trace>
  <inkml:trace contextRef="#ctx0" brushRef="#br0" timeOffset="113101">25510 2617 24374,'0'-3'2134,"0"0"-2616,0 3-3529,24 45 4011,-13-13 0,14 18 0,-21-30 0</inkml:trace>
  <inkml:trace contextRef="#ctx0" brushRef="#br0" timeOffset="114451">25810 3333 24189,'10'34'-661,"-7"3"-1759,-9 2 2420,-6 3 0,6-19 0,0-3 0</inkml:trace>
  <inkml:trace contextRef="#ctx0" brushRef="#br0" timeOffset="114741">26523 3044 20979,'0'-6'3546,"0"1"-2145,0 5-1228,-71-38-50,30 41-387,-8-15 0,0 7 286,4 43-5,11 9-22,18 5-12,26 2 0,6-27 0,5-2-17,8 1 1,4-3-1673,6-1 0,0-3 1594,-6-4 0,0-2-864,12 2 1,1-3 975,11-1 0,-3 1 0,-26-10 0</inkml:trace>
  <inkml:trace contextRef="#ctx0" brushRef="#br0" timeOffset="114985">26192 2636 22083,'-2'-2'2431,"0"0"-2571,2 2-611,-1 51-1680,8-14 2431,0 5 0,0-1 0,4-10 0,2-5 0</inkml:trace>
  <inkml:trace contextRef="#ctx0" brushRef="#br0" timeOffset="115168">26912 2675 20783,'0'-3'3434,"0"0"-5052,0 3 1618,-3 57 0,2-43 0,-2 43 0</inkml:trace>
  <inkml:trace contextRef="#ctx0" brushRef="#br0" timeOffset="115393">27277 3373 22066,'0'-4'3243,"0"1"-2666,0 3-644,-8 3-263,5 13-964,-7 6 1294,9 24 0,-1-23 0,2 3 0</inkml:trace>
  <inkml:trace contextRef="#ctx0" brushRef="#br0" timeOffset="115934">28013 3223 24183,'13'-45'566,"0"0"0,-1 7 0,-6 6-225,-16 10-100,-10 6-56,-26-2-107,-1 7-55,-5 4 27,-9 13-27,18 9-639,12-2 0,2 2 616,-8 13-360,15 0 0,2 1 349,3 3-90,5 4 0,6 1 67,17 5 12,4 7 27,11-26 1,4-5-6,6-4 0,16 3 22,-15-29-16,-6-10 1120,9-15-1087,-18 5 1,-1-1-12,7-16 0,-11 9 0,-2-2 6,-6 10 0,-2-1 22,3-8 0,-2-2 22,-2 2 1,0 0 72,-2-2 0,0 3-44,-1-11 248,-1 3-232,-2 33-100,0 3-74,0 10 23,0 12 40,-1 16-7,0 23-16,-1-14 0,-1 2-91,-1 7 0,-1 2-164,-2 5 0,0 0-255,0 0 1,0 1-1469,0 5 1,1-2-222,2-19 0,1-1 1746,0 3 1,1-6 0,1-16-1,0-1 1</inkml:trace>
  <inkml:trace contextRef="#ctx0" brushRef="#br0" timeOffset="116168">27612 2570 23623,'-24'38'-520,"0"0"0,0 1 0,-7 11 0,10-7 0,22-16 0,4-13 0</inkml:trace>
  <inkml:trace contextRef="#ctx0" brushRef="#br0" timeOffset="116358">28430 2528 25830,'-7'38'-306,"0"0"1,-1 1 0,2-1 0</inkml:trace>
  <inkml:trace contextRef="#ctx0" brushRef="#br0" timeOffset="117716">28727 3492 20039,'4'5'3125,"0"-2"-1025,-4-3-2156,1-11 23,-2 14-63,-4-1-553,-8 25-2062,-8 7 2711,-6 6 0,10-18 0,4-5 0</inkml:trace>
  <inkml:trace contextRef="#ctx0" brushRef="#br0" timeOffset="118167">29120 3109 25438,'40'18'90,"-1"2"-90,-16 10 11,7-6 40,3-9 33,1-7 56,-2-13-12,-2-9 29,-4-11 22,-7-7-33,-7-5 11,-8-1 0,-9 0-12,-4 6-22,-8 6-39,-1 9-33,-1 9-23,-3 11-17,-8 12 0,-10 15-6,16-9 1,-1 2 0,-2 3 0,0 3-322,0 2 1,1 1 301,2 0 0,3 2-37,4-3 1,4 2-235,9 26-371,34-8-128,-2-28 0,6-5-3410,10-1 1,2-4 4193,-3-2 0,-2-3 0,14 1 0,-27-6 0</inkml:trace>
  <inkml:trace contextRef="#ctx0" brushRef="#br0" timeOffset="118409">29099 2639 23427,'-4'41'-410,"1"0"0,3 0 0,4-7 1,7-15-1,3-1 0</inkml:trace>
  <inkml:trace contextRef="#ctx0" brushRef="#br0" timeOffset="118593">29805 2806 25029,'-27'37'-483,"-1"0"0,-12 6 0,33-15 0</inkml:trace>
  <inkml:trace contextRef="#ctx0" brushRef="#br0" timeOffset="118817">30074 3379 25696,'0'38'-263,"0"-1"1,-2 2 0,0-5-1,1-6 1,-2-3 0</inkml:trace>
  <inkml:trace contextRef="#ctx0" brushRef="#br0" timeOffset="120184">30880 3041 16112,'9'-46'2175,"-1"-1"0,0 5 1,-3 5-1342,-7 14-369,-4 8-247,-7 12-66,-7 12-12,-8 10-79,1 5-5,1 6 0,0 5-39,6-3 0,1 3-428,-10 16 0,0 5 400,7-3 0,3 2-652,1 2 1,2 2 477,3 0 1,2 0-354,4 0 1,1-2-863,3-3 1,0-1-548,2-3 1,0-4 260,0-11 1,-3-2-2320,-6 6 0,-4-3 4005,-1-8 0,-8 8 0,17-31 0</inkml:trace>
  <inkml:trace contextRef="#ctx0" brushRef="#br0" timeOffset="120309">30288 3847 13693,'15'-45'1099,"1"0"0,0 0 1,7-13-1,3 5-906,8 9 0,3 5-131,-1 9 0,1 3-65,-8 6 0,3 2-370,15-3 1,1 3-2888,-15 6 0,-1 2 3260,10-4 0,-3 2 0,-2 2 0,-19 6 0</inkml:trace>
  <inkml:trace contextRef="#ctx0" brushRef="#br0" timeOffset="120550">30428 2771 20084,'0'-3'3545,"0"1"-4251,0 2-1629,-3 30 2335,10 4 0,-8 3 0,9-10 0</inkml:trace>
  <inkml:trace contextRef="#ctx0" brushRef="#br0" timeOffset="120742">31199 2729 23629,'17'40'-745,"-3"-27"0,-16 22 0</inkml:trace>
  <inkml:trace contextRef="#ctx0" brushRef="#br0" timeOffset="120976">31358 3446 22431,'1'-4'2318,"0"1"-2413,-1 3-1837,8 36 1932,-6 0 0,6 6 0,-8-15 0</inkml:trace>
  <inkml:trace contextRef="#ctx0" brushRef="#br0" timeOffset="121526">32218 3240 21058,'0'-9'1464,"1"-22"1,0-5-658,-8 2-558,3-6 0,-5 0 110,-20 6-129,-11 12-124,-8 11-83,-3 15-7,1 15-16,5 13-22,8 12 22,10 4-11,12-1-17,14-3 17,15-6 39,13-9-6,12-8 23,5-10 56,1-16 100,-3-8 96,-6-12 28,-9-4-56,-8 0-40,-8 5-66,-4 6-135,-5 8-34,-1 8 17,-1 21-11,0-2-5,0 36 5,-6 6-741,-1-16 0,-2 3 713,-5 5 0,-4 3-81,0-6 1,-3 2 0,2-2 7,-3 3 0,0-1-75,0-3 1,-1 2 0,2-4-457,1-6 0,-1-2 601,-3 4 1,-3-3-24,4-11 1,-1-6 59,-18-2 11,11-30-28,13-24-29,20-25-58,4 22 0,4-2-45,4-6 0,2-1-773,3-3 1,2 0-2194,2-1 0,0 1 3109,-2 7 0,-1 3 0,6-9 0,-12 24 0</inkml:trace>
  <inkml:trace contextRef="#ctx0" brushRef="#br0" timeOffset="121776">31833 2771 23747,'7'23'-2359,"-1"-7"1,-6 12 0,0-16 0</inkml:trace>
  <inkml:trace contextRef="#ctx0" brushRef="#br0" timeOffset="121967">32488 2859 22879,'1'-4'2167,"0"1"-5034,-1 3 2867,12 32 0,-9-24 0,9 24 0</inkml:trace>
  <inkml:trace contextRef="#ctx0" brushRef="#br0" timeOffset="122759">32808 2886 16051,'-1'-6'5774,"0"2"-3724,1 4-2005,44-28 0,-21 21-20,7-8 0,0 2-2,-2 15-1,-1 3 1,-4 5 21,-4 4-16,-5 4-5,-2 6 38,-4 8-38,-4-4 94,-1 29-49,-8-8-288,3-12 0,-2 2 251,-1-3 0,-2-1-9,2 2 1,-1 0-15,1 0 0,0-1-2,1 1 0,-1-2-4,0 0 1,0-3-3,-5 18-91,-3-21 0,-5-2 30,-17 2-144,7-10 1,-4-2-1653,-1-8 1,0-4 1326,-28 2 0,21-4 0,19-3 0</inkml:trace>
  <inkml:trace contextRef="#ctx0" brushRef="#br0" timeOffset="138283">4461 6781 9016,'8'-9'7113,"-3"2"-6183,-5 7 1809,0 0-2313,14-47-309,-14 33 12,-1-34-118,-11 46-22,-18 5 5,-5 12 1,5 0-9,0 2 0,1 2 3,2 0 11,-23 14 0,24-16 16,-1 0 1,13-7-95,6-6 11,7-3-62,1-1 151,5 6 23,3 6-39,2 2 38,-2 20-16,-5-6-11,-3 8 0,-2 6-6,-3-3-6,3-8 1,-1 1-6,0 28-739,1-23 0,1-1 744,1 15-332,-1-9 1,0 3 328,-1-11 1,1 0-3,-2 16 0,-1 3-6,0-7 1,0-1 2,-2 1 0,0 1-5,-1 0 0,1-2 2,0-9 0,1 0 6,-2 16 0,1-3 0,1 3-11,0 4 0,2 2 22,1-24 0,1 0 6,-1 15 0,0 2-9,-1-8 1,0-3-9,1-5 0,-1-2 8,0-3 1,-1 3-18,-2 23 1,-1 1-1,2-14 1,0 2 15,0 1 1,-1 5-1,1-4 7,0 5 0,1-2-3,-1 1 1,2 1-373,-1 0 0,2-1 394,-1 2 1,2 0 0,-1 1 0,2 1-15,0 1 1,1 0-15,0-12 1,0 1 5,0 9 0,1 3-17,0 3 1,0 1 12,-1-19 1,0 1-1,0 1-3,-1 7 0,1 1 0,-1-2 9,1-5 0,-1-3 0,0 2 7,0 0 1,0 0-1,0 0-18,0 1 0,0 0 0,0-2-2,0 9 0,0 0 5,0-3 1,0 4 0,-1-4-1,1 5 1,0-1-4,0-11 0,0 0 0,0 2-1,0 6 1,0 1 0,0-6 3,0-8 1,0 0 3,-1 14 1,1 6-1,1-6-12,1-8 1,0-2 10,1 20 1,1-2-4,0-24 1,2 0 27,1 13 1,0 1-6,-2-17 0,0 0-17,2 13 0,-1 1-140,-2-11 0,0-2 140,-2-1 0,0 0 23,2 30 0,-3-3-29,1-15 1205,2 2-1170,6-11-7,2-1 1,1-8 735,5-4-276,17 21-403,-10-12-68,-5-5 1,2-3 731,9-7-6438,24-15 5684,-22-7 0,-1-2 0,15-4 0,-12-2 0</inkml:trace>
  <inkml:trace contextRef="#ctx0" brushRef="#br0" timeOffset="140650">18033 4183 23814,'5'-42'468,"0"1"1,-4 2-1,-8 10-300,-22 23-66,-17 5-35,-3 11-33,7 4-2138,11 3 1,1 1 2109,2 5 420,3-2 1,4 3-421,8 16-6,9 2 0,10-4 6,22-5-40,23 0 20,-22-16 0,2 1-130,7 2 1,0 1 129,-7-5 0,-3 1 3272,14 9-3247,-12 5-11,-22-16 40,-27 17-29,-3-19 5,-17 2 1,-7-2-11,11-6 0,-1-1-759,-19 3 0,-1-2 722,9-3 0,3-2-101,4-2 1,2-2-1012,-16-9-3309,27-10 4452,24-3 0,6 7 0,4 6 0</inkml:trace>
  <inkml:trace contextRef="#ctx0" brushRef="#br0" timeOffset="141850">18372 4073 19708,'6'-8'4604,"-1"1"-3881,-5 7-51,0 0-593,-33 61-46,23-9-637,-8 1 0,1 3 593,14-14 0,4 0-45,-1-1 0,1-1 5,1-3 0,0-2-493,3 26-475,0-15-1037,-3-13-296,0-14 1092,-5-12 1041,-2-16 1432,-3-12-518,0-13 386,2-6 263,-1-4 86,2 1-416,0 5-617,0 11 292,1 4-230,0 12-442,3 2-11,8 6-6,13 6-34,19 3-39,19 3 17,-23-5 0,2 0-247,2-1 1,-1 0 263,0-1 0,-2-1 39,27-5 56,-15-4 56,-15-6 56,-15-6 11,-12-2 18,-14-3 83,-9 0-135,-3 6 679,-18 0-645,10 11-78,-13 2-62,11 12-33,5 10-1,10 10 6,9 8-22,13 5-6,10 1-27,11-4-29,3-4 45,1-8 33,-4-11 18,-2-8 33,-5-14 22,-3-9 29,-6-11-1,-5-6 23,-5 0 5,-7 3-22,-3 7 0,-6 7-61,-2 9-35,-3 7 40,-3 12-11,-4 11-67,0 13-6,5 11-39,8 6-101,12 3-168,13-1-219,13-4-643,13-4 511,-13-25 1,2-3-283,3-2 1,2-3 46,2-2 0,1-4 494,-1-4 0,0-3 464,-1-4 0,-3-3 586,22-16 442,-16-10 202,-13-3-6,-13-3-156,-5 2-213,-5 6-225,-3 6-403,1 10 521,-3 7-728,3 8-28,-1 11-5,0 11-12,-2 15 0,0 14 0,0 9-11,1-27 0,0 2-17,0 0 1,0 0 10,0-2 0,-1-1 1,-1 21-1,0-15 23,3-15 5,-1-13-16,0-15 16,-1-12 6,-2-15-28,0-14-16,2-12 16,1 7 2,3 8 1,0 0-1177,1-18 1194,1 18 0,2 1 13,6-16-10,10 10-23,1 17 5,29 0-22,-7 18 3,-10 5 0,1 2-2,24 6-1,-1 10-22,-3 10-17,-9 12 16,-13 8 12,-17 5-22,-23-2-68,-18-4-122,-18-8-292,-8-10-972,-3-8-3587,5-9 5091,13-7 0,20 3 0,12 0 0</inkml:trace>
  <inkml:trace contextRef="#ctx0" brushRef="#br0" timeOffset="142059">19614 4524 23192,'-5'0'2083,"1"0"-3031,4 0 0,0 0 0</inkml:trace>
  <inkml:trace contextRef="#ctx0" brushRef="#br0" timeOffset="142433">20035 4316 26365,'47'-38'-11,"0"1"0,-4 4 0,-3 13-40,11 35-16,-12 12 45,-16 12 123,-20 7-110,-21-11 1,-6 0-3,-14 14 0,-4-12 0,-3-2-696,12-12 1,-1-3 706,-6 6 0,0 0 3,8-5 0,2 0 289,-12 17-241,25-13 50,15-7-62,25-8-67,20-6-87,-8-2 0,4 0-1842,21-2 0,4-1-1476,-3 0 0,-1 1 3433,-16-1 0,1 0 0,-6 0 0,-4 1 0,-6 0 0,5 0 0</inkml:trace>
  <inkml:trace contextRef="#ctx0" brushRef="#br0" timeOffset="142693">18161 5338 25046,'53'-13'55,"1"1"0,-1-1 1,0 1-1,-2 2 0,1 0 1,2 1-1,-2 0 0,-1 3-943,2 2 0,-1 1 0,-1 2 1,4-1 855,-1 0 1,2 0 0,1 0-1,2 0 1,-2 0-40,1 0 1,1 0-1,-1 0 1,1 1-1,2 0-245,-5 0 1,3 0-1,0 0 1,-1 0-1,-1 1 1,-4-1-571,6 0 0,-3 0 1,-2 1-1,2-1 886,9 1 0,3 0 0,-4 0 0,-13 0 0,-15 0 0,-6 0 0,30 0 0</inkml:trace>
  <inkml:trace contextRef="#ctx0" brushRef="#br0" timeOffset="148184">13358 4422 9716,'-49'-1'2781,"0"0"1,1 1 0,7-1-1723,19 0-672,6-1-23,38-2-191,14 0-123,-4 2 1,1 1-402,20-1 359,-17 2 1,1 0-20,26 1 11,-24 0 0,1 1-23,0-1 1,-2 1 75,21 1-126,-19-1 0,-1 1-61,2 0 44,8 2 107,-38-1 11,-29 1 3,-14 0 0,-5-1 2,-24 3-567,2-2 1,-4 1 591,14-3 1,-1 0 33,-12 1 1,-2 0-1432,4-1 0,3 0 1504,9 0 0,3-1 56,11 0 0,5-1-153,-3 1 144,21-2 186,24 0 854,20-1-1188,8-3 1,7-1-82,3-1 0,3-1 1037,5-1 1,-1-1-1117,-7 2 1,3-1 95,-1 1 0,4 0 0,-7 2 0,-17 0 0,-1 2 0,26-4 0,1 1 0</inkml:trace>
  <inkml:trace contextRef="#ctx0" brushRef="#br0" timeOffset="159209">21717 4853 17955,'4'-9'2562,"7"-26"1,1-6-1392,-3 4-712,3-6 0,0 1 146,-7 15-364,-3 14-168,-1 11 17,-8 41-85,-1 5-53,2-5 1,-1 2-433,2-2 0,1-1-218,0 1 1,2-1-1566,3 0 0,1-2 2263,5 19 0,-1-22 0,0-18 0</inkml:trace>
  <inkml:trace contextRef="#ctx0" brushRef="#br0" timeOffset="159576">22154 4401 20839,'-17'-41'1090,"0"1"1,3 2 0,0 13-918,4 25-50,-2 14-44,-6 13-34,0 15-34,3 8-6,11 2-10,16-1-18,9-8 51,11-11 40,4-12 77,1-12 102,-3-16 27,-8-11 12,-10-13 5,-7-7-33,-13-5-62,-7 2-45,-10 3-39,-3 7-56,1 9-89,7 9-253,6 7-330,5 7-1020,4 15-6923,9 14 8559,4 6 0,-1-9 0,-1-10 0</inkml:trace>
  <inkml:trace contextRef="#ctx0" brushRef="#br0" timeOffset="159766">22392 4725 23382,'50'-25'-467,"0"0"1,-1 0 0,2 2-1,-1 2 1,-5 7 0,18 14 0,-10 1-1</inkml:trace>
  <inkml:trace contextRef="#ctx0" brushRef="#br0" timeOffset="159933">22485 4949 20526,'-6'2'3366,"2"0"-2929,4-2-924,75-21-1189,-43 12 1,2-1-293,8-3 0,6-1 0,-4 0 1321,3-1 0,-6 1 0,2-1 0,-28 10 0</inkml:trace>
  <inkml:trace contextRef="#ctx0" brushRef="#br0" timeOffset="160259">23389 4521 26536,'-37'35'30,"1"0"0,2-2 0,12 0-42,31 13 7,10-3-34,15-9 72,5-12 96,3-11 50,-1-18 135,-3-10 89,-2-13 0,-2-3-39,-6 3-112,-5 7-228,-8 8-24,-6 10 0,-3 14 0,0 16 0,0 27-183,-3-14 1,0 4-1509,-1 10 1,-1 6 1690,0-9 0,-1 3 0,-1-5 0,1-4 0,0-2 0,0 1 0,-1 0 0</inkml:trace>
  <inkml:trace contextRef="#ctx0" brushRef="#br0" timeOffset="166275">24499 5224 20543,'0'-5'3859,"-1"2"-3350,1 3-559,-23 3-387,17 24-2162,-17 14 2599,21 14 0,2-19 0,-2-15 0</inkml:trace>
  <inkml:trace contextRef="#ctx0" brushRef="#br0" timeOffset="166941">25029 4820 20364,'16'-44'1534,"0"0"1,-1 0-1,-1 6-676,-5 14-220,-2 3-604,-4 13-12,-4 11 29,-3 25-29,-1-5 6,-5 33-17,4-7-20,3-12 1,0 2-643,2-7 0,1-1 629,2 27 22,6-16 0,2-18 11,4 0 67,7-15 1,0-15 22,9-17-51,-6-3 96,9-15 10,-6 5 576,-8 11 1,-1-1-599,9-10-66,-5 4 4,-13 20-60,-6 9-18,-1 10 12,-1 13-102,-1 27-206,0 6-228,0-17 0,-1-2-405,0 15-4963,-1 9 5068,3-22 0,-1-7 0,1-15 1</inkml:trace>
  <inkml:trace contextRef="#ctx0" brushRef="#br0" timeOffset="167224">26170 4805 20996,'0'-3'3260,"0"0"-1624,0 3-1569,-72 8-22,22 15-28,3-12 0,0 3 8,12 12 0,6 2-8,2 8-12,-2 13 1,35-15-12,7-11-10,21 1-113,5-11-34,1 0-1613,1-6 1,2-2 1775,18 0 0,-27-1 0,-3-2 0,3 0 0</inkml:trace>
  <inkml:trace contextRef="#ctx0" brushRef="#br0" timeOffset="167768">26517 4916 23240,'34'-29'317,"0"1"0,0-1 0,4 1 0,2 1 0,-8 9-233,-2 11-25,7 5 0,2 4-20,8 17-22,-12-3 0,-3 5-12,-7 6 1,-4 3-247,-4 5 0,-4 3 218,-4 4 1,-6 1-351,-7 3 0,-4 1 87,-4 1 0,-3-1-355,-2-3 0,-1-1-1233,2-3 1,2-4-4137,-4 14 5402,10-11 0,7-27 1,0-1-1</inkml:trace>
  <inkml:trace contextRef="#ctx0" brushRef="#br0" timeOffset="167941">26782 5225 21170,'-5'-4'3142,"2"0"-2946,3 4-162,9-61-107,29 39-160,-8-12 1,5 2-1351,14 24 1,3 9-2938,5-3 0,-2 3 3964,-5 0 1,-4 1 0,13 0 0,-31 1 0</inkml:trace>
  <inkml:trace contextRef="#ctx0" brushRef="#br0" timeOffset="168284">27484 4944 25259,'21'53'39,"1"-3"0,3-10 46,5-8 77,7-9 45,7-10 0,12-13-732,-23-4 0,3-3 595,5-2 0,2-3-486,4-2 1,1-2 471,1-1 0,0 0-14,-2 0 0,-1 0-47,-3 1 1,-2 1 9,-5 3 1,-2 2-79,21-5-50,-20 8-1289,0 16-3074,-23 13 4486,1 10 0,-12-10 0,-3-7 0</inkml:trace>
  <inkml:trace contextRef="#ctx0" brushRef="#br0" timeOffset="173734">20847 6720 18868,'0'3'3355,"0"-1"-241,0-2-2581,11-60-209,-4 23-232,1-7 1,1-5-29,0 9 1,0 3-835,5-20 784,-3 11 0,2-1-3,-3 15 0,0 0 20,6-13 0,-1 1 8,4-11 62,2 3-90,-17 43 193,-1 1-221,-6 12 6,-4 9 22,-10 19 0,-7 23-14,9-19 0,-1 3-434,0 5 0,1 2 423,1 0 0,3 2-73,3 10 1,4-2 16,2-18 0,3 0-334,9 19 1,6-3-516,16 0-798,-6-16 0,1-4-2808,13 3 4525,3-9 0,-27-19 0,-1-2 0</inkml:trace>
  <inkml:trace contextRef="#ctx0" brushRef="#br0" timeOffset="174101">21434 6587 24892,'-51'-29'17,"17"10"620,51 24-575,22 0-17,-2-3 232,7-6-232,-21-2 249,-2-13-199,-12 2 312,0-9-328,-6 4 44,-6-1-50,1 7 106,-7 0 6,-2 8-124,-5 2-5,-5 6-33,-3 11-18,3 1-44,-7 18-17,10 12-45,3 6-78,15 12-213,17-9 28,4-10-418,-2-16 1,3 0-4135,8-2 1,0-2 2835,15 13 0,2-6 0,-38-23 0</inkml:trace>
  <inkml:trace contextRef="#ctx0" brushRef="#br0" timeOffset="174441">22208 6544 21742,'1'-60'1221,"1"1"0,-2 11 0,-5 6-739,-16 0 312,-4 26-699,-1 10-83,7 10 199,-6 18-197,8 7 0,0 4-17,3-6 0,-1 3-473,-2 16 1,-2 7-1,2-1 411,2 9 1,1 0 17,2-13 1,0 1-1,2 4-230,2-5 0,2 4 0,1-1 0,1-4-230,0-2 1,2-2 0,0 1 30,1 14 0,-1 3 0,2-6 144,1-2 0,0-7 276,-1 12 95,-14-33 28,-2-23 314,-21-42-73,16-18-518,7 11 0,3-3 394,7 0 1,4 0 16,4-2 1,4 2-56,2 3-1,4 2-86,3 4 0,2 2-59,2 3 0,3 2-112,2 3 0,3 2-378,5 1 0,2 2-2308,7 0 0,2 3 2465,-3 2 1,-1 3-1,15-5 1,-24 11 0</inkml:trace>
  <inkml:trace contextRef="#ctx0" brushRef="#br0" timeOffset="174824">22530 6745 20940,'-3'1'4279,"0"0"-2307,3-1-1961,22-27 23,5 0-15,-2 1 1,2-3-265,-2 2 1,0-1 258,0-4 0,-3-1-3,11-21 0,-18 21 0,-3-1 45,-2-17 8,-6 19 1,-2-1 64,-6-12 148,-5 7-149,-1 22-88,4 9-63,3 5 6,-2 13 17,-1 13 6,-3 22-9,5-15 0,2 2-176,0 7 0,1 0 106,3 5 1,2 0-77,1 2 1,2 1-71,1-1 1,0 0-152,1-5 1,1-1-298,-2-5 1,0-2-2258,5 15 2924,-5-21 0,-4-15 0,-2-10 0</inkml:trace>
  <inkml:trace contextRef="#ctx0" brushRef="#br0" timeOffset="174974">22750 6579 18936,'-4'-3'4833,"1"1"-3203,3 2-1978,13-58-984,30 38-2472,-9-13 1,5 2 3098,4 23 0,1 6 0,15-4 0,-25 3 0</inkml:trace>
  <inkml:trace contextRef="#ctx0" brushRef="#br0" timeOffset="175184">23426 6386 24240,'46'-13'-545,"0"0"1,-1 0 0,20-4 0,-10 7 0,-17 16 0,-12 0 0</inkml:trace>
  <inkml:trace contextRef="#ctx0" brushRef="#br0" timeOffset="175334">23424 6575 23030,'53'-4'-1543,"0"0"0,-15 2 1,-6-1-1,-6-1 1</inkml:trace>
  <inkml:trace contextRef="#ctx0" brushRef="#br0" timeOffset="175691">24234 6266 22811,'0'-8'3848,"0"1"-3232,0 7-375,0 0-196,-27 24-45,14-5 5,-8 13 1,1 5-12,9 14-5,-2 10-17,30-1 23,-4-33 38,33 12-10,-21-31 89,37-15-68,-31-5 79,4-9 1,-1-3-7,-5 0 113,-2 0 0,-3-1-117,-8 8-113,1-5 0,-14 17 0,-1 4 0,-2 5 0,0 24 0,-1-3 0,-2 38-110,0-32 0,-1 3-3293,-3 23 0,-2 4 3403,2-13 0,0-3 0,0-1 0,0-6 0,2-5 0</inkml:trace>
  <inkml:trace contextRef="#ctx0" brushRef="#br0" timeOffset="177434">13431 862 8080,'-6'0'7410,"0"0"-1109,6 0-5947,-55 6-169,43-5 128,-22 4-251,52-7-17,14-1 0,4-1-17,4-1-26,2 1 1,1 0-233,16-1 233,-24 2 0,0 0-9,-1 0 1,-3-1 72,8 0-5,-12 0 33,-21 3-78,-13-2-17,-19 2 16,1 0-8,-6 2 1,-1 1-9,-1 0 23,-27 6-7,21 0 18,-7 4 28,2-1 72,-1 1-16,10-3-68,6-2 230,9-3-269,11-2-5,7 1 16,17-3-22,7 0-5,31-4 33,8-3-368,-23 2 1,2 0 342,-1 0 0,-1-1 2,-1 2 1,-2 0-381,10-2 442,-12 2 28,-23 1-61,-15 1-12,-23-1-16,2 2 19,-12 1 0,-2 1-8,-1 2 11,-3 0 0,-1 1-600,-16 4 622,25-3 0,-1 0-14,3 2 1,3-1-48,-6 4 598,9 5-604,23-8 445,6 5-389,21-5-44,12-1 16,8-2 3,-2-6 0,1-2-3,7-1-111,-1-1 1,2-2 96,-11 0 0,-1 0 11,-2 1 1,-2-1 137,27-7 50,-38 7-112,-14 3 712,-13 0-729,-24 3-28,-16-1-36,11 4 0,-3 0-93,-2 1 1,1 0-594,-23 2 683,25 0 0,5-1 0,9 0 0,-5 1 0</inkml:trace>
  <inkml:trace contextRef="#ctx0" brushRef="#br0" timeOffset="179033">25029 6938 24665,'-10'41'-51,"-10"-1"1,-2-2 0,7-11-1,-4 0 1,0-1 0</inkml:trace>
  <inkml:trace contextRef="#ctx0" brushRef="#br0" timeOffset="180192">25606 6732 25797,'1'-39'176,"0"-1"1,1-22-205,-2 63 50,6 16-22,1 8 0,1 19 0,-2 5-6,-9 3 18,-8-3 10,-3-14 40,-9-4 111,-2-16 12,-1-6-95,4-9 66,6-15-16,8-9 40,0-29-85,8-4-70,4 19 0,3-2-312,3 2 1,4 1 294,4-1 1,3 2 5,3 1 0,2 2-17,1 5 0,2 3-3,-1 4 1,1 4-30,22-5-4,-6 12 6,-8 13-1,-8 10 17,-9 13 23,-10 13-17,-18 13 11,-4-21 0,-4 0-3,-5 2 0,-4 0-3,-3-1 1,-1-1 176,2-4 0,0-2-171,-14 14 19,15-16-14,14-12-5,8-6 6,7-5 22,8 1-34,14 1 248,15-1-242,14 1 0,6-1-6,3-2 12,-3-4 10,-6-5 7,-9-7-12,-12-4 28,-12-5 12,-10-1 38,-7 3 40,-4 6-51,-2 6 169,-2 3-141,0 6-67,1-1-151,2 4 79,1 11-29,2 5-72,3 15-208,3 4-431,2 3-1036,0 0-4313,2-4 6122,-1-9 0,-3-10 0,-3-10 0</inkml:trace>
  <inkml:trace contextRef="#ctx0" brushRef="#br0" timeOffset="180366">26362 6504 25175,'-35'-46'-3479,"14"19"3479,38 68 0,-7-18 0,7-1 0</inkml:trace>
  <inkml:trace contextRef="#ctx0" brushRef="#br0" timeOffset="181350">26702 6626 25376,'-53'-19'442,"0"1"1,2 2 0,5 6-320,-4 18-112,10 6-22,13 5 0,15 2-6,15 1 0,13-2 12,15-4 27,12-8 6,5-9 56,0-11 34,-6-9 111,-10-5 91,-10-1-40,-9 5-40,-6 6-122,-5 7-96,-1 5-33,-3 26 0,-1 10 8,0-2 0,-1 3-11,0 2 0,-2 2-346,-1 6 1,-1 1 269,-2 4 1,0 0-628,-3 4 1,-1-1 500,-2 0 1,-2-1 35,-2-6 1,-1-3-95,0-9 1,-1-5-742,-18 1-379,8-33-40,12-30 302,15-25 269,10 21 0,4-3 448,5-4 1,4-1 170,6-3 1,3 0 220,4 0 1,3 1 125,1 2 1,2 1 117,0 3 1,0 2 148,-2 3 0,0 1 145,-4 3 0,0 2 51,-2 2 0,-1 2-20,-3 3 0,-1 2 429,17-13-157,-11 12-275,-13 11 1090,-10 9-1470,-5 8 1223,-2 10-1196,-1 14-38,-3 17-102,-3 15-39,2-26 1,0 1-15,0 2 0,-1 0 8,2-1 1,0-1-6,-1 27 17,3-16 0,3-16 33,0-15 130,2-10-35,6-14-61,7-8 0,8-15 0,8-6 6,2-5-461,1 4 404,-9 10 29,4 5-34,-8 12-17,2 4-22,0 10-6,-3 8-5,4 10 10,2 5 12,4 3 433,4-3-410,5-5-7,3-9-4,-1-14 10,-12-6 62,11-33-11,-16-2-372,-8 7 1,0-2 315,-4 0 0,-1-1 5,-1-2 1,1 0 19,-1 1 0,0 2-56,-2 5 1,-1 1 171,2-16-158,-5 16 0,-5 15 0,-1 10 0,-3 19 664,-5 14-664,-6 23 0,6-17 0,1 3 0,0 4 0,1 2-31,2 13 0,3-2-45,1-14 0,4-1-162,4 14 0,5-2-104,2-18 1,2-3-183,3 5 1,3-1-1348,19 12-2548,0-20 4419,-1-23 0,-19-1 0,-3-9 0</inkml:trace>
  <inkml:trace contextRef="#ctx0" brushRef="#br0" timeOffset="181549">27617 6397 20599,'-8'-2'5002,"2"1"-4358,6 1 336,0 0-639,107-6-257,-67 3-36,6 0 1,11-1 0,-13 1-27,-10 0-117,25-3-364,-27 3-2521,2 1 2980,-11 3 0,-12 0 0,-8 0 0</inkml:trace>
  <inkml:trace contextRef="#ctx0" brushRef="#br0" timeOffset="202676">28442 6514 23892,'34'-18'-1907,"1"-1"1,12 1 0,1 6 1906,14 13 0,-4-1 0,-24 1 0</inkml:trace>
  <inkml:trace contextRef="#ctx0" brushRef="#br0" timeOffset="202849">28482 6706 18913,'-4'0'4598,"2"0"-4295,2 0-1334,66-33-453,-26 20 775,1-2 0,7-3 1,-7 5-1,-4 5 1,20-4-1</inkml:trace>
  <inkml:trace contextRef="#ctx0" brushRef="#br0" timeOffset="203426">29594 6287 25870,'-35'-46'263,"-5"8"-224,0 32-6,7 2 1,-1 0-17,-13-1-6,13 1 0,2 1 1,5 1-7,0-1-16,15 3-34,5 5 51,3 5 5,-4 10-11,-2 8 34,-2 5-29,0 5-5,0 3 23,2 0 10,3-3 6,2-2-16,-1-5 44,2-4 23,-1-6-68,2-6 6,1-6 34,1-4 128,1-4 79,4-3-96,4-8-89,11-8-44,9-7 10,11-2 17,2 3-44,-1 8-23,-5 7 16,-5 6-21,-8 4-12,8 15 0,-7 6 6,9 17-17,-9 2 11,-7 5 23,-8 3-23,-14-2-17,-14-6-33,-17-9-134,-15-11-303,-8-7-796,0-10-2369,11-13 2821,20-15 0,15 8 0,11-5 0</inkml:trace>
  <inkml:trace contextRef="#ctx0" brushRef="#br0" timeOffset="203659">29566 6270 22358,'39'-22'495,"1"0"1,-1-1 0,16-7 0,-5 4-65,4 4-11,-10 7-11,-16 7 254,-14 5-495,-9 1-21,-3 2-147,-2 1 30,2 3-422,3 4-2241,2 4 2633,0 0 0,-2-5 0,-4-3 0</inkml:trace>
  <inkml:trace contextRef="#ctx0" brushRef="#br0" timeOffset="214041">20100 8499 12858,'0'-3'5528,"0"0"-845,0 3-3731,-26-61-829,6 45-87,-3-15 1,-3 4 2,-17 37-16,-8 11-18,23-5 1,1 2-1,1 1 1,1 3-12,-18 24-16,11 1 16,14-3-5,15-3 6,16-7 21,11-7 57,11-11 34,5-11 16,2-16 50,0-13 35,-6-13 4,-6-8 7,-8-3-39,-7-1-24,-3 5 18,-4 9-45,-1 13-51,-4 10-55,-2 9-68,-1 2 22,0 6 57,0 6 0,0 4 22,-1 25-51,-3-5-5,1 17-22,2-10 22,9-2 22,9-4-33,11-4 22,7-7-5,5-8 22,0-9 28,-2-6 11,-5-10 23,-3-9-23,-3-11 34,-3-7 16,-6-4-27,-7 2 27,-5 3 7,-8 6 10,-3 4 12,-3 5-102,2 5 40,2-2-100,4 6-1,9-5 45,8 4-56,14 3-6,6 3 29,2 3-12,-3 4 39,-2 1-22,1 3-5,5 1 16,5 1-17,0 1-5,-6 3-34,-12 4 40,-13 4 33,-9 8-12,-10 5-4,-5 4-35,-3 0 12,2-2 22,9-4-16,10-2 21,10-6 1,10-5-22,8-9 38,4-5 23,0-9 11,-4-7-11,-4-11 23,-7-7-1,-4-7-11,-6-2 17,-7 0 6,-4-8-84,-5 16 50,-6-11-12,-2 19-4,-2-2-18,2 8 17,4 7-28,3 6-33,1 2-17,3 1 16,8 0 40,15-3-11,18-1-34,15-1 16,-27 3 1,1 0 0,30 0 11,-10 3 0,-11 6-5,-12 6 10,-7 16-16,-9-6-6,-1 18 6,-5-7-23,2 12-78,3 4-907,-2-17 0,0-1-2409,6 13 2580,7 9 0,-16-38 0,0-1 0</inkml:trace>
  <inkml:trace contextRef="#ctx0" brushRef="#br0" timeOffset="217250">19428 7756 15031,'0'-5'6172,"0"2"-4793,0 3-422,7-70-184,-6 39-474,2-13 1,-2 3 165,-6 16-123,-4 6-179,-5 7-135,-4 6-39,-8 8 27,-13 15-10,-13 17-1711,15-3 1,1 3 1701,10-10 1,1 1-4,-6 11 0,5 1-206,11 6 196,8 6 16,22-10 44,19-13 7,4-15-6,0-10 67,1-18 11,-7-10 106,6-15 45,-17 13 1,-2-1 16,7-22 3145,-4 5-3201,-11 12 230,-6 15-341,0 4-164,-4 8-27,0 11 34,-1 3 33,2 17-6,3 13-84,4 18-193,-4-21 1,2 1-843,0 2 0,3-1-1961,1-1 1,3-1 3085,13 19 0,-8-22 0,-6-17 0</inkml:trace>
  <inkml:trace contextRef="#ctx0" brushRef="#br0" timeOffset="217408">20081 7869 23203,'0'-4'2997,"0"1"-1927,0 3-1283,-22-46-2162,18 39 2375,-15-32 0,21 46 0,1-2 0</inkml:trace>
  <inkml:trace contextRef="#ctx0" brushRef="#br0" timeOffset="219200">22601 8001 13754,'3'-5'8665,"-1"1"-7901,6-23 1,1-8 238,-5 4-799,5-6 0,-1 1 715,-8 7-583,-1 16-207,0 1-106,0 9-130,-1 5 68,-2 9 78,-2 14-39,-5 17-5,-3 11-18,-2 6-244,1-2 300,5-7-33,5-7 11,3-12 1,2-13 111,4-8 22,6-15-61,13-9-39,0-4 16,2-3 1,2-3 34,8-11-46,-10 11 0,0-1-292,6-10 303,-11 13 332,-7 8-410,-10 10-11,0 6 17,-3 4 0,0 21 5,0 0 365,-2 17-438,0-5-369,-3 1-957,2-2-1704,4-4 3109,11-3 0,-6-15 0,7-5 0</inkml:trace>
  <inkml:trace contextRef="#ctx0" brushRef="#br0" timeOffset="219491">23409 7954 16913,'3'-4'5781,"0"1"-3631,-3 3-1976,20-19 22,-28 25-73,4-8-55,-38 33-1,-7 5 17,1 0-17,8-3-22,12-6-34,12-8 0,8 2 12,11-8 10,11 4-83,18-7-219,17-3-487,12-4-126,-27-2 0,0-2-2009,1 0 0,-1-1 2891,24-1 0,-22-1 0,-17 2 0</inkml:trace>
  <inkml:trace contextRef="#ctx0" brushRef="#br0" timeOffset="220101">24414 7897 26183,'-26'-46'196,"-2"10"-185,2 35-5,-13 3-12,-12 4 6,-1 4-11,8 2 11,13-2 0,13-1-11,8-1 28,3 0-28,2 1 16,-1 4 12,2 3-17,0 3 17,2 3-6,-1 3 17,-1 1 0,-2 3-6,-4-2-16,2-5 67,-7 5-23,5-11 12,-3 3 106,7-11 218,2-4 454,3-3-722,2-9-101,3-2 5,5-9-44,10-2 22,10 0 28,10 1-45,8 5 34,2 5-34,1 6-34,-4 6 29,-1 9-12,-8 9 6,-6 8 17,-12 4 6,-12 3 10,-14 1-44,-14-3-185,-16-2-398,-12-6-845,-8-7-2477,0-8 3944,9-7 0,20-3 0,14-2 0</inkml:trace>
  <inkml:trace contextRef="#ctx0" brushRef="#br0" timeOffset="220317">24461 7834 20420,'8'-9'3539,"-2"1"-2575,-6 8 319,0 0-1138,65-34-72,-37 22-180,17-8 1,0 2-807,-19 13-2605,7 1 3518,-12 4 0,-10 0 0,0 0 0</inkml:trace>
  <inkml:trace contextRef="#ctx0" brushRef="#br0" timeOffset="220874">24891 8145 23310,'-1'-8'2694,"1"3"-2296,0 5-264,12-60-89,-7 45-45,14-37 17,-3 68 5,8 13 17,4 8-28,-1 3 12,-3-6 66,-2-7 102,-1-11 89,8-9-90,16-15-159,-10 0 0,4-4-417,10-4 0,4-2 402,-13 4 1,1-1 0,1 0-530,1 0 0,1-1 1,-1 0 527,-1 0 0,0 0 0,-1 0 1,15-5 1,-3 0-415,-8 3 1,-2 1 383,-8 3 0,-2 2-187,16-4-1042,-14 11-4503,-12 16 5746,-10 4 0,-6 0 0,-6-4 0</inkml:trace>
  <inkml:trace contextRef="#ctx0" brushRef="#br0" timeOffset="221634">22075 8748 17372,'-3'-3'4812,"2"2"-4476,1 1-616,47-27-762,6 22-945,-5-6 1,4 3-1484,-7 11 1,-2 6 2932,-5-1 1,-4 0-1,8 4 1,-22-5 0</inkml:trace>
  <inkml:trace contextRef="#ctx0" brushRef="#br0" timeOffset="221774">22168 8960 22834,'32'3'-1573,"0"0"0,29 1 0,-2-10 0,-23 3 0</inkml:trace>
  <inkml:trace contextRef="#ctx0" brushRef="#br0" timeOffset="222367">23644 8815 26071,'-12'-44'84,"-1"0"0,0 4 0,-7 9-70,-11 23 0,-4 8-551,-1-1 1,0 2 524,-11 2 1,2 1 11,-15 4-11,7 5 350,30-4-378,2 2 207,11 4-168,5-4-33,0 8 38,4 0 584,-1 8-556,-1 6 23,0 8 34,-5 5 44,-1 8-16,-3 6-62,7-28 0,0 1-9,1 0 1,0 1-31,2 7 0,2 1-1,2-7 1,3-1-169,4 6 0,4-4 169,14 8-34,-2-21 0,4-3-202,2-7 1,3-3-1698,22 0 1,4-4-3001,-8-6 1,0-3 2948,-3 0 1,-4-2 0,1-6 0,-34 8 0</inkml:trace>
  <inkml:trace contextRef="#ctx0" brushRef="#br0" timeOffset="224201">28115 3761 21797,'-22'-25'-2262,"8"6"2262,25 25 0,-5-5 0,4 5 0</inkml:trace>
  <inkml:trace contextRef="#ctx0" brushRef="#br0" timeOffset="226757">28072 3850 7458,'3'-9'5831,"-1"2"-4459,-2 7 5602,0 0-5736,37-36-952,-28 26 55,29-26-218,-38 35-151,0 1 56,0 9-22,1 3 33,1 13 23,4 3-23,1 4 11,1 2 23,3 2 17,3-2 33,9-1 62,12-3-23,20-3-383,-20-15 0,5-2 285,22-1 0,1-3-559,-17-1 1,1-2 488,0-1 1,3-1-1,-3-1 3,2-2 1,-2-1 38,11-1 0,-1-1 20,-8-2 0,-2-1 28,-8-2 0,-4 0 17,10-6 214,-8-7-136,-24 10 0,1-3 403,-11 8-537,-3 5 1040,1 1-1326,-1 2 247,0 6 10,0 1-44,0 7 34,-2 0 16,-4 1 1,-7 3 10,-7 0 7,-10 2-7,-21 2-27,10-8-515,5-4 0,0-3 548,-8-2-8,-5-1 0,-4-2-392,7-3 1,-1-1 388,-5-1 0,1-1-14,12 0 0,5-2 36,-10-10-11,19-2-11,-4-4 6,1-7-23,9 6 961,3 3-956,7 6 836,5 6-819,1 0-27,1 3-28,2 3-1082,0 0-1338,9 4 2442,14 3 0,-9-2 0,6 1 0</inkml:trace>
  <inkml:trace contextRef="#ctx0" brushRef="#br0" timeOffset="229874">29536 2347 14779,'0'-6'4683,"0"2"-796,0 4-3797,-12-46-68,10 35-5,-10-35 5,12 46 2101,0 0-1865,-3 0-124,2-1-16,-3-1-29,3-1-61,0-1-61,1 2-23,10 1 73,0 0-34,26 1 0,13 0 6,-13 1 0,3-1-433,7 0 1,3 0 449,4 0 0,2 0-6,3-2 0,1-1 5,2 0 1,0-1-495,-3-2 0,-1 1 491,-4-1 1,-1 0 3,-6 1 0,0 0-9,2-1 0,-2 1 3,14-1-300,-22 2 1,-1 0 311,8 2-18,9-3 6,-5 2 11,0-2-5,-19 1 718,3 0-707,-21 3 1001,0 0-1007,-8 1 771,-2 0-793,-2 0 33,1 2-5,0 3 6,2 6 10,0 0-22,-1 2 1,0 4 27,-1 0 0,-1 8-22,0 11-12,-1-9-16,-1 10 6,1-12 16,0 4 17,1-3-6,-2-1 40,0-9-23,-1-4 129,1-8 274,1-3-380,-1-8-45,2-9 5,-1-8 23,1 1-11,0-3-23,0 3 0,-11-16-11,2 13-11,-33-20-17,15 28 28,-2 0 0,-2 0 5,-16-1-11,11 5 1,-3 1 2,5 3 1,-1 2-961,-8-1 1,0 2 962,-19 1-12,17 3 1,-2 1-216,4 1 0,-2 1 221,0 1 1,-2 1-1,0 0-8,-9 1 0,0 1-873,-4 3 0,5 0 904,-4 4 0,6 5-11,12 3-29,0 2 1436,-1 7-1418,12-4 405,2 0-400,9-6 2295,2 1-2312,6-6 6,2-2 11,4-3 22,4-6 275,1-1-269,-2-6-28,0 0 39,-4-12-28,0-8-22,1 2 11,0-16-5,11-2 5,-1 7-17,8-11 22,-1 24-10,-2 5-34,-3 7 27,-6 9 1,-2 7-6,-1 2 1,-4 18 4,-8 19 29,-3 5-124,5-20 0,0 1 90,-7 20 45,4-15-28,0 1 17,3-12 0,3-7 106,0-3 56,8-14-95,-1-3 11,2-21-72,1-6 10,5-25 29,6-5-702,-1 25 0,1 1 646,9-20-6,8 0-56,-5 22 17,-4 6-6,-6 10 6,-9 18 28,-2 11 1420,0 15-2573,0 16 1164,-1-13 0,0-2 0,-1 6 0,3-1 0</inkml:trace>
  <inkml:trace contextRef="#ctx0" brushRef="#br0" timeOffset="231975">24571 9431 20907,'7'-42'1025,"1"0"0,-1 0 0,3-13 0,-2 9-723,-5 21-10,0 13-287,-2 14 63,3 15-1,4 17-39,0 5-3,-1 0 0,-2 4-3,-3-10 1,0 0-20,0 6 0,-1 1 13,-6 4 1,-2-3-1125,-7 6 1142,-4 8 229,-4-23 146,12-22 89,-3 1-173,9-14-236,2-10-49,0-11 4,1-11-16,0-9 6,5-3-40,3 2 1143,7 6-1109,6 12-12,11 8-27,15 11 0,10 11-155,-25 3 0,0 3 155,-1 3 0,-2 4-23,21 23 6,-18-6-201,-9 18 38,-30-19-94,-20 12 78,-12-20-356,-8-9 0,-3-3-143,-6-4-859,16-4 1,-6-1-1,5-3 1565,4-7 0,3 0 0,-1 3 0,3 0 0,-3-10 0</inkml:trace>
  <inkml:trace contextRef="#ctx0" brushRef="#br0" timeOffset="232182">24396 8900 23321,'2'33'-1857,"0"-1"1,5 22 0,0-33 0,0-9 0</inkml:trace>
  <inkml:trace contextRef="#ctx0" brushRef="#br0" timeOffset="232358">25113 9007 25376,'24'47'-306,"-5"10"1,-11-25 0,-5 0 0</inkml:trace>
  <inkml:trace contextRef="#ctx0" brushRef="#br0" timeOffset="232592">25841 9690 20543,'0'0'0</inkml:trace>
  <inkml:trace contextRef="#ctx0" brushRef="#br0" timeOffset="233425">26453 9421 14230,'8'-4'7382,"-2"1"-6020,-6 3-438,67-73-207,-41 35-555,12-6 0,-2-1 679,-20-1-567,-10 24 488,1-13-493,-11 24-202,-8 1-28,-14 12 34,-18 12-82,15-2 1,-1 3-168,-3 3 1,0 4 197,2 1 1,2 2-35,4 1 1,4 1-6,-7 25-17,15-3-11,19-6 40,16-7-1,19-9 34,10-13 6,6-12 5,-5-16 90,-6-14 16,-9-14 6,-7-9-945,-7-3 872,-9 11 558,-1-6-468,-8 28-128,0-2-80,-5 18-32,-3 12 83,-3 12 987,-3 18-1183,-1 16-67,4-22 0,0 2-553,1 2 0,0 1-534,1 0 0,0 0 1339,0 2 0,0-2 0,1 4 0,1-8 0</inkml:trace>
  <inkml:trace contextRef="#ctx0" brushRef="#br0" timeOffset="233758">25817 9782 15872,'4'-10'4403,"-1"1"-1346,-3 9-1388,0 0-971,-8-37-687,4 33 384,-15-7-428,10 33-665,-5 8 1,-2 3 697,-8 14 0,3-6 0,6-13 0</inkml:trace>
  <inkml:trace contextRef="#ctx0" brushRef="#br0" timeOffset="234075">26204 8793 20627,'0'-3'4144,"0"0"-3169,0 3-1025,-14-7-275,4 23-868,-9 1-4879,13 26 6072,9-5 0,0-14 0,3-11 0</inkml:trace>
  <inkml:trace contextRef="#ctx0" brushRef="#br0" timeOffset="234259">27026 8880 23623,'0'-3'2543,"0"1"-3501,0 2-6390,-31 46 7348,20-20 0,-21 24 0,28-35 0</inkml:trace>
  <inkml:trace contextRef="#ctx0" brushRef="#br0" timeOffset="234692">27771 9572 23086,'2'-6'2784,"-1"2"-1597,-1 4-1210,21-32-33,-22 42-112,14-26-1563,-37 64 1731,-12 2 0,13-15 0,-4-3 0</inkml:trace>
  <inkml:trace contextRef="#ctx0" brushRef="#br0" timeOffset="235541">28490 9220 24301,'31'-55'1496,"-6"12"-1379,-29 44-77,-10 7 21,-17 11-5,-19 13-48,20-11 1,0 1-364,0 2 1,2 1 337,5-1 0,4 1 6,-2 19-251,40 1 222,4-18-83,9-11 0,4-3-157,8-4-1325,5-3 1,4-2 1604,-16-2 0,-1-1 0,0 0 0,-3 0 0,6-2 0</inkml:trace>
  <inkml:trace contextRef="#ctx0" brushRef="#br0" timeOffset="235783">28065 8753 24083,'21'51'-2056,"4"6"-5556,-1-20 6197,5 2 0,-10-14 0,-6-12 0</inkml:trace>
  <inkml:trace contextRef="#ctx0" brushRef="#br0" timeOffset="235959">28996 8787 21371,'0'-3'3759,"0"0"-3546,0 3-930,-14 22-2823,10 11 3540,-11 16 0,15-16 0,0-13 0</inkml:trace>
  <inkml:trace contextRef="#ctx0" brushRef="#br0" timeOffset="236442">29552 9555 25618,'17'-31'145,"0"1"1,10-19-101,-28 49 61,-8 9-44,-7 4-46,-19 19-55,10-9-941,-16 23-583,26-25 1563,-10 22 0,19-31 0,-1 5 0</inkml:trace>
  <inkml:trace contextRef="#ctx0" brushRef="#br0" timeOffset="237132">30358 9321 19204,'1'-4'4576,"1"0"-3629,-2 4-365,-11-62-234,-11 39-236,4-13 0,-4 3 67,-32 24-123,6 5 0,12 10 0,0 4-17,-11 14-42,14-4 1,1 4 16,8-1 0,4 3-1030,-15 26 1000,15-10-7,16 14 23,11-28-33,12-2 1,5-2 37,19-9 6,-11-5 1,2-5 72,21-17 44,-5-16 18,-7-16-282,-24 16 1,-2-2 205,-1-5 0,-1-1-17,-2-4 0,0-2 3,0-3 0,0 0 11,-1 0 0,1 2 31,-1 3 0,0 3 149,8-20-34,-7 22-113,-6 19 846,-5 9-996,-2 10 102,0 12-41,-1 18 12,-3 24-15,2-20 1,-1 2-208,-1 6 1,-2 1-144,0 1 1,-1 0-494,-1-1 1,-2-1-2006,0-2 1,0-2 2376,1-8 1,0-3 0,-3 6 0,6-19 0</inkml:trace>
  <inkml:trace contextRef="#ctx0" brushRef="#br0" timeOffset="237349">29876 8714 25410,'-15'21'-5987,"12"9"5987,25 20 0,-5-18 0,-6-14 0</inkml:trace>
  <inkml:trace contextRef="#ctx0" brushRef="#br0" timeOffset="237542">30804 8748 24228,'0'-3'2403,"0"0"-2778,0 3-1558,-10 58-3057,3-28 4139,-2 11 1,0-1 0,3-20 0,0 0 0</inkml:trace>
  <inkml:trace contextRef="#ctx0" brushRef="#br0" timeOffset="238683">31814 9109 18621,'2'-9'3983,"-1"2"-3303,3-28 1,1-9 787,-4-6-1113,3 0 1,-3 1-98,-5 13 61,-4 19-235,1 13-107,-4 6 12,-10 15 39,-13 19-258,12-8 0,0 3 219,-4 8 0,2 5-590,-1 6 0,2 3 464,8-13 1,0 2 0,1 1-594,0 4 1,1 2 0,2 0 305,0 1 0,2 2 0,1 0-318,1 7 1,2 2 0,1-4-48,1 0 0,1-2 489,4 8 1,-3-8-830,-8-13-4383,-31-8 2980,-9-33 2731,13-10 1,2-5 259,-10-19 289,22 6 0,4-2 1515,-2-23-1220,11 14 1,3 0-137,3-13-575,10 13 0,4 3 32,5 5-217,2 1 1,3 0 81,18-9-187,-13 15 0,5-1-42,14-3 0,3 2-112,-2 4 0,0 2-73,1 1 1,2 1-1432,3 2 0,-1 3 1363,-15 3 0,-3 2 1,12-3-1,-30 7 1</inkml:trace>
  <inkml:trace contextRef="#ctx0" brushRef="#br0" timeOffset="238992">30915 9535 25713,'-23'25'-6833,"8"-11"6833,-12 12 0,-1 1 0,9-10 0,0-1 0</inkml:trace>
  <inkml:trace contextRef="#ctx0" brushRef="#br0" timeOffset="239315">31437 8519 22105,'-32'43'-2755,"5"10"1340,28-23 0,-3-3 0,6-8 0</inkml:trace>
  <inkml:trace contextRef="#ctx0" brushRef="#br0" timeOffset="239549">32052 8741 20285,'-3'-6'3820,"1"1"-3333,2 5 376,-5-59-605,7 40-197,-4-42-89,5 58 0,0 10 0,-1 11-431,1 14-2263,0 11 2722,0-2 0,-2-15 0,0-11 0</inkml:trace>
  <inkml:trace contextRef="#ctx0" brushRef="#br0" timeOffset="239882">32256 9300 25175,'14'-17'-964,"-8"13"-2016,-18 31 2980,-11 10 0,11-16 0,-3 0 0</inkml:trace>
  <inkml:trace contextRef="#ctx0" brushRef="#br0" timeOffset="240375">32646 9065 24951,'-6'-3'168,"-7"16"-185,4 8 22,-3 11-10,8-15 61,10 6 11,4-12 23,9 2 39,4-12-28,6-9 28,2-7 67,-4-9-101,-9 2-11,-6-2 235,-11-18-201,-2 19 240,-11-26-168,3 34-72,-4-2-118,4 12 11,-1 8 28,-5 6-50,0 3 6,-9 13-18,4 3-10,-4 23-51,8-2-12,5 0-312,8-1-1519,19 3-3972,4 2 5899,10-1 0,-12-28 0,-7-12 0</inkml:trace>
  <inkml:trace contextRef="#ctx0" brushRef="#br0" timeOffset="240699">32513 8748 19316,'-2'-5'4307,"1"2"-4127,1 3-640,-19-7-2346,12 26 2806,-13-7 0,18 7 0,1-12 0</inkml:trace>
  <inkml:trace contextRef="#ctx0" brushRef="#br0" timeOffset="240892">32919 8819 20772,'1'-5'3400,"0"1"-4363,-1 4-6240,19 9 7203,-13 9 0,13-5 0,-17 3 0</inkml:trace>
  <inkml:trace contextRef="#ctx0" brushRef="#br0" timeOffset="241133">33046 9447 24525,'7'44'-6632,"-5"3"6632,-14-25 0,4-3 0,3-10 0</inkml:trace>
  <inkml:trace contextRef="#ctx0" brushRef="#br0" timeOffset="241632">33497 9195 23063,'14'-49'722,"0"-1"1,-3 5 0,-7 10-634,-11 24 24,-19 5 4,-4 8-33,-27 13-33,6 7-804,22-6 1,2 1 758,-4 9 359,8 6-371,16-7 23,13 9-56,10-8 61,16-4 6,-5-14 78,9-7 146,-8-9 420,9-11-437,-15 2 1342,-2-9-1258,-15 12-22,-1 1-263,-2 7-118,-2 34 106,-5 11-11,-2 18-175,-1-18 0,-2 2 175,-7 10 1,-3 2-1491,0 3 0,-1 0 1448,-1-1 1,1 1-66,-2 5 1,4-4-1,2-3 18,5-9 0,-1-5-505,-6-13-402,-1-11-1349,-6-26 2334,3-27 0,10 14 0,3-5 0</inkml:trace>
  <inkml:trace contextRef="#ctx0" brushRef="#br0" timeOffset="241875">33112 8884 24279,'10'48'-810,"1"0"1,-4-26-1,0-3 1</inkml:trace>
  <inkml:trace contextRef="#ctx0" brushRef="#br0" timeOffset="242082">33515 8842 21506,'-1'-11'2577,"0"2"-2040,1 9-447,0 0-801,37 16-3367,-34 12 4078,27 9 0,-39-9 0,4-12 0</inkml:trace>
  <inkml:trace contextRef="#ctx0" brushRef="#br0" timeOffset="242599">33501 8637 23735,'52'-28'538,"7"12"-432,-34 24-61,9 8-11,-14 2 5,-3 6 0,-2 3-5,-3 5-6,-1 2-11,-1 5 5,-1 3 17,0 6 6,-2 2 0,0 4-225,-3 2 286,-1 1-5,-3 1 45,-8 4-85,2-29 1,-3-1-252,-3 2 1,-2-1 223,-2 2 0,-1-1-26,-2 1 0,1-2 6,0 1 0,1-2-8,2-2 0,1 0-102,-7 21-380,9-9-1943,5-7 2419,2-10 0,1-11 0,1-7 0</inkml:trace>
  <inkml:trace contextRef="#ctx0" brushRef="#br0" timeOffset="260840">18077 10467 18632,'0'-4'4454,"0"0"-3250,0 4-891,-75-51-150,42 39-947,-14-14 0,3 6 800,21 25 521,0 11-526,5 15 257,2 5-290,4 12 22,10-15-28,13 18 17,5-14 5,4 7-22,16 6 17,-9-18 858,11 14-847,-13-17 56,-10-6 62,-13-6-40,-21-5-16,-22-5-43,11-4 1,-3-1-43,-5 0 1,0-2-28,-25 1-244,22-3 0,3-2-2053,0-5 2347,-4-13 0,31 11 0,9-4 0</inkml:trace>
  <inkml:trace contextRef="#ctx0" brushRef="#br0" timeOffset="261073">18470 10291 22918,'0'-3'3265,"0"0"-2727,0 3-499,-18 32-50,14-7-6,-6 9 0,2 3-2427,12 26 2343,-1-2-322,0-14 0,0 0-1069,-2 15 811,-1-25 1,-1-1 680,-3-2 0,-1-5 0,1-9 0,-3 8 0</inkml:trace>
  <inkml:trace contextRef="#ctx0" brushRef="#br0" timeOffset="261991">18449 10721 23259,'-47'-36'889,"-1"0"0,7 4 0,7 6-654,15 15-431,11 6 0,15 2 185,20 2-12,29 1-2,-16 0 0,2 0-585,7 0 0,-1 0 506,-1-1 0,-1 0 56,-6-1 1,-2-1 30,19-5 95,-19-2 142,-16 1 76,-13 1-72,-10 2-89,-8 2 1017,-7 1-1096,-7 5-44,-5 8-12,1 6-28,4 5 0,11 0 11,13 0 34,15-1 11,3-5-28,30-2 61,-10-9 12,15-6-23,-14-11 85,-10-10 44,-9-7 39,-9-5 46,-10 0 21,-10-2-33,-7 5-129,-6 6-61,-2 9-40,-1 9-38,-1 12-12,-1 11-12,1 14 24,4 13-7,5 9-44,8 6-129,14 4-76,1-31 1,5 0-514,5 1 0,4-3 23,4-1 0,3-3-70,4-2 1,1-4-18,2-4 0,1-5 345,0-5 0,-1-5 512,-2-4 1,-1-5 713,21-19 415,-14-12 197,-14-4-41,-11-1-200,-9 4-225,-4 8-246,-2 11-292,-1 10 154,-1 7-563,2 8 51,-1 12 56,-1 16 0,1 21-28,1-18 0,1 2-342,-1 5 0,2 1 336,-2 3 0,0-1-2,0-2 0,0-1-71,-1-5 1,-1-3 89,-4 13 29,1-20-7,-2-20 1,-2-29-34,4 1 5,-4-34-10,7 2 4,1 17 1,1-3 0,1-2 0,1-2 20,2-10 0,1 2-15,-1 16 1,1 1 8,5-16 0,1 4 126,2 12-163,14-21-16,1 32-6,13 0 12,8 10 5,2 10 5,-1 13 12,-7 11-11,-9 12 16,-13 9 668,-22 7-667,-22 0 7,2-23 1,-4-2-147,-4-3 0,-2-2 60,0-2 0,0-2-1321,-26 5-3161,25-10 4566,14-8 0,18-2 0,3-2 0</inkml:trace>
  <inkml:trace contextRef="#ctx0" brushRef="#br0" timeOffset="262183">19747 10604 22940,'49'-12'0,"0"0"0,-10 3 0,-1-1 0</inkml:trace>
  <inkml:trace contextRef="#ctx0" brushRef="#br0" timeOffset="262650">20240 10362 25763,'26'-38'9,"-1"0"1,-2 2-1,3 11-14,23 32-7,-16 0 1,15 21 6,-30-10-35,13 23-16,-22 4 101,-12 0 50,-16 4 29,-17-19-46,4-11 157,-10-4 124,12-8 49,-3-2 102,6-7-314,13-2-151,5 0-28,9-1-17,4 3-12,16 0 12,-1 0-16,42 12 4,-27-1 12,1 3 0,2 4-11,-7 3 0,-1 1-14,-1 1 0,-1 1-37,-1 4 0,-6 2-212,-9 16-185,-33-1 95,-9-9-659,-16-11 1,-8-2-1402,9-8 1,-3-2-854,3 0 0,-4 0 0,3-2 1826,0-2 0,5-1 1,-18-1-1,44-4 0</inkml:trace>
  <inkml:trace contextRef="#ctx0" brushRef="#br0" timeOffset="262974">17624 11662 24413,'61'-11'91,"-1"1"1,1-1 0,-1 0 0,1 1 0,-7 1 0,0 1 0,1-1 0,0 1 0,0 1 0,1 1-901,-1 1 0,1 0 1,-1 2-1,1 0 1,1 0-1,1 0 816,-3 0 0,0 0 0,2 0 1,0 1-1,0-1 0,1 1 0,0 0-140,3 0 0,1 0 0,1 1 0,0-1 1,0 1-1,1 0 0,0 0 135,-6 0 1,0 0 0,1 1 0,0-1 0,0 1 0,0 0 0,-1 0 0,1 0-54,0 0 1,0 1 0,0 0 0,0-1 0,0 1 0,0 0 0,-1 0 0,0 0 32,5 1 0,0-1 1,0 1-1,0-1 1,-1 1-1,-2-1 1,0 1-302,2 0 1,0 0 0,-1 1 0,-2-1 0,-1 0 0,-2 1-1260,-1-1 1,-1 0 0,-2 1 0,-2-1 0,-4 0 1625,10 1 0,-5-1 0,-6 1 0,-7-1 0,-8 0 0,-9 0 0</inkml:trace>
  <inkml:trace contextRef="#ctx0" brushRef="#br0" timeOffset="264591">22759 11126 22638,'13'-51'1004,"-1"0"1,-2 10-1,-1 6-438,0 5-376,-6 21-330,-2 9 118,-2 9 83,-6 42-77,1-14-147,-1 4 1,-1 4-1549,1 1 0,1-1-3205,1-2 1,1 0 3848,0-2 1,0-5 0,4-4 0,0-24 0</inkml:trace>
  <inkml:trace contextRef="#ctx0" brushRef="#br0" timeOffset="264957">23122 10815 20440,'-20'-54'1109,"0"0"0,1 2 0,0 11-628,5 25-256,-2 3-265,5 17 95,2 13-38,4 16-6,1 11 17,7 6-39,6 3-6,7-4 28,4-7-16,-3-16 278,2-6 108,-10-19 16,5-10-28,-5-14 7,-3-9-46,-1-6-117,-8 0-79,-2 1-39,-5 4-55,-1 7-18,1 8-95,1 7-84,5 6-895,2 10-1525,11 12-985,2 4 2714,16 12 0,-20-25 0,0-1 0</inkml:trace>
  <inkml:trace contextRef="#ctx0" brushRef="#br0" timeOffset="265150">23406 11126 19160,'-3'0'4385,"0"0"-4290,3 0-1921,95-19-3635,-34 15 2389,-18 0 1,4 0 0,-5 3 2617,15 11 0,-26 1 0,-19-4 0</inkml:trace>
  <inkml:trace contextRef="#ctx0" brushRef="#br0" timeOffset="265283">23495 11383 20229,'-8'3'4111,"1"0"-3394,7-3 359,0 0-2712,67 8 1636,-31-10 0,1 0 0,4 6 0,-1-1 0,17-9 0</inkml:trace>
  <inkml:trace contextRef="#ctx0" brushRef="#br0" timeOffset="277933">24854 11147 18735,'-6'-50'970,"0"0"1,1 7 0,-4 7 857,-13 12-1744,-6 17-39,-10 21-6,-8 22-401,18-7 1,0 4 361,-2 8 0,1 4-3,1 3 1,1 3-12,5 0 0,3 1-6,4-4 0,5 0 309,7-6 0,6-1-292,9-1 1,6-4 30,24 10 658,5-14-563,6-26 23,-12-21 61,6-12 56,-11-17 34,-14-5 17,-13-1-74,-17 6-161,-4 14 1156,-20 5-1185,-20 13-61,17 10 0,0 2-12,-25 3-30,28 5 0,3 4-362,3 11-876,3 12-7228,23 3 8519,16-3 0,-1-13 0,0-11 0</inkml:trace>
  <inkml:trace contextRef="#ctx0" brushRef="#br0" timeOffset="278166">25327 11227 22604,'-2'-4'3831,"1"1"-3271,1 3-1601,-3-32-735,3 28 124,-3-22 1652,4 52 0,-1-15 0,1 10 0</inkml:trace>
  <inkml:trace contextRef="#ctx0" brushRef="#br0" timeOffset="278340">25344 11784 25707,'-27'51'-1967,"0"-1"1,0 1 0,-1-6 0,-1-1 0,1-4 89,-6 2 0,2-6 0,-15 6 0,33-31 1</inkml:trace>
  <inkml:trace contextRef="#ctx0" brushRef="#br0" timeOffset="279873">26944 11276 21405,'10'-44'1213,"0"-1"1,0 6 0,-6 7-743,-11 19-309,-10 6-83,-14 15-29,-18 14-28,17-1 1,-2 4-357,-4 6 1,-1 3 324,-2 5 1,2 2-1204,2 2 1,2 0 1211,10-8 0,3-1-23,1 5 1,7 1-161,12-5 1,6 0 162,4-1 1,6-2-9,11 2 0,7-5 0,5-9 0,2-6 28,-6-4 0,1-2-14,11-2 1,-2-5 125,2-11 90,8-12 555,-32-13-443,-11-5 2471,-15-2-2572,-13 5-140,-18 7-40,-17 12-19,20 12 0,0 4 6,-2 3 0,1 3-12,2 2 0,2 3-13,-21 18-79,15 7-269,14 5-593,16 2-1648,24-1 2594,32-1 0,-19-18 0,9-6 0</inkml:trace>
  <inkml:trace contextRef="#ctx0" brushRef="#br0" timeOffset="280150">27620 11298 22655,'0'-5'3405,"0"1"-2890,0 4-487,-69 31-11,20 5-673,-4-4 1,-1 2 663,20-4 1,4-1-7,4-2 1,2-2 302,-9 18-322,16-10-27,14-7-1,14-6 22,14-5-128,20-6-269,16-4 16,-26-5 1,2-2-1003,2 0 1,2 0 1405,5-3 0,-3 0 0,7 0 0,-6-1 0</inkml:trace>
  <inkml:trace contextRef="#ctx0" brushRef="#br0" timeOffset="280474">28263 11300 21629,'-6'-5'3865,"1"2"-3064,5 3-420,0 0-219,-23-62-89,30 36-56,-10-11 0,4 2 16,38 19-5,3 6 6,-3 7-28,-6 10-1,-6 11-5,-4 15-5,-1 14-1,-12-18 0,-1 2-372,1 4 1,-2 1 298,0 2 1,-1 0-104,0 1 0,1-1-140,-1 0 0,-1-2-256,1-1 1,-2-1-1327,1 26-3389,-10-8 5293,-3-14 0,-1-16 0,3-12 0</inkml:trace>
  <inkml:trace contextRef="#ctx0" brushRef="#br0" timeOffset="280633">28244 11557 25864,'-10'-42'-245,"-1"-1"0,6 4 1,11 8-4672,30 18 1,7 9 3130,11-5 0,-19 5 0,-6 1 0,-16 1 0</inkml:trace>
  <inkml:trace contextRef="#ctx0" brushRef="#br0" timeOffset="281007">28982 11293 27477,'-30'27'56,"8"-3"-45,10 28-22,11-20 16,13 0 35,10-14 55,15-2 34,11-13-23,11-15-61,-8-3 33,-7-6 1,2-4-516,-12 5 1,1 0 483,15-10 1,1-1-6,-10 4 0,-1 1 2,6-2 1,-2 2-34,-15 8 1,0 1-12,8-2 0,-3 2-17,5 4-11,4 2-437,-5 14-666,-18 15-151,-8 6 515,-36 30 1,14-33-1,-14 12 1</inkml:trace>
  <inkml:trace contextRef="#ctx0" brushRef="#br0" timeOffset="283307">21773 13546 23947,'17'-59'571,"1"-1"1,-1 4-1,-2 3-380,2-7-118,-1 10-6,-2 7 0,0-1-31,-3 12 1,-1 0-204,5-14 1,-1 1 300,3-15 376,-8 17-415,-6 21 273,-5 10-240,-2 9 21,-2 0-194,-3 8 45,-6 15 11,0 4-11,0 1 0,-1 5-11,-1 11 0,1 2-216,1 2 1,1 2 133,-1 9 1,4 1-1114,6-10 1,3-3 1085,1-9 0,3-1-267,2 4 1,3-1-882,6-6 0,2-1-586,0-2 1,3-2 1853,9-1 0,0-6 0,-2-3 0,3-11 0</inkml:trace>
  <inkml:trace contextRef="#ctx0" brushRef="#br0" timeOffset="283667">22315 13328 24066,'-1'-40'1492,"-1"0"1,0-23-1414,-2 60-208,3 3 123,1 13 12,3-3-12,12 21 6,5-11-5,12 7-7,-2-13 12,0-6 56,-2-14 12,-2-8 4,-4-12 40,-4-8-5,-6-4 10,-6 0 57,-4 6 33,-4 7-33,-3 11-113,-5 6-27,-9 10 16,-14 13-50,-15 16 6,18-7 0,0 2-392,-2 7 1,3 2 301,0 3 0,4 2-87,4 3 1,4 0-110,5 0 0,5 0-207,7-2 0,7-1-777,5-3 1,6-2-2120,8-3 0,5-3 3383,-1-6 0,0-3 0,12 4 0,-17-14 0</inkml:trace>
  <inkml:trace contextRef="#ctx0" brushRef="#br0" timeOffset="283967">23058 13270 27706,'-55'11'33,"0"0"1,1 8 0,7 10-36,22 4 0,5 8 1,1 1-1141,-3 4 1,0 1 0,1 2 984,0 3 1,0 2-1,0 1-211,1 0 0,0 1 1,0-1-205,0-1 1,1 0 0,0-2 33,1-5 0,1-2 1,-1-1 322,-5 12 1,-1-5 223,4-13 0,-1-5 920,-15 4-588,4-33-167,9-17 181,12-20 1,5-8-110,8 3 1,3-3-56,0 0 0,2-3 0,2 0-163,4 4 0,2 0 0,2 0-53,3 0 1,1-1 0,2 2-367,0 1 1,2 1-1,1 1-2163,1 1 0,1 1 0,-1 2 2554,11-9 0,-3 5 0,-11 11 0,-3 5 0,4-3 0</inkml:trace>
  <inkml:trace contextRef="#ctx0" brushRef="#br0" timeOffset="284150">23070 13440 24985,'44'-23'-176,"1"-1"0,0 1 0,8-1 0,1 1 0,-5 7-1670,-13 9 1,-1 4 1072,11-3 1,-3 0 0,-4 3 0,-19 2-1</inkml:trace>
  <inkml:trace contextRef="#ctx0" brushRef="#br0" timeOffset="284333">23484 13455 25858,'62'-5'-562,"0"1"0,2-2 0,-6 1 0,-1-2 0,-9 0 1</inkml:trace>
  <inkml:trace contextRef="#ctx0" brushRef="#br0" timeOffset="284774">23338 13707 26379,'37'-8'-2256,"0"1"1,3 0 0,0 0 2255,-6 1 0,-3 1 0,13-1 0,-19 1 0</inkml:trace>
  <inkml:trace contextRef="#ctx0" brushRef="#br0" timeOffset="285324">22833 13615 24592,'-5'0'599,"3"0"-481,30 1-79,2 0 12,6-1-17,-2 0 27,-15 0 7,-7 0 16,-10 0 638,-2 0-851,-3 0-134,-5 1-11,-14 1-97,-27 4 153,0-1 100,-2-1-626,18-2-3160,25-3 3904,8-2 0,3 2 0,4-1 0</inkml:trace>
  <inkml:trace contextRef="#ctx0" brushRef="#br0" timeOffset="285974">24862 13224 25197,'-2'-40'485,"0"1"1,-6 2 0,-6 12-324,-31 37-92,14-2 0,-1 2-247,-3 7 1,0 4 212,-10 16 1,2 3-288,14-13 0,0 3 252,3 1 1,0 3 0,4-1-8,5 2 1,3-1 5,0 8 0,4 1-14,11-4 0,8-2 8,7-4 1,8-3 5,11-4 0,5-6 5,5-3 1,3-6 13,0-4 1,0-4 16,-5-7 1,-3-4 52,-7-3 1,-4-3 397,9-22-263,-29-15-196,-17 14-249,-16 9 1,-8 5 158,-11 8 1,-6 5-651,4 1 0,-4 1 0,-2 2 712,3 3 0,-4 3 0,2 1 0,4-1 0,-12-1 0,5 1 0,-1 5 0,1 0 0</inkml:trace>
  <inkml:trace contextRef="#ctx0" brushRef="#br0" timeOffset="287678">25810 13763 22509,'2'-4'2839,"-1"1"-2323,-1 3-471,-2 38-690,-29 17 66,3-3 1,-3 0 0,10-21 0,-1-3 0,-3-1-1,0 1 1</inkml:trace>
  <inkml:trace contextRef="#ctx0" brushRef="#br0" timeOffset="299698">11425 6275 14769,'-43'-13'676,"0"0"0,3 2 0,12 1 685,26 7-1216,17 0-22,26 0-98,-7 1 1,2 1-84,-2-1 0,2 1 55,17-1 1,2 1 16,-9 1 0,2-1-5,-3 0 0,4 1 1,-3 0-554,10-1 1,-3 0 543,3 1 0,-5-1 0,3 0 613,-11 1-563,-29 0 12,-7 0-40,-25 2 1,-21 2-6,-2 1-3,-4-1 0,-5 0-12,11-1 1,-1-1-201,-20 2 0,-1 0 220,9-2 1,1 0 2,4 0 0,2 0-11,11-1 0,1 0 1538,-24 1-1513,29-2-56,7 1 11,15-1 79,42-3-45,9-1-25,-4 0 0,4 0-373,0 1 0,0-1 378,5 1 1,1 0-4,-1 0 1,-1 1 0,-3 0 0,-2 0-6,19 0 962,-7 0-901,-38 1-38,-13 0-57,-35 1 1,-29 3 16,-1-1-3,0 3 1,0-1-185,27-2 1,-1 1 208,-13 1 1,-7 0 0,6 0 65,8-1 0,2 0-63,-15 2 1,2 0-3,-2 0 67,8 0-29,30-3 1,-1 0 106,24-2 408,13-3-486,22-3-51,0-2 235,-7 3 0,4-1-305,7 0 0,3 0-719,1 0 0,1 1 767,14 0 0,-6 1 0,-3 0 0,-10 3 0</inkml:trace>
  <inkml:trace contextRef="#ctx0" brushRef="#br0" timeOffset="302306">12922 6392 16297,'19'-6'1462,"-4"2"-1165,-8 2 723,-4 2 777,-3-1-1758,-4 1 0,-1 0-22,-2 0 28,1 0-79,4 0-5,0 0 134,8 0-33,7 0-40,15 1 1,16 1-15,-12-1 1,2 0-264,9 0 0,4 0 249,9 0 0,3 0-834,-12 0 0,1 0 0,2 0 810,6 1 0,2-1 0,1 0-21,-11 1 1,2 0 0,0 0 0,0 0-5,2 0 0,0 0 1,0 0-1,0 0 10,0 0 0,-1 0 1,0 0-1,0 1-286,13-1 1,-1 1 0,-2-1 283,-6 0 1,-1 0-1,-2-1 9,-5 0 1,-2 0 0,-2 0 6,12 0 1,-3-1 10,-9 0 1,-3-1 2,21 0 17,-20 0 28,-18-1 400,-11 2-366,-8 0 2224,-25 0-2258,-11 3-20,0-1 1,-3 0 8,-8 0 0,-2 0-249,-10-1 0,-4 1 233,15-2 1,-1 0 0,-1 0-6,-4-1 0,-2 0 1,0 0 14,-4 0 0,-1 0 1,-1 0 1,-2 0 0,-1 0 0,-1-1 7,-1 1 1,-1 1-1,1-1-571,0 1 0,0-1 0,1 1 581,3 0 0,1 0 0,0 0-12,6 0 1,1 0 0,1 0-246,5 0 0,2 0 0,1 0 255,-12 0 0,3 0 30,8 0 1,5 0 20,-14-1 77,16 0-83,24 0 1127,3-1-1093,16 0 77,19 0-16,30-1 49,-11 1 0,5 0-199,-7 1 1,4 0 0,1 0-398,10 0 0,3 0 0,2 1 374,-10-1 1,1 1 0,1 0 0,2 0-1,4 0 1,0 0 0,2 0 0,0-1-17,-10 1 1,0 0 0,0 0 0,1 0 0,-1 0-371,1 0 1,0 0-1,0 0 1,0 0-1,-1 0 335,-1 0 0,0 0 0,-1 0 0,0 0 0,-1 0-13,9 0 1,-1 0-1,-1 0 1,-1 0 14,-5 1 1,-2-1 0,-1 0 0,-1-1-159,7 1 1,-2 0-1,-2-1 195,13-1 1,-4 0 377,-14-1 0,-5 1-243,15-3 1580,-30 1-1787,-46 3 72,-7-1 0,-33 2 221,20 0 1,-6 0-1,-1-1-189,-2 1 0,-1-1 0,-1 1-297,-8-1 1,-3 1-1,-4 0 295,13-1 1,-4 1-1,-1-1 1,0 1-1,3 0-8,3-1 1,2 1 0,0 0 0,-4 0 0,-3 0 1,-4 0 0,-1 0 0,0 0-1,4 0 11,0 1 0,2 0 0,1 1 0,1-1 4,5 0 0,0 0 0,1 1 0,2 0 8,-7 0 1,1 1 0,3 0 73,-9 0 1,6 0-104,14 0 0,5-1-17,1 1 96,24-2 134,29-1-62,24-1-137,-7-1 0,7 0-68,7-1 0,7 1 0,-2-1 50,-12 0 0,-2 1 1,4-1-3,8 1 0,5-1 1,1 1-1,-2 0-4,2 1 1,-1 0 0,2 0-14,-5 0 1,4 1 0,0-1 0,0 1-15,-2-1 1,0 1-1,0 0 1,0 0-19,5 0 1,2 1-1,-3-1 1,-4 1 40,-3-1 1,-5 0 0,1 1 2,6 0 0,1 0 0,-9 0 1516,12 0-1472,-5 0-22,-32 1-302,-54 2 112,-6 0-863,-17 0 0,-9 0 958,18-1 0,-2-2 0,-3 2-84,-2-1 0,-2 0 0,-3 0 0,-1 1 175,6-1 1,-1 0 0,-1 0 0,-1 0 0,-2 0 65,-2 1 1,-2-1 0,-1 1 0,-1-1 0,1 1 0,3-1-333,-2 1 0,1 0 0,1-1 0,1 1 0,1 0 287,1-1 0,0 1 0,1 0 0,3-1 0,4 0-30,-7 1 0,5 0 1,9-1-72,-2 1 241,40-2-65,25-3 1,19-3-54,11 1 1,10-2-1,-2 1-152,-13 0 1,-2 0-1,5 1 83,-2-1 0,5 1 0,3 0 0,0 0 0,-3 1-212,2 0 0,-2 0 0,1 1 0,3 0 231,2 0 0,4 0 0,2 0 0,-4 0 0,-4 1 0,4-1 0,-6 0 0,0 1 0,-6 0 0,0 0 0,1 1 0</inkml:trace>
  <inkml:trace contextRef="#ctx0" brushRef="#br0" timeOffset="307449">26909 13651 25909,'-5'-60'-45,"1"29"95,4 68 1,-1 17-37,-3-18 0,-2-1 14,-8 22-6,-4-5 57,-5-18 150,3-16 158,-3-4 66,1-16-318,9-14-85,4-7 17,8-17-39,10-3-20,-2 12 1,2-1 2,7-13 0,3-1-405,-3 6 0,2-1 399,4-6 1,0 1-6,8-8-3,-12 26 1,1 3-10,10-5-38,15 3 39,-15 13-45,16 16 45,-26 7-6,16 19-22,-16 19 27,-5 8 829,-10 3-817,-16-18 0,-5-3 28,-7 1-26,-2-2 1,-4-2-19,-9-1 21,-5 1-5,12-13 11,16-12 1,9-4-52,7-5 24,3 2-74,21 1-347,18 2-76,-7-3 1,4 0-980,6 0 0,1-1 741,-8 0 1,2-1 750,15-1 0,-4 0 0,-14 1 0,17-1 0</inkml:trace>
  <inkml:trace contextRef="#ctx0" brushRef="#br0" timeOffset="307632">27839 13421 25057,'58'-22'-624,"0"0"0,-25-1 0,-2 6 0,23 24 0</inkml:trace>
  <inkml:trace contextRef="#ctx0" brushRef="#br0" timeOffset="307799">27749 13715 24878,'59'-12'-387,"-1"1"1,-2 0 0,-2 1-2351,-12 5 1,-2 1 1604,-5 0 0,-4 0 0,10-1 0,-19 2 0</inkml:trace>
  <inkml:trace contextRef="#ctx0" brushRef="#br0" timeOffset="308524">29077 13475 19076,'5'-10'2444,"14"-27"1,1-5-1347,-8 13-650,9-12 0,-5 2 62,-18 25-348,-13 7-78,-21 13-11,7 2 0,-3 5-15,-8 4 1,-2 5-1721,-4 6 0,0 2 1676,10-5 0,1 4-9,5 1 1,0 5-1,5-2-136,3 3 1,3 1 124,-7 16 0,7 0 0,13-12 1,8-3 8,7-2 0,5-2-1,7-4 1,5-2-6,5-4 1,4-3-4,1-5 1,1-3 38,-3-4 1,0-3 145,20-7 101,-18-8 34,-17-9-90,-15-5-107,-16-7 3201,-15-6-3284,-17-4-23,16 21 0,-2 0-193,-3 1 0,-2 3-412,-3 2 0,-1 3 594,-11 3 0,3 2 0,-3 1 0,-2 4 0</inkml:trace>
  <inkml:trace contextRef="#ctx0" brushRef="#br0" timeOffset="314191">18591 15571 18828,'0'-7'3955,"0"1"-3487,-18-25 0,-9-3 108,-9 11-705,6-13 0,-3 3 521,-15 23-18,17 7-329,-4 11-6,12 8-11,4 16 65,9-3-70,-1 13-29,8-9-16,3 13 22,10-10 0,2-5 267,14-4-267,4-5-45,14 6-89,9 2-1,-22-12 1,-2 1-107,9 12 67,-18 7 79,-47-5 39,-1-15 0,-4-3-535,-11 2 0,-3-3 518,-2-2 1,-1-2-379,4-2 0,4-4-5917,-16-12 6368,28-6 0,20-2 0,9 5 0</inkml:trace>
  <inkml:trace contextRef="#ctx0" brushRef="#br0" timeOffset="314408">18905 15238 26334,'-6'57'98,"-1"0"0,1-7 0,0 3 0,-1-5-106,1-5 0,0-1-931,-2 20 0,3 1 773,3-14 1,3-2-331,4-3 0,2-2-551,8 20-2406,-2-30 1,0-3 3452,3 3 0,-2-5 0,-7-15 0</inkml:trace>
  <inkml:trace contextRef="#ctx0" brushRef="#br0" timeOffset="315349">18765 15835 25259,'44'-23'-233,"0"0"1,0 0-1,12-8 1,-1 6-34,6 15 0,-1 7-330,-18-3 0,-4 0 283,23-7 257,-24 3 472,-8-4-108,-21 7 157,-1-2-146,-11 6-11,-4 2-123,-1 3 837,-13 9-815,7-1 230,-22 17-353,19-8-84,-4 7-17,14-10 23,12 2 33,11-7 34,32 1-28,8-8-20,-18-6 0,0-4 110,24-11 105,-13-10 102,-18-4 33,-14-3-39,-11 2-56,-10 3-95,-6 6-73,-7 8-34,-2 7-61,0 6-17,-3 10 0,-1 9 0,-2 12 0,5-1-50,-5 26-85,13-11-33,5-10 0,3 1-492,10 23-404,17-3 313,4-15-823,7-17 0,4-6-616,20-2 1460,-16-7 1,2-4 857,-11-7 1,-1-3 1232,25-14 689,-13-7-123,-14-1-555,-11 3-397,-10 6-337,-5 6-263,-2 7 155,-1 4-502,0 5 6,0 5-17,0 12 11,2 14 16,4 15-50,0-17 1,0 1-255,3 4 0,1 0 243,0 4 1,-2 0-4,0 1 0,-3-1 20,-4-1 0,-4-1-11,-3-5 0,-4-2 11,-19 15 17,-8-19-23,-1-18 17,3-18-33,9-18-28,11-23 38,10 16 1,4-3-704,5-8 1,2-2 725,3-6 1,1-1-7,4-2 1,1 0-279,1 2 0,-1 1 298,-1 4 0,0 2-194,-1 7 0,2 1 171,-1 6 1,2 2-81,3 4 1,3 3 82,2 3 1,1 2 0,20-6-34,-10 14 0,2 6 39,13 10-11,-14 2 0,-2 4-17,4 14 1258,-12 17-1236,-33 9-27,-16-1-149,0-21 1,-2-3 148,-18 3-68,-9-3-663,15-14-6505,8-7 7258,9-8 0,17-2 0,3-1 0</inkml:trace>
  <inkml:trace contextRef="#ctx0" brushRef="#br0" timeOffset="315558">20842 15863 28278,'52'-10'-629,"0"0"1,0 0 0,-7 3 0,-18 7-1,-1 0 1</inkml:trace>
  <inkml:trace contextRef="#ctx0" brushRef="#br0" timeOffset="318641">23007 15773 20509,'2'-5'3758,"-1"1"-2027,-1 4-1714,15-36 22,-16 42-11,7-13-5,-22 60-9,6-21 0,-1 2-266,1 2 1,0 0-142,3 0 1,0 0-748,2-3 1,3-2-7896,8 24 9035,2-17 0,1-17 0,-3-12 0</inkml:trace>
  <inkml:trace contextRef="#ctx0" brushRef="#br0" timeOffset="318991">23265 15575 22032,'-19'-48'1042,"1"-1"0,2 6 0,2 11-913,7 23-141,1 14 12,-1 13 23,-2 16-29,2 14 12,6 5 16,14-2-27,14-9 10,16-11 6,5-14 29,1-13 44,-8-16 39,-11-13 68,-10-14 5,-12-7 33,-15-6 18,-9 2-46,-9 5-55,-2 11-73,2 10-96,7 11-72,5 8-101,4 15-599,2 12-2925,2 20 3720,2 2 0,2-13 0,2-13 0</inkml:trace>
  <inkml:trace contextRef="#ctx0" brushRef="#br0" timeOffset="319198">23626 15708 25517,'60'-19'-2256,"0"1"1,1 1-1,0 5 2256,-17 11 0,-1 5 0,-3-2 0,-2-1 0,-5 0 0,23 5 0</inkml:trace>
  <inkml:trace contextRef="#ctx0" brushRef="#br0" timeOffset="319366">23761 15968 25517,'56'-9'-1994,"1"1"0,1-2 0,0-1 1994,4-3 0,-3 1 0,-24 4 0,-3 2 0,25-8 0</inkml:trace>
  <inkml:trace contextRef="#ctx0" brushRef="#br0" timeOffset="319832">24770 15599 26603,'-53'14'117,"0"0"1,4-1 0,6 5-90,0 22-11,17 3-12,22 0 7,25 0-1,24-3-23,-11-21 1,3-2-917,7-2 0,2-2 891,4-2 1,0-2 19,0-3 0,-1-1 34,-5-3 0,-2-1 181,-7-4 0,-3-1-170,13-9 359,-23-6-382,-18-5 1,-26-4 5,-23-3 6,0 11 0,-3 2 291,14 5 0,-2 0-283,-17-4 0,1 1 104,-3-2 11,1-5-67,25-2 108,20-4-170,19-5 0,12-2-28,12 2 28,6 8 12,-2 8-18,-5 9 12,-11 13-17,-6 5 322,-1 20-333,-2 5-40,2 16-201,-3 9-342,-7-27 1,0 0-2512,1 2 0,0-1 3105,5 25 0,-3-23 0,-3-15 0</inkml:trace>
  <inkml:trace contextRef="#ctx0" brushRef="#br0" timeOffset="320391">25690 15890 27533,'-4'-49'73,"1"10"-62,3 39 353,0 0-331,-2-1-10,-1-1-12,-3-1 6,3 1 11,-2-2-6,2 3 12,1-1 39,1 1-40,1 0-55,0 12 39,-3 10-23,-4 20-5,-3 0-23,-10 2 1,-3 0-579,-8 10-803,2-13 0,-7 6 0,3-5 1286,3-7 1,1-3-1,-5 7 1,2-5 0,5-6-1</inkml:trace>
  <inkml:trace contextRef="#ctx0" brushRef="#br0" timeOffset="321474">27013 15742 18459,'0'-3'4604,"0"1"-2672,0 2-1719,-10-2-106,1 10 84,-19 15-57,1 17-101,6-5 1,2 1-34,4-4 0,2 0 3,1-2 0,4 0 14,8 25-1,17-18-5,7-11 1,6-2-24,2-6 1,3-4-351,11 1 1,3-5 361,-6-4 0,-2-3-6,22-4 74,-5-10 44,-28-8 44,-4-22-116,-19 9 13,-14 0 0,-8-2-3,-17-9-53,12 18 1,-3-1 32,-8-4 1,-1 3-980,-14-10 979,14 10 1,-1 0 76,-11-13 469,10 4-514,14 11 61,10 4-62,7 7-21,11-4-29,8 5-11,5 2 1049,18 6-1127,17 9 72,4 9-164,-25-1 0,-1 4 159,-7 3 0,-5 4-23,10 31-33,-14-5-107,-17-17 1,-5 0-931,-17 22-3812,2-15 1,-1-2 3079,-9 8 0,2-7 0,23-31 0</inkml:trace>
  <inkml:trace contextRef="#ctx0" brushRef="#br0" timeOffset="321965">28177 15777 25718,'17'-47'101,"-18"23"-50,-42 67-23,12-17 0,0 0-28,4-5 0,0 1-9,-14 7 1,1-1 13,-2 4-5,15-11 0,4 0 17,6 2 6,20-4-29,15-3-84,19-2-251,19-2-407,-22-7 0,3-2 11,5 0 1,1-2-933,5 1 0,3-2 1669,10-2 0,-3 0 0,-23 1 0,-4 1 0,1-2 0,0 0 0</inkml:trace>
  <inkml:trace contextRef="#ctx0" brushRef="#br0" timeOffset="322315">28703 15622 24448,'28'-32'166,"1"0"1,0 0 0,7-7-1,-1 8-144,-4 18 1,-1 6 16,12 10 725,-6 15-759,-5 19 7,-3 17-251,-15-21 0,-3 3 239,0 3 0,-2 2-14,-2 2 0,-2 0-51,-1 1 1,-1 0-14,-1-2 0,0-2-88,-2-2 1,-1-2-132,-1 15-1205,-12 5-2088,1-30 2883,-11 4 0,14-21 0,-1-6 0</inkml:trace>
  <inkml:trace contextRef="#ctx0" brushRef="#br0" timeOffset="322458">28724 15975 20526,'-2'-5'3758,"0"2"-3094,20-31 0,11-5-630,-4 16-51,12-19 0,7 2-1210,12 29 569,-16 4 0,2 1-82,11 3 1,-3 1 0,7-1-1,-1 3 1</inkml:trace>
  <inkml:trace contextRef="#ctx0" brushRef="#br0" timeOffset="322682">30452 15468 26984,'-45'42'-27,"0"0"0,0 1 0,1-2 0,0 1 1,2-3-338,11-7 0,1-2 0,0 0-2913,-1 1 0,0 0 0,2-1 3266,-10 8 0,5-3 1,-10 8-1,22-22 1</inkml:trace>
  <inkml:trace contextRef="#ctx0" brushRef="#br0" timeOffset="322849">29759 15576 26278,'47'-3'158,"0"-1"0,-1 1 0,3 3 0,-1 4 0,-3 6-158,-9 10 0,-2 7 0,-1 1-1188,6 3 1,0 1 0,-1 3 520,1 2 0,0 2 1,-2 0 333,-5-4 0,0 1 0,-4-4 1,2 4-1,-5-5 0,4 5 1</inkml:trace>
  <inkml:trace contextRef="#ctx0" brushRef="#br0" timeOffset="326423">23515 10369 17865,'-14'-30'257,"0"0"1,21-23-202,22 41 0,10 5-721,-1-1 0,4 0 1,3 0 721,-1 2 1,3 0-1,2 1 1,1 0-691,3 0 0,1 0 1,1 0-1,2 0 648,-2 1 1,2 0 0,1 1 0,1 0-1,-2 0-7,-4 1 0,-1 1 0,0 0 0,0 0 0,1 0-11,2 1 1,0 0 0,0 0 0,0 0-1,-2 1 3,2-1 0,-2 1 0,0 0 0,4 1 2,-4 0 0,3 1 0,3 0 0,-1 0 0,-1 1 0,-2-1-297,9 1 1,-3 1 0,0-1-1,2 1 292,-4-1 1,0 0 0,2 1 0,0-1 0,0 0-220,-1 0 1,1-1-1,-1 1 1,1-1 0,1 0 222,-5-2 1,2 1 0,0-2 0,0 1 0,-1 0 0,-1-1-136,2 1 1,-3 0-1,-1 0 1,3-1-1,5 0 126,-7 0 0,5-1 1,3 0-1,2 0 0,-1 0 1,-1-1-1,-3 1 1,-5-1-28,4 0 0,-5 0 0,-2-1 0,1 0 0,4 1 27,-4-1 1,3 0 0,1 1 0,1-1 0,0 0 0,-2-1 0,-2 1 0,7-1 0,-2 0 0,-2-1 1,0 1-1,0-1-1,-2 1 0,1-1 0,-1 1 1,-1-1-1,-3 1 47,2-1 0,-3 1 0,-1-1 0,3 1-39,6-1 0,1 0 0,1 1 0,1-1-17,0 1 0,1-1 0,1 1 0,0-1-10,-12 2 0,1-1 1,1 1-1,0-1 1,1 1 24,6-1 1,1 0 0,2 0 0,-2 1 0,-2-1-20,6 0 0,-2 1 0,-2 0 0,-2 0 11,-11 0 0,-2 1 1,1 0-1,2 0-8,5 0 0,4 0 0,1 0 0,-3 0 0,-5 1 7,-3-1 0,-5 1 0,7 0-6,5-1 0,8 1 0,2-1 0,-1 1 1,-7-1 127,-1 1 0,-4 0 0,2 0-125,1 0 0,3 0 0,1-1 0,-4 1-10,2 0 0,-2 0 0,-2 0-3,-1 0 1,-1 0 0,0-1 259,-1 1 1,-1 0-1,-1 0-282,0-1 1,-1 1-1,0-1 8,0 0 0,-1 0 0,1 0 18,0 0 1,-1-1 0,0 1 14,0 0 1,0 0 0,-1 0 8,-2 0 1,-1 0 0,-1 0-8,16 0 1,-3-1 27,-8-1 1,-2 0 438,-8 0 1,-3-1-423,22-7 0,-9 0-44,-2-1-23,5 2-23,4 1 2123,-10 4-2072,17-2 0,-41 5 0,12-1 0</inkml:trace>
  <inkml:trace contextRef="#ctx0" brushRef="#br0" timeOffset="328390">5197 14334 11598,'-48'-3'2206,"1"1"1,6 0 0,9 0-1232,16 1-448,11 1-225,10-1-100,12-2-46,20-1 1,27-1-767,-20 3 1,4 1 743,12 0 1,5 0-31,-14 1 1,2-1-1,2 1-50,-8-1 1,2 0 0,0 0 0,1 1-721,5-1 0,2 0 1,0 0-1,2 0 684,-9 0 0,1 0 0,1 1 0,1-1 0,-1 1-13,4-1 1,1 1 0,0-1-1,0 1 1,1 0 0,2 0 1,1 1 0,1-1 0,0 1 0,0 0-6,-9 0 1,1 0 0,0 0 0,1 0 0,-1 0 0,1 1-334,1-1 1,0 1 0,1 0 0,0 0 0,0 0-1,0 0 337,2 0 1,0 0 0,0 1-1,0-1 1,1 0 0,0 0-228,2-1 0,0 1 0,0 0 0,1 0 1,-1-1-1,2 1 228,-8-1 0,0 0 1,1-1-1,0 1 1,0 0-1,0-1 1,1 1-78,1-1 1,1 1 0,0-1-1,0 1 1,1-1 0,-1 0-1,1 0 97,1 0 1,0 0-1,1 0 1,0 0 0,-1-1-1,1 1 1,-1 0-5,0 0 0,0 0 0,0 0 1,0 0-1,-1 0 0,0 0 1,0 0-2,-3 0 1,0-1-1,0 1 1,0 0 0,-1 0-1,-1-1 1,0 1 9,4-1 1,-1 1 0,0-1 0,-2 0-1,0 0 1,-2 0 18,4 0 1,-1-1-1,-1 1 1,-1-1-1,-3 0 122,5-1 0,-3 0 0,-1 0 1,-3-1-86,6 0 1,-4-1 0,-3 1 21,9-2 0,-6 0-31,-20 2 1,-3 0 1583,10-4-2704,-33 2-4726,-17-4 5768,-16 3 0,4 1 0,5 3 0</inkml:trace>
  <inkml:trace contextRef="#ctx0" brushRef="#br0" timeOffset="335741">18620 17787 18840,'-3'-1'3484,"0"1"-1373,3 0-1870,-54-57-56,40 42-112,-17-18 0,7 8 11,23 25-135,0 0 57,0 2 22,1-1 11,0 3-33,0-3 22,0 0-28,-4 1 0,-9 3 16,-18 8-16,-18 3 11,18-5 1,0-1 55,-25 8-95,17-6-28,20-7 34,13-2 27,13-2 29,11 0-23,22-2-20,-9-3 1,4 0-532,9-3 0,3-1 388,9-2 1,3-2-595,-16 4 0,1 0 0,0 1 275,3-1 1,0 1 0,0 0-233,-1 1 1,0 1 0,-2 1-953,15-1 1,-5 2 60,-15 2 1,-7 3-59,-10 7 1731,-57 11 481,-2-6 0,-6 0 263,-13 3 1,-4 2-156,17-6 0,-1 0 1,0 1-79,-1 0 0,1 1 0,1 0-99,1 0 0,2 0 0,0 1 41,-14 7 1,2 0-161,7-3 0,3 1 384,9-4 0,3 0-420,-12 9 275,20-9-516,12-9 56,10-4 62,14-7 1218,22-10-1384,-4 2 1,4-1-45,10-5 0,3 0-448,7-2 0,2 1 431,0-1 0,0 2-31,-4 0 0,-1 2 10,-8 2 1,-3 0 39,-8 2 1,-5 0 89,5-9-67,-32-2-5,-25-4 83,-22-8 14,12 10 1,0 0 19,-14-9 48,18 9 0,2 1 282,2 0 6,1 0 1133,12 9-1485,7 6-126,4 4-37,5 4 62,12 9-46,21 11 17,-9-5 1,3 2-1716,17 11 0,1 0 1726,-15-8 1,0 2-29,13 11 1,-4 2-576,-4 13 334,-20-17 1,-5 2-477,-9-2 1,-9 2-4177,-15 6 1,-7-3 2962,-9 9 1,-11-3 0,36-35-1</inkml:trace>
  <inkml:trace contextRef="#ctx0" brushRef="#br0" timeOffset="336881">21215 17721 11995,'0'-6'7898,"0"1"-6876,6-27 0,1-7-321,-1 12-27,5-20 1,0 0-81,-3 26-398,2-2 6,-6 15-214,-3 12 24,-1 3 60,-2 22-41,-3 1 0,0 4-37,-2 2 1,-1 3-417,-3 11 1,-1 1 412,1-7 1,-1-2 16,1-2 1,0-3 8,-4 19-17,-1-1 16,9-31 68,-1 2 236,5-20 162,2-6 652,1-7-1072,0-2 106,6-21-129,5 1-34,4-6-5,23-6 6,-14 23-17,9 0 0,4 3-45,12 6-78,-12 3 0,0 3 139,21 12-16,-8 9-28,-12 9-34,-17 4 62,-10-6-23,-29 13-5,-15-13 36,3-5 0,-4-2-22,-3-5 0,-1-1-48,0-2 0,0-1-87,4-3 1,1-1-855,-15 0-2671,20-8 3685,22-12 0,5 7 0,8-6 0</inkml:trace>
  <inkml:trace contextRef="#ctx0" brushRef="#br0" timeOffset="337307">22274 17750 24132,'-43'-12'264,"0"0"1,-1 1 0,-15-5 0,5 7-181,-6 22-33,7 11-29,8 12-33,11 7 16,15 1 1,14-2 11,19-5 78,16-7-95,15-9 0,3-10 84,-2-12 96,-11-10 61,-10-10 11,-6-10 50,-5-6-11,-1-3-117,-2 0 44,-1 7-50,-2 11-117,-2 10-18,-4 8-44,-2 6 28,-3 9 0,-2 10 5,-5 13 34,-2 7-140,0 3-28,4-9-761,6 9-702,14-20-2469,12 7 4044,18-18 0,-17-7 0,1-4 0</inkml:trace>
  <inkml:trace contextRef="#ctx0" brushRef="#br0" timeOffset="337541">22825 17810 18733,'0'-5'5378,"0"2"-3367,0 3-1916,-75-44-73,35 47-14,-6-22 1,-1 6 22,17 31 0,5 9-26,-10 10-28,12-11 1,3 2-39,1 16-57,16-4-240,18-4-29,4-10-1249,6-8 1,5-2 1635,26 5 0,-9-2 0,-11-9 0</inkml:trace>
  <inkml:trace contextRef="#ctx0" brushRef="#br0" timeOffset="338191">23543 17865 26066,'-42'-31'67,"1"-1"0,0 5 0,2 11-70,8 24 1,1 7-21,-2 2 1,-1 2 24,-9 10 1,1 2-6,14-11 1,1 2-21,-7 8 1,4-1 0,10 2-6,5 3-6,23-11 73,30-9-33,-3-9 5,-2-7 0,1-5-323,21-13 340,-22 4 0,0-2-263,-2-4 1,-2-2 273,-3-2 0,-3-3 11,-3-2 1,-2-3 22,-1-1 0,-3-2-20,-1 0 0,-2 0 45,-1 3 0,-1 1 193,4-19-16,-7 18-113,-4 18-89,-3 9-45,-1 6 275,-1 5-291,-4 7 572,-2 16-607,-4 16 12,1 15-65,6-24 1,1 1-286,1 1 0,2 2-138,-1-1 1,3-1-466,1-2 1,3-1-2717,10 21 2855,14-13 0,-13-21 0,3-8 1</inkml:trace>
  <inkml:trace contextRef="#ctx0" brushRef="#br0" timeOffset="338558">23925 17923 26435,'-32'-45'185,"7"13"-151,18 45-57,10 1 12,8-1 17,14-4-51,12-4 45,1-10 0,1-3 56,14-8-45,-19 5 0,-3-3 62,-1-15 28,-15 5 11,-2-14-11,-11 7-23,-11 2-61,-2 14 78,-13 7-45,-2 7-27,-11 8 50,-3 8-12,-8 17-44,15-7-6,-7 14-39,21-9-56,2 8-353,14 2-2789,35 5 3226,-6-24 0,2-3 0,16 10 0,-4-14 0</inkml:trace>
  <inkml:trace contextRef="#ctx0" brushRef="#br0" timeOffset="339681">23949 17860 23551,'2'-35'1111,"-1"0"1,2-23-664,1 48-184,-2 4-136,-2 4-172,-1 15 21,-3 10 18,-4 25-7,1-17 1,0 1-324,-3 5 0,0 1 343,-1 2 1,1 1-32,0-2 1,1 0-121,1-2 0,2-1-301,2-4 1,3-1-1394,5 20-1977,5-12 3814,6-13 0,-6-14 0,-1-6 0</inkml:trace>
  <inkml:trace contextRef="#ctx0" brushRef="#br0" timeOffset="339874">23941 17852 20245,'12'-43'648,"0"0"1,0 0-1,5-16 1,3 7-476,17 5-83,8 10-118,7 10-190,1 12-684,0 11-2371,-7 12 3273,-3 9 0,-20-6 0,-7 2 0</inkml:trace>
  <inkml:trace contextRef="#ctx0" brushRef="#br0" timeOffset="340074">23889 18018 24769,'42'-23'-73,"-1"-1"0,1 0 1,-3 3-1,1 0 0,-3 4-859,0 6 0,-1 3-3984,-1 0 1,-2 1 4180,14-3 0,-19 4 0,-21 4 0</inkml:trace>
  <inkml:trace contextRef="#ctx0" brushRef="#br0" timeOffset="340599">24521 17931 25337,'-6'-22'118,"1"9"-56,9 26-40,3 3-22,7 2-11,6-4 22,6-3 40,8-6-23,4-5 11,3-10 73,-1-7 5,-4-8 35,-7-5-7,-11-3 1,-9-1 39,-11 3-62,-9 5-28,-8 8 6,-10 7-56,-7 7-34,4 7-11,-23 14 28,16 2-26,11-3 1,0 2-14,-12 15 22,8 4-78,11 1-101,11 0-201,18-1-533,17-1-1014,24-5-554,-16-17 0,4-2 2470,12 0 0,-1-3 0,7 2 0,-1-4 0</inkml:trace>
  <inkml:trace contextRef="#ctx0" brushRef="#br0" timeOffset="341081">25460 17950 22823,'4'-51'821,"0"-1"0,-2 5 1,-8 10-542,-32 23-78,-14 7-107,14 12 0,-1 4-72,-15 2-166,17 4 1,3 4 158,3 10-49,-3 11-6,13 0-57,12 2 91,10-15 64,16-1-36,8-17 44,13-3 17,7-10 269,6-12-185,-18 0 252,3-5-45,-24 11 153,-2 2-371,-6 5-96,-3 2-94,-1 11 21,1-1-4,3 24-7,-1 10 23,-1-12 0,-3 4-53,-7 20 0,-5 2-751,-2 0 0,-3-1 714,-1 1 1,-3-1-62,-2 0 0,-1-5 69,7-17 1,-1-2 39,-4 6 1,-2-2 189,-5-5 1,-1-4-104,-22 4-101,1-17 90,15-52 10,30 7 1,6-5-281,5-10 1,8-3 257,9 7 0,6-1 1,3 2-604,0 6 1,2 1-1,1 2 564,1 0 0,1 1 1,0 2-320,18-9 0,-2 5-1270,-12 8 0,0 0 1606,11-5 0,-2 1 0,3-2 0,-9 8 0</inkml:trace>
  <inkml:trace contextRef="#ctx0" brushRef="#br0" timeOffset="341658">20735 17410 23786,'3'-39'958,"0"0"0,2-23-1149,-8 60 51,-1 10 112,2 1-706,-3 27-1366,3-4-6084,7 16 8184,2-15 0,1-13 0,-3-10 0</inkml:trace>
  <inkml:trace contextRef="#ctx0" brushRef="#br0" timeOffset="341799">20917 17433 26071,'-2'-34'-840,"2"8"-5865,5 58 6705,3-7 0,-2-3 0,-1-8 0</inkml:trace>
  <inkml:trace contextRef="#ctx0" brushRef="#br0" timeOffset="342308">25634 17608 18913,'0'-5'3898,"0"2"-1546,0 3-2368,25-48-102,-14 41-112,21-29-1086,-19 65-62,-4-4 1378,5 17 0,-10-30 0,2 7 0</inkml:trace>
  <inkml:trace contextRef="#ctx0" brushRef="#br0" timeOffset="342465">25923 17572 25791,'5'13'-493,"0"12"0,-3-12 0,0 6 0</inkml:trace>
  <inkml:trace contextRef="#ctx0" brushRef="#br0" timeOffset="343165">21487 18715 14317,'-54'0'1012,"0"0"0,0 0 1,-9 0-1,6 0-256,11 0 1,8 0-130,6-1-386,-2 0 310,49-4-395,40-1-80,3 0 0,10 0-1084,-21 3 0,4 0 0,2 0 0,0 1 1012,-4-1 0,-2 0 0,3 0 1,6 1-16,-3 0 1,5 1-1,4 0 1,2-1 0,0 2-1,-2-1 1,-3 0-235,-1 0 0,-2 1 0,-2-1 1,1 1-1,2-1 0,4 1 239,-8 0 1,2 0-1,3 0 1,1 1-1,0-1 1,1 0-1,-1 1 1,-1 0-1,-2-1-234,9 1 1,-1 0-1,0 0 1,-1 0 0,-2 1-1,0-1 1,-2 0 208,-1 1 0,-2 0 0,-2-1 1,1 1-1,1 0 0,2 0-386,3 0 0,4 1 0,2-1 0,-1 1 0,0-1 1,-4 0-1,-5 0-854,9 1 1,-6-1 0,-2-1 0,3 1 209,-4 0 1,3 0 0,-1 0 0,-2 0 0,-7 0 1060,1-1 0,-5 0 0,-10-1 0,3 1 0,-11 0 0</inkml:trace>
  <inkml:trace contextRef="#ctx0" brushRef="#br0" timeOffset="343415">23345 18819 15501,'-61'6'294,"0"0"0,0 0 0,0 0 0,7 0 0,-1 0 1,-1-1-1,-1 1 0,-1 0-990,4 0 0,0-1 0,-1 1 0,-1 0 0,1-1 0,-1 1 813,0-1 1,-1 1 0,1-1-1,-1 1 1,1-1 0,0 0-152,-7 1 0,1-1 1,-1 0-1,2 0 0,2 0 263,-7-1 1,2 0 0,1 0 0,4-1-33,-7 0 1,3-1 0,5 0-72,-3-2 0,9-2 492,10-4-243,49-2 118,44-2 0,22 1-348,-24 4 1,2 0 0,5 0-70,-7 0 0,4 0 1,3 0-1,1 0 0,-1 1-27,4-1 0,0 1 1,1 0-1,0 0 1,2 0-40,-7 1 0,2-1 0,0 1 1,0 0-1,1 0 0,1 0 29,1 0 0,2 0 0,-1 0 1,1 0-1,0 1 0,0-1-65,0 0 0,0 1 0,0-1 0,0 1 0,0-1 0,0 1 35,-2 0 0,0-1 1,1 1-1,-2 0 0,-1-1 1,-2 1-86,-2 0 0,-2 0 1,-1 0-1,0-1 0,1 1 58,10-2 0,2 1 0,1-1 1,-4 0-1,-6 0-1071,-1-1 1,-6 0-1,2 0 1089,12-1 0,2 0 0,-12 0 0,6-3 0,-39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37:42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1236 10819 15042,'0'-4'5803,"0"1"-3691,0 3-1642,-77-34-5760,29 33 5326,1-14 0,1 4 1480,-4 36-1444,19 7-16,-4 15 849,11 8-891,18-20 0,6 0 3,15 24-317,10-6 297,-1-30 0,4-4 20,28 10-17,-20-13 0,1 1 5,-1-3 1,-3 1-17,18 14 3277,-24 1-3233,-35 3 7,-29 3-373,6-18 0,-5 0 361,-6 0 0,-3-2-9,-3 0 1,-1-3-31,3-3 0,1-1-135,6-3 0,2-3-1052,-16-10-2992,25-14 4190,28-23 0,2 18 0,9-3 0</inkml:trace>
  <inkml:trace contextRef="#ctx0" brushRef="#br0" timeOffset="207">1526 10778 24934,'8'42'22,"0"1"0,-2 3 1,-1-1-71,-2-12 1,-1 1-292,-1 12 0,0 2-1524,-1-7 1,0-1-141,0 9 0,0 1 2003,0-4 0,0-3 0,0 4 0,1-14 0</inkml:trace>
  <inkml:trace contextRef="#ctx0" brushRef="#br0" timeOffset="667">1522 11442 20280,'-5'-61'1194,"-1"1"1,0 1 0,2 7-1167,5 7-145,12 3-23,6 21-292,26 2-592,8 12-1332,-8 4 1,3 2-222,-9 3 0,-1 0 1176,4 2 1,-3 1 1063,-1 2 1770,-11-2 2370,-19-6 1911,-6-14-3373,-9-4-1562,-4-5 1250,-7-9-1642,10 15 185,-4-15-214,9 12-347,7 2-28,4 5 6,34 19 22,-11 6-25,4 4 0,2 5-215,-11 0 1,-2 4 132,7 17 1,-3 5-410,-10-6 1,-4 1 462,-4 8 0,-5-2 31,-12 10 25,-7-25 0,-4-4 42,-13-1 61,-14 1 23,15-29-28,8-19-67,12-4 406,8-23-429,20-11-31,-6 28 1,3 1 146,7-5 0,3 2-295,2 8 1,2 4-217,3 2 1,2 2-499,2 4 0,1 1-1568,0 4 0,0 3 2439,24-1 0,-25 4 0,-17 1 0</inkml:trace>
  <inkml:trace contextRef="#ctx0" brushRef="#br0" timeOffset="1440">2900 10989 25057,'-44'-39'224,"10"8"-213,32 35 0,4 8-22,3 9 11,3 10 0,5 8-17,1 7 17,0 4-33,-1 2-46,-3-3-16,-3-6-95,-3-9-141,-3-8-217,-8-7-533,-10-3 251,-5-4-2087,-34 1 2003,12-8 914,-18-2 107,26-15-18,16-13 90,16-19 41,17-13-50,-2 27 1,1 0 117,3 1 1,1 1 529,14-17 229,-9 12 107,-7 12-247,-9 8-436,-9 8-247,-2 4-34,-8 11-5,-2 7-79,-8 15-61,-2 9-90,-4 12-101,15-24 1,1 1-480,1 1 1,1 0-6064,-5 28 6688,8-14 0,6-19 0,3-13 0</inkml:trace>
  <inkml:trace contextRef="#ctx0" brushRef="#br0" timeOffset="1640">3372 10990 23389,'40'-15'-1257,"0"0"1,0 0 0,13-6-1,-6 6 1,-5 14 0,-19 1 0</inkml:trace>
  <inkml:trace contextRef="#ctx0" brushRef="#br0" timeOffset="1806">3536 11199 26480,'35'-2'-407,"0"0"1,-7 4 0,21-11 0</inkml:trace>
  <inkml:trace contextRef="#ctx0" brushRef="#br0" timeOffset="2557">5233 10830 24021,'-54'-19'33,"1"0"1,0 3 0,2 7-9,16 12 0,1 4-3,-1 0 1,2 1 44,-23 7 0,18-3-33,18-4-6,12-2 17,7 2 78,6 9-45,-2-3 90,5 15 45,-4 1 45,-3 16-62,-7 10-95,-4-14 0,-2-1-67,-6 19-400,1-15 0,0 0 461,-5 14-59,9-24 1,2 2-6,2 1 0,3 0-9,5 21-16,8-8 39,18-13-68,5-12-363,15 0-4530,-11-16 1,1-4 4143,9 2 1,1-6 0,-35-3 0</inkml:trace>
  <inkml:trace contextRef="#ctx0" brushRef="#br0" timeOffset="2990">5836 10940 17932,'0'-8'4963,"0"3"-2991,-4-56-1395,-1 37-434,2-12 0,-1 4-43,-1 21-111,3 6-67,1 5 11,2 10-248,4 9-1600,5 28-3328,0 3 5243,1 6 0,-7-27 0,-2-13 0</inkml:trace>
  <inkml:trace contextRef="#ctx0" brushRef="#br0" timeOffset="3123">6049 10901 23903,'-7'17'-1092,"2"0"0,5 3 0,1-7 0</inkml:trace>
  <inkml:trace contextRef="#ctx0" brushRef="#br0" timeOffset="3690">6745 11047 22638,'-17'-57'1000,"1"0"1,4 9 0,-3 8-223,-23 9-576,14 20-168,-8 7-57,11 23-10,3 24 5,9-9 0,3 4-621,0 11 1,2 4 556,1-12 1,2 2 0,0 0-635,0 5 0,0 0 1,1 2 353,1 1 0,-1 1 1,-1 1-217,-1 1 0,-1 1 0,-1-1 119,-1-2 0,-2 0 0,-1-1 433,-3-5 1,-1-2 0,-3-2 295,-8 9 1,-6-7-48,1-15 1,-4-7 122,0-12 0,0-8 162,-26-26-294,33 2 1,5-6-23,4-9 0,6-3-365,3-6 0,6-1 230,8-3 1,6-1-45,6 0 0,6 2 15,8 1 1,6 5-95,6 3 1,1 5 5,-8 8 0,2 4-371,0 5 1,2 2-1,-2 2-1780,1 1 0,-1 3 1961,13-3 1,-4 1 0,-4 4 0,-22 5 0</inkml:trace>
  <inkml:trace contextRef="#ctx0" brushRef="#br0" timeOffset="4874">6895 11440 25914,'25'-47'30,"-1"0"0,1-1 0,-1 1-16,-4 8 0,0 1-753,0-3 1,0-1 766,-3 0 0,-1 1 19,-2 3 1,-2 2 256,-3 4 0,-3 1-29,2-16 315,-10 12-288,-4 13-145,-2 10-168,2 7 726,0 8-726,-1 16 39,-1 20-34,3-9 1,1 4-4,0 6 1,1 3-452,2 3 0,2 1 407,3 0 0,3-1-15,1-2 1,3-2-28,2-5 0,3-3-12,0-5 1,3-4-95,19 10 72,5-18 84,3-18 39,-7-7 9,-9-9 0,-1-5 70,9-16-17,-12 10 0,-3-2 129,4-21 55,-13 8 40,-8 10-89,-12 14-130,-6 11-33,-9 8 825,-2 10-858,1 9-18,5 11 6,6 9 17,6 7-33,9 1 5,10-4-6,13-10-5,12-12 56,8-11 5,3-17 40,-2-12 27,-7-18 1,-10-10-249,-11-8 293,-10-5-22,-11 0 0,-9 7-5,-5 10-40,-6 13-50,-3 15-29,-4 12-16,-4 17-61,0 13-174,4 20-353,10 11-368,15-24 0,4 0-47,5 0 0,7-2-711,5-1 0,6-5-829,6-5 0,3-4-115,4-6 1,1-4 834,-1-6 0,1-4 1655,-4-3 0,-1-3 1786,-3-4 1,-3-3 3679,18-21-469,-14-5-1839,-12-2-1169,-12 3-550,-4 2-251,-3 7-214,-2 8 446,0 10-1028,-3 7 181,-1 8-377,-8 12 23,-6 12-34,-6 14-12,2 11-16,8 3-17,9-1 11,15-8 12,12-11 33,14-12 11,9-11 0,4-16 11,2-12 6,-4-13 23,-5-6-1,-11-3 12,-9 4 55,-9 7-5,-5 13-89,-5 8-85,-2 6 12,-1 9 55,-3 8-10,0 10-18,1 7 12,9 1-6,11-5 6,15-6-6,15-10 17,2-15 0,1-4 17,5-2 11,-8-6 0,-6-4 51,-21-9-12,-3-11 11,-14-2 17,-16-9-83,2 18 4,-12-5-16,10 21-39,0 1-286,4 7-319,6 6-582,8 12-2420,10 10 3646,17 14 0,-13-13 0,5-2 0</inkml:trace>
  <inkml:trace contextRef="#ctx0" brushRef="#br0" timeOffset="5457">8967 11171 21075,'7'0'4380,"-2"0"-3254,-5 0-118,0 0-1053,-33-13 11,25 10 12,-23-6 28,37 16-18,7 5 29,6 1 0,6-4 17,1-5 10,-1-10 7,-4-4 16,-3-10 11,-6-6 23,-5-3-22,-5-3 16,-6 4-28,-4 4-50,-6 8 0,-5 7-12,-13 12-16,1 9 11,-1 5-17,5 13 34,11 1-39,2 10-40,11 5-11,28 11 51,-1-19-367,3-12 0,5-4 361,22-2 25,-21-9 0,2-2-128,4-3 0,-2-3 125,21-6 23,-9-5 11,-12-13-28,-14-4 33,3-15 18,-8-6 22,-8-10-40,-5 19 62,-4-7 45,-1 14-106,0 6 786,3-2-770,6 11 199,4 3-249,3 3 6,4 8-12,2 7 23,15 14-51,-3 7-95,2 16-27,-16-9-606,-6 20-1585,-12-3 1993,-5-15 0,-1-2 0,-1 7 1,-5-7-1</inkml:trace>
  <inkml:trace contextRef="#ctx0" brushRef="#br0" timeOffset="5923">9937 10717 21573,'3'-8'3047,"0"1"-1652,-3 7-1227,27-59-84,-19 42-157,6-18 1,0 11-124,-11 31 33,0 1-1590,7 30-2896,-5 0 4649,2 11 0,-5-21 0,-2-13 0</inkml:trace>
  <inkml:trace contextRef="#ctx0" brushRef="#br0" timeOffset="6067">10090 10766 20252,'2'-4'4704,"0"1"-6154,-2 3-8381,24 1 7800,-17 5 1,17-4 0,-22 4 0</inkml:trace>
  <inkml:trace contextRef="#ctx0" brushRef="#br0" timeOffset="6283">10591 11321 23920,'-6'-2'1569,"1"1"-1026,5 1-5176,35 48 4633,-25-18 0,25 22 0,-32-34 0</inkml:trace>
  <inkml:trace contextRef="#ctx0" brushRef="#br0" timeOffset="6824">11654 10738 24693,'-9'-24'-1417,"2"17"-454,7 52-3886,8 7 4694,10 3 0,-7-24 0,4-6 0</inkml:trace>
  <inkml:trace contextRef="#ctx0" brushRef="#br0" timeOffset="6967">11834 10893 16146,'5'-7'6867,"-2"1"-5629,12-55-387,-11 37-644,3-11 1,-2 3-158,-7 21-347,-2 7-17,1 11-218,2 11-1377,3 17 1061,7 17 0,-4-22 0,4-1 0</inkml:trace>
  <inkml:trace contextRef="#ctx0" brushRef="#br0" timeOffset="7183">12469 10826 25926,'-25'-44'414,"0"1"0,3 2 1,1 15-393,3 38-22,2 23-14,7-3 0,1 6-624,-1 13 0,0 5 589,3-9 0,0 2 1,0 1-761,0 8 0,1 1 0,-1 3 353,2-11 1,-1 1 0,1 1 0,-1 1-1939,0 3 1,-1 1 0,1 0-1,-1-2 2394,1-4 0,-1 0 0,1-2 0,0-3 0,0-1 0,0-3 0,0-5 0,0-4 0,0-1 0</inkml:trace>
  <inkml:trace contextRef="#ctx0" brushRef="#br0" timeOffset="7317">11807 12164 19418,'4'-53'532,"0"0"1,1 0 0,-1 0 0,2 3 0,0 0 0,1 2 0,3 2-459,4-6 1,2 3 0,3 2-365,1 5 0,1 1 0,3 3 262,13-12 0,4 5-157,1 7 0,3 4-1123,1 6 0,0 4 1308,-5 5 0,-3 3 0,12-2 0,-23 10 0</inkml:trace>
  <inkml:trace contextRef="#ctx0" brushRef="#br0" timeOffset="8323">12742 11196 23741,'22'17'1624,"6"-13"-1495,9-23-39,10-17-844,-19 12 1,-1-3 792,2-5 0,-2-2 39,-1-4 1,-2-3 27,-2-3 1,-2-2-43,-4-4 0,-3 0-16,-3-3 0,-2 1 38,-3 1 1,-3 1 44,-2 6 1,-4 2 8,0 8 0,-4 5 536,-12-9-609,-4 21 209,-6 25-270,-6 24 8,14-4 0,2 6-522,-3 8 0,2 4 499,1 8 1,3 3-2,7-17 1,2 2 0,0 1-14,2 0 1,2 0 0,1 0-12,3 19 0,3-2-2,4-7 0,4-2 93,3-9 1,5-4-89,3-10 0,4-5-91,2-6 1,2-7 107,4-8 0,0-7 5,1-5 1,0-5 25,1-6 0,-2-5-322,-2-3 1,-2-3 318,-3-2 0,-2 0 11,-3 0 0,-3-1 448,-4 5 0,-2 1-288,3-17 570,-8 18-682,-8 15 154,-5 14-243,-7 14 766,-6 15-761,0 17-28,5 11-303,15 4 320,4-31 0,4-1 2,9 3 0,2-4 20,11 9 0,20-6 84,-19-27-5,8-14-18,-4-16 23,-17-2 0,-4-3-22,5-14-186,-10 8 1,-5 0 263,-7-15-90,-3 18 1,-3 0 55,-12-25-25,1 29 1,-2 4-21,-8-7 200,-18 9-311,12 21 16,-8 11-61,3 14-376,6 31 141,16-12-230,11-6 0,7 1-2056,19 15 2616,1-19 0,1-2 0,6 5 0,4-10 0</inkml:trace>
  <inkml:trace contextRef="#ctx0" brushRef="#br0" timeOffset="8816">13948 11033 19977,'0'-6'4666,"0"1"-1799,0 5-2923,-25-55-28,17 48 84,-21-32-28,23 70-16,2 24 21,3-15-27,10 16-6,7-24 5,19 3 63,2-16 27,13-13 17,-7-19-6,-10-4 62,1-15 28,-15 2 123,-1-13-162,-10 15 151,-13-1-224,0 23-17,-13 2 1,-1 17-29,-7 10-22,0 24 5,12-1 17,10-2 0,19-4 1,15-12 10,1-12 0,3-2 12,-1-4 0,2-4-642,8-4 0,-1-5 670,12-7-99,-3-20 149,-24-4-42,-14 4 0,-4-2 19,-6-24-41,-6 23 0,-5 0-20,-15-14-23,2 14-27,-7 4-370,5 14-442,2 3-1150,5 15 2012,11 13 0,4-4 0,1 1 0</inkml:trace>
  <inkml:trace contextRef="#ctx0" brushRef="#br0" timeOffset="9000">14814 10653 22335,'-1'-3'2436,"0"1"-3824,1 2-1273,14 26-5141,-2 0 7802,9 17 0,-11-21 0,-6-11 0</inkml:trace>
  <inkml:trace contextRef="#ctx0" brushRef="#br0" timeOffset="9140">14942 10755 25133,'25'-40'599,"-1"0"0,0 1 1,-7 10-846,-14 22 17,0 7-348,-6 20-2257,-5 20 2834,-2 8 0,3-11 0,1-15 0</inkml:trace>
  <inkml:trace contextRef="#ctx0" brushRef="#br0" timeOffset="9483">15516 11304 25847,'14'-42'369,"0"0"1,0 2 0,-4 12-560,-9 24-163,-1 15-1070,-9 20 1423,-2 0 0,-1 0 0,-2 7 0,-5 4 0</inkml:trace>
  <inkml:trace contextRef="#ctx0" brushRef="#br0" timeOffset="10073">16460 10766 24738,'-18'-57'735,"-1"0"1,3 7 0,-2 10-602,-5 22-128,4 17 16,1 26-33,-2 29-9,8-9 1,0 5-902,2-9 1,0 3 0,0 1 882,-1 8 1,0 2 0,0 2-59,1-10 1,-1 0 0,1 2 0,-1 0-564,-1 4 1,0 1 0,-1 0 0,0 1 491,-2 1 0,0 1 0,-1-1 1,0 1-60,0-2 1,-1 1-1,0-1 1,-1-1-211,1-4 0,-1-1 0,0-1 0,0-2 383,-4 6 1,0-3 0,-1-4 143,-5 4 0,-1-11 267,-15-7-22,13-62-143,20-7 1,6-7-67,2 4 0,4-2 0,1-3-7,3-5 1,2-3 0,2 1-80,2-3 0,3 0 1,2 1-33,3 2 0,2 1 1,1 2-27,3 3 0,1 2 0,2 2 297,0 4 0,2 2 0,1 2-497,1 3 1,1 3 0,0 1-701,17-9 0,1 3 917,4 4 0,-4 3 0,-21 12 0,-2 1 0,21-6 0</inkml:trace>
  <inkml:trace contextRef="#ctx0" brushRef="#br0" timeOffset="10617">16389 11363 24984,'42'-20'69,"-1"0"1,1-1-1,-2 0 1,0-1-1,-6-2-24,2-10 1,-4-3-1171,1-5 0,-2-2 1164,-1-3 1,-2-2 7,-3-1 1,-2-1-67,-2 2 1,-4-1 110,-4 4 1,-2 1 75,-3 5 0,-2 1 61,-3 6 1,-1 2 783,-3-17-677,-4 16-140,0 14-218,0 10 1079,0 13-1034,-6 19-23,-7 27 134,5-14 1,1 4-155,-3 8 1,2 2-592,0 4 1,1 2 601,3-2 1,1 0-3,2-3 0,3-2-255,2-7 1,3-2 256,3-6 1,4-3-14,16 15 44,13-21-22,11-23-17,9-24-179,-26 3 1,-2-5 214,1-3 1,-3-3 8,-2-1 0,-2-2 512,-4 2 0,-3 0-400,7-24 627,-12 15-548,-8 14-62,-4 13-129,-2 7 895,-2 6-940,-3 10 75,-6 12-80,-3 15-6,-1 10-73,5 7-168,7-1-392,11 0-632,7-6-954,9-11-4093,8-15 6340,-4-16 0,-8-6 0,-7-5 0</inkml:trace>
  <inkml:trace contextRef="#ctx0" brushRef="#br0" timeOffset="10750">17467 10899 17428,'0'-8'3279,"-8"-25"1,-4-3-2479,-2 10-667,1-10 1,-1 2-454,3 21-818,10 13-2582,13 13 3719,6 7 0,-3-4 0,-4-5 0</inkml:trace>
  <inkml:trace contextRef="#ctx0" brushRef="#br0" timeOffset="11733">17875 10893 26756,'-40'-38'239,"-1"0"0,2 4 0,0 13-267,-16 38-39,1 15 36,29-9 0,2 3 30,3 1 1,4 2-53,5 4 0,3-2 14,3 10 42,16 2 59,7-28 46,6-2 54,1-13 163,6-19-247,-11 2 101,5-18-5,-13 13-34,-1-3-123,-3 10-135,-5 8 101,-1 9-16,-1 19 55,0 22-17,0-8 1,-1 2-336,-2 10 1,-2 3 287,-2-3 1,-1 3 0,-1-2-43,-1 4 0,-2 1-127,-2 0 0,-3 3 1,-1-3-1013,-5 3 1,-4-2 811,4-11 0,-2 0 1,-1-2 116,-10 10 0,-3-9-6,3-16 0,2-12-219,-4-29 396,20-27 61,22-3 1,10-6-1003,4-3 1,5-2 771,-2 7 1,3-2 0,3-2 19,0 3 1,3-2-1,2 0 1,0 3 233,-4 5 0,0 2 0,0 1 0,1 0 49,-1 1 0,0 1 1,0 1-1,-1 2 56,6-4 0,-1 2 1,-2 4-35,4-3 0,-2 2 258,6-4 0,1 0 552,0 3 0,-3 3-437,-8 10 0,-3 2-9,19-13 189,-21 19-340,-16 11 1882,-2 9-1668,-10 28-314,-6 13-102,-1 11-27,1-20 0,-1 0 104,1-3 1,0 0-117,-3 10 1,-1 1 5,1-2 0,1 0 133,-1 1 0,2-2-128,-4 14 1,5-13 95,7-30 101,8-12 5,14-16-106,5-5 17,14-14-67,-9 7 55,10-10-27,-6 6-17,14-9-79,-14 15-11,-2 7 23,-19 16 741,1 11-758,-1 9 394,5 11-394,7 13 11,1-8 6,0-3 11,6-14 55,1-11 80,23-20-46,-5-12-355,-20 3 0,-2-4 291,-4-4 0,-3-1-22,-4 4 0,-1-1 2,2-11 0,-2-4 20,0-6 0,-2-2-8,0 2 0,-1-1 52,0-5 1,-2 4 210,-2-10-151,-6 27 10,-5 16-144,-7 18-40,-2 5 16,-28 36 7,9 9-113,9-20 1,3 2 100,3 8 0,4 1-17,5-6 1,4 3-130,4 18 1,6 2-491,3-11 0,5 0 188,7 4 0,4-4 78,-6-19 1,1-4-2924,29 15 3310,-18-27 0,-9-3 0,-9-8 0</inkml:trace>
  <inkml:trace contextRef="#ctx0" brushRef="#br0" timeOffset="11890">18611 10900 23424,'45'-18'-87,"0"1"0,-1-1 0,1 0 1,3-3-1,-2 1 0,-1 6-4380,19 10 0,-5 7 3791,-3-3 1,8 0 0,-50 0 0</inkml:trace>
  <inkml:trace contextRef="#ctx0" brushRef="#br0" timeOffset="12407">16039 10356 23013,'0'-4'2050,"0"1"-2179,0 3-526,-50-11-51,35 16-8368,-32 14 9074,54 6 0,0 6 0,2-19 0</inkml:trace>
  <inkml:trace contextRef="#ctx0" brushRef="#br0" timeOffset="12550">16056 10455 25113,'-23'-33'-3277,"11"17"0,38 55 0</inkml:trace>
  <inkml:trace contextRef="#ctx0" brushRef="#br0" timeOffset="13090">19289 10328 20022,'2'-2'4341,"0"0"-3636,-2 2-873,13-11-235,-9 21-644,9-1-1244,-13 28-7540,-3 3 8524,1-11 0,-2-11 0,3-13 0</inkml:trace>
  <inkml:trace contextRef="#ctx0" brushRef="#br0" timeOffset="13223">19434 10373 19092,'0'15'0,"0"-2"0</inkml:trace>
  <inkml:trace contextRef="#ctx0" brushRef="#br0" timeOffset="13616">19775 10295 22615,'-3'-5'3215,"1"2"-2335,2 3-880,23-41 5,-2 32 6,18-28-16,-15 41-1,4 6-5,-12-3-11,5 2 22,-7 0 11,-2 1 6,0 3-1,0 8 24,-1 10 38,-1 12 23,-4 12-210,-4-22 0,0 2 179,-1 3 0,-2 3-434,1 4 1,-1 1 388,-1 4 1,-2 2-1,-3 2 0,-2 0-14,-3 2 0,-4-1-489,-3 1 0,-4-2 374,-3-2 1,-4-1-267,0-4 1,-4-2 369,-6-4 0,0-4 0,-2 5 0,0-14 0</inkml:trace>
  <inkml:trace contextRef="#ctx0" brushRef="#br0" timeOffset="15508">5585 3605 17761,'-51'3'1409,"-1"0"1,4 0 0,19-5-1128,39-6-24,25-8-180,-5 6 1,4 0-444,11-1 0,4 1 373,9 0 1,3 1-583,-15 2 0,0 2 0,1-1 570,3 1 0,0-1 1,1 1-14,0 0 0,-1 1 0,1-1 6,-3 1 0,-1 0 0,-1 0 8,16-2 0,-5 1 15,-12 1 1,-5 1-2,6-2-6,-37 4 35,-36 6 49,-29 5-33,17-3 0,-5 3-593,-17 4 0,0 0 545,17-4 1,1 0 10,-17 6 1,0-1 409,23-5 0,1 0-432,-10 3 0,-2 0-17,3-1 1,0 0-73,4-1 0,2 0-597,-19 5-858,29-3-3914,44-5 5461,18-3 0,-1-2 0,-8-2 0</inkml:trace>
  <inkml:trace contextRef="#ctx0" brushRef="#br0" timeOffset="16625">7292 12003 12319,'-53'1'414,"0"0"1,0-1-1,-1 1 1,-4 0-1,2-1 1,6 2-130,10-1 1,7 1 1189,5 1-999,19-2 60,12 0-48,6 1 352,18 0-12,28 0-1192,-10-1 1,7-1 458,-6-1 0,3 0 0,3-1-648,-4 0 1,2 0 0,2 0 0,1 0 561,8-1 1,1 0 0,3 0 0,0 0-414,-8 0 0,1 1 1,1-1-1,0 1 1,0 0 382,3 0 1,1-1 0,0 1 0,0 0 0,-1 0-3,1 1 1,0-1 0,0 1-1,-1-1 1,0 0 10,-4 1 1,0-1 0,0 1 0,-2-1 0,0 0-221,6 0 0,-1 0 1,-2-1-1,-2 1 230,5-2 0,-3 1 0,-4-1 182,4-1 1,-8-1-579,-2-3 1527,-61 2-1171,-15 4 0,-11 3 61,-19-1 1,-8 1 354,10 1 1,-3 1-1,-1 0-360,7 0 0,-1 0 0,-1 1 0,-1-1-9,-5 1 1,-1 1 0,-1 0 0,0 0 22,8-1 0,0 1 0,0 0 0,-1 0 0,-1 0-357,-3 0 0,-1 1 0,-1 0 0,2 0 0,1-1 354,-2 1 0,2 0 0,-1 0 1,-8 1 29,17-1 0,-7 0 1,-3 1-1,-3 1 1,-1-1-1,1 0 0,3 0 1,4 0-1,7-1-383,-11 1 1,8-1-1,1 0 1,-7 1 343,3 0 1,-8 1 0,-3-1 0,-1 1 0,4 0 0,5-1 0,10-1 325,-19 1 0,12-1-378,15-1 0,5-1 1027,-13 2-924,80-11 1,24-3 61,2 0 0,8 0 123,-12 1 0,5-1 0,2 0 0,0 0-188,1 1 1,0 0-1,1 0 1,2 0-40,-7 2 1,1-1 0,1 1 0,1-1 0,0 1-11,-6 1 1,0 0 0,0 0 0,1 0 0,0 0 0,1 1-267,1-1 1,0 0-1,0 1 1,1-1 0,0 1-1,-1 0 253,1 0 1,-1 0 0,1 0 0,-1 0 0,0 0 0,0 0-157,-3 0 1,1 0-1,-1 1 1,0-1-1,0 0 1,-1 0 154,7 0 0,0 0 0,-1 0 0,0 0 0,-2 0 0,-5 1 0,0-1 0,-1 0 1,-1 0-1,-2 1-15,6-1 0,-2 0 0,-1 1 0,-3-1 94,5 0 1,-3 1 0,-4-1-505,3 1 1,-8 0-2931,-6 0 3354,-41 4 0,-23 0 0</inkml:trace>
  <inkml:trace contextRef="#ctx0" brushRef="#br0" timeOffset="17324">5699 13922 20727,'-6'-49'950,"0"-1"1,0 1 0,-3-16 0,1 9-273,3 11-510,1 22-263,2 14 265,0 21-153,2 24-29,1-4 1,0 4-211,2 24 1,2 2-514,-2-16 1,1 0 316,1-2 0,1 3 0,0-4-927,2-1 1,0-2-2018,1 7 1,0 1 3361,0-5 0,-2-4 0,2 4 0,-3-14 0</inkml:trace>
  <inkml:trace contextRef="#ctx0" brushRef="#br0" timeOffset="17616">5624 13995 14731,'-15'-51'1174,"1"-1"0,-1 1 0,1-2 0,1-1 0,3 6-558,5 7 0,3 3-406,-2 1 0,2 0 95,4-9 1,4 3-206,10-6-97,-2 16 0,4 2-25,26-3 24,-15 22 1,4 3 2,4 2 1,2 4-28,4 4 0,2 4-514,1 4 1,-1 4 451,-1 4 0,-4 5-56,-4 3 0,-6 3 289,-6 2 1,-8 2-187,-9 0 1,-7 0 53,-14 18 67,-19-16 0,-11-5 53,-2-9 0,-2-3-251,1 3 1,-1-3 205,-5-6 0,6-5 272,9-6-751,-10-23-150,35 7-9294,29-39 9045,2 32 1,14-10 0,-24 27 0</inkml:trace>
  <inkml:trace contextRef="#ctx0" brushRef="#br0" timeOffset="18332">6360 13290 24570,'30'18'-8,"0"0"1,3 5-1,-2 2-36,13 21 30,-24-19 0,-4 0 36,-5 15 0,-13-11 40,-14-2 78,-10-14 101,-7-3 286,-4-24-158,13-10-184,7-10 207,15-21-291,14 13-222,-1 10 0,4 1 99,26-14-15,-15 23 1,3 2-68,3 2 1,0 3-71,21-5-319,-14 11 0,0 3-874,6 5-789,16 7-981,-28 8-16,-11 4 1652,-9 1 1546,-8-6 3137,-3-1-342,-5-8-594,-5 0-627,-5-4-986,0-2 711,-6 0-1036,10-1 179,-3 1-436,10-1-309,0 0 146,9 6 123,5 5 1,5 1-7,21 9 12,-10-10 0,7 2 56,-3-9-1,-10-10 1,11-6 39,-7-10 56,-4-6 11,-8-2 6,-8 3-11,-15 1-68,-11 7-44,-15 7-17,-10 6-12,-7 13-27,11 1-23,0 13 0,19 10-5,5 6-12,10 12 1,16-3 5,3-7-135,17-6 1,4-2-85,5-2-636,7-1 0,4-2-450,-13-16 0,1-4 1333,16 1 0,-1-1 0,6-1 0,-6-4 0</inkml:trace>
  <inkml:trace contextRef="#ctx0" brushRef="#br0" timeOffset="18531">7826 13237 25573,'10'-14'-2588,"26"3"120,13 10 1,7 3 1844,3 1 1,-4 0-1,-22-1 1,-2-1-1,19 5 1</inkml:trace>
  <inkml:trace contextRef="#ctx0" brushRef="#br0" timeOffset="18682">8072 13455 24727,'50'1'-1639,"-1"1"1,-6-1-1,-3-1 1,12-8 0,-24 4-1</inkml:trace>
  <inkml:trace contextRef="#ctx0" brushRef="#br0" timeOffset="19265">9615 13331 22117,'-10'-41'1078,"0"0"0,0 0 0,-4-15 1,-1 9-564,-8 10-280,-1 13-168,2 12-61,-3 16-23,-3 20 0,-5 27-349,6 3 371,14-15 1,2 5 0,2 0-731,2 8 1,2 3 677,0 0 0,1 5 1,1-4-22,4 3 1,2 1-184,0-12 1,2 5-1,0 1 1,-1-4-217,0 0 0,0-3 0,-1 3-474,-1 1 1,0 4 0,-1-1 0,-4-3 254,-3 0 1,-3-4 0,-5-3 394,-10 10 0,-8-8 267,-5-15 0,-3-11 379,-1-16 1,1-12 22,3-12 0,4-10 26,5-15 0,6-6-208,11 11 0,3-3 0,3 0-104,4-5 0,4-2 0,4 1-34,2-2 0,4 1 0,2 0-31,5 1 0,2 2 0,3 1-31,1 2 0,2 2 1,1 2-25,1 3 0,1 3 0,1 1-214,15-9 1,2 4-42,-1 5 0,1 5-465,-1 5 1,0 3-147,-11 6 1,0 3 893,10 1 0,-5 3 0,-12 2 0,12 1 0</inkml:trace>
  <inkml:trace contextRef="#ctx0" brushRef="#br0" timeOffset="20441">9832 13525 25752,'37'-31'18,"-1"-1"1,1 0 0,0 1-14,-4 3 1,-1-1-326,-1-3 1,-2-1 333,-4-2 0,-3-1 3,-4 0 0,-3 0 39,-5 2 0,-2-1 151,-2-27 73,-15 7 229,-14 7-380,3 21 218,-8 7-325,14 18 72,-4 12-71,-1 15-29,-1 21 0,10-16 1,2 2-4,1 4 1,3 1-306,1 4 0,3 1 294,2 1 0,4 1-22,1 0 0,3 0-14,4-2 0,2-1-17,2-4 1,3-3 13,2-4 0,3-4 39,2-5 1,3-4 19,3-6 0,3-6 11,3-6 0,3-6-1429,14-12 1,-2-4 1445,-16 5 0,-2-3 28,12-12 0,-5-4-201,-21 11 0,-4-1 212,3-6 1,-2 0 117,5-25 78,-17 9 208,-17 22-443,-8 10 3178,-21 21-3217,-4 13-12,-11 15 15,29-11 0,3 3 574,-10 29-594,17 2-12,20-2-265,17-4 316,18-9-11,11-11 22,-19-20 1,0-4 5,11-4-12,7-19 57,-30-12 28,-2-14-23,-12-8-27,-14-5-12,-9 1 22,-10 5-17,-3 12-21,0 13-34,1 13-79,-3 16-16,6 14 10,4 5 32,6 15-518,12 2-492,13 11-335,8-19 1,7-2-68,3-6 0,2-2 318,2 0 0,2-4-472,4-6 0,0-5 208,22-3 1629,-24-6 0,0-2 695,-5-3 0,-2-4 1277,0-6 0,-4-3-841,6-9 701,-6-16-684,-21 14-335,0-4-264,-8 6-101,-1 10-571,0 10 450,0 6-590,3 6 40,-3 10 49,0 20-33,1 9-33,6 15 21,5-16-44,15 4 28,6-12 6,18 0 56,-3-14-6,6-19-12,-19-9 46,7-19 11,-9-1 0,2-12 33,-6-12 28,-10 13-38,-4 4 94,-8 19-123,-2 13-78,-2 1-45,-2 11 11,-4 16 34,4-3-34,1 22 34,27-3 5,10 0-142,-7-18 0,4-4 156,0-5 1,-1-4 7,30 2 1,-18-10 45,-6-13 44,-21-8 73,-7-22-78,-15 0-50,-13-9-12,-2 18 22,-6 0 7,10 15-46,-2 1-78,10 9-123,6 6-129,5 7-980,11 7-4247,16 8 5535,8 2 0,-8-6 0,-9-7 0</inkml:trace>
  <inkml:trace contextRef="#ctx0" brushRef="#br0" timeOffset="20875">12399 13135 22968,'-4'-4'3058,"1"1"-952,3 3-1972,-60-39-117,45 29-17,-45-29-22,60 39 5,-1 2 34,-1 3-23,0 6-5,0 13 11,0 1 11,4 6-11,0-10-11,5 3 22,-4-12-5,3 0 33,-4-8 28,-2-3 237,1-1-304,-1-6 0,-1 1 0,-1-4 0,-1 2 0,2 4 0,0 1-24,0 2-37,2-2-387,4-4-420,2-2-740,4-4-2716,-1 4 4324,-3 2 0,-4 3 0,-2 3 0</inkml:trace>
  <inkml:trace contextRef="#ctx0" brushRef="#br0" timeOffset="21491">12392 13128 20375,'-52'32'4649,"8"-7"-3411,39-28-1064,0 1 188,2 2-255,1 0-14,2 2-60,1 2 262,2 2-262,2 4 6,4-1 45,2 0-22,1-4 50,6-1 67,5-6-100,-1-4 21,3-6-4,-12-6-24,-5-5 1,-9-2-39,-11 0-17,-11 1-1,-12 5 7,-8 7-34,0 8-17,4 10 28,8 6 0,7 10-12,8 8 12,7 7-11,8 10 0,12 7 5,1-25 1,4 0-282,6 2 1,5-3 280,6 1 1,1-3 2,-5-6 1,3-2-4,14 2 0,1-5 40,12-3-31,-18-5 0,0-4 25,14-11-6,-6-9 6,-9-10 17,-9-11-28,-12-12 16,-9-11-170,-10 28 0,-2 0 199,-4-28 55,-2 12-82,1 16 515,5 16-550,1 9 0,1 6 0,11 4 308,2 2-308,47 15 0,-4 4-183,-14-5 0,0 3 183,-10-3 0,-4 3 0,16 24-119,-21 6-1331,-22 10 1450,-9-24 0,-2-3 0,-3 6 0,-4-3 0</inkml:trace>
  <inkml:trace contextRef="#ctx0" brushRef="#br0" timeOffset="24591">11868 9902 12819,'-8'-3'2879,"1"1"-2145,7 2 3119,0 0-3136,-33 31-45,12-15-117,-26 23-73,22-23 27,4-6 46,6-4 5,6-3-185,5-4-246,3-8-101,0-5-40,7-13-4,9-6 16,16-6-6,19 1-412,-17 19 1,2 2 420,6 0 0,3 2 5,9 0 0,0 3-2,-8 2 0,3 1-12,7 2 0,7 0 1,-3 2 5,-10 1 0,-2 2 0,1-1-344,9 0 1,2 0 0,2 0 340,-4 2 0,3 0 0,0 1 1,-3 0-699,2 1 0,-2 0 0,3 1 701,-11-1 0,3 0 0,2 0 0,-1 1 0,-2-1-4,3 1 0,-2 0 0,0 1 0,0-1-1,-2 0 1,1 1 0,-1 0 0,0-1-262,-2 0 0,0 0 1,0 0-1,0-1 262,13 2 1,1-1-1,-1-1-6,0 0 1,0 0 0,-1 0-226,2 0 1,0-1 0,0 0 219,0 0 0,0-2 0,0 1-2,0 0 0,0-1 1,0 0 23,-2 0 1,0 0-1,-1-1 0,-1 0 1,0 0 0,-1 0-16,-2 1 1,0-1-1,-1 0-9,-2 1 0,0-1 1,-1 0-66,-2 0 1,-1-1 0,0 1 71,-2-1 1,-1 0 0,1 0-6,-2 0 0,1-1 1,-1 0 2,0 1 1,0-1 0,1 0 1,-1 1 1,0-1 0,1 1 231,-1-1 0,0 2 1,0-1-235,-1 1 1,0 0 0,-1 0 0,19-1 0,-1 1 232,-1 1 1,-1 1-242,-1 0 1,1-1 13,0 2 1,2-1 128,1 0 0,1 0-138,-18 0 0,-1-1 0,1 1 5,1 0 1,1-1 0,-1 0 1,0 1 0,0-1 0,0 1-15,-1-1 1,-1 1 0,1 0 118,16 0 0,0 0-119,-5 1 1,-2 0-6,-5 1 0,-2 1 5,-4 0 1,-1-1 22,-2 2 0,-2-1 206,0-1 1,0 0-210,2-1 1,1-2 10,2-1 1,1 0 248,2-1 1,0-1-244,0 1 0,0 0-11,-3 0 0,-3 0 599,-5 2 1,-2-1-508,15-3 855,-19 2-844,-14 1 141,-8 2-398,-4 1 1082,1 0-925,7 3-46,6 2-206,9 4-1961,2 1 2207,-2 0 0,-11-4 0,-6-2 0</inkml:trace>
  <inkml:trace contextRef="#ctx0" brushRef="#br0" timeOffset="25524">11603 9980 21814,'22'-41'1187,"1"1"1,-2 3-1,-7 10-934,-14 22-416,0 3 119,-2 12 122,1 11-39,-2 19-39,-1 18-237,1-26 1,-1 1 239,-1 3 0,-1-2-3,-5 19 89,-6 4 214,7-33 335,-2 1-179,6-27-364,1-18 451,1-20-473,4-19-39,3 6-332,4 10 1,2-1 392,6-9-28,-5 17 0,0 1 73,3-2-39,-7 17-95,-3 11-124,-2 8 56,-1 10 1,0 12-275,3 17-857,6 18-1759,-1-22 0,1 0 2519,1-1 1,0-3 0,4 11 0,-5-18 0</inkml:trace>
  <inkml:trace contextRef="#ctx0" brushRef="#br0" timeOffset="26158">18603 9601 23159,'36'-23'168,"-5"4"-84,4 15 0,5 3-34,-6-1 0,1 0-1443,7 0 0,3 1 0,-3-1 1418,-2 0 0,-1 1 31,13 0 0,-3 0 1173,-2 1-1128,0 3 694,-20 2-611,-12 6 68,-6 4 17,-3 8 2416,-1 6-2489,0 5-13,0 4-133,0 0-269,0 8-229,-2-16-2957,-5 13 3405,-4-19 0,1-4 0,1-8 0</inkml:trace>
  <inkml:trace contextRef="#ctx0" brushRef="#br0" timeOffset="31873">6696 5301 19546,'-35'0'510,"7"1"-522,28 0 96,3 0 51,1 0 346,20 3-190,10-2 1,8 0-220,9-1 1,6 0-876,-2-1 1,3 0-1,2-1 808,1-1 1,2 0 0,-2 0-8,-9 1 0,-2-1 0,4 0-12,3 0 0,4 0 0,1 0 0,-5 0-878,0 0 1,-3 0 0,2 0 870,-8 0 0,2 0 0,0 0 0,1 0-27,5-1 0,2 0 1,-3 0-1,-5 0-386,5 0 0,-1 0 432,-8 0 1,6 0 0,-1-1 0,-5 1-181,7-1 1,-4 0 195,7-1 0,-3 1 589,-12 1 1,-6 0-856,-3 0 1862,-34 4-5004,-19 1 2999,-22 3 1,24-3 0,-1 1 0</inkml:trace>
  <inkml:trace contextRef="#ctx0" brushRef="#br0" timeOffset="43034">9540 5315 7615,'-8'0'3025,"1"0"-2157,7 0 3703,0 0-3776,-10-18-117,8 14-298,-8-16-273,16 17-12,8-3 23,15-3 44,31-2-117,-14 3-6,-8 3 0,1 1 45,13 1-276,-20 2 0,1 0 237,30 0-1651,-24 3 1,-1 1 1611,15 0-1,-13 2 1,1 0-334,21 2 336,-20-2 1,3 0-4,2-1 1,2-1 2,-7-1 0,3-1 0,-2 1-451,14 0 1,-1-1 442,-1 0 0,-2-1 0,-5 1 0,-2 0-819,-2-1 1,-1 0 812,-8 0 1,1 0 8,19 1 0,-2-1 1431,9 1-1440,-25 0 1,1 0-6,0 0 0,-1 1-3,-3 1 0,1 0-6,11 0 1,4 1-8,-7 0 1,1-1 0,0 1 3,17 0 1,-2-1 14,-1 1 0,-1-1 2,-2-1 0,-3 0 3,-11-2 1,0 1 4,8-1 1,2 1 3,4-2 0,0-1 2,-9 1 0,-2-1-2,-2 0 0,-1-1-1,-3-1 1,0 1 1,-6 1 0,-1 0-15,9-1 0,3 1-1,8 1 1,1 0-4,-7 1 1,-1 0 125,9 1 1,-3 1-129,-16-1 0,-2 0-17,6 1 0,1 1 2648,20 1-2645,-17-1 0,2 0 34,-9-1 0,1 0-6,13 0 0,-2 0-1514,10-1 1514,-23 0 0,0-1 5,20 0-60,-17-1 1,2 0 37,-1 1 0,1 0 11,-2-1 1,-1 0 5,-2 1 0,-2 0 705,24 0-722,-14 0 1,2 0-12,-6 1 0,-1-1 8,-2 1 0,0-1-61,8 1 0,-3 0 14,4 0-23,-2 0 1,3 0-113,-5 0 0,-2 1-4,2-1 1,1 1 126,5 0 1,-1 0 33,-9 0 1,-1 0 7,-1-1 1,-1 0-42,19 0-110,-21-1 0,2 0-588,2-2 1,1 0-68,4 0 0,2-1 606,7-1 0,0 0-685,-3 0 1,-3 0 621,-8 2 1,0-1-96,15 1 0,-2-1 328,2 1 67,1-1 0,0 1 73,6-1-1,-16 1 1,-1 0 0,11-1-9,-11 0 1,1-1-43,22-2-17,-16 1 1,1 1 8,-5 1 0,0 1 34,1 0 0,-1 0-18,-9 2 1,0-1 72,5 2 1,0 0 274,-4 2 1,0 0-155,0 0 0,1 0-17,3 1 1,-2 1-24,10-1 12,-10-1 0,0-1-128,4-1-26,1 0 0,3 0-3,-12-2 0,1 1 31,9-1 0,4 0 162,7-1 1,0-1 94,-9 0 1,-2 0 142,4 0 1,-2-1 582,15-5-101,-7-1-304,-6-2-211,3-1-207,3-2-158,-8 3 1,-7 4 0,1 0 11,18 0-65,-17 3 1,0 0-3,16 0 22,-16 2 192,-16 1-1395,-14-1-7969,-14-1 9133,0 1 0,-2 1 0,3 1 0</inkml:trace>
  <inkml:trace contextRef="#ctx0" brushRef="#br0" timeOffset="45842">11892 6159 8970,'-3'0'5451,"0"0"-432,3 0-4135,-36-2-363,26 0-387,-27-1-134,41 0 62,10-3-17,14-3-51,14-1 6,9-1 17,0 3-11,-9 1 16,-14 4 51,-14 1 0,-14 2-34,-15 2-6,-17 3 29,-18 2-20,18-1 0,-1 0-129,-3 0 1,0 1 178,0 0 1,2 1 126,-25 5 28,16-2-23,16-3-34,12-4-39,10-2 51,3-2 16,13 0 257,10-2-379,23-4-18,13-6-42,-23 5 1,0 0-15,0-1 1,-1 0 5,22-5-6,-18 5-246,-18 3-986,-11 3-3769,-10 2 4979,-2 3 0,0-2 0,0 3 0</inkml:trace>
  <inkml:trace contextRef="#ctx0" brushRef="#br0" timeOffset="47242">12493 6177 20431,'26'-24'367,"-1"1"1,1 1 0,2 5-270,4 11 0,1 4-363,-1-1 0,1 1 355,0-1 0,-1 2-17,3-1 0,0 0-26,4 0 1,1 0-473,6 1 1,2 0 446,6-1 1,1 1-422,6 0 0,0 1 403,-18-1 0,1 1 0,-1 0-8,1 0 0,0 0 0,-1 0 1,21 0 1,-1 0 10,-2 0 1,-3 0-4,-14 0 1,0 0-1,2 0 1,2 0 0,-5 0-6,20-1 3,-22 1 1,4-1 0,-3 0-259,-5-1 1,-1 0 262,12 0 0,3-1-14,0 1 1,1-1-1,-10 1 1,2 1-1,-2-1 3,13 1 1,-1-1 2,-3 1 0,-2-1 0,-5 1 0,-3 0-14,-8 0 0,0 1 2,8-1 1,1 0-3,0 1 0,0-1 0,2 1 0,-1 0 6,2-1 0,-1 1-1,1 0 1,0-1 8,-2 0 0,-1 0 5,0 0 0,-1 0 0,-2 0 1,0-1 5,-3 1 0,0-1 125,-2 1 1,-1-1-159,30-1 5,-3 1 246,1 1-241,-29 0 1,1 1-6,1 0 1,0 0 557,1 1 0,1 1-552,-1-1 0,0 0-3,-2 2 1,0-1 7,27 2 12,-6-2-17,-6-1 16,-2-1 1,-1 0-6,1 0 0,5-1 5,4-1 23,5 1-33,-1 0 691,-3 1-697,-9 2-14,-9-1 30,-5 2 606,-6 0-611,0-2 70,-1 1-58,-2-1 10,-1 0-5,-5 0 16,-6-1 12,-5 0 6,-4 0-1,-3 0 23,3 0 0,3 0-45,5 0-62,0-1-577,-3-2-5954,-4 1 6565,-6 0 0,1 0 0,-3 1 0</inkml:trace>
  <inkml:trace contextRef="#ctx0" brushRef="#br0" timeOffset="58268">6361 10528 6967,'-11'-1'5797,"2"0"-2691,9 1-814,0 0-1653,0-14-471,0 11 91,0-11-186,0 14 262,0 0-459,-2 2 192,-1 3 66,-6 7-95,-3 7-28,0-1 51,-3 7 16,9-11 264,-1 1 481,5-9 376,2-4-196,0-2-589,-2-6-229,0-7-68,-1-2 191,0-18-173,1 8-51,3-13-51,5 8 7,3 0-29,0 8 11,3-1-27,-6 13-57,1-1 0,-4 9-78,-1 1 129,6 1 11,6 3-11,10 1 11,8 2 11,8-1-5,7-2-6,6-1-6,5-2-454,5 0 457,-31-1 1,1 1-4,1-1 0,0 1 32,0-1 0,1 0-12,1 1 1,0 0-2,0 1 1,1 1 18,1 0 1,0 1-18,1 1 0,0 1-10,1 0 1,0 1-4,1 1 0,1 0 5,0-1 1,2 1-45,1 0 1,0-1 4,-9-1 1,2-1-19,23 2 0,2-1 3,-14-2 1,1-1-425,-3 0 0,5 0 0,-3-1 420,14 0 1,-1-1-8,-3 1 0,0 0-297,-7 0 1,-3 2 320,-6 0 1,-3 1-41,-7 1 1,-2 0 28,17 5 389,-11 0-333,-5-3 1286,1-1-1280,4-4 5,5-1-10,5-4-18,1 0 730,-3-3-730,-5 1 101,-9 2-100,-10 1-1,-8 1 1,-6 1 27,-1 0 23,2 0-28,5 0-12,4-2 12,4-1-28,0 1 11,-2 0-23,-4 2 12,-7 0 28,-3 0 11,-3 0 358,-2 0-251,5-1-51,4-3-56,6-1 17,0-2 33,-5 4 28,-3 0-50,-6 3 28,0 0-89,0 6 5,2 4-79,1 13-1225,-1 14 1304,-5 4 0,0-10 0,-1-11 0</inkml:trace>
  <inkml:trace contextRef="#ctx0" brushRef="#br0" timeOffset="66892">1417 13537 17473,'0'-9'1775,"-5"-24"1,-2-4-1070,-1 14-272,-2-16 1,-5 1 214,-12 16-470,-5 4-106,-11 6-17,0 21-33,6 2-1,-9 22-36,26-8 0,3 3-3,1 0 0,4 2-97,2 6 0,6 1 92,20 21-3,-1-31 0,5-1-1664,5-1 0,1-3 1661,20 12 5,-17-16 1,1-1-15,21 11 37,-7-3 68,-10-2 38,-34-7 96,-24-2-151,-23 1-32,13-7 1,-1-2 1458,-4 1 1,-1-2-1488,1-1 1,2-1-120,-24 1-572,22-9-141,19-1-8990,21-23 9705,9 6 1,0-2-1,-1 13 1</inkml:trace>
  <inkml:trace contextRef="#ctx0" brushRef="#br0" timeOffset="68032">1687 13508 15743,'2'-3'7253,"-1"0"-5623,-1 3-1445,21 3-57,-8 20-66,14 13-17,-17 25-65,-8-26 1,-2 0-156,-3 1 0,-1 0 54,-2-1 1,-2-2-306,-13 24-72,-3-14 190,-2-17 263,0-13 101,1-18 34,4-12 111,5-11 74,6-9 16,5 0 249,8 0-271,1 6-135,5 8-100,2 8-34,5 8 28,10 4-34,15 2-16,19 3-399,-24-1 1,2-1 392,3 1 0,1 0 5,-1 0 1,0-2-137,-3 0 0,-2-2 176,26-5 39,-17-4 17,-15-6 45,-15-2-51,-8 3 146,-17-9-28,-4 9 803,-13-5-809,0 10 255,0 7-423,5 8 1,8 10-29,5 9-28,10 11 11,8 3-10,10 1 4,9-3 12,3-7 17,3-9 50,-1-8 6,-4-16 17,-4-10 39,-7-12 39,-7-8 39,-10-4-6,-13 1-94,-2 9 89,-24-3-123,16 20 67,-33-2-107,22 23-10,-13 11-23,18 18-28,10 14-79,12 9-5,9-27 0,5 0-246,3-1 1,4-1 164,4-2 0,4-3-23,4-3 0,3-4-5,2-3 0,1-3 33,1-4 1,1-3-151,27 0 366,-9-14 95,-13-7 101,-11-10-45,-12 4 431,-7-11-99,-7 10-2,0-6-117,-4 13 137,1 6-517,-1 8 181,1 11-154,1 9-5,4 15-23,0 10 17,1 10 5,-4-22 1,-1 0-242,-2 3 0,-2 0 225,0-1 0,0-1 5,-6 23 57,1-21 38,3-17-22,-1-18-44,-3-16-18,-4-15 23,-3-17 12,0-13-335,8 26 1,2-1 305,1-2 1,2-1-4,2-1 1,2 0 7,3 1 1,2 1 6,7-19-215,4 20 0,3 3 192,17-6 0,-9 14 0,2 3 0,13 1-133,17 11 122,-21 17 11,14 10-22,-18 13-6,-13 7 28,-14 5-11,-23 1 5,-20-2 9,10-20 0,-4-3 265,-3-1 1,-2-4-336,-1-2 0,0-2-90,2-3 0,2-2-330,-21-1-2229,22-7 2749,24-5 1,6 4 0,9-1 0</inkml:trace>
  <inkml:trace contextRef="#ctx0" brushRef="#br0" timeOffset="68225">3037 13751 19501,'-4'2'5287,"0"0"-4172,4-2-1288,-41 15-646,56-15-2620,-12 8 3439,32-11 0,12-7 0,3 2 0,-2 0 0</inkml:trace>
  <inkml:trace contextRef="#ctx0" brushRef="#br0" timeOffset="68416">3719 13554 22716,'0'-5'3730,"0"1"-1977,0 4-1742,-30-24-22,16 45-101,-22 0-294,27 17 0,6 10-2871,0-5 0,0 2 0,0-2 2012,1 1 1,0-3 0,0 5 0,1-8-1,1-23 1</inkml:trace>
  <inkml:trace contextRef="#ctx0" brushRef="#br0" timeOffset="69526">2053 16296 15205,'5'-38'3069,"0"0"0,-2-19-2741,0 13 0,-3-1 260,-4 12 0,-5 4 342,-14-12-331,-10-2-5834,-18 16 5308,14 14 1388,-24 21-1342,12 15-783,10 5 1,1 4 663,10-9 0,2 1-14,-8 16 0,3 1-31,7 13 25,17-17 1,4 0 19,9 9 5,35-1 1,-7-37 0,3-7 13,0-2 1,1-3 892,8-5 1,-1-7-874,-9-4 0,-4-3 82,16-17-18,-20 7 1,-4-1 126,-1-8 66,2-16 3030,-20 31-2923,-5 7-342,-1 15-27,0 1 630,-2 12-653,-2 24-33,1 12-9,2-10 0,0 1-53,3 17-205,2-17 1,2 2-2023,6 2 1,2 0 1631,-1-5 1,-1-1 0,12 23-1,-13-38 1</inkml:trace>
  <inkml:trace contextRef="#ctx0" brushRef="#br0" timeOffset="69749">2569 16303 27438,'-45'-4'240,"9"1"-368,36 3-1054,4 2 1182,6 4 0,-3-3 0,1 3 0</inkml:trace>
  <inkml:trace contextRef="#ctx0" brushRef="#br0" timeOffset="79666">4129 16498 21002,'0'-10'3562,"0"3"-3072,2-25 1,1-3-82,-2 16-384,1-20 0,1 12 25,-2 37 46,4 17-35,2 23-53,-2-18 1,-1 2-364,0 7 1,-1 1 343,0 5 0,-1 0-45,-3 4 0,-1 0 11,-1-1 0,-1-2 53,0-6 1,-1-3 41,-6 13 1,1-28-6,-6-30 5,-6-22-33,-10-26-445,15 18 0,1-4 436,0-6 0,3-4-5,3-4 0,3-2-6,4-3 0,4-1 14,4 0 1,4 1 2,2 4 0,2 1 0,0 5 0,2 3 2,0 7 1,0 1-17,-1 5 0,2 2-220,2 3 0,2 2 206,4 2 0,1 3-3,19-9-14,-4 16 1,2 5-9,15 8 22,-17 5 0,-1 5-22,11 23 623,-19 16-573,-22 5 6,-31 3-379,-1-29 1,-5-2 375,-10 0 0,-5-3-6,-4-1 1,-3-2-9,-1-3 0,1-2-28,2-4 0,3-1 178,8-3 0,4-2-1903,-8-5-6151,31-14 7904,22-5 0,0 4 0,2 5 0</inkml:trace>
  <inkml:trace contextRef="#ctx0" brushRef="#br0" timeOffset="80033">4821 15931 25881,'33'26'-26,"0"1"1,1 0 0,5 4 0,-2 0-34,-1-1 0,-5-1-36,7 18 95,-20-17 0,-4 1 95,-14 24 73,-25-10 79,-23-14 111,-9-15 6,2-24-129,10-17-134,19-21-50,18-12-37,13 26 0,5 1-17,4 0 0,4 2-184,4 3 1,5 4 108,0 3 0,3 5-85,1 2 1,2 4-292,10 3 1,0 3-2,18 3-664,-14 2 1,0 3-126,-13 1 1,-1 0-1580,7 3 1,1 1 2221,-2 4 0,-3-1 0,4 1 0,-13 2 1</inkml:trace>
  <inkml:trace contextRef="#ctx0" brushRef="#br0" timeOffset="80349">5600 16231 26273,'7'-12'-17,"23"-2"28,15-1 0,11-1 6,-32 5 50,0-6 68,-8-4 100,-9-16-33,-4 3-90,-5-4 140,-5 3-6,-4 12-56,-3-1-50,-8 10-112,-1 12-11,-1 7 28,-7 17-45,1 9-17,-8 20 0,16-13 1,2 3-7,5-3 1,3-1-6,-1 1 0,4-1-59,6-1 0,5-2-596,19 19 313,-2-22 1,7-1-2054,24 1 0,6-4 1878,-10-8 0,-2-2 0,1-3 0,-4-2 1,-6-4-1</inkml:trace>
  <inkml:trace contextRef="#ctx0" brushRef="#br0" timeOffset="80575">6605 16069 23528,'-7'-3'2885,"1"1"-2796,6 2-441,0 0-1363,59-22-245,-28 23 0,3 1-1485,12-10 0,1 1 3445,-4 14 0,-6 3 0,-9-4 0,-4 2 0</inkml:trace>
  <inkml:trace contextRef="#ctx0" brushRef="#br0" timeOffset="80725">6717 16373 22459,'-36'10'2201,"0"0"0,4-1-2123,-3 0 1,5-1-29,21-6-50,28-3-269,24-3-403,-3 0 0,5 0-4244,10-2 1,1-1 4599,0 0 0,-4 1 1,-15 2-1,-4 0 1,4-1-1</inkml:trace>
  <inkml:trace contextRef="#ctx0" brushRef="#br0" timeOffset="82066">8218 16216 19003,'20'-57'2070,"-1"0"0,-4 7 1,-8 5-1298,-22-11-347,-21 20-275,-4 16 73,-22 7-202,27 21-44,-13 16-23,18 31-530,14-12 0,1 3 561,-1 13 0,2 2-14,1-8 0,2 2-112,4-10 0,-1 4 0,1 1 0,1-3-614,0 2 0,0-2 0,-1 3 556,1 0 1,-2 4-1,0-1 1,-1-2 88,-2 4 1,-1-3 0,-2-2 91,-1-5 0,-1-2 1,-4-3-261,-11 9 1,-4-7 346,-1-13 0,-1-7 42,-20-1-158,20-32 1,4-11 191,-1-27-57,13 7 1,3-4-23,11 2 0,5 0-31,3-1 1,4 1-29,3 1 1,4 2-29,3 1 1,5 2-29,5 2 0,4 3-60,7-1 0,5 4-102,10 0 0,4 2 34,-12 10 1,2 1-1,2 0-41,3 1 1,1 1 0,1 1 21,0 1 1,0 1 0,2 1-198,-4 2 0,2 0 0,-1 2 0,-5 0 215,8-1 1,-3 1-113,17 0 1,-15 8 664,-41 13-203,-15 11 772,-18 6-43,-10 0 729,1-7-785,9-7 1360,10-9-767,9-5-772,10-10-404,10-10-106,16-11-17,12-14-500,-19 15 0,1-1 405,3-6 0,0-2-20,2-4 0,0-2 3,0-2 0,-1-2 25,-2 1 1,-3 0 7,-3 4 1,-4 0-124,-6 4 0,-3 2 252,0-24 4,-11 13 69,-5 12-100,-4 14-57,0 9 689,-5 11-790,-7 12 29,-13 15-40,12-4 1,0 2-330,-3 6 0,1 4 321,1 4 0,2 2-9,2 3 1,4 0-3,4 1 0,4 0-177,4-3 0,5 0 135,6-4 0,4-2-17,15 16-115,9-21 0,5-4 62,-8-12 0,2-2 36,17 3 0,2-4-434,-7-9 0,-1-5 510,0-5 0,-1-4 39,-3-5 0,-1-3 19,-2-5 1,-3-2 5,-2-1 0,-3-2 34,-3 2 0,-3 0 179,15-20 33,-17 13-38,-12 12 771,-12 11-978,-5 6 384,-24 7-396,-1 10-16,-14 10-24,9 11-10,9 9 5,8 9-11,9 4-11,9 0-11,14-5 16,15-12 1149,12-13-1092,5-13 16,-2-18 6,-7-14 11,-6-17 0,-6-17-495,-12 21 0,-1-3 461,0-4 1,-1 0 7,0 0 1,-1 0-58,-1 5 0,-3 2 145,-1-19-68,-15 19-72,-15 15 10,-13 13-27,-6 14 813,4 14-1077,11 15-537,14 15-366,14-20 0,4 1 1206,6 7 0,2-1 0,0 6 0,7-3 0</inkml:trace>
  <inkml:trace contextRef="#ctx0" brushRef="#br0" timeOffset="82625">9989 16360 27135,'1'-39'341,"0"1"1,-7-23-308,-20 60-28,-2 10 5,0 10 0,4 15-39,7 10-6,8 6 1,14 0-29,17-6 23,20-8 73,15-11-296,-25-16 1,0-4 261,29-2-15,-12-14 65,-10-10-28,-8-9 1,-5-7 38,-4-2 35,-5 4 16,-5 10 514,-6 12-592,-6 15 40,-6 13-63,-3 12 6,-3 7-34,3 1-17,6-7 40,9-7 16,3-8 34,24-5 17,1-9-17,22-7-28,-5-9 28,-2-6 11,-11-6-15,-14-7-52,-12-5 0,-11-4 0,-9-3 0,-1 16 0,-1 7 0,2 17 0,5 6 0,1 0 0,1 7-606,5 11 12,2 0-2111,15 17 2705,12-3 0,-11-10 0,2-2 0</inkml:trace>
  <inkml:trace contextRef="#ctx0" brushRef="#br0" timeOffset="82933">10884 16362 27908,'30'27'174,"23"-3"-158,-7-12 23,-5-8 1,-2-3-1,-8-5 62,20-15 11,-34-7-6,-3-13 23,-18-4-122,-29-2-7,3 17 0,0 14 0,-3 5 0,-14 7 0,-10 9 0,2 19 0,21 7 0,8 3 0,22 7-433,25-5 433,6-11 0,1-1 0,5 3 0,13-5 0</inkml:trace>
  <inkml:trace contextRef="#ctx0" brushRef="#br0" timeOffset="84349">11036 16409 21299,'-7'28'2229,"1"-6"-1820,6-20-247,0 0 74,0 1-85,0-1-6,2 1 79,3-1 34,7 0-62,9-4-83,10-5-57,8-6 28,1-5 78,-6-2 180,-10-8-163,-12 4-95,-6-1 50,-11 3-5,-2 3-28,-5-4-28,-5-2-1,5 6-38,1 3 44,4 5 12,4 5-12,-2 1 23,1 2-84,-2 4-11,-1 3 10,-10 9-4,-6 6-7,-8 8 18,-7 12-23,10-4 11,4-1 11,12-2-5,9-4 17,4 7 27,19 8-22,7-6-27,20 2-512,-7-18 511,-10-10 0,3-3-106,-1-4 0,2-2-1771,20-1 1,3-2 1865,-14-2 0,-2-1 0,-3 1 0,-4-1 0,-8-3 0</inkml:trace>
  <inkml:trace contextRef="#ctx0" brushRef="#br0" timeOffset="98301">1570 17795 18078,'0'-8'2663,"-6"-27"1,-2-7-1785,0-1-577,-1-6 1,1 1 179,3 5-207,3 17-208,2 12-95,0 10 56,0 15 78,5 16-83,2 24-4,-2-15 1,-1 2-9,0-5 0,-2 2-36,-1 24 0,-3 1-511,-2-17 1,-2-1 507,-2 19 0,-2-1 22,-1-17 0,-3-2-65,1-6 0,-1-3 172,-11 15 201,7-19-11,7-16-128,8-18-46,7-15-33,10-18 34,12-11-40,1 8-47,-2 10 0,4 2 611,14-8-656,-11 12 0,1 3-3,-3 8 1,-2 3 10,19-1-50,10 9 6,-2 20-18,-6 3 228,-7 18-177,-41 2-11,-28 8 16,3-22 1,-5 0-352,-8-1 0,-2-1 307,-3-1 0,-2-2-84,0-4 0,-1-3-283,5-3 0,1-4-3756,-25-4 4179,24-12 0,20 3 0,12-2 0</inkml:trace>
  <inkml:trace contextRef="#ctx0" brushRef="#br0" timeOffset="98491">2522 18009 21265,'0'0'0</inkml:trace>
  <inkml:trace contextRef="#ctx0" brushRef="#br0" timeOffset="99374">4300 18006 21584,'3'-52'1271,"0"-1"1,-1 6 0,-5 9-751,-10 18-387,2 9-234,5 10 72,3 19-6,3 24 14,1-7 1,-1 4-750,0 10 0,0 3 682,0 7 1,-1 2-94,-2 1 1,-2 1-59,-1 0 0,-1-1-316,-2-5 0,-1-2 481,0-8 0,0-4 84,1-10 1,-1-4 78,-11 1-23,-1-32 22,-1-27 46,4-28-68,12 19 0,1-3 329,2-6 1,3-2-313,1-5 0,1-2-6,2-1 1,1 0-4,0 0 1,2 2 2,1 5 1,0 1-12,0 4 1,2 2-32,-1 4 0,2 1-19,1 3 0,1 1 364,1 4 1,3 2-348,18-15-39,4 17-1,2 14-22,3 13-28,1 11 17,-1 12 17,-7 11 22,-15 10 5,-26 7 3,-7-22 1,-6-2-273,-5 3 0,-5-2 241,-2-1 1,-2-1-43,2-2 1,-1-2-74,4-4 1,0-2 172,-13 8-2651,15-13-7215,12-8 9066,8-6 0,5 1 0,0-1 1</inkml:trace>
  <inkml:trace contextRef="#ctx0" brushRef="#br0" timeOffset="99758">4787 17721 22094,'-4'-4'3484,"1"1"-2464,3 3-1093,-15-32 45,31 34-56,4-15 22,9 26 1,5 10-65,1 0 0,-1 4-45,-1 1 0,-4 4-321,-6 1 0,-5 3 360,-6 0 0,-6 0 110,-7-3 0,-6-1 94,-17 21 130,-24-16-33,5-20-24,0-12 96,11-20-6,13-10-28,2-27-268,19 0-29,9-2-103,8 26 0,6 3-267,4 3 1,4 2-877,4 0 0,4 0 0,0 1-345,14-3 1,0 2-1003,-12 6 0,1 1 0,-4 2 2683,1 2 0,-5 3 0,7-1 0,-23 6 0</inkml:trace>
  <inkml:trace contextRef="#ctx0" brushRef="#br0" timeOffset="100067">5527 17784 13099,'-3'3'7645,"0"0"-4194,3-3-3311,-15 56 11,29-41 28,4 36-22,23-62-73,-1-3 123,-11-11 62,-10 1-39,0-12 162,-5-13-179,-8 16 336,-6-15-426,-4 33 73,-13-7 17,-15 18-124,-6 7-72,-9 10 0,9 13-40,10 9 7,11-3-3662,13 27 3342,10-25-2603,14 6 0,5 0 2939,15 0 0,5 5 0,-22-29 0</inkml:trace>
  <inkml:trace contextRef="#ctx0" brushRef="#br0" timeOffset="100291">6535 17791 21108,'-8'0'1882,"-26"0"0,-4 0-1787,16 0-171,-19 1 1,12-2-154,32-2-4381,20-4 4257,9-1-1203,8 0 1,3-1 781,5-1-1091,6 0 0,1 0-1574,0 3-846,-18 2 0,-2 2 4285,-2 3 0,-15 2 0,-14-1 0</inkml:trace>
  <inkml:trace contextRef="#ctx0" brushRef="#br0" timeOffset="100441">6515 18030 25562,'50'-20'-1068,"-1"0"0,-5 2 0,-5 3 0,3 6 0,-19 3 0</inkml:trace>
  <inkml:trace contextRef="#ctx0" brushRef="#br0" timeOffset="101034">8734 17753 20666,'-17'-60'1551,"1"0"1,-2 6-1,-3 7-833,-18 4-343,-3 17-297,8 14-134,11 12 45,9 18-17,6 25 25,4-6 0,2 4-669,0 11 0,0 4 627,0-12 0,1 2 1,-1-1-26,0 11 0,-1 3-176,-1-11 1,-1 4 0,-1 0 0,-1-3-63,0 0 0,-1-3 0,0 3 214,-1-2 0,1 4 0,-1-2 1,0-3 42,-6 17 1,-1-5-37,1-13 0,-1-3 101,-1-9 0,-2-4 74,-26 15 69,-8-25-62,-4-44-23,30-3 1,6-6-316,3-11 1,7-4 217,9-3 0,7-2-448,9 3 1,6 2 197,6 2 1,6 2-303,5 3 1,2 3-539,4 4 0,1 2-1358,2 4 0,0 3-2218,-2 4 1,-1 2 4690,-12 6 0,-3 3 0,9-3 0,-28 10 0</inkml:trace>
  <inkml:trace contextRef="#ctx0" brushRef="#br0" timeOffset="101717">8909 18049 24839,'44'-23'46,"1"1"1,-1-1 0,-2-2-28,-7 1 1,-3-2-765,1-2 0,-3-3 748,-2-4 0,-3-2 13,-2-3 1,-2-1 36,-3-1 1,-2-1 88,-3 4 0,-2 1 323,3-23 362,-11 19-480,-11 17-112,-6 11-100,-6 8 666,-3 12-795,-3 12-17,-3 21-3,13-10 0,0 4-274,1 7 1,0 3 264,2 8 1,1 1-15,2 2 1,4 0-31,2 0 0,4-2-26,6-5 1,5-4-266,5-5 0,6-4 210,5-8 0,5-5-43,5-5 1,1-6 36,3-6 0,1-5 50,1-6 0,-1-5 70,0-4 1,-2-5 83,-3-5 0,-2-2 65,-3-3 1,-4-2 49,-5-2 0,-3-2 25,-5 3 1,-3-1-9,-4 4 0,-2 0 109,-4-18-72,-11 14-74,-9 15-61,-11 11 819,-7 16-881,-3 11-10,9 4-35,-1 28-61,20-7 22,5-12 1,4 1 440,15 22-541,15-6 61,15-11-184,7-12 274,2-13 84,-5-14 44,-8-14 1,-9-12 44,-9-12 6,-9-10-56,-7-6-292,-11-1 325,-6 6 1,-12 12-79,-6 15 194,-6 12-272,-1 10-67,4 12-74,8 10 43,10 12-904,11 10-1457,19 6-5221,20-2 6843,9-9 0,-12-17 0,-11-10 0</inkml:trace>
  <inkml:trace contextRef="#ctx0" brushRef="#br0" timeOffset="102184">10327 17751 20330,'1'-7'5601,"0"1"-4604,-1-54-543,-4 41-309,0-43-145,-8 69-11,3 4-23,-10 26 29,1 6 5,-1 17-17,12-22 0,2-2-22,1 13 11,11 6-11,9-31-17,8-1 50,5-11 40,3-10-17,3-14 39,0-8 28,-1-10 28,-5-4 22,-6-1 73,-9 6-22,-6 8-112,-5 11-73,-5 7 11,-6 11-45,-5 6-38,0 11-7,5 13 57,9-10-51,17 10 0,19-18 0,20 1 39,-23-14 1,1-3 33,1-1 0,0-3 17,5-6 0,-3-3 0,13-3 47,-21-4 0,-4-3 88,1-16 10,-1-15-50,-9-7-42,-11 22 0,-4 1-36,-2-10-68,-10-6-257,-12 34-2291,-19 10 2582,-5 15 0,13 0 0,9 2 0</inkml:trace>
  <inkml:trace contextRef="#ctx0" brushRef="#br0" timeOffset="104557">12416 11756 21707,'-43'9'1558,"35"-5"-1471,37-4 0,23-5-57,6 1 1,4-1-1266,-11 0 1,1 1-1,2-1 1233,5-1 0,2 0 1,0 0-5,-14 1 0,1 1 1,0-1-1,0 0-13,1 1 1,-1-1 0,0 0 0,-3 1 1,5-1 1,-3 1-1,0 0-21,3-1 1,1 1 0,-4 0 510,0 0 0,-4 1-473,2 0 0,-4 0-45,-2 0 579,-46 3-494,-48 1-288,25-1 1,-5 1 299,-17 1 0,-8 1 1,5-1 338,6 0 0,-3 0-326,-4 0 1,-10 1 0,-1 0 0,6 0-924,10-1 0,4 0 1,-2 1 881,-10 0 0,-1-1 0,2 2 9,9-1 1,2 0 0,1 1-236,3 0 0,1 1 0,0-1 258,-19 3 0,2 0 32,-1 0 1,6 0-151,-2 1 642,30-4-580,25-3 202,59 1-163,-14-3 0,7-1 217,4 0 0,6-2 1,2 1-257,-9-1 0,2 0 0,1 0 0,1-1-2,-6 1 1,1 0 0,0-1 0,0 0 0,-2 1-2,4-1 0,-3 0 1,1 1-1,3-2 4,4 1 0,4-1 0,1-1 1,-4 1-1,-6 1 2,-3-1 1,-7 2 0,6-2-3,1 0 0,8 0 0,1-1 0,-3 1 1,-9 0 52,11-2 1,-5 1-35,-8 0 1,2 1 0,-8 0 584,11-2-515,-34 2-163,-25 2-36,-24-1 0,-11 1 53,-6 2 0,-4 1 183,-1 0 1,-5 0-1,0 1-812,0 3 0,-1 1 0,3 1-1197,9-2 0,2 2 0,0 0 1882,-22 5 0,9 0 0,15-1 0,5 0 0</inkml:trace>
  <inkml:trace contextRef="#ctx0" brushRef="#br0" timeOffset="105407">9157 18260 15272,'-9'1'2112,"1"0"-1449,-22 11 1,-5 4 216,9 1-656,-12 2 0,3 0-17,24-2 118,16-4 128,24-4-139,33-5-715,-13-6 1,5-2 411,-9-1 0,4 0 0,0-1-632,9-3 1,1 0-1,1-1 621,-12 3 0,0 0 0,0 0 0,0 0-6,15-2 1,0 0-1,-2 1-13,-7 2 1,-1 1-1,-2 0-109,10 1 0,-6 1 86,-17 1 0,-8 4-8,-13 9-17,-54 9 55,-3-5 1,-6 2-274,3-3 1,-3 0 0,-2 0 332,-9 3 1,-3 0 0,-1 1 29,10-3 0,-2-1 1,0 1-1,-1 0 91,-2 1 1,-1-1 0,1 0 0,0 0 30,1-1 0,1 0 0,1-1 1,2 0-24,-8 1 0,1 0 1,5-2 413,-6 1 0,8-3-551,-2 0 234,53-15-33,44-12-132,0 0 0,7-1-727,-6 2 1,3 0-1,3-1 648,-7 3 1,1-1 0,2 1 0,0-1-12,3 0 1,1 1 0,1-1 0,-1 0-5,1 1 0,0-1 1,0 1-1,0 1-64,-1 0 0,-1 0 1,1 0-1,-1 1-234,-3 0 0,1 1 1,-1 0-1,-1 0-2087,13-3 1,-1 1 0,-2 0 2156,-9 2 1,-1 1-1,-6 1 1,-4 1-1,-9 1 1,-7 2 0</inkml:trace>
  <inkml:trace contextRef="#ctx0" brushRef="#br0" timeOffset="111118">4148 4588 15070,'36'-17'1028,"1"0"0,18-6-210,-64 30-583,-4 2 0,-18 9-17,-19 5-66,-7 1-200,21-10 0,1-1 155,-11 1 178,-2-1 147,17-7 391,0-2-616,14-2 73,7-2-263,9 0-219,1 0 79,0 4 426,2 1-191,2 19-45,0 5-39,0 9 67,-2 19-39,-4-16 0,-1 3-639,2 4 0,-2 3 590,1-9 0,-1 2 1,1-1 9,-2 17 0,0-4-9,1-10 0,0-2 26,-1 8 0,-1-1-108,0-13 0,0 0 261,-5 18 1,0 3-104,0-11 1,0 0-440,-3 7 1,-1-1 390,5-19 1,-1-2 8,-1 8 0,0 0-250,3-9 1,1 1 218,-1 6 0,2 2 313,3 2 0,5-2-336,3-8 1,2-2-15,11 23 182,19-13-221,1-16-70,-5-10 0,2-2-221,-3-4 1,1-4-1316,9-1 1,0-4 1667,20-6 0,-22 0 0,-17 1 0</inkml:trace>
  <inkml:trace contextRef="#ctx0" brushRef="#br0" timeOffset="113575">20697 2406 14605,'1'-3'-2487,"-1"0"3406,0 3-135,27 62-168,-15-4-1072,-1-20 1,2 5 0,-2-1 637,-4 15 0,-3 1-84,-1-3 1,-1 3 0,-1-2-71,0 6 1,-3 1-386,0-17 0,-2 5 1,0 1-1,-1-3 478,-2 3 1,-1-2-1,-1 2-418,1-2 1,0 2 0,-1 1 0,0 1 378,0 1 1,0 0 0,0 1-1,-1 3 22,2-1 0,-2 3 0,1 1 1,0-2-1,1-3-53,0-3 1,1-3 0,0-1 0,0 5 46,0 3 1,-1 6 0,0 0-1,0 0 1,2-5 22,1-2 1,1-4 0,0 0 0,0 3-397,0-2 0,1 3 0,-1 1 0,1 0 0,0 1 328,0 0 1,1 0 0,0 0 0,1 1 0,0 0-5,-1 0 0,1 0 0,1 0 1,-1 2-1,2 1-107,-1-9 0,1 2 1,0 1-1,0 1 0,0-1 1,0-2-1,0-3 87,0 4 0,0-4 0,0 0 0,0 0 1,0 4-41,1-3 0,0 2 1,0 3-1,0 0 0,0 0 1,0-3-1,0-2 66,0 4 0,-1-3 0,1-1 0,0 0 0,0 4-73,0 0 0,0 2 0,0 1 0,0 2 0,0-1 1,0 0 45,0 0 0,0 0 0,0 1 0,0-1 0,0 3 0,0 0 21,0-7 1,0 2 0,0 2-1,0 0 1,0 0 0,0-1-1,0-2 1,0-3-27,0 2 0,0-3 1,0-2-1,-1 0 1,1 1-1,0 4 2,0-3 1,0 3 0,1 2 0,-1 1 0,0 0 0,1-1 0,-1-3 0,0-2 2,0 11 0,1-4 0,-1-2 0,0 1 0,0 3-11,0-9 1,-1 2 0,1 1-1,-1 0 1,1 1 0,-1 0 0,0 0-1,0-1 1,0 0-1,-1-1 1,1 2 0,-1-1-1,-1 2 1,0 1 13,0-5 0,-2 1 0,1 2 0,-2 1 1,1-1-1,0 0 0,-1-1 0,0-2 0,1-2-14,-1 8 1,1-3 0,-1-2 0,0 1 0,0 0 0,-2 5 10,0-3 0,-1 3 0,0 3 0,-2 0 0,1 1 0,0-2 0,-1-2 0,1-3 12,-2 1 0,1-4 0,0-1 0,-1-1 0,0 2 1,0 2-17,0 1 0,-1 1 0,1 2 0,-1 0 0,0 2 0,-1 0 0,1 1-8,2-7 0,-1 1 0,-1 0 0,1 2 0,0 0 1,0-1-1,0 1 0,1-2 0,-1-1-13,1 2 1,0 0-1,0-2 1,0 1-1,0-1 1,1-1 0,-1 1-1,1 0-1,0-2 0,0 0 0,0 0 0,0-1 0,1 1 1,-1-1-1,1 0 0,0 1-5,-1 6 1,0 1 0,0 0-1,1 0 1,0-1 0,-1-1-1,1-1-16,-2 1 0,1-1 1,0-1-1,0 0 1,-1 1-1,0 2-19,0-7 1,1 2 0,-1 0 0,-1 1 0,1 1 0,-1 0 0,0-1 0,0-1-59,0-1 1,-1 0 0,0-1 0,0 1 0,0-1-1,-1 0 1,1 0 0,-1-1-414,-1 7 0,-1-1 0,0 0 0,0-1 0,0 0 1,-1-2-1,2-1 509,-2 1 0,1-1 0,-1-1 0,1-1 0,0-3 0,1-3 0,-1 4 0,0-2 0,1-5 0,2-3 0,-3 5 0,0 1 0</inkml:trace>
  <inkml:trace contextRef="#ctx0" brushRef="#br0" timeOffset="114516">21668 2052 18498,'-2'-8'2974,"0"1"-2226,-29-26 0,-11-4-104,6 15-626,-11-16 0,-1 5 201,10 33-9,4 12-149,2 13 23,6 11-95,6 6 22,10 2-17,14 1 12,15 1 16,17 1-168,-14-23 1,2-1 134,2 1 0,1 0-1,-1 0 1,0-1-22,19 20-7,-11-6 52,-13-7 55,-16-7 17,-20-8 17,-20-6-1,-23-4-352,22-5 1,0-2 262,-3-1 1,1-2-24,3-2 1,3-3 85,-17-13-1312,22-7-1843,22-5-5522,23-2 8603,7 5 0,-3 12 0,-7 9 0</inkml:trace>
  <inkml:trace contextRef="#ctx0" brushRef="#br0" timeOffset="115658">21865 1899 25489,'24'9'39,"2"19"-50,-14 8 0,-2 6-789,3 2 0,0 1 654,0 2 0,-1 0-137,-2-1 1,-2-1-245,-1-3 1,-4-2-357,-4-4 1,-3-3-2501,-11 19-1882,-9-18-208,-2-18 4079,4-21 1606,6-16 3202,6-14 860,5-8 191,-1-1-1502,3 1-1014,-2 4-610,0 5-443,0 4-386,3 8-353,0 3-169,12 4-10,15 3-101,23 1 8,-15 7 0,2 0-284,6 1 0,0 1 245,0-1 0,-1 1 17,-2 0 0,-2 0-22,21-3 154,-15 2 178,-19 0 158,-11 1-107,-12 2-140,-8 0 568,-7 3-439,-7 4-4,-4 5-103,3 4-72,23 28-17,15-20-6,24 16 11,5-31-11,-8-6 135,12-16 39,-21-5 11,5-17-11,-20-4 6,-7-3 33,-12 1 11,-6 5-39,-9 8-90,-4 10-75,-2 9-5,-2 10-21,1 11 1,2 13-7,5 11-40,9 13-86,9 9-220,8-26 0,3 0 85,4 2 0,2-1-191,5 0 0,4-1-255,2-1 0,4-2-427,2-2 1,2-3-588,2-2 0,1-5-375,0-3 1,1-4 756,-1-3 0,0-5 1434,-2-5 1,-2-5 2437,21-17 1277,-15-15-505,-16-9-1074,-12-6-662,-7-1-22,-5 0-1188,1 20 135,-3 6-308,3 23-308,0 2 112,9 25 444,5 13-431,-3-4 1,2 2 5,0 3 1,-1 1-275,-1 2 0,-2 0 269,-2 0 0,-1 0-3,-2-3 0,-3 1-17,-2 0 0,-1-2 6,-2 8 34,-4-3 49,7-31-16,-1-10-50,-1-18 28,-3-32-29,1 9-151,3 6 1,0-2 148,1 8 0,0-1-81,-1-10 0,1-1 89,1-2 0,0 2-14,0 2 1,1 2-10,1 6 1,3 1-39,7-15-28,12 14 44,15 13 0,15 8-1428,-15 12 0,1 3 1439,16 3 168,-19 4 0,-1 3-234,2 12-40,-1 10 28,-18 4 68,-37 9-40,-15-9 22,-13-3-184,-9-14-336,14-13-1138,-3-2 1709,16-16 0,16 6 0,8-6 0</inkml:trace>
  <inkml:trace contextRef="#ctx0" brushRef="#br0" timeOffset="115859">23490 2149 20856,'-3'0'3764,"0"0"-5281,3 0-4146,59-11 5663,-22 4 0,-4 1 0,-2 1 0,-9 0 0</inkml:trace>
  <inkml:trace contextRef="#ctx0" brushRef="#br0" timeOffset="116216">23920 1985 25886,'23'-55'105,"1"0"0,-2 5 0,2 13-2,11 27 31,6 10-165,-10 13-140,6 16-96,-8 18 43,-23-7 1,-5 1 164,-5 19-6,-13-13 0,-6-2-432,-1-15 0,-3-2 493,-6 8 0,-3-1 51,-4 1 1,1-3-10,14-11 1,1-2 2,-3 4 0,4-4-19,12-8 272,-1 1-191,22-11-98,18-4-227,6-2 0,5-1-218,1 0 1,2 0-148,1-1 0,2 1-755,0 1 1,-2 1-2580,-10 1 0,-1 2 3921,2-1 0,-2 0 0,5 1 0,-20 1 0</inkml:trace>
  <inkml:trace contextRef="#ctx0" brushRef="#br0" timeOffset="116442">21327 3162 24155,'55'-7'120,"0"0"0,1-1 0,-1 1 0,0 0 0,5 0 1,1 0-1,1 0 0,-2 0 0,-2 0-1269,4 0 1,-2 0-1,-1 0 1,4 1 1151,-10 1 1,1-1 0,1 2 0,1-1-1,1 0 1,0 1-34,1 0 0,1 0 0,1 0 0,-1 1 1,1 0-1,1-1-364,0 1 0,0-1 0,1 1 0,0-1 0,0 1 0,2 0-150,-6 0 1,3 0 0,0 0 0,1 1 0,-2-1-1,-3 1 1,-2-1 486,4 1 0,-3 0 1,-2 0-1,-3 0 0,-3 0 1,11 0-1,-5 1 0,-6-1 1,-7 0-1,0 1 0</inkml:trace>
  <inkml:trace contextRef="#ctx0" brushRef="#br0" timeOffset="117692">25336 2210 22352,'0'-5'3232,"0"0"-2672,0 5-571,-28-9-6,17 34-73,-22 5-92,27 3 0,5 5-350,-2 1 0,0-1-870,1 0 0,1-1-2256,0-2 0,2-3 3002,2 16 1,0-21-1,0-15 1</inkml:trace>
  <inkml:trace contextRef="#ctx0" brushRef="#br0" timeOffset="118025">25676 1945 23147,'-48'-29'293,"0"-1"0,5 3 0,8 14-276,21 34 235,7 11-246,12 7 79,7 0-85,11-2 17,8-6 45,2-8 17,0-11 227,-3-10-99,-7-14 6,-6-10 28,-8-11-6,-9-5-16,-8-1-51,-7 2-67,-3 7-79,-2 8-128,3 11-169,5 14-717,5 15-3695,9 14 4687,6 3 0,-1-10 0,1-11 0</inkml:trace>
  <inkml:trace contextRef="#ctx0" brushRef="#br0" timeOffset="118225">25981 2232 23534,'-9'0'1882,"3"0"-1882,6 0-163,0 0-895,106-43-172,-72 37 0,3 1-2047,11-9 0,6-3 0,-7 7 3083,-10 11 1,-6 3-1,5 0 1,-21 0 0</inkml:trace>
  <inkml:trace contextRef="#ctx0" brushRef="#br0" timeOffset="118366">26048 2433 19860,'-3'1'5471,"0"0"-5358,3-1-3973,119-37 3860,-58 20 0,-19 4 0,6-2 0,-10 4 0,-8 4 0</inkml:trace>
  <inkml:trace contextRef="#ctx0" brushRef="#br0" timeOffset="118725">26887 2125 22257,'-5'-6'3052,"2"1"-2755,3 5-235,-2-62-6,21 40-48,-1-13 1,5 3-4,32 27-198,-20 7 1,-2 4 153,18 16 16,-17 3-50,-9 21 1,-22 2 55,-7-16 0,-6 1 20,-12 9 0,-6-2 13,-1-6 1,-1-2-3,-2-2 0,0-2 22,3-5 1,2-3 25,-5 8 209,3 4-8,29-11-139,12-7 10,40-10-131,-17-4 0,3-2-443,15 0 1,5-1-2838,-8 1 0,4-2 0,-4 1 2301,0 0 0,-2-1 1,3 1-1,-11 0 1,-24 2-1</inkml:trace>
  <inkml:trace contextRef="#ctx0" brushRef="#br0" timeOffset="122174">16917 12351 9173,'-1'3'5690,"0"0"-4772,28 7 1,16-1 487,16-8-2494,-20 3 0,6 1 0,-1-3 1303,10-8 1,0-4-160,6 0 0,3 0-59,-18 2 1,1 0 0,1 0-95,3 0 0,1 1 0,1 0-57,1 0 1,2 0 0,-1 0-53,0 2 1,1 0 0,-1 0 141,-4 1 1,0 0 0,-2 1 144,12-1 0,-7 1 205,5-1-336,-45 3 38,-71 0 51,10 3 1,-6-1-24,3 1 1,-4-1 0,-2 1 13,7 0 1,0 0 0,-3 1 0,-2-1 100,-2 1 0,-3 1 1,-2-1-1,1 1 0,1-1 33,7 0 1,0 1 0,2-1 0,-1 0-1,0 0-293,-12 2 1,0-1-1,2 0 1,2 1 304,9-1 0,1 1 1,3-1-1,4 0 28,-12 3 1,5-1 292,-1 1 0,6-1-311,8 2 83,39-5 16,24-3 1,14-4-172,17-2 1,9-2-284,-18 2 0,4 0 1,2 0-1,2-1 157,-2 1 1,1-1 0,2 0 0,0 0 0,2 0-92,-6 1 1,1 0 0,0 0 0,1 0-1,1 0 1,-1 0 71,1 1 0,1 0 0,0-1 1,0 1-1,-1 0 0,0 1-326,8-2 0,1 1 0,-1 0 0,-2 1 0,-3-1 315,-1 1 0,-2 0 0,-2 0 0,0 0-223,0 0 0,2 0 0,-5 0 1,-8 0-193,-3 1 1,-15-3 591,-21-3-138,-43 7 1,-24 6 15,20-3 0,-4 1 0,-7 1 16,5 1 1,-8 2-1,-5 0 1,-2 2 0,-1-1-1,3 0 1,6 0 16,2-1 0,5 1 0,1-1 0,-2 0 0,-5 2-17,3-2 0,-4 2 1,-3-1-1,-1 1 1,-1 1-1,3-1 0,2-1 1,6 1 6,-15 2 0,6 0 1,3 0-1,3 0-28,-3 0 0,4-1 0,1 2 23,1 1 1,0 0 0,6 0-105,1 0 1,4 1 61,-2 0 0,2 1 1762,-3 4-1191,53-9 2268,17-7-2758,20-7 0,11-3-61,-15 1 1,3-1-1,3-1-188,0 0 1,3-1 0,3 1 0,2-2 177,-9 3 0,4 0 0,1-1 0,1 0 1,-1 1-1,-2 0-379,3 0 0,0 0 0,-1 0 0,-1 1 0,0 0 382,-1 0 0,0 0 0,0 0 1,-2 1-1,-3 0 70,13-1 1,-4 0 0,-9 1 96,14-4-315,-46 1 106,-42 6 1,-21 3 61,0 1 1,-6 2-1,-7 1-334,6 1 1,-5 0 0,-4 0-1,1 2 1,4-2 346,1 1 0,4 1 0,-1-1 0,-5 1 45,6 0 0,-4 1 1,-3 0-1,1 0 0,3 0 1,5 0 199,-1 1 1,5-1 0,2 0-1,-2 1-261,-7 1 1,-1 0 0,2 1 0,5-2-99,-12 4 1,9-2 2155,-2 5-1965,103-17-126,1-5 0,11-2-534,-17 3 0,4-1 0,3 0 0,2 0-278,-2-1 0,2 0 1,2 0-1,1 0 1,-2 0 825,-1 1 0,2-1 0,-1 1 0,-3 0 0,-4 0 0,3 0 0,-4 1 0,-8 0 0,11 0 0</inkml:trace>
  <inkml:trace contextRef="#ctx0" brushRef="#br0" timeOffset="132150">22671 4314 22683,'-20'-47'640,"1"0"0,-1 3 0,-2 11-483,-20 20-78,-14 12-37,23 8 0,0 3-404,-4 6 1,1 3 364,1 4 0,3 3-9,2 1 1,4 2-26,6 0 0,4 0 9,-3 14 267,21 7-178,17-26 56,19 2 23,18-29-72,-23-5 0,0-4 97,3-5 0,-1-4 27,-1-3 1,-4-2-3,15-17 53,-23 11 1,-3-1 69,-3-8 17,1-11 290,-13 26-531,-3 14-140,-1 8-56,-2 7 287,0 11-192,0 16-67,0 18-151,3 15 19,3-27 1,1 0-429,1 2 1,1 1-80,3-1 1,1 0-1177,0-1 1,1-1 1887,2 0 0,-1-3 0,1 3 0,-1-7 0</inkml:trace>
  <inkml:trace contextRef="#ctx0" brushRef="#br0" timeOffset="132301">23102 4561 22957,'0'-3'4150,"0"0"-3601,0 3-835,-59-61-44,44 46-679,-17-18 1,12 6 1008,42 32 0,-10-3 0,8 3 0</inkml:trace>
  <inkml:trace contextRef="#ctx0" brushRef="#br0" timeOffset="133441">24797 4329 20755,'-5'-57'1456,"1"0"1,-2 7-1,-3 8-923,-18 8-337,-7 19-168,4 14 11,-20 36-31,31-11 1,2 5-1754,-10 17 1,1 5 1741,4 6 1,4 5-10,5-16 1,2 2 0,0 1-47,0 5 0,0 2 0,2-2 0,2-8 0,0-2 1,1 3-189,0 8 1,1 6 0,0-1 0,0-3-89,0-1 0,0-3 0,0 3 131,-1 0 0,1 3 0,-2 0 0,0-5 145,-2-3 0,0-3 0,-3-5 528,-6 7 0,-5-9-184,-25-1 50,-5-51-121,26-11 1,4-8-1,1-13 1,5-6-74,3-9 0,6-3-56,6 16 0,2 0 0,3 0-428,4-1 0,2 1 1,3 1 356,3 1-1,3 2 1,3 2-9,14-14 0,5 4-43,2 6 1,6 4-287,-6 13 0,3 1 0,-1 4-187,2-3 1,1 4-1405,1 3 0,3 1 1,-4 3 1913,-5 2 0,-4 3 0,-3 0 0,-2 0 0,3 1 0</inkml:trace>
  <inkml:trace contextRef="#ctx0" brushRef="#br0" timeOffset="134174">24996 4782 26362,'51'-21'73,"-1"1"0,0-2 0,-2-4-37,-8-1 1,-2-5-1262,-8 1 0,-1-3 1,-1 0 1240,6-12 1,-3-1-9,-2 0 1,-3-1 260,-8 5 0,-4 2-151,-2-17 307,-6 25 1,-3 0-197,-12-25-134,1 25 40,-10 4 1830,8 24-1937,-3 8 589,-4 18-617,0 9 0,1 3-597,-8 22 586,5-4 0,2 3-6,7-11 0,2 1 0,-1 10 0,3 2-25,3-4 0,3 0 11,5-6 1,5-1 10,3-6 1,4-4-21,4-4 1,3-4-15,4-5 0,3-4 40,2-6 0,2-3-3,2-5 0,2-6 14,9-8 0,1-5 14,-8 0 1,-1-4-325,5-6 0,-3-1 330,5-11 22,-8-6 51,-21 11 5,-2-12-62,-10 17 621,-4-7-598,-4 22 41,1-2-103,-1 10 716,1 4-677,0 0-44,-3 2 50,-4 7 12,-13 8-40,-18 20 0,11-9 0,-10 18 23,28-13-29,16 16-16,16-7-1063,21 1 1074,-6-20-205,16-2 211,-8-13 28,12-6 10,-3-16 23,-26-5 1,-2-4-12,7-14-9,-16 4 1,-4-3 64,-6-17-51,-7 20 1,-3-2 11,-7-4 0,-3 2-28,-15-18-51,-9 4-61,16 31-308,3 16-1697,2 29 2072,2 4 0,0 2 0,-2 6 0,-3 11 0</inkml:trace>
  <inkml:trace contextRef="#ctx0" brushRef="#br0" timeOffset="135684">22355 6645 21427,'-4'-46'1266,"-1"0"0,1-7 0,0 6-661,1 8-263,0-8-353,1 31-107,1 15 118,3 21 28,5 25-34,-2-12 1,0 4-330,0 8 1,0 1 311,-1 5 1,-2 0 14,-3 2 0,-3-1 13,-2-2 1,-3-2 8,-3-6 0,-3-3 33,-1-8 1,-2-4 170,-15 8 51,6-21-62,8-20-27,6-15-12,2-18-68,1-14-38,3-6 5,5 0-28,6 10 630,1 17-725,12 8 17,3 18 17,19 9-12,16 17-160,-21-3 1,1 2 176,4 3 0,-1 2-17,-2 2 1,-3 1 8,-6-1 0,-5 0-31,1 24-79,-37-4 96,-33-8-45,10-21 0,-3-3-455,-7-2 1,-1-4-524,2-1 1,2-3 1061,4-5 0,5-2 0,-5 1 0,18-7 0</inkml:trace>
  <inkml:trace contextRef="#ctx0" brushRef="#br0" timeOffset="135884">22977 7028 28434,'34'-26'-487,"-19"4"0,6 24 0</inkml:trace>
  <inkml:trace contextRef="#ctx0" brushRef="#br0" timeOffset="137451">24924 6874 17741,'0'-54'917,"-1"0"0,0-1 1,-1 7-1,-1 1 1,-5 8-582,-8 9 0,-4 7 590,-22-8-819,2 23-96,3 26-6,3 31-269,17-8 1,2 6 257,4-8 1,1 3-1,1 1-732,0 7 0,1 2 1,0 1 613,0 6 1,0 0 0,0 1-92,1-12 1,0 1 0,0 0 0,-1 0-194,-2 1 1,0 2-1,0-1 1,-2-1-110,-1 1 1,-2-1-1,0 0 1,-1-1 161,-5 11 0,-2-2 0,-1-3 319,2-9 0,-2-3 0,0-5 381,-7 2 0,-2-11 399,-18-19-49,13-52-365,24 1 1,7-6-144,4-13 1,6-4-56,2 16 1,2 0-1,3 0 156,3-3 1,1 1-1,3 1-279,2 2 1,1 0-1,2 2-45,1 3 1,2 1 0,1 3-54,1 3 1,1 2 0,1 2-282,17-11 1,0 5 103,-10 10 0,2 3-1526,-1 5 0,4 2 1,-2 2-1744,2 4 1,1 3 3534,11-4 0,-2 2 0,-1 7 0,-25 3 0</inkml:trace>
  <inkml:trace contextRef="#ctx0" brushRef="#br0" timeOffset="137750">25081 7207 21379,'32'-39'58,"-1"-1"0,1 1 1,0 0-1,-1-1 1,-1 3-20,10-8 0,-2 3-20,-7 6 1,1-3 13,1-9 1,3-5 0,-5 6-6,-8 12 1,-2 0 36,5-9 0,2-5 1,-6 7 236,-6-12-139,-3 6 1818,-22 7-1891,-8 28 505,-10 11-590,2 14 6,-8 36-19,17-17 0,1 3-215,-4 14 0,2 5 165,4-3 0,3 4 0,1-1-611,2-4 1,2-2 0,2 1 526,-1 0 0,2-1 1,3 0-848,8 15 0,6-4 606,7-10 1,2-5 0,-10-10 0,1-3 0,19 19 0</inkml:trace>
  <inkml:trace contextRef="#ctx0" brushRef="#br0" timeOffset="138357">24837 7821 17580,'-41'-14'2725,"1"0"0,12-10-2403,51 12 0,18 4-126,18 0 0,4 3-1143,-8 0 1,4 1 967,-11 2 0,6 1 0,-1 0 0,-6 0-33,7 0 1,1 1-82,2 0 1,9 0 0,0 1 0,-10 0-93,-4 0 0,0 0-1148,-2 1 0,8 1 0,-1 0 0,-8 0 1333,-3 1 0,-4 0 0,10 0 0,-7 0 0,-16 0 0</inkml:trace>
  <inkml:trace contextRef="#ctx0" brushRef="#br0" timeOffset="138540">25057 7890 25578,'55'-21'-275,"-20"11"1,7 0-47,9 0 0,9-1 0,0 2-1956,-11 4 1,1 0 0,0 1 0,-2 1-818,5-2 0,-1 2 1,-1 0 3093,0 1 0,0 1 0,-9 0 0,7 0 0,-21 1 0</inkml:trace>
  <inkml:trace contextRef="#ctx0" brushRef="#br0" timeOffset="139890">16681 11637 14818,'-51'4'2137,"1"-1"1,0 1 0,10-1-989,21-2-466,8-1-72,54-12-1384,-2 0 857,13-1 0,6-1-56,-5 3 0,2 1-519,-10 2 0,2 0 1,0 1 495,-2 0 1,-1 1-1,-2 1-11,10-1 1,-4 1-204,-15 2 0,-6 1 197,-4 0-55,-38 2 50,-32 6 31,6-3 0,-4 2-208,-1 0 0,-4 1 0,1 1 214,4-2 1,1 0 0,-1 0 5,-7 1 0,-1 0 0,5-1 395,1 0 0,4 0-365,-2-1 0,3 1 552,-9 0-564,3 0-122,24-1 50,15-2 1438,13 0-1320,18 2-62,22-2-42,-11 0 0,4-2 236,18-2 0,1-1-234,-9 1 1,-2 0 5,-1-2 1,-3 1-1,6 1 12,-35 2 5,-38 7 0,-34 6-1401,5-2 1,-5 2 1394,9-3 1,-1 1-3,3-1 1,-2 0 0,1 0-18,-9 2 1,0 0 130,11-3 1,-1 1 0,5-1-57,0 0 1,5-1 73,-7 2 112,67-17-141,12-2-67,10-4 1,10-3-642,0 2 0,5 0 1,1 0 389,-14 3 0,1 0 1,1 0-1,2 0 176,-1 0 0,4-1 1,0 1-1,-3 0 1,-6 1-1,17-2 1,-8 1-1,-6 2 1,0 0-1</inkml:trace>
  <inkml:trace contextRef="#ctx0" brushRef="#br0" timeOffset="145934">15131 2814 17866,'-56'6'-21,"1"0"0,0 1 0,0-1 0,0 0 0,-9 1 0,-1 1 0,6-2 0,18 0 150,11-1 797,46-12-752,32-5-83,-8 3 0,12-1 0,5-1 0,-3 2-831,-1 0 0,-1 2 0,1 0 1,6-1 736,-5 1 0,5 0 0,1-1 1,3 1-1,-1 0 0,-1 1-233,-1 0 1,0 1 0,0 0 0,1 1 0,-1 0 0,2 0 218,-8 0 0,1 1 0,0 1 1,0-1-1,1 0 0,-1 1 0,0 0-226,9 0 0,-1 0 0,1 0 0,-1 1 0,0 0 0,-1-1 221,-2 1 1,-1 1-1,0-1 1,-1 0-1,0 1 1,-2 0-129,7-1 0,-2 1 0,0 0 0,-2 0 0,-1 0 137,4 0 1,-2 0-1,-2 0 1,-2 0 316,2-1 1,-3 0 0,-5 0-207,1 0 0,-14-2 1608,-27-3-1678,-68 0-19,19 5 0,-5 0 1,-4 0 75,3 0 1,-3 1-1,-3-1 1,0 1-88,1 0 1,-1 1 0,-1-1 0,-1 1 0,-2 0-120,4-1 0,-1 1 0,-1 0 1,-1 0-1,-1 0 0,0 0 132,-5 1 0,-1 0 1,-1 0-1,-1 1 0,0-1 1,0 1-180,5-1 0,0 1 0,-1-1 1,0 1-1,-1 0 0,1 0 0,-1 1 187,-1-1 0,0 1 1,0-1-1,-1 1 0,1 0 1,-1 0-1,1 0-148,2 0 1,0-1 0,-1 1-1,1 0 1,1 0 0,0 0-1,1 0 172,-3 0 1,0 0 0,1 0 0,1 1 0,1-1 0,3-1 98,-12 2 0,2-1 0,3 0 0,6 0-105,6 0 1,4-1-1,9 1 2,-2-1 377,73-2 1,27-2-363,-19-1 0,2 0 0,5-1-11,6 0 1,5 1 0,2-1 0,0 0-24,-10 0 0,0 0 0,1 0 0,0 0 0,2 0-16,4 0 1,2 0 0,0 0-1,1 0 1,0 0-8,-8 1 0,1 0 0,0 0 1,0 0-1,1 0 0,0 0-10,1 0 0,1 0 0,0 0 0,0 1 0,0-1 0,0 1-106,0-1 0,-1 1 0,1 0 0,-1 0 0,1 0 0,-2 1 92,-1-1 1,0 1 0,-1-1 0,0 1 0,-1 0 0,0 0-111,4 1 1,1-1 0,-2 1 0,-1 0 0,-2 0 110,5 1 1,-2-1 0,-2 1 0,-4 0 282,1 0 1,-4 0-1,-8 0-425,11 2 28,-104-3 108,9 0 1,-9-1-1,-5 0 38,10 1 1,-2-1 0,-3 0 0,-2 1 0,-1 0 24,0-1 1,-1 1 0,-3 0 0,0 0-1,-1 0 1,-1 1 20,3 0 1,-1-1 0,-1 1 0,0 1 0,-1-1 0,0 0 0,0 1 19,5-1 0,-1 1 0,0 0 0,0 0 1,0 0-1,0 0 0,0 0 0,1 1 32,-6-1 0,-1 1 0,1 0 0,0 1 0,1-1 0,1 0 0,2 0-12,-2 0 1,0 0-1,1 1 1,3-1-1,1 0 1,3 0 212,-8 0 0,3 0 1,4 0-1,8-1-316,-9 2 0,26-3 5,64-8 6,0 1 0,9 1 0,4-2-13,-1 1 1,4-2-1,2 1 1,2-1-267,-3 2 0,3-1 0,0 0 0,3 0 0,0 0-47,-3 2 0,1-1 0,1 0 0,1 0 0,0 1 1,0 0-1314,3 0 1,2 0-1,0 0 1,0 1 0,-2-1-1,-2 1 1206,-1 0 1,-2 0 0,-1 1-1,-2-1 1,-2 1 0,17-1-1,-4 1 1,-13 0 0,-1 1 0</inkml:trace>
  <inkml:trace contextRef="#ctx0" brushRef="#br0" timeOffset="149741">5550 8636 16969,'-5'0'56,"0"0"616,5 0 84,80-13-3135,-47 7 1,1 1 2425,24-5 1,6 0-33,-12 2 0,3 1 0,-2 0-201,-8 1 0,-3 1 0,4-1 160,0 1 1,4-2 0,1 1 0,-3 1 114,4-1 1,-2 0-1,-2 1-221,16-1 1,-4 1-193,-15 1 1,-6 3-52,0 7 2481,-57 10-2123,-15-2 1,-9 0 27,0-1 0,-3 0 0,-4 0-160,-9 2 1,-3 1-1,-2 0 280,12-4 1,-2 0 0,0 1-1,0-1 65,-1 0 0,0 1 1,0-1-1,1-1-62,3 0 1,1-1 0,1 0-1,1 0 123,-6 1 1,2 0 0,4-2-26,-5 1 1,7-1 164,-3 0 976,36-5-1186,37-10 1,20-5-135,-2 1 1,6-1 251,5-2 1,6-1 0,2 0-371,-15 3 1,0 0 0,2 0-1,0 0-406,4-1 1,2 0 0,0 1 0,1-1 470,5 0 0,3 0 0,-2 1 0,-6 0 0,-8 2 0,-4 0 0,-2 2 0,17-3 0,-1 1 0</inkml:trace>
  <inkml:trace contextRef="#ctx0" brushRef="#br0" timeOffset="150516">26294 6549 10754,'21'-42'682,"0"0"0,0 0 0,-5-11 1,-4-3-1,-7 8-495,-7 14 1,-9 1 262,-18-10 0,-14-4 0,-3 9-86,2 14 0,-5 8 0,-3 0-751,7 2 0,-4 0 1,-2 0-1,-1 2 0,1 2 582,-1 3 0,-1 3 0,0 1 0,0 2 0,-1 1-310,-4 2 1,-1 3 0,0 0 0,1 2-1,2 0 172,-3 1 1,2 1 0,1 1 0,-2 4-1,4 1 0,-1 3 0,0 3 0,0 2 0,2 2-124,0 4 1,2 3-1,1 3 1,0 0 0,1 1 79,0 1 0,0 0 1,1 1-1,0 2 1,1 2-139,7-3 0,-2 2 0,1 1 0,2 0 0,3 1 0,4-1 167,-4 11 0,6 0 0,3 1 0,5-1 29,5-2 1,4 2 0,3-2 0,4-2-11,1 2 1,4-1 0,11-1 38,14 2 1,12 2 0,7-2 0,0-5-77,-2-10 0,3-5 0,3-2 0,3 2-15,-4-3 0,4 2 1,2 0-1,1 0 0,1-3 1,0-2 0,-1-4 0,1-3 0,0-1 1,1-1-1,1-2 0,0-1 37,3 0 1,1-1 0,0-2 0,1-1 0,0-1 0,0-2-20,1 0 0,1-2 0,0-1 0,1-2 0,-1-1 0,0-1-9,-1-2 0,0-2 0,0 0 1,0-3-1,0 0 0,-2-3 7,-2 0 0,0-2 0,-1-1 0,-1-1 1,-1-2-1,-2-2-67,6-6 1,0-1-1,-3-3 1,-2-1 0,-3 0 27,-1-1 0,-3 0 1,-4-2-1,-3-4 60,-2-8 0,-3-4 1,-5-2-1,-8 1-133,-6-7 0,-10 0 1,-9-3-182,-8 9 1,-6-3 0,-6-2-1,-5 2 1,-2 4-971,-5 3 0,-5 3 1,-3 2-1,-4 2 0,-1 0 1237,2 3 0,-3 0 0,-3 1 0,1 2 0,1 3 0,2 3 0,-3 1 0,2 4 0,1 3 0,3 2 0,4 4 0,-1 0 0,0-1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35A2-D914-5429-5714-F310A51A5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872D0-81CB-DD8C-69DB-D31998392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6F639-545E-8865-2257-2E6E9BB3E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34FDF-50C9-746F-F033-0AC0F8C6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CD022-ED06-FD04-16B2-A26DFFDC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5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91CA-74DA-C029-691A-07830199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D71E-3ACC-F865-D0B5-E95612088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9A060-9FE7-71E3-587A-BBBB8C3F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29535-C935-3DE7-1804-5BE6AE71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EF0BF-B71A-D5EE-C931-6EB14EF1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7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1E42-CAC1-82DD-7124-5CB38337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81F12-BCDE-F265-C55E-EA7861454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4BE3E-5EE4-F87A-6F5E-575A1098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B5B1-7EE3-B62B-6091-C21E40EC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4DB1-C065-C9B6-F171-C6585351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9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AABD-30F6-C9E1-7D96-6C71AF71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96D0-A582-5931-FAA3-265FDBAA7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FB0FC-B494-CDD5-4B52-0224CFF23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31029-3F15-BA73-A830-F9A500B12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02242-5B24-3F5F-10E2-9669A4C5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530ED-F744-7DAF-5BA4-EA77F315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4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C29F-EC1B-F625-054A-DB006437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04AAD-F5D8-6E60-44DB-EE99AF957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D3FA1-6A74-3523-B101-A0D15362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9DA72-548F-B964-B82E-83F017A2C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FFA20-883F-DF5C-5477-D29CAC937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41FFC-8995-062F-A8FD-6C334C27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8D046C-71F3-F440-1B48-A0B36AB40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85ED9-0D00-3FBF-01AC-8852EDD6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2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0ECE-C10F-DED3-7778-821EEBBB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FEF27-038B-D824-163C-90B46294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5C4E4-8127-C03F-229D-A2B28517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0A02D6-4152-530F-5BB0-15F77689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6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66E02-2DC8-2727-A3E9-7DF129BF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487A1-9CB2-CE2B-E4BB-85C9DCF9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10511-DFB4-F301-9167-4365F554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8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9057-0159-C0DA-A3D4-2B957A9F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6C02F-0D7D-7AE9-C87F-FC785D4B6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22B74-9DA3-7179-B455-617D95C29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0215-77DC-1D99-0932-81B756E6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4AFC-5A52-330B-7DFA-440850D9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D6662-A087-2A82-6D4E-FAF73CEE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0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4C76-D8FE-EF0E-146E-50AF8390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7125F-D619-6D9C-3532-EDCBA314B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AF5C0-09C9-30E3-0C05-1E3A9D83A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150FA-1353-D9B2-395F-66AB9F82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1D471-20F6-9E83-441A-D694A29C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06761-B9D2-9371-CBFA-B8176517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5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40F2-D9AF-4843-CE1E-17313FE3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7895D-D908-076E-ACF3-17D68C266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3C185-33C4-D2BA-E35A-644DBBFE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AF5E6-543B-BDDE-76C9-C60C79C1C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A77EB-E383-3613-F564-17376F7E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1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5B493-0538-AF0F-5E68-2CEE3B96B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49487-EB5C-C08B-E105-89BB6FD48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50D32-93A5-6074-19F3-A723CFA8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2BAEF-3762-70A0-3579-7FE70CC7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BB17-55D9-30AE-9EC8-63F56D9F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5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6A2D1-D624-FED4-329F-0FC45FD8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68566-67E2-4C55-ACAD-4BA9C6524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B9A7-A077-ED18-CD0A-F799CA08C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3B6-85FE-7844-9B91-4AA05C79E468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6917-B14A-9816-32CF-ADF7E99E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916B-2AD6-784C-4EE3-8429A769B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8FE63-9D42-2B49-BB35-1B57B52AF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FD3896D8-0E02-F88F-ACB3-A1D8B9619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FB6F02-F486-8BF5-CFC6-5E62BE536694}"/>
                  </a:ext>
                </a:extLst>
              </p14:cNvPr>
              <p14:cNvContentPartPr/>
              <p14:nvPr/>
            </p14:nvContentPartPr>
            <p14:xfrm>
              <a:off x="1366920" y="522000"/>
              <a:ext cx="5037480" cy="1753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FB6F02-F486-8BF5-CFC6-5E62BE5366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7560" y="512640"/>
                <a:ext cx="5056200" cy="177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496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C6B6F-18B6-6B42-C009-12D53E8F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1D8E69-96FF-BF27-21B0-6B984B292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4389900F-3724-3A47-8442-5AF0FBD0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504" y="0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E2595B-FB54-E685-3CBE-CA161D8E4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4" y="-1282"/>
            <a:ext cx="6642100" cy="5943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AF8E27-B456-06FB-E81B-5EB42A70EFE3}"/>
                  </a:ext>
                </a:extLst>
              </p14:cNvPr>
              <p14:cNvContentPartPr/>
              <p14:nvPr/>
            </p14:nvContentPartPr>
            <p14:xfrm>
              <a:off x="299520" y="295200"/>
              <a:ext cx="11867040" cy="6540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AF8E27-B456-06FB-E81B-5EB42A70EF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160" y="285840"/>
                <a:ext cx="11885760" cy="65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10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DD630-0D1B-5678-ABA1-AF90503A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8D66B1-1BA3-6218-3F37-9E09DB4B3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6A9B8EB5-8CB6-38E3-3811-08B0E13B1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22480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543838B-392B-88D2-5B4F-0C48BDCE7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39657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747BD65-B238-DCE2-792D-0BD1395A5EB6}"/>
                  </a:ext>
                </a:extLst>
              </p14:cNvPr>
              <p14:cNvContentPartPr/>
              <p14:nvPr/>
            </p14:nvContentPartPr>
            <p14:xfrm>
              <a:off x="250560" y="640080"/>
              <a:ext cx="9641160" cy="6135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747BD65-B238-DCE2-792D-0BD1395A5E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200" y="630720"/>
                <a:ext cx="9659880" cy="61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386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2026-02-03T10:07:05Z</dcterms:created>
  <dcterms:modified xsi:type="dcterms:W3CDTF">2026-02-03T10:43:36Z</dcterms:modified>
</cp:coreProperties>
</file>