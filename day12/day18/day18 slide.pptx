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9:52:23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5711 8024 14846,'-12'1'3069,"-29"0"1,-7 0-1832,8 0-835,-9 0 1,1-1 133,18 0-329,16 0-164,13 0 35,21 0-29,23-4-39,7 1-8,-6-2 0,5 0-3,8 1 0,1 0-462,-1 0 0,-1 2 394,4-2 1,-5 4-50,0 8 89,-35 8 39,-39 12-17,-32 9 14,13-15 1,-3-1-381,-6 2 0,0 0 428,-1-1 0,0 0 11,6-3 0,2-2-25,8-3 0,3-1-3,-5 2 844,24-8-782,23-7-45,21-7-22,22-8-20,-21 5 0,1-2 218,3-3 1,1 0-214,-3-1 1,0-2-1,-4 0 1,-3-1 11,-4-2 0,-3-1-68,8-25 121,-15-8 11,-13-7-251,-6 30 1,-2-1 300,-2 2 1,-1 0 319,-12-23 28,0 10-73,4 13 290,4 12-587,5 10 4,5 5-111,7 11 483,11 9-499,13 16-11,11 17-501,-16-19 0,-1 3 363,-2 3 1,-3 3-507,-3 2 0,-5 2-2306,-8 2 0,-6 0 2961,-4-4 0,-2-4 0,-9 13 0,3-21 0</inkml:trace>
  <inkml:trace contextRef="#ctx0" brushRef="#br0" timeOffset="4524">7498 7526 20918,'3'-61'1557,"1"-1"0,-2 9 1,-2 6-875,-7 5-302,-2 20-219,-6 16-89,-8 24-17,-15 25-17,11-8 0,-1 5-741,-6 10 1,0 3 706,10-13 1,0 1 0,1 1-6,0 2 0,1 1 0,1 0-4,3-1 0,1 1 1,2-1 3,3-2 0,2 0 0,3-1-338,-1 13 0,7-1 318,6-7 1,7-2 2,4-7 0,6-3-211,6-6 1,5-4 213,4-6 0,2-5 17,0-5 0,0-5 19,-2-6 0,-2-5 57,23-19-34,-19-13-29,-17 5 93,-12-20-47,-17 18-12,-6-17 23,-9 11 17,2 1-12,6-1-56,7 9 1328,25-13-1338,7 20 710,18-8-727,-2 21 486,-1 6-481,-5 7 6,-3 7-12,-5 3 17,-1 27 0,-3 7-50,3 6-234,-4 0 1,-3 2-165,-6-2-717,0-2-1803,0-4-538,0-12 2682,-1-4 1,-7-19-1,0 0 1</inkml:trace>
  <inkml:trace contextRef="#ctx0" brushRef="#br0" timeOffset="5524">8096 7901 27158,'7'-53'67,"6"21"-56,22 66-22,-4 7-12,-6 8-16,-10 2 28,-9 2 28,-13-5-6,-7-8 34,-10-12 22,-3-11 23,0-10-1,4-13-38,6-9-7,8-13-10,13-8-28,17-4 22,16-3-20,-10 22 0,2 1-298,5 0 0,1 1 296,5 0 0,0 1-389,4 1 1,0 0 376,0 2 1,0 0-4,-1 2 1,0 0-132,-6 2 0,-1 0 140,18-5 28,-21 5 5,-18 6 493,-11 4-515,-11 6 792,-8 6-780,-12 12-1,-9 10-5,-2 8-28,6 4 307,13 0-285,13-2 17,18-7-28,12-6 11,13-8 28,6-8 12,2-8 22,-2-12-12,-5-9 6,-8-11 6,-8-6 39,-10-4-5,-10-3-23,-10 0-6,-11 0-22,-8 5-34,-4 5 6,1 9-22,3 8-23,4 9-11,3 12 6,3 12-23,3 11-78,6 9-124,10 3-133,15 0-18,19-7 51,19-10-61,-21-17 0,1-4 335,1-3 1,0-4 66,-3-3 1,-1-3-176,20-14 293,-14-8 39,-9-5 50,-8-3 40,-4-1 50,-4 4 512,-5 6-567,-5 11 114,-1 9-333,-3 10-6,-2 11 6,-2 12-17,-2 12-12,3 7 7,4 0-6,11-3-12,8-7 12,10-7 5,2-11 18,-2-9 44,-4-14 5,-4-6 1,-4-13-1,-5-5-10,-5-6-12,-5-1-22,-3 0-6,-1 6-22,0 11-107,0 9-789,1 8-303,12 21-1221,6 2-4800,17 15 7231,-1-8 0,-10-11 0,-9-7 0</inkml:trace>
  <inkml:trace contextRef="#ctx0" brushRef="#br0" timeOffset="5940">9746 7934 20694,'0'-4'5204,"0"1"-2953,0 3-2100,9-60-140,-7 51 6,7-33 0,-11 81-12,-4 22-8,2-22 1,-2 2-534,-1 5 1,0 2 515,-1 5 1,0 0-12,1 2 1,0 0 10,1 4 0,2-3 23,1-18 0,1-3-3,1 0 0,1-5 34,-2-16-6,-1-12-17,-6-37 50,-1-20-461,5 23 0,0-4 408,1-14 1,1-2-518,2-1 0,3-2 516,0 9 1,2-3-1,0 1-158,1-1 1,2 1-1,0 0 158,2 5 1,1 0 0,1 2 0,4-12 1,1 3-49,-1 11 0,1 4 29,15-14 646,0 21-668,4 16-1784,14 29 1789,-15 1 446,-10 6 0,-3 5-446,-2 25-9,-9-16 1,-3 1-14,-7 2 0,-8 0-76,-13 5 0,-8-4-101,-2-8 0,-4-5-8,-2-2 0,-3-5-1404,-4-8 1,1-6 1115,-15-1 0,8-3 0,22-4 0</inkml:trace>
  <inkml:trace contextRef="#ctx0" brushRef="#br0" timeOffset="6807">11213 7677 15620,'1'-6'4027,"4"-25"0,1-7-2896,-4 7-703,2-9 1,-3 3 154,-11 13-281,-9 11-218,-1 8 112,-27 23-112,8 8-59,9-1 1,1 3-267,6 1 0,2 2 238,2 2 1,2 1-4,-4 20 3,17-16 0,5-1-8,17 7 11,-2-15 0,5-2-118,30 0 151,4-15 6,-10-11 45,1-16 157,-13-22-34,-6-8-95,-16 15 0,-3-2-690,-4-25 651,-7 12 163,-3 11 1,-1 1-137,-6-8 108,-6-12-163,3 27-62,2 13 0,-3 18 810,2 6-827,-8 24-352,4 21-51,12-23 0,2 0-731,7 9 1,7-1-1877,9-5 1,5-3 2399,3-4 1,0-3 0,13 6 0,-15-17 0</inkml:trace>
  <inkml:trace contextRef="#ctx0" brushRef="#br0" timeOffset="7123">11907 7563 24984,'-12'-45'853,"-1"-1"0,5 7 1,-5 10-540,-28 22-258,10 25-37,7 2 1,0 5-694,4 12 1,2 5 664,-1 12 1,1 4-7,6-12 0,2 3 0,-1 1-583,1 6 0,0 2 1,2 2 550,2-12 1,1 2 0,0 1 0,0 0-596,0 3 1,0 1-1,0 0 1,0 1 398,0 1 1,0 0 0,-1 1 0,-2-1-60,0-2 1,0 0 0,-2 0 0,-2-2-173,-4 10 1,-2-2 0,-2-5 510,0-11 0,-1-2 1,-3-7 350,-7 1 0,-3-14 32,-19-27-188,32-18 1,5-10-18,4-16 1,5-5 325,3 6 0,4-4-467,5 7 0,3-5 0,2-2 1,0 4 178,4-1 0,2 2 1,2-3-245,1-1 1,1-3 0,2 0 0,1 4-29,5-4 0,3 5 1,0 1-158,1 5 1,0 1-1,2 2-1171,-1 5 1,2 3 0,-1 1 1346,10-6 0,-3 5 0,-13 11 0,-3 4 0,5-2 0</inkml:trace>
  <inkml:trace contextRef="#ctx0" brushRef="#br0" timeOffset="9098">13340 7644 21019,'5'-57'1620,"1"-1"1,-3 6 0,-5 5-1000,-14-1-206,-10 13-197,-7 15-106,-3 13-61,-5 18-23,-2 19-12,21-6 1,2 5-367,-1 6 0,3 4 330,2 5 1,2 3-527,3 5 1,4 1 427,3 2 1,4-1-49,7-3 1,6-2-292,4-6 1,6-4 165,5-9 0,3-6 47,2-7 0,2-6 38,-1-9 0,-1-6 186,-1-6 0,-2-6 28,1-8 1,-3-5 44,1-6 1,-2-4-297,-1-7 1,-3-3 309,0-4 0,-3-3 20,-2-3 1,-1-1-48,0 2 0,-1 0 114,-2 5 0,0 2 96,-2 8 1,-1 3 91,5-17 109,-7 22-339,-5 18 1125,-3 12-1192,1 14 1178,1 15-1189,0 22-12,-1-15 1,0 3-130,-1 7 0,0 1 113,-2 5 0,0 1-431,-2 2 1,0 0 418,-1-1 1,-2-1-1,2-4 1,-1-2-10,1-9 1,0-2 143,1 9 112,1-24-113,5-24 482,5-17-582,8-19 5,8-10-16,-9 25 0,1 1 17,18-25-12,1 7 880,1 14-913,0 13 34,2 13-40,1 16-11,0 10-11,0 14-34,0 6-56,1 5-211,-18-22 1,2-1 193,1 0 1,3-2-46,2-2 1,1-2-20,2-3 0,1-3 64,0-3 1,0-4-22,-2-5 0,-1-4 189,24-14 51,-14-11 28,-12-9 50,-13-4 62,-9-5 22,-5 0 28,-9 2-5,-4 6-57,-9 11 411,-4 13-517,-2 9 228,-1 11-283,2 9-35,2 13 1,3 11-12,5 10-5,6 6-6,8 0-5,10-2 11,9-9 27,10-10 18,3-14 0,-1-12 10,1-17-4,-1-9-12,-1-11 16,-3-1 1,-7-2 22,-6 6 23,-7 5-6,-3 10-45,-3 8-22,0 6 5,-2 6-10,-3 8-12,-2 10 0,-1 15-6,4-9-5,1 15 5,8-15-5,5 8 11,11-5-11,16-5 28,0-13-12,-2-7 12,0-16 0,-8-8 44,12-22-44,-14 8 39,0-20 0,-18 14 24,-1-7-80,-8 3 0,-6 6 0,-5 4 0,-4 7 0,4 6 0,4 8 0,5 4 0,4 3 0,16 8 0,8 0 0,7 3 0,16 1 0,-3-5 0,11 0 0,3-6 0,-16-4 0,-8-2 0,-12-6 0,-8 1 0,2-4 0,-4 1 0,-5 2 0,-4 6 0,-2 2 0,-1 5 0,-4 15 0,-1 6 0,-4 8 0,0 10 0,3-3 0,1 11-959,14 13-374,11-12-975,20 1 852,-2-25-3277,23-12-2302,-5-15 4355,-13-4 0,0-4 3237,-10 0 0,-2-3 2162,2-4 1,-5-2 304,-1-9 1144,-7-11-1485,-8 5-258,0-21-1394,-6 10-270,-6-2-441,-3 22 189,-7 5-218,-3 12-61,-20 7-140,-5 14-23,-17 15-56,11 2-11,18-5 0,1 1 6,-7 22-15,16-17 1,3 2 8,6 5 0,6 1 28,16 20-26,-1-27 1,5-4 250,16 0-236,15-11-6,2-19 6,0-8 16,0-16 40,-19-10-51,-11 3 62,-4-10 17,-9 7 95,0-13-50,-4 14-100,-4 5-46,0 18 0,-1 7 0,0 6 0,-1 9 0,-1 9 0,-1 13 0,0-1 0,-1 14-125,3 7-54,4-10-1058,15 20-763,6-38-5298,18 3 7298,-4-20 0,-12-6 0,-10-2 0</inkml:trace>
  <inkml:trace contextRef="#ctx0" brushRef="#br0" timeOffset="9814">16430 7668 24631,'-5'-50'732,"1"-1"0,0 6 0,-2 8-396,-9 22-129,-2 7-95,-5 10-39,-8 16-39,-5 18-37,16-10 0,2 2-264,1 7 0,2 2 267,3 3 0,3 3-20,5 1 0,4 0-14,7 0 1,5-3-57,5-3 1,5-4-166,7-5 0,5-5-159,5-7 0,2-6-7,4-6 1,0-5 238,-8-3 0,-1-4-207,17-14 0,-2-8 341,-18 5 0,-3-4-394,14-14 0,-4-5 557,-13 1 0,-6-3 89,-3-6 1,-4-3 97,-3-4 1,-3-1 86,-3-1 1,-2 2 27,-2 3 0,0 2-64,-2 10 0,0 4 145,0-20-184,0 28-197,0 20-89,0 15 480,1 19-480,4 21-23,-2-7 1,0 3 38,1 8 0,0 3-53,-1 8 1,-2 1-48,1 5 0,-2 2-40,-1-20 1,-1 1 0,0 0-226,1 0 0,-1 0 0,0 0-1309,-1 16 0,1-1 1630,0-5 0,0-5 0,2 4 0,0-18 0</inkml:trace>
  <inkml:trace contextRef="#ctx0" brushRef="#br0" timeOffset="11164">16885 7785 25666,'-42'-42'282,"-1"-1"0,2 4 0,19 10-304,39 21-40,23 4-53,-9 5 0,3 1-109,8 0 0,3 1-859,6 1 1,1 0 656,2 0 1,0 0 5,0-1 0,0-1 142,-4 0 1,-2-1 190,-6-2 1,-3-2 861,20-4-461,-26-8 543,-19-4-213,-16-3 278,-6-1-194,-7 3 816,-3 4-1180,-1 5-145,-2 6-102,0 6-55,-1 8-40,1 8-16,4 7 0,8 6 22,14 1-28,12 0-12,14-5 12,10-8-5,1-8 10,-1-8 29,-7-10 39,-9-6 39,-10-9-45,-9-5-11,-12-4-6,-9 1-33,-11 3 17,-6 7 22,-6 9 17,0 6-1,0 11-27,3 7-28,4 14-11,6 11-18,8 10 1,11 7-6,16 3-626,17 0 632,-5-30 0,3-3 0,3-2 0,2-2-113,0-4 1,1-3 146,27 2-51,-8-15 34,-5-14 16,-5-12 6,-4-12-28,-6-11 17,-7-6 17,-3-1-1,-3 5 12,-2 10 11,-1 8-44,-1 9 589,0 7-601,1 7 267,1 6-267,0 12 55,0 10-55,-2 15 0,-4 13 0,-6 10-367,-6 6 367,0-1 0,-1-6 0,5-10 0,3-14 0,2-13 0,4-10 0,4-10 0,5-6 367,4-5-367,3-4 0,-3-2 0,-2-5 0,-2-4 0,-3-4 0,-2-2 0,-1-2 0,-1 4 0,-1 4 0,-2 6 0,-1 7 0,-2 5 0,-4 3 0,0 3 0,-2 0 0,-2-2 0,-3-6 0,0 4 0,-4-6 0,4 6 0,-1-2 0,3 3 0,2 1 0,1 0 0,0 3 0,-1 0 0,0 1 0,-2-1 0,-3-2 0,-7-2 0,5 1 0,-3 2 0,8 3 0,0 0 0,3 1 0,4 6 0,5 4 0,10 13 0,8 8 0,8 8 0,-12-13 0,1 1 0,7 9 0,6 14 0,-28-17 0,-17 9-1670,-19-13 0,-8-3 1670,3-4 0,-1-3 0,-2-1 0,2-2 0,-1-3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03:54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7282 1984 26257,'2'-43'1250,"1"0"0,0 1 0,0-17 1,-1 2-979,0 6 1,-1 3-434,-1-11 477,-2 0-456,0 44-130,-1-1-42,2 22-136,3 15 133,4 26 215,-1-11 1,-1 5-443,1 11 0,-2 3 559,-3-13 0,-1 1 0,-1 1-387,-1 2 0,-2 1 0,-1-1 459,-1-1 0,-1 0 1,0 0 23,-2 2 1,1 1 0,-1-5-48,1 1 0,0-3 70,1 4 1,1-4-19,5-10-69,-1-6 212,3-14 310,0-36-757,2-4-52,0-15 129,3 11 0,0 1-46,6-13 201,-2 9 1,2 1 96,3 0 1685,10-1-1183,0 21 66,14 3-711,12 8 0,-11 10 0,0 3 0,17 6 0,-13 2 0,-3 4 0,1 15-541,-4 14-454,-31 3 75,-33-1 840,5-28 0,-5-3 210,-5-1 0,-2-4-266,1-3 1,0-3 63,-27 1-409,15-17-1245,17-20-2977,23-23 4676,16-5 0,0 15 0,1 16 0</inkml:trace>
  <inkml:trace contextRef="#ctx0" brushRef="#br0" timeOffset="801">8594 2057 32767,'-43'-13'0,"0"-1"0,0 1 0,-18-6 0,4 9 0,24 14 0,2 4 0,-3 3 0,2 1 0,-17 13 0,19-2 0,2 4 0,-4 24 0,1-1 0,22 5 0,26-24 0,17 0 0,23-12 0,-23-16 0,2-5 0,2-5 0,0-4 0,-2-3 0,-1-4 0,2-8 0,-4-3 0,9-10 0,-20 11 0,-4-1 0,-5-5 0,-2-6 0,-7 7 0,-7 9 0,0 9 0,0 8 0,0 6 0,3 14 0,-1 7 0,1 8 0,1 26-180,-1-22-166,1 32-312,0-21-407,2 9-3882,11-5-425,8-20 1775,5-9-1564,15-24 4735,10-17 4794,0-8-894,-3-4 4269,-11-14-5676,-23 23 834,8-22-1702,-16 17-1199,-1 4 0,-4 6 0,-2 14 0,0 7 0,4 23-656,0-5 299,2 13 1,1 3-327,3 16 338,-4-13 1,-1 0-174,1 13-10,-4 2 310,-3-23 193,1-7 278,-2-16 61,2-13-160,1-15 277,7-9 152,9-13-194,1 13 0,2 0 272,9-11-338,-1 10 0,2 3-113,-4 8-210,23-9 0,-6 22 0,1 10 0,7 14 0,-11 18 0,-4 15-1017,-10-4-1065,-12-11 1,-1 1 1896,-5 1 0,0-2 1,4 14-1,-5-5 0</inkml:trace>
  <inkml:trace contextRef="#ctx0" brushRef="#br0" timeOffset="1241">10288 2086 25756,'2'-47'673,"0"0"1,0-7-1,-3 4-961,-4 7-179,-1-4 1975,-1 29-1975,6 21 1848,7 14-1771,7 24-51,-2-11 0,-1 3 227,3 6 1,-2 3-354,-1 4 1,-2 3-461,-1 2 1,-3 2-3193,-4 3 1,-2-1 4290,-1-7 0,-1-3 0,-3 13 0,2-29 0</inkml:trace>
  <inkml:trace contextRef="#ctx0" brushRef="#br0" timeOffset="1508">10736 2149 21729,'0'-8'5876,"1"1"-5530,-1 7 2102,0 0-1725,-84-35-1937,30 48 1390,14-14 1,-6-2 0,5 8 179,-1 22 1,6 9-91,-4 1 1,2 2 93,0 0 1,3 2-180,5-2 0,3 0-197,6-4 0,6 0 48,10 23-160,43-15-211,0-25 1,9-4-417,-4-6 0,3-2 1,3-1 509,8 0 1,3-2 0,1 0-746,-11 0 0,1-1 1,0 0-1,-2-1 443,6 1 1,-2-1-1,1 1 521,-3 0 0,2 1 1,-2-1-1,-8 0 0,-7 0 1,-4 0-1,14 1 0,1 0 1</inkml:trace>
  <inkml:trace contextRef="#ctx0" brushRef="#br0" timeOffset="2134">6922 4310 22223,'-2'-60'903,"0"0"1,0 11 0,2 6-271,10 3-510,-5 26-111,4 5 16,-4 28-12,-2 25-19,-3-8 1,-2 3-21,-3 12 1,-2 3-594,0-10 1,-1 1 0,0 1 314,-2 4 0,0 1 1,1 0-559,0 2 0,1 1 0,2-1-1454,2-2 0,2-1 0,3-2 1837,2 12 0,4-5 0,-2-20 0,2-5 1,5 0-1</inkml:trace>
  <inkml:trace contextRef="#ctx0" brushRef="#br0" timeOffset="2908">7685 4553 20448,'0'-49'1196,"0"0"1,0 5 0,-5 7-844,-10 9-185,-5 12-118,-15 11-50,9 10 62,-24 16-18,10 13-297,14-10 1,0 2 257,2 2 1,2 2-1,4-1 1,3 0 5,-5 27-11,16-6 104,15-7-59,12-9 11,15-10 45,8-12 22,5-15-5,-3-13 16,-4-14-192,-9-7 282,-9-8 173,-10-11-251,-8 17 513,-5-10-418,-3 25 34,-1 2-179,-1 10-124,0 8 11,1 9 254,0 2-243,1 16 1,-1 8 5,-1 14-73,0 7-98,2-20 0,7 0-958,29 4 1,10-5 764,6 2-519,4-19 0,-2-12 895,-12-25-29,1-13 191,-17 2 89,1-11 78,-7-1 74,-6 1 34,-4 7-35,-5 9-179,-2 11-173,-2 9 1604,1 16-1649,2 12 110,-1 17-127,1-1 0,-6 19 11,-4-4-11,0-12 0,-1 0 6,-3 12 10,-1 10 35,9-44 229,0 1-17,5-22-162,6-19-23,4-6-27,2-5 49,4-3-4,-1 9-7,11-7-10,21 2-63,-12 15-10,2 8 0,0 5-18,-3 4 6,-1 5 1,0 3-62,8 16-261,-15 4 1,-2 3-362,6 16-1579,-17-5 1,-6 1 2267,-7 9 0,-2-8 0,-2-18 0</inkml:trace>
  <inkml:trace contextRef="#ctx0" brushRef="#br0" timeOffset="3674">9031 4486 21097,'-3'-63'1622,"0"1"1,-1 12 0,2 5-1153,3-5-212,1 29-219,1 10 11,8 14-33,-2 5 0,12 22-6,-8 1 0,-1 4-8,0 5 0,-2 2-1699,1 14 0,-3 1 1696,-4-16 0,-3-1 14,-3 9 0,-3 0-20,0-13 1,-2-2 19,-3 10 0,-1-1 26,-4 10-2100,1-16 2183,8-28 34,4-15-73,0-22 2205,1-10-2233,9-20-17,8 0 6,3 12-3,0 17 0,2 2-26,2 3-22,4 3 1,2 3 0,6 7 5,18 4 0,-19 11-17,20 25-11,-22 3 2,-11-7 1,-3 3-42,-8 23-129,-28 0 34,-8-11-488,-12-13 1,-7-4-995,9-9 0,-2-2 2191,-12 5 0,2-2 0,-4-4 0,22-7 1</inkml:trace>
  <inkml:trace contextRef="#ctx0" brushRef="#br0" timeOffset="4741">7074 4633 25530,'21'-36'326,"0"0"0,-2 3 1,-5 9-278,-12 20-96,-2 3 44,0 6-84,-2 5 92,-8 8 57,-11 7 25,-13 5-5,-8 1 12,1-1 26,7-6-8,12-5 57,12-4-39,8-1-118,6 2-71,7 2-76,7 2-66,11 2-40,13 1-31,17-2-293,-20-12 0,2 0-70,7-1 0,3-1-3747,4 0 1,1-1 4370,-5 0 0,-3-1 1,14 2-1,-28-3 1</inkml:trace>
  <inkml:trace contextRef="#ctx0" brushRef="#br0" timeOffset="7616">7387 1148 21487,'-5'-46'278,"1"1"0,0 0 0,2 0 0,1 0 0,4 4-481,7-8 1,5 4-1124,8-5 0,4 1 1313,8 0 0,4 3 33,-8 15 1,2 1 0,2 2 21,2 0 0,3 2 1,0 2-370,3 0 1,1 2 0,1 1 188,2 1 0,1 2 0,0 1 211,2 1 0,1 1 0,-1 3-98,2 0 1,1 2 0,0 2-12,1 0 0,0 3 1,1 0-16,1 2 1,1 1-1,0 2-9,0 2 0,1 2 0,0 1-8,1 1 0,0 2 0,-1 2-19,0 1 1,-1 2 0,0 1 6,-1 0 1,0 2 0,0 0 6,-1 1 1,-1 1 0,0-1 85,0 1 0,0 0 1,-2 0-9,-11-4 1,-2-1-1,3 1-8,2 2 0,2 1 1,0 0-1,-3-1 5,-1 1 0,-2 0 0,1 1 18,16 6 1,3 2-1,-3 1 15,-13-4 1,-2 1 0,-1 0 27,-2 1 1,-1 0-1,-2 1-77,-2 0 1,-1 2 0,-2 0 105,13 14 1,-2 2-278,-3-1 1,-1 0 276,-2-2 1,0 0-6,-2-4 0,0-1-12,-2-3 1,-1-1 293,-3-3 0,-2 0-333,-4-4 0,-4 0 1419,4 18-1259,-21-8 1202,-21-8-1292,-17-7-22,-10-7-11,-4-7-6,0-5 6,2-7 861,5-7-889,4-10-17,4-7-6,1-8 117,-1-5-144,-2-6 13,19 23 1,-1 0 7,1-1 1,-1 0 6,-16-25-1,3 3-28,8 7 12,6 7 22,7 6-34,7 13 1,2 4-29,3 9 6,0 0 28,1 3-33,1 0 38,1 2 137,-1 4-1038,0 7 896,4 8 0,-3-9 0,3 1 0</inkml:trace>
  <inkml:trace contextRef="#ctx0" brushRef="#br0" timeOffset="9316">12865 2328 21752,'31'-36'30,"-1"0"0,4 3 0,3 9-39,8 20 1,2 9-366,-4-1 0,-2 3 349,-6 1 0,-4 4-3,10 18 279,-25 7-240,-31 5 23,-26 4-12,9-23 0,-3-2 52,5-4 0,-1 0-32,-13 4 0,1-1-3,-1 2 6,-7 2 107,37-16 376,26-10-449,18-10-40,22-10-28,-19 7 0,2 0-97,1-3 0,-1-1 122,0-1 1,-3-1 8,14-13 8,-22 3 0,-6-3 47,-4-17-45,-8 14 0,-5 0 80,-17-17 80,-12 11 127,-6 12 151,2 12 97,10 9-121,9 6-41,9 4 389,7 8-813,7 10 51,7 12 6,6 15-309,-3 13-824,-12-23 1,-4 2-973,-6 5 1,-4-1 2062,0-2 1,-3-3 0,-6 12 0,4-21 0</inkml:trace>
  <inkml:trace contextRef="#ctx0" brushRef="#br0" timeOffset="9766">15126 2321 16254,'9'-46'1870,"-1"-1"1,1 1 0,1-16-1,-2 4-1080,-3 17 0,-3 4 101,-4-19-502,-3 18-349,-2 18-149,4 16 260,3 22 136,5 19-255,4 23-155,-3-23 0,0 3-614,1 6 0,-1 2-205,-2 4 0,0 1-2300,-2 3 0,-1-1 3276,0-6 1,-2-3-1,0 12 1,1-28-1</inkml:trace>
  <inkml:trace contextRef="#ctx0" brushRef="#br0" timeOffset="10116">15747 2125 32767,'-53'-14'0,"-1"1"0,2 2 0,3 9 0,13 20 0,4 6 0,-2-3 0,0 0 0,2 1 0,1 0 0,2 1 0,3 0 0,-6 7 0,9 5 0,20-15 0,11 3 0,9 0-160,15-3-1266,15-4 262,11-5 671,-26-7 0,2-2 108,0-3 1,1-2 61,1 0 0,0-1 382,2-3 1,0 1 64,2-1 0,1 1-617,2 1 1,1 0-2831,1 1 0,0 1 3296,-5 1 1,-3 0-1,11 0 1,-23 1-1</inkml:trace>
  <inkml:trace contextRef="#ctx0" brushRef="#br0" timeOffset="12366">17946 2321 22707,'10'-55'1428,"-1"-1"1,1 3 0,-2 4-314,2-6-415,-2 7-190,0 13-187,-4 15-243,-1 12 202,0 17-982,1 14 430,1 5 98,-1 7 0,0 3 13,-1-6 0,0 2-238,0 17 1,1 2 230,-2-6 0,-1-2 46,-2 0 1,-1-2-63,-1-4 0,-1-2 798,-9 21 55,2-21 374,2-18-4,3-17 597,3-16-1767,1-16-31,3-18-25,6-12 87,0 25 1,1 1-15,3-2 1,1 3 258,8-17-648,12-1-505,-8 31 2424,17-1 233,4 23-1355,10 14-296,-7 3 0,-10 5 0,-1 4 0,7 12 0,-15-10 0,-6 2-318,-20 14-1217,-41-4 834,3-24 0,-6-3 185,-10-1 1,-4-4-960,-3-2 1,0-4 1483,-5-5 0,4-2 0,25 2 0,3 0 0,-22-8 0</inkml:trace>
  <inkml:trace contextRef="#ctx0" brushRef="#br0" timeOffset="13192">16626 2454 22531,'3'-46'819,"0"1"1,-1-1-1,0-17 1,-4 6-533,-12-1-294,-11 12-6,-8 14 539,-7 16 337,-5 13 178,0 16 314,1 12-658,20-1 1,3 3 393,-11 24-671,6 2-420,17-3 0,16-14 0,10 5-155,26-6-1104,4-18 224,2-4 488,6-21 485,-11-8 741,7-13 755,-10-8-489,-8-12-945,-17 15 0,-4-9 0,-10 25 0,-1-2 0,-3 11 0,0 5-729,0 6 813,0 8-645,1 9 11,3 10-84,9 18-274,6-4-906,14 11 517,-4-19-2770,17 6 3569,4-11 1,-17-7 0,0-7 0</inkml:trace>
  <inkml:trace contextRef="#ctx0" brushRef="#br0" timeOffset="13516">17203 2321 26013,'0'-6'2675,"0"2"-2083,-4-58-754,3 44-142,-3-44 110,7 66-129,1 4-131,9 20-629,4 22 679,1 6 55,-9-21 0,-1 0 167,0 21 109,-5-6 68,-3-17 302,-2-7 496,1-18-28,0-13-591,4-6 371,12-37-174,-2 19-139,1-2 1,1 0 123,10-9-199,-7 12 0,2 1 394,5-5 778,7 2-5,-12 25-1239,8 12-85,5 17 0,6 23-4916,-16-3 1,-2 2 3403,-6-16 1,-2-1 0,-1 5 0,-3-5 0,-6-16-1</inkml:trace>
  <inkml:trace contextRef="#ctx0" brushRef="#br0" timeOffset="14425">7523 5359 11030,'-58'1'557,"0"0"1,0 0 0,0 0 0,7 0 0,1 0-1,2 0 1,4 0 66,-18 0 1,8 0 84,18-1 0,7 1-172,2 0-118,47-3-299,11-1 1,9-1-60,0 1 1,4-1 0,4-1-634,-4 1 0,3-1 0,1 0 0,2 0 583,7-1 0,2 1 0,2 0 1,0-1-485,-9 2 1,2 0-1,0-1 1,0 1 0,-3 1 473,4-2 0,-3 2 1,1-1-1,4 0-5,3 0 1,4 1 0,2-1 0,-3 1 0,-3 0-315,-7 1 1,-4 0 0,-1 0-1,4 0 295,1 0 1,3-1 0,2 1 0,-3 0-1,-4 1-9,9-1 1,-5 1-1,-3 0-30,9 0 1,-8 2 11,0 6 78,-69 8-28,-29 3 38,-7-5 0,-15 1 0,1-2-33,7-1 1,1-1 0,-6 0-7,10-1 0,-4 0 0,-1 1 0,-2-1 0,3 0 45,2-1 0,0-1 0,1 0 0,0 0 0,-1 0-42,-1 0 0,-1 0 1,1 0-1,-1 0 1,0 0-93,1 0 1,0-1 0,0 1 0,0 0 0,1-1 100,2 0 0,1 0 0,0 0 1,0-1-1,2 1 10,-7 0 0,0 0 0,3 0 0,1-1-51,-5 1 1,1-1 0,6-1 202,-5 1 1,10-4 1024,6-9-1176,66-10 0,11 3 1,10 1 81,-4 2 0,4 0 0,3 0-112,9-1 1,4 0-1,2 1 26,-11 2 1,3 1 0,0-1 0,1 1-176,4 0 0,1 0 0,1 0 1,1 0-1035,-9 2 0,0-1 0,1 2 0,0-1 0,-2 0 1058,9 0 0,-1 0 1,-1 0-1,-5 0 1,0 1-1,-4 0 0,-5 1 1,-4 1-1,0 0 1</inkml:trace>
  <inkml:trace contextRef="#ctx0" brushRef="#br0" timeOffset="15109">15298 2916 10556,'-41'-11'1491,"0"0"0,0 1 1,-12-4-1,23 1-636,57 4-570,8 4 1,6 2-185,-1 1 0,5 0-686,1 0 1,6 0 0,2 1 0,-2-1 673,7 1 1,-1 0 0,5 0-409,-10 0 1,4 0 0,1 0 0,1 0 0,-1 1 382,-3-1 0,-1 1 0,0-1 0,0 1 0,2 0-12,2 0 1,0-1 0,1 1 0,1 0 0,-1 0-313,3 1 1,1-1-1,0 1 1,0-1 0,0 1 272,-10 0 0,0-1 0,1 1 0,-1-1 0,1 1 0,-1 0-250,9 0 1,0 0-1,0 0 1,-1 0-1,0 0 237,-4 0 0,0 0 0,-1 0 0,0 0 0,-2-1-1,6 1 1,0-1 0,-2 1 0,-4-1 77,0 0 0,-3 1 1,-3-1 559,17 0 0,-17 0-168,-39 0-85,-52 2-203,5-2 1,-9 1 0,-4-1 104,3 1 0,-2-1 1,-3 1-1,-1-1-187,4 0 0,-1 1 1,-1-1-1,-1 1 0,0-1-23,-5 1 0,-1-1 0,0 1 0,-1-1 0,-1 1-56,8 0 0,-1 0 0,0 0 1,-1 0-1,1 0 0,-1 1-61,-1-1 1,0 1-1,0-1 1,-1 1-1,1 0 1,0 0 30,0 0 1,1 0 0,-1 1 0,1-1 0,0 1 0,0 0 22,-8 1 1,1 0-1,-1 0 1,2 0-1,1 1-7,4 0 1,0 0 0,2 0 0,1 0 0,3 1 8,-15 1 0,4 0 0,0 1-178,-3 2 1,0 0-1,9 0 219,16-3 1,5 1 487,-6 1 0,17-2-307,62-5-141,11-5 0,11-3 188,-3 2 0,4-2 0,4 1-142,-7 0 0,3-1 0,2 1 0,0 0-42,-7 0 0,2 1 1,0 0-1,1 0 0,0 0-23,-8 0 1,1 1 0,0 0-1,1 0 1,-1 0 0,1 0-165,-1 0 1,1 1 0,0-1 0,0 1 0,0-1 0,-1 1 156,10-1 0,0 1 0,-1 0 0,0 0 0,0 0-281,-3 0 1,0 0 0,-1 1-1,0-1 1,-1 1-366,-3 0 1,0 0 0,0 1 0,-2-1-1,-2 0 535,5 1 1,-2 0-1,-3 0 1,-3 0 0,17 0-1,-9 0 1,5 1 0</inkml:trace>
  <inkml:trace contextRef="#ctx0" brushRef="#br0" timeOffset="15892">21789 2653 20963,'48'-11'20,"-1"-1"1,1 0 0,-1 0 0,10 1 0,1 1-1,1 1 1,-4 3-1206,3 4 0,-3 3 1,2 1 1185,7-1 1,2 1 0,-7 1 1,-3-1 0,-5 3 82,-2 1 0,-5 3-147,-6 8 744,-18 10-674,-42-6 1,-15-2-1,-7 0 1,-4-2-303,-8 1 0,-4-1 307,13-6 0,-1-1 0,2 0 302,-10 2 1,2-1-301,12-2 0,-1 1 0,3 0-13,-9 2 1,6 2-46,-12 13 59,37-10 75,33 4 57,30-12 57,-11-4 1,5-2 26,19-2 1,1-2 167,-17 0 1,1-2-213,2-3 1,4-2 0,-8 0 360,9-9-272,-8-2 0,-5-6 122,-11-22-315,-13 2 0,-5-3-196,-5 15 1,-3-1 15,-4-18 0,-5 4-173,-4 8 1147,-5-9-672,3 7 314,11 21-887,5-6 275,17 35 292,3 5 17,11 26-72,-6 8-102,-12-7 1,-5 4-137,-6-6 0,-6 1 21,-8 6 1,-4-3-1,-1-14 0,-4-3-881,-6 3 1,-3-1 962,-17 14 1,12-11 0,8-8-1</inkml:trace>
  <inkml:trace contextRef="#ctx0" brushRef="#br0" timeOffset="16292">23968 2663 14981,'-1'-12'2246,"0"-27"0,1-10-616,4-14-1821,-2 19 1,0-7-1,1 5 560,2 6 1,1 4-247,-1 2 1,1 5 1086,4-2-957,-3 26 586,1 5-266,1 46-495,-2 16-333,-2-25 0,-1 3 293,-1 13 1,-2 2-39,-3-5 1,-1 3-231,-2 0 0,-1 4 0,0-2-319,1-8 1,-1-1 0,1 0-1399,-1 5 0,0 0 0,1-4-1112,0-4 1,3-4 3071,3-3 1,0-5 0,0-9 0,2-3 0</inkml:trace>
  <inkml:trace contextRef="#ctx0" brushRef="#br0" timeOffset="17083">23780 2701 20898,'-20'-42'188,"-1"-1"-1,9 5 1,11 8-220,54 20-35,-10 8 1,3 3-739,-4 0 1,1 1 649,-1 2 1,2 2 0,1 0-354,2 2 1,0 0 0,-1 1-97,10 1 0,1 1-1713,-8 0 0,2 1 0,-9-2-2066,3 2 5275,3-1-466,-40-13 3344,-29-21 1731,-5-2-1423,-16-15-1373,7 4-1486,7-1-1012,11 10 322,11-7 66,17 15-763,15-3 461,20 14 135,13 15-290,-26 1 1,-1 5-266,1 4 1,-2 4 177,-3 4 0,-3 2-27,-5 3 1,-4 2-6,-5 2 1,-4 0-150,-7-1 1,-4 0-169,-15 25-65,-4-20 230,-15-11 335,-1-17 289,3-8-3,7-15-87,19-14-354,17-11 19,15-7 1,18-1-107,-12 25 0,2 1 54,3 1 1,1 2-44,4 2 1,1 2 54,-1 1 1,1 1 96,-1 1 0,0 1 170,-3 0 1,-2 1 164,22-7-103,-17 2-258,-16 4-76,-12-1-185,-7 7-119,-2-1-164,-3 3 791,-4 6-606,-2 5-50,0 4 81,0 21-68,4-2 59,6 16 30,7-6 83,10-3-62,7-5 174,6-9 230,4-11 230,3-9 172,3-14 226,0-11-92,-2-10-28,-6-9-217,-9-2-262,-8-1-252,-9 2-310,-6 4-186,-5 8-320,0 9 5,-1 9 131,2 9 425,2 10-1376,7 9-1181,7 8-1665,12 5-2656,9-1 7227,0-4 0,-12-12 0,-8-7 1</inkml:trace>
  <inkml:trace contextRef="#ctx0" brushRef="#br0" timeOffset="17409">25893 2652 29559,'-11'-42'-2303,"6"14"1493,18 40 1033,14 5 56,15 1 18,11-1-442,6-7 791,-2-6 126,-7-11 989,-11-6-248,-16-9-752,-15-4-582,-18 0-324,-14 3 325,-16 6-180,-11 8 0,-6 9 0,-2 10 0,7 9 0,11 12 0,12 10 0,14 10 0,11 6 0,21 2-316,-1-28 1,4-2-1094,9 0 1,5-4 1292,11 2 1,0-3-1,6 2 1,2-8-1</inkml:trace>
  <inkml:trace contextRef="#ctx0" brushRef="#br0" timeOffset="41274">5473 2203 28608,'-3'-63'86,"0"1"1,-1 6 0,-2 8-924,-6 4-457,1 19-71,5 17 241,4 19 1899,5 15-1035,2 18-1340,5 12 739,-5-24 0,1 1-1140,0 1 1,-1 0-2042,3 20 4179,-2 1 1,-4-34-1,-1-2 1</inkml:trace>
  <inkml:trace contextRef="#ctx0" brushRef="#br0" timeOffset="41607">5687 1534 32137,'-29'40'210,"-1"0"0,3-4 0,11-2-2520,35 4-930,1-8 1056,-5-14 1971,5-6 777,-6-17 1544,5-10-794,-5-13-1167,-4-7-175,-5-1 1371,-8 3-355,-5 9-960,-8 9-1196,-3 9-2275,1 17 3270,3 20 1,7-11 0,3 7 0</inkml:trace>
  <inkml:trace contextRef="#ctx0" brushRef="#br0" timeOffset="52699">729 8444 23976,'24'-24'52,"-1"0"0,4 1 1,4 3-73,9 9 1,4 2-2479,17-3 1,1 1 2429,-19 3 1,1 2-107,17-2 1,-3 3 1207,-11 3-1885,12 17 1212,-50 6-501,-22 22 137,-10-18 0,-9-1-469,-20 12 0,-2-2 506,16-10 0,-1 0 78,-15 9 0,4-2 2333,1 2-2277,4 1-2871,22-13 2832,19-10 162,33-11-241,17-12-45,-9 1 1,4-1 300,2-4 1,0-3-302,0 0 1,-1-1-1,-5 0 1,-3-1 25,-7 1 0,-5-3 147,4-22-117,-18-8 40,-18-6 42,-3 21 0,-3 2-3,-9-12 53,6 19 0,-1 3 306,-4 6-29,-1 1 189,8 10-524,10 5-74,8 9-61,11 8 3403,4 5-3386,21 20-39,1 9-704,-14-14 1,-1 3 613,-4 4 0,-5 3-843,-8 16 0,-7 0-9,-1-17 1,-4-1 963,-7 3 0,-3 2 0,2-9 0,-3 0 0,-10 15 0</inkml:trace>
  <inkml:trace contextRef="#ctx0" brushRef="#br0" timeOffset="53499">2640 8550 16112,'0'-9'5254,"0"2"-4400,-1-29 1,-2-8 153,-2 7-574,0-14 0,0 2-272,-2 25 0,2 7-173,6 19 22,3 2-16,8 17 10,6 9 3,-5-2 1,0 2-14,5 15 16,-10-6 0,-2-1-5,-4-7 33,-5 17 129,-2-35 62,-5-9-135,3-20-5,1-16-73,4-3 67,2-21 11,5-2-59,1 13 1,3-1-222,0 9 1,1 1 190,4-2 0,1 4 5,7 2 0,14 7-22,16 15 22,7 4-11,3 8-3,-25 7 0,-1 3-13,11 15 4,-15-6 1,-2 3 6,0 11-46,-11 15 46,-30 12-7,-8-3 12,2-26 0,-3-4 62,-13 0-51,11-15 430,7-19-396,10-24-6,7-11-11,4-7 17,15-7-14,-5 26 0,3 1 36,20-23-45,-16 25 1,2 4-1,13 0-44,-1 11 10,-8 10 18,5 12-12,-5 10-22,-8 2 0,-1 3-28,-3-1 0,-1 3-316,1 7 1,-2 2 141,-3-4 1,-1 0-175,6 19-781,-3-18 1,2-3-2166,11 3-5326,20 4 8056,-7-26 0,-12-10 0,-10-3 0</inkml:trace>
  <inkml:trace contextRef="#ctx0" brushRef="#br0" timeOffset="53849">4024 8434 17415,'11'-51'1364,"1"-1"1,-4 10 0,-5 6 473,-14 3-1591,-12 23-46,-9 17-110,3 5 40,2 9 1,0 5-26,-12 20-125,13-12 0,1 2 27,10-5 1,3 0-9,-1 27 377,20-10-377,13-10 776,13-14-742,5-14 5,2-19 22,-4-14 35,-3-16-2871,-7-8 2870,-9 6 234,-5-20-77,-9 23 5,0-11-38,-5 23-113,1 13-83,-2 10 16,1 16-6,-1 15-16,2 2-42,0 3 0,2 0-70,3 6-572,2 9 1,3 0-735,4 0 1401,3 2 0,-1-2 0,-4-19 0,6 14 0</inkml:trace>
  <inkml:trace contextRef="#ctx0" brushRef="#br0" timeOffset="54209">4779 8345 26424,'-54'31'-181,"-1"0"0,3 0 0,6 3-517,18-3 1,3 2-500,1-3 0,1-1-506,-13 14 815,11-18 636,7-25 686,4-20 529,-1-18 342,0-12-73,2-4-218,7 3-286,10 9-75,4 16-451,5 11-101,4 16-12,10 16-66,11 18-57,-12-7 1,1 2-684,3 8 1,1 2-1239,3 7 1,-1 1 1434,-3-4 0,-3-2 1,-9-12-1,-2-4 0,3 6 1</inkml:trace>
  <inkml:trace contextRef="#ctx0" brushRef="#br0" timeOffset="55332">6666 8537 20559,'-15'-45'1033,"-1"0"1,1 1-1,0-10 1,-1 12-933,-10 20 11,9 28-34,-3 12-11,-7 17-33,11-3 0,1 4-23,4-3 0,1 0-6,0 1 1,3-1 11,2 26-39,20-10 16,-5-11 40,29-1 50,-11-36-45,7-5 107,6-44 0,-13-2-559,-8 10 0,-3-2 525,-5 3 0,-4-1 53,-2-10 1,-4 0-124,-2 15 0,-1 1-83,-5-11 1,-2 3 203,-9 1-34,-8 5-68,-4 18-38,-9 34-23,11 3-6,8 7 0,4 6-89,1 27-233,7-17 0,4 3-406,6-3 0,5 2 0,0-1-1943,2-2 1,2 0 0,1 0 2676,3 3 0,1 1 0,0-6 0,0-3 0,-2-5 0,5 5 0</inkml:trace>
  <inkml:trace contextRef="#ctx0" brushRef="#br0" timeOffset="55665">7472 8450 21814,'-12'-52'1249,"0"-1"0,4 12 1,-4 6-623,-26-4-179,-8 37-331,-2 20-1940,21 7 1,3 6 1833,7-1 0,4 4-2,0 3 0,1 5 1,1 1-250,0 1 1,1 2 0,0 5 197,1-3 1,0 4 0,1 4-1,0 0 1,0-2-94,2-2 1,0-1 0,0 0 0,0 1-1,1 1-322,1-1 1,-1 2 0,1 0-1,0 1 1,0-1 0,0-3 98,1 3 1,0-1 0,0-1 0,0-2 0,0-1-45,-1 15 1,0-2 0,-1-1 281,-3-2 1,-1 0-1,-3-8 299,-3-8 1,-5-6 640,-3 2 1,-5-12-343,-4-24 1,-2-13-224,6-11 0,3-9 18,-2-22 1,5-6-188,8 10 1,6-5 8,5 9 0,2-5 1,2-1-1,1 3-43,3-1 1,3 3-1,2-2-48,-1-1 0,2-3 1,2 1-1,2 3-44,5-3 1,3 4 0,3 3-247,3 3 1,2 1-1,1 4-448,6-5 1,4 4 733,0 9 0,4 1 0,-7 5 0,7-4 0,-10 10 0,0-1 0</inkml:trace>
  <inkml:trace contextRef="#ctx0" brushRef="#br0" timeOffset="56583">9060 8996 21304,'2'-56'1011,"-1"-1"0,1 13 0,0-1 0,2 6-618,4-12-270,-2 16 0,2 2-50,5 2 33,5 13-78,-8 13-5,17 13 16,-8 10 6,7 19-17,-9 11-6,-8 11-17,-9-27 1,-4 0 2,-2 1 1,-2-1-26,-16 27 34,-3-11 73,6-17 44,6-15-27,9-18-51,3-14-6,7-16-22,6-13-11,4 4 5,3 4 1,3-2-15,-3 12 0,2 0-8,2-6 0,2 1 11,8 2 1,1 5-1,0 3-6,4 6 1,1 4-28,3 9 39,15 11 5,-17 15-56,-5 16 29,-9 11 5,-7 5-11,-10-1 5,-5-5-5,-6-12 5,1-12 12,-1-11 22,2-8 89,5-17-128,8-7 6,8-18 27,9-8-11,-3 8-3,-6 6 1,0 1 8,7-5-6,8-13 0,-11 25-5,-6 11-1,9 9-16,-3 11-6,11 8 17,-2 10 0,-4 5-5,-3 1 33,-5-3-11,-5-6-6,-2-8 11,0-7 29,2-8-1,5-13-5,4-11-12,4-15 12,1-10 39,-5-5 62,-4 3 44,-8 8 6,-4 11-50,-5 11-79,-1 10-73,-2 7 29,0 19-29,0 8-67,-1 21-162,1 6-448,0 7-45,2-11-3406,6-14 0,2-2 4134,5 1 0,4 3 0,-11-25 0</inkml:trace>
  <inkml:trace contextRef="#ctx0" brushRef="#br0" timeOffset="56758">10466 8292 24788,'-23'-48'332,"0"0"1,2 5 0,6 11-367,11 23-431,12 24-1137,7 12-4061,12 24 4898,-2-2 0,-7-16 0,-9-13 0</inkml:trace>
  <inkml:trace contextRef="#ctx0" brushRef="#br0" timeOffset="57166">11059 8460 21724,'-2'-7'3467,"1"2"-2732,1 5-215,0 0-469,-41-39-34,30 51-6,-25-18 17,49 65-37,-3-27 1,3 0-381,3 1 1,2-1 379,-1-1 1,0-1-9,12 23 0,-13-13 0,-18-13-27,-13-13-40,-11-11-62,-4-15 17,2-14 96,2-19 771,3-11-699,4-2 45,4 6 28,2 13 34,3 14-46,1 13-32,1 9-46,2 11-28,0 12 6,0 14-33,0 15-230,0 13-735,2-26 1,0 0-2817,-1 24 3814,-1 3 0,3-39 0,0-1 0</inkml:trace>
  <inkml:trace contextRef="#ctx0" brushRef="#br0" timeOffset="58559">11585 8718 22783,'12'-57'1019,"0"-1"1,-1 5 0,-3 4-528,-7-2-100,-1 9-156,-1 15-136,0 13-88,0 9-18,3 30-5,3 6 16,1 30-21,-1 2-268,-3-29 0,-2 2 304,-2-1 0,-3 0-26,-1 3 0,-2-1 6,-7 8 45,-4-2 22,10-34-11,0-7 0,3-16 12,3-28-24,8-11-32,2-6 10,1 22 0,3 0 94,-1 5 1,2 0-106,3-6 0,1 1 6,0 4 0,1 3-17,4 4 0,0 3-6,6-2-5,17 10 22,-9 15-5,15 8-6,3 12 5,-3 16-19,-25-5 0,-3 3-339,4 15 353,-15-10 0,-4-1-23,-8 11-97,-7 7 120,-5-12 17,-2-15 17,4-15 330,5-11-325,5-16-27,9-13-12,15-30 22,5 1-19,-13 26 0,1 0-3,18-20 0,-8 17 44,9-2-55,-12 17 334,5 6-340,-10 13 71,8 8-99,2 9-33,4 12-56,2 5-57,3 9-89,4 2 89,-19-23 1,0 1-70,1-1 0,2-1-270,8 0 1,0-2 204,14 6 64,-5-14 1,0-5 204,5-10 118,15-9-6,-31-5 128,-7-15 80,-12-2 329,1-20-369,-6 18 202,-3-6-101,-13 25-22,-17 3-203,1 9 57,-23 12-34,3 13-89,10-1-23,1 8 6,23-2 11,6 12-39,13 7 11,9-2-17,12-13 23,-4-17-6,7-7 0,5-16 39,1-7-11,6-17 28,-13-8-23,-9 7 74,-4-14 122,-11 5-145,-2 8 168,-7-2-123,-1 28-101,-3 0 17,-2 12-23,-1 9-16,-7 22 5,5 6-11,1 17 11,9-16-16,11 4-18,15-12 18,9-7-12,3-8 28,20-28-11,-13-12-11,9-9 22,-23-1 0,-2-4-8,-9 6 0,-1-2-503,7-18 1,0-4 510,-8 2 1,-1-2-706,-2-4 1,0 0 704,-4 11 0,-1 1 17,-1-6 0,-1 1-106,-5 11 0,-1 3 145,-1 2 0,-2 2 56,-5-21-33,-1 35-68,4 12 844,-1 18-855,-5 33-22,4-14 0,-1 5 161,-1 16 1,-1 4-160,2 5 1,1 0-20,1-9 0,1 4-127,1 3 0,2 5 1,0-2-158,2-17 0,0-1 0,1 0 75,-1 8 0,1 1 0,2-1-814,4-4 0,2-2 0,1-5-3033,1-8 1,2-3 4083,2 7 0,0-4 0,0-12 0,-9-13 0</inkml:trace>
  <inkml:trace contextRef="#ctx0" brushRef="#br0" timeOffset="58742">13390 8483 21575,'-29'-41'153,"-1"0"1,0 5-1,16 8 1013,72 20-1362,2 14-87,-13-1 0,2 1-596,-3 4 0,-2 0-1851,1 2 1,-1 1 2729,2 0 0,-4-1 0,6 3 0,-9-4 0</inkml:trace>
  <inkml:trace contextRef="#ctx0" brushRef="#br0" timeOffset="59325">14267 8385 19613,'0'-4'4867,"0"0"-4374,0 4 392,-97-36-588,49 32-1558,-16-10 0,4 6 1295,22 26-325,16 7 0,2 3 314,3 7-46,3 19 1,5 3-23,8-5-201,6 2 1,6-1-111,5-24 0,5-4-423,7 6 1,5-2-1232,5-4 1,2-5 883,-8-4 1,2-5-3791,16-5 1,0-7 3753,-17-5 1,0-4 1161,15-6 0,-1-4 0,-11-5 0,-3-5 2573,-2-5 1,-3-4 181,-1-8 1,-3-2-821,-3-6 1,-3-3-512,-3-1 1,-3-2-571,-3 4 0,-3 1-266,-2 5 0,-2 2-127,-2 8 0,-3 3 177,-1-19 1431,-2 21-1778,2 17 344,3 12-630,1 11 35,0 35-46,0-6 23,-1 23 0,-2 7-218,-1-13 0,-2 1 208,0-1 1,0 4-1,-1-3-1,-2 2 0,-1 0-12,2-6 0,-1 3 1,2-6-107,2-4 0,1-2 115,-2 12 0,1-3 2,7-4 29,4-26-12,10-23 1,10-22-7,11-22 7,-2 3 7,-3 2 1,2-1-31,-8 13 0,0 1 429,12-15 1,0 2-424,-7 14 0,-3 4 479,14-10-485,0 12 11,-21 23-28,5 14-28,-12 23-123,-6 20-188,-5-21 1,-2 2-1369,-1 4 1,-1 0-601,0-7 0,1-1 2324,1 4 0,0-4 0,-1-7 0,4-1 0</inkml:trace>
  <inkml:trace contextRef="#ctx0" brushRef="#br0" timeOffset="59582">15921 8468 21053,'54'-9'-992,"0"0"1,0 0 0,-5 1-1,0 1 1,0 3 679,1 3 1,-1 3-1,-4-1 1,-4 0 0,-6 1-1,7 1 1</inkml:trace>
  <inkml:trace contextRef="#ctx0" brushRef="#br0" timeOffset="59766">16140 8720 22599,'-6'0'2660,"2"0"-2318,4 0-488,70-61-1450,-35 50 0,4 1-299,8-11 0,5-5 0,-2 8 1399,9 11 0,-5 6 0,-14 0 0,-5-1 0,6 2 0</inkml:trace>
  <inkml:trace contextRef="#ctx0" brushRef="#br0" timeOffset="60099">17086 8433 24032,'2'-52'806,"0"-1"1,2 4 0,6 6-690,8 16 1,5 5-339,2 2 0,3 4 224,4 3 0,2 5 2,2 3 1,0 4-6,2 6 0,-1 5-9,-3 4 1,-3 6 11,-4 8 0,-5 4-3,-6 7 0,-7 4-852,-10 5 0,-8 2 846,-9 3 1,-7-1 20,2-17 0,-4-1 0,-1-1-17,-1-1 0,-3-2 0,0-2-9,-16 11 0,1-3 19,7-7 0,2-2 262,10-7 0,4-1-158,-1 4 28,37-11-56,37-14-65,-6-1 1,6-1-315,-7 2 0,3-1 0,2 0-65,5 0 0,2 1 0,2 0 263,-8 1 0,2 1 1,-1-1-1,-5 1 1,11 0-1,-4-1 0,-4 1 1,0 0-1</inkml:trace>
  <inkml:trace contextRef="#ctx0" brushRef="#br0" timeOffset="69559">7482 2718 10944,'-55'2'1543,"-1"-1"1,1 1 0,3-1 0,2 0 0,7 0-450,-16-1 171,8-3-1024,35 2-314,12-5 186,27 0-85,26-2-28,-14 2 0,1 1 0,-4 1 0,3 0-6,23-3 1,2 0-400,-18 3 0,0 0 397,15-2 0,0 1-48,-20 3 0,-4 0-12,8 0 68,-23 4 62,-49 6-62,-16 4 0,16-5 0,-3 0 22,-22 4 1,-1 0-263,15-3 1,-1 0 320,-18 2 1,0 1 72,18-5 0,4 0 289,-18 1 836,26-5-1190,21-2-38,22-6-18,21-4-16,6-3-178,-2 3 0,4-1 180,13-1 1,3-1-315,2-1 0,1 1 297,-14 3 0,1 0 0,-2 1-2,4-1 0,-3 2-14,-8 2 0,-4 2 26,8-1 5,-30 8-313,-30 6-911,-25 7-8624,-16 5 9804,11-5 0,14-5 1,24-7-1</inkml:trace>
  <inkml:trace contextRef="#ctx0" brushRef="#br0" timeOffset="70292">6600 5285 21579,'33'-19'57,"-1"-1"1,20-1 0,1 5-44,-16 9 0,0 4-6,16-4 1,-2 1-6,-15 2 0,-4 1-15,14 0 18,-19 2 61,-18 2-11,-20 4 0,-15 3 6,-19 3-17,-14 4-14,25-7 0,-1-1-137,-1 2 0,0-1 173,2 0 1,1-1 156,-23 5-51,19-4-78,17-4 12,17-3 50,20-6-45,19-4-87,-6 0 0,3 0-443,8-2 1,2 0 431,4-1 0,1 0-8,0 1 0,-1 1-7,-5 1 0,-3 0 57,17-3 17,-27 7-113,-36 7-1180,-35 13 1220,-2 0 0,-1 1 0,-8 3 0,22-7 0,0 0 0</inkml:trace>
  <inkml:trace contextRef="#ctx0" brushRef="#br0" timeOffset="76524">18012 5203 22638,'-12'-49'834,"1"0"0,-1 3 1,4 13-773,6 28-90,1 7 78,2 17 0,3 19-33,1 22-9,-3-23 1,0 1-299,-3 2 0,-1 1 309,-2-1 1,-1-1-3,-2-4 0,0-1 39,-11 24 51,8-26 301,2-11-55,7-25-258,5-15-22,5-17-1605,3 0 1,2-3 1564,6-18-2,-2 8 0,-1 0 27,-5 15 0,0 2-41,2-8 0,0 1-15,0 8 1,-1 2-3,13-14-5,11 19-1,-10 13-16,21 15 10,-8 12 12,11 14-14,-20-6 0,-2 3 0,-7-2 0,-1 1 3225,15 25-3228,-22-1 17,-10-12 508,-5 2-458,-2-13 40,-2-14-29,2-14-22,2-14-27,3-14-18,6-13 23,8-3-12,6 1 18,9 3-34,-11 18-1,4 5 1,-11 16-17,4 8-11,7 11 39,-6-1-22,11 12 10,-5-8 1,6 4 34,11-2-12,-8-10 0,-1-3 17,-6-15 0,-9-9-6,4-13 12,3-19 0,-6 5 27,1-7-27,-9 22 39,-3 5-17,-5 13-73,1 2-6,-1 7 7,1 13 4,1 8 1,0 4-34,0 12-78,-1-3-336,4 12-2868,11 10-767,-3-18 4094,10 5 0,-20-35 0,-1-3 0</inkml:trace>
  <inkml:trace contextRef="#ctx0" brushRef="#br0" timeOffset="76719">19208 4872 23411,'-19'-11'-2191,"9"8"1,17 14 0,0-1 0</inkml:trace>
  <inkml:trace contextRef="#ctx0" brushRef="#br0" timeOffset="77200">19553 4986 20263,'-3'-4'3881,"1"0"-2239,2 4-1172,-17-60-235,12 43-196,-5-17 1,1 7-68,8 24-40,-2 9 68,3 8 6,1 12-28,9 10 22,11 10-23,13 7-359,-13-24 0,2-1 328,0 1 1,0-1-173,-2-1 0,-2 0 19,6 19 67,-17-15-606,-39 2-206,-10-18 246,8-5 1,0-2-102,-15-3-923,-2-7-36,22-14 870,6-10 806,10-21 1020,14-8 1126,0-4 111,2 4-671,-2 13-116,0 12-657,-2 13-448,0 9-214,-2 9-27,1 5 67,-5 25-90,0 6-118,-2 24-598,5-28 1,0 0-2343,2 4 0,0-1 2572,0-4 0,1-1 0,0 9 0,0-19 0</inkml:trace>
  <inkml:trace contextRef="#ctx0" brushRef="#br0" timeOffset="77667">20167 4898 24503,'30'-40'-419,"0"0"1,4 4 0,5 9-1027,7 20 0,4 9 876,7 0 1,-4 1 0,8-1-1,-8 4 1</inkml:trace>
  <inkml:trace contextRef="#ctx0" brushRef="#br0" timeOffset="77817">20305 5100 19070,'-5'2'5449,"1"-1"-4810,4-1-2123,56-15 1484,-25 8 0,1 0 0,3-2 0,-1 1 0,16-2 0</inkml:trace>
  <inkml:trace contextRef="#ctx0" brushRef="#br0" timeOffset="78657">21906 4717 24301,'-47'-35'22,"0"0"1,1 3-1,2 12 1,-5 25 27,-8 5-5,-1-1 11,8-2-11,15-1-29,13-2 18,11 1 11,5 3 106,1 12-73,0-4 130,-4 18-7,-1 1-27,-4 17-350,6-21 1,0 0 211,0 3 1,1 1-23,0 8 0,2-1-9,-1 16-2,6-20 0,6-1-31,14 7-79,0-18 1,4-1-404,9-2 0,5-3-2092,11-3 1,2-3 1954,2-4 1,-4-1 0,3-2 0,-32-4 0</inkml:trace>
  <inkml:trace contextRef="#ctx0" brushRef="#br0" timeOffset="79334">25008 4754 16544,'-3'-1'5881,"1"0"-4307,2 1-1429,18-16-94,-3 12 44,29-13-6,-3 15-30,-8 0 0,2 1 14,19-1 5,0 1-22,-28 0 45,-11 1-17,-11 0 106,-4 4-22,-5 4-33,-4 6-39,-3 5-74,3 0 12,-1 12-3410,6 22 3382,1-6-1,6 5 1,3 4-124,-1-18 0,0 1 106,2 19 1,-1-1 3,0-20 0,-4-2-37,-7 5 0,-6-3-247,-25 14-209,7-22 0,-6-2-4415,-14-3 1,-2-4 3883,19-7 0,0-2 0,-2-2 0,6-3 0,17-5 0</inkml:trace>
  <inkml:trace contextRef="#ctx0" brushRef="#br0" timeOffset="82716">22456 4868 14253,'0'-5'5993,"0"1"-2582,0 4-2957,-1-61-286,0 46-124,-3-42 91,-10 70 22,-13 14-90,6-4 0,-1 2-246,-5 5 0,0 3 187,1 2 1,1 1-15,3 0 0,3 1 3,6-3 1,4 0-9,6 28 22,19-11 39,18-12-30,14-15 131,12-18-45,-27-11 1,1-5-171,1-3 1,-1-5 276,-1-3 0,-3-4 0,-4-2-1,-4-2-50,-5-1 1,-5-2-65,-4 0 0,-4-1-37,-4 0 1,-3 1-81,-9-28 86,-5 9-34,-2 12 364,2 12-610,2 12-1617,-6 15 223,6 6 1607,-18 22 0,22-17 0,-6 9 0</inkml:trace>
  <inkml:trace contextRef="#ctx0" brushRef="#br0" timeOffset="82967">23037 5472 24760,'-2'-55'642,"0"1"1,0 1-1,1 12-575,3 28-207,-1 11-44,-3 21-119,-4 10-1669,-17 28 1972,1-22 0,0 0 0,-5 10 0,-8 2 0</inkml:trace>
  <inkml:trace contextRef="#ctx0" brushRef="#br0" timeOffset="85916">10384 2655 5952,'27'-47'850,"1"0"1,0 0 0,-4 5-1,3-4 1,0-1 0,-1 2-1,-2 5-821,-1 0 0,-3 4 0,4-5 381,2-3 0,4-7 0,1-3 0,-2 4 0,-3 5-26,-3 5 1,-2 4 0,0-1 18,7-10 0,0-3 0,-3 8 402,-8 10 1,-3 5-45,1-4-157,-16 31-548,-13 21-40,-1 6 1,-2 3 75,-1 0 0,-2 5-782,0 2 0,-4 7 0,-1 2 1,1-1-1189,-5 8 1,1 0 0,-1 3 1896,1-3 1,-3 3 0,2 0 0,3-6 0,3-7 0,2-3 0,2-4 0,0-2 0,1 1 0</inkml:trace>
  <inkml:trace contextRef="#ctx0" brushRef="#br0" timeOffset="86283">9245 4427 6260,'25'-50'1083,"0"-1"0,0 1 1,0-1-1,0 4 1,-1 1-1,0 1 0,1-1-621,-1 3 0,1 0 1,0 1-1,-2 2 17,3-4 1,-1 2 0,-2 4 130,3-4 1,-4 4 1581,0-5-2069,-16 29 11,-15 29-55,-4 7 7,-11 21 1,-5 8-65,2 0 1,0 2-320,4-11 1,0 1 0,-2 4 161,4-5 1,-1 4 0,-1 2-1,0 0 1,1-2-1221,-1 2 1,1 0-1,0-1 1,-1 3 1354,0-1 0,-2 3 0,1 0 0,0-2 0,3-4 0,-1 2 0,2-4 0,2-4 0,2-4 0,-1 0 0</inkml:trace>
  <inkml:trace contextRef="#ctx0" brushRef="#br0" timeOffset="87334">23729 4985 18392,'-4'-8'1293,"-1"-25"1,3-3-851,7 11-59,2-20 0,4 1-227,9 22-26,8 2 1,3 3-93,0 7 8,6 3 1,-1 3-20,-6 6-17,23 8 6,-14 19-45,1 9 0,-4 4-11,-19-11 0,-5 3 0,-5 14-77,-7-13 1,-5 0 132,-25 17-3,8-29 0,-2-3 14,-17 10 59,11-15 0,0-2 221,-5-3 117,-7 0-61,23-16-56,11-8-50,10-8-85,7-4-78,7 3-72,1 7 258,14 1-264,-4 10-17,16 7-6,-12 6 6,11 16-17,0 16-11,-6 4 17,-9 9-23,-38-13 1,-11-12-169,-13-11 1,-6-5-466,8-6 1,-2-1-3778,-17 2 0,-1-1 4444,15-6 0,3 0 0,-12 0 0,24-2 0</inkml:trace>
  <inkml:trace contextRef="#ctx0" brushRef="#br0" timeOffset="87840">21978 5836 17182,'-56'1'1637,"0"1"0,4-2 1,22-3-1469,55-4-108,4 1 1,7 0-26,19-2 1,8 2-1112,-8 1 0,3 1 0,2 0 1076,-6 2 1,2-1-1,1 1 1,2 0-13,-7 1 1,2 0 0,0 0 0,1 0 0,1 1-365,4-1 0,1 1 1,1 1-1,0-1 1,1 1 365,-8 0 1,0 1 0,1-1-1,-1 1 1,1 0 0,0 0-290,1 0 0,1 0 1,-1 0-1,0 1 1,1 0-1,-1 0 263,-1 0 0,0 0 1,0 1-1,0-1 1,-1 1-1,-1 0-85,8 0 0,-1 0 0,0 1 1,-2-1-1,-1 0-480,7 1 0,-1 1 0,-3-1 0,-4-1 273,1 1 1,-5-1-1,-2 1-2069,-4 0 0,-2-1 1,-8 1 2395,4 0 0,0 1 0,-39-4 0</inkml:trace>
  <inkml:trace contextRef="#ctx0" brushRef="#br0" timeOffset="88124">21813 6015 6224,'-42'6'1878,"-1"1"0,1-1 0,-5 1 0,6 1-47,-1 5 769,69-5-2133,8-5 1,8-2-283,-4-1 0,4-1 0,2 1-428,8-2 0,3 1 1,6-1 375,-12 0 1,4 1-1,4-1 1,1 1-1,-1-1 1,-3 1-522,3-1 1,-3 1-1,0 0 1,2-1 0,3 1 430,-6 0 0,4 0 0,1 0 0,2 0 1,-2 1-1,-1-1 0,-2 0-316,7 1 0,-1 0 0,-3 0 0,1 0 0,-1 0 332,1 0 0,-1 0 1,1 0-1,-1 0 1,-1 0-236,-2 0 1,-1 0-1,0 0 1,-1 0-1,-1 0 219,7 0 1,-2 0-1,-1 0 1,-2 0-25,5 0 0,-2 0 0,-4 0-72,4 0 0,-7-1-1442,5 0 1495,-40-1 0,-14 1 0,-7 0 0</inkml:trace>
  <inkml:trace contextRef="#ctx0" brushRef="#br0" timeOffset="93759">2749 2854 21444,'-42'-35'478,"1"0"0,4 5 1,10 5-233,22 14-274,4 7 45,0 4 67,1 9 5,4 12-49,1 2-12,9 26 11,-1-14 17,5 14-17,-1-16 28,1-5-39,-3-10 118,19 0-57,-12-12 113,36-5-101,-12-16 0,2-5-777,-7 6 1,1-3 693,8-6 1,4-5 0,-1 0-6,-10 5 0,-1 1 1,3-2-6,4-2 0,5-2 1,-1 0-1,-3 3-521,-1 0 0,-4 2 1,2 0 479,-3 2 1,1-2 0,0 3 0,-6 2-178,4 1 0,-3 2-989,8 0 0,-3 5-3522,10 13-1228,-19 11 5341,-27 17 0,-7-16 1,-2 0-1</inkml:trace>
  <inkml:trace contextRef="#ctx0" brushRef="#br0" timeOffset="104366">22193 5552 18537,'1'-8'247,"13"2"-214,38 4-16,-9 1-8,-11 1 0,0 0-9,5 0-24,9 0 42,-26 1 340,-11 0-94,-14 0-91,-10 0 51,-14 0 17,-10-1-112,3 0 335,-23-1-178,23-1-62,-12-1-101,26 2-100,12-1-12,9 2 28,11-2-17,11 1-22,17-2 0,15-1 6,8 0-6,-10 1 5,-16 0 1,-1 0 22,1 1 84,7-1 45,-28 1-123,-11 2-68,-19-3 51,-10 3-6,-23-2 11,-7 2 12,-2 1 0,3 0-12,13 2-39,13 1-33,16-2 123,12 0 61,21-1-89,12-2-17,22-4-377,9-2 368,-31 2 1,0 1 53,27-5 168,-17 3 195,-19 3-161,-15 0-242,-19 3-5,-14-1-5,-23 0-6,-13 6-87,29-3 0,-1 2-651,-24 10 721,14 7 0,21-9 0,11 1 0</inkml:trace>
  <inkml:trace contextRef="#ctx0" brushRef="#br0" timeOffset="112916">7375 2975 20879,'-3'-34'498,"1"0"0,-6-13-436,-8 62-40,2 3 34,-2 10-5,6 7-46,2 1 18,6 5-12,10-10 1,0-11 22,10 0 152,6-12 17,-2 0 115,22-18 25,-15-7 62,12-12-83,-17 4 140,-4-14-129,-13 12-79,-4-12-169,-10 13-54,-7 5-189,0 8 22,-13 3-52,6 8 35,-12 6 45,11 3 56,-11 19 95,18-10-6,-16 25 3,21-21 93,-4 25-44,13-18-56,6 9-42,3-14-65,19 1 29,-2-12 21,14 1 28,-2-12-80,-1-9 54,-4-11 62,-9-9 280,-10-8 139,-10-4-148,-6 8-14,-12-12-177,-1 19-45,-10-6 18,4 16 126,6 9-180,-5 13 280,9 8 18,-5 12 34,8-1-32,3 18-75,8-13-185,5 11-218,9-14-190,7-7-177,4-8 289,1-10 261,0-11 373,-7-3 208,1-23-209,-14 6-113,0-13 18,-9 15-328,-5-2-681,-4 12-8071,-6 0 8640,0 8 1,5 6 0,4 3-1</inkml:trace>
  <inkml:trace contextRef="#ctx0" brushRef="#br0" timeOffset="115725">24194 4191 16556,'14'-44'1321,"0"1"1,0 0 0,3-15 0,-3 9-532,-7 14-336,-6 14-549,-1 13 122,0 7 18,-1 25 16,-1 10-39,1 25-16,0-26 0,0 0-183,2 1 0,-1 1 183,0 0 0,1-1-1,-1-2 1,0 0 5,-1 23 23,-4-8 83,-3-12 40,1-16 358,2-9-140,4-15-246,-1-11-28,1-13 431,-1-14-459,2-12 0,3-5-37,-1 28 1,1 0 36,6-28 16,1 9 18,-3 13-63,-1 16-116,-4 10-12,0 10 61,-2 11 6,0 12 23,0 15 5,0 13-16,-2 4 10,0-1-5,-2-6 0,1-8 11,1-10 40,0-10 162,0-9 50,1-6-184,0-6-18,1-13-49,1 3 4,4-26-4,-1 15-40,2-8-174,-4 15-11,-1 8-247,-2 7 91,-6 10 27,-5 7 1,-9 11-1,-3 7 51,-3 3 117,2-2 141,-2-5 117,0-9 308,-9-13-6,6-16-44,0-15-180,16-2 107,7-12 100,9-5-150,3 0-23,3-3-44,0 18-102,-3 10-72,0 6-46,-3 11 68,1 8 0,1 14 6,4 13 16,2 10-3402,4 5 3380,-1-10-68,13 18 73,-1-22 29,16 11-17,-10-23 89,22-8-11,-18-13-22,18-7 28,-13-12-17,-2-11-51,-4-6 29,-5-1 16,-6 2 6,-9 9 3336,-5 7-3425,-6 8 73,-3 5-107,-4 7 16,-3 6 29,-8 8-1,-3 5-5,-3 2 17,-2-2 0,-4-3 11,-10-4-17,-10-4 6,-14-6-9,27-6 1,0-1 2,0-1 0,2-2 40,-21-9-40,18-3 22,16-4 29,11-2-34,7-5-11,7-3-12,4-1-5,5 4 17,-2 7-22,-2 7-12,-6 8-34,-2 4 35,-3 6 60,3 4-49,3 8 5,6 4 11,0-1-17,23 11 18,1-10-21,-9-5 1,3-1-26,28 4-397,-27-10 1,1-1-175,2-2 0,1 0-3411,1-2 0,-1 0 4016,25 1 0,-22-3 0,-19-1 0</inkml:trace>
  <inkml:trace contextRef="#ctx0" brushRef="#br0" timeOffset="118799">9557 5225 8321,'-3'1'5204,"1"-1"212,2 0-4761,-40 15-251,31-11-46,-28 11-39,45-17-89,19-5-180,-5 2 28,21-7 6,-11 5-11,7-3 146,-4 1-23,-15 4 342,-8 1 78,-12 4-577,-17 0 6,-6 4 39,-33 6-56,18-1-6,-9 4 57,12 0-74,14-5-21,-3 1 16,19-6 78,9-2-44,2-1 27,15-2-5,8-4-28,15-4-9,-11 2 1,0-1-14,12-4 22,14-3 17,-35 10 128,-4 1 46,-11 3-130,-16 2-77,-1 0 10,-20 3 0,-6 2-16,-13 4 16,1 1-10,5 1-40,9-1 11,14-3-34,7-1 40,10-3 34,8-1 27,18-2-39,14-6-28,22-7-462,-12-1 487,-17 5 1,-2-1 30,10-4 146,-2 0-157,-20 6-56,-32 4 28,-4 3 11,-34 7 17,-1 3-23,12-1 1,-1 1 13,10-2 1,1-1 36,-27 6-33,37-8 5,12-2-6,8-2-106,16-3 37,8 1-3353,19-1 3400,0 0 0,-15 2 0,-10 1 0</inkml:trace>
  <inkml:trace contextRef="#ctx0" brushRef="#br0" timeOffset="126199">7433 2535 15238,'1'3'1849,"-1"-1"106,0-2-2460,3 4-100,1 0-3662,12 7 3419,2-2 0,-4-2 0,-3-2 0</inkml:trace>
  <inkml:trace contextRef="#ctx0" brushRef="#br0" timeOffset="126625">9774 4707 16320,'4'5'364,"0"0"1377,-4-5 1009,0 0-2985,2 0-95,-1 0-1137,2 1-3099,1-1 4566,-1 0 0,-1 0 0,0 0 0</inkml:trace>
  <inkml:trace contextRef="#ctx0" brushRef="#br0" timeOffset="127508">6940 2076 17808,'-4'-45'1379,"0"0"0,0 5 0,4 8-920,6 13 1020,3 10 1014,-2 5-233,14 17-2525,-2 6-275,15 18 359,1 8 207,-14-19 0,-1 0-154,14 19-126,-6-5 0,2 2-624,-8-9 0,1 1-192,1 0 0,2 2 0,0-1 925,11 15 1,0-1 129,-6-10 0,3 2 145,3 3 1,3 3 0,-1-2-15,-9-10 1,-1-2 0,3 2-448,0 1 0,4 3 1,-1 1-1,0-2 466,7 7 1,-1-2 0,-1-1-6,-8-8 0,0-1 0,2 3 0,2 2 0,4 4 1,-1 1-1,-2-3-18,1 0 1,-2-1 0,1 2-491,2 1 1,3 3 0,0 0 0,-2-2 430,-6-6 1,0-1 0,-1-1 0,0 0-7,0 0 0,0 0 0,0 0 0,0-1-18,10 12 1,0 0 0,-1 0-30,0-1 0,-1 1 0,-1-1-380,-2 0 0,0 0 1,-1-1 333,-2-1 1,0 0-1,-2 0-33,-1-3 1,-1-1 0,-1 0 22,-3-3 0,0-1 1,-2-1 250,11 12 1,-2-2-292,-4-4 0,-3-3 20,-6-10 0,-2-1 557,4 5 1,-1-1-5718,5 2 5250,4 5 1,-17-23-1,-7-8 1</inkml:trace>
  <inkml:trace contextRef="#ctx0" brushRef="#br0" timeOffset="137049">10637 2898 18738,'-59'-4'1556,"0"0"1,3 1-1,6 0 242,-9 1 164,13 0-714,18 0-758,16 0-383,10 0-1160,13-1 2036,13-1-51,17-2-344,19-1-904,-23 4 0,1-1 371,3 1 0,2 0 13,8 0 1,-2 0 73,-16 1 0,0 0 744,12 0 1,-6 0-611,-16 1-173,4-1 2,-42 4 44,-19 3-149,-24 5 0,21-3 0,-3 0 0,-6 1 0,0 1 0,-2-1 0,0 1 0,2 0 0,1-1 0,7-1 0,2 0 0,-16 5 0,22-5 0,16-3 0,16-2 0,12-2 0,18-2 0,21-3 0,-18 0 0,3 1 0,6-2 0,1 1 0,3-1 0,-2 1 0,-1 0 0,-2 2 0,-7-1 0,-2 1-610,11 0 1220,-22 2-610,-24 4 0,-23 4 0,-27 4 0,14-3 0,-3 0 0,-9 1 0,-4-1 0,8-1 0,-2 0 0,3 0 0,-3-1 0,1 0 0,-11 2 0,6-2 0,12-3 0,6 1 0,20-3 0,23-3 0,2-2 0,17-3 0,7-1 0,-4 1 0,3-2 0,20-3 0,2-1 0,-4 2 0,0-1 0,-1-1 0,-2 1 0,-4 0 0,-2 0 0,-7 2 0,-4 0 0,15-3 0,-22 6 0,-19 7 0,-6 1 0,-5 2 0</inkml:trace>
  <inkml:trace contextRef="#ctx0" brushRef="#br0" timeOffset="140165">6717 5277 9122,'-5'-2'4319,"1"1"-1866,4 1-2397,-16-9-695,12 6-940,-11-6 1579,17 15 0,-1-5 0,1 5 0</inkml:trace>
  <inkml:trace contextRef="#ctx0" brushRef="#br0" timeOffset="141515">6920 4490 6349,'35'-45'719,"0"0"0,0 1 1,0-1-1,-3 4 1,1 0-1,-2 2 1,-3 4-384,3-2 0,-1 4 633,8-10 0,-1 4 173,5-3-686,-16 16 1,-2 2 764,-3 6-1008,-12 12 696,-16 14-534,-15 17-215,0-1 0,-3 2-1425,-10 11 0,-4 4 1347,6-7 0,-1 2 1,0-1-50,4-4 1,1 0 0,-2 2 18,-10 11 0,-2 4 0,1-2-418,6-7 0,2 0 0,-1 1 374,3-4 1,0 0-1,-1 2 1,1 0-275,-1 1 0,1 1 0,0 0 0,3-2 199,-2 3 0,3-2 0,1 1-383,2 1 0,1 0 1,4-3 101,6-5 1,4-2-768,3 3 0,3-4 1115,5 4 0,0-5 0,2-16 0</inkml:trace>
  <inkml:trace contextRef="#ctx0" brushRef="#br0" timeOffset="142115">10830 1989 8444,'36'-47'1556,"0"-1"0,-1 0 1,-1 4-1,-1 2 0,-4 3 234,-3 5 0,-2 3-668,4-2 0,-3 4-86,-3 5 585,3-3-1036,-23 27 229,-8 8-350,-13 14 0,-5 6-288,-4 4 0,-4 5-66,-1 1 1,-4 3-1,0 2-25,7-8 1,-1 1 0,0 1-1,0 0-1050,-5 5 0,0 2 0,0-1 0,1 0 1021,2-2 0,0-1 0,1 0 0,3-4 0,-1 1 0,3-4 0,2-2 1,3-2-1,0 0 0</inkml:trace>
  <inkml:trace contextRef="#ctx0" brushRef="#br0" timeOffset="152142">9211 9405 13879,'49'-9'293,"0"1"1,0-1 0,0 1 0,2 0-1,1 1 1,1 0 0,-2 2-231,-2 2 0,0 1 0,0 2 0,2-1-1183,6 0 1,2 0 0,1 0 0,1 1 1204,-8 0 0,2 0 0,0 0 0,1 0 1,1 0-190,5-1 1,1 1-1,0 0 1,1 0-1,1 1 160,-6-1 0,0 0 0,1 0 0,0 0 0,1 1 0,0-1-72,-5 0 0,1 0 0,0 0 0,0 0 0,0 0 0,1 0 0,1 0 60,1 0 1,2 0 0,-1 1 0,1-1 0,0 0 0,1 0-1,-1 0-117,-5 0 1,-1 0 0,1 0 0,0 0 0,0 1 0,0-2 0,0 1 0,0 0 110,1 0 1,-1 0-1,1-1 1,0 1-1,0 0 1,-1-1 0,1 1-1,-1-1-6,0 1 1,0-1 0,0 1 0,0-1 0,-1 0 0,1 1 0,-1-1 0,0 0-7,6 0 1,0-1-1,0 1 1,0 0-1,-1-1 1,0 1-1,-1-1-12,-2 1 0,0-1 1,0 1-1,-1-1 1,-1 0-1,1 1 1,-2-1-5,7 0 0,0 0 1,-1 0-1,-1 1 0,-2-1 1,-2 0 75,-3 1 1,-2-1-1,-1 0 1,0 1 0,2 0-250,6-1 1,3 1-1,-1 0 1,-2 0 0,-7 1-2191,-1 0 1,-5 1-1,1 0 2353,11 1 0,0-1 0,-9 1 0,4 3 0,-36-1 0</inkml:trace>
  <inkml:trace contextRef="#ctx0" brushRef="#br0" timeOffset="164924">26163 5313 15100,'28'-46'156,"0"-1"0,-2-3 1,-12 1-88,-22 19 0,-11 0-830,-5-3 1,-8-2 0,-2 1 853,-5 2 1,-4 2-1,-3 0-603,-1 2 1,-4 1 0,-3 0 0,0 3 523,7 5 1,0 3-1,-1 0 1,-2 1-1,0 0-7,-8-1 1,-2 1-1,-1 1 1,0 0 0,2 1-77,7 2 1,3 0-1,-1 1 1,-2 0-1,-5 0 63,3 1 1,-5 0-1,-3 0 1,-2 0-1,0 1 1,1-1-1,4 2 1,4-1-156,-2 1 0,6 1 0,2 0 0,-4-1 1,-8 1 198,11 0 0,-6 1 0,-3-2 0,-4 1 0,-2 0 1,-1-1-1,-1 1 0,2 0 0,1 0 0,3 1 0,4 1-120,-3-1 0,3 2 0,2 0 0,1 0 0,0 0 0,0 0 0,-1 1 0,-2-1 156,-1-1 1,-1 1 0,-1 0 0,0-1-1,-1 1 1,0 0 0,0 0 0,0 0 0,0 1-48,0 0 0,1 1 0,-1-1 1,0 1-1,1 0 0,-1 1 0,-1-1 1,1 2-1,-1-1 53,3 1 1,0 0 0,-1 1 0,0 0 0,0 0 0,0 0-1,0 1 1,-1-1 0,1 1 0,-1-1-12,-1 1 1,0-1 0,1 1 0,-1-1 0,0 1 0,-1 0 0,1 0 0,-2 0 0,1 1 0,-1 0-12,5-1 0,0 1 1,0 0-1,-2 1 1,0-1-1,1 1 1,-1 0-1,1 0 0,0 0 1,1 0-1,2 0 1,1 1 15,-9 0 1,2 1-1,2 0 1,0 0 0,0 0-1,2 1 1,-1-1 0,0 1-1,1 0-29,1 1 1,0-1-1,1 0 1,-1 1 0,1 0-1,0 0 1,1 1-1,0-1 1,0 1-9,-5 1 1,1 1-1,0-1 1,1 1-1,-1 1 1,2-1-1,-1 1 1,1 1 6,-4 0 0,-1 2 0,1-1 1,1 1-1,0 1 0,1 0 1,1 0 46,4 0 1,0-1 0,1 1 0,1 1 0,0 0 0,0 2 0,1 2-68,-4 4 1,-1 2-1,0 2 1,1 1-1,2 0 1,3-2-1,3-2-87,-8 5 0,4-4 0,4 2 0,1 6-69,4 4 1,-3 7 0,4 1 0,10 0-1,14-6 116,24 14 0,18-2-195,1-1 1,9 2-1,7-6 40,2-13 0,7-5 0,4-3 1,2 0 46,-2-3 1,3-1 0,2-1-1,2-1 1,2 0 43,-12-5 0,2-1 0,1 0 0,1-1 1,1 0-1,1 0 0,1-1 27,-2-1 1,1 0 0,1-1 0,0 0 0,1 0 0,1-1-1,1 1 1,-1-1 52,0-1 0,-1 0 0,2 0 0,0-1 0,0 0 0,1 0 0,1 0 0,0 0 0,0-1-2,-3 0 0,2 0 1,-1-1-1,1 1 1,1-1-1,0 0 1,0 0-1,0 0 1,1 0-1,0-1 48,-2 0 0,0 0 1,1 0-1,1 0 0,0 0 1,0-1-1,0 1 1,-1-1-1,-1 0 0,0 0 1,-2 0-73,4 1 1,-1-1 0,-3 0 0,1 0 0,-1-1 0,1 1 0,1 0-1,4-1 1,2 0 63,-14 0 1,3-1-1,2 0 1,1 1 0,1-1-1,2 0 1,0 0 0,0 1-1,1-1 1,-1-1-1,-1 1 1,-1 0 0,0-1-1,-3 1 1,-1-1-25,6 0 1,-2 0 0,-2 0 0,-1-1 0,0 1 0,-1-1 0,1 0 0,0 0 0,2 1 0,1-1 0,3 0-5,-9 0 0,2 0 1,1 1-1,1-1 1,1 0-1,1 0 0,1 1 1,0-1-1,-1 0 1,1 0-1,0 0 0,-1-1 1,-1 1-1,-1-1 1,0 0-1,-3 0-6,10 0 0,-1-1 1,-2 1-1,0-1 1,0 0-1,-2-1 0,1 1 1,-1-1-1,0 1 1,0-1-1,0 0 1,-1-1-11,5 1 0,-1-1 0,-1 1 1,1-1-1,-1 0 0,0-1 0,0 1 1,0-1-1,-1 0 0,0 0 1,-1 0 0,2-1 1,1 0 0,-1-1 0,-1 1 0,1-1 0,-2 0 0,1-1 0,-2 0 0,1 0 0,-2 0-16,2-1 0,-1 0 0,0 0 1,-1-1-1,0 0 0,-2 0 0,0-1 1,-1-1-1,-1 0-82,7-2 1,-1-1-1,-1 0 1,-1-1-1,-2 0 1,-2-2-1,-3-2-747,7-3 1,-2-3 0,-4 0 0,-3-2 0,-5-1 847,8-12 0,-7-1 0,-9 1 1,-7-1-1,-12 3 0,-17-7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16:17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3258 2481 15597,'0'-8'4296,"0"2"-2790,0 6-144,0 0-1121,-18-33-79,-1 26 40,-27-17 55,-9 43-459,3 4 339,5 0 0,1 2-98,16-7 0,2 0-17,-11 7 1,4 0-23,4 10 6,21-7 11,22-3 11,19-5-28,3-6 25,5-7 0,4-3-3,-10-2 1,1-1-255,15 1 0,0-1 237,-12-1 1,-4 0 321,14 1-282,-16 7 39,-28 5-6,-13 9 12,-19 5 11,-11 1-23,-6 3 6,3-4-39,5-1-12,5-1-16,11-6 502,-4 6-541,4 12 27,7-15 35,10 9-18,21-28-11,14 0-5,8-3-12,-2 0 29,-10 3 16,-13 5 6,-22 13 16,-17 12 18,-20 11-297,18-19 1,-1 0 262,-1 1 0,0 0-14,2 1 0,1-1-15,3 1 1,3-1-11,-11 26-120,12 0 103,12-2-214,16-2-3377,21-7 2834,11-11 1,-10-14-1,-7-10 1</inkml:trace>
  <inkml:trace contextRef="#ctx0" brushRef="#br0" timeOffset="1233">2948 15691 22511,'-5'-39'29,"1"0"1,-2 4 0,6 7 588,12 17-635,5 0 184,15-2-284,-7 7 174,0 1-62,-17 13 398,-18 12-359,-14 14-26,3-12 1,-3 1-167,-3 2 1,-2-1 176,0 1 1,1-1-12,3-2 1,2-1-9,-12 16-11,16-9-6,10-6 34,12-7-6,3-6 23,9-2-12,2-4 326,8 2-331,10 3-11,-5 1-12,3 7 6,-14-3-11,-1 8 11,-8 0 45,-1 15 11,-7 0-17,-8 9-22,-3-13-1,-8 7-16,5-8 0,-2 12 0,7-10 0,6-1-5,4-15 10,5 0-5,1-3 0,6 5 12,2-2-1,7 3-11,-5-6-23,14 8 23,5 7 12,-7 3 49,-8 9 18,-36 0-1,-24 2-61,10-20 0,-5-3-23,-3-1 0,-1-3-408,0-4 0,-1-3-2281,4-7 1,2-4 2694,-13-11 0,20-1 0,15 1 0</inkml:trace>
  <inkml:trace contextRef="#ctx0" brushRef="#br0" timeOffset="2283">4579 3707 16717,'0'-4'6302,"0"1"-4074,0 3-2009,-19-59-168,14 45-23,-15-33 5,16 72-21,-1 21-1,1-14 0,0 1-357,-1 6 0,0 2 335,-1 5 0,1 0-62,0 3 0,2-1-328,-1 0 0,3-1-669,3-4 1,1-2-2474,1-6 0,1-4 3543,7 14 0,-5-22 0,-3-13 0</inkml:trace>
  <inkml:trace contextRef="#ctx0" brushRef="#br0" timeOffset="2507">4365 3715 24447,'14'-29'-166,"0"-1"1,28-14-471,-6 44 1,4 9-2219,2 0 1,0 1 2853,4 3 0,-3 1 0,5 2 0,-8-1 0</inkml:trace>
  <inkml:trace contextRef="#ctx0" brushRef="#br0" timeOffset="2700">4339 4243 23657,'31'32'-571,"21"-12"-1000,-2-25 0,7-7 863,-14 5 0,2 0 1,-4 1-1,-3 0 1,-3 1-1,-2 1 1,0 0-1</inkml:trace>
  <inkml:trace contextRef="#ctx0" brushRef="#br0" timeOffset="3567">4352 5572 20918,'-3'-40'1000,"0"1"0,-1-23-927,9 62 22,3 9 39,3 12 6,1 16 6,0 16-336,-8-21 1,-1 3 228,-1 2 0,0 2-20,-1 1 1,1 0-1,0-3 1,0 0 42,7 25 106,6-17 269,3-20 100,7-18-161,6-21-124,9-19-140,-18 10 0,1-4-294,0-3 1,-1-2 256,-2-1 1,-1 0-9,0-4 0,-3 1-39,3-12 457,-1 0-530,-12 32-229,2 3-1037,-1 12-4632,5 15 5144,-1 5 0,-3-3 0,-3-5 1</inkml:trace>
  <inkml:trace contextRef="#ctx0" brushRef="#br0" timeOffset="4317">4638 7247 21349,'6'-51'1213,"1"0"1,-1 10 0,-1 7-1113,-5 16-101,0 15 11,-5 34 6,-10 19-40,-1 8-920,-3-8 0,-2 2 19,4-16 0,1-1-65,-4 9 0,0 0-3459,-2 1 1,0-3 4447,-7 11 0,5-8 0,11-23 0</inkml:trace>
  <inkml:trace contextRef="#ctx0" brushRef="#br0" timeOffset="4507">4235 7522 17138,'-2'-53'1575,"0"0"0,-1 0 1,0-12-1,2 8-707,5 5-252,5 22-521,5 8-41,10 13-9,13 25-28,0 5-12,-7 2 1,3 6-780,8 13 1,0 5 713,-13-12 1,0 0-1,0 3-787,5 8 1,0 3 0,-2 0-265,-5-4 0,-2-1 0,-1 1 1111,4 4 0,-1 0 0,-2-4 0,-3-4 0,-2-4 0,0-3 0,-1-1 0</inkml:trace>
  <inkml:trace contextRef="#ctx0" brushRef="#br0" timeOffset="5900">4433 9576 12713,'0'-7'4321,"2"-23"0,1-6-2635,1-3-1196,0-4 0,0-2 109,4-2-156,0 7-163,2 11-134,-3 11-96,-1 8-27,-2 12 16,-1 13 0,0 19 6,-6 23-37,-3-17 1,-3 2-542,-3 8 0,-3 1 547,-4 4 0,-1 1 6,0-2 0,-1-1-15,3-5 1,1-1-140,5-8 0,3-1 156,1 22-22,20-16 17,13-16 0,18-14-45,18-11-249,-24-5 0,1-2-34,5-1 0,1 0-1109,1-2 1,1 0 1419,1 1 0,-3 1 0,6-1 0,-10 3 0</inkml:trace>
  <inkml:trace contextRef="#ctx0" brushRef="#br0" timeOffset="6574">4304 11950 8405,'5'-4'7332,"-2"0"1232,-3 4-8217,-12-43-196,1 32-100,-15-29-18,-3 53-19,1 6 0,-2 5 39,-1 2 1,0 2-456,-2 2 1,-1 1 437,-2 6 1,3 1-15,8-7 0,3 2-19,-4 5 0,5 3-176,7 1 0,8 0 165,9-9 0,5-3-20,16 24-12,4-33 1,4-3-93,2-5 1,3-2-429,3-3 0,5 0 0,0-1-2381,16 0 1,-1-2 2700,6-3 0,-6-2 0,2-1 0,-30-3 0</inkml:trace>
  <inkml:trace contextRef="#ctx0" brushRef="#br0" timeOffset="16891">4180 13493 20907,'0'-4'3237,"0"1"-2492,0 3-689,-9 1-56,6 11-73,-12 39-229,5 10-360,2-13 1,0 1-191,0-5 1,0-1-474,0-1 1,1-1-824,-1-6 0,1-2 2148,-6 21 0,6-28 0,2-9 0</inkml:trace>
  <inkml:trace contextRef="#ctx0" brushRef="#br0" timeOffset="17115">4037 13837 16280,'0'-46'1737,"0"0"1,0 1 0,-1-19 0,-1 5-1270,0 20 0,1 2-222,-2 3 0,2 1-33,10-25-118,14 9-656,21 10 578,-14 24 0,3 3-15,4 3 1,3 5-28,3 4 0,1 6-12,2 6 1,0 4-868,-1 9 1,-3 5 670,-4 5 1,-6 4-65,-7 4 1,-8 2 80,-13 1 1,-11 0-9,-10 1 0,-10-2-54,-11 0 1,-7-3-455,12-15 1,-3-1 0,0-2 85,-1-2 0,-1-2 1,-1-1 645,-21 4 0,4-4 0,22-8 0,4-2 0,-22 0 0</inkml:trace>
  <inkml:trace contextRef="#ctx0" brushRef="#br0" timeOffset="17949">4053 14862 23657,'13'-40'287,"1"-1"1,-2 5-1,1 11-247,-1 23 77,2 15-16,-6 10 5,-2 18 6,-10 10-61,-8 11-37,2-31 0,-1 1 11,-1-2 0,-2 0 37,-10 18 72,5-14 147,6-16 66,5-17-235,5-15-73,-1-4 34,3-19-28,2-7-37,1 13 1,1-2 19,1-2 0,1-2 16,3-7 1,0 2-17,4-14-11,-3 22 0,1 3 11,6 1-17,10-3 6,24 6-12,5 12-10,4 4-1,-26 10 1,0 5-270,21 9 263,-22-2 1,0 4-6,-2 8 1,-4 4 10,6 24 17,-10-1-11,-26-1 17,-11-13 28,-10 6 17,-11-8 16,10-15 34,0-10-62,14-14 292,4-11-297,4-7 39,11-23-33,10 2-29,-1 16 0,2 1 6,14-8-5,18-1-23,-7 16 8,-11 10 1,3 2-9,21 8-3,-23 6 0,-2 4-8,7 12-23,1 20-711,-24 19-1753,-14-26 0,-3 1 2027,-5 5 0,-3-3 0,-10 4 0,5-18 0</inkml:trace>
  <inkml:trace contextRef="#ctx0" brushRef="#br0" timeOffset="21599">6289 3777 24368,'-15'-35'-714,"0"-1"0,-3-15-3005,36 65-1406,0 1 4062,3 11 0,-14-16 0,1 1 0</inkml:trace>
  <inkml:trace contextRef="#ctx0" brushRef="#br0" timeOffset="21759">6281 4144 26133,'-8'-5'-1418,"3"4"1,5 5 0,1 0 0</inkml:trace>
  <inkml:trace contextRef="#ctx0" brushRef="#br0" timeOffset="22224">7537 3832 22733,'7'-62'1195,"1"0"0,-2 7 0,-2 6-652,-1 2-246,-3 18-219,0 14-89,0 14 16,0 17-5,0 20-28,0 25-538,-2-21 0,0 3-398,-1 6 1,-1 2 963,-2 13 0,0-3 0,2-26 0,0-2 0,1 0 0,-1 0 0</inkml:trace>
  <inkml:trace contextRef="#ctx0" brushRef="#br0" timeOffset="23399">6358 5467 23668,'22'-30'-1714,"-9"2"0,-4 37 0</inkml:trace>
  <inkml:trace contextRef="#ctx0" brushRef="#br0" timeOffset="23565">6245 5989 23707,'6'-32'0,"-1"-1"0,3-18 0</inkml:trace>
  <inkml:trace contextRef="#ctx0" brushRef="#br0" timeOffset="25441">8000 5343 12275,'1'-3'7758,"0"0"-3697,-1 3-3596,-3-49-174,-9 36-235,1-36 33,-15 48 1,-3 5-12,-15 2 6,-11 4-5,17-4 0,0-1-29,-14 2-8,18-3 0,3-1-3,5-2-55,2 2 4,13 1 18,7 5 0,2 10-6,1-3 5,1 13-5,0-5 6,-2 8 11,-3 4 16,-8 11-33,2-14 17,-8 11 5,6-20 1,0 3-12,3-8 151,6-9 6,2-6 163,2-4-141,4-7-89,2-6-23,4-8 1,7-6-57,-5 7 1,9-3-51,-3 13 22,12 0 17,8 6-22,21 13-17,-4 10-352,-1 6 324,-11 16-28,-22 0-5,-8 14 30,-22-20 0,-7-1-25,-3-5 0,-2-2-193,-4-1 1,-2-2 41,-3-5 0,0-4-785,-17-1-1854,-4-6 2874,16-26 0,17 10 0,11-11 0</inkml:trace>
  <inkml:trace contextRef="#ctx0" brushRef="#br0" timeOffset="25632">8134 5161 23332,'48'-7'-865,"0"0"1,1 1 0,-6 4 864,-3 11 0,-12-3 0,-6 1 0</inkml:trace>
  <inkml:trace contextRef="#ctx0" brushRef="#br0" timeOffset="26041">6313 7251 22498,'-1'-4'1327,"-1"0"-3254,2 4-3719,17-50 4583,-5 45 0,7-44 1,-11 56-1</inkml:trace>
  <inkml:trace contextRef="#ctx0" brushRef="#br0" timeOffset="26225">6291 7680 25853,'7'-53'-2458,"-5"11"0,19 42 1,-14 0-1</inkml:trace>
  <inkml:trace contextRef="#ctx0" brushRef="#br0" timeOffset="26491">7728 7027 25707,'-6'-41'285,"0"-1"1,0 5 0,3 10-286,3 23 17,0 21-28,0 12 5,0 10-112,-4 0 1,-1 2-278,-1-8 0,-2 1-1298,-4 17 1,-2 1 1692,0-3 0,0-4 0,-4 7 0,5-6 0</inkml:trace>
  <inkml:trace contextRef="#ctx0" brushRef="#br0" timeOffset="26848">8092 7028 25954,'-31'18'44,"7"10"-49,18 33-12,5-2 23,11-5-12,9-9 6,12-11 0,-5-15 62,18-16-18,-12-16 24,12-14 49,-10-13 6,-8-7 12,-9-3 33,-10 0-45,-14 4-67,-11 7-56,-12 9-174,-11 12-598,-7 11-2343,-7 19 2860,23 1 1,2 1 0,-4 4-1,4 2 1</inkml:trace>
  <inkml:trace contextRef="#ctx0" brushRef="#br0" timeOffset="27341">6204 9277 23640,'-4'-7'-1305,"-2"-5"0,9 22 0</inkml:trace>
  <inkml:trace contextRef="#ctx0" brushRef="#br0" timeOffset="27499">6123 9651 19585,'6'9'3562,"-1"-1"-1960,-5-8-470,0 0-2337,3-17 1205,19 13 0,-13-12 0,11 16 0</inkml:trace>
  <inkml:trace contextRef="#ctx0" brushRef="#br0" timeOffset="28125">7939 9086 22912,'-1'-4'1826,"0"0"-722,1 4-1076,-23-36-17,3 34-22,-29-24-9,16 36 0,0 6 15,-20 2-295,10-5 1,-1-1 310,-17 0 5,25-6 1,0-1-13,-26 4 35,25-4-17,14-2-10,16-1-7,6 2 12,0 3-28,1 5 589,3 4-556,2 7 91,2 4-85,-2 4 6,-2 3-1,-5 0-5,-4-1-16,-4-4-7,0-6 6,2-8 34,4-7 101,2-5 218,6-5-263,5-7-90,3-1 39,14-11-27,4 1-40,15-6 17,6 2-6,-18 13 1,1 3 5,12-2 0,-14 5 0,0 4 16,7 10-21,7 8-18,-9 10-10,-14 18 5,-16-12-90,-23 19-44,-19-15 24,10-14 1,-3-1-258,-9 1 1,0-4-175,6-6 0,1-2-1044,-3-2 0,3-4-4027,-1-9 5640,10-9 0,15 6 0,1-1 0</inkml:trace>
  <inkml:trace contextRef="#ctx0" brushRef="#br0" timeOffset="28449">8468 9046 22309,'-34'42'145,"0"0"1,0 0 0,5-7 0,2 0 0,7-1-113,12 3 1,8-2 28,15 16 1016,4-16-988,19-6 652,4-18-613,0-12 276,2-19-304,-15-18-68,-8-1 6,-9 9 1,-2-2 58,1-5 0,-2 0 272,-1 1 1,-1 1-267,1-2 0,-5 3-15,-11 1-100,-5 18-106,-24 12-1434,-7 16 1551,14 0 0,0 0 0,-5 4 0,6 2 0</inkml:trace>
  <inkml:trace contextRef="#ctx0" brushRef="#br0" timeOffset="28916">6213 11501 26413,'4'-38'-96,"0"-1"1,3-22-1552,-3 72-5432,-1 10 7079,1 10 0,-2-10 0,-2-6 0</inkml:trace>
  <inkml:trace contextRef="#ctx0" brushRef="#br0" timeOffset="29091">6163 12120 22795,'4'5'2963,"-1"-1"-1832,-3-4-1445,33-62-1350,-16 46 1664,7-15 0,-1 7 0,-12 26 0,0 5 0</inkml:trace>
  <inkml:trace contextRef="#ctx0" brushRef="#br0" timeOffset="29491">7679 11612 22979,'8'-52'1150,"1"0"0,-3 6 1,-2 6-709,-10 2-190,-2 13-207,-2 13-68,2 10 12,-5 19-17,-4 17-89,-5 25-357,10-21 1,0 3-25,1 5 0,2 2-822,2 4 1,1 0 737,4 4 1,1-3 0,1 7 0,4-11 0</inkml:trace>
  <inkml:trace contextRef="#ctx0" brushRef="#br0" timeOffset="30141">8269 11472 25450,'-43'-28'95,"2"18"-78,7 61-17,2 4-6,8 0 0,9-5-5,11-11-6,13-10 1,11-12-1,12-9-6,11-12 1,8-10 0,2-10 27,-11 2 1,1-20 16,-27 11-5,3-16 17,-23 10-12,-10 4-5,-10 7 39,-5 5 17,2 7-34,8 4-45,8 5-11,14 1 34,16 0-11,19-3-12,19-4 0,-21 5 1,1 1-203,3-1 1,0 1 210,-2 2 0,0 0-3,-5 2 0,-2 2 11,14 9 11,-17 8 1,-13 11-1,-9 8 1,-3 7-7,-1 6-16,4 2-16,8 3 16,11-3 16,13-4 3,-15-27 0,3-2-19,2-2 0,2-4 34,29 4 44,-3-15 57,-8-16 66,-9-14 57,-10-17 0,-11-13-382,-11 26 0,-4-2 225,-5 0 0,-3 0-43,-4 2 1,-4 2-28,-7 2 0,-5 2-23,-5 3 1,-4 4-37,-5 3 0,-2 3-210,-3 4 0,0 3-801,0 5 0,0 4 1039,2 6 0,3 1 0,-6 2 0,14 5 0</inkml:trace>
  <inkml:trace contextRef="#ctx0" brushRef="#br0" timeOffset="30632">6275 13407 23360,'-12'-49'528,"1"1"0,0 4 1,4 8-641,9 16-140,5 12-17,2 9-1136,5 19-4830,-6 15 6235,0 7 0,-4-19 0,-4-15 0</inkml:trace>
  <inkml:trace contextRef="#ctx0" brushRef="#br0" timeOffset="30793">6156 13886 20173,'-6'2'3540,"0"0"-2722,6-2-1406,0 0-3428,36-55 4016,-15 41 0,-1-16 0,-1 4 0,-7 26 0</inkml:trace>
  <inkml:trace contextRef="#ctx0" brushRef="#br0" timeOffset="31391">8069 13242 24833,'-13'-39'110,"0"0"0,-3 4 0,-4 11-110,-37 31 6,6 3-3,19-1 0,-1 2-9,1 2 0,1 0 12,1 0 0,0 1 5,1 0 0,2 1 17,-4 3-6,11-4 1,9-6-1,-1 5-39,5-1 34,-2 7 11,3 3-5,1 2-7,2-3-21,1 13-1,2-17 17,0 18 6,-2-20 23,2 1-12,-1-9 106,1-5 214,1-2-91,3-3-83,8-5-68,11-7-55,3 0 33,17-9-45,12-3-22,3 2-157,-26 11 1,1 3 145,15 0 16,-5 9-10,-7 15-24,-7 12-4,-13 14-7,-18 10-22,-21 6 14,4-25 1,-4-2-15,-2 1 0,-3-3-158,0-1 0,-2-2 122,3-5 0,-1-2-317,-19 4-492,9-13-4128,13-19 5018,12-6 0,8 2 0,4 5 0</inkml:trace>
  <inkml:trace contextRef="#ctx0" brushRef="#br0" timeOffset="32015">8852 13153 24626,'-60'1'267,"0"-1"0,4 1 0,6 5-205,0 15-45,8 6 5,11 4 0,12 3-10,12 1-12,12 0-12,12-4 7,11-5 16,10-9 0,-4-8 96,16-10-35,-18-10 12,11-6 62,-19-7 22,-7-1-17,-9 0 6,-8 1-11,-7 2-1,-4 3-27,0 3-73,4 2-40,12 0 6,16 0-11,22-2 6,18 2-322,-25 9 0,0 0 319,1 2 0,-1 1-6,-2 1 0,-1 2-19,20 6 22,-13 5 0,-18 10-6,-11 5 23,-13 10-12,-4 6-16,-1-6 632,7 20-621,12-19 0,11 14-22,8-22 16,-1-12 23,-9-10 28,3-22-6,-12-6-11,6-20-6,-8-5 1,-3-6 33,-3-1 5,-7 7-38,-9 10-40,-11 11-123,-12 11-784,-12 10-6515,-10 12 6591,4 4 0,19-3 0,15-2 0</inkml:trace>
  <inkml:trace contextRef="#ctx0" brushRef="#br0" timeOffset="32549">6159 14705 21136,'-2'-9'1519,"0"1"-1217,2 8-2046,0 0 0,0 0 0</inkml:trace>
  <inkml:trace contextRef="#ctx0" brushRef="#br0" timeOffset="32699">6027 15206 26094,'6'-59'-439,"-1"12"0,-8 48 0</inkml:trace>
  <inkml:trace contextRef="#ctx0" brushRef="#br0" timeOffset="33308">7614 14871 20627,'13'-58'933,"1"1"0,-1-1 0,0 5 0,-1 3 0,-1 6-686,5-10 128,1 10-179,-9 25-151,0 4-45,-5 20 17,-5 19-28,-2 7-3,-2 0 0,-2 3-96,-1 1 1,-3 2-575,0 2 1,-1 3 0,1 0-4013,-3 15 0,0-2 4696,1 4 0,1-5 0,3 0 0,8-25 0</inkml:trace>
  <inkml:trace contextRef="#ctx0" brushRef="#br0" timeOffset="34325">8305 14727 20890,'0'-9'1383,"3"-23"1,-2-5-253,-8 2-1019,8-1 0,-3 1 331,-17 8-342,4 21-79,-5 1 12,-6 16-6,-6 21-17,0 10-8,14-14 0,2 3-1099,-2 24 1079,8-13-5,9 3-28,22-10 5,6-6-6,22-7 12,3-21 28,-8-6-7,9-15 7,-17-6-3,-12 3 0,-3-2-3,6-21 1096,-9-8-1090,-23 14 11,-5 12 28,-22-1 6,10 15 0,-7-5-28,17 11 5,14-2-11,5 4-17,25-9 17,-12 8 0,33-5-22,-22 9-1,10 2 23,-19 4-6,0 11 12,-13 2 22,3 11-22,-3 1-17,1 3 22,2-5-11,15 14-11,1-13 11,16 11 0,0-14 11,-2-7 17,-7-9 0,-12-4 33,3-12-44,-5-3 11,12-11 0,-1-2 17,2-4 56,-2 0-12,-10 7 287,-6-4-164,-17 9-60,-13-6 10,-18 7 6,-14 3-22,-6 3-29,7 3-55,14 2-45,15 2-12,10 0 1,5 2-17,1-1 16,4 1-10,0 0 16,5 0-6,5-2-5,8-3 6,12-3-12,11-1 12,11 0-6,-24 5 0,0 1-6,1 1 1,0 0-7,-1 2 1,0 0-17,24 5 17,-11 2 0,-13 4 22,-12 0 0,-10 2-22,-6 1 17,-3 4-6,-1 5 0,-1 5-11,-1 5-1,0 4 18,0-7-6,4 5 6,6-16 10,5 0-27,7-13 34,4-14 16,3-8 22,1-13 46,-5-7 27,-8-5-16,-9 1-40,-16 4-78,-12 9-235,-19 9-2784,-14 8 2445,1 7 1,19 2-1,15 1 1</inkml:trace>
  <inkml:trace contextRef="#ctx0" brushRef="#br0" timeOffset="45591">13973 1027 23834,'0'-8'1785,"-1"2"-2114,-23-23 1,-9-3 271,4 14 41,-8-16 0,0 6-199,6 31 253,0 12 82,-1 15-839,6 0 753,6 1 1,1 3 179,-1 15-271,7-15 1,3 1-119,15 13 102,16-11-149,18-9-53,6-12 69,-1-8 60,-9-10 107,-12-5 207,-11-6-62,-11 1-50,-12 3-39,-13 4 28,-14 9-1,-12 9-27,-2 10 0,6 4-17,14 3 0,17 0-45,15 1-201,18-2-701,17-3-1377,18-6-212,-21-13 1,3-3 2535,6-3 0,-1-2 0,5 0 0,-3-4 0</inkml:trace>
  <inkml:trace contextRef="#ctx0" brushRef="#br0" timeOffset="45941">14283 1272 22190,'-19'24'364,"-3"9"-359,7-4 1,-1 3-73,0 0 0,-1 0-225,1 0 0,-1-1-1197,-14 22-651,6-17 79,6-21 711,8-36 1367,5-16 106,6-12 210,3 15 1,2-1 572,6-24 10,-5 23 0,1 1 1413,5-26-1331,-4 26-730,-5 12-100,-2 19-100,1 7 44,5 8 488,9 8-544,27 23-100,-6-11-82,-2-4 0,3 0-1382,-7-5 0,-1 0 502,1-1 1,1 2 1005,8 8 0,-4-2 0,-9-8 0,8 9 0</inkml:trace>
  <inkml:trace contextRef="#ctx0" brushRef="#br0" timeOffset="46191">13324 1955 23356,'53'-11'159,"1"0"0,-1 0 0,1 1 0,0 0 1,-2 0-140,-5 2 1,-1 1-1,0 0-667,2 1 0,0-1 0,-1 1 656,1 0 1,-1 0-1,0 1-346,-2 0 1,0 1 0,-1 0 271,18-1 1,-2 2-323,-7 1 1,-2 2-2382,-10 2 1,-3 1 2767,14 4 0,-27 0 0,-15-3 0</inkml:trace>
  <inkml:trace contextRef="#ctx0" brushRef="#br0" timeOffset="46725">15230 1441 32767,'3'-40'-1715,"10"6"1328,24 25 236,10-2-232,-6 3 126,16 0 75,-17 3-287,-7 2-559,-22 3 474,-8 0-1261,-5 0-8016,-3 6 7981,0-4 1,0 4 0,4-6 0</inkml:trace>
  <inkml:trace contextRef="#ctx0" brushRef="#br0" timeOffset="47232">17319 1247 32767,'-5'-25'-523,"2"16"-111,2 34 1,1 15 96,-1-6 1,0 1-23,0 3 1,-1 0-302,-1 25-3461,0-17 1,1-1 4269,0 4 0,-1 5 0,3-37 0</inkml:trace>
  <inkml:trace contextRef="#ctx0" brushRef="#br0" timeOffset="47432">17095 1251 25613,'41'-29'-764,"0"0"0,3 3 1,4 9-1622,5 18 1,0 7 1413,-4-2 1,-4 1-1,14 2 1,-28-3-1</inkml:trace>
  <inkml:trace contextRef="#ctx0" brushRef="#br0" timeOffset="47665">17178 1746 18969,'-9'3'4094,"2"0"-3024,7-3 535,0 0-1347,-21-5-153,47-6 77,0-5-119,12 5 1,6 2-374,0 0 1,0 0 133,-2 1 0,0 1-734,-4 1 1,-1 1 281,0 0 0,-3 1 0,2-1 0,-6 2 0</inkml:trace>
  <inkml:trace contextRef="#ctx0" brushRef="#br0" timeOffset="47991">18114 1267 28100,'-6'0'3647,"2"0"-2698,4 0-1933,10-17 276,32 3 9,11-11-294,-13 16 0,2 2 354,-3 1 0,0 2-931,0-1 1,-1 2-1769,-2 0 0,-2 1 3196,16 0 0,-23 2 0,-15 0 0</inkml:trace>
  <inkml:trace contextRef="#ctx0" brushRef="#br0" timeOffset="48358">18380 1219 23573,'-21'51'108,"0"0"0,1-2 1,6-2-132,13 10-598,1-25 1,0 1 15,0 2 1,0 0-679,-1 3 0,-2 0-683,0-2 0,-2 0-849,-1-3 1,-2-3-1143,-11 16 3727,-2-20 3374,0-17 1813,2-13-521,1-5-1635,2-5-629,2-1-1058,2-1-318,3-1-236,3 2-213,4 3-190,3 1-123,9 1-23,15 0-39,23-1-51,-15 5 1,2-1-784,9 1 1,3-1 107,5 0 1,2 1-2779,6-2 1,0 1 3531,-5 1 0,-4 0 0,-14 2 0,-6 0 0,7 0 0</inkml:trace>
  <inkml:trace contextRef="#ctx0" brushRef="#br0" timeOffset="48624">19151 1240 25242,'-4'0'2062,"1"-1"-1383,3 1-1432,83-52-1726,-25 35 2338,-18-1 1,6-4 0,-3 7-194,-3 10 1,0 4-1210,3 0 0,-2 1-1719,10 1 3186,-2 7 0,-39-5 1,-3 3-1</inkml:trace>
  <inkml:trace contextRef="#ctx0" brushRef="#br0" timeOffset="48824">19460 1183 17787,'-19'39'7,"0"-1"1,2 0-1,4-1 1873,12 19-2407,1-23 1,0 0-760,0 3 1,-2 3-3631,-1 9 1,-2-1 3356,0 12 1,-3-4-1,6-46 1</inkml:trace>
  <inkml:trace contextRef="#ctx0" brushRef="#br0" timeOffset="49015">19248 1877 10310,'-3'0'9830,"0"0"-4773,3 0-4838,-37-36-107,50 20-17,-14-28-62,28 33 1,12 7-17,10-5 0,3 2-6,-6 1 0,0 1-373,-1 1 1,0 0 327,-5 1 1,-2 1-388,12 0-7476,-1 0 7897,-24 2 0,-15-1 0,-10 1 0</inkml:trace>
  <inkml:trace contextRef="#ctx0" brushRef="#br0" timeOffset="51958">23516 871 32767,'0'-11'-598,"1"-22"1,0-3-974,-1 12 1086,1-9 1,0 2 4053,0 21-3969,12 23 86,9 13 47,-3-3 1,1 4-1977,2 5 0,-1 1 1982,-3-4 1,-2 0-93,1 10 0,-4 3-150,-7 1 1,-5 2 90,-2-1 1,-4 0 136,-5 3 0,-5-5-300,-23 5 292,7-24 251,-8-30-7,24-8 64,4-44 24,27 8-84,-3 13 0,4 0-352,4 8 1,2 2 325,17-15 451,-5 21 1,4 3-1499,19 2-736,-14 7 0,-1 2-2996,14 4 4840,-1 7 0,-35-2 0,-2 2 0</inkml:trace>
  <inkml:trace contextRef="#ctx0" brushRef="#br0" timeOffset="52515">24107 1153 22919,'42'-25'31,"-1"-1"1,1 1-1,-4 1 1,-1 1-1,-3 3 53,19-8 17,-11 1 466,-16 1-404,-14 3 99,-18 4-150,-13 2 109,-13 6-42,-7 4 169,2 7-264,5 9-45,6 7-11,7 10-11,6-1 33,6 25-10,9-10-12,9 18-33,8-12 33,13-4-6,8-8 0,11-10-329,6-13 324,5-16-6,-30-3 0,-1-4 14,0-4 0,-3-3 23,-1-4 0,-3-2 13,-3-3 1,-4-3 22,-4 1 0,-4-2 151,-4-30-72,-15 8 22,-10 11 0,-3 12-68,4 11-50,9 9-33,11 8-34,14 10 339,13 10-322,13 16-12,-17-12 1,0 2-1,2 5 1,-1-1 63,13 19-83,-16-13 0,-3 1-3,-4 9-61,-3 17-213,-27-19-600,-10-6-1271,-7-10-5142,2-10 7304,9-8 0,9-6 0,8-1 0</inkml:trace>
  <inkml:trace contextRef="#ctx0" brushRef="#br0" timeOffset="52758">25319 802 24060,'58'-18'-402,"0"-1"1,-2 4 0,-3 6-736,-16 12 0,-2 4-3150,-2 2 0,0 2 4287,16 7 0,-21-5 0,-15-6 0</inkml:trace>
  <inkml:trace contextRef="#ctx0" brushRef="#br0" timeOffset="52925">25529 992 12769,'-6'2'7796,"1"0"-5001,5-2-3153,14-1-746,27-5-218,-10 2 1,3 0-1787,12-2 1,2-1-624,2 1 1,1-1 3151,-5 1 1,-4 1 0,13-2 0,-25 4-1</inkml:trace>
  <inkml:trace contextRef="#ctx0" brushRef="#br0" timeOffset="53198">26268 843 23758,'-36'-26'285,"0"-1"1,4 4 0,3 12-174,4 37-34,8 12 0,9 7 12,18 4 16,16 0-58,-5-26 0,5-2-272,3-2 1,2-2 279,3-3 0,0-4 8,-2-2 1,1-3 235,20-9-93,-14-14 45,-15-15-39,-13-10-84,-18-7-45,-17 3-68,-20 4-22,17 25 1,-1 3-482,-31-6-5741,4 9 5413,16 12 1,17 1-1,12 3 1</inkml:trace>
  <inkml:trace contextRef="#ctx0" brushRef="#br0" timeOffset="54282">17323 2092 24035,'48'-32'1492,"-11"7"-1171,-1 19 1,3 3-224,18-3-104,-24 3 1,-1 0-148,13 0 63,-30 7 3,-31 4 505,-13 2-385,-1-2 0,-4-1-48,2-1 1,-2-1 50,-17 4 1,-2-2-250,11-1 0,0-1 306,0 0 1,3-1 26,0 0 550,15-3-597,17 0-109,8-2-48,6-1 264,32-4-30,-10 2-81,3 0 0,3 0 474,18-1-493,-15 2 0,0 0 59,15 0-8,-7 0 61,-30 2 110,-15 3-435,-18 2 1061,-38 7-684,22-5 0,-2 1-1250,-12 1 1,-1 0 1066,14-3 0,2 0 45,-3 0 1,3-1 180,-5 0-439,9-1 450,26-3-1291,32-6 666,26-4 332,0 1-732,-2 2 0,3 2-4159,-19 3 1,-2 1 3928,10-2 0,-5 1 0,-2 2 0,-29 0 0</inkml:trace>
  <inkml:trace contextRef="#ctx0" brushRef="#br0" timeOffset="56574">17292 3677 19126,'-7'-44'1159,"-1"0"0,1 0 1,-4-22-1,1 12-431,1 24-420,1 2-302,3 19 22,7 21-17,5 20-11,2 5-3,-2-3 1,-1 4-594,-2-2 1,-1 3-408,-2 12 1,-3 4 1002,-7 9 0,-2-4 0,6-24 0,-2-3 0,-2-2 0,0 1 0</inkml:trace>
  <inkml:trace contextRef="#ctx0" brushRef="#br0" timeOffset="57641">18247 3442 19003,'-1'-5'3601,"0"2"-2274,1 3-1271,-10-12-33,5 26 5,-7 2-84,9 38-196,3-22 0,2 1-943,1 2 0,2 1-2264,2 3 1,1-1 2974,0-5 1,0-3 0,3 10 0,-6-19 0</inkml:trace>
  <inkml:trace contextRef="#ctx0" brushRef="#br0" timeOffset="57825">17962 3850 24262,'45'-22'-1043,"0"0"0,0 1 0,2 0 0,0 3 1,-2 5 98,11 10 1,-4 5-1,-15-2 1,-4-1 0,6 1-1</inkml:trace>
  <inkml:trace contextRef="#ctx0" brushRef="#br0" timeOffset="59582">18360 2093 25398,'26'-23'896,"-1"-1"0,3 2 0,2 5 416,27 10-1092,-21 4 0,0 1-117,18 0-232,-21 2 0,-2 0-24,6 4 52,-21 2 448,-25 1-212,-31 3-91,4-4 1,-4 0 15,-3-1 1,-2 1-350,-12 2 1,0-1 482,10-1 0,1-1 18,4 0 0,2 0-2858,-22 2 3196,24-3-282,20-1-250,16-2 286,30-6-248,16-3-37,14-2-598,-3 1 1,3 0-3962,-12 2 0,0 0 4543,15-1 1,-2 0-1,2 0 1,-28 4-1</inkml:trace>
  <inkml:trace contextRef="#ctx0" brushRef="#br0" timeOffset="60075">18804 3678 20553,'10'-60'1202,"1"1"0,-3 6 1,-1 7-632,1 8-134,-4 15-348,-1 10-21,-1 12-45,1 17 2,0 17-19,2 25-54,-4-21 0,0 2-733,0 6 0,0 1-883,-3 4 1,-2 1 1663,-1 8 0,-1-3 0,-1 7 0,-3-5 0</inkml:trace>
  <inkml:trace contextRef="#ctx0" brushRef="#br0" timeOffset="60766">19706 3646 17092,'-2'-8'5120,"0"0"-4552,-7-24 1,-1-5 153,1 12-529,-2-14 1,0 5-105,6 25-83,2 16 0,2 15-6,7 21-68,3 17-329,0-25 0,0 1-250,1 1 0,-1 0-980,0 2 0,-1-1 1627,-2 4 0,-1-3 0,0 5 0,-4-5 0</inkml:trace>
  <inkml:trace contextRef="#ctx0" brushRef="#br0" timeOffset="60942">19435 3935 23467,'29'-45'9,"1"0"0,3 3 1,6 9-484,3 20 1,4 8-4443,9-3 1,2 1 4833,-2 1 0,-4 1 0,-14 1 0,-4 2 0,6-1 1</inkml:trace>
  <inkml:trace contextRef="#ctx0" brushRef="#br0" timeOffset="61532">20512 3512 19876,'1'-9'1854,"4"-27"0,0-6-879,-3 9-659,3-10 0,-1 2 83,-4 19-399,-1 12 0,0 17 11,1 20-104,0 8 1,0 4-598,0 22-1665,-2-17 1,0 6 0,0-4 1939,-2-7 1,1-3 0,-1 9 0,1-4 0,-2-8 0</inkml:trace>
  <inkml:trace contextRef="#ctx0" brushRef="#br0" timeOffset="62291">21604 3475 21679,'41'-29'76,"0"-1"0,-1 1 1,2 2-1,-1 2 0,1 8-138,13 11 1,-1 7 19,-10-1 0,0 2-48,6 2 1,-2 4-219,10 11-79,-8 20 292,-46-1 67,-41 11 51,-15-17-587,9-11 0,-3-2 620,5-4 0,-1-1 112,-18 6 0,-1-1-45,15-4 0,1-2-53,1-1 0,5-1 14,4 1-5,18-6 213,32-4-208,15-6-56,27-4-14,-24 1 0,1-1-368,3-2 1,-1-1 381,20-9 3,-21-1 0,-3-2-9,-3-5 371,-4-8 1,-4-5-243,-10-12-14,-5 15 1,-1 1 63,-8-8 281,-6 2 179,-7 14-359,3 4-128,-1 7 664,8 13-838,4 4 506,4 17-534,7 9 5,2 8 9,5-1 0,2 1-25,12 20-70,-9-14 0,0 2-351,-6-6 1,-3 0-1244,-3-1 1,-4 0 1702,-7 1 0,-2-3 0,0 4 0,-7-7 0</inkml:trace>
  <inkml:trace contextRef="#ctx0" brushRef="#br0" timeOffset="62815">22942 3369 21539,'-5'-53'566,"0"0"0,4 4 0,9 8-426,39 3-118,-17 24 1,2 3-377,3 3 1,1 2 367,0 3 0,1 3-11,-3 3 0,0 2 2,26 13-16,-10 11 6,-12 10 5,-12 7 0,-11-8 51,-12 21-51,-13-19 11,-10 14-5,-9-18 170,-3-10-143,0-9 51,3-7 90,4-8 417,5-8-384,5-6 180,7-5-169,6-1-111,9 3-74,6 5-10,9 5-7,6 5-10,9 9 0,-6 0 10,22 20-16,-16-2-6,-11-6 1,-2 1-28,3 15 10,-18-1-27,-35-5-82,-1-16 1,-5-2-1928,-13-2 0,-3-2 527,6-1 0,0-2 1532,-7 0 0,8-2 0,20-2 0,5 0 0</inkml:trace>
  <inkml:trace contextRef="#ctx0" brushRef="#br0" timeOffset="63391">16691 4540 17824,'49'-5'336,"-1"0"0,1 1 0,3-1 0,1-1 1,0 2-188,-1 1 0,1 1 1,3 0-1291,-6-1 1,2-1 0,2 1 0,2 0 1191,-5-1 1,2 1 0,1 0-1,2 0 1,0-1-248,-2 0 1,1 1-1,0-1 1,2 0-1,1-1 1,0 1 212,-3 0 1,2 0-1,0 0 1,1-1 0,1 1-1,0 0 1,0-1-80,-2 1 0,1 0 1,0 0-1,0-1 1,1 1-1,1 0 0,-1-1 1,2 1 65,-4 0 0,0 0 1,1 0-1,0 0 0,0-1 1,1 1-1,0 0 1,0 0-1,0 0-120,3 0 0,0 0 0,0 0 0,1 1 0,-1-1 1,1 0-1,0 0 0,0 0 0,0 1 119,-5-1 1,0 1 0,0 0 0,0 0 0,0-1 0,0 1 0,0 0 0,0 0 0,1 0 0,-1 0-9,-1 0 1,1 0 0,0 0 0,0 0 0,-1 1 0,1-1 0,-1 0 0,1 1 0,-1-1 0,0 1 15,4-1 1,1 0 0,-1 1 0,1-1 0,-1 1 0,0-1 0,-1 1 0,0 0 0,0 0 0,5-1 1,-1 1-1,-1 0 1,1 0 0,-1 0-1,-1 0 1,0 0 0,0 0-4,-5 0 0,1 1 0,-2 0 0,1-1 0,-1 1 0,-1 0 0,0-1 0,-1 1-38,3 0 0,-1 0 0,0 0 1,-1 1-1,-1-1 0,0 0 1,-2 1-922,14-1 0,-2 0 0,-1 1 0,-1-1 0,-4 1 950,1 0 0,-2 0 0,-3-1 0,-5 1 0,15 0 0,-9 0 0,-3 0 0</inkml:trace>
  <inkml:trace contextRef="#ctx0" brushRef="#br0" timeOffset="68683">14154 6023 20610,'-46'-15'683,"0"-1"1,-5 2-1,6 6-554,12 17-56,-13 8-51,14 10 1,6 5-23,9-3-12,6 10-16,13 3-28,10 0 6,14 4 0,12-17 38,5-5 136,-6-10 156,-10-7 22,-15-11-100,-11-4-79,-14-6 0,-14 1-28,-16 4-11,-13 7-240,-5 11 218,3 6-12,10 8-50,16 3 0,15 1 6,18 1-34,19 2-11,22 0-355,-11-15 1,3-2 180,7 1 0,2-1 37,-8-3 0,2-1-883,19 2 0,0-3-507,-18-3 1,-1-3-1079,17-1 1,-2-4-57,10-5 899,-25-9 1,-2-4 2449,3-15 112,-13 8 0,-2-2 799,-8 1 0,-2-1 302,-1-2 1,-1 1-301,-1 0 1,0 0 792,7-24-854,-6 12-487,-5 13-684,-4 15 6,-1 8-319,-4 13 657,-4 11-629,-6 17-34,-8 15-22,-2 8-124,10-27 1,0 0-409,1 0 0,-2 0-989,1 0 0,-2-1-2266,-2-1 1,-2-2-2829,-22 17 6626,-2-18 0,3-19 1574,9-25 3982,12-17-1333,10-16-1433,14-6-1015,5 4-649,9 10-443,2 13-291,0 12 223,3 11-531,4 13 0,8 13-56,12 16-585,-18-12 1,2 2 105,6 4 1,1 2-1662,8 4 1,1-1 1597,-3-2 0,-3-2 0,-12-8 1,-3-3-1,6 3 0</inkml:trace>
  <inkml:trace contextRef="#ctx0" brushRef="#br0" timeOffset="68957">13988 6962 22638,'-42'6'756,"-1"0"0,2-1 0,17-1-499,32-4-55,23-6-160,0 1 1,4-1-24,13-2 1,4-1-562,-10 1 1,1 1-1,1 0 532,3-1 1,1 1 0,0 0-508,2 0 1,-1 0 0,0 1-85,-1 0 0,0 0 0,-1 1 601,2 0 0,-1 0 0,-4 0 0,-5 1 0,-3 1 0,24-3 0</inkml:trace>
  <inkml:trace contextRef="#ctx0" brushRef="#br0" timeOffset="69250">15092 6348 26827,'-11'-48'-101,"2"9"-139,13 43-696,9 2-1035,17 4-2667,24-3 3575,4-3 0,-16-3 0,-16-1 1</inkml:trace>
  <inkml:trace contextRef="#ctx0" brushRef="#br0" timeOffset="85758">16670 6578 24363,'5'-32'42,"-1"1"0,6-11-14,-3 74 11,-2 9-28,0 2 17,-8-11 0,-1 0 6,-5 11-12,-6 16 79,1-25 44,6-14 623,1-11-449,5-12-201,0-11-68,1-3 79,3-32-56,4 3-269,0 9 0,0-1 224,2 2 0,1 1-6,-1 0 1,1 2-1,6-18-11,9-4-5,-1 25 16,15-6-27,4 17 5,9 9-11,6 7-12,2 12-315,-2 13 333,-7 13-18,-11 12-16,-16 9 28,-17 4 5,-16-1 1,-10-7 27,-4-12-5,4-15 466,9-13-415,6-12-24,3-15 7,9-12-34,6-16 11,11-10 24,-8 24 0,1 0-35,1 1 0,1 1-6,11-11 12,16 1-23,-14 21 11,17 1-22,-8 14-6,5 11-50,0 12-124,0 16-290,-24-13 1,-3 3-156,-2 3 1,-3 2-718,-3 2 0,-2 2-3346,-2 1 0,-2 0 4699,1 24 0,-2-23 0,-2-20 0</inkml:trace>
  <inkml:trace contextRef="#ctx0" brushRef="#br0" timeOffset="86024">18482 6310 24861,'-61'-9'312,"-1"1"0,4 2 0,7 8-206,-2 28-715,6 13 614,27-18 1,3 3-6,4 1 0,4 2-6,4 1 1,3 0-253,15 30-202,0-32 1,4-2-501,5-2 0,4-3-715,4-3 0,3-4-2294,3-4 1,1-4 3968,-3-4 0,-3-3 0,10-1 0,-18-4 0</inkml:trace>
  <inkml:trace contextRef="#ctx0" brushRef="#br0" timeOffset="86632">18712 6485 11480,'1'-7'9830,"-1"1"-8847,3-23 0,-1-6 115,-1 8-718,1-11 1,0 2 169,-1 18-231,0 8-190,0 5-90,0 5-28,0 8 23,2 11-23,3 15-11,1 13 6,-2 11-285,-4-26 1,-1 0 278,-3 1 0,-2-1 22,-6 28-11,-5-11 34,2-16 112,6-14 44,3-13-133,4-15-57,1-11 568,1-13-534,1-12 17,3-10-256,-1 21 1,1 0 218,1-2 1,2 0 7,1 1 1,2 0-26,1 4 1,2 1 24,18-21-10,6 10-18,4 9 6,2 9-5,-2 9 0,-3 11-18,-4 15 410,-3 10-398,-6 15-6,-9 9 18,-7 6-18,-13 3-16,-7-3 27,-6-10 12,0-13 50,4-13 6,4-12-28,4-13-17,2-11-23,4-13 40,6-11-22,8-6-289,7-2 271,6 5-10,0 9 10,0 10 1,-1 8-6,3 8-6,1 6-5,4 12 17,1 9-40,0 13-78,-2 10-95,-5 8-700,-9 9-1445,-7 6 2352,-11-25 0,-1-1 0,-1 3 0,-1-2 0</inkml:trace>
  <inkml:trace contextRef="#ctx0" brushRef="#br0" timeOffset="86858">20163 6222 25567,'-6'50'230,"-13"8"-306,-6-20 1,-4 1-776,0 1 1,-2 0-2290,-4 4 1,2-1 2389,9-14 0,2-1 1,-13 15-1,25-31 0</inkml:trace>
  <inkml:trace contextRef="#ctx0" brushRef="#br0" timeOffset="87048">19792 6306 19529,'-3'-7'4867,"1"2"-3904,2 5 158,0 0-992,79-18-500,-49 30 1,1 4 383,11-6 0,6-2 0,-3 8-515,-9 10 0,-3 8 0,1 0 334,3 1 0,1 2 0,-1 0-1048,2 2 1,1 1 0,-2-2 1215,-4-3 0,-1-2 0,-2-2 0,1 2 0,-5-4 0,3 4 0</inkml:trace>
  <inkml:trace contextRef="#ctx0" brushRef="#br0" timeOffset="92024">21157 6262 8354,'5'-6'8391,"-1"1"-5601,-4 5 134,0 0-1978,24-63-576,-18 44-6,8-18 0,-7 4-247,-11 28 102,-23 6-119,-9 15-38,-7 5-111,13 0 1,0 3 112,-4 6 1,1 2-381,1 1 0,2 1 319,-2 5 0,6 0-3,13-8 0,5-2 0,7 15-23,27 1-184,4-25 0,7-4-490,3 0 0,3-1-3329,14-1 0,1-4 4026,-12-5 0,-4-2 0,15-1 0,-27-2 0</inkml:trace>
  <inkml:trace contextRef="#ctx0" brushRef="#br0" timeOffset="92482">21891 6173 22991,'-58'-16'1120,"13"3"-1003,51 11-78,2 1 29,16-1-7,21 0-22,13-2-428,-18 1 0,3-1 291,-3 1 0,1-1-232,0 1 0,0 0-637,-2 1 1,-3 0-4019,20-1-4846,-22 2 9437,-19 0 0,-12 1 0,-3 0 1</inkml:trace>
  <inkml:trace contextRef="#ctx0" brushRef="#br0" timeOffset="92665">22073 6123 23831,'-10'35'59,"0"1"1,3 1 0,3-1-284,16 25-784,-5-25 1,-2 2-1575,0 5 0,-2-1 2081,-3-2 1,-1-2-1,0 11 1,-3-21 0</inkml:trace>
  <inkml:trace contextRef="#ctx0" brushRef="#br0" timeOffset="92832">21851 6848 24844,'-14'-43'115,"0"0"1,5 5 0,10 7-166,37 19-68,-8 7 1,4 1-763,7 0 0,3 0 9,9 0 0,0 2-1270,-8-1 1,0 0 2140,-1 1 0,2 0 0,-8 0 0,7 0 0,-12 0 0,0 0 0</inkml:trace>
  <inkml:trace contextRef="#ctx0" brushRef="#br0" timeOffset="93198">22817 6193 22587,'-1'-6'2902,"0"1"-2135,1 5-750,3-10-23,9 40 17,6 7-11,-8-8 0,0 6-22,5 19 0,0 3-399,-3-18 0,0 1 421,6 16 0,1-1 2,-2-18 1,1-4 36,16 15 62,-1-25 17,-2-29-34,6-24-23,-14 5 1,0-4-311,5-7 0,-1-2 344,2-3 0,-1-1-19,-1-2 0,-2 1-26,-2 3 0,-2 1-25,-4 4 1,0 2 750,8-18-1061,-8 17-1586,-3 16 1871,1 19 0,-7 0 0,1 8 0</inkml:trace>
  <inkml:trace contextRef="#ctx0" brushRef="#br0" timeOffset="99383">17127 7423 22335,'-12'-41'623,"-1"1"1,2 3 0,3 11-663,6 22 16,2 12 51,2 12-22,1 19-1,1 14-5,-2-20 0,-1 0-223,-1 2 1,-2 0 185,-2 2 1,-3-2-12,-2 0 1,-4-2-9,-2-1 0,-3-2-40,-2-3 0,-2-3 102,-22 13 72,3-14 17,5-16-16,6-16 22,4-8 394,2-8-355,-1-1 192,1 3-136,1 5-61,3 7-102,5 5-10,3 9 5,4 6-28,3 8 0,3-2 16,18 12 18,8-9-17,22 4 11,12-10-236,-25-9 0,0 0 208,1-2 0,0-1-44,26-5-537,-8-2-1385,-11-3 1966,-9 0 0,-16 5 0,-5 1 0</inkml:trace>
  <inkml:trace contextRef="#ctx0" brushRef="#br0" timeOffset="100140">16272 9187 19553,'10'-61'1280,"1"0"1,-3 7 0,1 12-1006,1 22 2,-4 17-170,0 16 10,3 32-89,-3-5 45,-1 22-79,-4-18-3186,-3 6 1,-1 12 0,0-6 3191,2-12 0,0 0 0,-2 5 0,0 4 0,1-16 0,1-22 0</inkml:trace>
  <inkml:trace contextRef="#ctx0" brushRef="#br0" timeOffset="101140">16870 9108 24631,'-57'18'236,"10"8"-231,32 28-22,10 7 12,7-20 5,14 4 17,7-27 11,10-3 61,7-27 1,0-7-45,-3 2 19,-1-9 0,-7-4 71,-25 1-39,-10-5-29,-12 4 45,-18 2-62,10 13 68,-8-1-23,26 8-67,4-2-34,32-8-16,14 0 16,13-1-224,-19 10 0,2 1 224,-5 2 0,0 2 6,6-1 0,1 1 6,-4 1 0,-3 2-29,20 7 6,-19 4 34,-16 10-17,-16 5-22,-19 14 5,-3-2 34,-7 8-12,12-15-5,5 4 467,9-8-473,10 4-11,19-1 17,8-12 12,15-5-18,-14-14 6,9-9 28,-11-9 22,12-19 6,-17 1 6,-6-11-17,-18 18 33,-10-6 40,-9 10-17,-9-5 5,-15 2-28,5 9-33,1 4 17,12 10-29,11 4-33,4 1-39,12 2 34,13 0 10,2-1-22,23 0-11,-1-1 28,-8 1 0,1 1 3,-6 0 0,0 1-9,4 1 1,-2 1 22,13 7-29,-15 0-4,-7 7-24,-14 8 29,-4 4 17,-10 8 5,-8-5-11,-1-8-6,-1 2 12,8-5-17,7 0 0,9-3-1,11-8 18,1-4-12,14-3 6,10-10 12,2-4 4,6-11 29,-20-6-34,-13 3 17,-6-13 34,-14-7-28,-8-3-1,-11-2 6,-12 17-27,-8 10-7,5 9 6,1 10 1,-2 2-7,-19 8-219,14-1 0,1 2-486,-16 13-2750,19 5 3450,17-2 0,13-8 0,4-6 0</inkml:trace>
  <inkml:trace contextRef="#ctx0" brushRef="#br0" timeOffset="101556">18996 9166 21696,'4'-53'1249,"0"0"1,-1 7-1,-3 7-717,-3 13-252,-3 13-196,1 10-62,1 12 1,1 13-18,1 15 12,5 11-90,4 9-376,-1-25 1,1 0-107,1 3 1,0 1-914,0 1 1,-2 1 1467,-1 4 0,-2-2 0,0 5 0,-4-6 0</inkml:trace>
  <inkml:trace contextRef="#ctx0" brushRef="#br0" timeOffset="101749">18792 9376 24183,'19'-44'86,"0"1"0,5 3 0,8 8-83,17 20 0,5 7-843,2-2 0,2-1 829,-1 1 0,1 1-132,-4 0 0,-1 1-473,-8 1 0,-3 1-2073,-7 0 1,-3 1 2688,8 0 0,-21 1 0,-13 1 0</inkml:trace>
  <inkml:trace contextRef="#ctx0" brushRef="#br0" timeOffset="103407">19921 8972 15709,'0'-6'5814,"0"1"-4055,0 5-1709,4-30 17,-3 59-39,-2-16-48,-2 24 1,-2 8-76,-5 18-236,4-23 1,1-1-620,2-7 1,1 0-3967,5 11 1,2-2 3999,0 8 1,8-10-1,-10-34 1</inkml:trace>
  <inkml:trace contextRef="#ctx0" brushRef="#br0" timeOffset="104090">20340 9032 17266,'0'-6'4727,"0"1"-3522,0 5-791,-64-47-151,34 43-227,-8-17 1,2 7 25,17 37-40,9 5-5,6-3 22,5 9 6,14 2-39,-1-8 22,33 9 11,-6-24-20,-10-5 1,1-2 14,12-3 38,7-10 12,-10-10 28,-5-5 23,-8-8-29,-24 6-61,-9 5 28,-28-3-23,1 10-11,-17-2-33,13 7 22,12 3-11,12 1-12,9 0-5,18-2 6,8-1-6,20-3 0,6 1 11,-8 2-11,22-3-11,-31 5 5,25-1 18,-19 4-1,-4 7 17,-7 5-23,-18 9-5,-9 8 12,-8 7-1,-4 4-17,2 0-16,5-2 22,15-6-11,13-5 16,15-8 40,11-6-34,7-10 28,1-10 17,-3-8 6,-9-9 39,-9-5-5,-14-5 32,-13 1 7,-17 0-40,-15 6 17,-15 3-11,-9 6-45,-4 3-6,6 5-22,10 3-11,10 3-39,11 3-163,6 0-712,2 6-3264,0 2 4161,1 3 0,2-3 0,2-3 0</inkml:trace>
  <inkml:trace contextRef="#ctx0" brushRef="#br0" timeOffset="104516">21785 9106 19535,'1'-9'2262,"1"-29"1,-1-6-1367,-2 10-599,0-11 0,-1 3 28,-6 22-246,-2 11-51,2 10 5,1 13-22,2 15-11,2 14-61,7 14 10,1-8-58,1-17 0,1 1-589,1 4 1,1 1-376,0 0 1,-1 1-1099,2 2 1,-1-1 2170,3 11 0,-6-26 0,-4-11 0</inkml:trace>
  <inkml:trace contextRef="#ctx0" brushRef="#br0" timeOffset="104733">21590 9218 16952,'-6'-3'5680,"1"0"-4957,5 3-107,0 0-516,88-53-1968,-28 38 1871,-17-3 1,4-3 0,-2 5 1,-3 13 1,-3 4 115,0-2 0,-2 1-119,-1 0 1,-2 0-59,25 3-627,-14 0-3792,-17 2 4475,-15-1 0,-9-1 0,-4-2 0</inkml:trace>
  <inkml:trace contextRef="#ctx0" brushRef="#br0" timeOffset="106749">22674 9113 21679,'23'-48'896,"0"1"1,-2 5-1,-6 10-683,-12 22-151,-2 7-12,-6 11 0,-2 9-22,-8 14-33,-2 13-12,-3 16-536,10-24 0,0 2-27,0 5 0,2 1-1910,0 3 1,1 1 2489,2-5 0,2-3 0,-1 12 0,4-23 0</inkml:trace>
  <inkml:trace contextRef="#ctx0" brushRef="#br0" timeOffset="107823">23234 8965 18627,'-2'-4'4078,"-1"0"-2717,3 4-1232,-70 21-979,38 8 878,-12-5 0,4 3 45,21 26-40,12-4-16,11-12 22,24 7-39,-7-23 33,7-2 0,4-2-66,13-6 33,-14-4 0,1-3 28,14-11 207,-13-9-213,-16-10 6,-20-8-5,-14-4-12,-12-2 34,-4 0 502,3 0-474,5 4 214,10 5-231,8 4-45,14 5 11,12 4-22,19 4 17,14 5-6,10 3-145,-30 5 0,0 0 162,28 2-17,-7 4-11,-7 4-16,-10 4 4,-8 2 18,-12 3 5,-9 1 6,-13 5 273,-13 3-245,-14 5 28,-9 4-34,0-1-33,10-2-1,16-5 18,20-3-1,16-7 17,16-7-22,12-5-22,10-7-223,-27-2 0,1-1 225,2-3 0,-1 0 9,18-8 19,-15-1 0,-3-1 21,4-11 26,7-14 7,-32 8-34,-23 4-34,-18 4 11,-20 6-5,-10 5-233,-2 4 277,9 4 23,16 2 400,17 1-467,17-1 5,17 1-16,14-2-6,16 1 0,10 1 0,6 2 5,-29 2 1,0 0-156,0 0 1,0 0 146,0 0 1,0 0-4,27 2 0,-7 2 12,-11 3 253,-13 2-270,-13 4 6,-9 3 10,-9 7-22,-5 6 17,-6 6 290,-2 3-285,5 1 18,6 0-18,11-5 1,9-4-6,9-6-17,5-10 40,-1-7 16,2-13-11,-1-8 22,3-12-5,-1-9 22,-2-7 40,-6-4-35,-8 0 18,-7 2 33,-15 5-56,-12 5-39,-17 3 6,-10 7-23,-3 7-184,5 6-1267,11 9 1440,15 13 0,9-6 0,9 6 0</inkml:trace>
  <inkml:trace contextRef="#ctx0" brushRef="#br0" timeOffset="108333">25162 9061 20772,'2'-54'1478,"0"0"1,-1 8 0,0 6-1002,1 8-248,-2 18-195,0 13 33,0 15-11,0 13 17,0 18-79,0 13-56,1-15 1,1 1-230,1 19-538,1-17 0,0 0-4190,5 14 5019,-3-23 0,0-2 0,1 5 0,-1-12 0</inkml:trace>
  <inkml:trace contextRef="#ctx0" brushRef="#br0" timeOffset="108556">24970 9208 24911,'40'-22'38,"0"-1"0,1 0 0,-2 2 0,1 1 1,-2 6-39,6 9 0,-1 6-1428,8-3 0,-1 1 1433,-17 0 1,-2 0-23,7 1 1,-6 0 677,-9 0-2419,-5 0 1876,-20 1 0,0-1 0,-6 1 0</inkml:trace>
  <inkml:trace contextRef="#ctx0" brushRef="#br0" timeOffset="110590">26028 9012 25343,'34'-53'129,"-16"40"-118,-31 69-8,6-25 0,-1 1-113,-2 5 1,2-1-533,0-3 1,2 0-1812,-2 7 0,2 2 2453,2 1 0,2-4 0,-1 6 0,5-11 0</inkml:trace>
  <inkml:trace contextRef="#ctx0" brushRef="#br0" timeOffset="110966">26525 9016 24581,'-41'16'207,"10"-4"-179,18 38-5,9-10 21,18 16-4,7-16 27,21-3-28,-9-22 34,13-8 22,-8-15 28,7-9 119,-2-22 10,-19-2-118,-5 0 118,-27-1-84,-12 12-87,-4 9 0,-2 1-36,-13-4-17,3 10 0,-1 3-17,0 5-22,-7 0-73,18 12-2005,14 12-7742,3 5 9009,6 0 0,3-10 1,2-9-1</inkml:trace>
  <inkml:trace contextRef="#ctx0" brushRef="#br0" timeOffset="111216">27233 8837 24010,'-3'-3'2235,"1"0"-1966,2 3-281,-6-2 46,9 26-23,-3 11-14,4-2 1,2 3-896,-3 4 0,0 1 766,-1-8 1,0 2-1222,-2 17 0,0 0-3267,0-18 1,0-1 4619,-1 10 0,0-3 0,0-6 0,-1-18 0</inkml:trace>
  <inkml:trace contextRef="#ctx0" brushRef="#br0" timeOffset="111423">27004 9155 24395,'48'-17'58,"0"0"1,0 0-1,-3 2 1,-2-1-1,-3 7-41,-6 7 0,-3 4 432,16-1-1178,7 3-4373,-26 0 5102,3 0 0,-20-2 0,-8-1 0</inkml:trace>
  <inkml:trace contextRef="#ctx0" brushRef="#br0" timeOffset="113173">28118 9061 24419,'-2'-34'75,"0"0"1,-5-9-76,-4 75 0,-2 15-28,1 13-407,7-27 1,1 1-39,0 1 0,0 0-1090,1 1 1,0 0 947,1 1 1,0-2 0,-1 4 0,2-7 0</inkml:trace>
  <inkml:trace contextRef="#ctx0" brushRef="#br0" timeOffset="113890">28433 9174 14645,'1'-7'6799,"1"2"-6172,0-25 1,-1-6 246,0 14-575,2-16 1,-3 6-37,-4 24-156,-5 6-6,-12 9-6,-12 6-56,-8 10-39,-1 7 11,7 3 12,12 2-12,12-1-11,19 0 11,15-3 0,20-3-8,-14-16 0,2-2-310,4-2 1,1-1 303,3-2 1,-1-2-141,-3-2 0,-1-2 143,23-7 39,-18-8 12,-18-7 10,-14-5-16,-16-5 573,-11-1-585,-6 0 18,-1 2 302,3 2-286,8 2 6,8 3-34,14 3-21,9 3-2,12 6-10,7 4-6,5 5-11,4 6 0,2 4-12,-1 7 0,-7 4 18,-8 6 10,-11 4-10,-10 5 33,-11 5 0,-8 2-11,-8 1-28,2-2-35,5-3 35,10-5 11,13-5-39,11-6 50,14-7 12,9-6-46,7-11 23,1-7 8,-24-2 1,-2-3 8,8-8 34,0-18 10,-25 7 35,-3-9-7,-18 1 118,-21-4-156,3 17-6,-24-4 5,17 20-28,-9 0-33,7 8-11,6 9 16,15 4-307,4 11-1262,11 2-5275,12 9 6850,4-2 0,-1-9 0,-3-8 0</inkml:trace>
  <inkml:trace contextRef="#ctx0" brushRef="#br0" timeOffset="114124">29676 8930 21226,'0'-4'3601,"-1"1"-2570,1 3-1025,-3-8 11,3 28 22,2 6-39,8 34-269,1-17 0,1 1-1776,-1-3 0,0-1 762,1-1 0,0 1 1283,0 2 0,-2-5 0,-2-9 0,1 11 0</inkml:trace>
  <inkml:trace contextRef="#ctx0" brushRef="#br0" timeOffset="114323">29490 9255 19731,'-5'-5'3988,"0"1"-3294,5 4-162,0 0-364,66-49-3367,-8 36 3204,-10-12 1,2 1-6,-5 23 0,-2 6 341,-10-3 0,0 0-742,10 3 1,-2 0-3196,12 4 3596,-16-2 0,-27-3 0,-10-3 0</inkml:trace>
  <inkml:trace contextRef="#ctx0" brushRef="#br0" timeOffset="116248">30569 9143 21147,'13'-42'867,"0"-1"0,0 0 0,4-12 0,-4 9-319,-8 17-183,-4 14-231,0 4-38,-5 14-52,-2 15-16,-3 4 6,-4 26-6,4 1-11,3-17 0,2 3-26,0 5 1,2 1 13,0-8 1,0-1 5,2 27-5,0-18 44,-4-18 85,-2-3 77,-6-12-122,1-16-51,0-13-11,6-4-5,2-20 5,5-1-31,3 4 0,1-2-283,0 6 1,1-1 313,2-6 0,1 2 0,1-7 32,-3 8 35,-7 24-44,0 3-63,-3 10-4,-1 14 10,-2 4 588,-1 20-661,3 21-346,5 10-974,2-23 0,2 1-3517,2-4 1,1-3 3248,6 18 0,-5-19 0,-6-24 0</inkml:trace>
  <inkml:trace contextRef="#ctx0" brushRef="#br0" timeOffset="116732">31328 8971 23063,'-1'-39'848,"0"0"1,-1-22-776,2 64 61,-1 14 12,-3 29-101,-1 13-530,3-18 0,0 3 252,2-3 1,1-1-891,4 3 1,0-2-463,0-9 0,2-1 1585,5 7 0,0-4 0,-2-9 0,4 8 0</inkml:trace>
  <inkml:trace contextRef="#ctx0" brushRef="#br0" timeOffset="116915">31107 9199 20089,'-5'-3'4363,"1"1"-3629,4 2-717,89-49-1280,-54 41 1,4 1 651,10-10 1,6-3-1,-2 5 306,12 10 1,-5 5-1,-23-1 1,-4 0-1,26-1 1</inkml:trace>
  <inkml:trace contextRef="#ctx0" brushRef="#br0" timeOffset="119415">32299 8960 15317,'1'5'5108,"1"-1"-1215,-2-4-3484,12-48-281,-10 36-72,8-37-33,-14 49 22,-3 0-1,-8 2 1,-3-1 6,-10 1 44,-1-5 0,-3 0-67,7 0 34,-4 0-6,4 3-45,4 3 17,2 3-28,9 3 12,5-1 21,-4 13 29,3-1 33,-5 15-33,1-1-23,-1 4-28,3-9 17,-2 13 11,4-17-11,1 9 6,3-15 78,1-9 11,1-5 387,5-5-320,4-7-72,9-6-18,8-6-32,4-2-12,4 3-45,0 3-17,1 7 23,0 4-11,0 9 5,3 8-28,5 11 17,-6-1-9,-9-1 1,-1 2-31,3 12-11,3 17-34,-36-13-84,-24-6 39,-9-11-322,-3-12 0,-4-5-692,-20-2-169,18-5 1,0-4-2700,12-4 1,3-3 3528,-15-16 0,22 8 0,13 7 0</inkml:trace>
  <inkml:trace contextRef="#ctx0" brushRef="#br0" timeOffset="119624">32304 8831 21332,'42'-16'670,"0"1"1,0-1 0,18-6 0,-5 2-492,-19 9 0,-4 2-59,0 1 1,-1 0 756,18-4-759,-17 4 127,-16 5-441,-14 5-1438,-12 6 1634,-14 6 0,10-5 0,-5 1 0</inkml:trace>
  <inkml:trace contextRef="#ctx0" brushRef="#br0" timeOffset="121350">13886 10519 21970,'40'-27'-1081,"-1"1"0,1-1 0,8-8 0,-2 8-2523,-8 22 0,-3 6-1129,1 1 4733,3 1 0,-28 0 0,-5-1 0</inkml:trace>
  <inkml:trace contextRef="#ctx0" brushRef="#br0" timeOffset="121657">13874 10774 21791,'41'-10'24,"1"0"0,-1-1 0,20-5 0,-2-3-2,-4-6 0,-3-2-789,-4 0 0,-5-2 854,-7 1 1,-4-2 32,-10 0 0,-5-2 716,-4-29-231,-28 4 145,-17 8-16,-12 9-101,0 8-106,10 9 156,12 7-475,11 7-136,7 5-49,8 4 843,11 9-877,14 9-6,13 12 14,-17-10 0,-1 2-76,-1 4 1,-2 3-356,-4 3 0,-5 3-2084,-6 3 0,-5 1 2518,-6-3 0,-2-3 0,-6 11 0,1-20 0</inkml:trace>
  <inkml:trace contextRef="#ctx0" brushRef="#br0" timeOffset="122606">16135 9759 21136,'-38'6'840,"1"0"1,-23 4-774,59-9 17,1 0 174,7 1 100,11 0-195,7-1 7,17-2 1,7-2-112,1-2 0,3 0-769,2 0 1,4-1 0,1-1 729,0 0 1,1-1 0,1 0-16,-13 2 1,1-1-1,0 1 1,1 0-1,0-1 1,1 1 0,-1-1 0,1 1 1,-2-1 0,1 1 0,-1 0 0,0 0-2,13-2 1,-1 1-1,-1-1 2,-5 2 1,-2-1 0,-2 1-280,-7 0 0,-1 0 0,-3 1 280,9-2 1,-4 1 2,15-2 123,-30 4 6,-19 2-112,-10 2-292,-2 0 264,4 6 0,-3-4 0,3 4 0</inkml:trace>
  <inkml:trace contextRef="#ctx0" brushRef="#br0" timeOffset="123190">23135 9582 13018,'-57'2'1057,"0"1"1,0-1 0,12 0-1,3 0 1,1 0-45,-11 0 1,7-1 236,6 1-121,-6-2-815,34 0-77,15-2-120,16-2 12,23-2-73,-8 3 0,4 0-659,13 0 1,5-1 618,-11 2 1,1 0 0,3 1-526,5-1 1,3 1 0,-1-1 508,5 1 0,0 0 0,0 0-566,1-1 0,0 1 1,-1 0 563,-1 0 0,-1 0 0,-1-1 9,-3 1 1,-2-1-1,0-1-244,-6 1 1,0 0 0,-3 0 264,14-2 0,-4 0 324,-14 0 0,-4 1 35,9-4 1155,-26 3-1503,-15 1 1388,-5 2-6854,-1 0 5760,-1 1 1,1 0-1,0 0 1</inkml:trace>
  <inkml:trace contextRef="#ctx0" brushRef="#br0" timeOffset="125100">20126 9797 7324,'-56'0'2065,"0"0"0,6 1 0,12-1-1617,30 0-325,5 0 796,1 1 246,-2 2 45,-5 2-292,-5 2-178,-7 1-40,-6 1-370,4-3 516,-10 2-499,18-6-106,-1 2-28,12-3-129,5-1 33,5-1-50,22-8-33,16-2-23,-6 1 0,4-1-587,7 0 1,3 0 580,-10 3 1,2-1 0,-2 1-900,13-1 0,1 0 894,-8 2 0,3 1 0,-1 0 9,0 2 1,-1 0-1,0 1-302,-1-1 1,-2 1 0,0 1 286,0-1 1,-1 2 0,-5-1-21,19 2 43,-32 0 953,-34 6-942,-7-3 51,-43 10-40,10-6 135,13-1 0,1-1-163,-8 1 719,7-1-1593,23-1-4155,11 1 5018,13-1 0,-1-2 0,-2-1 0</inkml:trace>
  <inkml:trace contextRef="#ctx0" brushRef="#br0" timeOffset="125699">28644 9665 11099,'-51'-5'2601,"-1"-1"0,5 1 0,3 0-1246,-8-3-308,12 1-403,11 4-234,11 0-164,7 3-89,4 0-51,2 0-33,1 2-28,1-1 89,2 1 225,8 0 55,9 1-151,21 0-128,23-1-88,-20-2 1,3-2-632,7 0 1,2-2 585,4 0 1,1 0-6,2-2 1,0 1 18,-2 0 1,-2 0-331,-4 0 0,-3 0 325,-7 2 0,-2-1 8,20-2-25,-22 3-408,-17 1-1412,-12 1 2113,-8 2 1,0-1 0,-2 1 0</inkml:trace>
  <inkml:trace contextRef="#ctx0" brushRef="#br0" timeOffset="131607">26322 9773 12405,'-51'-6'2005,"0"0"0,6 1 0,6 1-1209,6 2-270,9 1-89,8 3-62,2 1-95,5 1-67,3 0-51,4-1 112,3-2 163,9 0-72,17-2-208,26-6-138,-13 3 1,3-1-602,8-2 1,2 1 589,6 0 0,0 0 6,-2 2 0,-1 0 6,-5 2 0,-3 0-72,-8 1 0,-4 1 13,12 0-11,-24 0 33,-16 0-123,-6 0-544,-1 0-1886,9 1 2570,5 0 0,-3 0 0,-1 0 0</inkml:trace>
  <inkml:trace contextRef="#ctx0" brushRef="#br0" timeOffset="132066">32178 9652 10741,'-44'-1'2097,"0"0"1,-1 1 0,-16-2 0,4 1-1480,14-2 1,4 1-48,-16-2-414,26 3 123,20 0 241,18 3-95,16 1-179,20 3-177,-13-4 0,1 1-216,7-1 1,0 1 181,5-1 1,0 0-300,1-1 1,0 0 209,-1 0 0,0 0-421,-4 0 1,-1-1-1712,-5 1 1,-3 0 2184,18 0 0,-24-1 0,-13 0 0</inkml:trace>
  <inkml:trace contextRef="#ctx0" brushRef="#br0" timeOffset="132366">30591 9716 18459,'-6'0'1877,"1"0"-797,5 0-923,-30 0 263,27 1 124,-17 2-118,41 1-85,23-1-279,-9 0-20,-4-3 0,3 1-34,-1-1 1,0 1-200,23-1-1288,-18 0 1,-1 1 630,-1 1 0,-6 0 0,-16-1 0</inkml:trace>
  <inkml:trace contextRef="#ctx0" brushRef="#br0" timeOffset="134307">16529 10742 22571,'-8'2'224,"-1"2"-135,6 4-44,-1 0 151,-6 7-39,-1-4 89,-4 2 129,0-7 57,2-6-225,3-5 224,-4-23-252,9-2-61,-1-20-17,14 6-6,6 3-72,2 13 16,17-3-28,-5 18-16,16-2 5,-1 15-28,2 13 22,-8 3-17,-13 6 1,-3 4-11,-4 20-300,-11-9 1,-8 1 314,-12 2 1,-10-1-589,-10 5 0,-7-1 607,9-13 1,-3-2 0,-1-1 3,-1-1 1,-3-1 0,1-2 1,0-3 1,-1-2 0,1-2 28,-13 1 1,2-4-72,9-5 0,3-6 203,-14-12-34,26-13-44,27-10-23,23-4-50,22 3-15,-15 19 0,4 3 1,4 3 0,2 3-14,4 6 0,-1 3 8,-8 0 0,1 5-280,16 16 0,-2 7-1098,-18-3 1,-2 4 1058,0 1 0,0 3 0,-4-3 0,7 19 0,-9-3 0</inkml:trace>
  <inkml:trace contextRef="#ctx0" brushRef="#br0" timeOffset="135141">17708 10763 23898,'-7'-32'140,"1"11"28,0 37-11,-8 4 22,-13 4 22,-10 1 1,-9-5 95,-2-5 67,5-10-44,8-15-91,15-12-94,9-17-63,20-11-27,10-5-11,15 5-1,4 12-5,3 16 6,0 12-34,-2 18-22,-1 12 22,-3 18-12,-10 15-185,-16-22 1,-6 2 173,-5 5 1,-7 0-489,-6 3 1,-5 1 501,-7 2 1,-6-1 8,-4 1 0,-2-3 8,-2-2 1,-1-4-1,5-6 1,0-5-54,6-7 0,1-5 89,-12-7-4,17-19-18,12-12 320,12-7-337,13-1 1012,11 5-1033,16 6-57,13 11-84,-21 8 0,1 2-454,4 2 1,0 3-253,4 0 1,1 1-1348,1 2 1,-1 2 1564,-3-2 1,-4 1-1,11 1 1,-22-3-1</inkml:trace>
  <inkml:trace contextRef="#ctx0" brushRef="#br0" timeOffset="135348">18296 10767 19272,'0'-6'5348,"0"0"-3505,0 6-1820,-4-47-12,2 54-11,-4-23-6,5 71-64,0-22 0,1 1-350,-1 2 0,0 0-1234,0 2 0,1 0 1654,0 3 0,1-3 0,0 5 0,1-7 0</inkml:trace>
  <inkml:trace contextRef="#ctx0" brushRef="#br0" timeOffset="135732">18901 10628 25478,'-30'-11'58,"0"1"1,-23 11-62,38 27 1,6 9-410,0 0 1,2 1 414,2 2 0,4 0-1,3-1 1,4 0-6,3-2 1,4-2 2,6-4 0,3-3 5,4-3 1,3-4 5,2-5 0,1-5 161,28 1-54,-10-21 38,-16-12 221,-15-10-165,-16-3-4,-17-1-46,-13 2-56,-15 5-16,-10 7-40,-4 10-33,-1 11-11,6 13-23,12 10 278,14 14-1208,16 6-3568,21 6 4515,7-7 0,-1-15 0,-4-13 0</inkml:trace>
  <inkml:trace contextRef="#ctx0" brushRef="#br0" timeOffset="135948">20188 10649 23696,'-1'-3'1652,"1"1"-1304,0 2-258,-63 45-2295,23 0 2220,9-17 0,-4 4 0,3 0 1,0 9 1,0 3-139,2-4 1,-2 2 0,-1 0-656,4-4 0,-1-1 1,1 0-1269,-1 0 1,0 0 0,2-1 2044,-9 8 0,6-7 0,6-9 0,3-3 0</inkml:trace>
  <inkml:trace contextRef="#ctx0" brushRef="#br0" timeOffset="136132">19485 10831 15518,'-3'-7'7433,"0"2"-5753,3 5-542,0 0-763,49 3-288,-20 11 0,3 3-76,10-4 0,4 3-877,-9 6 0,1 5 1,-1 0 795,14 8 0,0 3-765,-7-6 0,1 1 1,-1 0 834,-5-3 0,-1-1 0,-4-2 0,3 2 0,-5-4 0,3 4 0</inkml:trace>
  <inkml:trace contextRef="#ctx0" brushRef="#br0" timeOffset="137474">14836 11962 21887,'35'0'336,"0"-1"0,8 3 0,-4 2-218,-6 5-15,16 1 1,3-1-53,8 0-1240,-8-4 1,11 1 0,-2-1 1204,-14-2 1,-2 0 0,4-1-421,4 0 0,4 0 0,3 0 0,-1 0 409,-2-1 1,1 0 0,0 0 0,2-1-193,-6 1 1,1-1-1,1 0 1,0 1 0,-3-1 187,5-1 0,-3 1 1,2 0-1,5-1 2,-9 1 0,3-1 0,4 1 1,1-1-1,-1 0 0,-1 0 1,-3 0-254,8 0 1,-4 0 0,-1-1 0,2 1 0,4-1 251,-12 1 1,3 0 0,2-1 0,2 1 0,-1-1-1,0 1 1,-1-1 0,-2 0-62,1 1 0,-2-1 0,-1 0 0,0 1 0,0-1 0,0 0 0,0 0 61,9 0 1,0 0 0,0 0 0,0-1 0,-2 1-1,-2 0 21,-1 0 1,-2 0 0,-1 0 0,1 0 0,1 0-15,5-1 0,2 1 0,0-1 0,0 0 0,-1-1 38,-6 1 0,-1-1 0,0 0 0,-1 0 0,1 0 56,-2 0 1,0-1 0,-1 1 0,1-1-1,-1 0-33,0 0 1,1-1 0,0 0-1,-4 0 1,-3-1 57,7-1 1,-5-1 0,-3-2 681,9-3 0,-5-3-665,-14 2 1,-5-4 27,10-19-77,-15-3-52,-4-4-44,3 0 0,9 1-5,9 5-1,6 5 23,0 6 11,-6 3-11,-6 1 1826,-5-2-1843,2-6 5,3-11 647,-15 16 1,1-1-659,3-4 1,1 0 13,3-2 0,1 0-2,0 1 0,-1 2-1,-5 8 1,-2 1 1319,1 0 0,-2 0-1320,4-13 32,-8 0-48,-18-2 22,-17 7 29,-17-7-29,10 16 0,0-1-11,-22-14 11,3 7 0,-2-1-117,11 9 0,-2 1 106,-15-10 0,-2 1 2,10 6 1,1 2-3,0 2 0,0 1-3,0 1 1,1 0-4,-2 1 0,0-1 12,-3 0 0,-1-1-6,-4 0 0,-1 0 5,-4 0 1,-1 1-3,16 5 1,0 0 0,-1 1-8,-1 0 0,0 0 1,-1 1-494,-1-1 1,0 1 0,-1 1 486,1 0 1,0 1 0,-1 1 1,1 1 1,-1 0-1,0 1-3,0 1 0,0 1 0,1 1 5,-7-1 0,-2 1 13,0 3 1,-4 0 0,3 1 6,-7 1 0,0 0-360,16-1 0,-2 1 0,-2-1 0,2 0 355,-9 1 0,1-1 1,-1 0-718,-5-1 1,-1 1-1,3-1 704,10-1 1,2 1-1,-4-1-2,-4 0 1,-6 0-1,1 0 1,3 1-229,0-1 1,4 0 0,-4 0 231,-1 0 1,-3 0 0,-1 0 0,3 0-1,-5 0 0,2 0 0,1 0 7,2 0 1,1-1 0,0 2-1,2-1 1,0 0 0,1 1-44,0-1 1,1 1 0,-1-1 37,0 1 0,0 0 0,-1 0-4,1 1 0,-1-1 1,0 0 3,-1 0 0,1 0 0,0 0 0,1-1 0,0 1 0,0 0 3,2-1 1,1 0 0,0 0 88,5 0 0,0-1 0,1-1-87,-15 0 1,3-2 783,10-1 1,4-1-774,10-1 1,4-2 1638,-9-10-1632,21-1 1578,12 2-1651,11 3 1150,3 6-1128,5 5 583,2 11-544,1 6-17,2 12 18,2 10-24,2 12-266,-9-17 0,-1 2 280,-1 5 1,-2 4-491,0 6 0,-3 3 488,-2 8 0,-3 2-4,-3-14 0,-2 1 1,0 1-594,-2 4 1,-1 0-1,0 1 599,-2 2 0,0 1 0,1-1-4,1-1 0,0-1 0,3 0-327,2-5 1,1 0 0,4-2 311,6 16 0,8-4-143,5-8 1,7-5-48,6-6 0,5-6-2249,4-7 0,2-6 2456,-3-6 0,-3-4 0,13-1 0,-22-9 0</inkml:trace>
  <inkml:trace contextRef="#ctx0" brushRef="#br0" timeOffset="151907">17289 5663 13357,'1'-4'4915,"1"-30"0,-1-5-3555,-1 17-1139,1-18 1,0 3 13,-1 28-168,0 2-39,0 4-5,6 21 5,-1 5-17,3 23 1,-4 5 16,-4 6-6,-5 1-16,-3-5-1,0-8 18,0-10 61,3-13 173,2-10 46,1-8-152,0-11-62,-3-10-21,-2-11-46,-2-12 12,0-12 5,1-10-229,5 28 1,0 0 214,1 1 1,1 1 18,1-20-16,0 21-44,0 15-18,2 11 34,1 12 11,5 7 401,3 13-423,3 10 17,-2 8-6,-2 5-17,-3 0 39,-4-5 6,-2-8-11,-1-12 67,0-11 123,1-9-179,-1-28-11,1-5 0,-2-28 0,1 0 5,-1-4 17,3 4-22,0 12-11,1 16-51,-1 15 0,-1 10 40,2 12-7,2 8 18,3 15-12,0 12 1,-2 10 10,-3 6 1,-7 3-237,-2-3 214,-6-6 0,0-12 28,-1-14 1,-1-13-1,-5-11-17,-7-11 29,-8-9-1,-7-11-39,-2-9 265,4-4-231,7 1-6,9 5 6,9 6-23,7 9 18,4 7-18,2 4-16,3 5 22,4 3-6,4 5 6,5 6 0,2 9 0,3 8 22,3 4-16,5 3 0,2-3-29,5-4 12,1-5 50,3-7-28,0-8-16,0-9 27,-2-10-11,-3-7 12,-5-5-6,-6-1 22,-8 5 17,-5 6-34,-7 6-5,-1 5-17,-4 2 6,-1 2 10,-3 4-27,-4 4 11,-3 3 6,-2 2-6,-8 0-6,-8 2 6,-13 0 23,-9-3 5,-5-4-40,1-5 46,8-10 22,9-7-34,9-13-16,9-8 11,6-8 11,7-1-17,5 2-11,5 9 6,0 10-40,0 10 23,2 6 22,1 8-22,4 5 22,5 9-22,5 7 22,7 17 6,-5-12-23,8 16 6,-6-16-11,7 6 5,2-5-3363,8-5 3374,-13-11 12,10-5 6,-12-15 21,8-7 1,-2-11-17,-2-8 0,-5-6 3426,-6 1-3398,-4 5 5,-6 9-27,-3 10-34,-3 8-34,-1 6 34,2 6-39,1 4-297,2 6-5517,1 5 5005,-2 0 0,-1-7 0,-2-6 0</inkml:trace>
  <inkml:trace contextRef="#ctx0" brushRef="#br0" timeOffset="159190">14937 13382 18821,'16'-54'1206,"0"1"0,-2 5 0,-1 5-416,2-1 1033,-4 13-1465,-3 13 228,-4 11-502,-6 17 23,-6 21-12,-12 29-532,6-18 0,-2 4 392,1-1 0,0 3 0,1 0-426,3-5 0,2 0 1,0 0 261,0-1 0,-1 1 0,6-3-1004,8 13 0,9-8-3223,5-17 0,3-5 4436,5 2 0,0-5 0,3-2 0,-17-16 0</inkml:trace>
  <inkml:trace contextRef="#ctx0" brushRef="#br0" timeOffset="159549">15463 13451 26474,'-34'-20'107,"6"13"-79,20 49-28,7 3 0,9-14 11,1-7 39,9-16 29,-2-15-12,8-11 90,3-22-6,-6-3-78,-6 0 140,-10 2-17,-10 13-40,-4-3-38,-9 12-51,-10 9-50,8 11-11,-15 14 5,10 13-20,7-3 1,0 4-87,-5 28-1134,12-19 1,4 0 808,7 14-579,6-17 0,4-1-3084,24 18 3564,-4-20 0,0-3 0,5 4 1,4-12-1</inkml:trace>
  <inkml:trace contextRef="#ctx0" brushRef="#br0" timeOffset="159873">16080 13444 24419,'-18'-42'864,"0"0"1,1 4-1,-4 12-517,-27 39-268,6 19-63,15 12 1,4 8-713,5 2 1,4 5 686,5-9 1,1 5-1,0 2 1,2-2-559,1-6 0,1 0 0,1 0 0,0 2 422,0-2 1,0 4-1,1 0 1,0-2 0,1-2-105,-1 10 1,1-4 0,0 3-460,0-8 1,0 2 0,-2 0 0,-2-1-1751,-3-3 0,-4-1 1,-1-1-1,0-1 119,-4 12 0,-1-2 0,-4-2 4047,-3-2 0,-3-2 1,-2-11 1419,-4-12 1,0-15-132,-17-36-2051,22-20-253,21 3 0,5-10 0,3 1-854,4 7 1,2 0 0,2-3 255,-1-2 0,1-5 0,1 0 1,2 2-248,6-10 1,2 2-1,1 1 183,2 3 1,1 0 0,-1 4-28,-4 12 0,1 3 0,1 0-92,9-6 0,3 1 0,-3 6-142,-5 8 1,1 2-3048,11-7 0,5-3 0,-6 6 2286,7-2 0,-10 10 0,-6 3 0,-15 12 0</inkml:trace>
  <inkml:trace contextRef="#ctx0" brushRef="#br0" timeOffset="160316">16458 13860 26782,'14'-47'220,"1"1"1,0-3-1,0 2-195,-3 16 1,0-1 5,0-6 1,1-5 0,-2 1-1072,0-5 1,0-1 1059,-2 4 1,0-2 0,-1 2 12,-1-5 1,-3 3 347,-3 10 1,-2 4-281,-6-11 309,-2 22-388,0 15-5,2 20-11,2 20-18,-1 28-268,3-17 1,0 2 276,1-5 0,-1 1-20,1-2 1,0 3 0,-1-1-356,1 12 0,-1 3 180,2-2 0,1 3 0,0-3-23,0 0 0,1-1-1010,4-5 1,1 1 0,1-8-3252,5 3 4482,-2-13 0,0-4 0,-4-17 0,-2-2 0</inkml:trace>
  <inkml:trace contextRef="#ctx0" brushRef="#br0" timeOffset="160473">16476 13602 26211,'-19'-28'109,"0"1"1,6-19-262,70 33-243,-20 7 1,3 2-3145,4 1 0,2 0 3539,-4 2 0,-4 0 0,14 0 0,-25 1 0</inkml:trace>
  <inkml:trace contextRef="#ctx0" brushRef="#br0" timeOffset="160849">17750 13340 15704,'1'-4'6945,"0"0"-3517,-1 4-3271,26-26-40,-35 39-27,4-10-62,-21 20 0,-8 10-423,-4-2 0,0 0 479,-2 1 0,1-1-25,6-4 0,3 0-20,-8 13-17,28-11-11,27-10-55,23-4-214,22-4-411,-22-7 0,2-1-365,7-1 1,1-1-3883,6 0 1,1 0 4792,-6-2 0,-2 0 0,-15 1 0,-4 0 0,6-2 0</inkml:trace>
  <inkml:trace contextRef="#ctx0" brushRef="#br0" timeOffset="161707">18906 13492 22660,'0'-8'1714,"0"-24"0,0-6-1020,0 11-512,0-10 0,0 3-58,-1 23-136,1 11 40,0 15-5,0 15-18,0 16-5,1 13-300,-2-26 1,-1 0 296,-2 1 0,-1-1 14,-10 28-11,-5-13 56,0-18 45,0-17-39,5-22-18,3-18-4,6-21-29,8 14 0,2-1-6,2-9 1,4-1-503,3-7 1,3 0 504,3-1 1,2 0-4,1 5 1,1 2 0,0 8 0,2 2 141,-1 7 1,1 4-151,0 4 0,0 3 14,27-9-22,2 13-6,-4 14 1,-5 17-7,-13 15 6,-16 17 1,-25 13 13,-5-26 0,-6-1-416,-8 3 1,-5-1 423,-4-2 1,-3-3-9,1-2 0,0-3-16,5-6 0,2-3 30,-13 6 956,21-13-951,15-7 222,10-4-227,10 0 981,9 0-975,9 0 55,10 5-83,4 2 0,5 3-6,4-2 11,5-3 23,4-8-292,-28-2 1,0-1 285,0-3 0,-2-2-11,-2-3 0,-1-1-5,18-23 21,-14-3-10,-11 1 33,-11 6 28,-10 10 34,-7 7 90,-6 7-130,3 4 595,0 3-639,7 3 0,1 2-17,1 8-40,1 19 24,-1-3-91,0 24-190,-2-8-425,1 17-997,0 2-4459,7-4 6178,4-15 0,-4-23 0,-1-14 0</inkml:trace>
  <inkml:trace contextRef="#ctx0" brushRef="#br0" timeOffset="161890">20083 13042 25063,'-37'-28'380,"0"0"1,0 1 0,-12-11 0,8 11-369,14 21-80,13 15-16,6 3-532,6 18-1613,4 5 1166,4 14 0,-2-21 0,1-3 0</inkml:trace>
  <inkml:trace contextRef="#ctx0" brushRef="#br0" timeOffset="162916">20341 13136 26060,'-51'-13'106,"1"0"1,2 1-1,6 10-61,-1 33 0,13-1-34,8 0 17,16-5-22,7-8 50,11 2 44,4-9 74,12-8 33,1-14-117,-4-2 184,6-13 23,-8 4 5,6-6-206,-11 11-52,-4 6-38,-8 12 0,2 14-6,3 18-6,4 28-748,-6-3 0,-2 5 750,-3-20 0,-1 0 0,-1 1 4,0 1 0,0 0 0,-2 1-24,-2 3 0,-2 1 0,-4 0-111,-6 3 1,-4 0-1,-3 0 17,0 0 1,-1-2 0,-4 0 70,-5 2 0,-3-1 1,-2-8 48,-6-5 1,-1-11 5,12-11 1,2-10 19,-16-35-17,35-12 0,10-10-3,1-5 1,6-4-641,2 5 1,5-3-1,3 2 589,3 1 0,4 1 0,2 0-23,-3 12 0,1 0 1,2 1-1,-2 2 23,4-4 0,0 3 0,3 0-31,3 2 0,4-2 0,1 2 0,-3 4 23,-1 3 1,-3 4-1,3-2-367,13-10 0,2-3 0,-2 3 408,-10 10 1,-2 2 0,-1 0 11,15-12 1,-2 1 5,-13 10 1,0-1-887,4-7 0,-5 3 962,-6 4 1240,9-20-1100,-31 37 872,-2-3-1062,-4 12 1005,-7 35-1005,-1 3-26,1 0 1,-1 3 956,-1 0 1,1-1-969,0-5 0,0 1-352,-8 18 0,-2 0 357,5-18 1,-1-1 3,-4 11 0,0-1-94,-3 5 166,8-21 101,8-14-84,5-12 1255,8-11-1288,17-17-18,4-5 1,12-10 0,-3 8-11,-2 4-12,-8 11 911,-1 6-910,-4 11 120,1 7-154,4 12 11,-9 3-28,6 12-11,2 4 33,4-1 6,9 1 12,-4-20-12,-6-6 33,18-22-16,-13-9-12,-9 2 1,-1-4-249,-4-3 1,-3-3 256,0-5 0,-4-4 2,0-7 1,-3-2-3,-1-6 0,-2-1-417,-2-1 1,0 2 441,-3 5 0,-1 4 8,-3 9 1,-3 4 31,-8-7-23,-7 19-45,0 13-17,3 14 460,2 15-454,2 21 2,7-13 1,1 3 192,1 8 0,1 2-201,0 5 1,1 2-504,2 4 0,2 1 369,1 0 0,1 0-202,3-2 1,2-1-401,3-5 0,2-3-1278,1-8 1,3-3-7812,18 11 8334,-10-24 1,-11-14-1,-13-6 1</inkml:trace>
  <inkml:trace contextRef="#ctx0" brushRef="#br0" timeOffset="163107">21414 12893 27217,'51'-32'63,"-1"0"0,-10 11 0,2 2 0,-5 8-96,19 13-175,-18 1 1,-1 1-2314,6 7 2521,-18 1 0,-13-5 0,-10-3 0</inkml:trace>
  <inkml:trace contextRef="#ctx0" brushRef="#br0" timeOffset="164590">22946 12951 21853,'-41'-8'1196,"-1"0"0,-20-6-1140,79 8-28,19 0-28,-6 4 0,4-1-283,7 1 0,3 1 252,6 0 0,0 1-416,1 1 0,-2 2 281,-6 0 1,-3 4-154,12 12 90,-44 11 128,-50 7 103,4-15 1,-7-1-573,-10 3 1,-4-2 619,18-7 1,0 0 0,-1 0 80,-19 6 1,2 0 41,7-3 1,4-1 108,8-2 1,5-2-194,-10 5 742,26-7-730,30-6-45,28-4-51,-6-4 1,5-1-9,24-5 1,1-1-561,-17 2 0,1-2 566,-3 0 1,3-1 0,-5-1 21,-4-1 0,-4-2 562,5-5 0,-3-3-501,-10-2 1,-6-3 19,-7-3 1,-7-3 52,-8-2 1,-7-1 101,-4 0 0,-4 2-121,1 7 0,-2 2 182,-8-4 0,-1 4-3,-4 1-56,-6-3-229,23 20-23,11 9 11,14 12 6,14 16-39,16 17-20,-8-7 1,1 3-49,-6-2 1,-1 0-342,0 1 0,-4 1-14,-11 1 0,-10 0-846,-11-6 0,-7 0 1280,-12 15 0,-4-2 0,13-21 0,-1-2 0,-4-3 0,1 1 0</inkml:trace>
  <inkml:trace contextRef="#ctx0" brushRef="#br0" timeOffset="165523">24412 13181 20481,'-2'-7'3590,"1"1"-2789,1-33 1,2-10-231,3 1-457,-3-5 1,2 1 210,6 8-134,-2 22-102,1 2-66,-2 16 16,1 16-34,-1 6 12,2 24-11,-5 4-1714,-4-8 1,-2 0 1713,-3 16 13,-5-14 1,-2-2 3,-6-3 5,-3 4 72,7-22 46,7-18-129,3-4 5,7-29-5,9-3-17,3-10 17,16-7-3,-11 26 0,2 1-9,0 2 1,0 0 1701,3 1 0,-1 3-1707,11 2-16,-11 11-1,1 8 6,-4 8 16,6 9-10,0 22 5,-8 3 22,-5 1-22,-9-2-11,-5-8 11,1-2-11,-1-8 16,0-16 6,6-12-5,2-2 11,15-17 5,4-4-5,-5 5 0,0-2 5,17-17 1,0-1-18,-19 22-5,-5 5 11,-8 12-11,3 2 12,2 7-12,6 8 0,-1 2 11,11 18-11,-8-7-6,6 13-5,-8-12 0,-2-5 11,-6-9 5,-2-7 91,6-14-68,2-8 5,10-15 29,-1-10-23,0-5-28,-7 10 79,3-9-12,-10 23-27,3-3-40,-9 18 11,-1 8-16,1 9-6,1 12 0,1 10-6,0-2-123,4 21-190,0-16-543,7 14-1345,2-16-7624,-1-10 9267,-6-10 0,-4-8 0,-6-5 0</inkml:trace>
  <inkml:trace contextRef="#ctx0" brushRef="#br0" timeOffset="165689">25534 12686 20806,'-4'-8'4380,"1"3"-3842,3 5-908,0 0-717,-14-39-2979,20 48 4066,-11-15 0,15 32 0,-2 2 0</inkml:trace>
  <inkml:trace contextRef="#ctx0" brushRef="#br0" timeOffset="166356">25783 12858 27578,'20'-40'28,"-1"20"-17,-10 65 6,-3 7-23,-3-1-4245,-2-4 4256,-1-16 894,0-6-860,0-17 79,1-7-74,2-15-10,5-13-12,4-11-10,5-8-7,6-2 3393,5 4-3387,3 9-11,2 11-34,2 11-22,0 7-33,0 10-96,-2 6-196,-3 9-235,-4 4-213,-3 3-67,-4-1 252,1-5 409,-2-8 257,2-9 96,2-13 139,3-9 135,2-8 79,2-4 39,-4 3-1,-5 4-156,-10 9-224,-5 7-112,-4 8-6,-4 10 0,-2 11 0,-3 14 23,2 8-40,6 5-5,14-3 11,15-5 6,17-11 11,9-13-6,4-10 17,-3-16 22,-9-11 51,-9-15 22,-13-8-11,-11-5 0,-8 0-39,-9 3-23,-2 8-27,-2 9-68,3 10-95,2 11-269,2 5-845,8 13-2847,8 6 4101,4 6 0,-5-7 0,-6-6 0</inkml:trace>
  <inkml:trace contextRef="#ctx0" brushRef="#br0" timeOffset="166790">27268 12687 22923,'1'-6'3355,"-1"2"-2856,0 4-158,0-61-111,-2 45-174,-1-45-78,-2 61 27,-1 9-5,-1 9 0,2 3 23,6 26-12,10-7-17,-1-9 1,3 1 5,3-5 0,2 0-126,2 0 1,0 0 116,1-1 1,-2-2-8,11 19 4,-13-9-27,-19-10-45,-17-9-151,-14-7-252,-8-9 144,-3-10-201,2-13 118,6-14 180,11-12-517,11-11 805,11 28 0,3 0 177,4-27 106,2 11 78,1 13-27,-3 13-180,-2 11-124,-10 21-61,-10 22 1,-3 7-57,-4 10-310,-2 4 0,0 3 355,12-19 0,2-3 0,-6 14 0,4-3 0</inkml:trace>
  <inkml:trace contextRef="#ctx0" brushRef="#br0" timeOffset="167356">27931 12723 21097,'-8'1'4033,"2"-1"-3159,6 0-196,0 0-606,32-15-44,0 9 0,4 1-22,-2-4 0,2-1-544,21 3 0,0 3 540,-16 0 1,-1 1 2,9-1 1,1-2-6,-6 2 0,-2-3-100,-5-3 1,-3-1 172,5-6 39,-15-15-34,-30 3-39,-14-12-6,-1 15 1,-4 1 11,-22-17 1033,0 4-972,10 14 389,19 13-366,2 0-56,9 6-62,11 3-6,2 3-10,14 5-6,7 7-1,14 12-8,-13-2 1,2 3-1,-5-1 1,0 2-179,4 8 0,-4 1 108,3 13-302,-11 11-632,-25-9-1335,-1-20 1,-3 1 2358,-19 21 0,13-28 0,10-17 0</inkml:trace>
  <inkml:trace contextRef="#ctx0" brushRef="#br0" timeOffset="167956">29336 12573 22823,'0'-6'1649,"10"-25"1,5-5-1113,-1 4-322,2-7 1,1 2 53,-4 12-297,-4 14 34,-2 11-6,-2 9 0,9 18-23,8 21 7,4 5-117,-11-20 1,-1 0 121,3 14 28,-7-8-6,-6-15 0,-9-7 96,-6-12-34,-2-9-17,-5-8 253,6-10-298,3 3 22,2-4-33,5 2 23,2-1 16,6-2-45,8 5 12,0 3 50,22-9-39,-6 6-28,19-8-17,-4 5-1087,6 2 1110,-9 5-191,-7 4 1,1 1 156,15-5-17,-16 4 0,-2 1-308,7-4-733,-16 3-2432,-14 5-6302,-10 4 8601,-1 1 1,-2 1 0,3 0 0</inkml:trace>
  <inkml:trace contextRef="#ctx0" brushRef="#br0" timeOffset="168516">30100 12473 22492,'-7'6'3428,"1"-2"-2930,6-4-173,0 0-269,68-28 0,-20 17-310,4-6 1,4 0 275,-22 11 1,-1 1 5,0-2 0,-2-1 67,20-9 162,-14-4-161,-18 0-24,-11 0-27,-15 2-11,-10 3 5,-13 4 390,-5 6-412,-3 9 16,2 7-27,10 2-6,-8 21 6,13-2-18,-6 18-21,14-3 16,9 1 0,17-3 6,17-6 22,19-7-250,-18-20 0,2-3 219,2-3 1,1-3 5,1-4 0,0-4 28,-2-2 0,-1-3-124,-3-4 1,-2-2 134,-3-4 0,-2-1 3,-3-4 0,-4-2 28,-2-1 0,-3-1 96,5-29 60,-9 7 24,-4 10-68,-1 10-56,1 10 414,2 8-526,3 7 284,5 11-284,6 13 0,5 16 0,4 17-320,-16-20 0,-2 2 124,-2 4 0,-6 2-501,-7 2 0,-7 1 697,-14 7 0,-3-3 0,-4 6 0,9-27 0,1-1 0</inkml:trace>
  <inkml:trace contextRef="#ctx0" brushRef="#br0" timeOffset="173556">17090 7024 17081,'-42'0'1173,"-1"0"1,0 0-1,-21 0 1,8-2 176,13-5-1092,9 1-236,25-6-22,20 5 6,28-5-15,-4 5 1,4 0 10,5 0 1,2-1-570,14 0 0,2-1 553,-6 2 0,-2 1 3,-11 1 0,-1 0-6,4 0 0,-2 1-3094,9 1 3088,-12 0 29,-36 10-12,-47 6 12,-12 3-367,4-3 1,-5 1 374,3-1 0,-4 1 45,-1 0 1,-4 1 0,2-1-2,11-3 0,2 1 0,0-1-21,-1 0 0,0 0 1,6-1 596,-19 3-639,35-7 3025,32-5-2975,22-6-34,11-2 1,6 0-1,2-2 0,3-1-413,-5 1 1,3 0-1,-3 0 408,6-1 0,0 0-1,0 0 1,5-1-1,-3 1-11,1 0 1,0 0 8,-5 2 1,2-2 0,-5 3 454,0-1 0,-7 3-558,10-2-141,-34 6-1944,-43 10 2185,-7-1 0,-2 1 0,-7 4 0,-13 1 0</inkml:trace>
  <inkml:trace contextRef="#ctx0" brushRef="#br0" timeOffset="185456">18202 7040 15535,'-4'0'4481,"0"0"-2341,4 0-1905,-45-26-240,42 14 5,-25-21-6,63 21-11,12 1-16,5 3-23,-4 3-45,-11 5 62,-16 5 89,-22 11-33,-9-3 11,-28 14 11,-8-7-17,15-7 1,-2 0-157,-1 0 0,0 0 192,0-2 1,2 1 87,-25 7-34,15-3-51,16-7 1,14-5 78,15-3 0,16-8-50,19-3-34,18-9-34,-22 9 0,1 0-73,2-1 1,1 1 67,-2 0 0,-1 0 22,25-6 34,-19 4 0,-20 6-230,-23 5-890,-23 10-6415,-23 5 7462,-5 4 0,15-5 0,16-6 0</inkml:trace>
  <inkml:trace contextRef="#ctx0" brushRef="#br0" timeOffset="187506">18462 5813 20173,'16'-43'465,"-1"0"0,0 0 0,9-18 0,1 6-356,-5 21 1,2 5-334,2 1 1,2 2 315,1 4 1,0 3 41,30-8-61,1 11-40,0 9-5,1 7-16,3 10-12,-30-1 0,-1 2 0,-1 4 0,-1 3 0,-2 2 0,-4 3 22,12 28 12,-18 6 5,-17 2 50,-13-4-21,-7-7 210,-2-11-200,4-11 285,6-10 124,4-7-55,4-6-219,-1-9 370,-3-4-409,-6-9-40,-6-4-11,-6 0-21,-3 2-7,1 4 0,7 6-61,7 5-62,9 3 17,4 5 39,3 6-17,3 6 39,4 8-22,1 6-45,1 1 23,2 0 11,3-4 28,7-6 27,7-8 18,9-5-17,7-11 0,5-6 22,1-9 17,-2-2 17,-9 1 61,-11 3 12,-14 5-40,-9 5-72,-5 3-51,-3 2-6,-1 2-55,-1 0-12,-4 0 57,-2 4-23,-8 4 0,2-1 28,-11 5-17,0-3-17,-15 1-16,-9 0 39,-9-1-12,-4-3-16,6-2 34,9-5-12,15-5-6,10-5-10,9-4-6,4-6 22,3 0-11,1-4 17,1 0-6,2 3-11,0 5-39,3 9 27,-1 4-10,1 8 33,2 4 0,3 9-11,4 6 0,3 5 23,6 0-1,4 0-16,10-5 27,10-4-5,8-8 0,3-5 23,-3-9 5,-7-5-23,-6-7-10,-3-6 10,-4-4-10,-2 0-62,-6 1-264,-6 7-1657,-6 8 1960,-7 14 0,-3-2 0,-1 6 0</inkml:trace>
  <inkml:trace contextRef="#ctx0" brushRef="#br0" timeOffset="196591">19067 9082 12242,'-44'-4'2058,"0"-1"1,-1 0-1,-13-1 1,7 0-828,6-1-737,22 1-416,15 3 40,27-6-51,10 2-22,28-6-34,-21 8 0,2 1-364,5-1 1,2 2 357,2 0 1,1 1-9,-2 1 0,-1 0-8,-5-1 0,-3 2-55,19 4 49,-24 0 17,-25 9-6,-29 1 40,-26 8-18,11-10 1,-2-1-278,-8 1 0,-1 0 294,-4 0 1,0-1-3,3 0 0,1 0-9,6-2 1,2 1-1,-18 6 630,24-5-674,19-3 55,12-5 45,15-1-10,14-7-46,19-3 23,17-6-255,-25 5 0,2-1 221,2 0 1,0-1-10,1 0 1,-1 0-173,-2 1 1,-2 0 169,-5 2 0,-2 0 62,13-3 179,-20 5-56,-19 3-169,-21 6 12,-19 5 12,-24 5-100,23-4 1,-2 0 56,-5 1 0,0 0 11,0-1 1,0 1 12,5-1 1,1-1-55,-20 6-23,23-3 33,19-3 29,17-2 16,14-2 1121,16-2-1126,18-4-12,-16-1 1,1-2-334,5-1 1,2-1 327,3-1 0,1-1 3,-1 0 0,0 0 8,-3 1 0,-3 0 45,23-4 62,-23 6 22,-20 3-73,-25 3-61,-19 5 5,-23 3 0,14-1 0,-2 0 161,-7 0 1,-3 0-176,-3 0 0,-1-1 17,-1 0 0,2-1-6,11-1 1,2-1 2,0-1 0,4 1-47,0-3 75,8-2-50,25-6-6,22-8 17,20-9 3,-14 10 0,2-1-222,6-1 0,2-1 222,2-1 0,1 1 0,1 0 0,-1 0 5,-4 1 0,-1 2 9,20-10 748,-20 8-513,-18 8-74,-20 5-161,-17 2 16,-21 5 6,-20 4-382,22-2-1,0 2 344,-4 0 0,0 2 6,1-2 0,0 1 3,3-1 0,3 0-4,-25 4-27,16-3-45,19-2 39,18 0 28,11-2 694,19-1-689,13-1 1,22-6-6,-13 0 0,2-2-138,-5 1 1,-1-1 134,0-1 0,-2 1 6,-6 1 0,-3 1-9,6-1 12,-2 1 22,-18 2 28,-24 12-39,-5-2-6,-31 17 0,-8-2-11,15-7 1,-3 1 4,-2-1 1,-2 1-1,-5 2 1,2 0-6,16-7 0,2 0-5,-27 11 5,44-16 11,11-1 6,22-6 5,22-6-19,1-3 0,2 0-3,-11 1 0,0-1 59,21-4 1,0-1-55,-19 5 1,-1 0 2,6-1 1,-1 0-1,-7 2 1,-2 0-110,14-3 207,-24 6 51,-13 2-129,-20 3-11,-15 5 0,-4 0 0,-4 1-1,-2 1 1,-1 1-6,-2-1 1,-1 2 4,-2 0 1,1 0 301,8-1 0,1-1-310,-10 3 0,1 1 262,-9 1-287,6 0-11,34-10 39,2 0 23,35-4-12,13-1-14,8-2 1,5 0-478,-6 0 1,-1 0 465,2-1 0,0 1 6,-4 1 0,-3 1-3,12 1-23,3 0 62,-28 3-11,-22 4-22,-16 1 5,-27 7 12,-14 0-7,2-2 1,-5 0-117,4-1 1,-1 0 110,-11 1 0,1-1-8,21-3 0,3-1 8,-2 0 0,4-2 23,-1-1-18,7 0 7,24-6 5,41-13-6,21-5-806,-24 8 0,3 0 784,10-2 0,4 0 5,3 0 1,0-1 121,-1 1 0,-1 1-133,2-2 1,-4 2-90,2 0-101,-23 7-3249,-27 11-6386,-21 8 8281,-1 0 0,0-1 0,15-7 1</inkml:trace>
  <inkml:trace contextRef="#ctx0" brushRef="#br0" timeOffset="200448">18966 6824 13793,'5'24'1238,"6"-4"-1014,20-18-84,6 0-67,4-2-23,-9-1 119,11 0-35,-20 0 309,6 1 749,-19 0-150,-10 1-700,-11 2-95,-12 3 22,-13 3-6,-10 2 17,-4-1 11,4-1 23,10-2-29,14-3-72,12-2-79,9-2-39,10-5-27,10-2-24,12-4-10,8-3-12,6-1-10,1 1-7,-1 1 6,-5 2 12,-9 3 83,-11 4 90,-11 2-95,-13 1-79,-12 6 1,-18 1 10,-17 7-13,18-6 0,0 0 22,-3-1 0,1 1 31,3-1 0,2 0 45,-15 1-102,22-2-16,13-3 51,13-2-6,8 0-17,9 0-6,9-1 0,8-2-5,5-1 22,13 0-5,-8 1-17,-4 1 11,-7 2-11,-14 0-17,0 1-90,-10 2-717,-10 3-2839,-11 4 3646,-7 4 0,5-6 0,0-1 0</inkml:trace>
  <inkml:trace contextRef="#ctx0" brushRef="#br0" timeOffset="208532">20089 7000 21013,'-15'-20'84,"23"3"-84,22 12 0,10 5-22,21-3-26,-13 2 0,0 0-448,12 0 443,-21 2 0,-2 1 117,-3 4-47,-22 6 94,-28 2-49,-22 4-37,8-8 0,-3-1-316,-4 1 1,-3-1 309,-2 0 1,-1 0 11,1-1 0,1 0 8,3-1 0,2-1 279,-21 4-212,20-3-66,18-5-35,15-1 46,10-1 16,12-4 584,15-4-617,15-4-12,12-3-14,-28 8 1,1-1-1,-1 1 1,-1-1-26,23-4 179,-17 4 124,-17 3-219,-25 4-173,-21 3-102,-26 4-72,19-1 0,-2 0-989,-3 2 1,-1 1 863,-1 0 1,3 0 0,-4 1-1,9-2 1</inkml:trace>
  <inkml:trace contextRef="#ctx0" brushRef="#br0" timeOffset="217240">24942 9094 14169,'-41'-2'1820,"0"-1"0,-19-2-1445,78 0 157,25-4-336,-9 4 1,4 0-720,9-1 1,2 0 611,6 1 1,0 0-26,3 0 1,-1 0-1,-2 1 1,0 0-12,-6 1 0,-2 0-17,-8 1 1,-2 0 518,13-1 33,-23 2-157,-23 0-347,-23-1 0,-20 0 17,-24 0-415,24 0 1,-2 0 352,-4 0 0,0 0 11,0-1 1,2 0 7,3 1 1,3-1 1001,-19-1-976,24 1-73,18 2 29,21-2-1,17-4 0,22-3-33,1 0-6,-2 1 0,1-1 95,-12 3 1,0 0-91,14-2 1,0 0-6,-12 2 0,-4 1 22,19-2 141,-19 2 33,-20 4-95,-25 3-23,-24 6-59,6-2 1,-4 1-209,-10 4 1,-1-1 233,-8 1 0,0 0-126,-1 0 1,1 0 124,5-2 1,2-1-26,11-1 1,3-1 3,-6 1 61,23-4 5,23-3-10,18-7-51,26-4-34,-16 2 1,3 0 36,6-1 1,4-1-26,11-3 0,-2 0-73,-16 4 1,-2 0 88,11-3 1,-3 0 95,-4-2 111,-3-3-66,-20 5-119,-34 2-38,-4 7-17,-38 1 11,-4 11-347,20-3 1,-1 2 357,-2 1 0,0 1-1234,-2 1 0,2 0 1240,-11 2 642,6 0-659,37-9 6,2 1 27,9-3 526,17-7-565,10-2 12,8-3-12,21-3 1,-3 4 1502,-19 5 1,0 0-1487,-1 2 0,-1 0-28,25-2 17,-25 4 17,-11 1-22,-31 2 5,-19 3 11,-12 2 0,-4 0-11,10-1 0,-2 0-87,-5 1 0,-5 0 1,3 1 102,-5-1 1,1 1-6,-8 0 1,2 1-26,11-2 0,4 1-76,-9 2 90,33-3 11,19-2 0,26-3 12,21 0-15,-14-1 1,4 0-189,5-1 0,3 0 185,11 0 1,0 0-116,-11 0 0,-1 0 107,-4-1 0,-1 2-19,17 3 16,-26 3 12,-4 5 16,-18 3 29,-35 11-34,0-6-6,-8-3 0,-3 0-6,4-5 1,-1 0 2,-17 6 1,-1-1-23,9-2 0,2-2 14,-3 2 0,5-1 362,1 1-368,12-5 893,17-5-848,12-2-28,13-1 0,20-5-11,0 0 23,23-8-34,-1 0-6,-16 2 0,2 1-125,-10 1 0,-1 0 161,0 1 1,-3 0 148,-1-1-89,-17 4-12,-18 1-39,-28 2-28,-17-1 5,9 2 1,-2 0-492,-4 0 0,1 0 489,7 0 0,1 0 11,-8 0 0,2 0-69,-18 2 55,12-2-6,16 0-11,31 0 23,7-2-23,18-5 986,16-3-967,-3 0 1,3 0-3,20-5-1325,-4 0 0,-2 0 1319,-5 2 6,-5 2 0,-1 0-22,0 3 0,-1 2 27,-22 4 1,-23 7 5,-23 7 11,-7 1-19,2-2 0,-4 1 19,-11 2 1,-2 0 988,-2 0 0,-2 0-1014,-8 2 0,2-1 11,17-5 1,3-1-15,-12 4 1,20-7-1,34-6 34,23-7 11,35-7-19,-17 5 0,2-1-112,-6 2 1,1 1 122,2 0 1,2 0 0,-4 0 276,-2 2 0,-2-1-266,14-1 1,-5 0 30,-3 0-146,-25 3-309,-17 3-9449,-34 10 8103,13-4 1,-13 5-1,25-8 1</inkml:trace>
  <inkml:trace contextRef="#ctx0" brushRef="#br0" timeOffset="219056">21157 6850 9268,'-3'8'3282,"2"-2"-1910,1-6 28,0 0-1310,-4 11-1832,5-4 1742,-2 9 0,4-12 0,0-1 0</inkml:trace>
  <inkml:trace contextRef="#ctx0" brushRef="#br0" timeOffset="222999">28727 9783 7145,'5'3'1977,"0"0"5809,-5-3-7478,5-6-101,-4 5-118,4-4 7,-5 5 111,0 0-90,0 4-33,0-2-95,0 4-2913,0-3 2924,0 2 0,1-2 0,-1-1 0</inkml:trace>
  <inkml:trace contextRef="#ctx0" brushRef="#br0" timeOffset="224516">21883 7153 18537,'21'-21'101,"14"3"-104,7 11 0,3 4 3,17-3-8,-19 3 0,-1 0-26,3 2-16,1-1 44,-16 2 101,-19 1 12,-18 2-35,-19 2 19,-18 3-2,-11 1 51,-7 1-91,0 0 438,5-1-61,10-1-124,15-3-100,14-2-56,12-1-12,11-3-5,25-7-118,-2 2-8,1-2 0,4 0 300,23-4-289,-13 2 0,2 0-11,-9 3 0,-2 1-376,2-1 1,-5 2 378,-2 1 16,-21 2-22,-29 6 11,-23 5 8,-1 0 1,-6 2-3,3-2 0,0 1-115,-1 0 1,0-1 242,5-2 1,5-1 1298,-8-1-800,5 0-392,26-8-146,37-11-16,17-2-74,11-4-47,-14 10 1,1 2-874,-4 3 0,1 0-4012,7 1 1,-1 1 3190,16 0 0,-21 3 0,-25 0 0</inkml:trace>
  <inkml:trace contextRef="#ctx0" brushRef="#br0" timeOffset="230340">29643 9115 8926,'-4'0'5836,"0"0"-2436,4 0-3081,77-36-2137,-24 21 1888,5-7 0,3 2-17,-23 14 1,-2 2 263,-1 0 0,0 1-289,-2 1 0,-1 0 28,20-2 514,-15 3-128,-19 0-117,-20 1-230,-24 0-11,-24 1-37,16 1 1,-3-1 218,-6 2 0,-1 0-132,-1 0 1,2 1 24,2-1 1,3 1 187,-22 1-61,24-2 27,19-2-49,11-1-129,12-3-102,10-6 638,15-4-676,16-7 27,12 0-242,-26 9 1,1 1 224,0 0 1,0 1 11,-3 0 0,-1 0 78,18-4 135,-19 4-74,-19 4-156,-26 3 6,-23 1 2,6 2 1,-3 2-450,-7-1 1,-3 1 474,-2 2 0,-1 0-23,1 0 0,2 0 109,7 1 0,2-2-103,-17 3-22,25-2 21,17-3 7,15-2 5,13-2-6,17-2-22,19-5 174,-20 4 1,2-1-173,3 0 1,0 0-9,0 0 1,0 2 32,-3 0 1,-1 0-33,19 1 5,-17 1 39,-17 2 56,-14 0 6,-15 4 596,-18 1-591,-21 6-56,17-5 1,-1 1-326,-5 0 1,-1 1 344,1 0 0,0 1-31,5-2 0,2 2-22,-14 5 11,21-1 79,19-3 66,21-2-72,20-4-45,28-3-50,-4-2-15,-4-2 1,2 1 29,-19 0 0,0-1-7,16-1 0,-1 0-14,-17 2 0,-5 0 16,14-2 29,-21 2 0,-20 2 0,-22 4 5,-19 4-22,-22 5-323,21-5 1,-1 0 311,-2 1 0,0 1 11,2 0 0,0 1 165,5-1 1,2 2-194,-17 10 0,16 0 11,17-2-28,9-4 17,14-2 619,9-4-630,16-5 11,13-5 17,14-5-26,-25 1 1,1 0 13,1-1 1,0-1 2,-2 2 1,-2 1 19,19-2-17,-20 3 0,-20 1 1,-22 3-7,-23 2 18,-28 4-7,20-3 1,-1-1-137,-6 1 0,-1 0 134,2-1 0,0-1 0,7 0 0,2-1 70,-17-1 7,24-3-63,19-4-12,19-7 1,14-6-28,21-3 0,16-3-115,-21 13 0,0 0 117,4 0 1,0 1 60,0 0 1,0 0-42,-2 2 0,-1 0-17,-4 0 1,-3 1 5,17-5 101,-20 1-84,-16 5-12,-21-1 256,-17 2-233,-23 0-23,18 4 1,-3 0 30,-12 1 1,0 0-32,14 0 1,1 1 315,-7-1 1,2 0-305,8 0-6,3 0-33,15 0 33,8 0-22,23-1-23,6-1 28,27-1 23,7 0-1733,-19 1 1,-1-1 1704,16-1-60,-19 2 0,-2 0 88,-3 1-6,-4 1 17,-17 2-5,-28 5-34,-44 9-1,7-2 1209,2-1 1,-3-1-1170,16-3 0,0 1 64,-5 1 0,0 1-78,8-1 0,4 1-20,-4 4 1,18-4 5,21-3 16,11-4-4,14-1 954,17-6-964,-9-2 1,2-1 37,16-5-18,-15 2 0,-1-1 23,7-4-6,9-1-50,-5 3-442,-19 6-679,-9 5 1132,-31 13 0,6-6 0,-11 5 0</inkml:trace>
  <inkml:trace contextRef="#ctx0" brushRef="#br0" timeOffset="240056">17155 9539 8618,'9'-1'0,"-2"1"0</inkml:trace>
  <inkml:trace contextRef="#ctx0" brushRef="#br0" timeOffset="242966">23293 9677 8030,'-7'8'2526,"2"-1"-1003,5-7 1451,0 0-2610,0 2-21,0-1 855,0 1-750,2-1 1059,-2-1 313,2 2-1540,0-2-39,-1 1 162,1-1-409,-1 1 23,2 2-17,0-1 6,0 2-1,-1-3-5,-1 1 0,0-1 17,0 1-22,0-2 649,0 2-638,1-2-135,-1 1-45,1-1-1629,1 0 1803,7 1 0,-5 0 0,3 1 0</inkml:trace>
  <inkml:trace contextRef="#ctx0" brushRef="#br0" timeOffset="285857">16228 9799 15518,'-19'-18'998,"29"2"-601,53 14-182,-15 1 1,4 0-896,-12 1 0,2 0 0,3 0 801,3 0 1,3-1 0,1 1 0,0 0-742,-1-1 0,1 0 0,0 0 0,-1 0 653,2 0 1,-1 1 0,1-1 0,1 0 15,6-1 0,1 0 0,1 0 0,-2 0-21,-6 1 0,-1-1 0,1 1 0,2-1-64,-1 1 0,1-1 1,2 1-1,2 0 1,0-1 43,-2 1 0,2 0 1,1-1-1,0 1 1,0 0-1,-3 0-323,5 0 1,-2 0 0,-1 0-1,0 0 1,0 0 319,-3 0 1,1 0 0,-1 0-1,-1-1 1,0 1 3,7 0 1,0 0 0,-3 0 0,-1 0-145,5-1 0,-4 1 0,3 0 137,-8 0 1,3 0 0,0 0 0,-2 0 0,-2 1 0,-2-1 0,1 1 0,-2-1-6,-2 1 0,-2 0 0,0 0 0,1 0-1,3 1 0,1 1 0,-2 0 0,-3-1 2,-2 1 0,-4-1 0,1 1 2,8 1 0,2 1 0,-6 1 682,-8-1 1,-3 1-591,10 0 1,-3 1 148,7 0 2077,-3-1-1904,-35-5 2765,8-4-2747,-6-3 2562,7-7-2742,-2 1-44,2-1-169,-8 5 12,-1 1-51,-6 5-1059,4-1-2094,-4 4 3153,2 0 0,-5 1 0,0 0 0</inkml:trace>
  <inkml:trace contextRef="#ctx0" brushRef="#br0" timeOffset="287173">22386 9688 18599,'6'-4'1429,"10"0"-1194,32 3-45,9 1-109,-25 1 0,3 0-541,4 0 0,2 1 521,8-1 1,2 0-740,9 0 0,3 0 704,-15-1 0,2 0 0,1 0-8,5-1 1,1 1 0,1-1-2,3 0 0,1 0 0,-1 0-553,1 0 1,1-1-1,-2 0 536,-1 0 0,-1 0 0,-1-1 9,-3 1 1,-1-1-1,-2 1-166,-4-1 0,0 1 1,-2-1 173,15-1 0,-3 1-15,-17 0 1,-2 1 249,0-1 0,-3 1-218,-7 0 1372,3 0-1394,-24 2 1906,-7 0-2702,-1 3 996,0 5 0,0-3 1,0 3-1</inkml:trace>
  <inkml:trace contextRef="#ctx0" brushRef="#br0" timeOffset="288974">26298 9722 11941,'-46'-1'1295,"0"0"0,0 0 0,-19 0 0,6 2-850,26 0 1,2 1 349,-25 2 632,15 0-934,17-3-99,14 0-304,15-1 142,10 0-125,15-2 308,14 1-359,13 0-11,6-1-290,-29 2 1,1-2 263,1 0 1,0 0-12,1-2 1,1 1 2,1-2 1,0-1 2,1 0 0,0-1 2,0 0 1,-1-1 2,-1 1 1,-1 0-50,-3 0 1,-2 1 74,21-5-11,-15 4-264,-15 2-2963,-15 4 3193,-12 3 0,1-1 0,-3 2 0</inkml:trace>
  <inkml:trace contextRef="#ctx0" brushRef="#br0" timeOffset="290864">28400 9672 7677,'-61'3'2694,"1"1"0,2-1 1,5 1-1869,17-1 0,2 0-398,0 1 0,1 0 609,-28 4-186,10-2-145,13-2-75,16-1-379,12-2 0,10-1-33,12 0-6,17-4-62,20-2-98,-14 2 0,2-1-493,8 0 0,2-1 465,6 1 0,2 0-8,6-1 0,2 1-544,-18 1 0,1 1 0,0-1 529,3 1 0,0-1 0,0 1-8,0 0 0,1 0 1,-1 0 8,-1 0 1,-1 0 0,-1 0 13,16-1 0,-3 1-194,-11 0 1,-3 0 216,17-2 38,-28 2-240,-20 1-1581,-11 2 1743,-6-1 0,-2 1 0</inkml:trace>
  <inkml:trace contextRef="#ctx0" brushRef="#br0" timeOffset="295847">24034 11057 16062,'12'-41'1623,"-1"0"0,1 0 0,4-15 0,1 4-1145,-4 13 1,0 3 149,9-17-208,-7 18-219,-7 16-173,-1 12 6,-3 16 16,1 16-44,-1 25-1,-3 0-1513,-8 6 1,-2 2 1101,3-24 0,-1 1 406,-2 8 0,-2 9 0,0 0 0,3-11 0,-5 15 0,3-4 0,0 0 0</inkml:trace>
  <inkml:trace contextRef="#ctx0" brushRef="#br0" timeOffset="296274">25170 11026 19738,'10'-62'1314,"1"0"1,-4 7-1,-5 6-916,-17 9-142,-14 13-116,-14 14-33,-14 18-362,25 3 0,0 3 297,-1 5 0,2 3-34,2 3 1,2 2-12,5 2 0,3 1 26,-6 30-23,16-4 0,19-7 30,15-14 14,16-13 29,7-18 11,7-17-28,-27 1 0,0-2 140,-1-4 0,-2-2-73,-1-1 1,-2-1 189,12-23 155,-11 5-188,-10 10-67,-8 10-101,-4 12-95,-2 6-6,-2 14 241,-4 12-257,-3 18-23,-2 17-42,6-22 0,0 1-663,2 5 1,0 1-2,1 1 0,2 1-762,3 1 1,4-1 1495,3 1 0,1-4 0,3 7 0,3-12 0</inkml:trace>
  <inkml:trace contextRef="#ctx0" brushRef="#br0" timeOffset="296690">26003 10919 20554,'5'-56'1236,"-1"0"0,-1 7 0,-7 8-928,-18 14-129,-10 13-67,-5 10-50,-2 15-29,2 11-22,1 14 6,3 12-6,7 6-11,9 2-11,9-3 6,15-8 21,6-10 85,9-15 45,6-13-29,5-21 13,6-12 32,4-17-353,-21 19 0,0-2 294,-1 1 1,-2 0 154,16-22 22,-11 12-62,-10 13-111,-8 11-79,-7 10-28,-7 14 0,-6 10 567,-7 17-618,-1 13-109,13-22 1,1 1-525,1 2 1,4 1-300,3 2 0,4-1-2039,3 0 0,3-2 3022,13 21 0,-5-22 0,-7-17 0</inkml:trace>
  <inkml:trace contextRef="#ctx0" brushRef="#br0" timeOffset="297074">26636 10769 23948,'16'-42'493,"0"0"0,-1 1 0,-5 17-403,-11 33 11,-6 16-6,-8 23-73,4-17 1,-1 2-244,-1 4 0,0 0 238,1 1 0,1-1-1,3-3 1,2-2 0,0 23 159,12-18-14,3-15 57,9-13-79,7-19-51,8-12 40,6-14-11,2-5 22,-5 1 28,-8 5-28,-10 12-62,-8 12 261,-6 9-334,-4 14 18,-2 12-40,1 15 6,4 14-322,3-21 0,2 1 123,5 6 0,2 2-524,4 7 0,1 1-1722,2 7 0,-1 0 1987,-3-4 0,-2-3 1,-5-15-1,-2-4 0,-1 6 1</inkml:trace>
  <inkml:trace contextRef="#ctx0" brushRef="#br0" timeOffset="297914">23584 11820 18464,'-54'1'560,"1"-1"0,-1 0 1,-9 1-1,12-1-78,27 1-85,68-1-271,3 0 0,8 0-1362,-4 0 0,3-1 0,3 1 1317,-6-1 1,2 0-1,2-1 1,3 1-336,-5 0 0,3 0 0,2-1 0,0 1 0,-1-1 0,-4 1 277,10-1 1,-4 0 0,0 1 0,5-1-128,-5 0 1,5 1 0,1-1 0,1 1 0,-3-1 0,-3 1 110,-5 0 1,-3 0 0,-1 0 0,0 0 0,3 0-206,0 0 0,2 0 0,1 0 0,0 0 0,1 0 0,-2 0 202,0-1 1,-1 1 0,0 0-1,0 0 1,1-1 0,1 1-54,-3-1 0,2 1 1,0-1-1,1 0 1,-1 1-1,-3-1 0,-2 0 52,15 0 0,-4 0 0,-1 0 0,2-1 19,0 1 1,2-1 0,1 0 0,-3-1 0,-6 1-16,2-1 1,-7 0-1,2-1 284,6 0 1,1-1-1,-1-2-250,-7-2 0,-2-2 1,-4-1 22,5-5 0,-6-2-33,-6 0 0,-6-2 28,-8-3 0,-4-3 1385,10-23-1377,-13 18 1,-2-2 32,-3 0 1,-3-1 1104,-2 1 1,-3 0-979,-5-8 0,-3 2-93,-4-16-25,-3 17 0,-4 1 2442,-14-13-2492,8 19 1,-3-1 12,-9-9 1,-1-1-45,3 7 0,0 1-26,0 0 1,0 2 16,3 4 1,0 4-3,-17-10 119,16 15 0,-3 1-133,-8 1 0,-2 2-9,0 3 1,0 1-205,-1 2 0,-1 1 210,-7 1 0,-2 0-336,3 2 1,-3 0 340,9 1 1,-3-1-1,-1 1-5,-12-1 0,-2 0 0,1 1 4,6 1 0,2 0 0,0 1-8,1 0 0,1 1 0,1 0 4,2 1 0,1 2 0,1-1-6,-8 1 1,-1 0 5,8 0 0,-1 0 0,0 0-2,0 0 0,1 0 1,-3 0 1,-13-1 0,-3-1 0,0 0 0,6 0 0,0 0 0,0-1-465,1 0 1,-1 0-1,1-1 472,-1-1 1,0 0-1,3-1-2,10 2 1,3 0 0,-3-1-344,-14-2 0,-4-1 0,4 0 334,12 1 0,2 1 0,1 0-155,-1-2 1,1 1 0,4 0 158,6 0 0,2 1 703,-27-5-703,22 5 5,-6 0 1786,0-1-1797,8 2 1,4 1 1404,4 2-1432,8 7 1312,-3 6-1290,-1 25 0,5 12 11,2 7-3,9-17 0,0 2 0,0-1 0,0 5-959,-4 8 0,-1 7 0,-1 1 952,-1-1 1,0 0 0,-1 3-1,0-3 0,-2 3 0,1 0 1,-1-1-620,1-3 1,0-1 0,0 0 0,1-3 609,-2 7 1,0-3-1,1 2-142,4-9 0,-1 2 0,2-1 0,4-2-43,5 5 1,3-3-1,0-2 1,-6 8-1,2-4 1,10-11-1,0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30:01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7757 574 31715,'-12'-40'-3571,"3"18"2378,10 52 603,1 11 235,-1-4 170,-7 25-64,0-21 65,-5 16-809,2-24 1040,2-12 310,4-10 6,1-10-211,2-11-95,0-10 89,0-13-23,3-12-17,3-9 1,4-5-51,4 0 0,1 5-6,4 11-27,2 10-12,4 13-11,2 10 28,2 9-17,1 9-28,-1 10 51,0 11 5,-2 7-28,-6 7-50,-5 1-17,-9-2 56,-4-6-22,-4-9 44,1-10 129,-1-10 17,0-7-101,1-10-5,3-12 22,4-14-45,6-10 6,5-3 50,4 2-78,-5 13 106,5 1-67,-8 19-50,6-1-12,-3 10-11,3 11 1,4 7-18,2 13-123,-1 12-201,-3 8-348,-7 8-700,-6 5-1322,-4-2-6496,1-6 9224,1-16 0,-2-16 0,0-11 0</inkml:trace>
  <inkml:trace contextRef="#ctx0" brushRef="#br0" timeOffset="267">8816 461 18246,'0'-4'5103,"0"0"-3249,0 4-1698,-58-28-26,27 36-94,-10-13 1,2 5-9,3 42-17,9-6-95,6 22-230,16-20-280,12 17-414,17-21-286,16-8-997,11-12-2476,8-7-4343,3-12 9110,-8-3 0,-20 0 0,-15 3 0</inkml:trace>
  <inkml:trace contextRef="#ctx0" brushRef="#br0" timeOffset="851">9027 595 24497,'19'-42'586,"-1"1"1,-2 2-1,-3 11-463,-7 23-100,-3 3 21,0 10 29,1 8-34,1 15-16,-2 12-12,-3 6-39,-5 3 22,-4 4 18,0-21-1,0 0 28,6-27 39,1 0-16,1-13-28,3-9-18,4-13 74,4-15-56,8-9-57,4-6 57,3 2 39,6 0-45,-11 22 39,6-2-73,-9 22-11,4 1 34,3 6-34,7 13 23,-8 0 22,10 18-56,-13 3 28,3 14 34,-8 4-74,-6 2 1,-13-3 39,-6-11-5,-5-11 10,0-12 12,3-11 0,4-11 84,3-23-96,5 5-22,9-24 40,7 15-29,9-8 1,4 5 38,-5 15-38,14-1 16,-10 14 0,14-1-11,-14 9-22,12 11 10,-19 2 12,11 9-156,-2 37-665,-16-7 194,-5-7 0,-2 3-919,-9-9 0,-2-1 1546,-1 2 0,0-2 0,-3 6 0,4-8 0</inkml:trace>
  <inkml:trace contextRef="#ctx0" brushRef="#br0" timeOffset="1060">10373 384 25359,'-34'41'-2458,"0"-1"0,0 1 1,4-5-1,0-1 819,-6 4 1,-2 2-1,6-7 1,1-3 0,23-24-1</inkml:trace>
  <inkml:trace contextRef="#ctx0" brushRef="#br0" timeOffset="1234">9976 492 26290,'48'10'-19,"-1"1"0,3 9 1,-7 7-428,-21 5 1,-3 4-710,1-2 1,2 2 1154,12 13 0,-1-5 0,-10-11 0,16 13 0</inkml:trace>
  <inkml:trace contextRef="#ctx0" brushRef="#br0" timeOffset="7319">10975 465 22666,'1'-38'750,"1"0"1,-5-22-639,-8 55-40,-11 12-27,-1 2-17,-7 8 33,1 1 1,-2 2-537,4-3 1,-1 2 482,-10 8 1,1 2 2,11-6 0,4 1 146,-4 29-180,18-19 12,23 11-241,31-5-165,-18-20 0,2-1-915,11 4 0,2-3-693,-1-6 1,0-2-275,-7-4 0,0-1 2299,4-3 0,-4-1 0,-6-2 0,-1-1 0</inkml:trace>
  <inkml:trace contextRef="#ctx0" brushRef="#br0" timeOffset="7585">11534 376 18151,'-7'0'4134,"1"0"-3608,6 0 258,0 0-778,26-18 5,21 8-597,-9-3 0,4 1 373,4 6 1,2 2-377,-1-1 1,-2 2 22,-11 1 1,-1 0-4962,30 0 5527,-32 4 0,-5-1 0,-15 1 0</inkml:trace>
  <inkml:trace contextRef="#ctx0" brushRef="#br0" timeOffset="7935">11752 399 23635,'-11'39'-215,"0"1"0,0 0 1,3-2-1669,3 25 301,3-30 0,-2-1-1577,-5 30 1109,-5-11 1495,-8-15 1328,-7-12 1327,-6-11 768,-2-7-414,1-3-650,4-3-494,8-3-487,8-2-392,9-1-268,9-2-118,14-1-29,16-1-122,23-2-104,-19 6 0,2 1-623,5-1 1,2-1-196,2 1 0,2-1-2423,1-1 1,-1 0 2817,-5 0 1,-4 0-1,12-3 1,-25 5-1</inkml:trace>
  <inkml:trace contextRef="#ctx0" brushRef="#br0" timeOffset="8251">12342 356 25320,'8'19'39,"1"12"-27,6 30-505,-8-28 1,-1 1 484,-1-1 0,0 0-4,4 25 345,2-13-305,2-18 154,7-16-143,9-21 51,10-17 5,-15 5 0,0-4-154,2-3 1,-1-2 176,1-2 0,-2-1 19,-1 0 0,-1 0-73,-2 4 1,-1 0 36,11-18 386,-7 16-873,-9 15-2555,-2 14 2941,-2 10 0,-4-1 0,-1 0 0</inkml:trace>
  <inkml:trace contextRef="#ctx0" brushRef="#br0" timeOffset="12210">3303 3244 15261,'-50'7'270,"1"1"1,1 0 0,5 1 99,-6 14 100,-3 1-11,0-1-128,5-3-130,8-4-117,10-2-95,11-2 17,8-1 27,7 1 1,2 3 0,5 3 5,1 3 0,4 4 11,0 5 12,1 6-6,0 7-17,-2 5 6,1 4-17,-1 6 0,0 3-3,-4-17 0,0-1-596,1 18 602,-3-14 0,0 1-1,-1-13 1,-1 0-9,1 9 1,-1 2-9,0 1 0,0 0 8,1 0 1,-1 1 8,1-1 0,0 0-6,0 1 1,1-1-495,-1 1 0,1 0 488,0 1 1,0 0 13,0 2 1,0 1 3,-1-8 1,0 2-1,0-2-12,1 2 0,-1 0 14,0-2 1,-1 3-1,1-3 28,-1 3 0,0-1-519,-2 13 0,0 2 530,-1-2 1,0 2 1,-1-13 0,-1 3 0,0-4-44,0 3 1,0 0 8,-1-5 0,0 4 0,0-4 22,0 2 0,0-2 0,-2 12 0,-1 2-3,1-3 1,0 0-23,0-1 0,0-2 19,0 0 1,-1-1 22,-1 1 0,0-1 6,-1 0 0,-1 0-4,-1 1 1,-1-1-17,-1 0 0,-1 0-11,1-1 0,-1 0 13,-3 9 1,1-2-51,5-19 1,1-1 22,-3 14 0,1-2-109,5-19 1,1 0 130,-1 7 0,-1 2 65,1 3 0,0 1-388,2-9 0,2-1 284,0-1 0,1-2 746,1 18-724,10-15 1003,9 3-1115,31-9-431,13-13 40,-27-9 0,3-4-3219,13-5 1,1-3 3365,-10 0 1,-2 0 0,-3 0 0,-4 0-1,9-3 1</inkml:trace>
  <inkml:trace contextRef="#ctx0" brushRef="#br0" timeOffset="16509">3730 13818 24822,'-41'-22'155,"-1"0"0,3 3 0,5 9-111,7 23-4,-3 11-40,-1 8 11,4 4 1,7 0-7,9-7-39,12 8-5,13-11 11,4 4-34,30 4 29,-9-9 33,-10-8 0,-1 0-12,11 7 35,-15-2 44,-13-4-22,-18-1 0,-14-2-17,-12-3-22,-8-4-17,-4-4-91,1-9-463,4-8-1071,9-11-2951,13-5 4587,12 3 0,6 9 0,3 9 0</inkml:trace>
  <inkml:trace contextRef="#ctx0" brushRef="#br0" timeOffset="16735">4096 13787 27494,'-33'49'28,"6"-9"-96,19 2 1,3 6-858,-1-7 0,-1 1 418,-1 12 0,1 2-1042,-1-2 1,2-2-687,1-3 1,2-3 2234,1-8 0,2-3 0,0 2 0,3-15 0</inkml:trace>
  <inkml:trace contextRef="#ctx0" brushRef="#br0" timeOffset="17685">4017 14071 16768,'-3'-3'6519,"1"0"-4956,2 3-1535,-1-13-28,11 13-23,19-10-16,19 14 22,-15-2 1,1 0 7,0-3 1,1 0 10,-1-2 1,-1-3 17,5-3 0,-3-2 19,10-6 106,3-10 91,-32 9 235,-6-9-124,-16 7-179,-6 2 101,-12 8-62,-1 6-56,-9 2-73,0 8-27,0 11-34,11 5-17,5 2-6,13 1-11,7-5-11,14 8-33,7-8 10,14-1 40,-8-12 0,7-4 39,-10-10 89,3-9-27,-13-6 16,-8-6 1,-15 2-46,-2 7 35,-12-2 21,-5 8-78,2 3 23,-17 11-34,16 10-11,-4 4-28,7 11-17,10 2-101,1 23-112,11-2-1683,14 13 1471,5-20-2047,11-13 0,4-2 1822,8-2 107,11-4 0,4-6 161,5-15 491,-18-4 1,-2-4 58,1-11 364,-8-14 521,-9-8-292,-3-1 816,-3-6-972,-9 16 3143,-4 9-3541,-5 11 608,-1 6-753,-8 29-17,0 3-12,-6 25-5,4-12 0,-4 17-22,6-23 0,-2 1-20,1 1 0,-2-1 33,-1 3 1,-1-2 36,-4 3-17,5-19 0,5-26 12,4-16-7,1-22 1,2-18-1198,0 23 0,1 0 1189,0 5 0,0 0-357,5-18 0,1 0 369,-1 21 0,1 0-90,3-12 0,2 2 93,12-9-35,5 12-4,6 13 10,6 11 12,3 17 10,-1 14-10,-6 13-6,-11 10 2081,-13 6-2092,-19 3-62,-18-1 583,-17-1-846,-8-8-492,0-11-727,4-12-3290,11-13 4845,13-8 0,10 0 0,7 0 0</inkml:trace>
  <inkml:trace contextRef="#ctx0" brushRef="#br0" timeOffset="17902">5214 14030 26038,'36'-11'-2316,"-1"1"1,4-1 0,-1 0-2601,2 0 1,-3 0 2619,20-6 1,-20 6-1,-27 8 1</inkml:trace>
  <inkml:trace contextRef="#ctx0" brushRef="#br0" timeOffset="18068">5759 13787 17966,'1'-8'7248,"-1"2"-6038,0 6 162,0 0-1333,-10-15-5,11 26-40,-5 1-311,12 28 1,5 10-774,-4-10 1,0 2 535,-2 2 1,1 4 0,-2-7-1,2 15 1,-4-3 0</inkml:trace>
  <inkml:trace contextRef="#ctx0" brushRef="#br0" timeOffset="18326">3692 14837 20401,'53'-13'9,"0"-1"0,0 1 1,3 1-1,4-1 1,2 1-1,-1 0-336,-1 2 1,0 1-1,1 0 1,3 0 296,-13 2 0,2 0 0,1 0 0,1 1 0,-1 0 1,-1 1-73,6 0 0,0 0 0,-1 2 0,0-1 0,1 1-112,2 1 0,0 0 0,1 0 0,-1 1 0,1 0-252,-1 0 0,1 1 0,-1 1 1,0-1-1,0 0-699,-1 1 0,0-1 0,-1 0 0,0 1 0,-3-1 1144,6 1 0,-2-1 0,-3 1 0,-4 0 0,-3-1 0,-4 1 1,-5-1-1,-7 0 0,0 0 0</inkml:trace>
  <inkml:trace contextRef="#ctx0" brushRef="#br0" timeOffset="19918">7659 13952 20092,'12'-54'1448,"0"0"1,-3 11 0,-2 7-1253,0 4 333,-6 22-518,-1 19 113,0 1-118,-4 39-186,0 2-447,0-12 1,0 2-640,0-3 0,1-1 1266,0 5 0,1-2 0,0 4 0,1-5 0</inkml:trace>
  <inkml:trace contextRef="#ctx0" brushRef="#br0" timeOffset="20275">8069 13408 24217,'-45'-21'414,"-1"0"1,4 3 0,7 13-258,7 38-135,8-1 14,7-2 1,2 1-26,1 12 0,0 19 0,16-21 29,11-13 27,11-12 6,6-16 27,3-14 63,0-12-62,-10-1 352,-2-22-167,-17 12-57,-8-15-72,-16 12-45,-11 8-22,-5 8-101,2 7-135,5 9-246,8 7-638,8 12-1547,13 10 2577,19 15 0,-10-15 0,8 1 0</inkml:trace>
  <inkml:trace contextRef="#ctx0" brushRef="#br0" timeOffset="20501">8461 13721 22475,'-4'-1'3159,"0"0"-2705,4 1-1008,13-53-729,25 37-45,-9-12 0,3 2-3588,8 21 1,1 8 4877,-4-2 0,-4 1 0,8-1 1,-20 3-1</inkml:trace>
  <inkml:trace contextRef="#ctx0" brushRef="#br0" timeOffset="20668">8395 13937 25539,'47'-34'-954,"0"0"0,2 1 0,0 4-1559,-1 9 1,-1 2 1516,-4 2 1,-4 2 0,12-4 0,-23 9 0</inkml:trace>
  <inkml:trace contextRef="#ctx0" brushRef="#br0" timeOffset="20968">9130 13607 17260,'3'-5'6335,"0"1"-2985,-3 4-3149,-64 0-72,37 16-101,-12-6 0,3 3-11,21 28-11,11 1-1,19-2-16,20-4 11,20-8 5,-21-18 1,2-2 5,1-1 1,0-5 13,-2-3 0,-1-5 48,21-12 22,-16-14 39,-17-6 12,-12-5-79,-13 8 107,-22-13-135,-3 21-117,-18-7-454,1 21-1916,-2 10 2448,2 10 0,20-4 0,8 4 0</inkml:trace>
  <inkml:trace contextRef="#ctx0" brushRef="#br0" timeOffset="24235">5241 9060 15928,'-35'-5'1769,"3"2"-1405,19 5-190,2 0 386,0 2-201,6-2-51,-1-1-50,2 0-68,1 0-33,-4 1 16,0 1 7,-3 0-63,2 0-44,2-1-23,3-1-39,2 0 29,1 0 10,2 2 45,0 1 34,4 2 22,3 0 34,4 2 17,5 0 27,8 1-22,10-2-78,11-2-50,13-1-54,-27-3 1,2 0-288,2 0 0,1-1 270,2 0 1,-1 1 2,1-1 0,0 0 11,0-1 1,1 0-15,0-1 1,1 0-9,1 0 0,0-2 0,2 1 0,1 0-9,1-1 1,0 2-12,2-1 1,-1 2 10,1-1 1,-2 2-6,0-1 0,-2 1-6,-1 1 1,-2-1 10,-1 1 1,-2 1 5,-1 0 0,0 0 11,-2 0 1,-1 1-94,-1-1 1,-1 0 95,-1-1 0,1 0-14,-1 0 1,1-1-1,-1 0 0,2-1-6,0 0 1,1 0 5,1 0 1,0-1-489,1 0 1,-1 1 490,21-2-271,-14 1 1,-1-1 248,19-1 11,-17 2 0,1-2-1,-7 2 1,-2-1-3,-1 1 0,0-1 150,-2 0 0,1 1-141,27-3 5,-4 2 22,-3 0 1,-3 0-12,2-1-6,3-1-5,4-1 0,1-1 0,-1-1-5,-4 2-18,-7 0 7,-9 3 150,-11 1-448,-12 1 125,-7 1 189,-5 0 0,-4 0 0,1 0 0</inkml:trace>
  <inkml:trace contextRef="#ctx0" brushRef="#br0" timeOffset="25743">7590 9074 18268,'22'-10'1485,"4"3"-914,1 8-307,1 0 267,35-1-335,0-6-1234,-14 3 1,4-1 1076,-1-2 1,1 0-26,5 0 0,-1 0-14,-10 1 0,-2 0 5,-4 1 1,4 1 22,14-1 0,9 0 0,-9 0-17,-15 2 0,0 1-9,16-3 0,6 1 0,-14 1 696,-10 5-659,-11 0 401,-11 1-255,-10-1 101,-6-2-124,-3 0 1381,0-1-1459,1 0-140,2-2-258,4-1-980,4-2-8537,5-1 9393,-3 1 0,-3 2 0,-7 2 0</inkml:trace>
  <inkml:trace contextRef="#ctx0" brushRef="#br0" timeOffset="27343">7566 951 21504,'-4'0'4978,"1"0"1307,3 0-6357,-34-2-1360,25 3 848,-25 0 277,35 5-766,3 3-819,3 2 48,4 2 596,3-1 324,5 0 306,5-1-44,11-2 63,20-4 617,-18-4 0,3-2-674,11-2 0,4-1 652,-13 1 1,1-1 0,1 0-49,4 0 0,2-1 0,-1 0-1,3 0 1,0 0-1,0 1 22,1-1 0,0 1 0,0 0-502,-1-1 1,1 1 0,-2 0 481,0 0 0,0 1 0,-1 0 53,-2 0 0,0 0 0,-1 0 1,-3 0 1,0 1 0,-3 0-1,7 0 0,-2-1-3,3 1 0,-3 0-84,-8 1 1,-1 0 91,-3 1 1,0-1 7,24 0-16,-32 1 79,-8 0-18,-12 0 1122,-1 0-1194,-5 0 1477,1 0-2350,3 0 884,9 0 0,-6 0 0,4 0 0</inkml:trace>
  <inkml:trace contextRef="#ctx0" brushRef="#br0" timeOffset="28577">9965 960 12275,'-17'-2'1373,"1"0"-718,9 2 151,-3 2 74,-3-2-129,0 2-119,1-2-16,4 0-28,2 0-189,4 0-203,1 0-140,8 0-17,-1 0 39,11 0-50,-7 0 23,9 0-6,-2 0-6,10 0 11,8 0 1,8 0-18,10-3-22,10 0-308,-29 1 0,2 0 297,1 0 0,0 0 2,2 1 1,0 0 0,0 0 0,0 0-12,1 1 1,0 0-3,-1 0 0,1 0 5,-1 0 0,1 0 3,0 0 1,-1 1-4,2 0 1,0 1-9,1-1 0,1 2-3,0-1 0,1 1 11,0 0 1,-1-1 5,0 1 0,-1-1 2,-2 0 1,0-1 5,-3 1 1,0-2 2,1 1 1,-1-1 49,17 0-22,-10-1 45,-14-1-22,-11-2-6,7-3-39,-2 0-28,6-1 5,-10 3-50,6 1-118,-12 2 58,2 1 116,0 3 0,-8-2 0,-1 2 0</inkml:trace>
  <inkml:trace contextRef="#ctx0" brushRef="#br0" timeOffset="29501">12452 978 29697,'-38'-6'-2200,"7"1"1311,26 5 582,1 0-303,2 1 412,8 0-22,7 0 51,12 0-985,9-3 728,8-1-37,5-2-90,1 0 261,-1-1-254,-5 3-18,-9 1-9267,5 4 9222,-23 0 1,4 2 0,-16-3 0</inkml:trace>
  <inkml:trace contextRef="#ctx0" brushRef="#br0" timeOffset="36026">9491 9054 19949,'-23'-5'543,"6"2"-201,23 5 67,8 0-73,9 0-84,11-1-51,11-4-26,9-3-131,-23 1 1,1 0-31,3-1 0,0 0-231,3 0 0,0 0 219,2 0 1,-1 0-37,1 1 1,0 1-119,-2 1 1,-1 0-440,-2 1 0,-2 1 591,28 2 0,-30 0 0,-8 1 0</inkml:trace>
  <inkml:trace contextRef="#ctx0" brushRef="#br0" timeOffset="37617">10726 8991 12941,'-48'-1'676,"0"0"0,5 0 0,6 2 1145,12 6-1502,11-3 1001,-1 1-614,11-3-301,-1 0-63,4-2 604,1 0-772,9 0-101,-2 0 117,31 0-117,1 0-34,11 0 8,-9-1 1,0 0-29,-8 1 1,0-1-14,5 0 0,3-1 2,6 0 0,-2 0 9,17 0-892,-19 0 0,-2 0 892,7-1-615,3 0 598,-31 2 28,11-2-95,-23 2-235,2-1-790,0 1-3996,6 1 5088,2 0 0,-5 0 0,-4 0 0</inkml:trace>
  <inkml:trace contextRef="#ctx0" brushRef="#br0" timeOffset="39267">11735 9080 8377,'-5'0'4252,"2"1"850,3-1-4559,-11-5-112,5 3-38,-9-4-23,8 4-46,0 2-38,3-1-45,1 1 296,3 0-458,6 0-12,2 0 11,8 0 1,3-1-7,6 1-10,5-1-28,6 0 5,4 1 11,4 0-11,2 0-11,2 0-28,0-1 17,0 0 6,1 0-23,2 0 22,1 1-11,-1 0-5,-4 1-1,-6 0-5,-6 1 0,-4-1-5,-1 2 16,1-2 23,3 1-34,5-1 0,5 0 0,6-1 5,6 1 6,4-1-5,0 2-12,-2 0-5,-7 0 17,-6 0 5,-7 0-11,-4-1 28,0 0-6,2-2-10,5-1 16,7-1-28,6-1-347,5 1 330,1 2 17,-3 0 23,-6 1-120,-7 0 108,-7 0-16,-5 0 10,-2 0 40,3 0-34,6 0-22,9 0 5,6 0 18,4 0-7,-4 0-5,-8 0 361,-11 0-316,-12 0 76,-8-1-81,-4 0-46,0-1-5,11-1 5,-4 2 17,13 0 17,-3 1-39,8 0 0,-1 1 28,-1 2-23,-15-1 6,-2 1 11,-13-2-5,-1 0 84,-2 0-68,0-1-61,0 1-280,3-1-1960,-1 1 2279,1 0 0,-2 1 0,-1-1 0</inkml:trace>
  <inkml:trace contextRef="#ctx0" brushRef="#br0" timeOffset="48333">10212 14057 20632,'1'-4'3697,"0"0"-3047,-1 4-645,13-15-33,-10 22-1495,-9 32 1523,-10-2 0,-2 2 0,4-6 0,1-1 0,-16 21 0</inkml:trace>
  <inkml:trace contextRef="#ctx0" brushRef="#br0" timeOffset="49693">11185 13919 19003,'15'-61'1844,"0"1"1,-3 5-1,0 4-1542,-4 13 1,-1 4 106,3-17-173,-5 19-197,-1 16-67,-2 15 50,-2 16-11,-3 19-16,-5 22-54,0-20 0,0 2-677,-3 5 0,-1 2-709,0 1 0,1 1 1445,2 3 0,1-3 0,-1 6 0,6-10 0</inkml:trace>
  <inkml:trace contextRef="#ctx0" brushRef="#br0" timeOffset="50677">11730 13716 21920,'-10'-39'655,"1"0"1,1 3 0,-3 11-522,-8 28-39,-1 11-5,-2 16-34,-1 13-28,3 10-17,4 6-11,8-2-11,8-9 11,9-10 11,9-12 0,2-13 23,19-10 5,-8-14 0,15-10 28,-11-11 45,-7-7 51,-9-4 44,-9-1 34,-14 2 17,-9 4 0,-8 5-12,0 6-39,4 5-106,8 7-79,7 5-10,12 2-12,12 4 5,14 1-5,14 2 0,11 0 3,-27 2 0,0 0-157,1 1 1,-1 1 131,25 7 16,-20 1 0,-13 18 6,-26-1 6,-10 18 5,-15 0-11,-2 1 0,3-2-5,10-5-1,10-9 313,15-5-318,11-10-1,13-6 18,8-10 0,3-11 10,0-10 7,-7-10 10,-9-6 40,-9-3 6,-11 0 5,-14 4-12,-11 1-10,-11 5 5,-6 2 0,2 5 6,6 7-34,11 6-44,7 5-6,5 3 11,11 2-12,7 0 12,15 0 0,6 0 12,6 1-12,3-1 11,1 0-11,-1 0 0,-3 1-6,-6 2-11,-8 5 12,-11 5-1,-9 11 1,-15 8 16,-10 8-11,-8 4-11,2-2-6,7-4 11,11-8 17,11-8-11,10-9 6,11-8 0,6-10 10,5-8 1,0-13-17,-3-7 28,-6-10 6,-8-5 50,-10 0 61,-16 4-16,-15 5-34,-16 9 1,-10 7-35,-3 9-38,5 8-46,7 6-5,10 8-78,7 8-365,8 10-1141,5 7-4012,15 6 5624,6-5 0,-1-12 0,-3-10 0</inkml:trace>
  <inkml:trace contextRef="#ctx0" brushRef="#br0" timeOffset="50950">13352 13631 22358,'3'-5'3534,"-1"1"-2173,-2 4-1305,-15-36 17,-29 55-34,-8-26-221,21 26 1,3 8 186,3-4 1,5 2-17,2 13 89,7 8-61,26-5-28,18-7-45,18-5-245,-20-17 1,2-2 25,2 0 1,0-2-609,2-1 1,1-1-3112,1-1 1,-1-1 3993,-5-1 0,-2-1 0,9 1 0,-18-2 0</inkml:trace>
  <inkml:trace contextRef="#ctx0" brushRef="#br0" timeOffset="56810">17224 9003 7531,'-7'0'6324,"1"0"-4543,6 0-151,0 0-1143,-26 0-263,19 0-112,-18 0 0,26 0 11,2 0 12,2 0 72,1 0 119,6 2 105,6 1-6,10 1-61,11-2-84,15 0-185,-21-2 1,1 0-32,4-1 0,0 0-28,3-1 1,1 1-254,1-1 1,0-1 246,0 1 1,0 1-9,-1 0 1,1 0-4,0 0 1,-1 1-343,-1 0 0,1 0 339,0 0 1,0 0-9,2 0 1,0 0-1,0 0 1,1 0 5,1 0 0,-1 0-17,0 0 0,-1 0 11,-1 0 1,0 0-18,-3 0 1,-1 0-171,-1 0 1,-1 0 181,-2 0 0,0 0 5,-1 0 1,0 1-9,0-1 0,-1 0 5,3 1 1,0-1-1,0 0 1,2 1 2,0-1 1,1 0-12,-1 0 0,0 0 0,0 1 1,-1-1 10,-2 0 0,0 1-8,-2-1 0,1 0 0,27 0 12,-2 1 4,-2-1-16,1 1 0,3-1 6,2-2-6,-2 0-6,-3-2-87,-5 0 104,-7-2 6,-8 2 445,-8-2-451,-8 3 693,-5 0-693,-5 1 349,-1 0-355,0 0 141,0-2-124,3 1 6,-3-1-6,-2 1 57,-4 2-68,-4 0-1423,1 0 1,-2 1 0</inkml:trace>
  <inkml:trace contextRef="#ctx0" brushRef="#br0" timeOffset="59794">13445 13566 8522,'3'2'4829,"-1"-1"3068,-2-1-6966,18-38-164,-13 28-230,13-28-262,-21 37-141,-13 10-67,-9 3-27,-6 4 44,-13 7 0,3-1 16,-12 7-10,21-10 0,0-1 22,-21 13-51,4-2 62,9-7-16,15-9-1,-1 1 34,10-6-89,8-4 55,5-3 511,3-1-601,7 0 7,0 1-1,14 3-5,1 2 5,11 4-22,-6-1-5,16 6 5,-2-1-3,-5-3 0,2 0-423,-2-2 0,2-1-6,10 1 1,0-2-143,-14-3 0,0-1 574,17-1 0,-5-1 0,-11 0 0,15-1 0</inkml:trace>
  <inkml:trace contextRef="#ctx0" brushRef="#br0" timeOffset="60534">14247 13563 19546,'6'-58'1784,"0"-1"1,-1 7 0,-1 7-1073,-4 13-309,-2 13-246,0 9-135,-2 11-22,0 13-5,-3 16-18,-3 18 17,3-17 1,0 2-272,0 3 0,-1 2 47,0 3 1,0 0-463,2 1 0,2 1-734,0-2 1,4-1-2558,4-4 1,2-2 3569,7 16 1,0-23 0,-5-15 0</inkml:trace>
  <inkml:trace contextRef="#ctx0" brushRef="#br0" timeOffset="61227">14732 13475 17535,'0'-6'5506,"0"2"-3955,0 4-1383,-63-31-78,35 34-60,-11-13 1,1 6-8,14 36-12,5 5-5,7 4-1,6-2 6,13-3-11,8-6 0,16-8 12,10-8 4,10-10-21,6-11-244,2-8 277,-6-11 16,-10-7 35,-14-3 22,-14-1 11,-12 3-5,-13 4-7,-8 5 40,-7 3 28,2 5 210,5 5-333,8 5-34,8 3 1,11 3 4,8 0-16,12 2 0,7 2 6,6 1-17,2 2-6,1 0 6,-6 2 11,-7 1 0,-9 5 0,-9 4 0,-7 9 11,-6 5-11,-7 7-11,-1 2 0,2-2-17,6-4 16,12-4 7,12-7-12,12-8 17,3-11 11,1-14 0,-5-9 6,-6-13-6,-7-8 23,-7-8 0,-8-6 22,-5 0 50,-9 5 6,-6 9-11,-13 9-28,-9 10-34,-10 9-34,-4 8-5,0 9-33,9 7-96,13 9-705,13 6-3200,17 5 4034,7-3 0,-1-10 0,-1-10 0</inkml:trace>
  <inkml:trace contextRef="#ctx0" brushRef="#br0" timeOffset="61434">16211 13342 25225,'-49'14'31,"0"1"1,1 3 0,5 5-94,15 7 1,4 5-1700,-5 3 0,0 2 8,1 2 0,0 2 1753,0 2 0,2-2 0,-3 7 0,8-11 0</inkml:trace>
  <inkml:trace contextRef="#ctx0" brushRef="#br0" timeOffset="61617">15758 13558 23075,'5'-45'834,"0"0"1,-1 4-1,1 12-733,-1 27-67,8 13 5,12 13-22,14 18-51,-12-13 1,2 2-715,6 5 1,3 1-1712,7 6 0,2-1 1932,-1-3 0,-3-3 0,-10-10 0,-4-3 0,7 4 0</inkml:trace>
  <inkml:trace contextRef="#ctx0" brushRef="#br0" timeOffset="62950">4362 8857 13877,'1'-4'5535,"0"1"-3268,-1 3-1795,25-54-103,-19 41-190,11-35-128,-33 61-29,-17 9-16,-16 9-15,18-12 1,-2 0-176,-3 1 0,0 0 201,-1-1 0,0-1-3,3-2 0,2-3 36,-21 5 34,15-9 11,15-6-44,12-2-85,7-1-123,3 0 191,3 5 407,0 6-346,0 11 17,0 12-56,-2-1 39,-2 1 0,-3 2 45,-3 25-560,0-14 1,0 3 483,1-4 1,-1-1-9,0 4 0,1 0 0,0 0 0,1-1 5,1-2 1,0-1-188,2-5 1,2-2 136,3-5 1,4-2 4,10 19 7,15-16-68,13-13-728,15-15-3698,-20-10 0,0-4 4471,0-1 0,-2-2 0,14-6 0,-20 5 0</inkml:trace>
  <inkml:trace contextRef="#ctx0" brushRef="#br0" timeOffset="64284">6002 11116 14191,'-42'1'1572,"-1"-1"1,0 1-1,-12 0 1,8-1-414,20 0-1036,15 0 23,15 0-45,5 0 96,20 0-69,12 0-55,0 0 0,3 0-48,-12 0 0,2 0-878,8 0 1,5 0-1,-6 0 881,19 0-3,-4 0 1,1 0-4,-24 0 1,0 0-12,10 0 0,0 0-162,15 0-1860,-9 1-2263,-29 1 3681,-8 0 1,-8 1-1,-1-2 1</inkml:trace>
  <inkml:trace contextRef="#ctx0" brushRef="#br0" timeOffset="67518">7347 11062 8287,'-6'1'6402,"1"1"-901,5-2-4740,-67 15-217,44-11-360,-16 5 1,3 0 79,23-8-85,3 2-78,5-3-62,3 1-67,2-1 79,6 0 72,9 0-67,15-2-11,14-2-17,12-2-308,-23 1 0,0 1 294,1-1 0,0 1 3,3-2 0,-2 1 0,10-2 117,-5 1 152,-32 5-79,-5 0-168,-14 1-17,-12 2-5,-14 3 565,-12 4-559,-6 4-1,-3 3-253,-1-1 259,3-1-22,7-2-1,10-4-16,16-2-23,11-3-16,9-3 84,25-1-23,7-6 6,27-4-1,4-4-104,-27 7 0,0 0 88,0 1 0,-2 1-23,22-4 46,-17 5 33,-18 3-17,-21 4-17,-17 3-5,-20 5-6,-16 3-3,25-5 1,-1 0-15,-29 7-139,16-4 9,20-4-3683,31-3 3819,15-3 0,-1 0 0,-3-1 0</inkml:trace>
  <inkml:trace contextRef="#ctx0" brushRef="#br0" timeOffset="69385">8189 11152 10966,'-49'6'924,"0"0"0,8-1 0,8 0 545,19-3-1273,11 0 501,3-1-495,0 0 469,2 2-212,1-1 1173,6 4-999,5-1-84,9 2-23,10 0-106,13-1-145,16 0-795,-5-3 623,-2-1 1,2-2-656,-11 1 0,2-1 563,-2 0 0,4 0 0,-3-1 3,2 1 0,1-1 10,2 0 1,4 0-1,-3-1-16,5 1 1,1-1-499,-2 1 0,3-1 0,-2 1 490,-8 0 0,-2 1 0,0-1 3,2 1 1,0 0 0,-2 0 1,10-1 1,1 1-4,-3 1 0,4 0 0,-4 1-5,3 0 0,1 1 3,-6-1 0,5 1 0,-3 0-301,-11-1 0,-2 1 0,1 0 310,-1 0 0,1 0 1,-2 0-13,8 0 0,1 0 7,-1 0 0,4 1 0,-2-2-2,3 1 1,2-1-3,-4 0 0,5 0 0,-2 0-191,-9-1 1,-2-1 0,0 1 192,2-1 0,-1 0 0,1 0 2,1 0 0,0 0 0,-1 0-6,2 0 0,0-1 0,1 1 2,0-1 0,1 0 0,-1 1-113,2-1 0,-1 0 0,1 0 115,0 0 0,0 0 0,0 0 5,-1 0 1,0 0 0,1 0-10,-2-1 0,1 1 0,-3-1 8,8 0 0,1 0-6,-7-1 0,4 0 0,-4 0 191,0-1 1,0 1-185,-4-1 1,3 1 0,-3-1 123,7 0 0,-2 0-131,-3 0 0,-1-1 11,-2 2 0,-1-1-11,-2 0 0,0 0 8,-3 0 1,0 0 454,-4 1 1,-1-1-459,23-3 1496,-16 2-1406,-18 1 907,-12 2-3254,-14 0 2472,-4 1 0,-1 1 1,2 0-1</inkml:trace>
  <inkml:trace contextRef="#ctx0" brushRef="#br0" timeOffset="71927">3857 15753 23657,'2'-34'19,"0"1"1,8-13-20,9 65-22,2 13-6,0 10-23,-7 12-522,-9 5 562,-13 2 119,-9-10 43,-7-13 163,0-19 5,2-17-84,7-17-73,6-16-50,9-11-33,12-7-57,10-2-39,13 3-89,10 4-11,-19 23 1,2 3-472,4 2 0,1 1-838,3 1 0,0 2-3490,4 2 1,-1 1 4711,-3 3 0,-3 0 0,10 1 0,-19 3 0</inkml:trace>
  <inkml:trace contextRef="#ctx0" brushRef="#br0" timeOffset="72493">4498 15680 15339,'-3'3'6363,"1"-1"-4251,2-2-1530,-14 27-324,29-33-113,1 12 1,34-42-45,-23 14 0,-1-1-91,-1-1 1,-1-1 118,-4 0 0,-1 0 123,6-21 11,-10 8-78,-14 10-90,-11 9-56,-11 6-11,-9 7 231,-9 9-253,-2 10-12,2 12 23,5 12-34,9 7-8,16-12 0,2-1 14,-1 13-23,10 19-16,10-24-23,13 7 0,14-8 45,11-13 6,11-14-199,-28-13 1,0-4 223,1-3 0,0-5-3,-1-3 0,-1-4 33,-2-1 1,-3-3 10,-3 0 1,-3-1 62,7-28 1,-14 3 82,-13 2 6,-11 8-17,-5 5-44,-3 8-23,4 7-67,5 8 420,6 6-442,2 5 45,6 10-79,11 19-17,3 8-6,2 6-61,-6 8-112,-8-5-56,-5 11-353,-20 6-241,-6-17 134,-6-7-3590,-2-21 4313,15-11 0,2-4 0,9-1 0</inkml:trace>
  <inkml:trace contextRef="#ctx0" brushRef="#br0" timeOffset="72760">5729 15413 20817,'-6'-2'3904,"1"0"-2537,5 2-1384,-25-44-22,41 28-202,6-34-196,37 43 31,-24 8 0,-1 1-210,7 4-1311,-1 14-5903,-17 16 7830,-6-3 0,-8-2 0,-9-16 0</inkml:trace>
  <inkml:trace contextRef="#ctx0" brushRef="#br0" timeOffset="72910">5706 15722 23293,'-40'20'899,"1"0"0,-13 4-888,77-38-129,29-10-159,-16 8 0,3 1-1440,12-3 1,1 2 1077,-8 2 0,2 1-1841,-4 2 1,2 1 0,-2 1 2479,5 0 0,-4 1 0,16-4 0,-39 9 0</inkml:trace>
  <inkml:trace contextRef="#ctx0" brushRef="#br0" timeOffset="73327">7393 15547 21175,'3'-45'1378,"0"-1"0,0-4 0,-1 6-1058,-1 17 352,0-14-476,-1 29-202,0-1-50,0 14 39,0 13 12,2 14-18,-1 20-47,0-16 0,-1 1-489,-1 6 0,-2 0-436,2 3 1,-1 1-1801,-1 2 0,1-3-233,2-8 1,2-1 3027,1 1 0,2-4 0,1-7 0,1-2 0</inkml:trace>
  <inkml:trace contextRef="#ctx0" brushRef="#br0" timeOffset="74310">7865 15643 17814,'19'-60'1419,"0"0"0,-3 6 0,-4 8-736,-8 7 672,-10 13-1159,-5 11 216,-9 8-367,-6 13 163,-8 9-197,-4 14-6,-2 11 1,6 9 0,9 3-6,11-1-34,14-6 17,13-8 531,14-8-537,12-11 12,11-8 6,5-15-263,2-9 291,-4-11 16,-8-7 22,-14-6-5,-14-4 17,-15-2-22,-13 1 21,-10 3 35,-8 7 16,1 6 324,5 7-352,9 5-67,10 4-17,13 3-22,12 0 28,15 2-23,10 1-11,6 5 23,2 5-12,-1 7-11,-9 8-5,-8 8 16,-14 5 6,-9 7-22,-8 4 39,-4 2-23,-1-3 12,1-6-1,3-8-49,5-7 44,5-6-17,4-6-34,1-5 18,3-5-12,3-7 45,4-7-6,7-10-44,7-9 16,6-7-160,-26 18 1,0 1 204,15-20 23,-17 7-40,-20 8 1,-19 5-18,-16 5 23,-11 4 11,-9 3 6,-1 4 11,5 2-50,10 3 5,13 0-22,13 0 365,11 0-349,25 2 1,7-1 39,29 1-23,-27-3 0,2 0-259,5 0 1,0-1 261,3 0 0,0-1 3,1 1 0,0 0 19,-3 0 1,-1 1-23,-4 0 1,-2 1 2,19 5 0,-15 4-17,-14 7 28,-12 7-45,-5 9 40,-8 9 557,-2 3-557,0 0 16,0-6-33,9-6 22,11-7-5,13-6-12,12-6 18,9-7-12,3-12 61,0-10-5,-13-4 56,-15-5 0,-3-3 151,-3-18-148,-7 12 0,-6 0 19,-23-18-83,-25 10-360,8 27 1,-5 4-1583,-9 3 1,-1 4 1241,1 4 1,2 1 0,-15 2 0,26 2 0</inkml:trace>
  <inkml:trace contextRef="#ctx0" brushRef="#br0" timeOffset="76792">2988 16965 24010,'-38'-20'110,"-1"0"0,2 2 0,5 10-76,11 24-23,1 7 6,8 4-34,10 8 28,6-10 12,9 11-46,4-12 51,9 10-5,16 9-35,-12-14 18,-6-7 0,-1-1-6,-7-5 61,5 10 46,-22-12 55,-18 9-106,-11-6-28,-21 3-28,11-11-118,-12-4-565,14-6-6245,-3-9 6928,17-1 0,12-1 0,11 7 0</inkml:trace>
  <inkml:trace contextRef="#ctx0" brushRef="#br0" timeOffset="77026">3627 16878 21086,'0'-4'3573,"0"1"-1679,0 3-1883,-21-9-5,14 20-29,-19 18-16,17 10 0,3 7-143,-3 3 0,0 3-763,2-10 0,-1 2 1,1-1-1355,-2 13 0,2-2-603,1-12 1,2-2 2901,2-1 0,0-6 0,1-9 0,1-4 0</inkml:trace>
  <inkml:trace contextRef="#ctx0" brushRef="#br0" timeOffset="77951">3461 17252 15698,'-2'-7'6934,"1"2"-6402,1 5 118,0 0-505,4-65-105,15 42-26,-4-14 0,5 2 8,37 24-22,-3 4-145,-16 3 1,3 2 116,3-1 0,1 1-255,0 0 1,-1-1 276,3 0 1,-4 0 55,6-2 12,-22 0 44,-34 2 28,-13 5 85,-22 6 83,4 6-145,8 0 409,0 7-442,18-8 534,-1 5-580,15-6-28,7-5 23,9-2-50,3-3-18,26-10 40,-9-4-28,16-13 84,-18-3 44,-15-7 6,-12-3-16,-16 1-12,-9 3 34,-11 8-56,-5 7-29,-2 10-38,2 7-34,3 11 11,4 8 0,3 9-16,6 11 5,5 7-56,6 10-123,8 7-342,2-29 1,4 0 16,3 1 0,4-3-303,5-2 1,4-3-205,2-4 1,3-4 430,1-6 0,1-3 211,26-6 458,-10-15 427,-11-13 402,-10-6 141,-11-3 506,-5 1-674,-5 6-510,-3 9 784,-1 3-868,-1 11-185,0 3 0,-1 12-22,-1 9-23,0 16-61,-1 11-12,1 12 0,1-26 1,-1 2-159,-1 4 0,-2 0 144,-1 4 1,-3 1-1,-1 0 0,-1 0 17,-2-5 1,0-3-4,-7 12-11,6-29-5,6-32 22,4-21 50,1-23-36,4 18 0,1-2-447,1-7 1,2-2 482,3-6 1,3 1-393,2-1 1,2 1 366,0 5 1,3 2-1,-2 7 0,2 3-91,-2 7 1,1 2 76,16-14-16,0 15 33,0 11-17,2 10-11,0 10 821,0 11-827,-5 13 1076,-10 13-1104,-15 8 17,-23 6 9,0-24 0,-5-1-220,-5 0 1,-3-2 109,-2-1 1,-1-1-217,0-4 1,1-3-1527,-27 5-5841,12-15 7701,17-15 0,15 2 0,10-2 0</inkml:trace>
  <inkml:trace contextRef="#ctx0" brushRef="#br0" timeOffset="78169">4632 17133 22836,'45'-20'-1229,"0"1"0,0 0 0,0 0 0,-1 0 1,-10 5-1,-8 5 0,0 0 0</inkml:trace>
  <inkml:trace contextRef="#ctx0" brushRef="#br0" timeOffset="78551">5214 16964 25354,'4'-49'119,"-1"1"1,1 3 0,6 8-64,22 13-28,6 7-62,1 7 40,1 13-23,-4 14 17,-7 16 6,-12 17-23,-14-19 0,-6 2-279,-6 4 0,-4 0 285,-6 1 0,-3 0 11,-4 0 0,-1-2-3,0-3 0,0-3-6,3-5 1,1-2 42,-12 10 50,11-15-11,13-14-34,11-13-17,15-8-33,12-6-73,16 1-112,11 3 147,-22 12 0,2 1-623,3 2 0,-1 1-722,25 0-1917,-23 5 1,-2 2 2479,11 2 0,-8 2 1,-19-3-1</inkml:trace>
  <inkml:trace contextRef="#ctx0" brushRef="#br0" timeOffset="78809">3032 18134 16840,'-44'6'1271,"1"0"1,0 1-1,-8 2 1,11-5-717,22-9 151,64-15-407,3 3 1,10-2-2053,-4 3 1,5 0 0,4 1 1823,-6 1 0,2 1 1,3 0-1,1 0-41,-7 3 0,3 0 1,0 0-1,1 0 0,1 1-194,-6 2 0,0 0 1,1 1-1,0-1 1,1 2-1,0-1 166,3 1 1,1 0 0,0 1 0,0 0 0,1 0 0,-1 1-77,-7 1 0,1-1 0,-1 1 0,1 1 0,-1-1 0,1 1 0,-1-1-114,1 1 0,-1 0 0,1 1 0,-1-1 0,0 1 0,0-1 0,0 1-1450,7 0 1,0-1-1,0 1 1,-2 0-1,0 0 1,-2 0 1637,2 0 0,-1 0 0,-1 0 0,-4 0 0,-3 0 0,10 0 0,-6 0 0,-6 0 0,-9 0 0,0 0 0</inkml:trace>
  <inkml:trace contextRef="#ctx0" brushRef="#br0" timeOffset="79968">6794 17638 18313,'1'-7'5445,"-1"1"-4967,6-26 1,1-7 239,0 6-573,0-8 1,0 2 408,-2 13-352,-4 17-157,1 0 0,-1 13-6,-3 11-34,-1 4-16,-8 24-132,0-11 1,-2 3-391,0 2 1,-1 1-2135,-2 8 1,1 0-3081,-1 13 5747,7-6 0,8-34 0,1-2 0</inkml:trace>
  <inkml:trace contextRef="#ctx0" brushRef="#br0" timeOffset="80335">7220 17199 21220,'-24'-54'1277,"-1"-1"0,2 7 0,0 8-941,-7 10-195,2 16-124,9 8 11,-1 16 0,2 20 5,0 6-27,2 15-6,10-11 0,7-11-6,21-2 34,10-18 6,21-8-6,1-15-982,-3-12 1010,-17 2 230,-7-16-157,-20 18-113,-13-21 46,-4 27 28,-33-11-90,9 21 28,-17 2-56,14 14 853,11 7-1559,13 8-986,19 6-3999,17 3 4871,8-4 0,-6-11 0,-8-9 0</inkml:trace>
  <inkml:trace contextRef="#ctx0" brushRef="#br0" timeOffset="80568">7658 17354 22694,'-9'0'2795,"3"0"-2515,6 0-207,0 0-73,-15-65-34,37 38-8,-12-12 0,5 2-410,19 23 0,6 8 93,2-1 1,0 1-314,2 1 0,-1 2-653,-2 3 0,-2 4-2778,-4 2 1,-4 3 4102,13 11 0,-21-5 0,-15-4 0</inkml:trace>
  <inkml:trace contextRef="#ctx0" brushRef="#br0" timeOffset="80725">7857 17496 23562,'-39'14'806,"1"0"1,-13 3-824,77-36-101,24-6-106,-16 10 0,2 0-952,7 0 0,2 0-59,3-1 0,1 2-3022,2 1 1,0 0 3987,-5 2 1,-5 2 0,13-2 0,-25 6 0</inkml:trace>
  <inkml:trace contextRef="#ctx0" brushRef="#br0" timeOffset="80901">8719 17140 23517,'0'-3'3260,"0"0"-2314,0 3-923,-24 3-12,7 27 34,-21 17-129,24-10 0,2 5-1055,-1 4 1,1 1 1138,0 10 0,1-4 0,-2 8 0,5-3 0</inkml:trace>
  <inkml:trace contextRef="#ctx0" brushRef="#br0" timeOffset="81692">9329 17701 22274,'-1'-9'1641,"1"2"-381,0 7-761,0 0-477,-2 22-190,-13 9-1776,-5 6 0,-4 2 1944,2-9 0,0-2 0,-1 0 0,3-4 0,0-3 0</inkml:trace>
  <inkml:trace contextRef="#ctx0" brushRef="#br0" timeOffset="82209">10620 17364 23091,'7'-58'1038,"0"0"0,0 7 1,-2 8-787,-4 22-146,0 16-44,-1 16-12,-1 27-11,-5 15-50,-2-7 0,-3 3-337,-1-4 1,-1 0-3128,-5 9 0,-1-1 3475,5-15 0,0-3 0,-3 10 0,8-21 0</inkml:trace>
  <inkml:trace contextRef="#ctx0" brushRef="#br0" timeOffset="82942">11359 17237 23898,'17'-46'556,"0"0"1,-2 5-1,-3 10-354,-9 23-101,-2 8 27,-6 9-55,-10 14-22,-16 19-37,6-13 0,-3 1-463,-6 6 1,-2 0 470,-3 2 1,0-1-12,7-9 0,2 0 0,-4 4 1,4-2-12,7-3-23,6 3 12,39-24-39,23-13-88,-12 2 1,3-1-684,6-2 0,3 0-274,4 0 0,3 0-2345,4 0 1,-1 1 3439,-4 1 0,-4 0 0,16-2 0,-28 5 0</inkml:trace>
  <inkml:trace contextRef="#ctx0" brushRef="#br0" timeOffset="83918">12476 17107 23511,'6'-47'618,"-1"1"0,0 4 0,-8 10-455,-22 24-57,-11 20-44,-9 19-628,19-6 0,0 4 569,-1 5 0,0 3 11,2 4 0,2 1-14,2 1 0,3 1-26,3-3 1,4 0 79,4-4 0,3-1-49,12 22-33,16-16 56,17-19 34,7-21-23,4-20 39,-5-14 1,-14 2 296,-7-14-201,-26 18-74,-17-6-38,-28 18-51,12 9 0,-3 4-5,-5 3 1,-1 3-321,0 2 1,-1 1-1563,3 4 0,3 1 1876,-21 8 0,25-6 0,17-8 0</inkml:trace>
  <inkml:trace contextRef="#ctx0" brushRef="#br0" timeOffset="89950">11713 1157 16264,'-5'-8'-16,"1"3"44,4 5 1916,0 0-2739,-8-21-2739,8 18 3455,-5-15 1,7 21-1,1 0 1</inkml:trace>
  <inkml:trace contextRef="#ctx0" brushRef="#br0" timeOffset="92567">13085 17552 25057,'28'-19'420,"0"0"1,11 10-595,-54 45-252,-5 9-1706,-3-15 1,-2-1 2131,-15 14 0,5-6 0,14-16 0</inkml:trace>
  <inkml:trace contextRef="#ctx0" brushRef="#br0" timeOffset="99243">14406 17118 17725,'0'-6'6542,"0"1"-5539,2-57-381,-2 35-415,2-10 0,-1 3-44,1 19-96,-1 8-45,0 10-27,0 14-40,-1 15-17,-4 20 6,0-4-277,-5-3 0,0 2-603,3-12 0,0 0-467,-2 14 0,2 0-2115,6-13 1,2-3 3517,6 16 0,1-23 0,-2-15 0</inkml:trace>
  <inkml:trace contextRef="#ctx0" brushRef="#br0" timeOffset="99943">14918 17078 21562,'14'-53'1172,"1"0"1,-2 6-1,-3 7-561,-5 10-325,-3 13-196,-10 12-51,-8 14-11,-16 11 5,-12 17-36,19-14 1,0 1-129,2 2 0,2 1 86,-10 26-16,20-1 50,16-15-73,35 8 33,-9-27-41,13-2 0,3-4 8,15-8 72,-18-4 1,0-2 50,16-13 17,-18-9 23,-19-6-7,-18-3-16,-20-3 0,-14 0 0,-11 0 34,-2 1-34,9 5-34,11 4-22,12 6-22,13 3 22,10 3 228,13 3-211,14 2 11,10 3 0,7 3 0,-1 2-51,-3 0 1,-15 2 0,1 7-12,-21 4 23,1 11 11,-14 3 11,-3 5 6,-2 2-56,1 2-6,4 1 28,0-8-78,21 11 61,-1-17 68,16 7-1,-4-18-27,-2-10 22,-1-11 39,-4-11-5,-2-10-1,-4-8 12,-6-9 34,-7-3 77,-8-1 29,-15 6-50,-16 8-68,-21 9-67,19 19 0,-2 2-9,-3 2 1,0 2-54,-27 7-94,11 8-158,19 12-369,17 6-785,16 7-1075,20 3-2823,24-3 4556,8-7 0,-14-14 1,-14-8-1</inkml:trace>
  <inkml:trace contextRef="#ctx0" brushRef="#br0" timeOffset="100227">16486 16832 26950,'-29'-12'247,"-5"14"-231,9 17 1,0 7-20,-2 0 1,-1 0 7,-1 1 1,0 0-3,2-1 0,2-1-3,-16 16 16,18-11-49,15-9 22,20-6 33,18-2-117,24-4-45,-17-4 0,3-1-626,8 0 1,1 0-76,6-1 1,1 0-3380,4 1 0,-1-1 4220,-7 0 0,-3-1 0,13 2 0,-29-2 0</inkml:trace>
  <inkml:trace contextRef="#ctx0" brushRef="#br0" timeOffset="104700">17428 16843 23226,'11'-43'872,"1"0"0,-2 2 0,-2 11-738,-6 24-112,0 2 1,-5 20-6,-2 8-17,-2 10-28,-1 0 0,0 0-73,-2 6-348,0 10 1,0 4-263,6-20 0,1-1-1383,-2 16 1,3 0-148,7 10-2675,8-24 1,3-3 4170,0-7 1,9 5 0,-20-26-1</inkml:trace>
  <inkml:trace contextRef="#ctx0" brushRef="#br0" timeOffset="105650">17841 16984 21719,'3'-47'1036,"0"-1"0,0 5 0,-5 8-683,-15 17-202,-3 7-38,-2 5-91,0 10-22,3 7 28,3 10-44,5 5-29,6 5-12,8 3-10,11-2 33,14-3-16,14-6-6,12-8-274,9-7 324,-31-9 1,-1-3 49,27-9-7,-12-10 36,-14-3 34,-16-2-29,-13 1 6,-15-1-44,-1 8 72,-22-9 11,10 12 290,-10-7-289,15 12-71,9 5-64,6 4 5,11 2 12,2 1-34,17 0 28,25 0 11,7 0-3,-20 0 1,1 0-20,21 1 16,-10 1-16,-14 2 5,-14 3 6,-10 2-5,-6 6 33,-7 4 11,-4 5-11,-4 3-17,-1 2-22,3-5-11,4 9 16,10-11-33,7 6 22,11-10 39,6-6 1,5-6 16,1-10-28,0-7 0,-9-3 29,4-19 21,-18 5 34,1-14-11,-18 6 23,-8 5 16,-10 3 11,-3 5 23,3 5-34,6 4-33,8 4-79,5 3-33,7 1 27,7 1-27,10 1 22,12 2 17,10 1-34,7 1 17,3-1-11,-2 3-17,-5 4 11,-9 4-17,-7 4 34,-6 2-11,-5 2 22,-3 3 29,-3 3-57,-2 1-22,-3 1 27,-2-2-4,-2-1 4,0-4 12,1-5 45,0-5 45,3-6-51,5-7 17,8-8-34,6-7-33,2-5 118,-2-1 100,-7 2 22,-9 3-89,-8 1-56,-15 2-56,-13 0-218,-22 1-474,16 7 1,-2 2-16,-10-3 1,3 2-1,-8-1 1,4 1 0</inkml:trace>
  <inkml:trace contextRef="#ctx0" brushRef="#br0" timeOffset="112584">7561 9787 18313,'-29'0'1860,"14"0"-1266,38-1-23,17-2-101,20-1-1079,-21 1 1,3-1 739,10 0 1,4 0-72,-14 1 0,2 1 0,1-1-18,4 0 1,1 1 0,2 0-393,2 0 0,1 0 0,1 1 366,2 0 1,0 0 0,1 0-541,1 1 0,0 0 1,0 0 530,0 1 0,1-1 1,0 1-12,-1 0 0,0-1 1,1 1-5,-2 1 1,1-1-1,-1 0 2,-1 1 1,0 0 0,0 0 1,-1 0 0,0 0 0,1 0-2,-3 0 1,1 0 0,0 0-5,-1 1 1,0-1 0,-1 0 3,-1 0 0,0 0 1,0 1-373,-1-1 0,0 0 0,-1 1 359,-1-1 1,0 0-1,0 1-54,-1-1 1,-1 0 0,0 0 61,-2-1 0,-1 1 0,0-1 12,-2 0 1,-1-1 0,0 1 3,17-1 1,-1 0 195,-2 0 1,-1-2-171,-1 1 0,0-2-14,0-1 0,0 0-6,2-1 0,0 0-3,0-1 1,3 0-9,-11 2 0,3 0 0,-4 0-6,3 0 1,-1 0-5,-3 1 1,2 0 0,-3 0 9,-1 2 0,-1 0 8,11 0 0,1 0-8,-3 1 0,-1 0 3,-1 0 0,0 0-9,-3 0 1,1 1-12,-1-1 0,0 1 14,-1 0 1,0-1-4,-1 1 0,0-1 3,0 0 1,1 0-4,8 0 1,-2-1 7,-16 1 1,-1-1 2,12 0 1,-3 1 1289,6-1-1283,6 1-7,-14 0-16,-11 0-51,-15-1 814,-7-2-752,-7-1 0,-2 2 0,0-1 0</inkml:trace>
  <inkml:trace contextRef="#ctx0" brushRef="#br0" timeOffset="119235">6158 18435 22951,'5'-39'179,"0"0"0,-1 1 1,3 12-169,3 24-22,8 7-73,11 19 17,1 9 11,-1 7-140,-5 13-90,-13 1-82,-6-20 0,-2 2 362,-5-3 1,-2 0 251,-16 27-100,3-25 268,-12-5 12,9-22-337,-2-15-55,15-31-3219,16-10 3230,10-6 130,22 6-225,-1 15-202,13-1-499,-19 19 1,2 2-642,-4 4 0,1 1-2100,8 0 0,0 2 3492,22 0 0,-23 3 0,-17 2 0</inkml:trace>
  <inkml:trace contextRef="#ctx0" brushRef="#br0" timeOffset="119841">7069 18450 12998,'-1'3'8502,"1"-1"-5863,0-2-2421,-54 17-78,40-13-50,-40 12 72,59-18-61,9-6-28,15-9-26,0 0 1,2-2-6,-2 0 0,1 0-213,6-5 1,-2 0 220,6-6 164,-10 1 144,-20 14 73,-12-1-324,-16 8-34,-18 11-51,3 2-33,-12 14 374,13 1-385,-4 21-34,15 0 5,8 11 29,9-18-12,7 5 1,17-5-1,-1-8 14,9-11 1,5-5-9,19-10 14,-21 0 0,2-3 36,1-6 1,-1-4 55,23-16-36,-19 5 0,0-2-159,-9 3 0,-3-1 192,0-3 1,-5 0 107,0-14-82,-11 11 179,-4 2-34,-5 11-72,-3 1-68,-1 5 210,1 6-288,0 2 10,3 8-38,2 5 22,5 10-55,4 8 33,1-5-28,6 11-45,7-2 22,-3 0 23,-1-5-240,-11-2-158,-13-9 62,-2 1-757,-13-5-2318,-11-9-1613,1-7 5052,-2-11 0,17 5 0,7-2 0</inkml:trace>
  <inkml:trace contextRef="#ctx0" brushRef="#br0" timeOffset="120084">8194 18302 26402,'-6'-4'-560,"22"-2"-9,22-3 0,9-1-1039,0 4 1,1 1-1376,-2 1 1,0 3-1934,-8 4 1,-3 1 3777,10 2 1,-25 1 0,-16-4 0</inkml:trace>
  <inkml:trace contextRef="#ctx0" brushRef="#br0" timeOffset="120209">8350 18475 15704,'-5'1'8647,"2"1"-7980,3-2-1737,43-29-7332,-4 11 8284,-4-1 0,0 1 0,-1 7 0,-14 5 0</inkml:trace>
  <inkml:trace contextRef="#ctx0" brushRef="#br0" timeOffset="126110">10162 18444 13581,'0'-4'7180,"0"0"-6094,0 4-334,-22-64-181,5 41-417,0-13 0,-4 3 3,-11 26-62,-8 13-78,-8 11-17,-4 15-215,25-12 0,2 2 206,2 2 1,3 1-25,-12 27-35,14-4 46,15-5-12,16-11 1,14-12 44,16-12 23,8-17 66,4-10 80,-6-11 122,-9-3 135,-13-3 373,-11 3-507,-9 4-40,-5 6-83,-2 5-40,0 9-96,-1 4-10,-1 20-56,-1 9-46,-4 24 29,-3 10-59,3-26 0,0 0 67,0 0 1,0-1-688,-6 29-1382,4-3-3714,4 1-448,4-13 6262,6-3 0,-3-28 0,3-2 0</inkml:trace>
  <inkml:trace contextRef="#ctx0" brushRef="#br0" timeOffset="127143">10789 18416 14023,'0'-3'7847,"0"0"-5332,0 3-2369,-46-42-46,19 46-92,-7-16 1,1 4-48,-5 48 0,3 7-6,5 2-11,12-1 45,10-4 16,17-10-27,13-10 39,15-12-45,8-11 11,5-11 23,-3-8 16,-9-8 45,-14-2-5,-12-2 50,-13-1 22,-9 0-5,-7 0 28,-5 3-23,3 2-61,7 3-51,11 1 6,16 3-22,14 2 28,29 9 0,5 5-62,-2 5-104,-1-1 0,-7 7 104,-34 14-17,-10 1 56,-9 2 12,-7-1-63,-6-1 57,-3 0 11,-2 1 152,-1 1-192,2 1-66,5 0 28,5-3 78,12-5-51,9-7 40,13-5-11,8-12-6,7-6 61,3-11-22,0-4-27,-2-4 32,-4 0-32,-8 1-7,-9 2 63,-10 4 5,-13 5 11,-12 3-23,-13 3 35,-11 2 4,-5 1-32,-1 5-35,10 2-33,10 3-5,13 3-18,11 3 29,11 2 33,13-2-56,14-2 17,13-3 23,10-4-23,-27 1 0,0 0-12,1-1 1,0-1 2,-1 2 1,0-1-3,28 2-11,-14 3 39,-17 2 22,-16 2-45,-11 0-5,-10 2 33,-4-1 1,-3 0-1,0-1-11,2 0 1,0 0 21,2 3-44,0 1 5,1 1 1,2 0 27,3-4 17,1-2 415,1-3-359,0-11-61,0 3 33,-2-7 17,0 6-84,-1 0 6,-1 1-1,1 1-178,-1 1-102,1 2-1361,-2 1-5376,-1 1 7012,-1 0 0,1 0 0,3 0 0</inkml:trace>
  <inkml:trace contextRef="#ctx0" brushRef="#br0" timeOffset="128167">11492 18398 7431,'9'0'3355,"-1"0"-3148,-8 0 196,0 0-291,21-16 476,-13 10 73,14-11 1081,-17 14 683,-3-1-1181,0 1-185,0-3-113,-2 3-515,0 0 308,0-2 147,-1-4-388,-3 1-55,-2-3-113,-3 5-55,-4 2-163,2 1 190,-18 2-89,3 1-45,-17 5-6,3 6-16,-2 4-96,9-1 51,-5 3-62,3 4-56,-1 0 34,0 7-17,14-5 0,8-5-39,3 9 33,9-12-5,3 20 17,7-14 16,9 9-22,0-13-28,12-2 11,3-7 34,31-4 0,-1-9-308,-22-1 0,1-1 330,-6-2 0,0-2-8,-1-2 0,0-2-169,-2 1 1,-2-2 159,-1 0 1,-3 0 33,20-16-17,-11 2 63,-12 3 77,-12 5 51,-9 2 559,-12 2-570,-9-2 245,-10 1-391,-8 0 5,-6 5-61,-9 6-496,-9 7 476,27 6 0,-2 3-430,-3 3 0,-1 2-368,-2 5 0,1 2-1045,8-4 0,1 1 1846,-1 2 0,3-1 0,8-4 0,1 0 0</inkml:trace>
  <inkml:trace contextRef="#ctx0" brushRef="#br0" timeOffset="131567">16977 591 14666,'-10'-54'2385,"0"0"0,1 4 1,2 5-1533,3-4-340,5 12-237,4 14-303,0 11 78,4 9 60,-2 11-193,2 12 211,-1 14-37,-4-1 1,-1 2-21,0 19-411,-2-6 1,-1 2 355,-2-8 0,-2 0-526,1 13 1,-2 2 530,0 3 1,-1 3-9,2-11 1,0 3 0,0-4-7,0 4 1,0 0 2,1-3 0,0 3 1,0-3 13,-2 5 0,1-1-558,0-7 1,0 1 0,0 1 539,-1 2 1,0 0-1,0 2 8,0-4 1,0 2-1,0 1 1,0-4-16,0-1 0,1-2 0,-1 3 1,0 1 0,0 4 1,-1 0-1,2-4 8,-1 0 1,1-2-1,0 1-1,0-3 1,-1 3-1,1 0 1,0 0 0,1 0 1,-1 0 0,1 1 0,0 2 10,0-3 0,-1 1 0,1 2 1,0-1-1,0-1-1,-1 8 1,1-2 0,0 0-1,0-1-367,-1-1 1,1 0-1,0 0 1,-1-1 373,1 1 1,-1-1 0,0 0-1,0-2-364,0 9 0,-1-2 0,0 3 364,1-6 1,0 2 0,-1 2 0,1 1 6,0-4 1,0 3-1,-1 1 1,1-1 0,0-2-232,1-5 1,0 0 0,0-2-1,0 1 1,0-1 204,-1 12 0,0-1 0,1 1 0,-1-1 9,1-2 1,1 1 0,-1-1 0,1-2-127,0-7 0,0-2 1,0 1-1,1 1 126,-1-2 1,0 2 0,0 1 0,0 1 0,0 0-88,0 10 0,0 1 1,0 2-1,0-2 1,-1-5 71,1-3 1,1-5-1,-1 1 1,-1 2 61,1 2 0,-1 4 0,0 1 0,0-2 0,0-5-60,-1 8 1,-1-4 0,0 2-6,1-6 1,-1 1 0,0 1-1,-1-1-81,1-3 0,-1-2 1,0 1-1,-1 0-2085,-1 3 1,0 1-1,0-1 1,0-4 2167,-1 0 0,1-2 0,0-3 0,-3 15 0,2-9 0,2-15 0</inkml:trace>
  <inkml:trace contextRef="#ctx0" brushRef="#br0" timeOffset="132350">17926 668 32767,'-32'-50'-798,"0"0"0,2 5 0,1 7-1096,-11 7 5659,4 13-3568,6 10-5,9 14-58,5 12-134,6 14-1550,4 11 1523,9 3-343,11 2-345,12-2-278,11 0 22,-13-23 1,1 0 297,3 0 1,0 0 272,0-1 1,-1-1-124,18 19 287,-20-8 229,-29-5 43,-28-4 31,-26-7-477,22-10 0,-2-1 410,-3-2 0,0-3 2,1-2 1,1-3 274,4-2 1,2-3-794,-14-17-1808,22-4 2324,33-2 0,-3 16 0,13 2 0</inkml:trace>
  <inkml:trace contextRef="#ctx0" brushRef="#br0" timeOffset="132567">18320 400 26004,'-32'41'45,"5"-14"-90,28 18 0,8 6-87,-6-12 1,1 0-854,0 11 0,-1 1 327,0-2 0,0 0-2675,-3 2 0,-1-3 3333,-2-14 0,1-3 0,-3 16 0,0-32 0</inkml:trace>
  <inkml:trace contextRef="#ctx0" brushRef="#br0" timeOffset="133510">18164 821 23495,'6'-40'28,"1"1"0,4 3 0,7 9-34,20 21 0,6 10-25,-3-4 1,1 2-420,8-1 0,-2 1 433,-15-1 0,-1 1 6,3 0 0,-1-1 33,8-1-3706,3-6 3723,-22 1 968,-14-10-963,-14 8 124,-11-4 168,-7 7 392,-18 3-420,6 6 113,-3 6-370,20 1 3375,8 6-3387,12-1 17,10 4 45,24-1-56,6-8-40,4-3 51,5-12-22,-11-8 11,7-8 84,-9-17-40,-18 2 6,-20-6-44,-12 17-6,-22 1 50,-4 11 67,-23 3-55,10 10-91,0 9-10,25 3-17,5 11 22,13 3 6,4 25-34,13-2-313,-1-19 0,4-1 117,10 11-277,-4-15 0,4-2-1123,20 13 568,-14-16 0,4-2-773,6-5 1,0-5 272,24-7 1265,-7-11 556,-16-22 1085,-18-2 1893,1-24-1439,-10 5-555,-6-7-392,-5 18-538,-2 13 192,-1 6-158,-2 12-320,1 4-27,1 15 521,5 14-527,1 5-1652,2 5 0,1 2 1635,4 7 6,-1 13 0,1 5-326,-6-21 0,0 0 323,1 19 0,-1-1 6,-3-21 0,-1-3 2,-1 1 1,0-4 22,-1 0-6,1-8-10,-1-26-1,1-22-11,0-6-3,2-5 0,1-4-3,-1 4 1,1-2 302,3-20 0,1-1-294,-3 16 0,2 1 16,3-17 1,1 2 286,-4 24 0,1 1-281,3-11 1,0 3 30,5-4-17,2 14-45,5 11-5,9 9 5,10 9-38,7 14-7,0 12 18,-8 16 55,-16 8 12,-25 4-46,-26-4 9,3-26 1,-5-3-7,-5-2 1,-2-3 472,-3-2 0,0-3-553,-21 3-664,24-10 0,5-5-6926,6-12 7679,3-4 0,21 3 0,8 5 0</inkml:trace>
  <inkml:trace contextRef="#ctx0" brushRef="#br0" timeOffset="133717">19730 696 22162,'-4'0'2492,"1"0"-2582,3 0-1338,65-26-3804,-18 17 4548,-1-5 0,0 1 0,-10 11 0,-17 1 0</inkml:trace>
  <inkml:trace contextRef="#ctx0" brushRef="#br0" timeOffset="134183">20147 559 17395,'-2'-2'5064,"0"0"-3648,2 2-1068,5-62-136,9 36-139,-4-12 0,3 2 50,17 18-61,2 4-40,-1 7-33,-2 6-11,-3 9 5,-2 8 11,-1 11-5,-3 10 5,-6 5-33,-6 3 6,-13-4 83,-9-7-16,-11-8-23,-5-9 50,-1-6 51,1-6 90,5-8 79,5-5 94,5-5-39,6-1-163,6 2-38,7 0-29,9 4-89,11 1-90,9 4-28,9 6 79,5 9 28,1 8-40,-3 9-50,-11 3-106,-16 4-169,-29-1-386,-29-2-11,6-17 0,-5-2-1755,-8-1 1,-2-2 2510,-13-1 0,3-2 0,24-3 0,2-1 0,-30 0 0</inkml:trace>
  <inkml:trace contextRef="#ctx0" brushRef="#br0" timeOffset="134433">17833 1418 22709,'54'-14'166,"1"0"0,0-1 0,0 1 0,-6 3 0,0-1 0,1 1 0,1 1 0,0 1-143,3 1 1,0 2 0,1 0-1,1 1 1,1 0-774,-1 0 0,1 1 1,2 0-1,0 0 1,1 1-1,0 0 709,-3 0 1,1 1 0,0 0 0,1 0 0,0 1 0,1-1 0,0 2-460,2-1 0,2 1 0,0 1 0,0-1 0,0 1 0,-1 0 0,-1 0 500,4 0 0,-1 1 0,0-1 0,-1 1 0,-3-1 0,-4 1 0,7 1 0,-3-1 0,-4 1 0,-5-1 0,9 2 0,-1-1 0</inkml:trace>
  <inkml:trace contextRef="#ctx0" brushRef="#br0" timeOffset="135283">21960 1084 32767,'8'-49'0,"-1"0"0,-1 9 0,-2 5-1031,-2-3 7,-2 17 3079,0 3-2055,-1 12-641,-2 16 333,0 6-1760,-9 31 1563,-4 7-194,4-17 0,0 2-17,-1-1 1,2 2 41,1 9 1,2-4 0,-2 1 0,7 3 0</inkml:trace>
  <inkml:trace contextRef="#ctx0" brushRef="#br0" timeOffset="135633">22266 689 20727,'-7'-44'1193,"-1"-1"0,2 7 1,1 9-1150,0 18-72,3 10 40,-1 9-52,-3 6-16,1 13 84,2 14-16,10-5-1,4-4 34,15-12 16,1-13 113,10-13 5,-11-11 67,-7-14 68,-18-4-168,-7 7 50,-11-4-39,-10 8-101,0 5-56,-3 5-45,14 13 56,7 6-83,5 10-1435,13 16-3450,12 6 4957,10 3 0,-9-19 0,-7-10 0</inkml:trace>
  <inkml:trace contextRef="#ctx0" brushRef="#br0" timeOffset="135842">22613 794 20442,'-5'0'3618,"2"0"-3455,3 0-1519,104-48-1713,-43 36 2360,-14-2 0,7-3 1,-9 6-1,-2 13 1,-11 4-1</inkml:trace>
  <inkml:trace contextRef="#ctx0" brushRef="#br0" timeOffset="136000">22655 1021 22520,'44'-22'-2444,"0"0"1,0 0 0,11-7-1,-4 4 2444,-12 11 0,-6 3 0,-4 0 0,-1 1 0</inkml:trace>
  <inkml:trace contextRef="#ctx0" brushRef="#br0" timeOffset="136367">23491 638 17188,'-5'-3'5814,"1"2"-3529,4 1-2178,-19-68 5,28 42-70,-11-15 0,6 3-14,36 20 5,8 5-27,2 7-1,-2 7 12,-8 9 0,-9 11-73,-13 13-17,-10 10 45,-22 11-297,0-23 1,-4-2 349,-6 3 1,-4-2-21,-3 1 1,0-2-1,0-1 1,2-2-3,3-3 0,3-1-3,-10 14 5,17-11 1,16-11 5,16-8-16,19-6-214,21-5-417,-21 2 0,3-1-2985,6-1 0,0 1 3621,-2-1 0,-3 2 0,13-2 0,-23 2 0</inkml:trace>
  <inkml:trace contextRef="#ctx0" brushRef="#br0" timeOffset="136616">24296 867 26486,'-3'11'-1429,"-26"25"1429,3-3 0,-4 5 0,2-3 0,3-3 0,0-3 0,-4 2 0,-1-1 0</inkml:trace>
  <inkml:trace contextRef="#ctx0" brushRef="#br0" timeOffset="137483">25292 778 31386,'1'-17'-3136,"-1"3"1907,1 14 761,-1 0 277,-4 0 131,-3 0 55,-6-3 51,-3-5-787,1-9 846,4-14 30,5-11-51,12-9-73,10-2-22,11 8 16,8 11-10,4 16-1,4 12 28,2 17-66,-1 14 10,-5 19-268,-11 12 296,-19-23 1,-7 2 2,-7 1 0,-8 1-543,-7 4 1,-8-1 545,-9 2 0,-6-1-4,11-13 0,-1-1 1,-2-2 17,-17 11 0,0-3 11,3-8 0,3-3-3,8-8 1,4-4 38,-12-11 7,25-16-7,23-14-10,20-8-23,18 0 8,-14 21 1,2 1-37,4 2 0,1 3-3,2 2 0,2 3 235,1 2 0,1 2-479,0 4 1,1 3-488,-1 1 0,-1 2-1288,-1 2 0,-1 1 2022,3 3 0,-4-1 0,4 1 0,-5-1 0</inkml:trace>
  <inkml:trace contextRef="#ctx0" brushRef="#br0" timeOffset="137783">26368 644 25158,'-42'-3'59,"0"0"1,1 2 0,3 7-10,11 12 1,4 5-252,-3 0 0,1 0 240,0 0 1,2 1 16,-14 21 101,13-5-146,14-6 105,20-6-94,18-6-78,22-8-81,-17-9 0,2-3-481,5 0 0,0-1-49,3 0 1,1-1-998,0 0 1,0-1 1663,5 0 0,-3-1 0,4 1 0,-5-2 0</inkml:trace>
  <inkml:trace contextRef="#ctx0" brushRef="#br0" timeOffset="138167">27136 597 19826,'0'-3'4245,"-1"0"-2749,1 3-1429,-38-41 23,9 43-59,-2-15 0,-1 5 36,-10 48-242,21-16 1,3 2 191,2 3 0,3 1-3,3 3 0,3-1 19,1 20-11,14-11 1,5 1-20,1-12 0,3-1-6,2 6 0,4 0 0,7-4 0,1-5-8,9 1 2,2-8 1,2-4 48,-2-12 21,18-7 18,-41-20-40,-10 1 28,-13-21-22,-11 13 0,-14-14 331,1 19-438,-2 14 1,-4 4-1591,-25 5-1006,23 2 1,-1 2 2657,0 3 0,5 2 0,4 1 0,2 0 0</inkml:trace>
  <inkml:trace contextRef="#ctx0" brushRef="#br0" timeOffset="139083">27915 1194 32767,'-10'33'-417,"1"0"1,-7 21-1</inkml:trace>
  <inkml:trace contextRef="#ctx0" brushRef="#br0" timeOffset="141251">28740 797 32767,'9'-51'0,"-7"27"-971,-13 78 260,2-19 0,-1 1 204,-2 5 0,0 2-574,-1 1 0,1 1-44,1-1 0,1 0-1465,3-2 0,2-2 2108,8-1 0,1-4 0,-1 5 0,9-11 0</inkml:trace>
  <inkml:trace contextRef="#ctx0" brushRef="#br0" timeOffset="142208">29156 914 13161,'0'-10'3598,"-3"-22"1,-2-4-2104,-3 8-1066,1-8 0,-2 1 35,-6 17-273,-1 9-90,-3 10-1,-3 12 7,-7 10-23,-4 13-28,2 7-299,8 5 254,12 1 11,17-3 1,16-4 5,20-10-28,11-11-12,9-9 24,0-9 4,-6-11 29,-11-6 6,-13-11-18,-16-6 1,-16-5-23,-15-2 28,-13 1 0,-6 2 23,2 5 56,8 6 214,12 5-332,10 5-11,16 4 22,13 3-16,15 3-1,13 5 12,6 3-584,1 6 578,-2 2 0,-29-2 0,-2 2-11,9 4-17,-2 11 22,-26-4 12,-6 9 11,-14 4-12,-8 0 1,-6-2 566,3-3-572,7-5 11,7-2-16,12-4 27,11-2 0,15-6-10,13-4 21,10-7-390,5-7 374,-1-7 56,-3-17-45,-23 8-70,-5-17 103,-24 11-16,-10-7 0,-14 2-17,-16 5 0,-8 2 28,-1 6 0,5 6 0,12 6 336,12 5-392,11 1 91,5 2-41,14 2-27,-1 0-18,23 2 29,3-3-23,15 2-5,-7-2 1,-1 3 1,9 3-1,-7 1-24,14 9-57,-18-8 1,4 1-1,-13 4 85,-15 15-11,-16-6 12,-10 9-24,1-5 24,-3 6 16,11 5-23,13-7 12,4-4-11,16-7 10,-2-9 296,8-3-55,-3-13-10,-15-10-29,-9-15-111,-15 1 77,-9-16-21,-9-7-102,-5 3-83,-6 2-381,-3 27-807,1 12-5243,-7 9 6453,-3 4 0,19-1 0,-2 1 0</inkml:trace>
  <inkml:trace contextRef="#ctx0" brushRef="#br0" timeOffset="144591">31202 962 27943,'27'-57'-1675,"-27"22"1410,-31 46 1,-12 14 137,3-6 1,-1 2-507,-9 6 0,2 0 590,16-5 0,5-2-20,-2 10 396,19 1-701,20-9 480,24 6-95,16-8-306,7-3-36,-20-9 0,2-1-1199,-5-1 1,1 0 1523,14 2 0,-2 1 0,5 0 0,-6-1 0</inkml:trace>
  <inkml:trace contextRef="#ctx0" brushRef="#br0" timeOffset="146891">31704 1163 29510,'16'-46'1085,"0"-1"1,-2 13 0,1-1-1420,1-4 1,1-4-1,0 5-850,2 2 0,-1 5 886,6-10 1215,-1 10-1396,-16 22 219,1 1-2320,-26 31 1796,-1 6 545,1-2 0,0 3-398,2 0 1,2 3 133,1 3 1,1 3-819,3 1 0,1 2 1257,3 4 0,1-3 1,1 6-1,3-7 1</inkml:trace>
  <inkml:trace contextRef="#ctx0" brushRef="#br0" timeOffset="147509">32264 909 12187,'0'-7'6244,"0"2"-1012,0 5-5070,-9-30-6,7 22-71,-8-22-53,10 30-59,-1 0-152,-1 0 174,0 0 33,0 0 11,0 0 190,1 0-223,-1 0 0,-3 2 22,-8 5 5,-11 5 6,-7 8 40,-5 7-34,2 6 22,7 6 22,12 2-16,10-1 50,18 0-11,17-5-22,21-3-37,-20-18 0,1-3-255,2-2 0,-1-3 342,29-1 23,-12-14 35,-10-18-58,-18 2-39,-6-11 95,-20-18-134,-11 4-46,-2 8 1,-5 1-146,1 13 1,-1 4-702,-23-20 830,2 21 0,28 16 0,-3 1 0</inkml:trace>
  <inkml:trace contextRef="#ctx0" brushRef="#br0" timeOffset="161808">22164 2181 18123,'-1'-5'3904,"0"2"-2800,1 3-1088,2-25-10,9 36-6,-1-19 11,14 57 0,-11 5 0,-8-11 1,-6 4-284,-4-8 0,-4 0 300,-6 4 0,-4-4 17,-13 3 190,-7-13 381,17-28-241,3-15-78,16-21-112,18-13-73,14-4-76,-9 26 1,1 1-21,2 2 1,3 1 147,0 4 1,1 2-202,2 1 1,0 3-255,31-2-532,1 6 50,-14 6-1888,5 8 1832,-11 10 1,-13-7 0,-4 5 0</inkml:trace>
  <inkml:trace contextRef="#ctx0" brushRef="#br0" timeOffset="162368">22637 2376 12746,'-4'10'7998,"1"-2"-6676,3-8 6,0 0-1272,22-9-17,4 0-17,14-6 20,-7 3 0,1-2-8,19-9-246,-14 5 0,0 0 276,-10 1 1,-4 0 164,13-14-94,-18 7 173,-26-4-107,-14 12-33,-14-3-56,-1 11-50,1 10-40,5 9-11,9 3 509,-9 26-492,9-2-26,6-9 1,2 1-14,-4 23 17,7-1-1,15-6 12,15-7 34,20-10-12,19-11-382,-24-12 0,3-3 363,3-4 0,0-4-4,1-1 1,0-4 22,-4-2 1,-3-4-67,-4-1 0,-4-3 173,10-22 78,-18-4 67,-17 1 34,-10 3-34,-7 8-61,1 10 638,3 8-784,5 8 123,3 4-201,2 4 10,4 8 1,8 10-17,7 13-5,10 14-18,2 7 12,-15-23 0,0 0-133,-2 1 0,-1 1 10,4 28-208,-12-2-425,-19-6-880,-15-9-2307,-14-11-1636,4-14 5590,1-9 0,24-7 0,1-1 0</inkml:trace>
  <inkml:trace contextRef="#ctx0" brushRef="#br0" timeOffset="162601">23850 2262 20016,'-6'0'4151,"1"1"-2874,5-1-1305,55-31-208,-2 21-734,-3-7 0,5 3-254,-10 13 0,-2 5-3305,-1 1 1,-1 2 4528,-8 1 0,-3 0 0,6 5 0,-20-5 0</inkml:trace>
  <inkml:trace contextRef="#ctx0" brushRef="#br0" timeOffset="162742">23982 2531 25337,'38'-2'-282,"-1"0"1,14-1-1,-2-2 1,-17-1 0,-1 0-1,2 1 1,-1 0 0</inkml:trace>
  <inkml:trace contextRef="#ctx0" brushRef="#br0" timeOffset="168376">25428 2384 16924,'5'-51'1587,"1"0"0,-1-1 0,-4 5-645,-13 6-623,0 4 168,-30 10-353,2 22-78,9 6 0,-2 5-8,2 4 0,2 5-20,-2 6 0,1 3-398,0 4 0,3 3 375,-1 11 1,3 1-9,8-14 0,3 1 0,0 10 1,6-1 20,18 3-1,14 2 28,20-15 30,-12-21 1,2-6 31,13-3 5,-14-8 0,-1-4 229,3-17 34,4-14 125,-8-10-164,-15 9-191,-5 5 135,-9 15-73,-2 14-179,0 3 557,-3 15-585,-5 15 5,-5 19-21,0 0-140,5-10 0,0 2 13,2-3 0,0 3-756,-1 20 0,0 2-1207,3-6 0,1-1 1455,4 12 1,2-4 0,-1-3 0,7-13 0</inkml:trace>
  <inkml:trace contextRef="#ctx0" brushRef="#br0" timeOffset="169050">25958 2477 20733,'-4'-46'1241,"0"0"1,1 6 0,-5 8-979,-9 17-145,-5 9-74,3 8 40,-14 21-16,8 6-35,-7 20-44,14-11 22,7 22-11,12-30-17,18 30-5,9-32 0,17 6 33,0-18 22,-3-12-21,-12-8 55,1-20-39,-20 7 89,3-32-38,-20 14 5,-7-17 56,-6 10 28,-1 5-72,8 11 72,7-4-118,16 14-33,12-6-34,18 12 23,15 3 10,-8 6-13,-16 2 0,0 3-25,23 9 5,-6 5 28,-11 9 0,-27 3-22,-18 5 22,-9 6-5,-10 0-6,2 0 11,4-2-17,10-11 6,7 3 17,20-1-17,7-1-11,18 0 0,2-15 28,0-9 16,-5-14 23,-6-9 39,-10-14-11,-8-8-5,-8-7 10,-10-2 35,-5-1 16,-8 6-23,-4 6-44,-6 8-17,-5 9-39,5 7 16,-8 7-49,3 7-102,3 7-364,4 9-1355,18 8-6934,19 8 8771,5-3 0,0-9 0,-6-9 0</inkml:trace>
  <inkml:trace contextRef="#ctx0" brushRef="#br0" timeOffset="169526">27154 2591 22884,'3'-57'1023,"0"-1"0,0 7 1,-2 9-571,-5 17-251,0 12-152,0 7-27,-1 16-1,-2 13 0,-3 20-44,0 17-82,6-24 1,1 1-601,2 4 0,0 0-176,2 2 1,2 0-1171,-1-1 0,1-1-2866,0-5 1,1-2 3809,0 11 0,-3-21 0,-1-18 1</inkml:trace>
  <inkml:trace contextRef="#ctx0" brushRef="#br0" timeOffset="169700">26917 2750 19311,'-4'-4'4945,"2"0"-3954,2 4-923,17-61-52,17 43-69,-5-14 0,5 2-497,7 26 1,4 8-358,5-3 0,1 2 545,8 1 0,-3 0 0,-22-2 0,-3 1 0,26 2 0</inkml:trace>
  <inkml:trace contextRef="#ctx0" brushRef="#br0" timeOffset="170100">27876 2716 22677,'8'-46'759,"-1"1"0,1-1 0,2-14 0,-1 9-311,-1 12-247,-3 16-161,-3 13-29,-1 10 0,0 16-28,2 15-95,0 21-135,-1-19 1,0 1-867,-1 5 1,0 2-1285,-1 1 0,0 0 2397,0-5 0,-1-2 0,0 9 0,0-20 0</inkml:trace>
  <inkml:trace contextRef="#ctx0" brushRef="#br0" timeOffset="171067">28340 2640 17843,'3'-10'4520,"-1"3"-3828,5-27 0,0-6 187,-4 9-611,4-12 1,-4 2 1,-10 25-158,-8 8-17,-5 12-11,-6 10-39,-3 12-23,2 11 1,6 8-23,10 4-6,14 1-5,13-5-28,12-6-23,8-9-16,12-11 61,-14-9 22,12-13 12,-20-9-6,1-11 6,-10-11 22,-18-16-22,-11 5 0,-4 2 67,-10 7 28,9 12 17,0-4-28,8 7-34,17 2-56,2 7-5,24 2 5,4 7-34,13 5 18,11 7 22,-13 5-29,-7 2-4,-15 6 10,-15-2 6,-2 8-6,-12 11 6,-6-3 12,-2-1 4,-2-3-21,7-7 10,1 3 1,15 0-28,5-9 38,17-4-10,-5-9-17,11-5-56,-8-6 67,6-7 56,-2-14-28,-13-4 5,-6 0 1,-11-3-6,-6 7 39,-11-12-22,-4 9 50,-9-2-17,7 15 40,0 0-12,8 8 1,1 0-79,5 5-39,7 2-17,2 1-28,14 0 0,12 2-3364,32 3 3408,-16 1-53,-7 0 0,-2 1 76,-2 2-11,6 2-5,-17-1-12,-12 3-11,-3 2 3364,-8 8-3331,-9 3 154,-1-4-142,-4 9-17,8 0 22,0-5-16,11 6-29,15-11 23,-2-5-11,17-1 33,-10-12 34,10-13-16,-9-6 21,-2-17-33,-13 5 39,-4-14 73,-10-2-72,-7 0 4,-12-1-60,-13 17-1,-6 7 6,7 7-141,-11 7-72,21 9-3623,-23 11 3819,23 1 0,-3 1 0,15-8 0</inkml:trace>
  <inkml:trace contextRef="#ctx0" brushRef="#br0" timeOffset="171376">29419 2544 23863,'47'-8'-44,"1"-1"1,-1 1 0,11-3-1,-3 2-522,-7 7 1,-4 2-2272,16 5-751,-18-1 1,-3 1 3587,5 7 0,-21-3 0,-14-3 0</inkml:trace>
  <inkml:trace contextRef="#ctx0" brushRef="#br0" timeOffset="171750">29687 2712 13530,'-4'1'8407,"1"0"-5153,3-1-3237,-3 0-39,23-3-62,11-1 0,29-1 47,-27 2 1,0 0-14,28-4 50,-13-3 11,-19-7-6,-14-10 29,-16-7 39,-14-10 33,-9-4 68,-5 1 151,2 4 112,7 10-62,7 10-106,8 11-118,2 7-95,3 4-50,8 12-1,4 7-5,12 18-11,7 10-45,4 6-949,-18-23 0,0 0 713,7 16-1113,-13-11 0,-4 0-6106,-12 11 7511,-4 12 0,-4-31 0,3-12 0</inkml:trace>
  <inkml:trace contextRef="#ctx0" brushRef="#br0" timeOffset="172159">30405 2685 22371,'18'-45'791,"0"1"0,0-1 0,5-14 1,-3 6-316,-5 3 150,-8 19-531,-5 15 19,-1 10-114,-1 33-50,-1 8-82,1-1 0,-1 4-636,1 1 0,0 3-437,-1 4 1,2 2-3521,0 4 1,2 0 4724,-1-6 0,1-3 0,2 12 0,-1-27 0</inkml:trace>
  <inkml:trace contextRef="#ctx0" brushRef="#br0" timeOffset="172576">31138 2701 21422,'4'-60'1165,"-1"-1"0,-1 6 0,-4 5-711,-14-12-213,-11 16-90,-10 17-72,-7 14-7,-6 16-10,-1 15-51,4 13-481,7 12 464,13 8 12,13 5-18,20 0-32,17-2 27,19-7 3,-16-26 0,3-4 16,2-3 1,0-4 161,21-2-133,-18-14 0,-1-6 69,5-16-33,-13 6 1,-2-3 150,1-20 85,-10 2 73,-8 6-135,-5 11-95,-2 10-101,-2 10 204,-2 12-243,-4 12 16,-3 13-33,-3 15-45,3 12-48,8-25 1,0 2-180,3 2 0,1 1-728,2 1 1,2 0-637,1-1 0,2 0 1647,4 0 0,1-4 0,1 6 0,1-10 0</inkml:trace>
  <inkml:trace contextRef="#ctx0" brushRef="#br0" timeOffset="173209">31680 2728 22386,'1'-54'933,"1"0"0,-2 5 1,-3 8-553,-8 16-224,-5 7-84,-4 10-34,-10 16-28,8 1 23,-11 20-34,17 1 5,0 13-10,12 6-12,24 8 6,-2-19-28,27 6 22,-6-24 17,14-1-11,-2-9 27,-4-11 24,-10-11-1,-12-8-22,-12-2 33,-18-22-5,-11 8 8,-1 5 0,-1 0 9,-7-3 83,-5-8-5,19 21-61,4-2-46,12 6-10,10 6-6,14 6-12,9 6-10,8 6 5,2 5 0,-3 7-6,-7 3-28,-3 12 34,-14-10 28,-1 17-33,-11-10-1,0 9 12,0 5-17,-3-9 22,0-5-11,7-7-6,5-9 17,11 1 17,20-6 17,-1-9-22,0-5 38,-1-10 90,-16-6 68,0-9 94,-18-14-150,-20 2-18,-15-8-94,-2 17-1,-10-1-16,6 12-141,-9 1-2318,-11 5 2425,13 9 0,4 2 0,19 4 0</inkml:trace>
  <inkml:trace contextRef="#ctx0" brushRef="#br0" timeOffset="178325">17548 3462 23758,'-33'-32'156,"-1"0"1,3 1 0,3 11-134,8 24-7,-7 10-4,-5 12 4,-5 9 7,3 4-12,6 0 0,13-2 17,11-2 6,18-2-6,15-1-23,16-1-388,9-1 389,-1 1-1,-8-3 9,-18-3 3,-12-7 67,-26 3-23,-15-6-10,-25 4-12,-9-9-281,-4-5 169,6-9-369,10-9-893,12-15 1335,15-18 0,9 20 0,10-4 0</inkml:trace>
  <inkml:trace contextRef="#ctx0" brushRef="#br0" timeOffset="178558">17843 3265 18795,'4'-6'4683,"-1"2"-3905,-3 4 113,0 0-824,2 93-688,-3-62 1,0 2 601,1 12 1,-1 7-1,-1-5-113,-1-1 1,-1-4-225,0-1 1,1-1-298,0-4 0,2-2-2926,5 19 3579,4-17 0,-2-18 0,1-9 0</inkml:trace>
  <inkml:trace contextRef="#ctx0" brushRef="#br0" timeOffset="179484">17867 3773 11934,'-3'-6'9432,"1"2"-6514,2 4-2145,-52-69-397,39 43-315,-14-14 1,10 2-51,34 22-28,16 5-11,16 5 0,12 2 3,-26 4 0,1 1-9,1 1 0,0 1 3,-2 0 1,-2 1-32,24 3 45,-16-1 23,-18-1 33,-13-2 28,-7-1 1,-9 4 27,-7 3 6,-8 5-11,-3 2-12,5 2-22,6-3 50,10-1 40,10-4-12,12-2-27,12-4-34,9-4 27,2-7-21,-2-5 10,-7-9 29,-10-8-51,-11-9 0,-10-4 34,-11 0 6,-8 7-23,-7 11-34,-2 10-16,-2 7-18,3 13-32,1 5 10,3 13 0,5 9-27,4 11-79,8 7-174,11 4-218,6-21 0,3-1-90,12 12-500,-2-14 0,4-2-1253,20 4 776,-18-15 0,3-2 198,-1-5 1,1-4 1089,1-8 0,-2-3 810,9-5 1361,-4-20 649,-27 1-235,0-11-639,-2-3 34,2-6-1276,-5 17 675,2-3-648,-7 21-224,1 3-168,-3 6-17,0 21-28,0-3 6,0 29-11,-1 1-9,-1-13 0,0 2-205,-2 2 1,0 1 198,-1 0 1,0 0-3,-1 2 0,0-2-12,-2 10 23,1-7 51,4-30-35,-1-7-4,0-13 32,-4-25-44,2-10 12,-1-6-108,5 18 0,1-1 101,1 2 1,1-2 11,3-18 0,2-2-9,0 10 0,2 1-8,0 2 0,2 3 0,17-16-16,0 23 10,14 0-16,15 11-1,-5 12 6,0 10-11,-7 13 0,-15 13-5,-4 14 5,-25 20 22,-23-8 135,1-23 0,-4-2-202,-17 3-78,13-17 0,1-2-527,-15 0-851,-5-2-8302,18-15 8225,14 0 0,12-4 0,5 6 1</inkml:trace>
  <inkml:trace contextRef="#ctx0" brushRef="#br0" timeOffset="179692">19278 3585 26329,'20'-3'-4465,"10"-2"4465,3 1 0,0 0 0,3-1 0,-3 1 0</inkml:trace>
  <inkml:trace contextRef="#ctx0" brushRef="#br0" timeOffset="180025">19702 3439 17820,'0'-3'5680,"0"1"-2112,0 2-3518,-15-7-22,8 23-22,-10 2-28,16 26 10,9-1-4,1-9-52,22 1 52,-5-19 16,16-1 22,-6-17 51,-3-10-34,-8-1 157,2-15-95,-16 14 257,5-10-207,-13 18-117,-1 0-28,-4 8-1,-10 18-22,-1 6-67,-5 19-162,4 8-329,9-21 1,2 1-84,1 7 0,2 1-1070,1 6 1,0 1 1727,1-4 0,0-3 0,1 15 0,-2-25 0</inkml:trace>
  <inkml:trace contextRef="#ctx0" brushRef="#br0" timeOffset="180284">17417 4618 22442,'-55'4'769,"-1"0"0,-6 0 0,6 0-175,11-1-62,22 0-308,46-5 0,19-1-166,-2 0 0,7 1 0,3-1-1032,-2 0 0,4 0 1,1 0-1,3 0 980,-5 0 1,3 1 0,1 0 0,1 0-1,0 0-263,-3 0 1,-1 1 0,2 0-1,1-1 1,-1 1 0,2 0 236,2 0 0,2 0 1,0 1-1,1-1 1,-1 1-1,2 0-248,-8 0 0,1 0 1,0 1-1,1 0 0,0-1 1,-1 1-1,1 0 155,1 0 0,-1 0 0,1 0 0,0 0 0,0 1 1,0-1-1,0 1-500,-2 0 0,1 0 1,0 0-1,0 1 1,-1-1-1,-1 1 1,-1-1 612,12 1 0,0 1 0,-2-1 0,-3 0 0,-3 1 0,10-1 0,-5 1 0,-7-1 0,-9 0 0,0 1 0</inkml:trace>
  <inkml:trace contextRef="#ctx0" brushRef="#br0" timeOffset="180775">21329 4090 24127,'-1'-52'713,"-1"1"1,2 5-1,-2 12-629,-1 23-73,0 17 6,-1 15-34,-4 20-50,-6 17-68,6-22 1,-2 1-525,1 4 0,-1 0-584,2 1 0,0 0 1243,3 3 0,0-4 0,0 7 0,4-11 0</inkml:trace>
  <inkml:trace contextRef="#ctx0" brushRef="#br0" timeOffset="181125">21594 3840 25382,'-58'7'73,"13"5"-73,52 23 11,10-5 29,12-6 21,9-10 40,2-12 95,-4-13 45,-10-14-12,-11-10-5,-15-8-33,-12-3-23,-14 0-17,-10 3-73,-6 8-55,2 9-74,11 11-117,12 9-246,12 14-555,15 9-1271,15 13 2240,23 7 0,-19-15 0,3-3 0</inkml:trace>
  <inkml:trace contextRef="#ctx0" brushRef="#br0" timeOffset="181334">21922 3943 26060,'45'-31'-846,"0"0"0,0 3 1,1 8-1292,-1 20 0,0 7 1005,-7-3 0,-4 1 0,9 4 0,-21-4 0</inkml:trace>
  <inkml:trace contextRef="#ctx0" brushRef="#br0" timeOffset="181492">22039 4132 18885,'-6'2'5858,"1"-1"-4995,5-1-1686,41-19-1894,10 8 1866,-10-2 1,-2 1 0,10 5 0,-20 3-1</inkml:trace>
  <inkml:trace contextRef="#ctx0" brushRef="#br0" timeOffset="181984">22771 3950 21696,'-4'-2'3557,"1"-1"-2834,3 3-314,-15-68-163,21 37-204,-7-11 0,5 2-8,31 14-6,11 9 11,8 7-11,6 6-28,-1 10-17,-7 4-11,-6 10-17,-10 5-5,-9 7-28,-10 2 27,-9 3 57,-15-1 11,-10 0-6,-13-6-11,-5-4 22,-1-8 29,3-7 44,6-6 39,8-5 17,5-7-16,8-3 5,3-2-23,5 0-38,6 2-34,8 3-23,10 2 6,11 10-45,21 15 17,-15-2 3,-11 1 0,-1 1-20,6 9-39,0 8-196,-17-3-2437,-56 2-4855,-3-13 6865,-5-9 1,1-3 0,7-5-1,-1 0 1</inkml:trace>
  <inkml:trace contextRef="#ctx0" brushRef="#br0" timeOffset="183225">23832 4162 26183,'-11'30'-2756,"-1"0"0,-14 19 1,-5 1 2755,3-5 0,-1-2 0,0-1 0,2-5 0,1-2 0</inkml:trace>
  <inkml:trace contextRef="#ctx0" brushRef="#br0" timeOffset="186251">24616 3924 22576,'6'-16'1462,"-1"3"-1193,-5 13 1826,0 0-2006,-1-7-27,-2-2 27,1-8-21,0-2 10,4-2-16,2 3-51,3 2-17,4 4-11,6 5 6,5 4-6,9 5-16,9 8-1,7 10-22,1 10 11,-2 7 6,-12 6-39,-13 4 11,-16 3 44,-21 1 23,-15-5 23,-13-6 16,-1-11-11,10-12 95,-3-9-39,19-10-11,-3-4-6,13-6-28,4-1-28,10-3-16,8 1-1,16 1 12,17 5-23,14 5-165,-26 7 1,1 2 153,2 3 0,0 1-9,-2 5 1,0 3-23,-3 1 0,-2 2-25,-4 1 0,-4 2-89,7 21 10,-23-2-27,-27-5-68,-22-5-158,14-20 0,-2-2-239,-2-2 0,1-3-2180,-29-3 2835,12-16 0,23 6 0,11-6 0</inkml:trace>
  <inkml:trace contextRef="#ctx0" brushRef="#br0" timeOffset="186525">25678 3907 24513,'-34'29'197,"0"1"1,0-1 0,-12 12 0,7-4-58,10 1 52,10-10-103,7 4 2,13-15-124,13 5-20,19-12-149,22-4 0,-19-4 1,2-1-602,6-1 1,1 0-422,4 0 0,1 0 884,6-1 0,-3 0 1,8 1-1,-8-2 1</inkml:trace>
  <inkml:trace contextRef="#ctx0" brushRef="#br0" timeOffset="186884">26548 3935 20028,'-1'-4'4357,"0"1"-2637,1 3-1580,-33-33 22,3 37-81,-1-11 1,-2 3-18,6 20 0,3 8-25,-2 0 1,3 3-174,1 2 1,4 2 183,4 1 1,5 2-37,4 0 0,6 1-17,5 1 0,6-1-6,4-1 1,5-1-15,5 1 1,4-2-6,3-3 0,2-2-270,2-2 1,0-3 305,-1-5 1,-1-4-4,25 2 46,-14-18 55,-19-11-55,-13-12-29,-22-10-16,-18-8-20,2 19 0,-4 2-133,-8-2 1,-5 4-406,-6 2 0,-5 4 222,9 7 0,-3 2 0,4 2 0,5-1 1,2 2-1,-2 3 0,1 0 0</inkml:trace>
  <inkml:trace contextRef="#ctx0" brushRef="#br0" timeOffset="193042">27324 4604 25057,'13'-40'291,"-1"0"1,2 1-1,-7 16-296,-9 27-7,-5 14-318,-11 25-1,2-6-2024,0 6 0,0 0 2355,-1 4 0,-2 6 0,12-32 0</inkml:trace>
  <inkml:trace contextRef="#ctx0" brushRef="#br0" timeOffset="193458">27993 4460 21926,'16'-58'1105,"0"0"0,-3 11 1,-3 7-411,-2 7-611,-7 23-112,0 8 28,-2 20-39,-4 21-169,-4 19-501,2-21 0,-1 0-456,-1 5 1,1 0 1164,-2 6 0,1-4 0,-1 7 0,3-8 0</inkml:trace>
  <inkml:trace contextRef="#ctx0" brushRef="#br0" timeOffset="193841">28530 4398 25303,'-32'4'53,"0"-1"1,-20 15-88,38 35 6,15-2 11,14-4 6,5-15-6,26 0 45,-10-19 0,8 1 152,2-23-12,-19-10-67,4-5 162,-11-30-95,-13 9-215,-4 11 1,-3 0 186,-9-20-62,-10 11-50,-6 15-28,-6 15-56,1 14-106,0 13-219,7 12-316,8 9-2013,10 5 2710,16 3 0,-6-19 0,8-6 0</inkml:trace>
  <inkml:trace contextRef="#ctx0" brushRef="#br0" timeOffset="194117">29192 4341 25679,'-9'-31'118,"-14"19"-110,-3 29 1,-2 11 10,0-4 1,1 1 2,3-1 1,3 0 21,-5 21 52,21-6 16,24-5-45,23-5-73,-11-15 1,4-3-282,6 0 0,1 0 46,5 0 0,1 0-1067,2 0 1,0 2 1307,4 2 0,-4 1 0,7 0 0,-9 1 0</inkml:trace>
  <inkml:trace contextRef="#ctx0" brushRef="#br0" timeOffset="198500">30116 4440 23069,'3'-54'965,"-1"0"0,1 7 1,-2 10-793,-1 22-167,0 12 11,-1 14-6,-1 13 0,-4 18-11,-2 13-59,4-23 1,0-1-94,-3 20-565,3-13 0,1 0-2274,6 14-1925,1-15 1,4-3 4822,9 9 1,-2-19 0,-4-14 0</inkml:trace>
  <inkml:trace contextRef="#ctx0" brushRef="#br0" timeOffset="199143">30467 4452 23343,'8'-38'778,"0"-1"1,1-22-723,-14 60 101,-14 11-84,0 5-34,-10 15-22,3 5 0,5 5-6,7 1-28,10-1-11,17-2-17,15-4-22,15-5 17,11-8 5,1-9 45,-11-8 61,4-17-10,-27-4 5,3-15-6,-26-1 6,-14-5 11,-14 1-10,-7-1 16,-1 4 72,8 4-5,11 6-89,13 5-46,15 5-5,14 2-28,14 5 6,13 3 22,7 8-28,1 3 22,-5 7-5,-11 2-11,-11 3 22,-11 3 0,-11 3 0,-4-4 11,-8 15-11,-2-9-6,-1 11-16,2-8 16,8-1 12,10-3-6,14 2 0,12-5 11,9-5 6,1-9 17,-7-10 50,-10-9 50,-11-13 12,-12-10 27,-7-9 12,-11-4-45,-9-2-45,-13 3-44,-6 3-29,-4 6-28,4 9-201,9 11-694,10 10-4432,6 14 5333,4 3 0,3 0 0,2-3 0</inkml:trace>
  <inkml:trace contextRef="#ctx0" brushRef="#br0" timeOffset="199750">31712 4881 17904,'11'-47'1459,"0"1"0,1-1 1,3-16-1,-1 4-992,-2 16 1,-2 3 199,5-16-292,-4 22-279,-6 19-113,-3 11 67,-1 16-16,1 12-29,1 5 29,5 29-12,5-13-163,-3-12 1,3-1 174,20 17 28,9-8 44,6-13-16,4-13 38,3-17-55,-24-5 0,0-3-9,3-5 1,1-2-18,3-3 1,1-2-20,4-3 0,1 0-467,1 0 1,-1-1 446,0 1 1,-1 2-7,-4 2 1,-1 2-23,-7 5 1,-2 1-266,13-2-539,-17 10-1254,-11 14-5860,-8 12 7938,-7 6 0,0-6 0,-2-8 0</inkml:trace>
  <inkml:trace contextRef="#ctx0" brushRef="#br0" timeOffset="209418">21683 5164 24301,'-10'18'196,"-5"25"-258,6-12 1,-1 3-51,1-2 0,-1 3-2265,-2 6 0,-1 4 1,3-4 1432,2-7 1,1-2-1,-5 15 1,3-5 0,6-18-1</inkml:trace>
  <inkml:trace contextRef="#ctx0" brushRef="#br0" timeOffset="209825">22265 5337 17393,'11'-52'1183,"1"1"1,-2 6 0,-4 5 795,-13-1-1582,-7 15-145,-16 14-212,5 11 27,-21 18-22,7 13-43,10-2 1,1 4-9,6-4 1,3 2-12,0 5 0,5-1-16,9 17 22,11-16 470,20-5-470,9-17 278,15-4-225,-19-14 0,-1-5 98,20-15-27,-7-9 156,-14-11 67,-14 4 33,-1-8 921,-8 3-1083,-4 18-156,-2 10-23,0 14-28,-2 12 11,-2 10-11,-3 32-3443,1 6 3354,1 6-166,4-27 0,0 0-466,1-4 0,0 2-4195,1 21 1,0-1 3635,0-18 0,-1-3 0,2 4 0,-1-7 0,-1-18 0</inkml:trace>
  <inkml:trace contextRef="#ctx0" brushRef="#br0" timeOffset="210501">19517 5475 24363,'51'-8'184,"-3"16"-161,-17 42-1514,-16-19 0,0 0 1485,6 21-223,-11-14 1,-4-2 234,-5-2 768,-10 22-606,-21-32 23,-3-5 22,-7-16 1372,15-19-1439,10-14 1280,15-12-1319,16-7-57,12-4-198,-9 27 0,3 2 120,24-19-151,5 12-29,-10 12-778,-6 11 1,1 2-4230,19 2 4716,-20 4 1,-2 0 0,1 0 0,-17 3 0</inkml:trace>
  <inkml:trace contextRef="#ctx0" brushRef="#br0" timeOffset="211058">20179 5695 18296,'-5'2'5871,"2"0"-4353,3-2-1445,25-67-12,-1 37-180,-1-12 1,2 0 174,12 14 111,-6 4 57,-11 5 39,-10 5-112,-8 6-78,-10 3-51,1 3 17,-20 8-33,11-1 227,-21 17-216,17-1-12,-6 12-16,12-2 6,6 2-7,4 3 7,10 1-1,6-1-39,14-3 34,8-7 11,8-6 6,3-10 22,0-11 22,-3-11 29,-3-12 27,-7-10 34,-7-9 34,-7-6 16,-8-2 17,-5 2-11,-4 7-17,-1 7-33,0 11-68,0 9-55,0 8-18,1 8 1,3 10-6,6 13-28,4 16 11,7 13 8,-9-23 1,-1 2-163,2-1 1,-1 2 66,-3-3 1,-1 1-340,1 24-423,-21-7-770,-17-10-3427,-17-9 5063,1-11 0,16-10 0,13-5 0</inkml:trace>
  <inkml:trace contextRef="#ctx0" brushRef="#br0" timeOffset="211268">20890 5461 25567,'50'-6'-282,"1"-1"1,-16-1 0,-5 3 0,0 10 0</inkml:trace>
  <inkml:trace contextRef="#ctx0" brushRef="#br0" timeOffset="211418">20935 5687 26581,'51'-22'-183,"-1"0"1,-17 6-1,-4 2 1,7 5-1</inkml:trace>
  <inkml:trace contextRef="#ctx0" brushRef="#br0" timeOffset="213258">22945 5349 23763,'-1'-45'347,"-1"1"0,2 5 1,-1 8-62,-4 21-51,2 5-139,1-1 268,0 2-258,-1 2-39,-5 0-44,-1 2 5,-9 2 0,-11 10-17,-1 1-11,-3 8 11,17-4-11,7-5 11,6-2 6,3-4 28,0 1-6,1-4 84,1-2-56,0-2 45,5-5-56,0-2 0,3-4-22,-3 2 28,-3 2-51,-1 2 17,-2 2-17,0 4 73,-1-1-73,-1-1 0,-1 1-5,0-1-12,0 2 1,-1 0-6,1 0-17,-3 0 39,1 0 6,-1 0-12,2 0 169,1 0-202,1 0 17,-1 2 11,-2 0-12,-4 6 18,-3 4 0,-6 7-6,-8 14 0,3 0 16,-5 10-21,13-15 5,2 6-6,8-8 12,14 11-6,1-12 11,36 3 0,-18-20-6,2-2 1,1-3 22,13-8 31,-14-1 0,0-3 64,13-13 0,-6-11-61,-23 6 28,-8-13-34,-9 1-14,-4 6 0,-2 0 8,-10-23-36,5 25 0,0 3-8,-5-2 5,1 8-34,10 15-77,0 1-18,5 8-123,3 7-369,8 10 50,2 0-1742,20 11-7372,11-2 9674,7 3 0,-14-11 0,-15-8 0</inkml:trace>
  <inkml:trace contextRef="#ctx0" brushRef="#br0" timeOffset="213634">23625 5305 26144,'-47'-22'166,"-1"-1"0,-4 8 0,8 13-154,18 30-7,-9 17-5,19-1-5,8-10-7,16 8 1,24-4 6,12-1-168,-13-19 0,1-3 173,23-1 22,-14-9 135,2-21 5,-21-5 23,2-19-28,-14-3-40,-11-7-55,-4 9-1,-6 11 1,-2 1 0,-11-6 289,-13-10-345,7 23-45,5 11-17,10 7-476,6 19-767,14 6-2875,16 18-5657,19-2 8359,-4-10 1,-6-10 0,-21-12 0</inkml:trace>
  <inkml:trace contextRef="#ctx0" brushRef="#br0" timeOffset="213825">24167 5469 26934,'38'-28'-650,"0"-1"0,0 2 0,1 8-2229,-2 17 1,1 5 2667,-5-2 1,-1 0-1,9 1 1,-19-1-1</inkml:trace>
  <inkml:trace contextRef="#ctx0" brushRef="#br0" timeOffset="214051">24790 5232 27510,'-32'-25'40,"4"20"-85,16 61-81,6-23 0,1 2-404,1 2 1,0 3-415,2 18 1,0-3 0,-1 1 0,3-22-1,0 1 1</inkml:trace>
  <inkml:trace contextRef="#ctx0" brushRef="#br0" timeOffset="214418">25149 5326 26726,'-48'34'90,"11"4"-73,28 8-12,13 0-21,10-3 16,13-7-6,6-8 17,4-12 51,-1-10 16,-3-15 23,-7-12 17,-9-14-6,-8-9 22,-15-5-33,-9-1-17,-10 2-23,-1 8-21,4 10-52,7 11-161,6 10-522,4 13-4195,3 9 4890,1 3 0,1-3 0,0-6 0</inkml:trace>
  <inkml:trace contextRef="#ctx0" brushRef="#br0" timeOffset="215092">26087 5414 25634,'35'-48'91,"-1"0"1,4 4 0,3 9-90,3 20 1,2 7-1131,5 0 1,0 3 1110,0 4 0,-2 3-25,-3 4 0,-3 3 262,-9 3 1,-5 4-366,2 22 33,-40 6 86,-10-19 1,-8-3-234,-10 2 1,-6-3 275,-5 1 0,-2-1 5,1-2 1,0 0-3,7-3 1,2 0-13,9-2 0,4-1 9,-6 8 1080,21-5-1041,25-5 66,20-6-122,29-5 2,-21-3 1,2-3-88,5 0 0,0-3 116,-2-2 0,-1-3 13,-4-1 1,-4-3 25,-7-1 0,-5-5-3,-6-2 0,-4-3 31,-5-2 0,-5-1 67,-5-1 0,-4-1 199,-7-25-89,-7 10-62,5 17-101,4 13-84,5 11 1203,3 6-1253,4 11 28,6 11-18,9 17-21,8 17-29,-11-23 1,-1 1-189,-1 2 1,-4 0-462,-2 0 0,-6 0-2434,-8 2 0,-5-2 3145,-3-2 0,-1-4 0,-11 10 0,7-17 0</inkml:trace>
  <inkml:trace contextRef="#ctx0" brushRef="#br0" timeOffset="215501">27698 5585 22320,'12'-48'770,"0"-1"1,0 1 0,-2 2 0,0 1-1,-3 6-395,0-12-263,-6 13 380,-1 25-503,0 14 140,0 15-101,0 35-40,-1-6-133,-1-2 1,-1 2-103,-2-9 1,0 1-627,-3 12 0,0 2-802,-1 1 0,1 0 1675,1 4 0,0-4 0,0 7 0,4-11 0</inkml:trace>
  <inkml:trace contextRef="#ctx0" brushRef="#br0" timeOffset="215991">28034 5766 19572,'26'-48'1216,"0"1"1,0-1 0,5-10 0,-5 8-589,-5 1-1,-16 30-386,-4 11-52,-1 6-144,-3 10 123,-9 18-84,-4 10-62,-9 19-28,7-13 217,0 14-250,13-1 28,12-1-1236,15 2 1230,6-26-124,19-2 129,-2-16 35,7-5 38,-4-23-27,-21-10 5,-11-19-5,-18 11 5,-8 4 0,-4-1-5,-13-15-267,5 12 0,-1 1 252,3 5 1,0 2 20,-15-23-18,9 14 1173,7-4-1167,12 14 112,3-5-135,16 5-22,5 9 23,6 6 5,18 7-5,-4 10-23,18 6 0,-5 12-273,-3 10 246,-7 10-35,-12 7-89,-13 7-297,-18 1-667,-12 0-2346,-9-4 3478,2-3 0,8-26 0,9-5 0</inkml:trace>
  <inkml:trace contextRef="#ctx0" brushRef="#br0" timeOffset="216434">29069 5569 22991,'19'-47'916,"1"-1"1,-3 6 0,-5 7-559,-12 13-263,-5 10 57,-29 9-63,-5 14-44,7-2 0,-2 2-243,3 4 0,0 3 206,2 1 0,1 3 0,4 1 1,4 1 112,-8 26-138,19-4 6,14-11-67,28 3 44,3-21 40,10 2 44,14-22-16,-29-5 27,2-7 1,-1-5 83,0-14-47,-11 10 0,0-2 115,4-17 6,-8 8-51,-6 8 297,-5 12-425,-3 7-46,-2 9 34,-1 13-11,0 12-23,-1 19-22,-2 14-290,0-24 1,-2 2 241,-2 3 0,-1 0-176,-3 4 0,-1 0-462,-1 0 0,0 1-1143,1-3 0,2 0 1857,4-5 0,2-4 0,1 5 0,5-15 0</inkml:trace>
  <inkml:trace contextRef="#ctx0" brushRef="#br0" timeOffset="216775">29617 5720 21959,'18'-47'1292,"1"0"1,-3 6-1,-3 6-777,-7 15-302,-4 10-146,-5 8-39,-6 12 34,-9 13-29,-9 17-33,-5 14-123,18-23 1,0 1 119,3 2 0,3 0 3,1 0 0,3-1-6,7 29 1,10-10 10,10-10 1,7-15 11,4-14 44,3-20 57,1-16 50,-1-17-76,-19 13 1,-1-2-1,-3-2 1,-1-2 5,-4-2 0,-1 0-14,-2 3 0,-4 0 44,-7-22-88,-8 14-124,-9 16-303,-9 13-5097,-11 18 5484,-2 7 0,13 0 0,11-4 0</inkml:trace>
  <inkml:trace contextRef="#ctx0" brushRef="#br0" timeOffset="218376">17417 6894 22694,'-10'-54'746,"-1"-1"1,1 6 0,-5 9-338,-24 14-336,10 14 11,-10 6-39,13 17-28,-5 10-12,3 12-5,3 21 17,10-4-11,4 12-18,11-22 1,10 6 6,7-11-18,13 4 18,7-6 10,10-4 1,-15-12 27,1-1 18,-25-13-6,-18 3-34,-4-4 17,-48 6-28,25-4 0,-2 0 0,0 1 0,-13-1-59,19-1 0,0-1-529,-7-2-1451,11-9-274,24-2 2313,18-14 0,-8 15 0,8-6 0</inkml:trace>
  <inkml:trace contextRef="#ctx0" brushRef="#br0" timeOffset="219526">17710 6783 20257,'4'-5'4184,"-1"2"-2212,-3 3-1899,8-16-34,-10 22-11,1 9-45,-12 35 6,4-4 0,1 2-15,2-5 1,1-1-1101,1 10 1,2-2 1019,4 12-211,1-28 0,2-1-658,3 13-2750,1 8-1495,-4-24-1995,-4-11 4264,-3-21 5062,-3-14-2111,0-7 5619,-2-22-399,1 5-1540,-3-8-1484,0 12-1423,0 10 392,-3-1-23,3 8-777,2 0-253,6 3-84,12 8-23,4 3 18,21-1-23,11 0-28,-4 2 0,5 1-17,-4 0 0,1 0-938,10 0 1,-2 1 973,-18 0 1,-2 1-1370,9-1 0,-3 0 1389,-6 0 85,14-4-24,-38 0-16,-10-1 23,-11 1 1300,-11 2-1278,-6 3 3454,-3 7-3427,1 2-72,5 8-16,5 3-40,11 3 0,7 2 11,14-1-6,3-6 12,28 1-11,-17-12 11,25 1 44,-22-14 130,9-11-18,-14-7-5,-6-12 6,-12-2-79,-5 7 151,-12-10-134,-3 20-50,-11-4-23,0 18-11,-4 14-17,-2 13-11,8 5 0,-6 31 0,16-10-198,6-10 0,1 1-3,6 26-91,4-29 1,4 0-342,3-1 1,4 0-307,5-1 1,5-2-404,3-5 1,4-3-334,2-5 1,3-5 677,0-6 0,1-4 1100,-3-8 1,-2-2 563,16-12 971,-22-3 0,-4-4 631,2-17-1387,-8 13 0,-1-1 339,-1-19-369,-5 7-231,-5 12-195,-3 11-219,-1 10-162,-2 9-12,-1 11 324,-1 3-357,-4 33-5,2 1-4,0-9 1,0 2 13,-2 19-2,0-10 0,-1 0-31,-3 13 31,3-19 0,0-3 8,-4 3 11,1-21-11,-2-18-16,3-18 16,5-17 6,4-18-26,6 18 1,2-2 16,3-6 1,1-1-460,3-5 1,3 1 450,1 0 0,2 1-9,-1 4 1,1 3-105,-1 6 0,1 2 113,16-15 6,0 16-23,2 11 0,3 11 1,1 11-1,-4 11-34,-7 12 878,-13 10-917,-16 5-106,-20 4-263,-21-1-251,12-22 0,-2-3-427,-2 0 0,-1-2 1137,-1-4 0,3-2 0,-4 3 0,10-9 0</inkml:trace>
  <inkml:trace contextRef="#ctx0" brushRef="#br0" timeOffset="219742">19194 7095 26418,'49'-20'-637,"7"4"0,-27 12 0,-1 1 0</inkml:trace>
  <inkml:trace contextRef="#ctx0" brushRef="#br0" timeOffset="220650">19598 6893 24161,'-6'-18'56,"2"5"-17,6 15 23,2 0 50,1-1 5,3 0-49,5-1-63,-1-1 18,11-2-57,-7 1-128,6-1-214,-6 2-144,-3 2 21,-1 2 135,-2 2 219,4 1 122,5 1 12,11-2 5,12-2 12,9 0 22,4-2 34,-6 0 89,-13 0 302,-15 0 96,-11-1-118,-7 0-27,-3 0-35,-2-3 6,1-1-10,-3-2-29,2-1-78,-2 0-124,0 1-50,-4 2-39,-3 0-51,-9 3 40,-11 0 16,-9 2 40,-13 3-68,18-1 17,-4 2-11,24-2 0,-3 5-11,8-2 0,-3 5-11,5-1 27,-4 5 1,2 2-6,2 1 22,-1 4-33,4-8 28,-2 2-6,3-7-11,0 1 0,2-3-11,0-2 22,0-2 11,0-1 1,0 0 10,0 0-10,0 1 274,2-2-236,2-1-33,6-1-5,18-3-51,-4 0 11,21 0-11,-11 3-6,9 6 1,-1 6-1,-5 11-11,1 17 17,-14-9-5,1 18-12,-17-16 0,-6 6 0,-28 1 6,3-15-28,-3-11 0,-4-3-208,-20-4-313,19-5 0,-1-2-303,1-3 1,2-4-5243,-25-17 6105,15-4 0,19 8 0,12 7 0</inkml:trace>
  <inkml:trace contextRef="#ctx0" brushRef="#br0" timeOffset="220866">20208 6769 26878,'31'-14'-82,"-1"0"1,20-8-5207,-44 25 5288,0-1 0,0 2 0,-3-2 0</inkml:trace>
  <inkml:trace contextRef="#ctx0" brushRef="#br0" timeOffset="221333">22035 7092 21500,'0'-10'3400,"0"3"-2671,0 7-651,0 0-83,-30 7-23,12 27-174,-3-11 0,-1 3-1132,9 11 0,4 2 1334,-3 3 0,2-3 0,-2 6 0,3-7 0</inkml:trace>
  <inkml:trace contextRef="#ctx0" brushRef="#br0" timeOffset="221693">22249 6869 18885,'0'-9'4716,"0"2"-4263,-8-23 1,-4-4-17,0 13-328,-1-14 0,-1 4-64,3 27-28,-4 19 0,5 3-23,-2 9 1,5 14-1,10-10 6,1 4 39,19-1-28,-8-20 62,24 4 432,-2-48-382,-9 15 34,-11-16 0,-5-3 16,-10-1-27,-7-15-23,-2 17-67,-6 9-78,3 11-74,1 7-156,1 10-733,3 10-2433,5 12 3418,17 9 0,-9-14 0,10-1 0</inkml:trace>
  <inkml:trace contextRef="#ctx0" brushRef="#br0" timeOffset="221909">22658 7040 21870,'-6'0'3798,"1"0"-3020,5 0-806,24-57-554,33 41-124,-22-14 0,3 2-3238,10 26 1,0 7-2487,14 0 6430,-3 7 0,-39-7 0,-2 0 0</inkml:trace>
  <inkml:trace contextRef="#ctx0" brushRef="#br0" timeOffset="222076">22750 7223 20588,'-4'2'4822,"1"-1"-4357,3-1-840,52-20-930,-4 7-893,-1-3 0,5-1 2198,-5 3 0,-3 2 0,6-3 0,-3 0 0</inkml:trace>
  <inkml:trace contextRef="#ctx0" brushRef="#br0" timeOffset="222393">23543 6872 18560,'0'-3'6228,"1"0"-4228,-1 3-1854,-19-15-40,1 25-50,-15-5-28,10 33-17,8 5-11,8 2 11,13-4-11,11-4-5,14-9 10,12-7 12,9-10 0,1-7 22,-2-9 68,-8-3 72,-10-4 6,-10 2-6,-10 4-84,-7 3-89,-4 5 38,-5 8-16,-4 13-33,-9 17-116,5-10 1,-1 2-1642,-1 10 0,0 1 1762,1 1 0,2-2 0,-4 17 0,8-23 0</inkml:trace>
  <inkml:trace contextRef="#ctx0" brushRef="#br0" timeOffset="224009">24437 7431 23741,'-24'41'-1259,"1"0"0,-1 1 0,-2 5 0,2-4 1259,2-12 0,3-6 0,7-9 0,1-1 0</inkml:trace>
  <inkml:trace contextRef="#ctx0" brushRef="#br0" timeOffset="224426">24928 7032 24419,'31'-50'722,"-1"-1"1,-1 4-1,-10 15-688,-18 31 28,-13 24-46,2-2-8,-7 13 1,-2 3 2,-6 17-482,7-14 1,2 1 467,7-9 1,1-2 2,0 14 324,9 4-319,16-17 23,7-6-22,17-12 44,4-24-22,-5-3 28,-9-6 0,1-3 90,13-11-124,-14 9 1,0 0 133,12-12-4,-10 7-91,-12 12 6,-9 7-67,-8 12 480,-3 9-463,-4 13-28,-4 12 11,-1-2-79,1-2 1,1 1-107,1 3-733,0 10 0,1 0-942,3-4 1442,5 3 1,0-2 0,-1-18 0,6 10 0</inkml:trace>
  <inkml:trace contextRef="#ctx0" brushRef="#br0" timeOffset="224709">25941 7242 25068,'12'-38'661,"0"-1"0,0-21-582,-37 64-6,-15 9-17,-13 12-287,25-9 0,0 2 276,-20 21-39,14 4 100,14 0-123,14-1-6,9-11-184,19 8-118,4-18-201,17 3-432,4-14-918,12-9-796,-24-4 0,1-1 2288,0-1 0,-3 1 0,11-5 0,-18 4 1</inkml:trace>
  <inkml:trace contextRef="#ctx0" brushRef="#br0" timeOffset="225050">26755 7116 26082,'-45'-2'120,"1"0"1,-1-1-1,-16 2 1,8 8-113,27 13 1,5 5 8,-12 26-17,14 2 0,14 2 11,10-12-6,6-12 1,4-1 5,14 6 0,15 8 1,-6-25 16,-1-11 5,-3-15 51,-6-7 34,-7-8-12,-9-3-50,-20-1-22,-18 0-12,-24 3-36,17 13 0,-1 3-372,-3 1 1,0 2-862,2 4 1,1 1 509,-17 7 1,22-2 0,16 0-1</inkml:trace>
  <inkml:trace contextRef="#ctx0" brushRef="#br0" timeOffset="228250">27274 7519 24642,'-20'41'-1967,"0"0"1,0-1 0,-6 8 0,-2 0 0,5-9 243,-3-3 0,-10 12 0,28-39 1</inkml:trace>
  <inkml:trace contextRef="#ctx0" brushRef="#br0" timeOffset="233909">28268 7480 22358,'24'-50'1041,"-1"0"1,-3 7 0,-3 7-644,-7 16-281,-5 11-139,-4 8 44,-2 11-10,-8 23-18,1-3 23,-1-1 0,-2 2-68,-7 21-310,7-17 1,-1 1-343,0 1 0,0 2-4213,3 7 1,1 0 4805,2-12 1,1-2-1,0 21 1,5-34-1</inkml:trace>
  <inkml:trace contextRef="#ctx0" brushRef="#br0" timeOffset="234609">28725 7514 21332,'17'-43'1034,"0"0"1,-2 6-1,-4 6-709,-10 16-190,-8 9-113,1 8 17,-15 11 12,-3 12-18,-10 14-10,0 7-37,19-17 0,2 0 2,-2 11 1,13 10-6,16-24 1,12 3 16,11-8 33,18-10-16,-16-9 5,12-11 34,-25-9 62,1-10 62,-8-18-91,-9 0-66,-5 0 27,-8 3 17,-2 10 51,-4-5-40,2 12 163,2 1-112,2 14-112,2 1-17,3 7 5,4 3-16,7 2 17,20 6-1,5 3 1,3 1-6,8 6-6,-15 1 12,4 8-12,-18 12 1,-16-2 10,-9-2 12,-10-2-22,5-8-7,0 8 29,5-11-11,10 9-17,1-19-12,14 11 18,6-10-1,13 1 17,8-5 73,5-11-45,-18-4 79,1-14 39,-25-7 50,-2-27-89,-10 0-202,-1 19 1,-2 1 184,-9-18-51,1 16 23,-4 3-17,1 16-56,-10 0-22,5 9-23,-4 12 0,10 3-24,-3 12-1179,7 2-8583,9 18 9511,8-9 1,3-3 0,0-16 0</inkml:trace>
  <inkml:trace contextRef="#ctx0" brushRef="#br0" timeOffset="234893">30130 7380 22386,'2'-3'3058,"-1"1"-1871,-1 2-980,-84 33-128,32-7-505,-6 0 0,2 2 437,9 8 216,22-2-199,25-2-11,10-7-11,29 7 5,12-7-521,-4-5 0,3 0 330,-4-3 1,1 1-491,8 2 1,0 1-2770,-12-4 0,-2 0 3439,-8-2 0,-3-2 0,7 4 0,-20-9 0</inkml:trace>
  <inkml:trace contextRef="#ctx0" brushRef="#br0" timeOffset="237484">30830 7740 19008,'0'-8'2397,"6"-32"1,1-9-1514,1 6-838,0-11 1,1 2 346,-1 12-9,-2 13-289,-2 12-5,-1 9-46,-1 8-4,2 11-29,0 12 274,1 15-302,-1 9 22,-3 5-10,-2 1 10,-2-3 12,1-4-17,0-9 28,1-13 157,1-10 39,0-14-95,0-15-40,0-14-21,2-18-7,3-13-25,-1 22 1,1 0-271,0-3 0,1-1 253,-1 2 1,0 0 70,2-24 5,-3 20-106,-3 20-28,-3 14 16,-3 19 57,-5 14 5,-3 19-42,6-10 0,0 1-2,-1 15-4,5-14 1,2-1 487,10 6-490,3 3 11,7-12 106,1-15-66,-8-13-1,1-18 0,-5-13 17,1-16-6,-3-11-42,-4 17 1,-1 0-9,0-14-5,-1-10-23,0 38-23,0 3 1,-3 17 44,-4 17-184,-8 17-874,-5 17-984,8-17 1,-1 1 1199,-7 27 0,6-20 0,8-16 0</inkml:trace>
  <inkml:trace contextRef="#ctx0" brushRef="#br0" timeOffset="255593">22104 8677 18211,'13'-42'703,"-1"1"0,1-1 0,3-13 0,0 8-272,3 6 1271,-6 20-1663,-6 13 573,7 17-578,2 12-28,11 19-12,1 15 6,-14-23 0,-2 2-97,-2 4 1,-3 2 37,-3 0 0,-5 1 0,-5-1 1,-6 0 38,-1-6 0,-5-2 28,-2-6 1,-3-4 958,-18 5-849,9-19-29,13-21-5,15-16 6,18-14-40,17-11-154,-8 26 1,2 0 109,6 1 0,3 1-166,3 2 0,2 3 11,3 3 1,1 2-278,0 4 1,0 3-413,-1 2 1,-1 2-647,-2 2 0,-1 2-1850,-5 3 1,-1 1 3333,23 7 0,-27-2 0,-9 0 0</inkml:trace>
  <inkml:trace contextRef="#ctx0" brushRef="#br0" timeOffset="256142">22900 8664 12169,'-4'8'7226,"1"-1"-4740,3-7 892,0 0-3232,-9-10-73,13 5-40,-2-9-22,19 4 1,15-7 16,-10 4 61,14-11 6,-18 6 57,0-6 27,-10 2 34,-11 4-135,-11 7-56,-3 5 6,-13 10-11,-2 8 0,-11 10 0,14-2 0,1 3 5,-16 20-22,4 2 17,14 0-28,15-12-6,7 6 11,29-2 12,-3-15-15,3-8 1,4-4 14,24-4 10,-19-3 1,1-1-9,0-3 1,0-3 16,3-5 0,-2-2-487,-9-2 1,-3-2 495,20-16 35,-23-6 82,-16 6 151,-1-15-78,-6 9 17,-3 0-56,0 15-112,-1 10 27,1 4 952,0 6-1063,0 3-2,3 7 19,5 10 0,1 4-12,14 17 17,4 3-14,-7-15 1,1 3-7,3 7 1,-1 1-724,-7-5 1,-1-1 700,0-2 0,-5 0-243,-20 21-382,-17-17-862,0-13 1,-3-3-8314,-20 3 8229,3-7 0,29-13 0,14-1 1</inkml:trace>
  <inkml:trace contextRef="#ctx0" brushRef="#br0" timeOffset="256359">23959 8707 26278,'36'-16'-786,"0"1"0,1 0 0,1 5-3390,-2 11 1,0 4 3471,-2-1 1,-3 0 0,11 4 0,-19-2 0</inkml:trace>
  <inkml:trace contextRef="#ctx0" brushRef="#br0" timeOffset="256518">24114 8935 26850,'34'-12'-671,"21"-4"0,-8 6 0,0 0 1</inkml:trace>
  <inkml:trace contextRef="#ctx0" brushRef="#br0" timeOffset="257192">25692 8835 23551,'22'-47'694,"-1"-1"1,-1 4-1,-7 15-621,-12 26 0,-9 20-28,-8 15-28,-11 19-12,9-19 1,0 1-409,-2 5 0,1 2 19,-1 2 0,2 2-1187,1 2 0,3 0-2904,3-1 0,4-1 3929,3-7 0,2-2 1,1 6-1,5-20 0</inkml:trace>
  <inkml:trace contextRef="#ctx0" brushRef="#br0" timeOffset="257609">26254 8975 19115,'21'-54'1751,"0"0"0,-3 4 0,-3 4-1051,-6-8-218,-9 10-207,-9 14-141,-10 14-39,-14 14-39,-12 15-16,-5 14-208,23-8 1,2 2 164,1 3 1,3 1-4,2 1 1,3 1 6,-6 26-1,14-3 23,18-8-35,14-10-4,13-13 55,10-12 0,3-15 6,0-10 44,-4-13 57,-6-6 95,-7-1 89,-8 2 1,-7 7 305,-9 9-524,-5 9-80,-5 8 13,-5 13-28,-7 10-12,-5 14 7,-3 13-52,2 9-233,10-25 1,2 2-271,-1 3 0,2 1-1790,0 3 0,1-1 2333,1-3 0,2-2 0,-2 10 0,3-20 0</inkml:trace>
  <inkml:trace contextRef="#ctx0" brushRef="#br0" timeOffset="259116">27144 8920 12897,'2'-4'7993,"-1"0"-5881,-1 4-1356,15-56-331,-11 40-44,11-43-241,-15 56 107,-3-1-35,-4 0-49,-8-3-84,-7 0-6,-16 1-40,9 3 18,-17 4 16,13 7 0,-10 8 39,-8 14-72,9 1 0,0 10-29,20-12 34,8 9-22,14-8 39,24 14 34,11-12-60,-6-16 1,1-3-8,16-2 66,8-8 29,-17-14 196,10-20-12,-15-8-1227,-4-17 1043,-16 16 67,-5-9 16,-5 13-44,-1-6-56,0 3-51,-1 13-39,1 4-22,1 12 11,-1 7 1194,0 1-1211,2 4 28,1 3 23,2 3-40,-2-2 1,0 1 5,-3-2-6,1-3-16,-1 0 38,1-2-10,-1 0 22,3 0-28,0 0 17,2-2 16,-1 1-72,-2-1-6,-2 2 68,-1 0-225,2 2-716,-2 0-2661,3 5 3579,0-1 0,-1-1 0,0-2 0</inkml:trace>
  <inkml:trace contextRef="#ctx0" brushRef="#br0" timeOffset="260793">26184 9062 22666,'-19'-42'1002,"0"10"-789,4 39 22,-10 5 0,-10 10 1,-6 7-63,-3 5-89,3 3-5,9 1-1,11 0 0,12-1 6,16-2 34,11-4 28,16-3-56,12-6 5,7-8 28,4-6-11,-4-12 45,-5-7 22,-8-10-67,-3-9-39,-7-4 0,-4-5 0,-7 1 5,-7 2 34,-6 5-67,-7 4-62,-5 3 39,-5 4 1,-3 4-29,-3 3-11,-2 4 51,-2 4 0,-2 2-23,-1 2 34,-2 0-51,8 1-39,-2 0 34,11 0-6,-1 1-112,5 0-2380,5 2-3417,5-1 5926,5 0 0,-4-2 0,1 0 0</inkml:trace>
  <inkml:trace contextRef="#ctx0" brushRef="#br0" timeOffset="261300">27221 8898 24363,'14'-31'753,"-1"1"1,8-18-682,-21 46 24,0 1-46,-2 7 135,-9 17-51,-7 10-95,2-5 1,-1 0 4,-12 17-10,6-12 0,-1 1-457,3-4 0,0 1 397,-6 9 1,0 3-345,3-1 1,2 1-1765,5 0 0,3-1 2134,4-6 0,4-2 0,0 8 0,6-19 0</inkml:trace>
  <inkml:trace contextRef="#ctx0" brushRef="#br0" timeOffset="261726">27700 8931 22302,'0'-4'2805,"0"1"-1438,0 3-1271,-18-1-12,-4 26-56,-10-6-17,13 7 0,2 4-22,-8 17 19,12-13 1,3 1 2,5 18-11,20-1 11,8-25 62,30-9-17,-11-17 5,19-12-21,-13-16 32,-5-17-21,-11 5 10,-15 3 1,-4 0-28,-3-3-4,-4-1 1,-6 0 36,-15 3-39,-11-10-28,1 26-5,-7 8-40,4 15-61,4 10-555,5 14-2375,16 14 3036,16 12 0,-6-23 0,8-1 0</inkml:trace>
  <inkml:trace contextRef="#ctx0" brushRef="#br0" timeOffset="261949">28685 8947 23030,'0'-7'3299,"0"2"-2274,0 5-958,-27-22-56,15 48-22,-19-22-15,22 38 1,8 13-65,-2-16 1,1 1-990,-1 19 1,0 2-574,2-10 0,0-2 1652,1 0 0,-1-4 0,1 7 0,0-14 0</inkml:trace>
  <inkml:trace contextRef="#ctx0" brushRef="#br0" timeOffset="262125">28252 9153 24636,'56'-21'49,"0"0"0,0 0 1,-2 2-1,-1 1 0,-3 6-153,4 10 1,-3 5-1079,2-2 1,0 2 1181,4-1 0,-4 1 0,6 1 0,-9-1 0</inkml:trace>
  <inkml:trace contextRef="#ctx0" brushRef="#br0" timeOffset="263818">29577 9097 22565,'19'-54'935,"0"0"0,-3 6 1,-3 10-617,-8 21-263,-4 11 17,-6 13-39,-7 14 16,-12 19-39,8-12 1,-1 1-21,-1 5 1,-1 2-439,1 2 1,1 1-2,2 2 0,3 1-815,2 0 0,4 2-2297,6-2 1,3 0 3559,3-7 0,1-2 0,6 8 0,-2-21 0</inkml:trace>
  <inkml:trace contextRef="#ctx0" brushRef="#br0" timeOffset="264475">29997 9216 19910,'11'-58'1290,"0"-1"0,-2 6 0,-6 10-853,-11 19-207,-8 11-96,-4 9-39,-5 13-50,-2 12-6,1 14-5,4 8-17,9 5-6,8-1 17,14-4 22,9-6 1,15-7 5,10-10-6,9-10-28,5-16 40,-2-11 33,-6-13-5,-11-9-22,-13-3 4,-13-2 40,-7 2-33,-12 3-29,-8 5 17,-9 7 12,-3 8-29,6 8-50,6 6 23,10 3 5,11 3-12,10 3 12,17 0-16,13 4-18,14 0-189,-26-4 0,0 0 200,1 0 1,-1-1-6,29 2 5,-12-1 7,-15 0 4,-15 2 1,-10 5-17,-7 0 39,-18 20-22,-5-4-17,-14 16-11,2-5 0,6-9 424,6 11-402,12-14 28,10 8-5,14-11-46,15-5 12,13-8 12,15-4 2,-28-7 0,1-3-97,0-1 1,-2-3 189,23-19 5,-17-7-51,-15-7-5,-15-1-11,-18 0-28,-3 11-23,-32-8-234,10 17-2124,-20-3 2364,6 16 0,24 6 0,1 3 0</inkml:trace>
  <inkml:trace contextRef="#ctx0" brushRef="#br0" timeOffset="265818">31215 9009 14835,'-2'-3'6402,"1"1"-5758,1 2-588,41-30-302,12 27-76,-12-9 0,2 2 50,-9 13 1,-1 4-612,0 2 1,-1 2-1946,12 12-354,0 7 886,-21 2 1579,-29-1 1215,-26-4 835,-24-4-300,23-12 1,-2-2-177,-1 1 0,0-2 131,3 0 0,1 0 1135,-24 7-1686,25-7 403,11 0 28,21-7-318,13 0-265,28-6-212,9-2-59,-18 2 0,3-2 39,9-4 1,-2-3 10,-13-5 0,-1-2-28,2 1 1,-5-2 2,-7-19 17,-23 6 73,-6 6 740,-8-8-331,-7 0 290,-4 0-603,10 14 167,1-2-67,13 16-163,1 2-106,7 6-89,8 11 38,1 1-10,14 22-23,-2 6 0,-7-2 0,-2 3-96,-5-3 1,-2 1-564,-3 9 1,-4 0-221,-8-7 0,-4-2-667,-11 19-2789,2-26 0,-2-3 4363,-8 3 0,4-5 0,12-15 0</inkml:trace>
  <inkml:trace contextRef="#ctx0" brushRef="#br0" timeOffset="266050">31880 8947 20571,'4'-4'3881,"-1"1"-2575,-3 3-1262,18 13-21,-13 13-12,13 6-56,-18 22-490,-2-22 0,0 0-1174,0 0 1,0 2 1708,0 6 0,-1-3 0,1-3 0,1-7 0</inkml:trace>
  <inkml:trace contextRef="#ctx0" brushRef="#br0" timeOffset="266467">32338 9109 17316,'0'-8'5434,"1"3"-4818,-1-26 0,-1-7 151,-5 3-445,2-10 1,-3 3-144,-9 17-90,-6 10-44,-5 19-39,3 3 16,-13 15-22,1 11 0,4 4 34,3 10-34,21-10-6,14-4 12,3-10 27,15-5 23,3-11 34,19-11 22,-5-10-39,-2-7 112,-9-13 246,-10-6-168,-3 0-28,-6-2-22,-9 17-140,-1 11 5,-1 5-100,0 8 22,-1 8-6,-2 11 6,-2 14-5,-2 11-68,1 10-235,2 6-1249,2 3-1378,1 1 2935,6 0 0,-4-28 0,4-9 0</inkml:trace>
  <inkml:trace contextRef="#ctx0" brushRef="#br0" timeOffset="266875">32799 9191 22358,'17'-57'942,"1"0"1,-2 5 0,-7 7-551,-16 9-173,-8 8-90,-7 10-68,-5 9-27,-4 11-6,-2 11-11,-1 9 16,1 9-22,7 6-11,10 1-22,10 0-6,15-4 45,6-6-12,12-11 35,4-7 44,2-15 5,0-7-16,-7-5 179,6-16 0,-14 7 17,4-7-73,-13 11-62,-5 9-100,-3 7-29,-1 5 1,-2 7-17,-4 8 39,-2 12-34,-2 6-33,1 9-67,3 3-499,2 6-1205,4 4-5137,7 1 6947,2-10 0,-1-16 0,-3-15 0</inkml:trace>
  <inkml:trace contextRef="#ctx0" brushRef="#br0" timeOffset="267208">33163 9190 23052,'21'-45'825,"1"1"1,-2 4-1,-7 7-517,-13 18-162,-9 7-40,-10 8-11,-9 11-16,-6 9-40,1 11-34,6 3 7,10 5-18,9-1 23,14-2 0,7-4 44,9-8 57,3-9-6,2-12-6,2-13 12,1-12-23,-3-10 6,-5-7-34,-8-1-22,-7 2 5,-10 8-291,-7 9-2537,-13 10 2778,-3 6 0,7 3 0,7 2 0</inkml:trace>
  <inkml:trace contextRef="#ctx0" brushRef="#br0" timeOffset="272666">16806 10151 16572,'-1'-3'4659,"0"1"-2524,1 2-1553,-20-63-33,8 36-468,-3-9 0,-1 4-30,1 21 22,-9 10-23,-6 10 0,-18 11-30,12 1 0,-2 4-20,6-2 0,1 1 2,0 0 1,3 1-3,1 19 6,31-13 11,22 8-3,6-16 0,6-2-17,1 0 0,0-2 0,2-1 0,-1 1 3,1-1 0,-3 0-492,14 9 498,2 5 39,-32 0-6,-33-8-34,-15-2 12,-34-3 6,-2-8-342,22-5 1,-2-2 340,2-1 1,0-2-18,3-2 1,2-5-187,6-9 0,3-3-726,-4-13-1955,24-1 0,8-3 2862,13-12 0,-2 7 0,0 16 0</inkml:trace>
  <inkml:trace contextRef="#ctx0" brushRef="#br0" timeOffset="272892">17186 9936 24956,'11'59'80,"0"0"0,2-3 1,1-1-78,5-6 0,1-3-12,-6-13 1,-1 0-160,2 12 0,-3 0-1316,-6 7-2750,-11 7 4234,-10-11 0,3-23 0,-1-9 0</inkml:trace>
  <inkml:trace contextRef="#ctx0" brushRef="#br0" timeOffset="273792">17214 10445 21388,'6'-41'980,"1"1"0,3-2 1,3 9-886,10 17-72,6-2-1,17 4-8,-13 8 0,2-1-691,2 1 0,2-1 660,8 0 1,-1 0 10,-9 1 0,-2 1 317,24-3-305,-21 3 16,-14 2-5,-19 3 50,-13 4 79,-13 4 1149,-9 6-1161,6-1 90,-3 4-89,12-4 0,2 6 10,12-4 23,11-2-101,5-6 79,26-4-79,-3-7-16,21-5 44,-9-9 17,-7-7-45,-15 1 163,-7-23-118,-16 11 22,-8-17 6,-11 17-39,-11 11-51,-8 10-27,-4 11 16,-1 13-34,3 10-10,7 13 5,6 9-23,7 7 7,8 6-68,16 3-623,16 0 326,-3-28 0,5-3-364,6 1 0,4-3-361,6-1 0,2-4-446,5-4 1,2-3 181,0-3 1,-1-4 926,-3-6 1,-2-3 873,-8-2 1,-4-4 1690,11-20 393,-24-9-1405,-16 6 1214,-14-18-1383,-1 20-235,-6-11-186,5 21-200,4 8-197,4 7 343,2 5-444,1 16-22,0 9 0,0 23 6,3 11-15,0-25 1,-1 0-163,1 2 0,0 0 177,-1-2 0,-1 0-18,-2 26-16,-5-13 28,-5-15 0,-2-16 12,0-16-1,-1-15-17,0-14 23,1-17-14,7 16 0,0-3-121,1-7 0,2-2 132,0-6 0,1-1-386,0-1 0,2 0 369,2 4 0,2 1 11,1 7 1,2 2-53,16-21 50,9 18 0,6 15-18,9 11-16,6 12 23,6 11-195,-29 1 0,-1 4 160,-2 3 1,-2 4-28,12 29 425,-21 3-442,-25-1-201,-22-6-466,-20-10-61,22-21 0,-1-4-4234,-28 4 4907,14-8 1,19-6 0,15-1 0</inkml:trace>
  <inkml:trace contextRef="#ctx0" brushRef="#br0" timeOffset="274009">18876 10224 22235,'57'-16'0,"0"0"0,-11 3 0,-1 0 0</inkml:trace>
  <inkml:trace contextRef="#ctx0" brushRef="#br0" timeOffset="274375">19649 9928 18442,'2'-5'6497,"0"1"-4637,-2 4-1737,-54-29-39,22 39-70,-6-13 0,2 5 9,2 50-18,22-22 1,2 1-223,3 3 1,4 0 213,7 1 0,5 0-14,5 2 1,5-2 4,7 1 1,6-1-316,4-1 0,4-3 330,1-4 0,0-3 5,-3-5 0,-1-3 54,17 0 44,-23-18-22,-19-14-33,-17-12 10,-12-7-38,-17-3 16,-18 5-11,19 18 0,-2 3-25,-4 3 0,-1 2-26,1 2 1,0 3 19,5 4 1,3 4 708,-15 14-1327,17 17-1889,16 11 2510,12 12 0,1-27 0,5-2 0</inkml:trace>
  <inkml:trace contextRef="#ctx0" brushRef="#br0" timeOffset="274659">16739 11005 22349,'-62'9'104,"1"-1"0,-1 1 1,9-2-1,2 1 0,2-1 69,-14 2 1,10 0 593,10 0-403,80-5-280,19-8 0,12-2-981,-20 3 1,4-1 0,2 1-1,2-2 906,-2 1 0,1 0 0,2-1 0,1 1 0,1-1-256,-4 2 1,0-1-1,2 0 1,0 1-1,0 0 1,1 0 247,4-1 1,-1 1 0,2 1 0,0-1 0,0 0 0,0 1-215,-7 0 0,-1 0 1,2 0-1,-1 0 1,0 1-1,0-1 1,0 0 208,0 1 0,-1 0 0,1-1 0,0 1 0,-1 0 0,0 0 0,-1-1-262,8 1 1,-1 0-1,1-1 1,-2 1 0,0-1-1,0 1-616,-4-1 1,-1 0 0,1 1 0,-2-1 0,-1 0 0,-1 0 871,13 0 1,-1-1 0,-3 0 0,-5 1-1,-4 0 1,-5-1 0,-5 1 0,-7 0-1,-1-1 1</inkml:trace>
  <inkml:trace contextRef="#ctx0" brushRef="#br0" timeOffset="275099">21017 10447 23237,'0'-59'985,"0"0"1,-1 8 0,-2 9-689,-3 14-274,1 18-12,1 12 0,4 20-11,-2 14-17,0 24-263,-1-16 0,0 2-370,1-14 0,0 2-1865,-2 14 0,0-1 2515,2 4 0,-1-9 0,3-19 0</inkml:trace>
  <inkml:trace contextRef="#ctx0" brushRef="#br0" timeOffset="275459">21371 10107 20839,'-16'-52'1447,"1"-1"0,2 11 0,-1 5-1172,-16 1-196,11 24-23,0 10-23,6 13-16,-4 10 5,1 22-22,7 1-5,5 0-29,14-4 1,8-14 44,11 3 22,5-11 102,5-14-96,-13-7 51,3-16-34,-16-4 106,0-20-11,-6 4-67,-8-6-39,-9 16-28,-2 10 0,-12 6-45,-8 12-23,7 2-1137,-7 20-3869,28 6 4209,7 8 0,3-13 0,4-10 0</inkml:trace>
  <inkml:trace contextRef="#ctx0" brushRef="#br0" timeOffset="275659">21826 10240 25539,'43'-14'-1001,"0"0"0,-1 0 0,13-5 0,-5 6 0,3 19 0,-25-2 0</inkml:trace>
  <inkml:trace contextRef="#ctx0" brushRef="#br0" timeOffset="275816">21903 10439 24733,'47'-16'-561,"-1"-1"1,0 0 0,4 1 0,0 0 0,-6 3 0,17 2 0,-2 2 0</inkml:trace>
  <inkml:trace contextRef="#ctx0" brushRef="#br0" timeOffset="276382">23281 10094 17871,'0'-4'5439,"0"1"-3322,0 3-1837,-78-49-1070,31 36 846,-9-13 0,-2 4 28,-4 26-11,5 2 275,9 3-320,14-1 147,12 0-175,9 1 28,5 1-11,3 3 479,0 2-473,2 0 10,-1 0 46,1 1-46,0-4 40,-4 9-22,2-5 5,-3 10-6,1-4-11,-2 2-28,2-5 29,-4 5-7,-1 0-16,1-4 84,2-3 212,6-11-10,5-7-174,3-7-51,8-7-33,11-6-28,10-4-1,8 2-27,3 5 17,-1 7 5,-3 6-17,-3 10 18,2 10-7,3 14-5,4 11 0,-24-17 0,-1 0-33,15 25 5,-15-5 16,-21-6 1,-24-8 0,-23-8-65,13-14 1,-2-3-525,-4-3 1,-1-4-104,-2-3 0,2-4-846,0-2 1,3-4 1548,2-8 0,4 0 0,-4-1 0,12-4 0</inkml:trace>
  <inkml:trace contextRef="#ctx0" brushRef="#br0" timeOffset="276559">23407 9921 26170,'54'-29'276,"0"0"0,-4 3 0,-6 4-298,-8 7-619,-3 4 641,-8 4 0,-12 3 0,-4 3 0</inkml:trace>
  <inkml:trace contextRef="#ctx0" brushRef="#br0" timeOffset="280309">23948 10603 23147,'1'51'67,"1"0"0,-4-1 1,-4-4-2118,-16 6 634,-9 2 1,17-33 0,1 0 0</inkml:trace>
  <inkml:trace contextRef="#ctx0" brushRef="#br0" timeOffset="282349">25132 10360 23355,'21'-43'610,"0"-1"0,1 4 1,-9 12-454,-16 24-124,-7 2-4,-11 5 10,-15 3-28,-13 8 23,-12 4-235,29-7 0,0 0 212,1 0 0,1-1-11,-20 9 39,14-7 23,18-6 201,9-3-67,9-3 73,-1 1-224,1 2-34,1 5-22,-1 9 486,1 9-464,-3 9-6,-3 6-5,-4 0 40,-2 0 10,-2-3-44,1-4 33,0-6-17,2-7 29,3-9 178,3-6-16,2-8-101,4-9-39,5-8-12,10-10 12,12-2-62,8 2-11,6 7 12,0 8-35,-2 8 18,-2 8 10,2 9-22,0 11 1,-1 9 16,-7 6 11,-13 3-62,-22 0-44,-25 3-14,2-21 0,-3-2-538,-7 1 1,-3-1-164,-2-2 1,0-2-2064,3-2 0,2-3 2873,-17 2 0,24-8 0,18-4 0</inkml:trace>
  <inkml:trace contextRef="#ctx0" brushRef="#br0" timeOffset="282666">25810 10272 19904,'9'-4'3792,"-3"1"-3355,-6 3 414,0 0-666,-78 56-107,52-38 1,0 1-428,-10 7 1,-6 3-1,5-2 416,6-3 1,3-2 55,-18 17 252,17-9-297,16-5 34,11-6-22,14-3-45,15-5-34,20-5-81,-15-4 0,1-2-199,6-1 0,1-2-176,3 0 1,-1-1-904,1-1 1,0-2 1347,2-1 0,-3 1 0,4-1 0,-7-1 0</inkml:trace>
  <inkml:trace contextRef="#ctx0" brushRef="#br0" timeOffset="283025">26566 10273 20414,'0'-4'4531,"0"0"-3282,0 4-1064,-76-32-67,41 34-71,-14-13 1,1 8 2,12 39-16,2 11-6,7 10-321,17-26 0,3 1 282,3 2 0,4 1-15,4 0 1,5-1-54,5 1 1,3-1-20,6-3 1,4-2 52,2-5 0,2-3 45,-1-6 0,0-4 174,22-2-107,-12-19 34,-14-11 5,-12-9-33,-12-5-11,-17 0-12,-16 0-27,-18 6-65,19 17 0,-2 2 45,-1 3 0,-1 2-79,-1 1 1,1 3-1147,-29 7 1222,9 10 0,25-6 0,9 2 0</inkml:trace>
  <inkml:trace contextRef="#ctx0" brushRef="#br0" timeOffset="284033">27225 10848 20879,'3'-4'2884,"0"0"-1864,-3 4-981,10 24-784,-26 13-1081,8 12 1826,-11-18 0,-2-4 0,3-5 0,-1 1 0</inkml:trace>
  <inkml:trace contextRef="#ctx0" brushRef="#br0" timeOffset="287026">27822 10640 22672,'9'-53'761,"1"0"1,0-1 0,0 7-297,2 12 164,0 0-438,-4 16-45,-5 18-124,-3 8 60,-4 22-43,-3 9 6,-5 17-29,4-23 1,0 2-984,-4 10 0,0-1 962,-4 16-31,6-20 1,0-2 13,3 0-6,0-3 190,4-15 140,5-22-218,3-16 2035,1-7-2058,6-20 6,-2-4-47,-4 15 0,0-2-1,0-9 1,1 1-882,-2 7 1,-1 2 863,1 3 1,-1 2 14,1-5 6,-3 22-12,-1 4-11,0 26-23,-1 10 23,0 22-16,0 5 1916,0 6-1898,0-25 1,0 0-25,0 20 22,0-3 17,-1-28 61,-2-9 1,-2-13 10,-5-20-61,1-11-5,0-25-7,5 9-166,3 14 0,3-1 167,5-19 16,3-9-44,0 27 22,-2 18-16,-6 23-29,-2 33-5,-5 5-475,0-9 0,-1 2-1088,-4 0 0,0-1 1240,0-3 0,1-1 0,-5 10 0,8-19 1</inkml:trace>
  <inkml:trace contextRef="#ctx0" brushRef="#br0" timeOffset="287809">28582 10567 23707,'26'-42'567,"1"1"1,-2 5 0,-9 10-450,-16 20-34,-10 15 28,-10 10 45,-17 15-29,6-8 1,-5 4 0,2-1-6,-4 5 1,1 0-442,-12 9 0,5-2 397,10 1 111,42-22-67,18-10-89,9-5 0,29-5-32,-32 0 1,1 0-263,8 0 0,2 0-155,-2 2 1,0 1-4502,1 2 1,-2 1 3123,7 3 0,-9 1 0,-33-9 0</inkml:trace>
  <inkml:trace contextRef="#ctx0" brushRef="#br0" timeOffset="301400">29528 10313 23304,'13'-24'627,"-7"6"-593,-20 18 5,-15 4 6,-14 4-28,3 1-3,6-1 0,0-1 14,-3 2 11,-11 2-28,30-7 12,11-2 27,5 1 6,2 2 34,-3 8 38,-1 8 7,-5 9-23,-4 7-39,-2 3-23,-2 2-16,2-2 10,3-4 35,5-5-34,3-7 33,2-8 208,2-9 241,0-4-18,2-5-246,3-5-128,4-8-74,6-6 35,3-2 10,6 1-95,5 4-5,10 4 11,9 5-12,8 5-10,5 11-280,-29-2 1,0 3 276,-2 3 0,-1 3-20,21 16-6,-18 4 45,-22 2-61,-27 1-68,-22 1 3,11-20 1,-2-2-428,-4 0 0,-1-1 119,0-2 0,0-2-314,3-2 1,1-3-2542,-20-1 3278,17-19 0,17 7 0,11-8 0</inkml:trace>
  <inkml:trace contextRef="#ctx0" brushRef="#br0" timeOffset="301608">29702 10230 16549,'4'-4'6290,"0"1"-3742,-4 3-2373,59-49-142,-43 37-28,17-15 1,-4 6-62,-24 22-487,6 3-1955,8 1 2498,12 4 0,-13-4 0,2-1 0</inkml:trace>
  <inkml:trace contextRef="#ctx0" brushRef="#br0" timeOffset="302508">30459 10897 16476,'0'-8'2949,"7"-36"1,5-12-2236,-1 17 0,0 0-1769,0-5 1,1-3 0,0 4 1210,0 5 1,-1 6 1417,6-6-1338,-10 24 410,-2 3-657,-2 22 22,1 9-11,2 18 11,0-6 6,5 14 2186,0-11-2186,11 12 44,-3-16 113,6-8-68,-9-16 85,12-14-51,9-10-79,-8 1 1,3-2-249,5-5 0,3-2 246,-3 2 1,2-2 0,-3 1-40,4-3 0,0 1 0,-2 0 1,2-1-1,-2 2-432,1 0 0,0 2 431,8-5 1,1 2-17,2 2 0,-2 3-26,-14 7 1,-2 3-39,20-5-393,-29 14-1159,-15 10-5557,-6 9 7170,-10 5 0,2-4 0,-2-6 0</inkml:trace>
  <inkml:trace contextRef="#ctx0" brushRef="#br0" timeOffset="307800">21429 11898 21030,'34'-26'5,"-1"0"1,1-1 0,2 3-1,1 2 1,2 6-49,3 9 0,1 6 0,0 1-770,19-1 0,-4 2 664,-9 3 1,-5 4-20,9 15 511,-51 14-335,-20-11 1,-10-2 30,-15 5 1,-5-1-349,10-7 1,-2-1 0,0-1 408,-2 1 1,-1-1 0,1 0 18,2-2 1,0 0 0,2-1 36,-10 5 1,4-2-80,11-4 1,5-1 57,-2 2 689,26-6-650,24-7-79,21-7-73,-10-1 1,1-2-224,7-4 0,1-3 217,3-2 1,-1-2 8,0-2 1,-3-2 27,-3 0 0,-4-2 42,-7 1 0,-4-2 1596,5-23-1227,-21 3 57,-18 3 11,-9 5-2,-5 7-75,4 8-159,7 6-161,9 6 468,10 5-598,11 5 24,4 5-24,30 18-27,-6 3-193,-10-4 0,-1 3 106,-6-2 0,-5 3-270,-3 2 1,-7 3-582,-8 1 0,-8 1-2026,-7 2 1,-5-1 2331,-3-3 1,-1-3 0,-11 8 0,14-17-1</inkml:trace>
  <inkml:trace contextRef="#ctx0" brushRef="#br0" timeOffset="308942">23183 11973 20072,'13'-49'1387,"1"1"0,-3 6 1,-1 6-873,-2 8-196,-4 12-173,-1 9-101,-1 4-12,-1 2-16,0 6-17,-1-2 6,0 4 22,0-3-28,0-1 16,0-1 640,0-1-561,1-5 12,1-1 89,3-7-51,-1 2-83,2 0 0,-2 5-57,-2 3-33,0 2 17,-1 18 17,-5 10 10,-1 9-16,-12 23 0,-6-1-178,8-20 1,-2 4-221,-3 9 1,1 0-1663,5-8 0,2-1 1057,-1-2 0,5-1 481,9-3 1,3-5 0,-2-9-1,8 8 1</inkml:trace>
  <inkml:trace contextRef="#ctx0" brushRef="#br0" timeOffset="309375">24018 11995 21584,'5'-52'1169,"-1"0"0,-3-1 0,-5 10-990,-6 26 45,-16-5-67,-5 20 50,-29 21-162,31-6 0,0 3-1074,-7 9 1,2 2 1039,-8 16-91,20-15 0,3 2 97,-4 18-85,11-14 0,5 0 90,9 16-5,20-7 0,21-26-6,-3-12 28,22-18-3,-29-3 1,0-3 2,-1-3 0,-1-1 634,2-6 0,-3-2-466,3-19-72,-14 13 859,-7 3-765,-9 15 132,-1 3-333,-5 9-22,-2 12-6,-1 4 257,-9 28-262,3 1-1,3-8 0,0 2-193,2-1 1,2 1 41,0 3 0,1-1-156,-1 20-320,4-21 0,3-1-4195,19 23 4828,12-5 0,-7-14 0,-2-22 0</inkml:trace>
  <inkml:trace contextRef="#ctx0" brushRef="#br0" timeOffset="309783">24734 12015 20313,'12'-52'1359,"1"0"0,-3 5 1,-4 5-750,-15 0-397,-4 15 151,-25 4-240,0 17-46,-23 8-5,5 18-886,28-4 1,1 3 835,-14 14 40,17-3 0,3 2-52,2 13-48,6-13 0,4 1 37,15 14-23,14-8 29,16-12 1242,8-15-1175,6-18 45,-4-14 5,-4-11 51,-9-6 408,-7 1-313,-7 2 122,-7 6-206,-5 9-67,-3 9-62,-3 6-28,-5 22-17,-2 4-6,-7 25-33,2 3-95,-1 10-146,9-28 1,0 1-438,1-1 0,1 0-2279,8 30-6335,8-11 9235,5-15 1,-6-16-1,-5-13 1</inkml:trace>
  <inkml:trace contextRef="#ctx0" brushRef="#br0" timeOffset="310159">25231 11968 17070,'2'-8'6251,"0"2"-5125,10-53-376,-9 37-509,4-11 0,-2 3-34,-6 23-128,-6 11 33,-7 11 17,-9 15-68,-5 14-38,0 10 5,7 5-256,10-1 228,12-5-22,14-8 5,13-13 6,11-12 22,4-10 23,1-15 5,-3-11 11,-8-12 34,-8-13 12,-11-6-1,-8-5 6,-13 1 16,-8 5-5,-11 7-33,-4 9 232,0 9-294,4 9-57,5 7-212,7 9-1002,6 7-5288,6 11 6542,9-1 0,-2-6 0,2-6 0</inkml:trace>
  <inkml:trace contextRef="#ctx0" brushRef="#br0" timeOffset="310483">26156 11983 19983,'-9'0'1938,"-24"-4"0,-5-1-1205,6 1-470,-7-1 1,0 1 61,16 3-168,12 1 319,6 0-263,24 1-118,10-1-45,26 1-11,7-3-229,-29 0 1,0 0 217,26-4 0,-11 0 0,-17 2-11,-15 1-146,-10 2-801,-5 0-624,-1 0 1,0 1 0</inkml:trace>
  <inkml:trace contextRef="#ctx0" brushRef="#br0" timeOffset="310950">26831 11904 21259,'22'-39'931,"1"-1"1,0 1-1,6-13 1,-5 10-484,-13 19 99,-8 13-491,-1 12 137,-2 14-126,-4 18-39,-2 18-25,0-17 0,-1 2-379,-3 4 0,0 1-123,-3 4 1,0 1-2841,-2 2 0,0-2 3339,1-6 0,2-3 0,-4 11 0,9-24 0</inkml:trace>
  <inkml:trace contextRef="#ctx0" brushRef="#br0" timeOffset="311516">27773 11921 21595,'-8'-4'2790,"1"1"-2387,7 3-173,0 0-197,63-55-27,-28 40-402,16-15 1,5 4 400,-23 24 1,0 4-6,7 0 0,0 2-17,-7-1 1,-2 4 151,9 19-135,-26-5 6,-34 15-6,-27-7-412,12-10 0,-3 0 412,-4-1 0,-3 1 16,-8 3 1,2-1-11,17-7 0,1 0-4,-5 3 1,5 1 8,14 0 575,7 1-553,33-5-3127,16-6 3094,10-5 158,-14-4 0,1-3-153,26-7 3,-23 2 1,0-3 5,-3-2 0,-3-5 19,-1-8 1,-4-4 19,-9 2 1,-3-2-32,-2 1 1,-3-1 201,-12-26 140,-9 17 123,-9-5-235,3 19-123,3 9 3147,11 13-3248,2 6 397,5 9-414,3 9 11,7 26-33,0 2 17,0 3-85,-4 6-341,-12-6-406,-4-18 0,-4 2-4090,-11 6 1,-3-3 2457,-10 11 0,-3-6 1,31-36-1</inkml:trace>
  <inkml:trace contextRef="#ctx0" brushRef="#br0" timeOffset="312683">29279 11837 11978,'4'-8'8184,"-1"0"-7395,15-23 1,2-5 308,-7 13-885,8-14 0,-2 3 689,-15 26-594,-3 6-129,0-1-106,-1 12 61,-5 9-22,-7 19-56,-12 17-458,8-21 1,-2 2 387,-2 5 0,0 1-194,-1 3 1,0 0-966,2 2 0,1-3-976,4-7 1,2-2 2148,3 0 0,2-6 0,3-12 0,3-6 0</inkml:trace>
  <inkml:trace contextRef="#ctx0" brushRef="#br0" timeOffset="313576">29934 11942 20352,'23'-42'768,"-1"0"1,0 0 0,8-15 0,-5 8-220,-13 9-157,-7 10-134,-10 10-118,-11 9-67,-13 10-6,-13 13-17,-11 13-28,23-8 1,0 3 2,1 2 0,0 2-8,3 0 0,3 2-11,-12 26-1,16-2-16,20-7-23,16-5 23,20-10 22,13-10 23,10-11-338,1-17 411,-4-13 33,-9-15 40,-8-8 60,-11-4 24,-7 0-29,-9 9-39,-6 10-67,-4 14-101,-3 9-6,-5 18-11,0 0-16,-10 25-7,-1 5-2,3-12 0,0 2-263,-2 4 0,0 1 86,-2 3 1,-1 1-522,-1 2 1,1 1-1244,0-1 0,1 0 1333,3 0 0,2-3 0,-2 6 1,8-12-1</inkml:trace>
  <inkml:trace contextRef="#ctx0" brushRef="#br0" timeOffset="314392">30620 11768 11301,'3'-6'6956,"-1"0"-4693,-2 6 611,0 0-2499,-5-7 39,-7 18-78,-10 2-128,-10 26-105,10-11 1,0 1-15,-12 23-66,4-1 16,18-6-17,14-11 1,23 13-1,10-14-163,-8-17 1,2-3 140,16-1 17,11-6 0,-13-7 5,5-8 23,-11-13-17,-18-4-17,-12-1-5,-22-2 22,-14 6 0,3 5 0,-1 0-28,-12-6 31,9 3 0,3 0-3,8 1 247,-6-12-196,19-21-74,6 23 6,7-7 1,5 1 5,16 5-6,6-6 6,7 17-12,-10 12-22,10 5 6,-10 12 17,-5 10-29,-10 12 12,-7-3-11,-4 18-113,-7 9-296,-7 5-554,1-24 0,0 0-3602,-11 23 4097,4-10 0,7-19 0,6-14 0</inkml:trace>
  <inkml:trace contextRef="#ctx0" brushRef="#br0" timeOffset="314783">31559 11774 24861,'-48'1'106,"0"1"1,0 0-1,-18 2 1,11 8-85,32 13 0,7 3-10,-7 13-1,21 13 6,18-23 17,17 5-17,11-21-34,7-16 34,-9-6 61,-11-9 0,-3-4 152,11-16-248,-12 7 0,-1-2 399,8-20-28,-10 4-90,-10 13-129,-9 15-100,-10 13-51,-8 17 28,-10 15 6,-6 23-253,12-17 1,0 4 232,0 7 1,1 2-701,-1 8 1,1 3-157,4-13 0,-1 0 0,1 1 423,-5 18 0,1-4 0,5-16 0,0-4 0,-3 8 0</inkml:trace>
  <inkml:trace contextRef="#ctx0" brushRef="#br0" timeOffset="315666">18850 12038 22397,'6'-52'922,"-1"1"0,-1 5 0,3 9-720,4 16-106,3 11-57,8 18-22,8 16-6,11 20-14,-18-15 0,-1 3-243,-1 4 0,-2 2 215,-3 3 1,-3 1-13,-3-2 1,-4 1-14,-3-3 0,-3-2-28,-11 23 62,-9-17 33,-3-18 28,-12-14-22,15-22 0,-1-14 5,19-18-22,9 4-5,17-17-82,-2 29 0,4 0-188,1-1 1,2 2-687,9-2 0,1 3-409,-3 9 1,1 4-1732,1 2 1,1 2 3100,3 4 0,-3 1 0,6 0 0,-8 3 0</inkml:trace>
  <inkml:trace contextRef="#ctx0" brushRef="#br0" timeOffset="316192">19659 12002 13065,'3'4'7220,"-2"-1"-2857,-1-3-4161,-41 34-23,41-23-89,-22 24-34,60-35-28,10-7 5,6-6-10,0-7-7,-14 1 91,2-12 11,-26 9 16,-1-9 6,-25 9 40,-12 5 38,-11 5-39,-4 7-61,1 6-40,5 8-27,5 7-18,2 7-22,6 8 1,4 5-7,7 6 1,12 4-17,11 0-17,16-4-28,17-7 19,-18-21 1,1-2-161,4-3 0,1-2 191,-1-3 1,-1-3 10,-2-3 1,-2-4 22,20-14 34,-14-15 50,-13-10 67,-11-7 124,-7-1 55,-4 7-33,-2 7-62,0 11-89,0 9 269,1 9-398,0 6-17,4 11-22,7 9-12,8 13-16,8 13-45,7 10-110,-19-23 1,-1 2-645,-3 1 1,-4 1 820,-12 6 0,-4-2 0,3 3 0,-18-2 0</inkml:trace>
  <inkml:trace contextRef="#ctx0" brushRef="#br0" timeOffset="318933">17105 13595 12931,'-2'-3'6520,"1"1"-3143,1 2-2626,-5-63-460,2 44-65,1-18 1,-5 5 160,-5 25-292,-3 2-61,-7 10-12,0 12-22,5 3 6,-3 18-1,10 15-5,2-9-6,11-6 1,6-1 11,13 7-328,-3-14 0,3-1 316,11 6-38,-7-14 1,-2-2 20,3 3 23,4 9 0,-23-11 12,-16-2-7,-2-6 651,-18 1-661,-3-4-40,-21-1-190,7-5-689,-2-9-127,23-5-4617,12-17 4820,13 2 0,0 4 0,3 8 0</inkml:trace>
  <inkml:trace contextRef="#ctx0" brushRef="#br0" timeOffset="319149">17543 13452 19972,'3'-4'4648,"-1"0"-3415,-2 4-1138,12 10 39,-12 23-92,1 3 0,-2 4-36,-4 3 0,-3 2-480,0 12 0,0 0 152,3-8 0,1-2-17,1-10 0,2 0-2610,5 8 0,4-2 2949,8 2 0,0 2 0,-4-30 0</inkml:trace>
  <inkml:trace contextRef="#ctx0" brushRef="#br0" timeOffset="320049">17502 13987 14342,'-4'-4'8128,"1"0"-6196,3 4-1619,-17-67-217,29 37-77,-10-12 1,6 2 19,43 16-50,-19 13 0,2 2-20,4 1 0,2 1-347,4 0 0,0 2 336,1 0 0,0 0 14,-2 1 0,-2 0 14,-5 1 0,-3 1 14,13-2 67,-13 1 11,-23 2 17,-7 1 68,-15 1 94,-9 3 69,-6 2 654,0 5-801,4 1-83,8 3-46,7 0-22,8-3 28,14 7-34,6-9 1,16 2 22,3-10-40,6-10 6,0-8 34,-5-9 11,-12-6 6,-13-3-6,-15-1 28,-14 3 39,-11 6-61,-1 9 173,-20 7-106,16 11-57,-12 8-32,14 12-7,7 11-27,5 12-45,7 8 27,10 7-458,15 1 375,-1-29 0,4-3-85,9 0 1,4-3-59,7 1 0,4-4-291,5-3 0,1-3 394,2-4 1,-1-3 80,-3-5 1,-2-5 59,-8-4 0,-4-5 106,14-20 50,-24-10 90,-14-7-106,-8 9 346,-3-17 260,1 23-455,-3-9 542,3 22-761,0 11-61,1 9-17,3 12 6,4 14 33,6 15-50,2 12-1,-8-23 1,-1 1 5,-1 2 1,-2 0-181,-3 2 1,-3 0 185,-3-2 0,-3-1 12,-20 21-76,-10-20 81,-3-22-17,-1-23 28,4-18-6,8-22-399,18 18 1,4-3 373,1-5 1,4-3 7,5-2 1,3-1 8,2 2 0,4 0-78,3 4 1,2 2 63,0 6 0,3 2-108,20-18 97,5 13 16,8 13-22,8 10 12,-11 7-7,-12 10 1,-1 4-33,5 8 4,11 16 18,-33-7 659,-21 17-821,-21-11-276,-18 12-632,-9-11-1529,1-9 2621,12-9 0,17-8 0,10-5 0</inkml:trace>
  <inkml:trace contextRef="#ctx0" brushRef="#br0" timeOffset="320259">19212 13684 25422,'-4'-3'-2370,"21"-3"-733,17 2 0,6-1 3103,-4 1 0,-2 1 0,13-3 0,-20 4 0</inkml:trace>
  <inkml:trace contextRef="#ctx0" brushRef="#br0" timeOffset="320516">19596 13510 17843,'-1'-3'6324,"0"0"-4627,1 3-1182,19-63-173,-3 40-228,-1-14 1,3 5 20,10 23-90,0 9-23,3 15-11,1 16-11,4 19-365,-19-18 1,-1 2 358,-1 4 1,-3 2-9,-3 3 0,-4 0-25,-5 1 0,-5 0-85,-5-1 1,-3-2-244,-5-4 1,-2-2-926,0-5 1,-1-3 504,-15 11 0,17-19 0,7-9 0</inkml:trace>
  <inkml:trace contextRef="#ctx0" brushRef="#br0" timeOffset="320700">19643 13727 25326,'42'-23'-1583,"-1"1"0,1-1 0,-2 2 0,1 1 0,-3 7 1583,1 12 0,-3 4 0,11-2 0,-21 1 0</inkml:trace>
  <inkml:trace contextRef="#ctx0" brushRef="#br0" timeOffset="320983">17259 14894 23926,'-45'17'890,"-1"0"1,2 2-757,72-25 1,21-6-92,-4 2 0,5-1 0,4 0-1175,-3 1 0,3 0 0,3 0 0,3 0 1135,-4 2 1,4-1 0,2 0 0,1 0 0,1 1 0,-3 0-278,-2 1 0,0 0 1,0 0-1,0 0 1,0 1-1,0-1 268,0 0 1,0 1-1,1-1 1,-1 1-1,0 0 1,1 0-37,-1 0 0,0 1 0,1 0 0,-1 0 0,-2 0 0,-1 0-208,1 0 0,-3 1 0,0 0 0,0-1 0,4 0-1155,-6 1 1,3-1 0,2 1-1,0-1 1,-1 0 0,-2 1-1,-5-1 619,13 0 0,-6 0 0,-1 1 0,-2-1 0,17-1 0,-3 0 0,-17 2 0,-21 1 0</inkml:trace>
  <inkml:trace contextRef="#ctx0" brushRef="#br0" timeOffset="321499">21509 13979 24497,'12'-40'565,"0"1"1,0 0 0,-5 16-515,-8 27-18,-4 16-16,-1 7 0,-10 26-140,-2 5-995,2-9 1,1 4 590,2-2 0,0-3 0,3-9 1,0-4-1,1 12 0</inkml:trace>
  <inkml:trace contextRef="#ctx0" brushRef="#br0" timeOffset="321892">21947 13737 19406,'0'-8'3125,"0"2"-2271,-9-24 0,-3-5-333,2 12-345,-2-13 1,-1 3-76,6 25-28,2 5-12,-2 17-27,-1 4-11,-1 16-12,3 3-5,3-7 5,10 5 22,12-9-16,-2-7 28,16-4 50,-3-23-39,-6 0 101,6-18 201,-18-9-223,-2 7 190,-13-24-197,-9 26-44,-7-10-50,2 19 0,-2 6-34,2 8-23,1 6-184,2 9-683,8 12-2219,14 8-6722,13 3 7748,1-10 0,-2-9 0,-13-12 0</inkml:trace>
  <inkml:trace contextRef="#ctx0" brushRef="#br0" timeOffset="322116">22395 13876 26547,'28'-43'-329,"1"1"1,1 4 0,4 10-630,5 23 0,2 8-1913,-1-1 0,0 2 2871,0 3 0,-4 0 0,6 2 0,-13 2 0</inkml:trace>
  <inkml:trace contextRef="#ctx0" brushRef="#br0" timeOffset="322266">22587 13947 20879,'-44'13'1417,"0"-1"0,6-1 0,7-2-907,19-5-219,13-2-184,15-6-130,18-2-257,19-5-401,-20 3 1,2 0-3108,4-1 0,1 0 3788,-4 0 0,-3 0 0,11-3 0,-19 5 0</inkml:trace>
  <inkml:trace contextRef="#ctx0" brushRef="#br0" timeOffset="322832">23765 13643 21075,'1'-50'1265,"0"-1"1,-1 7 0,-4 8-835,-16 14-156,-10 13-95,-9 15-52,-5 14-60,-3 19-327,24-14 0,1 4 273,1 4 0,2 1-6,2 4 1,2 2 2,4-1 1,2 1-21,5-3 1,4 0-1,6-4 1,5-3-26,24 21 1,15-15 38,7-14 138,-4-14-121,-8-17 57,-11-12 55,-12-9 62,-11-2 11,-14 1-44,-14 7 344,-17 7-479,-15 8-11,-9 10-66,9 5-1228,16 4 0,1 4 1277,-8 13 0,3-3 0,18-6 0</inkml:trace>
  <inkml:trace contextRef="#ctx0" brushRef="#br0" timeOffset="323516">24366 13899 25931,'28'-52'-1521,"-7"13"0,-20 47 1,-1-2-1</inkml:trace>
  <inkml:trace contextRef="#ctx0" brushRef="#br0" timeOffset="324283">25735 13803 18812,'28'-55'1674,"1"1"1,-5 8 0,-3 4-835,4-8-549,-14 24 62,-14 13-173,-14 17 89,-33 30-197,20-11 1,0 3-1546,-12 16 0,0 1 1495,11-9 1,2 1-1,-6 11 0,3 3 175,9-12 0,3 3-189,-3 14 1,5 2-9,9-15 0,5 0-12,9 0 1,6-4 6,16 0-6,31-12-6,-1-19 28,-13-11 0,2-5-159,-10-1 1,-1-4 169,3-6 1,-5-4 56,4-22 2172,-19 11-2139,-18-5 106,-33 9-78,-11 4-88,11 16 0,-3 3-16,3 5 0,1 3-13,-18 4 5,0 10-28,18 17-28,8-5 103,13 27-1161,26-20-57,5 5-3773,10-18 1,3-4 2597,0-3 1,14 3-1,-37-13 1</inkml:trace>
  <inkml:trace contextRef="#ctx0" brushRef="#br0" timeOffset="324559">26515 13753 26402,'-52'-12'352,"-4"15"-310,26 22 0,2 6-31,-1-2 1,0-1-7,3 1 1,2-2-6,-8 12-28,14 8 0,27-23-101,16 6-240,26-18 55,-2-6-205,-13-7 1,4-2-1884,7-3 1,3-1-1945,3-2 0,2-1 3870,4-2 0,-3 1 1,3-2-1,-26 5 0</inkml:trace>
  <inkml:trace contextRef="#ctx0" brushRef="#br0" timeOffset="324908">27411 13610 25954,'-52'1'252,"-1"-1"0,2 4 0,3 8-219,10 13 1,5 7-1704,0 2 1,4 1 1674,8-7 1,2 2 260,0 14 0,6 2-294,7 16 6,9-19 0,6 0-12,8-11 0,8-4-5,7-2 0,4-4 14,5-3 0,3-4 5,2-4 0,0-5 14,-3-4 1,-2-4 30,-5-3 1,-3-3 664,13-16-617,-22-8 11,-21-4 17,-20-1 28,-18 1-6,-20 8 522,20 17 1,-2 4-627,-5 2 1,-1 3-57,0 6 1,0 3 127,9-3 0,1 5-91,-13 15 0,5 3 0,13-10 0,-17 21 0</inkml:trace>
  <inkml:trace contextRef="#ctx0" brushRef="#br0" timeOffset="326283">4189 8766 17893,'33'-44'911,"-1"1"0,-2 2 1,-3 10-492,-2 16-174,-6 6-67,-6 5 79,-7 3 78,-7 4-27,-10 6-108,-14 6-78,-15 6-27,-14 3-313,22-12 0,0-2 253,-1 0 1,0 0 36,-27 3-34,10-4 12,16-4-7,14-3-66,12-1-17,5 2 44,3 3 501,0 9-494,-1 9 10,-3 10 51,-4 9 11,-5 12-37,5-24 1,-1 2-271,0 3 0,0 1 270,0 2 1,1 1-15,2 1 1,0 2-9,2 0 0,2 1-3,0 0 1,3 0 2,1 0 1,1 0-1,0 0 0,1 0 0,0-2 0,0-1 0,-1-1 1,0-1-7,-2-4 1,0-2 8,0 14-34,5-1-178,10-28-1015,23-2-1137,-4-21 0,4-5 1801,4-1 0,-1-1 0,-9 1 0,-2 1 0,10-5 0</inkml:trace>
  <inkml:trace contextRef="#ctx0" brushRef="#br0" timeOffset="331633">21032 15643 22927,'5'-63'758,"1"0"0,-1 7 1,1 9-535,6 15-40,-1 14-133,14 13 5,0 15-56,15 13 0,0 18-295,-21-13 1,-2 2 263,-1 4 0,-3 3 17,-4 4 0,-3 0 6,-4-7 0,-3 0-4,-10 15 1,-5-2 90,-12 4 23,8-19 0,-2-6 77,-7-14-106,11-17 50,7-24 0,24-23-126,-2 22 1,3 0-115,2 0 0,3 1 66,18-7 1,2 4-28,7 0-100,-12 11 1,6-1 0,-2 4-277,-4 4 0,1 4-343,13-5 0,2 3-836,-13 6 1,-2 3-6765,29 7 8397,-18 2 0,-20 2 0,-13-3 0</inkml:trace>
  <inkml:trace contextRef="#ctx0" brushRef="#br0" timeOffset="332166">21891 15583 12500,'1'4'9101,"0"-1"-5140,-1-3-3614,-24 7-174,24-9-105,-9-1-7,41-18-78,14-9-8,-17 12 0,0-1 39,2-2 0,-1 0 28,-2 0 0,-1 0 109,16-19 28,-18 5-33,-14 7-51,-20 8-61,-13 8 27,-13 6 29,-4 10-56,2 11-23,5 11-11,4 13 22,5 8-11,7 8-11,6 0-11,12-3-28,13-7-79,17-8-16,17-9-47,-18-17 1,2-3 185,3-3 1,1-3-6,0-5 0,0-3 19,-3-3 1,-2-3 30,-3-5 1,-3-4 7,-4-2 1,-3-3 5,-2-3 1,-3-3 10,-2 1 1,-2-2 154,4-27 22,-6 11-73,-4 13-16,-4 14-57,0 9-61,0 8-12,0 4 312,6 7-345,5 9-28,11 13 0,6 10 11,1 8-33,-4 6-62,-9 3-84,-12 2-644,-16-2-375,-12-3-2140,-14-9 3355,-4-11 0,17-16 0,6-9 0</inkml:trace>
  <inkml:trace contextRef="#ctx0" brushRef="#br0" timeOffset="332375">23042 15312 25331,'46'-18'-453,"0"1"1,0-1-1,-1 2 1,0 0-1,-1 5-3079,7 4 1,-2 5 3129,-3-1 0,-4 1 0,13 1 0,-25 1 0</inkml:trace>
  <inkml:trace contextRef="#ctx0" brushRef="#br0" timeOffset="332542">23293 15559 27042,'53'-33'-1303,"0"1"0,-1 0 0,-4 4 1303,5 2 0,-19 9 0,-14 7 0</inkml:trace>
  <inkml:trace contextRef="#ctx0" brushRef="#br0" timeOffset="336451">25045 15398 22582,'23'-45'954,"-1"0"0,-2 6 0,-3 7-590,-10 18-207,-3 8-34,-4 14 0,-7 14-44,-8 21-60,2-13 1,-2 3-46,-4 8 1,-1 2-714,-3 4 0,1 1-241,0 3 0,3 1-3213,3-1 1,3-2 3581,5-6 0,2-4 1,2 10-1,4-24 1</inkml:trace>
  <inkml:trace contextRef="#ctx0" brushRef="#br0" timeOffset="336900">25773 15466 22179,'8'-54'767,"0"-1"0,0 5 0,-3 6-375,-5 12-56,-3 6-72,-3 7-130,-5 8-78,-3 5-5,-7 5 22,-6 10-40,-11 9-33,-10 14-225,19-12 0,0 2 219,-1 2 1,0 2 5,2-1 0,2 2 16,-12 23-16,19-4 0,24-10 23,20-9 27,22-13-39,-16-12 1,2-4-285,3-4 0,1-4 326,0-3 0,-1-4 45,-3-2 0,-2-2 277,-4-1 0,-2-1 33,12-19-38,-14 8-79,-12 9-112,-7 12-55,-4 7-74,-4 15 543,-5 12-571,-6 19-27,-3 19-133,8-22 1,1 1 42,-1 5 0,0 0-863,1 4 1,1 1-925,0 2 1,1 0 1282,1-5 0,0-4 0,0 13 0,3-24 0</inkml:trace>
  <inkml:trace contextRef="#ctx0" brushRef="#br0" timeOffset="338025">26456 15567 22267,'27'-34'513,"0"0"1,0 0 0,11-17 0,-10 4-4,-23 7 23,-5-20-265,-9 15-49,-8 1-146,1 25 271,-9 10-283,3 11 89,-17 20-127,4 9-23,13-5 0,2 0 50,-6 15-45,1 13-5,14-9 11,6-11 1,3 1-18,10 18 6,15-2 17,13-27-11,-4-12 139,9-14-78,1-23 17,-1-8-3,-19 10 1,-2-2 142,5-18-95,-10 11 111,-8 3-83,-5 15-73,-5 2-33,-8 12-29,-5 13-16,-2 4-12,-2 18-56,2 19-162,2 5-408,8-22 1,2 0-730,3-4 0,2-2-2823,3 19 4184,6 0 0,-6-38 0,1-3 0</inkml:trace>
  <inkml:trace contextRef="#ctx0" brushRef="#br0" timeOffset="338491">27131 15412 23058,'10'-43'1056,"0"0"1,-1 6 0,-2 8-760,-6 16-213,-3 9 123,-11 12-101,-5 9-44,-11 15-28,0 11-18,3 8-32,10 3 21,10-1-33,17-7-22,12-9-34,15-12-28,9-9 84,3-8 22,-10-7 17,7-16 23,-24-3-12,2-14 1,-19 1 27,-14-1-39,-9 3 12,-8 4-1,-1 4 12,3 3 5,5 0-39,6-2 28,3-2 6,5 0 10,1 3 7,2 6-23,1 6-6,0 3-123,-1 4-425,4 8-23,0-2-7780,4 16 8329,-5-10 0,2 1 0,-4-9 0</inkml:trace>
  <inkml:trace contextRef="#ctx0" brushRef="#br0" timeOffset="339141">26456 15547 13485,'1'-4'6688,"-1"0"-2924,0 4-3450,-9-12 50,-1 19 16,-13-5-60,-3 26-51,-7 7-28,-6 9-155,18-19 1,0 1-133,0 2 1,0 1 81,2-1 1,2 1-9,-8 26 45,15-8-29,22-10-44,20-12-11,20-12 14,-20-11 0,2-4-249,3-3 1,-1-4 267,1-2 1,-2-3 22,-2-2 0,-1-3-37,-4-1 0,-2-2 149,13-23 61,-16 0-39,-13 3 172,-18 4-262,-11 4-33,-10 3 23,-1 2 524,3 4-575,6 3 110,5 6-115,3 4-18,0 6-240,-2 3-969,-1 7-6004,-1 2 7208,5 3 0,5-3 0,5-4 0</inkml:trace>
  <inkml:trace contextRef="#ctx0" brushRef="#br0" timeOffset="339634">27193 15556 9318,'8'-8'5965,"-2"1"-3450,-6 7 2386,0 0-3825,49-69-141,-28 43-549,8-15 1,-2 4 207,-16 21-157,-5 5-163,-5 6-100,0 2-46,-4 19-32,-2 7-29,-6 24-11,-3 8-45,4-24 0,1 1-214,-2 2 1,1 1 45,-1-2 0,-1 1-496,2-1 1,0-1-1925,2 0 1,1-2 2576,0 19 0,4-20 0,3-15 0</inkml:trace>
  <inkml:trace contextRef="#ctx0" brushRef="#br0" timeOffset="339891">28021 15345 27611,'6'4'123,"0"-6"-120,-7 34 0,-7 16-31,5-14 0,0 0-1233,-1 11 0,0 1 617,0 2 0,2-1-2370,0 1 1,0-2 2425,1-6 0,1-5 1,0 2-1,0-25 1</inkml:trace>
  <inkml:trace contextRef="#ctx0" brushRef="#br0" timeOffset="340058">27749 15697 25180,'47'-30'-529,"1"0"0,-1 1 1,-8 2-1,-2 1 0,2 7 529,5 10 0,2 6 0,-7 1 0,7-3 0,-10 2 0,-1 0 0</inkml:trace>
  <inkml:trace contextRef="#ctx0" brushRef="#br0" timeOffset="340641">29400 15239 20699,'1'-5'4190,"-1"1"-2487,0 4-1591,-44-57-62,11 43-25,-9-13 1,-2 4-21,0 30 17,5 3 1,0 2 0,-8 7-1,-7 5 23,10 1 11,10 1 0,4-1-17,5 1-5,15-12 27,5 0-16,3-5 56,1 5-79,0-5 107,1 7-79,0-8 12,-2 8 0,0-6-12,-3 4-33,2-2 5,-2-1 1,4-4-7,0-3-10,1-1 28,0-2 134,0 0-68,3-1-16,2-3-72,2 1-7,8-6-3369,14-2 3381,-4 1-23,36-1 12,-16 7 0,11 1 5,6 10-14,-26 4 0,1 4 0,2 2 1,0 3-238,7 6 1,-2 3 242,-10-2 0,-4 0-14,11 16-68,-17 3-145,-54-5-50,-17-2 1190,3-18 1,-5-3-1287,1-7 0,-1-2-258,0-3 1,1-2 156,11-3 1,2-4-4446,-7-7 1,5-3 3243,5-2 0,-5-7 0,32 16 0</inkml:trace>
  <inkml:trace contextRef="#ctx0" brushRef="#br0" timeOffset="340825">29485 15165 24951,'47'-21'213,"0"1"0,-2 0 0,-4 4-662,7 8-3265,-15 3 1,0 0 3713,1 0 0,-1 0 0,14 0 0,-18 1 0</inkml:trace>
  <inkml:trace contextRef="#ctx0" brushRef="#br0" timeOffset="341450">30561 15234 25068,'39'-25'57,"-1"1"1,1 0-1,16-10 1,-1 8-53,-18 17 1,-1 5-9,0 0 0,-1 2-69,24 8 27,-22 1-56,-23 24 107,-32-4-12,-22 17 14,12-23 1,-3-2-272,-3 2 1,0-1 267,0-1 1,0 0 11,3-1 0,2 0-11,-17 11 10,17-5 18,15-6 16,16-6 1,14-6-46,14-4-5,14-7-16,8-4 4,2-9 343,-4-7-320,-9-11 28,-9-13-11,-18 19 1,-3-1 32,0-5 1,-1 0 44,1-1 1,-1 1 21,0 3 1,1 1 151,8-17-78,-3 19-112,-4 15-40,-3 11-16,0 13 10,2 11-4,4 19-52,0 14 4,-7-20 0,-2 0-108,-1 3 0,-1 0 35,-3 2 0,-2-1-264,-3-1 1,-4-1-866,-2-2 0,-4-1 1210,-5 1 0,-1-4 0,-3 3 0,0-6 0</inkml:trace>
  <inkml:trace contextRef="#ctx0" brushRef="#br0" timeOffset="342191">24656 17055 23999,'13'-45'829,"1"-1"0,0 6 0,-8 11-673,-13 22-60,-11 23-63,-16 21-30,12-8 0,0 3-606,-3 6 1,1 4 540,1 3 1,1 4-378,7-8 0,2 2 0,2-3-300,-1 4 0,3-1 739,5 20 0,4-7 0,2-23 0,7 11 0</inkml:trace>
  <inkml:trace contextRef="#ctx0" brushRef="#br0" timeOffset="342591">25441 17044 23800,'-7'-59'793,"0"1"1,-6 4 0,-3 10-677,-5 18 103,-26 11-108,3 26-76,14-1 1,0 3-208,-1 5 0,1 4 179,2 2 0,2 2-25,4 2 1,4 1 10,-5 27 40,18-6 37,21-10-82,17-12-1629,-1-20 1,2-4 1622,15-4-82,-11-7 0,-2-4 132,7-15 46,3-11 291,-15-1 28,-11-4-247,-11 17 67,-6-1-123,-5 20 3232,-1 1-3321,-4 13 27,-5 19-27,3-1-34,-7 29-11,6-6-45,3-15 1,1 2-169,-1 3 0,2-1-667,0 2 1,1 0 918,1 3 0,1-4 0,-1 6 0,3-8 0</inkml:trace>
  <inkml:trace contextRef="#ctx0" brushRef="#br0" timeOffset="343074">26044 17055 21926,'0'-5'1879,"0"-26"1,0-4-1628,0 12-14,0-15 0,0 1 137,0 17 11,-3-3-274,-5 9-39,-8 5-56,-1 9-23,-17 11 34,-5 11-20,11-5 1,-1 4-23,-5 8 0,2 2-883,6-3 1,2 1 893,3-2 0,3 0-19,4 23 22,16-15-2811,25 10 2794,-2-20-365,11-12 1,2-6 381,0-7 483,-3-4 0,-1-4-477,2-14 61,4-11 73,-12-5 213,-5-10-79,-10 9-162,-5 5 2996,-7 14-2980,-1 12 1191,-2 5-1302,-4 14-39,-6 15 27,1 4 1,0 2 0,1 4-29,-4 20-296,5-14 0,0 2-48,3-8 0,1 0-857,1 0 0,1-1-2601,2 16 3029,5-4 1,-2-30 0,3-2-1</inkml:trace>
  <inkml:trace contextRef="#ctx0" brushRef="#br0" timeOffset="343434">26537 16941 20285,'2'-8'4806,"0"2"-3288,-2 6-913,17-60-241,-12 44-252,12-42-90,-20 63 62,-5 16-34,-9 15-11,3-1 1,-1 4-35,1-4 1,2 1-712,-2 7 0,3-1 723,1 9-6,17 6-5,11-31-12,14 2 12,8-32 5,6-16 11,-8-5 104,-10 3 0,0-1 154,4-4-144,8-8-136,-25 18 1412,-9 10-1412,-4 13 0,-5 13 0,0 4 0,0 8 0,-1 2 0,1 23-521,1-11 1,1 1-886,2-3 1,0-1 775,0-2 1,0-2-1,0 11 1,-1-19 0</inkml:trace>
  <inkml:trace contextRef="#ctx0" brushRef="#br0" timeOffset="346000">3562 13265 19137,'-58'12'726,"0"1"0,3-1 0,3 1-314,10 0 0,3 1-40,5-2 1,1-1 344,-14 2-269,26-8-297,42-16-92,9-1 0,9 0-28,0 0 1,6-1 0,3 1-999,-3 1 1,3 1 0,2 0 0,1 0 973,8 0 0,1 0 0,1 1 0,2 0-2,-10 3 1,0-1-1,2 1 1,-1 1 0,0-1-6,1 2 0,0-1 0,0 1 0,0 0 0,-1 0-8,-1 1 0,0 0 0,0 0 0,0 0 0,0 0-75,10 1 1,0-1-1,0 1 1,-1 0-659,-1 0 0,-1 0 0,0 1 1,0-1 740,3 1 0,1 0 0,-3 1 0,-5-1 0,-9 0 0,-4 1 0,-1-1 0,14 1 0,0 0 0</inkml:trace>
  <inkml:trace contextRef="#ctx0" brushRef="#br0" timeOffset="351299">6765 8383 7328,'-47'3'1029,"-1"0"0,1 1 0,-17 0 1,7 0-221,23-1 1,4 0 427,-12 1-763,19-2-429,15-1 613,9 3 553,13-2-75,20 1-685,-4-4 0,5-2-660,15-1 0,6-3 349,-10 2 0,4-2 0,3-1 0,-1 1-712,2 0 0,0 1 0,1-1 0,0 0 580,2-1 1,0 1-1,1-1 1,1 1-445,-6 1 1,0 0 0,2 1 0,-1 0 0,-1 0 433,7 0 1,-1 0 0,0 0-1,3 0-283,-2 1 1,2-1-1,2 0 1,0 0 0,-1 1 273,0 0 1,-1 1 0,0-1 0,0 1 0,2-1-147,-6 1 1,3 0-1,-1 0 1,0 0 0,-2 0-1,-3 1 116,5-1 1,-5 1-1,0-1 1,3 1-191,-4 0 0,4 0 0,-1-1 0,-2 2 1,-5-1 222,4 2 0,-5 0 0,-3 0 0,9-1 0,-5 1 0,-11 0 0,0 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2760-17F1-98E9-C62E-013FC900F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6FE1F-27DD-7E77-887E-6C91E6C09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714D8-B8C1-93D9-265F-EF7A0E08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A26D1-275F-FC1E-CA87-946C80E1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3F8F5-AE01-AFE1-5077-09B5BFDB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8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F439-8118-12BE-ABDD-23FFF362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3D17F-A35B-5017-5D0C-0A48810DB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1B0AB-EC79-A12B-BFC1-9DB704A2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C176C-AEF5-A669-4C2D-0591C506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2D929-3D3D-EF4E-D45F-152113D3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588E-29DB-AEDB-A51A-CF943D7E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4222D-199F-8935-5367-664EABBE9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21A59-8084-84B2-C6CF-5A0ACD37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85F78-C990-BDDA-B2CB-B708967C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2A6AB-CF5D-EB6C-8D39-2B2C9AD2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620E-E2B9-9785-5841-651A9E9D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0BF29-19C2-1CBA-86D9-C63600A71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AE551-275E-9BFC-DD15-9043BD76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56806-7F9C-93EC-7734-65E3E0CE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B76BE-E9B2-7388-4B04-19EF0231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AE677-836C-82F8-DB30-850EC2E5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4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5ABA-33B7-06EF-7DA0-8BA111D1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25708-B0AC-78CF-1FCE-8D054A169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AE483-E3D4-233E-388D-58E86C5CE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C58EB-5E5D-8571-BD3C-D03C64211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5E548-B48E-83EE-69BA-67BCDE503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2DF79-1E35-E905-0433-FEBE77FE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DA540-D0F0-46D3-32C7-88B39FCB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E88288-1980-6C5F-BBFD-2D16E96AE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2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7238-B94D-3943-787B-CD461175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CD098-7DF6-1488-166B-0BCC8407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222D8-B551-1D82-47D2-0BF91B18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17E3B-F77B-E4A7-A713-9A32E1FC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8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19E1F-FB19-DBE5-3AF3-CB5DEFFC0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091B9-C1BF-340F-52A3-E3D13F993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B4240-2841-3B96-2C22-A5554356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8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73B61-C237-1D6C-311D-BCF0390C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1E16B-26B4-7FD2-635F-7C9F24CF2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83E3A-07A9-6F0F-F284-2B32D7D36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6CBD3-B6A1-B5AB-34FC-0228556D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FC698-AC13-E6CF-DF89-D322025B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7D4CA-5302-E7FF-D0F8-7B7A40FC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0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9C97-BBE5-A957-B525-075E17B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F1DBC-3E81-389E-F015-88F56ADB2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CC0EC-8AB3-539E-74AB-394E5D0F9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DB13F-F0ED-C56C-C7B3-907FCD80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AECB0-BAC5-232A-0221-97875F5C2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7D3EC-6371-8373-F086-6F1CD131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6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F92C-BE8E-C45B-6423-98398F9B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81140-5001-E330-6DD1-462899B57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D7F26-A1CA-74FF-77FE-D1CB9D0D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6CC2-3D86-F14F-5EED-4A6B2C12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6CE3E-D904-3D8A-9D6D-0777F5BD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8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F4C07-F2DE-05DF-6281-A249FE0EC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85495-5B8C-AF80-37DF-D6B063C44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91C44-9FB7-7E0B-7997-BD218AAD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0E1BE-EF1D-7C29-3BA6-A87485A4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97596-DD44-003C-CC97-43440A47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9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1D5158-E561-DB46-5D74-B9A379C0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1E789-60B9-D397-F21F-250D4C2B0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18E96-0F44-9536-406F-86A3A1117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01E73-0753-A646-8019-3FCB2FA9E9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35945-586F-B256-D299-B3969A11D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B35AB-056B-AC27-BA6B-ECACA6276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99046-591B-E148-AA0F-ACF9B36F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6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00A712BF-262C-679E-9ED2-C881E3E6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DECB46-E554-C552-D5F1-AC4256EF500B}"/>
                  </a:ext>
                </a:extLst>
              </p14:cNvPr>
              <p14:cNvContentPartPr/>
              <p14:nvPr/>
            </p14:nvContentPartPr>
            <p14:xfrm>
              <a:off x="1954080" y="2548440"/>
              <a:ext cx="4659480" cy="764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DECB46-E554-C552-D5F1-AC4256EF50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4720" y="2539080"/>
                <a:ext cx="4678200" cy="78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336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E6BF9C4-3597-11E4-C478-7B845CD3B8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6F5ED3-FFE0-0D22-D7E7-082B3639A5F2}"/>
                  </a:ext>
                </a:extLst>
              </p14:cNvPr>
              <p14:cNvContentPartPr/>
              <p14:nvPr/>
            </p14:nvContentPartPr>
            <p14:xfrm>
              <a:off x="262440" y="74880"/>
              <a:ext cx="9412200" cy="3610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6F5ED3-FFE0-0D22-D7E7-082B3639A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080" y="65520"/>
                <a:ext cx="9430920" cy="36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862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FD2C0-DB3C-4B44-2CF7-E4321201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F9EC12-EDC0-DB0A-02FF-5F5F698D7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6A12F83-0AEC-783E-26B2-35DA9DAC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FC3958-7084-1F20-FCCF-C28FDF51C3B7}"/>
                  </a:ext>
                </a:extLst>
              </p14:cNvPr>
              <p14:cNvContentPartPr/>
              <p14:nvPr/>
            </p14:nvContentPartPr>
            <p14:xfrm>
              <a:off x="983160" y="249480"/>
              <a:ext cx="10816200" cy="577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FC3958-7084-1F20-FCCF-C28FDF51C3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3800" y="240120"/>
                <a:ext cx="10834920" cy="578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438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B4115-7EED-781B-4182-6D59360B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A323FD-94FC-7D30-4C6D-FA8A0EC35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448F50F-1708-6932-6471-DBEA492DA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90DEEC-9840-8E04-4ED9-7D131AF26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54637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681397-0E6C-F0E6-86C2-CEE10EEA0DFD}"/>
                  </a:ext>
                </a:extLst>
              </p14:cNvPr>
              <p14:cNvContentPartPr/>
              <p14:nvPr/>
            </p14:nvContentPartPr>
            <p14:xfrm>
              <a:off x="902160" y="95040"/>
              <a:ext cx="11081160" cy="672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681397-0E6C-F0E6-86C2-CEE10EEA0D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2800" y="85680"/>
                <a:ext cx="11099880" cy="674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842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2026-01-28T09:44:24Z</dcterms:created>
  <dcterms:modified xsi:type="dcterms:W3CDTF">2026-01-28T10:46:16Z</dcterms:modified>
</cp:coreProperties>
</file>