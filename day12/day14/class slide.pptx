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0:18:17.0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3117 3306 14355,'1'-62'1745,"1"0"1,-1 7 0,0 8-1180,-1 16-396,0 13-361,0 10 181,2 13 99,5 11 4,6 19-26,1 18-50,-8-20 0,-2 3-256,-1 3 1,-1 1 252,-3 0 0,-1 0 0,-1-3 0,-1-2 3,-3 24 0,1-18 89,3-15 477,2-14 178,2-13-402,6-15 352,7-18-549,10-19-98,-9 22 1,1-1-149,1-1 0,1 0 137,0 1 1,1 2-43,0 3 0,0 1-11,21-17-11,2 12-28,1 13 5,2 13 1,-1 15 10,-1 13-22,-2 14 6,-5 11-275,-5 6 264,-5 2 0,-5-4-29,0-7-27,-1-12 22,4-14 293,6-12-242,7-19 33,5-15 17,4-16-289,-24 17 1,-1-1 302,-2 0 0,-1-1 346,8-22-265,-10 10-17,-7 12-162,-5 13-146,-2 9 118,0 14 700,6 9-622,6 11 6,9 9-12,8 0 18,7-1-1,5-6 12,-1-9 55,-6-8 91,-8-8-7,-9-14-50,-6-11 12,-3-16 16,-3-11-5,-2-6-18,-2-4-49,-2 4-40,2 7-11,-2 10-151,2 13-443,-2 11-1322,3 11-4133,1 13 6049,2 5 0,-2-3 0,-2-5 0</inkml:trace>
  <inkml:trace contextRef="#ctx0" brushRef="#br0" timeOffset="867">4725 3200 18380,'0'-3'3827,"0"0"-3587,0 3-223,3 14-11,2 11-17,2 16 22,0 6-6,-3 0 12,-3-3 39,-7-2 0,2-17 297,-3-5 56,5-18-241,1-11-79,0-14 57,2-34-101,2 13-9,2 7 1,2-1 30,11-12-45,-5 20 1,1 1-1,18-21-11,0 12 0,7 9-16,-13 15-12,11 5 28,-11 16 6,5 8-28,5 25-6,-10 4 11,-4 3-16,-10 3 39,-7-10 5,0 6-33,0-5 17,-1-17 33,1-8 129,-1-13 11,3-12-73,7-8-27,4-13-18,4-9 1,0-3-34,0 2-28,-1 7-22,-2 8-12,1 9-44,6 7 38,-1 13 24,0 2-35,3 15 40,-4 4 33,9 22-27,-8-2-240,0 9 245,-12-20-23,3 1 29,-4-13 11,6 0 67,-5-10 17,2-10-51,-6-7 301,4-16-255,-1-10 55,0-30-67,-5 0-832,-4 24 0,-2 1 855,-3-11 184,-3-1 17,-2 20-28,-2-3-196,4 15-78,1 6-79,3 9 1653,1 1-1631,2 6 63,12 17-12,-2-2-6,10 7 0,3 0-5,15 11-366,-15-16 1,1 1 367,1-2 1,0 0-132,-3 1 0,-2 0-5,19 25-371,-11 7-851,-28-10 12,-9-11 1355,-24 7 0,18-27 0,-9 6 0</inkml:trace>
  <inkml:trace contextRef="#ctx0" brushRef="#br0" timeOffset="1116">6413 3140 20140,'-4'0'3556,"1"0"-3242,3 0-841,59-17-1484,4 11-2698,-3-4 1,3 1 4708,-14 8 0,-4 1 0,16 0 0,-28 0 0</inkml:trace>
  <inkml:trace contextRef="#ctx0" brushRef="#br0" timeOffset="1283">6733 3435 17193,'-8'5'5467,"3"0"-4879,5-5 958,0 0-1479,-11 26-207,21-19-2683,17 22 2823,21-26 0,-8 1 0,-14-2 0</inkml:trace>
  <inkml:trace contextRef="#ctx0" brushRef="#br0" timeOffset="1916">8226 2929 20351,'-48'-34'31,"-1"1"1,9 1 0,2 10-24,4 24 1,2 6-4,-18 5-11,14-4 1,0 1-12,-13 8 113,11-3-102,12-2 42,6 0-25,6 2 24,0 3-7,3 7 76,1 7-25,2 11 72,4 10-345,2-20 0,1 1 283,0 5 1,0 2-12,0 4 1,1 1-21,-1 3 1,1 0 5,0 0 1,0 1-4,3-3 1,1-1-14,1-3 0,3-1-6,2-5 0,3-2-14,1-4 0,3-1-228,17 20 54,4-10-1450,1-10 1596,7-8 0,-23-11 0,2-5 0</inkml:trace>
  <inkml:trace contextRef="#ctx0" brushRef="#br0" timeOffset="2576">8780 3368 17759,'18'-52'1460,"-1"0"0,-1 6 0,-4 10-1101,-11 21-365,-3 10-5,-4 15 50,-7 16-11,-3 19-25,7-15 0,2 2-188,1 3 0,2 2 185,4 0 0,5 1 3,3-2 0,5-1 2,5-3 1,5-3-1,4-3 1,4-4 2,2-5 1,2-3 10,1-4 1,-1-4 13,-1-3 1,-1-4-70,25-13 182,-12-14 11,-15-16 16,-11-10 29,-11-9-99,-10 29 1,-3 0-3,-2 0 0,-2 1-9,-5-1 1,-2 3-15,-3 2 0,-2 2-263,-4 2 1,-1 2 209,-2 4 0,-2 3 0,-1 3 1,0 2-193,-31-3 156,2 9-28,3 13-90,6 9-442,9 14-2006,15 11 2577,16 16 0,6-26 0,8 0 0</inkml:trace>
  <inkml:trace contextRef="#ctx0" brushRef="#br0" timeOffset="2817">9711 3549 20912,'-3'-2'2443,"0"-1"-2225,3 3-207,-10 17-22,14 9-168,-5 21-1014,16 6-4397,-2 4 4742,-5-7 0,-4-20 0,-3-12 0</inkml:trace>
  <inkml:trace contextRef="#ctx0" brushRef="#br0" timeOffset="3099">10155 3283 19350,'7'-48'1370,"-1"0"0,-1 8 1,-1 6-833,0 11-342,-4 14-208,1 3 7,1 15 27,0 29-16,1-3-4,-2 4 1,0 3-11,-2-6 0,-2 2-496,-1 12 0,0 2 277,-2 1 0,0 1-2106,0 5 1,2-1 2332,5-10 0,2-3 0,-4-11 0,3-4 0,7 2 0</inkml:trace>
  <inkml:trace contextRef="#ctx0" brushRef="#br0" timeOffset="3333">10701 3661 18543,'2'-4'3551,"-1"1"-1854,-1 3-1691,29-4-790,-19 37-9047,17-2 9335,-27 18 1,-3-21-1,1-20 1</inkml:trace>
  <inkml:trace contextRef="#ctx0" brushRef="#br0" timeOffset="10638">11488 3312 10058,'-4'-8'4788,"1"1"-2295,3 7 1332,0 0-3550,-16-22-141,2 29-50,-12-16 84,-5 51-34,-2 6-220,13-16 1,0 3 90,2 7 1,3 1-4,7-9 1,2-1 3,5 28 5,27-21 12,16-19-9,-12-11 0,3-3 11,2-1 1,1-5 44,8-7 0,-3-3-3,13-4 22,-22-4 1,-4-3 185,-5-15 10,-3-15-103,-16 16 0,-4-1-81,-3 3 0,-3 1-28,-8-30 67,-10 5-34,1 18-16,-16-11-74,3 18-32,-3 5-68,10 18 33,11 6 49,1 14-2154,6 26-420,2-3 2576,1 20 0,6-35 0,2-1 0</inkml:trace>
  <inkml:trace contextRef="#ctx0" brushRef="#br0" timeOffset="10913">12144 3575 22179,'18'5'-3911,"-8"24"3911,-15 14 0,-1-3 0,4-25 0</inkml:trace>
  <inkml:trace contextRef="#ctx0" brushRef="#br0" timeOffset="11679">12698 3350 14432,'-10'-8'3909,"1"2"-1976,9 6-1485,1-60 302,14 21-644,-7-2 1,2 2-40,17 4 6,6 9-23,-2 8-33,17 2-22,-6 9-18,7 13-5,-10 14-5,-5 12-18,-5 9 6,-13 6 29,-9 4 27,-17 1 6,-9-4 33,-10-5 34,-4-10 62,-2-9 84,1-11 95,2-7 78,4-11-5,7-4-118,8-6-140,8 0-96,10 1-32,10 0-7,15 3 12,12 4-17,9 3-22,8 9 27,-27 0 1,-1 1-12,1 2 1,-1 2-18,25 15-5,-14 4 6,-21 3 22,-22 4-23,-22 2-61,-20 0-87,15-20 1,-1-2-521,-2-2 0,0-1-1127,-1-2 0,2-3 1226,-18 3 0,19-6 0,15-4 0</inkml:trace>
  <inkml:trace contextRef="#ctx0" brushRef="#br0" timeOffset="11896">13674 3503 15541,'3'0'4184,"0"0"-2437,-3 0-2049,10 60-5859,-15-26 5310,7 6 1,-2-3 0,-7-20-1,4-11 1</inkml:trace>
  <inkml:trace contextRef="#ctx0" brushRef="#br0" timeOffset="12422">14381 3237 20649,'-5'-45'993,"-1"-1"0,2 5 1,0 10-843,-2 18-212,3 9 44,2 11 45,4 12-39,1 19-29,2 15-159,-4-19 1,0 1-1265,-1 3 0,1 2 1463,0 6 0,0-2 0,-1 6 0,2-7 0</inkml:trace>
  <inkml:trace contextRef="#ctx0" brushRef="#br0" timeOffset="13455">14940 3222 11150,'0'-4'4582,"0"1"-236,0 3-4184,15-6 6,-9 7-22,10-4-17,-12 8 67,-2-2 50,-1 0 1922,-1-1-1765,-2-12-229,-2-3-101,-1-6 16,0-8-10,3 3-23,4-13-34,4 9-5,4 2-17,-1 13 5,6 4-5,1 5-22,17 6 16,1 8-5,7 7 0,-14-1-17,1 4 0,-12-4 45,-2 4 0,-9 2-12,-6-6-5,-2-1-22,-3-7 22,3-5 17,0 0-34,1 1 28,0 3-11,-4 4 11,1 1-5,-6 9-12,-2 6 6,-1 0-5,-1 6 10,2-9-5,4-6 11,-6 2 1,-2-3-1,-20 11 17,-1-2-23,-13 3-21,16-9 38,-5-1 0,7-6 1,6-4 66,-1-3-61,20-6 56,-3-4-28,7-3-39,0-12-11,2 5 5,7-14 11,0 16 6,3-5-16,-5 12-68,0 3-6,-1 2 68,8 7-1,9 4 18,15 9-29,1-3-8,-6-6 0,3-1-174,10-1 1,3-1-879,1 0 0,1 1-1474,11 0 0,-2 0 1966,-16-3 0,-4-1 0,9 2 0,-23-3 0</inkml:trace>
  <inkml:trace contextRef="#ctx0" brushRef="#br0" timeOffset="13979">15564 2859 21780,'26'-35'107,"11"7"-74,26 26-33,0 1 11,-6 1 6,-10 0-6,-10 0 6,-11 1-6,-7 3 12,-4 5 27,-3 6 18,-2 9-6,0 6-34,-1 8 22,1 7 23,3 7-412,6 7 384,-6-27 0,1-1 5,1 2 1,0-1-9,2 0 0,1-1-20,-2-1 0,-1 0-8,0-1 0,-2 0-179,5 28 176,-17 4-42,-9-29 1,-6 0-352,-7 1 1,-5 0 258,-8 1 0,-5-1-561,-4 0 1,-3-2-31,-1-1 0,-2 0 714,-3 1 0,3-3 0,-5 4 0,8-6 0</inkml:trace>
  <inkml:trace contextRef="#ctx0" brushRef="#br0" timeOffset="18287">9018 3154 18315,'-10'-36'494,"0"1"0,-8-22-486,6 55 257,-5 3 16,-8 8 33,-8 7-35,-6 11 131,-1 6-120,6 4 85,10 2-41,9 0-216,8 4-90,4 1-91,5 4-53,3 0-188,4-3 6,7-3 12,7-7 82,9-5 177,9-7 158,9-8 83,6-7 108,2-11-257,-1-8 439,-6-8 61,-8-4 104,-9-3-138,-10-2-174,-10-3-293,-7-5-152,-7-3-142,-8-6 285,-4-3-397,-5 1-75,-3 2 10,-5 5 67,-7 5 317,-7 7 250,-6 6 155,-1 9 138,1 7 158,1 7 78,2 10 151,0 8 119,3 10-11,4 6-317,9 5-292,8 7-281,7 7-194,7-16 0,2 1-278,0 17-137,2-14 1,2 0-211,5 12 253,-2-22 0,4 0-403,18 20 7,13-14 431,16-13 464,-22-17 1,1-3 153,4-3 0,0-3 80,3-4 1,0-2 87,-1-3 1,0-2 102,-2-4 0,-1-2 126,-5-1 1,-2-2 43,-4-1 1,-4-3 132,10-28-381,-16-5-487,-20-3-247,-10 25 0,-6 1-140,-2 5 0,-2 2-198,-1 1 0,-3 3 241,-2 5 1,-1 3-211,-20-5 379,19 12 0,-1 2-931,-32 3-3728,32 10 1,1 3 4685,-13 4 1,12 3-1,23-11 1</inkml:trace>
  <inkml:trace contextRef="#ctx0" brushRef="#br0" timeOffset="19688">9083 3414 13222,'4'-43'1837,"0"-1"0,-1 1 0,-3 5-901,-6 13-247,-5-7-157,-2 3 112,-6 0-487,6 12 27,-10 0-66,3 12-28,-10 1-28,-6 11-6,-6 8-6,-2 13-22,-1 11-28,6 10-230,22-22 0,2 2 235,1 2 1,2 1-14,2 0 0,2 0 2,-2 29 17,12-8-11,13-7 0,16-8 17,16-9-12,-18-17 1,3-4 22,10-3 0,0-2-210,16-4 221,-19-4 1,-2-3 72,2-11 28,5-10 106,-7-15-72,-16 2-85,-6-1 46,-13-6-18,-10 6-10,-4-14 5,-8 3-45,5 24 0,0 3-22,-6-7 500,-13 0-489,9 25-17,-12 3-5,-4 14-18,-13 19-32,10 10-403,4 6 419,12 12 0,13 0-1596,7-10 1,2 2 1592,1-15 0,3 1-17,7 19 1,6-3-192,6-11 202,5-6 1,6-3-9,24-7 20,-8-11 0,2-4-1,-15-3 1,1-4 5,20-7 1,-2-5 8,-11-5 157,-5-4 0,-2-3 189,-2-17-205,-15 12 0,-2-2-102,-4-11 0,-5-2-22,-4 6 0,-4-1-2,1 1 0,-4 0-6,-6 4 1,-3 4-26,-22-11-44,11 19 1,-5 4-2272,-16 7 1,-4 7 2288,11 4 0,1 2 1,2 2-1,4 1 0,4 4 1</inkml:trace>
  <inkml:trace contextRef="#ctx0" brushRef="#br0" timeOffset="30104">8638 4329 15742,'-51'-8'1804,"0"0"0,5 1 0,11-1-571,23 2-1502,14 0-76,23 1 1335,27-2-665,-12 3 0,5 1-594,11-1 0,3 1 460,-14 0 0,2 1 0,0 0-690,5 0 0,1 1 0,1-1 624,4 0 0,1 0 0,0 0-438,-11 0 0,1 1 1,0-1-1,1 0 491,4 0 1,1 0 0,1 0-1,0 0-213,4 0 1,1 0-1,1 0 1,0 0 24,-9 1 1,1-1 0,-1 1 0,1 0-1,1-1-14,0 1 0,1 0 0,0 0 0,-1 0 0,1 0-330,-1 0 1,0 0 0,0 1 0,-1-1 0,0 0 340,10 0 1,0 0 0,-1 0 0,-1 0 6,-5-1 1,-1 1-1,-2-1 1,0 0-72,9 0 0,-2 0 0,-2-1 90,-8 1 0,-2 0 1,-1-1 222,12 0 1,-4 0-262,-9 0 1,-4 1 700,-8 1 1,-4 0-920,14-1 2066,-20 2-3055,-13 2 40,-9 2 947,-7 3 0,5-5 0,-2 0 0</inkml:trace>
  <inkml:trace contextRef="#ctx0" brushRef="#br0" timeOffset="30763">12892 4199 16131,'45'-10'664,"0"0"0,1 0 0,2 1 0,2 1 0,0 1-443,1 2 1,1 2 0,0 1-1485,6-1 0,1 1 1,1 0 1315,1 0 1,2 0 0,-1 0 4,-14 0 1,0 1-1,0 0 1,0-1 44,15 1 1,0-1-1,1 0-3,-1 0 1,0 0-1,0 1 86,0-1 1,-1 1 0,0 0-199,0-1 0,-2 1 1,1 0 2,-3 1 1,0-1 0,-2 1 13,-3-1 1,-2 0-1,-1 0 49,-6 0 0,-2 0 0,-1 0 480,9-2 0,-3 1-679,-11 0 1,-5-1-578,11 0 89,-22 1 494,-18 7 0,-3-4 0,-6 4 0</inkml:trace>
  <inkml:trace contextRef="#ctx0" brushRef="#br0" timeOffset="33780">7859 5862 22097,'-33'-25'-1607,"-5"11"1273,-2 22 748,-20 12-241,31-10 0,-2 1-920,-19 7 1,-1 1 833,7-2 0,2 0-24,-7 3 1,4 0-93,-8 4 948,1 3-499,20-10-109,-4 2-512,17-8 172,7-1 193,12-1 513,2 5-864,1 8 175,-2 7-181,-3 8-70,-4 9-239,-5 7-449,1-7 704,3-15 0,-1 2 200,1 4 1,0 1-71,1-1 0,0 1-21,-1 5 1,4-1-125,8 16 94,3-15 141,17 1-136,19-6-455,-18-20 1,3-2-4299,8-1 1,1-2 4056,11-3 0,-12-7 0,-27-2 0</inkml:trace>
  <inkml:trace contextRef="#ctx0" brushRef="#br0" timeOffset="34680">15695 5862 9083,'-4'0'4184,"0"0"-711,4 0-3311,-41-12-386,31 9 235,-22-9 51,42 12 67,39 0-57,1 0-27,-10 0 0,2 0-267,-3 0 0,1 0 289,-1 0 1,1 0 13,-4 0 0,-1 0 87,23 0-28,-16 0-45,-14 0-56,-13 0 34,-6 0 0,-4 2 33,1 3 29,1 5 594,2 6-494,-1 5-15,1 7-24,-2 4-12,-1 5-10,-2 4-12,0 5-38,0 4-340,1 4 250,1 1-29,-1 1-22,-1 1-27,-9 2-80,-11 1-47,2-30 1,-4 0-545,-6-1 0,-3-1-716,-5 0 0,-4-2 1431,-10 1 0,2-3 0,-6 3 0,-1-5 0</inkml:trace>
  <inkml:trace contextRef="#ctx0" brushRef="#br0" timeOffset="41503">8711 6248 14885,'-40'-45'1082,"0"0"1,4 4 0,3 12-898,4 26 135,1 16-269,0 18-35,-1 18-264,14-18 1,1 1 233,0 3 0,2 0-9,1 1 1,2-1-9,2-1 0,3-2 162,11 25-131,13-14 23,19-14 67,12-15 50,7-17-51,-26-3 1,0-5-5,-1-4 1,-1-3 132,-1-3 1,-3-2 19,-4-3 0,-3-2-34,-3 0 0,-4-2 88,1-31-52,-12 2-32,-10 6-52,-10 8-139,-7 13-196,-5 13-415,-8 19-2016,-5 21 2610,18-1 0,1 3 0,-5 4 0,4 3 0</inkml:trace>
  <inkml:trace contextRef="#ctx0" brushRef="#br0" timeOffset="41937">9472 6510 17865,'-20'-38'451,"-1"1"0,-19-13-474,25 61-139,-3 27-555,7 8-625,4-13 1,2 2 490,-1 9 1,2-2 0,0 5 0,1-1 0</inkml:trace>
  <inkml:trace contextRef="#ctx0" brushRef="#br0" timeOffset="42370">10332 6334 18565,'-43'3'22,"-1"1"1,6 1-1,7 6-44,18 38 0,13 1-18,13-2-4228,23 0 4268,-6-20 17,24-2 814,-12-21-697,12-8 85,-3-10 134,-5-15 179,-9-9 123,-10-10-95,-12-8-146,-13-1-78,-13-2-56,-11 6-154,4 25 1,-4 2-76,-16-10-63,-8 8-27,18 19-151,2 6-225,15 13-2638,7 20-6778,15 6 9212,2 1 1,1-17-1,-10-15 1</inkml:trace>
  <inkml:trace contextRef="#ctx0" brushRef="#br0" timeOffset="42580">11286 6487 17608,'-2'-4'2817,"0"1"-2761,2 3-364,-70 36-857,43 2-1797,-15-2 1,4 4 2961,22 18 0,7-21 0,5-17 0</inkml:trace>
  <inkml:trace contextRef="#ctx0" brushRef="#br0" timeOffset="42987">11824 6346 20565,'-52'-12'24,"0"0"0,2 4 1,10 11-25,18 37-34,9-5 1,3 1-57,4 15 34,4-15 0,3-1-17,7 6-117,23 3 140,-13-26 5,35 5 106,-15-22 74,18-13 117,-12-12 84,-6-13 67,-11-6-207,-12 6 106,-7-12 96,-9 1-157,-7 0-84,-7 1-106,-5 19-91,-4 10-161,3 8-321,5 9-1006,7 14-4404,14 9 5932,5 5 0,-1-8 0,-1-8 0</inkml:trace>
  <inkml:trace contextRef="#ctx0" brushRef="#br0" timeOffset="43187">12550 6509 20610,'-19'39'-398,"-1"-1"0,0 1 1,-5 3-1,6-7 0,14-6 1</inkml:trace>
  <inkml:trace contextRef="#ctx0" brushRef="#br0" timeOffset="43604">13176 6285 16644,'2'-8'4403,"0"1"-3530,-2 7-553,0 0-309,-47 0-11,12 30-8,-1-13 0,2 4-20,14 11 0,6 4-162,3-3 1,4 1 49,8 27 0,13-10 50,14-13 68,10-12 56,6-13-1,-9-6 107,13-21 6,-19-6 51,8-18-7,-17-8-22,-8-8 28,-7-2-17,-11 1-28,-5 8-44,-12 9-46,-4 8-38,-1 9 136,5 8-433,9 7-471,7 11-3182,14 10 3927,4 6 0,-1-6 0,-2-4 0</inkml:trace>
  <inkml:trace contextRef="#ctx0" brushRef="#br0" timeOffset="43820">14182 6599 20453,'0'-3'2414,"0"1"-1988,0 2-544,-60 32-593,40-1-961,-13-3 0,4 3 1672,24 21 0,4-24 0,1-4 0</inkml:trace>
  <inkml:trace contextRef="#ctx0" brushRef="#br0" timeOffset="44254">14692 6283 22895,'-36'21'30,"1"0"0,2 1 0,4 3-33,12 6 0,5 2-8,-5 28 17,19-7 11,16-10 33,14-10 56,11-14 68,5-10 100,2-15 102,-2-9 38,-5-13-16,-8-7-68,-14-7-140,-14-4-122,-22-1-96,-20 3-524,7 23 0,-5 4-299,-9 0 1,0 4 0,-7-2 0,2 6 0</inkml:trace>
  <inkml:trace contextRef="#ctx0" brushRef="#br0" timeOffset="49663">9766 4694 19580,'-8'-40'427,"0"0"0,1 0 1,2 16-434,5 30 141,-2 13-35,-3 17-66,-4 12-12,-1 5-22,3-7 17,9-12 162,12-16 101,17-17-56,19-22-154,-15 1 0,2-2-686,8-7 0,2-2 658,5-4 1,1 0-26,-18 10 0,1 1 0,-1 0-23,15-12 0,0 1-81,-5 2 0,0 1-662,-3 3 1,-1 2-588,-3 4 0,0 3 1336,-1 5 0,-3 2 0,5-1 0,-11 8 0</inkml:trace>
  <inkml:trace contextRef="#ctx0" brushRef="#br0" timeOffset="50887">8390 6733 11183,'10'-44'1093,"0"-1"1,1 1-1,-1 1 1,1 0-1,1 4-558,4-4 0,2 2-838,0-2 0,0 1 813,1-1 0,-1 2 5,-2 4 0,-1 2 777,7-21-760,-10 20-96,-7 17-628,-5 11 47,-4 15 184,-4 19-28,-8 29-11,7-17 0,-1 3 150,0 6 1,2 3-168,1 2 0,2 0-388,4-1 1,2 0 404,3-3 0,2-2 3,1-3 0,2-2-1,0-6 1,0-2 9,5 18 111,-6-18 409,-4-16 0,-3-15 69,-4-18-556,-4-18 5,-4-20-22,4 19 0,0-3-30,1-5 1,1-2 6,0-2 1,2-1 8,1-1 0,2 0 0,2 3 0,2 1-149,1 5 0,0 3 146,8-21-84,-3 23-123,-5 18 90,-1 19 117,2 20-16,2 22 7,-3-12 1,0 3-34,-1 6 1,0 2 19,1 4 0,-1 1-3,1 0 0,0 0 3,1-1 0,1-2 2,0-4 1,1-2 106,0-6 0,0-2-92,5 15 179,-4-19 151,-5-15-174,-5-21-140,-6-18 6,-4-24 229,3 17 0,0-3-249,-1-6 1,1-3-496,0-3 0,2 0 489,1-2 1,1 0 8,1 4 1,2 1-120,1-1 1,2 4 141,-1-14-23,2 13-72,-2 30 180,-1 11-219,0 13 128,0 19-28,0 28-9,-1-18 1,0 4-323,-1 8 0,1 2 323,-2 4 0,1 1 8,0 0 0,1 0-209,0-4 0,0-3 211,2-7 1,-1-4 59,1 17 274,1-24 168,-1-21-280,-4-23 1477,-7-19-1662,-1-5 0,-1-3-22,-7-21 0,5 10 0,1-2 133,6 16 1,1 1-151,-1-7 0,2 0-26,1 7 1,3 1-540,6-17-544,8 23 55,5 12-6569,18 23 7623,-6 4 0,-3 0 0,-10-3 0</inkml:trace>
  <inkml:trace contextRef="#ctx0" brushRef="#br0" timeOffset="51504">12913 4407 28287,'-52'15'1493,"-1"0"0,7-1 1,6 3-1494,6 15 0,20-3 0,22-5 0,20-7 0,20-7 0,14-5 0,-27-7 0,0-1 0,-1 0 0,0-2-468,25-13-80,-7-9-99,-5-10 951,-23 12 1,-1-1-243,2-4 1,0-2-291,1-3 1,0-1-6,1-1 0,-1 0 12,1 1 0,-1 3-220,-1 3 0,1 2-693,-2 5 1,0 4-7730,22-5 8857,-9 12 1,-14 10 0,-11 2 0</inkml:trace>
  <inkml:trace contextRef="#ctx0" brushRef="#br0" timeOffset="52413">9960 6403 12980,'-6'0'7852,"1"0"-5774,5 0-1725,-29-43-646,44 17 363,-7-34-50,21 42 0,8 5-1182,0-1 1,1 2 1112,22-5-129,-19 10 0,-1 3 74,14 7 20,-17 0 0,-1 4 202,15 17-240,-9 10 3,-13 8-110,-13 7 44,-13 4 105,-16 2 107,-11-3 54,-12-1 126,-4-8 192,-1-6 203,5-11 2613,8-10-2340,9-7 191,8-8-666,5-5-376,2-2-130,3-2-123,1 1-84,3 1-1,8 2-8,13 1 29,14 4 47,13 7 229,9 9-133,-28-6 0,0 3 139,-2 1 0,-2 1-17,17 19 39,-18 2 6,-19 3 5,-26 3-11,-20 2-469,9-20 0,-4-2 376,-4 1 1,-3-1-199,-1-2 0,-1-2-869,0-2 1,1-2 1148,-1-4 0,3-1 0,-4 0 0,10-5 0</inkml:trace>
  <inkml:trace contextRef="#ctx0" brushRef="#br0" timeOffset="53347">14826 4446 20336,'-10'-51'974,"-1"0"1,1 5-1,3 5-537,9 4-196,0 11-219,1 12-42,-2 9 76,1 14 16,2 13-34,0 16-4,3 13-1,3 5-12,4-3 5,4-7-18,6-12 54,5-14 105,6-16 13,9-20-74,-17 0 0,0-3-78,21-20 29,-6 0 0,2-3-580,-12 11 0,0-1 522,-2 2 1,2-1-1,-1 0-13,6-6 0,-1 2-31,-3 2 0,0 2-243,-4 3 1,0 2-648,19-13-1188,-10 15-4783,-13 14 6906,-11 13 0,-9 0 0,-5 3 0</inkml:trace>
  <inkml:trace contextRef="#ctx0" brushRef="#br0" timeOffset="54187">11563 6498 16437,'3'-43'1611,"0"-1"0,0 4 1,-1 10-1372,-2 20-469,0 7 145,1 13 168,2 13-73,0 22-36,0-13 0,-2 2-169,1 7 1,-2 2-741,1 5 0,0 1-209,-1 1 0,1 0-1537,2 0 0,1-1 2680,4-1 0,1-4 0,1 6 0,4-13 0</inkml:trace>
  <inkml:trace contextRef="#ctx0" brushRef="#br0" timeOffset="54496">11771 6554 19888,'-13'-41'343,"0"-1"0,0 4 1,8 8-232,14 21-79,-1 4-49,-3 2-52,-3 3 18,-1 0 33,0 2-100,1 3-314,2 3-51,0-1-2806,1 5-4856,-1-5 8144,1 2 0,-3-5 0,-1-3 0</inkml:trace>
  <inkml:trace contextRef="#ctx0" brushRef="#br0" timeOffset="55620">11696 6512 12701,'-1'-5'7679,"0"0"-7150,1-28 1,6-9-330,8 6-88,-7-7 1,3 0 161,21 15-195,-11 15 174,21-2-236,-10 24 128,3 14-112,-15 11 85,-15 29-478,-9-31 1,-3 2 390,-2 9 0,-1 2-9,-5 0 1,0-1-12,-2 4 0,1-3-5,-4 13 67,10-25 0,2-4-34,3-3 330,-1 0 343,3-13-197,2-13-448,1-7 868,-2-18-857,-2-12-59,3 0 1,0-3-9,1 1 1,0-1-353,0-12 0,0-1 346,1 8 1,0 2-9,1 8 1,-1 2 21,1-2 1,0 3 65,1-5-24,0 1-145,-2 19-28,0 12 78,0 10 56,2 16-33,3 32 14,-3-21 0,-1 2 20,2 13 1,-2 3-16,0-3 1,-1-2-6,0-7 0,0 0-9,0 5 1,0-1 10,1 16 1,2 3 5,1-16 158,-1-22-52,0-11 844,-3-18-938,0-15-1,-1-34-17,0 22 1,-1-1-399,0-13 1,0-2 398,0 3 0,1 1-4,-1 8 1,1 0 8,1-12 1,0 1 4,1-3-4,-1-11-63,1 39-117,-1 13 95,0 12 45,-3 27 40,-3 15-4,3-7 0,-1 2-19,1 3 1,0 2 13,1 3 0,0 0-3,1-9 0,1-1-20,-1 17 1,2-2-9,1 11-45,-1-23 1,0-2 117,3-1 123,-1-19-89,-2-13-1,-3-29-61,-5-13-12,1 5 1,-1-3-53,-1-5 1,0-2 35,0-4 0,1-2 13,0-1 1,2 0 8,2 4 1,0 1 2,2 7 0,1 2 146,0-17-160,0 21-96,0 15-27,2 9 67,1 14 34,6 11-23,7 19-129,7 17 0,-2-4-518,-3-5 1,-1 3-642,-3-12 0,0 0-2020,7 16 1,0 0 3352,-5-15 0,-1-4 0,4 9 0,-8-22 0</inkml:trace>
  <inkml:trace contextRef="#ctx0" brushRef="#br0" timeOffset="56046">12112 6599 21321,'-32'-44'592,"1"0"0,1 3 0,11 5-452,27 7-50,5 4-51,6 6-28,4 5-39,5 7 0,3 6 11,7 13-16,1 12-7,-3 16 7,-10 17 21,-19-23 1,-4 2-331,-7 4 0,-5 0 364,-4 2 1,-4 0 2,-4-1 0,-3-2 14,-1-3 0,-1-1 0,1-5 1,0-1-12,4-4 0,0-2-6,-9 11-27,13-11 55,12-10 56,19-7-134,23-11-227,-4-2 1,4-1-508,12-4 0,3-2-3025,7-2 1,1 1 3786,-4 1 0,-4 1 0,-16 5 0,-5 1 0,4 0 0</inkml:trace>
  <inkml:trace contextRef="#ctx0" brushRef="#br0" timeOffset="57146">8948 9410 25877,'8'-58'425,"1"-1"1,-1 0-1,0 9 1,1 2-1,1 5 1629,3 4 1,1 6-1401,6-1-654,-10 23 0,-7 22-171,1 17-360,1 20 362,1-17 0,2 1-534,3 2 0,4 1 93,5-1 0,4-3-215,8-2 0,5-4 200,8-5 0,6-5-220,-10-8 0,2-3 1,2-3 948,8-5 1,3-4-1,1-2-730,-6-1 0,0-2 1,2-1-1,1-3 688,-3 1 1,0-2 0,1-1-1,1-1 1,1-1-331,-3 2 1,1-2-1,1 0 1,0-1 0,2 0-1,0 0 314,-3 0 1,0 1 0,2-1 0,0-1-1,0 1 1,1-1 0,0 0-104,-3 2 1,0 0 0,1 0 0,0 0-1,1 0 1,-1 0 0,1-1 0,0 1 57,2 0 1,0-1 0,0 0 0,0 0 0,0 1 0,1-1 0,-1 1-1,1 0-136,-1 1 1,0-1 0,1 1-1,-1 0 1,0 0 0,1 0 0,-1 1-1,-1 0-226,6-1 1,0 0 0,0 0 0,-1 1 0,1 0-1,-1 1 1,-1 0 331,-1 1 1,2 1-1,-1-1 1,-1 2 0,-1 0-1,-4 0 1,-3 2 0,8-2-1,-5 1 1,-3 1 0,-1 1-1,4 1 1,0-1-1,0 1 1</inkml:trace>
  <inkml:trace contextRef="#ctx0" brushRef="#br0" timeOffset="59012">2975 8452 18450,'12'-52'1589,"1"0"1,0 0-1,-2 2 1,0 1-1,-1 3-743,-2-8 0,-1 2-549,-2 2 0,-1 1 236,-1 6 1,-1 1-270,-1 8 1,0 2 177,-1-9-907,0 23-86,0 24-66,1 23-12,1 27 275,0-18 1,2 2-228,1 5 1,3 0 298,3 0 1,2-2 34,4-5 1,5-3-105,3-8 0,5-5 114,4-6 1,3-7 199,6-10 0,2-7-75,8-7 0,2-10 239,-15 3 0,3-6 1,1-1-1,-4 1-824,3-1 0,-4 1 1,5-4 747,-5 2 1,4-3 0,1-1-1,0 0 1,-2 2-26,2-1 1,-2 2 0,0 1-1,3-2 28,0 0 1,2-1 0,1 0 0,1 1-1,0 0-136,1 0 0,1 0 0,0 1 1,1 0-1,0 1-930,1 1 1,1 0 0,0 2-1,-1 0 1,-1 1 974,6-2 1,0 0-1,-3 3 1,-3 1-1,-2 2 1,-4 2 0,-4 3-1,-5 3 1,-1 0-1</inkml:trace>
  <inkml:trace contextRef="#ctx0" brushRef="#br0" timeOffset="61321">18206 5896 29213,'25'-36'-789,"-1"0"0,1 1 0,1-11 1,-16 4-1089,-28 16 0,-13 5 1310,-16 2 0,-5 3 337,4 3 0,-6 0-526,3 4 1,-7-1 0,-3 1 0,3 1 821,8 0 1,1 2 0,0-1 0,-4 0-255,4 1 0,-3-1 0,-2 1 0,-1-1 0,0 1 0,1 0 52,-7-1 1,1 0-1,-1 1 1,0 0 0,0 0-104,6 0 0,-1 1 0,0 0 0,0 0 0,1 0 0,2 0 388,-2 0 1,2 1-1,1 0 1,-1-1-1,-3 1-272,1-1 1,-2 0 0,-2 0-1,0 1 1,1-1 0,1 0 175,-3 1 1,2-1 0,1 0 0,-3 0 0,-4 0-50,8 1 1,-3-1 0,-2 0-1,-2 0 1,-1 0 0,0 0-1,2 0 1,1 0 2,-3 0 0,1 0 1,1 0-1,-1 0 1,1 1-1,-2-1 1,-1 0-6,8 1 0,-3-1 0,-1 1 1,0-1-1,0 1 0,0-1 1,2 1-1,2 0 0,2 0-8,-7 0 1,3 0 0,2 0 0,1 0 0,-1 0 0,-3 1 8,-1-1 1,-1 0 0,0 1 0,-2-1-1,0 1 1,-1-1 0,0 1-47,6 0 0,-1 1 0,0-1 0,-1 1 0,0-1 0,0 1 0,0-1 0,0 1 6,4 0 0,1-1 0,-1 1 0,1 0 0,-1 0 0,-1-1 0,0 1 0,0 0 0,-1 0 6,0 0 0,-1 0 0,-1 0 0,0 0 0,-1 0 0,0 0 0,1 0 0,0 1 0,2-1 0,1 1-4,-7-1 0,2 0 0,0 1 0,1 0 0,0-1 0,2 1 0,1 0 1,1 0-19,-8 0 1,3 0 0,1 0 0,0 0 0,-1 0 0,-1 1 12,10-1 0,-1 1 1,-1 0-1,-1-1 1,1 1-1,-1 1 0,1-1 1,0 1 2,0 1 1,0 0-1,0 0 1,0 0-1,0 1 1,-1 0-1,1 0 1,0 0-5,-2 0 0,1 0 1,0 1-1,-1-1 0,0 1 1,0 0-1,-1 1 1,0 0 53,3 0 1,-1 0 0,-2 1 0,1 0 0,-1 0 0,1 0 0,1 1 0,1 0 0,2 0 5,-6 2 1,2 0 0,2 0 0,0 1-1,0-1 1,1 2 0,-1-1 3,2 1 0,0 0 1,0 0-1,1 1 0,0 0 1,0 1-1,0-1 0,-7 3 1,0 1-1,0 0 1,2 1 0,0-1-1,3 0 2,1 0 1,3-1 0,1 0-1,-1 2 1,-2 2 0,-1 2 0,-3 3 1,-1 1-1,1 1 1,2 0-1,5-1-12,-4 4 0,6 0 1,1 0-1,-3 4-67,7-6 1,-2 3-1,-1 1 1,0 0-1,3 1 1,4-1-129,-5 9 1,4 1-1,3-1 1,3 0-19,-2 3 1,3-2 0,3 4-36,1 4 1,4 4-1,4 1 124,6 2 0,5 2 1,3 0-86,0 2 0,2 0 1,4 2 25,2-9 0,3 2 0,3-1 1,2-2-22,8 9 0,4-3 1,1-3 142,-4-9 1,2-3-1,5 3 57,7 3 0,6 3 0,3 0 0,-1-4 3,-5-10 0,-1-4 0,2 0 1,4 2 3,3 3 0,4 3 0,2 0 1,1-1-1,1-3 2,-2-4 0,1-3 0,2-1 0,0-1 0,1 0 1,-4-4 0,2 0 1,0-2-1,1 0 0,-1 0 1,-1-2-7,2 1 0,-3-1 1,1-1-1,3 0 1,4 0-15,-5-3 1,4 0-1,2 0 1,3-1 0,0 1-1,0-1 1,-1-1-1,-3-1 14,6 0 0,-2 0 0,-1-2 0,0-1 0,3 1 0,3 1-42,-13-4 0,2 1 0,1 1 0,2-1 0,2 0 0,-1 1 0,1-2 0,-1 1 0,0-2 0,-2 0 30,2 0 1,-1-1 0,0-1 0,-1 0 0,1 0 0,-1-1 0,1 0 0,0 0 0,1-1-1,1 1 1,2-1 0,-1-1 0,0 1 0,1-1 0,0 0 0,0-1 0,0 1 0,0-1-3,-4-1 1,-1 1-1,1-1 1,0 0-1,0 0 1,0-1-1,0 0 1,0 0 0,1 0-1,-1 0 6,1-1 0,1 0 0,1-1 0,0 0 1,-1 0-1,1 0 0,-2 0 0,0-1 0,-1 1 1,-1 0 0,4-1 1,-3 1 0,-1-1-1,-1 0 1,1 1 0,1-2 0,2 0-1,3 0 19,-8-1 1,2 0-1,2 0 1,2-1 0,0 0-1,2 0 1,-1 0 0,0-1-1,-1 1 1,-1-1 0,-2 0-1,-2 1 14,4-1 1,-2 0-1,-2 0 1,-1 0-1,-1 0 1,1 0-1,2-1 1,1 0-1,3 0-4,-3 0 1,2 0 0,2 0 0,1-1 0,1 0 0,1 0 0,0 0 0,0 0 0,0 0 0,-2-1 0,-1 1 0,-1 0 0,2-1 0,0-1 0,-1 1 0,-1 0 0,-1-1 0,1 1 0,-1-1 0,0 0 0,0 1 0,0-1-17,1 0 1,-1 0 0,1-1 0,-1 1-1,1 0 1,-1-1 0,0 1 0,0-1 0,0 0-1,0 0-10,-1 0 0,0 0 0,0 0 0,0 0 0,0 0 1,0-1-1,-1 1 0,1-1 0,-1 1 0,0-1-5,-1 0 1,0 0 0,0 0-1,0 1 1,-1-2 0,1 1-1,-1 0 1,0 0 0,0-1-1,0 1-2,4-2 1,1 0 0,-1-1 0,-1 1 0,1 0-1,-1-1 1,0 1 0,0-1 0,-1 0-3,-2 0 1,0 0 0,-1 0 0,1 0 0,-1-1 0,0 1 0,-1-1 0,0 0 0,0 0-9,3-1 1,0-1 0,-1 0-1,0 0 1,0 0 0,-1-1-1,-1 1 1,0-1 0,4-2 0,-1 0 1,-1-1-1,0 1 1,-1-1-1,-1-1 1,-1 0 8,4-2 1,-1-1 0,-1 0 0,0 0 0,-3-1-1,0-1 3,3-4 1,0 0 0,-3-1 0,-1-1 0,-3 0-5,-6 1 0,-1 0 1,-2 0-1,-2-2 0,-4 0 65,2-7 0,-3 0 0,-3-1 1,-6-2-225,0-12 0,-8-1 0,-9-1-277,-12 0 1,-9 0 0,-5 4-168,2 8 0,-5 3 0,-6 0 601,-3 9 0,-8-1 0,-2 1 0,1 3 0,7 5 0,-2-4 0,0 4 0,-4 1 0,-1-1 0,0 1 0</inkml:trace>
  <inkml:trace contextRef="#ctx0" brushRef="#br0" timeOffset="65795">12132 10341 15479,'-1'-7'2252,"-1"1"-678,-8-54-409,1 34-810,-1-10 1,-4 1-48,-11 16-213,-9 7-44,-11 6-7,-10 12-19,25 1 1,-1 3-129,-1 3 0,1 4 92,2 0 0,2 3-34,-15 21-33,18 1 55,15 1 35,18 1-7,13-1 46,18 0-300,-14-23 1,3-2 262,4-1 0,2-1-17,3-1 0,0-1 3,-7-4 0,1 0-6,12 4 1,-2 1-45,7 6-39,-17-6 0,-4 3 50,-4 13 265,-26 3-159,-25 6-42,2-19 0,-5-2 8,-7 2 1,-3-2-361,-5-2 1,-2-2 399,0-3 0,1-2 28,3-3 0,1-4 83,8-3 1,4-5-3035,-10-14 2850,21-7 0,13 7 0,6 6 0</inkml:trace>
  <inkml:trace contextRef="#ctx0" brushRef="#br0" timeOffset="66079">12755 10291 16919,'-3'-3'3848,"1"2"-2549,2 1-1002,-68-6-106,20 14-320,-4-4 1,-2 4 139,21 7 1,3 3-26,2 1 0,2 3-37,-11 22 6,17 3-22,15 0-151,30 4 106,-1-18-68,5-14 1,5-4-239,-1-9 1,3-3-1585,11-1 0,4-3 2002,12-5 0,-3-2 0,-25 4 0,-2-2 0,-1 0 0,0-1 0</inkml:trace>
  <inkml:trace contextRef="#ctx0" brushRef="#br0" timeOffset="66312">13256 10276 20259,'48'-22'-170,"1"0"1,-1 0 0,4 1 0,-1 2-1,-5 5 1,-12 9 0,-3 2 0,28-2 0</inkml:trace>
  <inkml:trace contextRef="#ctx0" brushRef="#br0" timeOffset="66471">13391 10518 23864,'39'-21'-94,"-1"1"1,0 0 0,9-3 0,3 1 0,-10 5 0,-1 5 0,20-6 0</inkml:trace>
  <inkml:trace contextRef="#ctx0" brushRef="#br0" timeOffset="68678">14832 9956 7783,'4'-3'5232,"0"1"689,-4 2-4633,53-43-381,-39 27-608,16-9 1,-7 2 137,-26 15-241,-3 3-173,-8 6-18,-11 13 1,-16 17-6,14-5 0,0 3-439,-3 7 1,1 2 446,0 5 1,3 1-1,3 0 1,4 1-15,4-2 1,5 0-51,4-3 0,5-1 50,6-2 1,5-3-18,4-3 1,5-3-271,6-2 0,5-4 293,4-4 0,4-3 22,3-4 0,2-4 20,1-5 0,1-6 45,0-5 0,-3-5 50,0-6 0,-4-6 37,-3-5 0,-4-4-12,-3-4 0,-5-3-58,-4-4 0,-4-2-20,-4-2 0,-4-1-34,-3-1 0,-3 0-30,-3 2 0,-4 1-6,-1 5 0,-4 1-26,-3 8 1,-3 3-160,-23-13 82,-11 21 22,-9 27 55,25 8 1,0 6-182,-5 9 0,0 6 151,-1 8 0,1 4 0,1 4 0,3 3-17,7 2 0,5 1-428,7-2 1,8-1-75,10-2 1,10-3-1171,8-4 1,9-5 1730,15-2 0,2-7 0,7 5 0,4-14 0</inkml:trace>
  <inkml:trace contextRef="#ctx0" brushRef="#br0" timeOffset="69295">15897 9894 14594,'0'-48'2333,"-1"1"1,0 6 0,-4 6-1610,-9 8-450,-5 13-229,-3 14-34,-3 15 17,-5 18-17,-1 19-262,15-18 0,2 3 240,2 4 0,2 2-17,3 2 0,3 0-48,5 1 0,4-1-174,5-3 1,5-1-535,5-2 0,6-4-1314,5-3 1,4-4-1149,6-4 1,3-5 826,3-5 1,2-5 2418,0-6 0,1-6 0,-3-6 0,-3-4 0,-3-6 0,-5-4 2055,-4-4 1,-4-3-90,-5-3 1,-3-2-287,-4-2 0,-2 0-411,-4 0 0,-1 1-421,-3 3 0,-1 1 318,0-19-315,-8 14 136,-1 13-741,-3 12 583,3 8-1204,1 3 531,2 7-195,0 12 56,0 16 0,2 14-23,4 7 17,5 2-11,5-6 23,-1-7 5,-5-12 33,-4-12 202,-3-10-22,-5-8-129,-3-11-11,-3-8-62,0-14-11,3-10-11,9-8 28,12-3 11,12 2-11,8 7-6,1 10-34,-3 10-27,-3 8-6,0 8 17,4 8-56,9 11-253,4 12-910,-17 0 1,-1 1-1078,10 13 2307,-14-5 0,-5-1 0,-9-13 0,2 10 0</inkml:trace>
  <inkml:trace contextRef="#ctx0" brushRef="#br0" timeOffset="69521">17089 9680 17292,'-4'-43'466,"0"-1"1,0 5 0,5 8 1992,9 17-2459,17 10-8,5 16-1,3 6-8,2 3 1,1 3 145,4 4 1,-1 3-284,1 10 0,-6 5-383,-12-5 1,-5 2-1282,3 14 1,-7 4 1817,-15-16 0,-5 2 0,0-5 0,3-4 0,-3-2 0,-8-3 0,0 0 0</inkml:trace>
  <inkml:trace contextRef="#ctx0" brushRef="#br0" timeOffset="70029">11735 11965 23373,'37'-29'23,"1"0"1,0 1-1,1 1 1,2 2-1,1 5-122,-1 8 1,2 5 0,0 1-821,20-4 0,-1 1-293,-9 3 0,-3 1-2441,-11 1 1,-5 2 3645,6 4 0,-23-1 0,-13 2 0</inkml:trace>
  <inkml:trace contextRef="#ctx0" brushRef="#br0" timeOffset="70228">12026 11819 12819,'-3'-1'7707,"0"0"-5472,3 1-2291,-7 0 129,4 20-45,-5 13-11,13 26-20,-1-24 0,2 2-637,2 2 0,1 1-1100,2 2 1,1-1 1739,2 4 0,-1-3 0,2 6 0,-1-9 0</inkml:trace>
  <inkml:trace contextRef="#ctx0" brushRef="#br0" timeOffset="70495">12880 11795 20016,'0'-5'3059,"0"1"-2611,0 4-314,-76-37-95,40 37-36,-13-13 0,0 8 2,10 41-13,19-10 0,3 2-405,1 4 0,2 2 379,3 4 1,3 2-54,3 1 0,5 0-140,4 0 1,5 0-234,3-4 0,6-1-974,5-4 1,7-4 1433,10-2 0,1-6 0,5 4 0,5-10 0</inkml:trace>
  <inkml:trace contextRef="#ctx0" brushRef="#br0" timeOffset="70722">13515 11819 22688,'-35'-9'291,"0"0"1,0-10-511,92 5-258,-12 7 1,5 0-1973,10 0 1,4 1 2448,-17 3 0,2 0 0,-5 1 0,-1-1 0,-4 1 0,-6 2 0,-1-1 0</inkml:trace>
  <inkml:trace contextRef="#ctx0" brushRef="#br0" timeOffset="70872">13613 12128 22419,'41'-1'0,"0"1"0,-8-1 0,0 1 0</inkml:trace>
  <inkml:trace contextRef="#ctx0" brushRef="#br0" timeOffset="71555">15318 11563 20834,'-55'0'218,"0"0"1,12-4-1,4 8-190,5 26 0,6 12-23,4 1 1,4 2-212,1 2 0,2 1 192,1 7 0,6 0-310,11-13 0,6-2 318,4-4 1,6-2 19,9-5 0,5-4 22,6-5 0,4-4-2,8-5 0,0-5-9,-8-3 0,1-4 81,19-10 1,-2-7 2,-23 1 1,-2-3 66,14-10 1,-4-5 13,-19 3 0,-7-4-44,-3-3 0,-7-3-23,-5-3 0,-6 0 20,-4-3 0,-5 0 8,-5 3 0,-4 3-42,-3 3 0,-3 5-31,-3 5 1,-2 5-23,0 6 0,0 3 172,-24-2-328,13 14 32,13 19 57,7 18-45,4 23-501,12-20 1,2 1-377,2 5 1,4 0-3148,7 2 1,3-1 4079,2-6 0,1-3 0,8 10 0,-6-23 0</inkml:trace>
  <inkml:trace contextRef="#ctx0" brushRef="#br0" timeOffset="72155">16235 11498 19837,'-11'-46'1329,"1"1"0,1 5 1,-3 8-1033,-11 14-292,2 11-61,2 18 62,-2 18-12,-2 20-261,11-17 0,2 3 253,1 4 0,3 2-395,2 1 1,3 0 355,4 0 0,5-1-96,2-2 1,5-3-318,6-3 0,4-4 121,5-4 1,4-4 41,5-5 1,2-4 178,4-5 1,0-5 112,0-5 0,-2-5 36,-3-4 0,-2-4 45,-5-4 0,-4-3 61,-5-3 1,-4-3 78,-4-1 1,-4-3 35,-2 0 1,-2-1 41,-3 2 1,-2 0 366,1-23 266,-6 14-518,0 15 657,-1 12-1156,1 8 360,2 7-376,0 9 129,4 12-6,2 18 6,5 14-9,-6-23 1,-1 2-18,-1-1 1,0-1 2,0 30-11,-2-12 17,-1-13 174,0-16 297,0-12-426,4-37-12,4-5-13,-1 2 0,1-2-220,2 1 0,2 1 217,2-1 0,1 0-1,3 2 1,1 1-17,1 4 0,2 3 12,22-12-7,1 14-10,3 12-1,2 13-22,3 10-90,-1 13-521,-3 11-1774,-9 8 1762,-23-17 1,-2-1-1,1 3 1,-6-2-1</inkml:trace>
  <inkml:trace contextRef="#ctx0" brushRef="#br0" timeOffset="72495">17398 11232 24508,'48'-9'31,"0"0"1,-10-1 0,-2 8-38,1 18 1,-3 8-702,-6 0 1,-1 2 672,7 10 1,-3 3-354,-4 4 1,-6 4-4530,-9 15 1,-6 0 3302,-2-22 0,-4-2 0,-4 4 1,-2-7-1,1-21 0</inkml:trace>
  <inkml:trace contextRef="#ctx0" brushRef="#br0" timeOffset="72871">15779 12453 11599,'-59'12'527,"0"-1"0,0 0 1,0 0-1,3 1 0,1-1 1,1 0-1,3 0-428,-2 1 0,4-1 0,3-1 200,-7 4 1,12-3 1464,19-2-431,52-10-852,8-4 1,10-4-1129,4 0 1,9-1 0,4-1 0,0 0 709,-11 1 1,1 1 0,0-1 0,3 0 0,2 0-202,-6 1 0,2-1 1,2 0-1,1 0 1,0 0-1,0 0 0,-2 0 158,7 0 1,-1 0 0,0 0-1,-1 0 1,-1 0 0,-1 0-169,0 1 1,-3-1 0,0 1-1,1 0 1,3-1 160,-7 1 1,4 0 0,1-1-1,0 0 1,-1 1 0,-2-1-1,-4 2-263,11-3 1,-6 1-1,0 0 1,3-1 237,-9 3 1,4-1 0,0-1 0,0 1 0,-3 0 0,-4 1-178,18-3 0,-6 1 1,-3 1-1371,9-1 1,-7 3 1558,-19 2 0,-6 1 0,-1 2 0,-21 2 0</inkml:trace>
  <inkml:trace contextRef="#ctx0" brushRef="#br0" timeOffset="111324">8063 5453 16650,'-45'35'366,"0"-1"0,3-3 0,8-5-98,18-14 180,0-2 136,-1-5-69,-4-6-157,-8-10-128,-11-9-96,-9-11-78,20 11 0,-2-2-353,-1-5 1,-1-3 330,-1-4 0,0-3-432,0-4 0,3-2 409,0-2 0,3-2 3,2 0 0,3-1-17,4 1 1,3 0-7,4 0 1,4-1 5,2 0 0,3 0-14,5 0 1,4 0-12,2 1 0,3 0-9,5 0 1,3 2-4,4 2 1,3 2 5,3 2 1,3 2 5,2 4 0,1 2-3,0 5 1,2 3-249,-2 3 0,0 3 246,18-4-125,-7 10 0,0 3 130,4 2 5,-8 1 1,0 1 536,-3 3-615,-9 1 853,-14 2-635,-8 1 580,-16 4-619,-14 3 228,-4 1-270,-6 0 0,-4 0 9,-23 5-189,15-5 1,-1-1 165,6-2 1,1-2-7,1-1 1,0 0 3,2-2 0,1-1 86,-30 1 17,10-3 0,9-4 12,11-3-34,11-3-23,8-1-56,8 1-111,4 1-57,5 1 377,8 0-270,10-1 11,15 1 17,13 0 28,13 4-506,-24 2 0,2 1 480,4 1 1,1 0-4,3 1 1,1 2 3,2-1 0,-1 2-4,0 2 1,-3 2-23,-4 1 1,-2 2-118,-8 2 1,-3 4-220,5 24-2369,-26 18 2739,-17-18 0,-4-1 0,0 6 0,-10 2 0</inkml:trace>
  <inkml:trace contextRef="#ctx0" brushRef="#br0" timeOffset="112334">10299 5999 11306,'-31'-44'449,"0"1"0,0-1 1,4 8-1,1 1 1,6 0-182,7-11 1,6 1-786,1 2 1,1-4 600,1-2 0,1-6 0,3 2-528,0 6 0,3 1 1,0 0 463,2-9 1,2-2-1,1 6-12,2 0 1,4 4 16,3-6 1,4 2-75,2 5 0,3 1 63,0 2 0,3 0-9,3-2 1,3 4-3,-5 11 0,1 3-3,-6 7 0,1 1-3,9-4 0,1 0-76,-6 6 0,1 1 62,16-7 1,2 1-21,-10 6 1,0 3-228,3 1 1,-2 3 173,6 2 1197,-8 13-900,-20 14 95,-9 9-44,-18 13-28,-18-2 50,-13-2 767,4-11-739,4-11 0,-1-3 112,-16 3-267,13-7 1,-1 0 260,-24-2-22,-1-4-213,14-3 613,14-2 1,-1-2-541,-11-1-11,-14-4 22,22 2-33,14 1-191,12 1-179,7 2-67,13 0 190,10-2 22,18-2 1,14 1-6,-5 1 3,-3 4 0,1 0-6,-11 1 0,1 0-23,14 3 0,0 2 98,-9 1 0,-2 3-22,-3 2 1,0 4-73,-3 1 0,-2 3-252,-2 1 1,-3 3-1211,-2 4 0,-4 0-3177,7 19 3873,-9 7 0,-10-32 0,-2 0 0</inkml:trace>
  <inkml:trace contextRef="#ctx0" brushRef="#br0" timeOffset="113951">12050 6186 14908,'4'-58'21,"0"0"1,1 1 0,4 4-161,5 16 0,2 2-253,2-6 0,1-2 423,1-2 1,1-1 17,0-1 0,-1 0 12,0 0 0,-2 1 23,-2 1 0,-2 1-69,-3 2 1,-2 1 262,-3 2 0,-1 0-82,-2 2 1,-2 1 161,-1 2 1,-2 0-207,-5-28 21,-4 7-5,-7 9 336,-5 7-532,-7 9-216,-7 8 41,-9 8 182,-7 8 65,-3 5-4,2 7-7,7 1 827,12 1-771,13-2 503,11-3-558,7-3-40,5 0 6,6-3 11,8-4 12,12-7-7,9-4-4,9-4 10,8-1-257,-24 10 1,0 1 464,3-1 0,0 2-13,2-1 0,0 2-132,0 0 1,0 2 116,-1 0 1,1 1-12,-3 2 1,1 0 172,29-2-3,-6 4-337,-7 1-318,-12 2 52,-14 2 149,-12 0 92,-12 2 620,-8 1-592,-11 0 215,-9 1-129,-7-1-19,-2-2 234,-3-1 243,3-1-13,0 0-39,-1-1-96,-5 1 35,-7 3 47,-9 4-428,28-3 1,-1 2 94,0 1 0,0 0-107,2 0 0,0 0 78,-20 8 10,15-2 50,12-2 57,11-3 43,5 1-505,0 1 43,2 0-418,0 0-13,1-2 33,2-4 60,2-2 201,2-3-447,0-3 267,1-4 376,6-4 101,7-5 20,10-3 8,6-1 37,7-1-27,5 2 285,6 1 450,6 2-603,8 3 109,-29 8 0,1 1-45,2 1 0,0 1-39,1 2 0,-1 1-32,0 3 1,0 1-34,-1 2 1,-1 3-191,-1 0 1,-1 3-204,1 5 1,-2 0-273,10 9 77,-2 13-239,-26-9-2125,-4 13 1954,-10-2 0,0-15 0,-3-10 1</inkml:trace>
  <inkml:trace contextRef="#ctx0" brushRef="#br0" timeOffset="119433">6781 7529 12920,'-47'-21'431,"0"1"0,6 2 0,8 3-783,19 10-18,11 3 376,18 0 44,13 1 28,21-2 0,-15 2 1,2 0 52,9 0 1,3 0-940,10 1 1,3 0 922,-14 0 1,2-1 0,1 1 35,4 0 0,3 0 0,0 0-21,-10 0 1,1 0-1,1 0 1,0 0-3,4 0 1,0 0 0,2 0 0,0 0-610,4 0 1,1 0-1,1 0 1,0 0 548,-8 0 0,0 1 1,0-1-1,1 0 1,1 0-410,2 1 0,2-1 0,0 0 0,0 1 0,1-1 386,-7 1 1,-1-1 0,0 1 0,2 0 0,1-1 0,2 1-2,3-1 0,4 1 0,1 0 0,1-1 0,0 1 0,-3 0 0,-3-1-298,6 1 0,-5 0 0,-1-1 0,2 1 0,4 0 267,-10 0 0,3-1 1,2 1-1,2 0 1,0 0-1,-2-1 0,-1 1 1,-3 0-83,3 0 1,-2 0 0,-3 0 0,1 0 0,1 1 0,2-1 72,-6 0 0,2 0 0,1 1 0,1-1 1,0 0-1,0 1 0,0-1 0,0 1-21,-1-1 1,1 1 0,-1-1 0,0 1 0,1-1 0,0 1 0,1 0 0,1 0 27,0 0 1,2 0 0,1 1 0,1-1 0,0 1 0,-1-1 0,-1 1 0,-2-1 0,-3 1-4,9-1 0,-4 1 1,-2-1-1,0 1 1,1-1-1,3 1 12,-4 0 0,3 0 1,1 0-1,1 0 0,0 0 1,-2 0-1,-2 0 1,-5 0 54,9 0 0,-5 0 0,-2 0 0,0 0 0,3 0 11,-1 0 0,1 0 0,2 0 0,0 0 0,-1 0 0,0 0 44,-5-1 1,0 1 0,-1-1 0,1 1 0,0-1 0,0 0-45,5 1 0,2 0 0,0-1-1,-1 1 1,-2-1 0,-4 0-44,6 1 0,-4-1 0,-1-1 0,3 1 18,-3 0 1,4 0 0,0 0-1,-3-1 1,-5 0 4,3 0 0,-5 0 1,1-1-38,8 0 0,1 1 0,-2-1 351,-10 0 0,-1 0 0,-3 0-407,12 0 0,-6-1-2027,5-1-3703,-22 0 6184,-37-1 1,1 2-1,-4-1 1</inkml:trace>
  <inkml:trace contextRef="#ctx0" brushRef="#br0" timeOffset="120982">13333 3143 7593,'-43'14'-86,"0"-1"1,0 1 0,-18 8-1,7 4 80,19 4 1,5 3-1045,6-7 0,1 2 1097,-5 9 1,0 4-38,2 5 1,0 2 10,0 0 1,1 2 250,0 7 0,3 1 383,8-12 0,4-2-336,2-9 0,4 0 42,3 12 1,6-2 177,16 6-388,-11-20 1,6-3 532,14-9 1,4-8 139,21-4-628,-21-3 0,0-4 121,3-6 0,-1-6 2,6-10 0,-1-5-143,3-3 0,0-3-304,-11 4 0,1-2 0,-3-1 236,8-15 0,-4-2-26,-2-5 0,-3 0-71,-8 12 1,-3-3 25,-6 2 0,-2-3 1,-3 3-215,-3 1 0,-5 2 192,-1-17 0,-7 3-23,-7 18 0,-6 6-18,-6 4 1,-4 4 71,-5 4 1,-2 3-2,-2 5 0,-2 2-1,0 4 1,0 3-23,1 4 1,1 4-20,4 3 0,3 4-48,4 7 1,4 2-80,-8 21-1357,22 0 0,6 2-1306,8 7 2769,3-7 1,2-3 0,2-16 0,2-1 0</inkml:trace>
  <inkml:trace contextRef="#ctx0" brushRef="#br0" timeOffset="121425">15267 3240 11913,'-13'-55'1177,"0"-1"0,-5-3 1,-5 11-522,-10 23-407,5 10 1,-1 3 207,-18 3 110,1 15 1,-2 5-1125,9 1 1,0 3 899,-17 8 1,0 5-2,12-1 0,3 3 19,6 1 0,5 3 5,7-2 1,5 2-86,7 0 1,6 0-223,8 1 0,5-1-302,5 0 1,6-2-77,6 1 1,5-3-99,6-1 0,3-3 218,4-3 0,3-2 115,3-4 1,1-4 127,1-4 1,0-3 91,-2-6 0,-1-4 217,-2-5 0,-2-4 219,-5-5 0,-3-4-249,-3-5 0,-4-3 78,-4-4 1,-5-4-183,-4-2 0,-4-2-145,-4-2 0,-5 0-128,-6 1 1,-5 1-140,-6 3 1,-6 3-99,-6 4 0,-6 5-71,-6 5 1,-3 5-890,-5 5 1,-2 5 861,5 4 1,2 3 0,-13 2-1,24 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0:20:40.6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6248 2588 18834,'-43'-11'403,"0"1"1,1-1-1,-12-4 1,4 4-326,11 11 0,2 2-598,3 1 0,0 1 545,-9 1 1,-2 1-24,-7 4 1,2 1-6,16-3 1,1 0-15,-9 2 0,3 1 333,-1 2-327,-11 4 194,16-4-183,0 1-12,11 0 29,-1 9 0,4 1 22,-7 21 14,10-13 1,0 3 16,1 4 0,-1 3-173,-3 10 1,0 3 147,5-3 0,3-1-28,1-8 0,2 0 2,0 13 1,1 1-12,4-9 1,3 1-17,1-4 1,2 4-1,2-3-20,5 8 0,5-3-9,6 2 1,6-7-25,21-2-49,-7-28 1,4-5-235,-2-7 0,3-3-1342,14-2 0,2-4 1686,-6-1 0,-4-1 0,-14 1 0,-5-1 0,4-2 0</inkml:trace>
  <inkml:trace contextRef="#ctx0" brushRef="#br0" timeOffset="643">7336 2793 21399,'-59'0'158,"0"0"1,2 7 0,8 12-139,18 23 0,8 10-1944,-1 1 1,2 1 1923,5-12 0,3 1-9,4 17 1,8-2 218,9-23 1,5-2-236,6 13 0,8-4 13,8-18 1,5-7 14,3-4 0,2-6 27,0-7 1,-2-4-6,-9 0 1,-2-4 86,6-13 1,-5-5 490,1-22-494,-11 12 1,-5-4 7,-8 2 1,-5-1-1,-1-3 1,-4 0 13,-2 0 1,-3 0-6,-1 2 0,-2 2-20,-2 3 1,-3 2 55,-15-21-66,-5 14-63,-1 15-44,7 12 1782,-12 20-2079,10 15-520,-15 20-70,25-14 1,3 3-1884,1 6 0,2 1 2219,4-2 1,2-2 0,-1 13 0,9-20 0</inkml:trace>
  <inkml:trace contextRef="#ctx0" brushRef="#br0" timeOffset="843">7949 3260 18840,'0'-4'3523,"0"1"-2957,0 3-784,-33 51-993,19 0 360,-7 2 1,2 0 0,11-4 0,2-3 0</inkml:trace>
  <inkml:trace contextRef="#ctx0" brushRef="#br0" timeOffset="1143">8703 2819 20593,'-3'-7'2409,"1"1"-1547,2 6-425,-8-61-342,6 45-50,-5-36 39,8 76-34,0 26-36,-2-14 0,-1 3-293,-3 9 1,-1 2 152,-4 9 0,-2 2-1340,3-16 0,0 0 0,0-2 175,-3 13 0,1-2 1291,0 4 0,2-6 0,3-12 0,1-2 0</inkml:trace>
  <inkml:trace contextRef="#ctx0" brushRef="#br0" timeOffset="1360">9189 3423 23013,'-13'45'-516,"0"-1"1,0 0 0,-6 15 0,2-7-1,5-9 1,2-19 0</inkml:trace>
  <inkml:trace contextRef="#ctx0" brushRef="#br0" timeOffset="2500">10086 3087 11497,'0'-9'3683,"0"-31"0,-3-8-1236,-9 2-2021,5-3 0,-3 3-169,-10 15 40,-4 21-179,1 11-40,-8 15 6,-6 31-70,23-18 0,1 1-6,0 2 1,3 1-12,4 4 0,4 0-14,8-1 1,4 0 2,1-1 0,3-1-124,7 1 0,6-4 138,27 0 0,-7-14 5,7-14 23,-15-17 22,-12-5 1,-1-4 11,5-14 44,-12-6 0,-4-4 79,-8-15-374,-3 23 0,-3 1 295,-5 3 1,-4 2 83,-6 3 0,-2 3-33,-18-22-95,-8 8-73,10 27-12,10 9-32,1 24-858,15 9-2537,0 26 3450,11-3 0,-1-16 0,1-14 0</inkml:trace>
  <inkml:trace contextRef="#ctx0" brushRef="#br0" timeOffset="2717">10766 3283 21170,'0'-5'3097,"0"2"-2794,0 3-768,0 21-190,0 1 655,-1 18 0,0 2 0,1-11 0,0 26 0</inkml:trace>
  <inkml:trace contextRef="#ctx0" brushRef="#br0" timeOffset="3217">11319 3037 20828,'2'-47'623,"1"0"1,6 1 0,5 8-573,15 12-23,5 11 0,1 3-11,2 4-17,6 2 0,2 3-23,7 8-301,-15 0 1,0 4 262,13 19 5,-12 11 39,-16-5 3,-18-2 0,-5 1 14,-7 3 14,-10 5 0,-5 0 8,-17 2 6,11-13 0,-2-1 73,-16 3 106,7-11 107,10-11 185,11-12-253,9-8 47,7-9-209,6 2 17,9-6-17,15-1 275,6 1-342,11 0-12,-1 11-5,3 6-5,-8 3-34,11 8 16,1 11-16,-4 7-45,-3 10-123,-27 4-6,-15-6-677,-21 13-3505,-3-20 1,-2-1 4394,-19 20 0,2-9 0,25-20 0</inkml:trace>
  <inkml:trace contextRef="#ctx0" brushRef="#br0" timeOffset="3427">12264 3215 17994,'4'4'929,"0"0"221,-4-4-1352,-8 75-9387,-5-32 8801,6 4 1,0-5 0,-2-23 0,10-21 0</inkml:trace>
  <inkml:trace contextRef="#ctx0" brushRef="#br0" timeOffset="3843">13115 3178 23926,'-2'-38'453,"0"-1"1,0-19-465,3 67 22,0 15-39,1 20-302,-7 19-622,1-25 0,1 0-1312,-2-5 1,0 0 2263,0 5 0,1-6 0,2-14 0,1-5 0</inkml:trace>
  <inkml:trace contextRef="#ctx0" brushRef="#br0" timeOffset="4377">13589 3020 20660,'-1'-4'1815,"0"1"-1137,1 3-650,28-5 22,-20 15 29,19-1 27,-34 16 17,-3-2 96,-6-8 44,2-7-56,3-11-56,5-10 1,3-13-18,7-9-50,3-4-28,7-1-17,4 6-33,7 5-1,6 10-5,7 7-16,5 10-1,4 14 6,-3 12 5,-4 15-33,-11 12-217,-13-5 194,-21-1 0,-10 1-566,-4-8 1,-5 0 588,-1-1 0,-2 2 0,-2-1 18,-1-6 1,-1-1-1,0-2 35,-15 11 0,1-3 33,4-7 1,2-4 33,8-9 1,3-4 97,-11-1-67,18-18-51,18-9-5,17-8 184,16-3-234,18 2-26,-19 13 1,2 2-32,5 1 1,1 2 14,2 1 1,2 2-593,4 2 1,0 0-1611,2 3 1,-1 1 2237,-5-1 0,-3 0 0,11 4 0,-22-3 0</inkml:trace>
  <inkml:trace contextRef="#ctx0" brushRef="#br0" timeOffset="4777">14635 2856 22783,'-19'-45'463,"0"0"0,2 2 0,12 11-424,19 23 17,33-1-11,10 6-34,-22 1 1,0 2 4,0 0 1,-3 1 0,5 1 11,-3 3 6,-17 4 50,1 15 11,-8 4-17,-5 15-44,-4-10 16,-1 19-5,0-2-23,1-15 1,0 2-9,0 12 0,1 0-20,0-17 1,-1 3 3,-1 17 0,-1 6 0,-1-8 2,-5 7-149,2 2 0,-8-1 109,-11-25 1,-7-5-1094,1-4 1,-1 0 1081,-7 6 1,-2-2-127,-4-4 1,-2-4-702,9-5 1,-2-1 877,-13 4 0,2-2 0,-5 1 0,8-4 0</inkml:trace>
  <inkml:trace contextRef="#ctx0" brushRef="#br0" timeOffset="6525">7044 4431 21427,'26'-43'28,"-5"27"-72,-20 72 10,-4-20 0,-2 1-404,-2 4 0,-2-1 390,-4 2 1,-3-1-229,0-1 0,-3-2 310,-2-3 0,-2-1 41,0-5 1,-2-3 122,0-5 1,-1-4 159,-24 4 40,4-17 11,6-20 11,5-17-45,6-14-50,6-5 342,5 3-392,7 11 479,5 14-810,2 13 164,3 11-114,0 15 12,1 12 0,4 16-29,6 9 18,11 1-441,17-4 460,-14-27 0,4-3-20,3-2 1,3-2-1,1-5 0,0-2 12,1-2 0,-1-3-6,-2-4 0,-1-3-86,26-9 41,-10-8-173,-11 0-258,-13 1-1092,-12 6-3983,-9 6 5551,-4 5 0,-1 3 0,0 1 0</inkml:trace>
  <inkml:trace contextRef="#ctx0" brushRef="#br0" timeOffset="7002">6794 5743 18168,'-6'-45'1202,"0"0"0,-1 4 1,-4 9-805,-18 13-152,-8 10-100,-7 11-45,-5 12-370,0 15 253,5 12 10,10 11-5,14 6-23,14 3 6,16-3 6,14-4-12,15-7-17,-13-26 1,1-1-23,4 1 1,2-2-200,1 0 0,-1 0 151,1 1 1,-2 1-3,-4-2 0,-3 1-29,8 19 124,-22-1 73,-28-3 6,-22 0-12,10-19 0,-3-1-162,-6-1 1,-2-2 144,-2-2 1,-2-2-12,0-1 0,0-3-45,2-2 1,1-2-368,4-3 1,3-4 400,-22-15 0,26 8 0,14-3 0</inkml:trace>
  <inkml:trace contextRef="#ctx0" brushRef="#br0" timeOffset="7268">7218 5550 18868,'-2'-3'2935,"1"1"-1915,1 2-992,30 87-1534,-19-31 1442,-1-16 1,2 7 0,-3-5-156,-6-3 1,-1-4-197,-1 1 0,1-2-736,3 29-1622,3-11-3606,1-11 6379,0-14 0,-3-13 0,-3-8 0</inkml:trace>
  <inkml:trace contextRef="#ctx0" brushRef="#br0" timeOffset="8268">7203 6020 11760,'-5'-8'5792,"1"1"-4661,4 7-1165,0 0-156,48-49-292,-4 35 168,-1-13 1,3 2-257,-10 20 0,-1 4 416,-2-2 0,-1-1 296,1-2 1,-1-1 401,12-6-130,-10-2 544,-18-1-95,-11 4 268,-12-6-370,-7 6 264,-9 1-801,3 6 139,-4 2-201,5 6-72,-5 5-51,0 13-39,7 3 0,4 3-22,9 3-1,5-6-27,10 7 55,-1-11 51,11-3 68,-3-13 16,4-10-6,1-7 45,-2-11 174,3-13-11,-10 6-29,-3-3-167,-8 16 111,-2 4-77,-3 9-214,0 2 12,-3 11 33,-3 7-17,3 4-5,-2 11-23,5 0 1,12 14-6,6-8 5,17-1 17,-6-17-22,14-3 22,-7-9 23,12 0 11,-17-6 44,-1-6 23,-17-4 11,-3-8-44,-7-3-29,-9-5 40,-11-10-12,3 3 6,0-3-28,11 14 6,3 1-34,8 6 5,15-5-5,7 5-28,15 2 28,-10 7-16,9 4-1,-4 16 28,-2 6-28,-3 17 17,-13 4 0,-7-7-5,2 7 5,6-5-28,2-3 44,6-2 12,-3-19-5,0-6-6,-4-8 33,15-18 34,-11-6 12,9-20-7,-13-5-67,-14 20 1,-2-1-9,-1-1 0,-2-2-87,0 1 1,-2 0 223,-3-27 84,-5 11 40,-3 12-23,0 11-140,3 10 179,3 6-263,2 8-67,1 0 0,-1 11 27,2 11 1,2 6 235,3 26-292,2-16 1,2 3-70,1 3 0,1 2-551,4 8 1,3 1 311,0-8 1,2-3-199,3 0 0,2-2-481,0-4 1,1-2-83,-1-5 0,1-2-2616,15 9-3640,-9-17 7393,-13-15 0,-9-4 0,-6-3 0</inkml:trace>
  <inkml:trace contextRef="#ctx0" brushRef="#br0" timeOffset="8442">8564 5845 20918,'56'-22'1664,"4"2"-1617,-21 12 1,1 1-417,-5 0 1,-2 0-1794,24-4 2162,-18 3 0,-17 4 0,-13 3 0</inkml:trace>
  <inkml:trace contextRef="#ctx0" brushRef="#br0" timeOffset="10008">7295 1426 29576,'-4'-58'303,"1"0"1,-2 9 0,4 8-1325,9 10 515,-2 22 842,3 1 184,6 31-1698,-4 12 825,-4-3 0,-1 2-1412,0 22 1713,-9-6 0,-2 2-515,-1-16 1,0 0 553,-5 15 0,-2-1-142,1-14 0,-2-3-248,-9 14 1554,-9-5 256,-8-18 254,-2-5-264,-8-12-170,13-19-684,3-8-568,10-1-108,-1-15-539,14 12 817,-1-7-1613,11 14 422,7 9 887,5 8 515,7 11-309,8 8 67,4 6 241,8 3 155,5-4 41,-7-5-269,25-5-584,-15-9 302,-14-5 1,2-1 1109,18-7-3443,-6-6 4399,-14 2-1435,2-7-354,-21 9-57,5-11 1,-15 15 0,0-2 0</inkml:trace>
  <inkml:trace contextRef="#ctx0" brushRef="#br0" timeOffset="11451">7550 913 28847,'15'-44'-818,"2"9"315,1 36-85,4-3 498,3-6-147,1-6 179,-1-10 45,-4-5-478,-4-5 221,-8-4-106,-6 1 106,-11 0-94,-7 6 200,-8 6-75,-7 8 27,-1 8-4,0 10 19,2 9 163,4 11 1,5 11 5,5 8-6,8 5 23,7 5-56,12-2-23,11-2-33,15-7-62,11-7 17,6-12-203,2-9 276,-4-12 78,-9-10 23,-9-12 44,-9-11 45,-8-5 17,-8-4 23,-6 1 50,-3 2 236,-2 8-270,0 9-134,-2 10-118,2 7-11,1 9 73,4 8 61,3 11-22,5 12 0,0-3 12,3 23-12,-6-16 11,3 12-17,-6-17 29,-2-11 105,-1-10 18,-1-9-79,2-12-44,2-9-1,2-11 45,4-6-11,3-1-33,4 1-35,2 7-10,0 8-17,0 8 5,-3 8-11,-1 12-50,-1 7-11,-1 14-51,1 4-73,0 4-122,3-1-63,4-5 46,7-7 32,7-9 74,6-10 134,6-13 112,2-9 84,-2-9 84,-3-5 68,-11-3 61,-9 0 23,-11 0-1,-8 1-50,-8 2-5,-7 3-51,-6 5-118,-7 8-33,-3 6 0,-7 8-45,-3 9 22,-1 10 1,2 11-23,4 8-6,9 4-11,7 3 6,13-4-11,15-6-51,17-8 22,15-11 29,9-9 33,0-13 45,-7-10 34,-9-10 50,-10-11 45,-10-8 22,-9-7-538,-12-5 423,-2 26 1,-2 1 27,-1-2 1,-1 0 10,0 2 1,1 0 131,-4-26-32,4 12 9,2 11-27,1 12-112,0 10-129,1 7 521,0 8-465,1 11-17,-1 17 0,1 20-14,2-18 1,0 3-189,2 4 1,2 2-54,1 3 1,2 2-1333,2 3 1,2 0 1575,2 8 0,-1-3 0,-5-23 0,-1-2 0,7 25 0</inkml:trace>
  <inkml:trace contextRef="#ctx0" brushRef="#br0" timeOffset="29242">6019 9400 16992,'-47'-34'1157,"-1"1"1,5 3-1,8 8-1011,15 21-85,8 10-10,9 10-12,11 12 28,10 9-5,17 2-20,-11-22 0,4-2-175,3-1 0,4-2 186,2-4 1,1-3 2,2-2 0,-1-4 22,-1-3 1,-1-4 30,-5-2 0,-1-4 143,18-19-44,-17-9-40,-16-6-6,-14-2-27,-15 2-12,-13 7-45,-16 10-27,-10 10-12,-7 14-6,-1 15-33,30 1 0,3 4-17,1 4 1,3 4 26,2 4 1,4 2-19,4 3 0,4 2-6,4 0 0,3 2 2,6-2 1,5 0 8,4-2 1,4-2 7,5-2 1,4-3-9,4-3 0,3-3-3,3-2 1,2-4-26,1-3 0,1-4-17,1-3 1,0-3 8,-3-6 0,0-5 19,-1-3 1,-3-4 24,-2-5 1,-3-4 8,-2-2 0,-4-3 11,-3-1 0,-4-1 11,-3 1 1,-3-1 47,0-25 17,-6 10 0,-5 13-68,-2 15-167,0 10 11,0 15 123,3 13 339,7 16-322,5 13-12,7 7-340,3 0 357,2-6-22,-2-9-6,-2-12 90,-6-12 34,-3-12-68,1-16-10,4-13 16,4-12 358,3-5-358,-1 5-6,-3 5-44,-2 10-40,-1 9 12,2 8 5,4 7 0,5 10 11,5 10-5,4 10-17,2 6-67,3 2-90,4-2-50,4-7-6,6-11 45,4-10-465,3-16 630,-31 0 0,-1-4 48,7-10 0,-2-4-39,-7 3 1,-2-1 119,3-10 0,-4-1 92,-4-11-10,-11-1-7,-17 19-72,-8 7-90,-10 11 12,-5 14-1,-7 14-5,-2 14-1435,18-5 1,2 0 1395,-6 13 73,6 19-79,27-27-11,15 1-28,23-12 28,-15-15 0,3-4-75,5-6 1,1-5 121,2-4 1,0-6 1129,1-7 0,-3-5-1082,-3-6 0,-4-4 42,-5-4 0,-5-3 61,-6-3 1,-8-3 62,-11 8 0,-5-2 1,0 3-92,-1-3 1,-3 1 62,-4 4 0,-3-2 0,1 4 117,1 7 0,1 3-59,-2-4 0,1 3 12,-9-10-304,12 25 12,5 14 6,7 28 22,7 24-23,0-9 1,3 5-1014,6 12 0,3 5 1036,-1-8 0,2 3 0,-2-5 0,-1-6 0,0-2 0,1 1 0,-1 1 0</inkml:trace>
  <inkml:trace contextRef="#ctx0" brushRef="#br0" timeOffset="30092">9025 9166 14096,'-5'0'5176,"2"0"-3916,3 0-1395,18-39-873,31 18-956,-8-5 1,5 1 1431,-5 15 1,4 4-1,-4 2 1,-3-2 0,-3 1-1,-1 1 1,0 1 0</inkml:trace>
  <inkml:trace contextRef="#ctx0" brushRef="#br0" timeOffset="30251">9030 9482 23377,'52'-13'-156,"1"0"0,-1 1 0,-9 2 0,-3 1 0,-1-2 0,1 1 0</inkml:trace>
  <inkml:trace contextRef="#ctx0" brushRef="#br0" timeOffset="31718">8700 8950 15389,'-2'-46'1871,"0"0"0,0 7 0,-1 7-1759,0 21-420,-2 15 369,1 22 23,-3 29-95,2-14 0,-1 4-1412,0 10 1,0 4 1422,2-11 0,-1 3 0,2-6 0,-1-3 0,0-3 0,2-1 0,0 0 0</inkml:trace>
  <inkml:trace contextRef="#ctx0" brushRef="#br0" timeOffset="31892">8738 9937 24536,'-32'-38'-2134,"1"-1"0,3 3 0,13 14 2134,24 28 0,0-1 0,-2 0 0</inkml:trace>
  <inkml:trace contextRef="#ctx0" brushRef="#br0" timeOffset="32492">10765 9130 19048,'-31'-47'1006,"0"-1"0,2 5 0,0 9-731,-5 15-241,2 14-23,1 21 0,2 21-6,14-8 1,0 2-518,1 8 0,2 2 509,0 5 0,3 0-17,2 2 1,3-1 5,6-2 0,5-2-127,5-4 1,4-4 123,8-5 0,5-5 22,4-6 1,3-5 22,2-5 0,2-5 22,-2-7 1,-1-5 38,-2-4 1,-3-4 25,-3-5 0,-4-3 8,-4-3 0,-4-2-25,-4-2 0,-5-3-34,-7-2 1,-4-1-20,-6-2 0,-5 0-23,-5 0 1,-3 1-12,-4 2 0,-2 3-25,-1 6 0,-1 4-67,-1 6 0,0 6-950,-31 12-2151,32 10 1,2 5 3181,-17 22 0,18-8 0,15-12 0</inkml:trace>
  <inkml:trace contextRef="#ctx0" brushRef="#br0" timeOffset="33025">11691 9019 20168,'-17'-58'-61,"1"1"1,-1 0-1,-1 2 1,-1 1-1,-3 4-273,0 11 0,-2 4 0,-4 1-1405,-8-3 1,-5 2 0,-4 2 1515,3 6 1,-4 2-1,-2 0 1,-2 2-59,2 3 0,-1 1 0,-2 1 0,-2 1 0,-1 0 390,4 3 0,-2 0 0,0 1 0,-2 1 1,0 1-1,-1 0-95,-3 0 0,-2 0 1,0 1-1,-2 1 0,1 1 1,-1 0 88,6 2 0,0 0 0,-1 1 1,0 0-1,-1 0 0,0 1 0,1 1-165,-3 0 0,0 0 0,0 0 1,0 1-1,-1 1 0,0 0 1,0 0 123,-1 1 0,0 1 1,-1 0-1,0 0 1,0 1-1,1 1 1,-1 0-63,7 0 0,0 0 0,0 0 0,-1 1 0,1 0 0,0 1 0,0 0 0,0 1 18,-1 0 0,1 1 0,-1 0 1,1 1-1,-1 0 0,1 0 1,0 1-1,-1 0-14,1 1 1,1 0 0,-1 1 0,0 0 0,0 0 0,1 1 0,0 0 0,0 1-10,-7 2 0,0 0 0,1 1 1,0 1-1,0 0 0,0 0 1,1 2-2,2-1 0,-1 1 1,1 1-1,1 0 1,0 1-1,0 1 0,1-1 6,2 1 0,0 0 0,1 0 0,0 1 0,1 0 0,0 1 0,1 0-8,-7 4 1,2 1 0,0 0-1,1 1 1,1 0 0,0 1-3,3 0 1,1 0 0,0 1-1,1 0 1,2 1 0,0 0 0,3 0 1,1 0-1,1 0 1,1 2 0,1-1-1,1 2-6,-3 4 1,1 1-1,1 1 1,3 0-1,2 1 69,-2 8 0,2 0 0,4 1 0,4 1-59,7-4 1,3 1 0,4-1 0,6 1 149,8 12 0,9 0 0,8-3-131,2-15 0,6-2 0,4-1 0,4-3 11,8 1 0,6-3 1,4-2-1,3-3 15,-5-6 0,4-2 0,1-2 0,3-1 0,1-2-6,-4-3 1,3-2-1,1 0 1,1-2 0,1-1-1,0-1 0,-2-1 0,0-2 1,2 0-1,0-1 1,1 0-1,0-2 1,1 1-16,-3-2 1,0-1-1,1 0 1,1 0 0,-1-2-1,2 1 1,-1-1 0,1-1-43,-4 0 1,0 0-1,1 0 1,-1-1 0,1-1-1,1 0 1,-1 0 0,1 0-1,-1-1 42,2-1 0,0 0 1,1 0-1,-1-1 0,1 0 1,-1 0-1,1-1 1,0-1-1,-1 1-37,-5-1 0,0 1 1,0-1-1,0 0 1,0-1-1,-1 0 1,1 0-1,0-1 1,-1 1-1,1-1 42,5-2 0,0 1 1,0-1-1,0-1 0,0 0 1,0 0-1,-1 0 1,1-1-1,-1 0 1,-1 0 0,-1 0 0,1-1 1,-1 0-1,1-1 0,-1 1 0,-1-1 1,1 0-1,-1-1 5,-1 1 1,-1 0-1,0 0 1,0-1-1,0 0 1,-1 0-1,0 0 1,-1-1-1,0 0-7,4-1 0,0-1 0,-1-1 0,0 1 0,-1-1 1,-1 0-1,0-1 0,-1 0-6,4-1 1,0-2 0,-2 1-1,0-1 1,-1 0 0,-1-1-1,-1 1 33,3-4 0,-2 1 1,0-1-1,-3 0 1,-1-1-1,-2 0-10,1-3 0,-1 0 1,-3 0-1,-3-1 1,-3-1 152,-2-2 1,-2 0-1,-7-1 1,-8-1-228,-9-6 0,-10 0 1,-13 3-249,-17 2 0,-16 5 0,-8 4 282,3 10 0,-9 3 0,-4 3 0,2 1 0,6 1 0,-5-2 0,6 1 0,-2 3 0,5 5 0,0 1 0,0 0 0,0-1 0</inkml:trace>
  <inkml:trace contextRef="#ctx0" brushRef="#br0" timeOffset="42143">16834 2990 20504,'56'-29'9,"0"-1"1,-3 12 0,5 4 0,0 5-70,-3 8 0,0 6 1,0 0-973,1-1 1,-1 0-1,-3 3 791,11 5 1,-9 5-326,-1 17 731,-17 15-299,-56 11 134,-7-32 0,-9 1 0,1-3 60,-6 5 0,-3-2-4,-2-1 0,-6 1 1,4-2-576,0 0 0,3-1 622,-8 4 1,2 1-57,10-5 1,5 1-719,11-4 0,5 0 710,0 5 250,30-3-144,26-19-103,-5-8 0,4-2-1,9-4 1,3-4-48,-6-2 1,1-4-1,0-1 79,10-8 1,-2-3-71,-1 1 0,-5-3 8,-10-2 0,-7-3 1217,-10 6 0,-4-1-1176,2-7 0,-5-3-124,-9-4 0,-7 2 113,-6 8 0,-5 3-2,0 1 1,-5 4 74,-10 5 1,-1 6 170,-20-7-55,-4 0 375,23 10-407,34 14 1549,14 6-1451,37 19-165,-24-8 1,1 2 68,10 6 1,3 4-224,-7-2 1,2 2 0,-3 0-1186,9 12 0,-3 0 866,0 0 1,-6 2-2361,-14 1 0,-8 0 1970,-8 18 0,-2-10 0,-6-22 1</inkml:trace>
  <inkml:trace contextRef="#ctx0" brushRef="#br0" timeOffset="64551">8372 4177 21276,'-22'-33'304,"0"-1"1,2 0 0,5 14-171,13 25 96,0 11-57,-4 15-89,-2 12-50,2-6 28,1 5 61,5-14 84,5-4 107,8-10-34,13-19-118,12-13-72,14-15-51,-6 0 0,-9 3 0,1-2-338,-12 9 1,-1-1 320,12-11 1,-2-1-15,-8 8 1,-3 0-40,-1 3 0,-2 1-47,9-10-830,-1 6-1170,-18 23 2078,-5 18 0,-5-5 0,-6 11 0</inkml:trace>
  <inkml:trace contextRef="#ctx0" brushRef="#br0" timeOffset="74510">20830 2836 14857,'0'-8'2622,"0"2"-2230,-3-54 297,-4 35-434,2-12 0,-5 3 64,-18 16-196,-10 6-84,5 9 1,0 3-29,-16 2 3,9 4 0,-1 1 25,-19 9-294,23-5 1,-1 0 296,4-1 0,1-1-3152,-27 8 3122,27-7-46,7-3 6,22-5 67,0 5 28,-2 5 129,-8 19-106,2-5 106,-10 22 17,2-5-130,7-13 0,-1 3 85,0 3 0,-1 2 2,-1 3 1,1 2 28,-3 15 0,1-1-149,5-17 1,0-1 22,0 16 0,2-2-29,6-20 1,2-2-6,1 6 1,1 2 1502,5-2 0,2-2-1509,9 16-10,5-11 38,12-18-33,7-11-98,-9-6 0,3-1-717,19-6 0,4-3-2426,-3-2 1,0-2 3212,8-2 0,-5-1 0,4-3 0,-27 6 0</inkml:trace>
  <inkml:trace contextRef="#ctx0" brushRef="#br0" timeOffset="75567">21402 3245 13973,'11'-59'1984,"-1"0"1,1-5 0,-3 8-1028,-5 21-313,0-8-453,-2 28-7,-1 10-94,-5 34-28,-1 7-40,0-2 0,-1 2 7,-2 18-4,2-8 1,0 0-18,3-13 0,1 1-182,-1 12 1,1 1 170,2-12 0,2-3 9,5 22-1,1-19 169,2-8 319,-4-19-124,0-6-268,-3-20 6,1-16-35,-1-18-36,-1 19 1,-1-1-121,1-5 1,0 0 100,0-3 0,0-1 2,2 1 1,0 0-6,2 4 0,0 1 31,7-23 16,0 19-27,-4 17-68,-4 14 17,-3 15 34,-5 16 588,-4 20-597,1-11 0,0 2-2,-6 25-12,4-8 1,1 2-351,4-17 0,1 1 356,0 14 0,1 0-3,4-15 1,1-2 19,5 18-1,3-17 158,-4-16 95,-2-12-129,-2-17-67,-2-14 660,0-20-699,-3-14-17,0 6-6,0 18 0,-1-2 0,1-1 1,-1 0-132,1 1 1,1 0 127,-1-2 1,1 3 13,1-7-10,1 16-57,0 12-11,0 14 67,1 15 11,-1 16-5,1 20 0,-2-18 0,0 2-80,0 3 0,0 1 46,-1 1 1,2 0 4,0-2 1,3 0 0,1-3 0,1-1-356,15 24-2321,5-6 2688,-4-14 0,-8-14 0,-8-12 0</inkml:trace>
  <inkml:trace contextRef="#ctx0" brushRef="#br0" timeOffset="76875">22107 3615 14785,'0'-4'3971,"0"1"-1910,0 3-2061,-10-26 17,1 36-224,-10-10-230,6 34-2677,-4 17 3114,6-5 0,2-14 0,5-4 0</inkml:trace>
  <inkml:trace contextRef="#ctx0" brushRef="#br0" timeOffset="77292">22658 3198 17423,'0'-7'3360,"0"2"-2480,0 5-802,-51-12-39,24 39-20,-7-13 1,2 4-6,18 17 0,7 7 6,0-2 0,2 1-192,6-2 1,2-1 196,2-2 0,2-3 59,12 21 46,2-14 150,-1-15 123,2-13-50,3-15-95,6-15-68,6-17-90,-17 12 1,0-3 8,1-1 1,-2-2-4,0-2 1,-1 0 45,-3 0 0,-2 1 61,6-30 55,-9 3-27,-13 6-101,-11 3-66,-12 6-63,-10 4-79,-5 6-1080,-2 10 1148,-1 14 0,20 5 0,4 6 0</inkml:trace>
  <inkml:trace contextRef="#ctx0" brushRef="#br0" timeOffset="78667">23423 3553 13491,'2'-4'5214,"-1"1"-4339,-1 3-825,18-16-11,-13 44-515,2-8-1521,-14 14 0,-7 3 1644,-1-7 0,-1-2 0,-7 10 0,8-17 0</inkml:trace>
  <inkml:trace contextRef="#ctx0" brushRef="#br0" timeOffset="79700">24373 3365 19715,'25'-46'905,"0"0"1,-1 4 0,-8 10-480,-13 23-284,-2 5-271,-2 4 79,-8 12 89,-9 15-16,-13 22-311,12-18 1,0 3 284,0 3 1,1 0-4,2 0 1,3 1-7,4-4 1,3-1 28,6 25-6,16-15 28,15-11 23,13-15 22,9-12 0,5-18-17,-28 1 0,-2-3 37,0-5 0,-3-4-148,-3-3 1,-3-1 169,-3-4 0,-3-2-31,-3-1 0,-4 0-19,-3-1 0,-3 1-9,-3 2 0,-2 1 17,-11-22-62,-7 15 530,-5 13-614,-2 13-78,1 8-33,5 14 99,4 13-1511,8 19-4498,8 16 5235,9-1 0,-1-19 0,3-16 0</inkml:trace>
  <inkml:trace contextRef="#ctx0" brushRef="#br0" timeOffset="79927">25300 3549 21103,'0'-2'2386,"0"-1"-2543,0 3 180,-14 10-68,3 13-762,-16 15-5606,8 14 5565,1-7 0,7-16 0,5-13 0</inkml:trace>
  <inkml:trace contextRef="#ctx0" brushRef="#br0" timeOffset="80477">25837 3394 21366,'13'-47'368,"-1"0"0,2 3 0,4 9-307,22 13-38,8 6-1,4 8-33,-1 5-28,-2 10-28,3 16 55,-19-1-16,2 19-5,-21-6-12,-3 11 34,-18 14 44,-12-12 1,-16 4-12,3-24 51,-15-2 84,10-13 213,-15-2 27,16-10-184,8-4 196,14-8-96,10 0-167,0-5-101,10 1-79,15 0 34,-2 7-11,23 0 0,-4 7-6,16 5 6,4 4-15,-26 3 1,-1 2-25,15 13 22,-10 1 0,-23 3 0,-16-6-28,-12 7-168,-32 4-633,-10-8 120,27-14 1,-1-2-3263,-3-3 0,2-2 3187,-8 0 1,5-1-1,18-4 1</inkml:trace>
  <inkml:trace contextRef="#ctx0" brushRef="#br0" timeOffset="80684">26778 3652 20655,'-25'51'-202,"1"1"0,1-2 1,3-7-1,8-18 1,3-3-1</inkml:trace>
  <inkml:trace contextRef="#ctx0" brushRef="#br0" timeOffset="80943">27434 3277 23831,'-5'61'-64,"1"0"1,-1-2-1,0-4-152,0-20 1,-1-2-1180,2 4 1,1-1 1394,1 16 0,1-15 0,1-9 0</inkml:trace>
  <inkml:trace contextRef="#ctx0" brushRef="#br0" timeOffset="81500">28072 3308 23517,'-2'18'336,"-2"-2"-168,-7-5 71,-1-5-100,2-3 136,-9-10-134,6-4-82,-3-4 105,9-13-99,10 3-34,8-11-46,10 7-21,10 5-10,8 8 31,8 8-11,4 11 8,2 9 9,-4 13-29,-9 11-4,-11 12-469,-20 11 435,-17-25 0,-6 1-440,-10 6 1,-7 0 354,-13 2 0,-5-1-353,12-14 1,-1-1 0,-2-2 512,1-2 1,-1-1 0,1-2 59,-15 3 0,3-3 23,10-7 0,3-4 291,-13-6-2355,24-17 2075,18-4 584,32-25-585,7 12-83,-4 10 0,2 1-8,26-5 16,2 12-80,4 9 732,-1 12-921,0 8-498,-1 9-1121,-4 4-4301,-2 0 6172,-9-5 0,-17-10 0,-12-7 0</inkml:trace>
  <inkml:trace contextRef="#ctx0" brushRef="#br0" timeOffset="81883">28851 3176 23539,'25'-37'52,"0"0"1,-2 2-1,1 10-35,11 29 5,-4 3-16,-2 5 0,-5 4 10,-3 5 12,-3 5 0,-1 8-16,1 8-7,3 10-252,-9-22 0,1 1 247,1 3 0,0 1 5,2 3 1,-1 0-9,0 1 1,-2 0 2,-2 0 0,-2-1-9,-3-2 1,-3-1 2,-7-3 1,-4-1-167,-19 22 133,-20-11-126,19-25 0,-3-2-505,-3-2 1,-1-3 466,-7-1 1,3-3 0,-6 2 0,4-4 0</inkml:trace>
  <inkml:trace contextRef="#ctx0" brushRef="#br0" timeOffset="93392">22433 4901 9414,'2'-7'8770,"-1"1"-7692,1-28 1,-2-8 444,-6 7-1010,4-12 0,-1 2-144,-6 21 147,-1 6-550,8 13-16,-1 8 83,3 18 1,0 20-23,2 1 11,-1-11 1,1 2-7,1 3 1,-1 0-14,1 1 0,-1-1-126,1 4 1,0-2 139,0 12 17,-1-12 72,-2-16 62,0-10 358,-2-11-430,-6-15-57,-9-12 6,-9-14-18,-7-6-4,-4 0-18,1 3-10,3 6 33,4 8 245,7 6-234,8 7 23,7 6-46,3 6-44,3 2-84,0 2 112,0 3 23,-1 1-23,-1 2 11,2 0 11,-1-4 23,2-1-45,0 0-17,3 3 6,3 4 56,9 14-23,-3-5-27,10 15 16,-3-6-11,11 7 6,8-1 5,9-2-404,11-4 398,-25-14 1,1-2 5,1-2 1,2-1 13,-2-2 0,0-1 70,27-1 79,-16-9 56,-13-6-23,-14-7-44,-10-6-40,-5-2-39,-4-1 387,-5 3-426,-2 5-23,-2 5-16,-1 6-34,2 5 17,-2 3-1,-5 5 7,-7 5 5,-11 7 5,-13 5-5,16-9 0,-1 0-253,-5 1 1,-1-1 255,-3 0 0,0-1 2,0-3 1,1 0 5,4-3 0,2-1 12,-19-5-18,16-10 23,12-10 0,9-10-22,6-6-12,4-2 500,3 1-488,2 7 0,1 9-12,0 8-61,1 7 5,-1 8 57,4 10 16,5 9 0,8 9 11,9 5-27,11 1-18,8-2 35,6-4-1,5-5-262,-1-7 245,-5-7 12,-9-5 5,-8-6-84,-6-3-408,-4-3-1144,-1 1-3208,-1 1 4833,-5 5 0,-7 0 0,-5 1 0</inkml:trace>
  <inkml:trace contextRef="#ctx0" brushRef="#br0" timeOffset="93842">22599 5505 24190,'-39'-15'71,"-1"0"1,0 0-1,-15-5 1,8 10-44,7 26-17,8 9 0,6 7 298,6 6-304,5 5-22,6 1 17,16 1 28,13-2-33,20-3 5,-13-21 0,3-1 0,2-1 0,1 0-6,-1-1 1,0-1 5,19 15 112,-18 0-90,-19-3 91,-18-2-40,-18-5 17,-20-5-40,-16-6-277,23-6 0,-2-1 213,-3-1 0,-1-1-213,-1 1 0,1 0-3229,0-1 0,2 0 3456,-22 1 0,26-1 0,19 0 0</inkml:trace>
  <inkml:trace contextRef="#ctx0" brushRef="#br0" timeOffset="96825">24745 2539 11911,'0'-53'2507,"0"0"1,0 5 0,0 4-1282,1-4-526,-1 15-644,1 15-425,0 10 223,0 15 269,3 13-67,2 19-17,3 16-22,-5-22 0,0 0-217,-1 2 1,-2 0 229,-2-1 1,-3 0 70,-9 28 45,-13-8-51,1-17 291,-21-1-60,12-23-24,-17-1-56,12-24-50,2-10-28,2-14 28,3-5 23,4-2-34,6 3 5,5 6-22,7 9-67,5 10 293,3 8-803,2 4 415,8 17 16,7 5-11,12 15-33,7 1 33,5 1 28,1-4 17,1-2 17,-2-6 5,-1-7 79,-1-8-11,2-11-40,3-11 6,2-10-28,-2-6 11,-4-1 29,-10 2 232,-7 8-18,-10 7-64,-5 7-39,-4 3-264,-2 3 186,-2 4 56,-4 7-11,-7 11-213,-6 7 14,-10 6 44,-11 2-148,14-19 0,-2-1 143,-4 0 0,-1-2 18,-2-2 0,0-2 45,2-4 1,0-1 113,-25-3-43,11-13-87,10-8-79,8-12-144,4-6-88,6-6-74,4-1 22,4 5 46,3 6 289,3 9-227,2 8-33,2 8-81,0 4 84,1 5 250,3 8-23,6 9-61,7 11 7,8 6 55,9 1 26,5-2 7,5-6 57,1-8 37,-2-8 128,-3-7 38,0-13 26,2-9-14,6-13-406,-21 10 1,0 0 175,2-1 1,-1-1 77,23-17-70,-10 7-228,-14 10-1416,-14 12 1504,-20 21 0,4-6 0,-8 9 1</inkml:trace>
  <inkml:trace contextRef="#ctx0" brushRef="#br0" timeOffset="102784">26294 2608 8939,'6'-58'1732,"-1"-1"1,1 5 0,2 2-154,1 7 1,1 3-135,3-17 271,-3 12-1570,-8 30-7,-2 10-508,-2 13 638,1 14-202,-3 20-11,1 22-259,2-24 0,0 1 203,0-7 0,1 2 0,2 14 0,1 0-375,0 12 400,1-18 1,-2-2 147,-5 7 180,-6-13-123,-2-15 409,-16-8-370,1-14-73,-16-10-40,2-13-32,0-11 789,10 6-784,-9-19 5,16 17 28,-7-12 452,13 19-490,6 8-231,5 10-246,4 5 197,1 3 44,3 14 134,6 4-11,4 15 23,8-1 22,7 0 5,8-3 1,10-6 5,11-6-234,-24-11 0,1-3 209,0-1 0,1-3 11,-1-2 0,-1-2 59,26-9 27,-12-5 51,-10-1-22,-14 1 22,-10 4 17,-6 6-72,-5 5 327,-1 2-590,0 2 35,-5 3 110,-28 19-29,-11 2 12,8-3 0,-4 1-387,1-3 0,-1-1 392,-3 0 1,-1-1 11,2-2 0,2-2 39,4-4 0,2-1 146,-15 0-73,18-14-67,13-11-23,5-14-28,4-8 6,1-4-6,4 3 780,1 6-769,2 10-5,1 7-22,0 7-152,0 7-96,0 1 130,2 7 106,7 6 23,6 9 5,9 9 11,7 1 23,6 2 35,6-5 30,7-6 0,4-8-8,5-8-33,1-12-212,-28 2 1,-1-3 170,1-2 1,1-1-44,0-1 1,0 1-489,2 0 1,0 1 497,2 2 0,-3 1 0,6-1 0,-7 4 0</inkml:trace>
  <inkml:trace contextRef="#ctx0" brushRef="#br0" timeOffset="105000">24621 6085 19860,'-7'15'436,"-2"24"-416,4 5 0,2 6-291,0-11 1,0 3 276,1 18 0,1-1-363,0-22 1,0 0 378,-2 14 1,-3-1 33,-2-17 0,-3-4 146,-24 16-62,2-18 48,-1-17 1,-3-6 114,-16-9-124,14-1 0,1-3 146,-15-22 11,12-6-145,16 6 346,3-9-273,13 21 55,-1-3-431,7 15 714,2 12-591,8 10 312,10 12-295,15 10-3,-8-16 1,3-1-366,6 0 0,2-2 379,7-1 0,2-4 9,5-3 0,1-3 13,1-2 1,0-3 22,-1-4 0,-1-3-17,-5-1 0,-3-3-25,-5-2 0,-2-3-18,20-13-85,-15 1-427,-11 6-1747,-13 8-5875,-10 7 8110,-10 9 0,1-3 0,-2 4 0</inkml:trace>
  <inkml:trace contextRef="#ctx0" brushRef="#br0" timeOffset="105693">19402 8542 21780,'-39'-24'50,"1"0"1,-1 4-1,1 10-10,-20 35-400,23-10 1,-2 0 392,-2 1 1,-1-1 42,2-3 0,0 0 16,4-4 1,2-1 47,-18 1 198,16-5-305,14-3 29,9 0-90,7 4 79,1 6-29,0 11 403,-2 13-341,-4 11 23,-3 13-35,4-25 1,-1 1-232,0 3 1,-1 0 205,1 2 1,1 0-29,2-1 1,1 0-14,5-1 0,3 0-9,4-2 0,5-2 0,5-2 0,5-2-39,7-2 0,4-4-580,8-2 1,3-4-189,8-3 1,3-6 809,-9-4 0,2-3 0,-5 0 0,-3 0 0,-3-1 0,1-3 0,-1 0 0</inkml:trace>
  <inkml:trace contextRef="#ctx0" brushRef="#br0" timeOffset="106283">20415 8696 19955,'-6'-44'1174,"0"-1"0,0 3 1,1 9-878,4 24-325,0 2 50,1 15 73,2 16-44,1 24-40,-2-16 0,1 3-448,-1 5 1,0 2 394,-1 3 0,-2 2-641,0 12 0,-1 1-1740,1-8 0,0-1 2423,0 3 0,0-6 0,1 1 0,2-24 0</inkml:trace>
  <inkml:trace contextRef="#ctx0" brushRef="#br0" timeOffset="106483">20910 9080 19025,'1'-4'3842,"0"1"-3086,-1 3-890,4 32-846,-11 6 980,0 10 0,0 0 0,-5-4 0,-4 13 0</inkml:trace>
  <inkml:trace contextRef="#ctx0" brushRef="#br0" timeOffset="108467">21744 8813 19630,'-11'-50'136,"-1"-1"0,2 5 1,10 10-115,32 23-16,5 6-6,-5 4-6,22 17 1,-13 3-176,-12-1 1,0 2 169,15 18 17,-13 4-6,-12-8 11,-13 9 17,-26 4 45,-9 2-17,4-20 0,-2-2 123,-24 11 47,10-12 340,-6-6-158,23-13-44,-5-5-111,18-7-152,6-4 179,7 2-292,15-2 24,8 5-12,17-1 0,6 6 5,7 5 1,4 6 5,-1 7-221,-5 7 232,-12 4-22,-16 4 23,-19 1 38,-26 0 23,-22-1-53,12-18 0,-3-2-273,-4 0 1,-1-3 159,0-2 1,0-2-269,3-1 0,0-3-2641,-21-7 2991,18-2 0,19 0 0,11 3 0</inkml:trace>
  <inkml:trace contextRef="#ctx0" brushRef="#br0" timeOffset="108683">22617 9101 21231,'-12'57'-1035,"0"-1"1,-1-1 0,4-5 1034,3-1 0,1-18 0,2-13 0</inkml:trace>
  <inkml:trace contextRef="#ctx0" brushRef="#br0" timeOffset="112350">23842 8797 16768,'9'-48'1471,"0"0"0,-2 7 0,0 5-1057,0 8 394,-5 9-187,-2 12-330,-5 1-190,-15 14-90,-11 15 12,-5 6-330,10-4 1,1 4 311,5-3 1,0 1-6,-4 7 0,1 1 5,6-2 1,2 1 5,6 1 1,4 0 5,3 10-63,20 7 97,11-30 5,17-3 5,-13-17 1,3-6 8,-3-4 0,-1-2-37,0-3 1,-1-2 72,-2-7 1,-4-3 139,6-23-126,-15 16 1,-3-4 6,-5-9 0,-5-3-49,-5 9 1,-2-1-9,-4-5 0,-3 3-31,-9-5 79,-10 4-78,3 17-276,-1 7-464,0 16-1765,5 27-2077,3 5 4542,-4 19 0,14-27 0,0 1 0</inkml:trace>
  <inkml:trace contextRef="#ctx0" brushRef="#br0" timeOffset="114110">23677 9981 9912,'0'-9'3117,"3"-23"0,2-6-687,0 3-1550,0-5 0,-1 0 284,0 10-710,-4 13-617,0 9 1,0 9 218,0 12-22,0 14-18,-3 15-4,-1 10-57,-6 7 0,-4 1 45,-6-5 45,-7-8 56,-6-14 44,-6-12-10,-3-13-23,-2-16-5,1-12 27,2-10 79,7-6 78,7 0 17,9 6-56,6 8-207,6 10-135,2 7 62,0 13 28,1 10-11,0 13 45,3 8-12,12 2-11,12-1 34,18-6 0,16-8-416,-23-18 1,2-2 406,4-2 1,0-3-4,3-5 1,-1-2 16,-2-3 1,-2-2 16,-4-2 1,-2-2 94,18-16-33,-17 0-56,-14 3-157,-12 6-1132,-5 7-3859,-7 9 5075,-1 8 0,0 0 0,1 2 0</inkml:trace>
  <inkml:trace contextRef="#ctx0" brushRef="#br0" timeOffset="114550">23644 10872 13469,'1'-4'6805,"0"1"-4245,-1 3-2291,-27-63-68,0 46-134,0-16 1,-3 4 21,-21 35-38,1 7-40,8 6-39,13 4-6,13 1 34,11 1-5,22 10-1,12-2-282,8-1 299,-9-14 1,1-1-15,-2-2 0,2 1-265,6 4 1,1 2 264,-2-1 0,-4 1-8,-4 0 0,-4 1 16,4 22 23,-27-1 0,-28-2-303,2-22 1,-4-3 279,-7 0 1,-5-3-23,-17-2 0,-2-3-36,20-2 0,0-2-334,-16-2 1,3-5-6307,1-12 6693,4-5 0,25 3 0,17 4 0</inkml:trace>
  <inkml:trace contextRef="#ctx0" brushRef="#br0" timeOffset="127791">24966 9065 9414,'-1'-11'4503,"0"2"-1591,1 9 1541,0 0-4240,13-21-208,-10 17 18,9-13 105,-15 33-290,-4 12-1831,-7 16 1993,-1 0 0,3-14 0,5-13 0</inkml:trace>
  <inkml:trace contextRef="#ctx0" brushRef="#br0" timeOffset="128867">24993 9110 8074,'-5'-9'4084,"1"2"-3065,4 7 4313,0 0-4189,-2-36-263,1 23-147,-3-29-78,2 33-100,0 3-79,0 2-425,1 3-208,0 1-129,0 3 348,0 6-17,-1 2 0,1 14-45,-5 2-387,-7 12-2453,-13 4 2840,-4-2 0,8-15 0,6-10 0</inkml:trace>
  <inkml:trace contextRef="#ctx0" brushRef="#br0" timeOffset="133184">25745 8729 9145,'-2'-10'6469,"0"2"-3170,2 8-1216,0 0-1786,-11-42-275,7 32-10,-13-26 83,-7 60-28,-4 10-50,9-10 0,1 3-29,-8 26 1,12-1-6,9-10 29,21 11 83,9-20 67,19 10 141,5-22 106,7-9-202,-10-12 115,-12-9 0,-2-3-64,0-6 106,-2-7 0,-4-3 11,-7-10-89,0-20-180,-18 20 85,-19-18-141,-5 17-45,3 12 1,-1 1-45,-18-9-146,1 8-67,11 12-1982,-5 5-6011,11 11 8245,-4 3 0,11 0 0,7 1 0</inkml:trace>
  <inkml:trace contextRef="#ctx0" brushRef="#br0" timeOffset="133734">26488 9146 23504,'15'-53'796,"0"0"1,-2 6 0,-3 9-738,-4 21-544,-3 8-125,-3 8 252,0 11 210,0 13-274,-6 22-285,1-13 1,0 0-673,-8 27 1336,2-14 0,2-4 0,1-10 0,-2 14 0</inkml:trace>
  <inkml:trace contextRef="#ctx0" brushRef="#br0" timeOffset="133975">27265 8773 19865,'0'-7'3070,"0"2"-2930,0 5-124,-15-4-212,11 30-520,-11 6-242,14 0 0,4 2-1367,1 19 2325,2-15 0,0-4 0,-1-9 0,5 10 0</inkml:trace>
  <inkml:trace contextRef="#ctx0" brushRef="#br0" timeOffset="134517">27738 8795 16432,'0'-5'5203,"0"1"-3685,0 4-1742,-3-33 168,2 29 241,-2-22-101,4 49 22,-5-2 29,-3 6 117,-5-12 280,1-6-6,4-4-252,3-12-111,1-7 5,2-14-50,2-10-79,7-9-5,6 0-34,5 5-51,4 10-16,3 10-29,2 11 46,6 12 22,3 15 0,1 20-204,-19-8 1,-2 3 220,-4 6 0,-3 4-9,-5 5 0,-6 2 3,-9 3 1,-6 1-696,-8 3 0,-6-2 706,5-18 0,-2-1 1,-1-1 12,-1-1 1,-2-2-1,0-2-137,-14 7 1,0-5 196,7-7 0,1-5 130,-17 0-40,20-22-107,19-14 335,16-16-424,18-5 1386,17 1-1414,15 6-85,8 12 78,-27 13 1,1 3-199,2 1 1,0 4-264,2 1 0,1 2-728,1 1 0,2 1 814,5 1 0,-3 1 0,5 0 1,-4-1-1</inkml:trace>
  <inkml:trace contextRef="#ctx0" brushRef="#br0" timeOffset="134934">28679 8523 24570,'-2'-37'-9,"1"-1"1,11-23 36,36 57-34,4 0-16,-1 1 28,-9 1-12,-8 1-11,-11 2 23,-7 3 16,-4 3-5,-2 9-23,2 7 23,0 11 6,3 9-35,2 13 1,-6-23 0,0 2-373,0 2 0,0 2 367,-1 1 0,-1 1-3,-2 0 1,-2 0-21,-5-2 0,-4-1 9,-2 0 0,-5-2-8,-6-1 0,-3-2-368,-4 0 1,-3-2 355,-4-1 1,-1-2-93,-2 0 0,-1-2-362,1-3 1,0-2-426,4-2 0,1-2 930,-20 7 0,25-11 0,10-8 0</inkml:trace>
  <inkml:trace contextRef="#ctx0" brushRef="#br0" timeOffset="135991">27175 8976 17524,'-1'-44'1564,"1"-1"1,0 7 0,0 6-736,0 7-555,0 12 152,4-8-247,3 9-179,1 0-11,2 6-6,-2 7 22,4 7 7,3 21-12,-4 10 22,-2 21 0,-8-15-22,-6 15-11,0-12 14,0-15 0,1 0 14,-1 15-1,2-3-32,3-24 32,0-9 158,0-7 1047,0-4-806,1-17-331,-1-8-84,-1-9 45,-2-17-6,2 17 0,-1-2-36,0-1 0,1 0-6,1-6 0,1 1-3,5-16 1,0 21 22,1 12-96,-4 17-251,-1 3 257,-2 14 62,0 12 33,0 4-11,0 21-11,-3-14 0,-2 1-3,2 1 1,-2 1-189,-1 7 1,-1-1 195,1-9 1,1-3 11,-4 23-17,5-19 11,0-6 107,3-18 548,0-2-588,1-31-55,0 5 7,0-15 1,0-7-3,0-23-338,-1 14 1,2-3 320,0 4 0,1 0-6,1-1 1,0 3 0,-1 10 0,1 2-1492,1-4 1,-1 4 1546,-1 7 46,-1-8-174,-2 29-146,0 3 129,-1 9 67,-3 30 6,-1 12 108,2-8 1,0 2-110,-1 2 1,0 1 3,0 2 0,0 1-4,-1-1 1,1-1-54,1-2 1,1-3-199,-1 19 263,9-24 0,3-4 0,-5-10 0,11 11 0</inkml:trace>
  <inkml:trace contextRef="#ctx0" brushRef="#br0" timeOffset="144351">27770 7563 16857,'7'-43'1375,"1"0"0,-1-1 0,2-13 1,-2 10-1107,-2 19-169,-3 13-296,-2 12 124,1 13 105,3 32-5,-2 15-20,-1-23 1,0 0 5,-2 8 0,-2 1-14,-1-7 0,-2 2 5,-5 17 1,-4 0-772,1-11 0,-4-3 802,-3 2 1,-3-5 131,-21 3-45,7-21 163,-9-14-17,12-20 33,-10-28-33,14-8-300,16 17 1,2 0 176,0-9 1625,2 3-1580,4 20-214,1 3-89,1 15 101,3 15 11,1 5 6,5 22 5,9 1 8,5-11 1,5 0 2,1-5 1,4-2-682,10 1 0,1-5 709,20 1-57,-22-14 0,2-3 125,1-5 0,-1-4-9,0-1 0,0-2-166,4-4 1,-3-4 159,-12-1 1,-3-2 115,18-23-107,-13 6 45,-1-7 27,-4 4-83,-5 4 1678,-3 5-2126,-13 19-95,-3 6-9389,-15 15 8830,6-3 0,-7 6 0,10-9 0</inkml:trace>
  <inkml:trace contextRef="#ctx0" brushRef="#br0" timeOffset="148075">17280 12805 17070,'-56'-1'818,"0"0"0,2 0 0,21-3-841,41-5 51,8-2 23,42-9-49,-22 11 1,3 1-466,14-2 0,5 2 390,-10 2 0,3 2 1,-2 2-127,11-1 0,-3 3-168,1 4 0,-7 2-20,-6 9-62,-34 18 118,-40 8 292,2-12 0,-6 1-350,-3-1 0,-6 0 1,1-1 559,1-3 1,1 0 0,0-1-79,0 0 1,0-1-1,1 0 150,-12 4 1,4-2-197,-5 4-47,5 3 742,43-14-635,34-12-85,15-8-17,-5-5 1,3-4-12,-2-1 1,2-2-269,11-4 1,3-3 295,-16 1 1,1-1 0,-4 0-1,2 0 0,-4-3 28,7-11 1,-9-2 11,-14 0 176,-13-6 0,-6-3 238,-16-6-73,1 12 0,-4 2 2113,-19-2-1681,2 10-303,12 13-90,6 6-386,11 8-285,1 4 898,7 11-658,9 13 0,2 5-44,15 24-273,-13-17 1,-1 0 45,-1-6 0,-2 2-1626,0 26 1,-6 1-3031,-11-23 1,-3-2 3900,1 6 1,0-2 0,-10 0 0,11-28 0</inkml:trace>
  <inkml:trace contextRef="#ctx0" brushRef="#br0" timeOffset="148725">19678 12646 19993,'20'-46'1003,"-1"0"1,0 4-1,-7 9-609,-18 18-257,-8 5-130,-16 4-6,-19 7-9,16 3 1,-2 2-300,-8 3 0,-3 2 234,-5 2 1,-2 3-397,-1 0 1,0 2 466,1-2 0,3 1-1,6-3 0,4-1-63,-18 6-57,26-6 50,18-1 73,10 3 429,8 7-418,1 10 12,5 11 16,-3 10-6,-4-21 1,-1 2-6,-3 3 0,0 2 164,-2 2 0,-1 1-164,0 0 0,-1 0-14,0-2 0,2-1-6,0-1 1,1-1-7,2-3 1,2-1-81,9 29 78,13-9 0,13-11-278,12-9 264,-19-22 0,2-3-104,3-3 1,2-3-301,5-4 1,1-5-740,5-3 1,0-2-2978,5-6 1,0-2 4133,-5 1 0,-4 0 0,14-7 0,-27 10 0</inkml:trace>
  <inkml:trace contextRef="#ctx0" brushRef="#br0" timeOffset="148934">20232 12797 22487,'2'-40'403,"0"0"0,-1 0 0,1 16-504,-2 25 118,1 10 28,4 13-45,2 21-126,-2-3 0,-1 1-31,-1-10 0,-1 0-978,0 22 0,-1 0-2117,-3-14 1,1-1 2693,-1 4 0,0-3 1,-1 12-1,1-25 1</inkml:trace>
  <inkml:trace contextRef="#ctx0" brushRef="#br0" timeOffset="149151">20746 13225 23976,'17'1'34,"-4"1"-174,-12 51-700,-7-3-874,1-18 0,-2 1 651,-8 24 0,4-23 0,4-15 0</inkml:trace>
  <inkml:trace contextRef="#ctx0" brushRef="#br0" timeOffset="149791">21405 12938 16230,'3'-2'4749,"-1"0"-3040,-2 2-1574,-5-2 72,4 1 84,-5-1-84,6 2 146,-1 0-168,-2-4 112,-3-9-118,0-8-67,1-11-39,7-5-45,4 6-6,13-8-22,13 7-22,3 5-1,8 7 12,-6 16 5,-9 7 12,15 18-34,-17 3 6,10 14-23,-17 1-22,-8 6 16,-6-8-44,-12 12 61,-8-10 62,-3-13 0,-4-1 0,-19 12 28,-10-6-16,18-19 128,-1-5-34,19-10-56,-2-3-27,12-6-46,7-3-5,2 3-16,17-6-18,4 9 34,16-3 6,1 9-34,4 8-12,0 6-4,-1 10-40,-7 7-258,-7 6-386,-14 4-891,-13 5-4228,-19 2 5847,-6-6 0,2-15 0,7-11 0</inkml:trace>
  <inkml:trace contextRef="#ctx0" brushRef="#br0" timeOffset="150051">22234 13250 23685,'2'51'-218,"0"-1"1,-4 3-1,-3-7 1,-4-12 0,-4-2-1</inkml:trace>
  <inkml:trace contextRef="#ctx0" brushRef="#br0" timeOffset="150992">22949 13005 19787,'14'-51'1262,"-1"1"0,0 5 0,0 6-803,5 5-274,-6 13-202,-5 11 12,-4 16 66,0 16-16,-1 22-51,0-13 1,-2 4-533,-1 5 1,0 2-413,-1 4 1,1 1 949,0 4 0,-1-3 0,0 6 0,4-9 0</inkml:trace>
  <inkml:trace contextRef="#ctx0" brushRef="#br0" timeOffset="151525">23594 13035 23237,'2'-43'436,"0"1"1,0 3 0,-1 11-453,0 24-1,1 7 39,2 6 6,1 8 23,0 8-12,-5 5 34,-7-1 106,-7-4 106,-7-9 18,-2-9-28,2-12-96,5-12-61,10-27-96,7 8-5,5 4 0,5 1 5,16-13-33,12-5 22,7 12-61,12 13 33,-18 13 6,16 15 5,-17 15-5,11 17-3,-22-3 0,-3 6-324,-8-2 0,-4 3 312,0 0 1,-7 2-670,-13 5 1,-9 0 582,-6-7 0,-5-1 67,-8 9 1,-6-1 40,8-15 0,-3-2 0,0-3 18,-8 3 0,0-4 17,5-5 0,0-5 193,-15-8 28,25-18-95,3-11 520,14-12-593,24-13-73,1 15 1265,28-7-1287,4 23-12,-13 8 1,3 1-194,4 3 1,3 3-289,13 6 0,0 2-1139,-8 0 1,-1 2 79,-1 1 0,-3 1 812,17 8 1,-39-12 0,-2-1 0</inkml:trace>
  <inkml:trace contextRef="#ctx0" brushRef="#br0" timeOffset="151724">24697 13202 23136,'0'-3'2952,"0"0"-2633,0 3-313,-6-2-29,4 26-660,-9 27-401,7-18 0,1 2 782,-2 11 1,0-3 0,-2-1 0,2-8 0</inkml:trace>
  <inkml:trace contextRef="#ctx0" brushRef="#br0" timeOffset="152142">25407 12986 21125,'18'-50'1316,"0"0"0,-2 7 1,-4 8-1060,-11 18 2,-8 10-175,-23 14-51,-11 12-33,11-1 0,-1 3-334,1 6 0,2 2 334,5-5 0,3 3-11,-4 16 0,5 2-34,4 16 25,9-17 1,5-1 7,9-12 1,5-2-6,26 19 6,-1-16 216,15-11-183,-14-14 17,12-16 23,-14-11 78,-3-17-56,-17 3 67,-5-16-67,-8 17 0,-3-2-28,1-2 0,-1 0 229,-1 0 0,-1 0-179,-3-2 1,-1 2-51,-4-5 11,-6-10-56,4 29-173,1 12-252,1 9-785,-4 18-2543,-3 17 3742,-1 8 0,6-11 0,5-11 0</inkml:trace>
  <inkml:trace contextRef="#ctx0" brushRef="#br0" timeOffset="152358">26035 13290 26486,'-18'34'-308,"1"7"-1031,7 19-3562,3 2 4901,2-12 0,3-19 0,1-16 0</inkml:trace>
  <inkml:trace contextRef="#ctx0" brushRef="#br0" timeOffset="152808">27086 12912 19227,'0'-6'4318,"0"1"-2750,0 5-1529,-57-4-11,20 26-510,-5-9 1,0 3 481,18 11 0,4 4-3,2-1 0,2 1 99,-3 28-107,14-2 0,18-6-6,13-7 28,11-11 0,6-10 6,-1-11 33,-3-12 34,-4-10 23,-5-10 5,-3-10-5,-4-9-23,-2-10 300,-1-10-362,-12 28 1,0-1-1,-2 0 1,-2 0 10,0-25 131,-12 10-152,-9 11-63,-13 13-285,-4 9-1087,0 10-7309,11 15 8732,9 3 0,9 0 0,5-6 0</inkml:trace>
  <inkml:trace contextRef="#ctx0" brushRef="#br0" timeOffset="153250">27637 12715 24346,'38'-38'33,"1"0"1,-3 3 0,1 10 27,16 22 12,4 3-6,-1-2 12,-5 2-7,-10-1-27,-12 3 6,-11 5 21,-9 7-21,-5 11 5,-8 9 11,-2 7-39,-4 6 11,3 4-11,2 6 11,7 5-246,2-28 0,3 0 212,1 2 1,3 1 13,3 1 1,1 0-17,2 2 0,0 0 5,-1-1 1,-1 1 11,-3 0 0,-4-1-6,-3 0 0,-5-1 5,-5-1 1,-6-1-12,-5-1 1,-6-2-18,-7-2 1,-4-2-442,-7-1 1,-5-2-89,-6-2 1,-3-2 162,12-6 0,-3-2 0,5-1 1,3-1-1,3-1 0,1-3 1,0 1-1</inkml:trace>
  <inkml:trace contextRef="#ctx0" brushRef="#br0" timeOffset="161716">18391 14284 14768,'-55'-8'1131,"0"-1"1,41-5-897,41 7-127,11 4 1,18 1 0,9 2-1,3-1 1,-4 1-1171,-3-1 1,0 0-1,1 0 1,1 0 0,2 0 1085,-11 1 0,0-1 0,2 0 0,0 0 0,1 1 0,2-1 0,0 0-118,1 1 1,1-1-1,2 1 1,0-1 0,1 1-1,0-1 1,-1 1 0,-1-1 127,-3 1 0,-1 0 1,-1-1-1,0 1 1,1 0-1,2 0 0,2 0 1,4 0-24,-11-1 0,3 1 0,2 0 0,1 0 0,2 0 0,1 0 0,0 0 0,1 0 0,0 0 0,0 0 0,-1 0 0,-1 0 0,-1 0 36,1 0 0,-1 0 0,-1 1 0,1-1 0,-1 0 0,0 1 0,0-1 1,0 1-1,1-1 0,1 1 0,0-1 0,2 1-73,-7-1 1,2 1-1,0-1 1,2 1 0,0 0-1,0-1 1,1 1-1,0 0 1,-1-1 0,0 1-1,-2 0 1,0-1-1,-1 1 1,-2 0 0,-2 0 54,10 0 0,-3 0 0,-2 0 0,-1 1 0,-1-1 0,-1 0 0,1 0 0,1 1 1,1-1-1,3 1 7,-3 0 0,2 0 1,0-1-1,2 1 1,0 0-1,1 1 0,0-1 1,-1 0-1,0 0 1,-1 1-1,0-1 1,-2 1-16,3 0 1,-1 0 0,-1 0 0,-1 0 0,-1 0 0,1 0-1,1 1 1,2-1 0,1 1 0,4 0-17,-14 0 0,2 0 0,2-1 1,2 1-1,0 1 0,2-1 0,0 0 1,1 1-1,-1-1 0,1 1 1,-2-1-1,0 1 0,-1-1 0,-2 0 1,-1 1-1,-3-1-3,9 0 1,-3 1-1,-3-1 1,0 0-1,-2 1 1,0-1 0,1 0-1,0 1 1,2 0-1,2 0 1,3 0-7,-7 0 1,3 0-1,3 1 1,1-1-1,2 1 1,1 1-1,0-1 1,0 0-1,0 0 1,-1 0-1,-1 1 1,-3-1-1,-2-1 1,-2 1-1,-4-1 1,-4 0-3,15 1 0,-6 0 1,-5-1-1,-3 0 1,2 0-1,2 1 1,6 0-1,-9-1 1,3 0 0,3 1 0,1 0 0,2 0 0,0 0 0,1 0 0,-1 0-1,-1 0 1,-2-1 0,-2 0 0,-3-1 5,16 1 0,-4 0 0,-2 0 0,-1-1 0,-1-1 0,-1 1 0,1-1 4,-1 0 0,-1-1 0,0 1 0,-1-1 0,0 0 0,-1 0 0,-2-1-2,3 0 1,0 1 0,-2 0 0,-1-2 0,-2-1 0,-4-5 13,8-4 1,-3-5 0,-5-1 0,-8-1-17,-2-2 0,-7-5 175,-1-7 0,-2-5 0,-9 0-183,-15-6 0,-10-3-9,-2-2 0,-5-4 0,-1 1 11,0 5 1,-2 2-1,-1-3 217,-4-8 1,-3-2 0,2 1-210,2 5 0,1 1 0,0 1-1,4 7 1,1 2 0,-1-3 16,0-6 0,-1-5 1,0 0-1,3 6-1,-2-6 0,0-1 27,0-2 1,-3-9 0,1 0 0,2 10-20,1 4 0,-1 0-4,-1 0 0,-2-8 0,-1 1 0,2 9-15,0 4 0,-2 3-18,-2 0 1,-4-6 0,-3 1 0,1 6-9,-12-5 1,-3 3 11,0 3 1,-3-2-1,-2 4 8,1 7 0,-1 4 0,-3 1-2,-6 0 0,-3 1 1,0 3-3,9 2 0,1 3 0,-5 0-2,1 1 1,-4 1-1,-1 0 1,0 1 6,4 2 1,2 0-1,-3 1 1,-5-1 3,9 2 1,-4 0-1,-3-1 1,-1-1 0,-1 1-1,3 1 1,3 0-3,-5-1 0,4 1 1,1 1-1,-3-1 1,-6-1-73,8 3 0,-5-2 0,-4 0 0,-3-1 0,0 1 0,0 0 0,3 0 1,5 1-1,4 1 73,-3 0 1,7 0-1,2 1 1,-3 0-1,-9-1-47,11 2 0,-6-2 0,-4 1 0,-4-1 0,-1-1 0,-1 1 0,0 0 0,2 0 0,2 0 0,5 1 0,5 1 38,-15-2 1,8 1-1,3 1 1,-4 0 0,-8-2-1,17 3 1,-5-1 0,-3 0 0,-3-1 0,-3 1-1,0-1 1,-1 0 0,0 1 0,1-1 0,3 1 0,2 0-1,4 1 1,-5-1 1,4 1-1,2 0 1,1 1 0,1-1-1,-1 1 1,-3-1-1,-3 0 1,5 0 0,-2 0 0,-3 0 0,0 0 0,-2 0 0,1 0 0,-1 0 0,0 0 0,2 0 0,1 1 0,1-1 1,-2 1 0,0-1 0,1 1 0,1 0 0,0 0 0,1 0 1,0 0-1,-1 1 0,1-1-1,-7 0 0,1 0 0,0 0 1,0 0-1,0 0 0,0 0 0,0 0 1,1 1-1,0-1 0,1 1 0,0-1 0,0 1 1,0 0-1,0 0 0,1 0 0,-1 0 0,2 0 0,0 0 0,0 0 1,0 0-1,0 1 0,1-1 0,-1 0 1,1 1 0,1-1 1,-1 1-1,1 0 1,0-1 0,0 1-1,0 0 1,0 0 0,1-1-6,-8 1 1,1 0-1,0-1 1,0 1 0,0-1-1,1 1 1,-1 0-2,2 0 0,-1 0 0,0-1 0,0 1 0,1 0 0,2 0 0,1 0 3,-9 0 1,4-1-1,0 1 1,0 0-1,-2 0 2,5 0 0,-1 0 1,-1-1-1,0 1 0,0 0 1,1 0 6,2 0 1,0 0 0,1 0-1,0-1 1,0 1 0,0 0 3,0 0 0,0-1 1,0 1-1,0 0 1,0 0-1,0-1 14,-3 1 0,-1-1 0,0 1 0,1-1 0,1 0 0,4 0-11,-10 0 0,3 0 0,4-1 1,2 1-3,-3 0 0,4-1 1,0 0 10,-3-1 1,0 0-1,3-1 204,5-1 1,3-1 0,-1-1-188,1 0 1,-1 0 0,2-1-7,-15-4 0,3-1 72,3-5 1,6-1-3,3-1 652,5 0 1,3 0-647,9 1 1943,-3-6-1999,21 15 2309,6 5-2741,5 4 1780,0 4-1382,4 11 275,2 14-269,2 23-12,-5-12 0,-1 4-504,-1 10 1,-2 5 501,-3-11 1,-1 3-1,-2 1-810,-2 8 0,-2 2 0,-2 2 824,1-9 1,-2 0 0,-1 2 0,0 1-420,1-7 0,-1 1 0,0 0 0,-1 1 0,0 1 430,-2 2 1,0 2 0,-1 0-1,-1 0 1,1 1-315,-2 2 1,-1 2-1,1 0 1,-1-1 0,1-3 291,-1 4 1,0-2-1,1-1 1,-2 3 8,3-3 0,-2 1 1,1 2-1,0-2 0,2-2-130,0 1 1,1-2-1,2 0 1,0 3 158,3-8 0,1 3 1,0 2-1,0-1 1,3 0-1,1-3-4,0 11 0,2-3 1,3 0-1,3 0-48,4 2 1,3 1-1,3-3 1,3-6 14,3-9 0,2-4 0,7-3-75,11 4 1,7-3-1,5-5 54,5-8 1,6-6-1,-6-1 1,2 8-1,-3-3 1,6-11 0,1 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0:23:26.2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4092 2685 16969,'2'-9'1747,"0"2"-928,-2 7-254,-60-16-133,18 14-312,-5-3 0,-1 1-53,-3 12-22,9 3 0,-2 3-20,11-3 0,-2 1-378,-15 6 1,-2 0 377,9-3 0,2-1 6,2-2 0,2-2 50,-24 4 71,18-8 38,17-4-61,13-2-140,7 0-23,4 4 839,-4 11-710,-6 17 12,-8 21-51,8-20 0,0 3-313,0 3 0,1 1 274,2 2 0,1 0-9,3 0 0,2 0 17,6-1 1,3-2-4,4 0 1,3-3 10,7-1 1,3-3 5,3-2 0,4-3-22,3-3 0,2-3-20,2-4 0,0-3-58,23 4-1147,-16-12 1,-1-4 1207,6-4 0,5 0 0,-34-2 0</inkml:trace>
  <inkml:trace contextRef="#ctx0" brushRef="#br0" timeOffset="1050">5246 2935 16073,'-2'-63'2115,"1"1"1,-1 7-1,2 6-1342,4 4-297,1 16-252,1 12-168,-2 11-22,1 10 22,2 12 0,3 20-11,0 23-34,-6-20 0,-2 3-661,-1 7 1,-2 2 352,-2 6 0,0 1-1022,-1 3 0,1 1 1319,0-17 0,1-1 0,0-3 0,1-4 0,-1-3 0,2 25 0</inkml:trace>
  <inkml:trace contextRef="#ctx0" brushRef="#br0" timeOffset="1784">6014 3312 11704,'0'-4'4756,"0"1"2295,0 3-6737,-5-41-79,5 29-140,-3-31-83,6 42-1,0 3 17,0 9-17,1 7-112,0 15-162,-1-3-7158,-2 30 7421,-1-23 0,1 5 0,0-26 0</inkml:trace>
  <inkml:trace contextRef="#ctx0" brushRef="#br0" timeOffset="2391">6562 2860 21271,'6'-57'534,"1"0"0,-2 5 0,4 10-355,14 18-156,3 6-23,12-2 0,-2 12-45,2 7 6,1 13 5,-9 2-28,5 18-38,-6 19 32,-4 7-136,-14-21 1,-3 1 192,-10 24 22,-7-15 11,-20 6 124,-14-12 16,1-3 152,-4-9 167,20-18 7,7-11-102,7-8-128,6-6-118,3-4 278,7 0-406,6 1-12,3 5 22,10 3-39,14 4 23,7 5-17,13 6-6,-8 6 6,-6 8-6,-14-2-17,-3 16 34,-19-5 17,-7 13 0,-17-4-68,-15-2-357,-11-3-1312,-5-5-7355,0-9 9075,10-7 0,15-8 0,11-4 0</inkml:trace>
  <inkml:trace contextRef="#ctx0" brushRef="#br0" timeOffset="2617">7619 3180 18050,'-1'3'3719,"1"0"-3287,0-3-303,-45 75-1590,26-34 817,-8 11 0,2 1-2510,13-13 3154,3 2 0,6-26 0,1-1 0</inkml:trace>
  <inkml:trace contextRef="#ctx0" brushRef="#br0" timeOffset="3241">8299 2964 15905,'12'-48'2197,"1"0"1,-2 6 0,-5 7-1621,-13 15-421,-6 10-94,-10 18 0,-6 15-18,-6 19-22,19-15 1,1 2-12,3 2 1,4 2 4,3 0 1,4 0-190,7-1 1,5-2 163,4-1 1,4-3-1,7-3 1,4-4 8,5-3 0,1-4 11,3-3 0,0-3 9,-1-6 0,-1-3 16,-3-4 0,-2-4 88,20-22 21,-14-13 12,-15-11-93,-16 25 1,-3-1-9,-4-2 0,-2-2-3,-2 0 0,-2 0 3,-3 0 0,-1 3 28,-2 2 0,-2 4 67,-15-16-61,-6 17 37,-2 16-127,-4 18 11,-1 16-72,1 22-473,21-16 1,2 2-702,1 5 0,4 2 1235,4 7 0,3-3 0,-2 7 0,9-5 0</inkml:trace>
  <inkml:trace contextRef="#ctx0" brushRef="#br0" timeOffset="3467">9152 3176 25870,'-16'-8'-236,"-1"18"-316,9 18 1,2 7-2995,-2 1 1,-1 0 3545,2-2 0,1-3 0,-3 9 0,5-17 0</inkml:trace>
  <inkml:trace contextRef="#ctx0" brushRef="#br0" timeOffset="3717">9824 2741 23707,'12'-44'728,"0"0"1,-1 4-1,-4 12-694,-5 25 10,-2 32-27,0-2 0,-3 10 0,-2 4-675,-1-1 1,-3 3 631,-4 15 1,-3 3-658,4-16 0,0 1 0,-1 1-482,-1 0 0,0 2 0,0-2 747,-3 16 1,1-5 0,4-19-1,3-4 1,0 2 0</inkml:trace>
  <inkml:trace contextRef="#ctx0" brushRef="#br0" timeOffset="4983">9514 2742 17451,'-3'-43'1105,"0"-1"0,0 4 1,1 9-849,2 21-218,0 5 6,0 7 134,0 13 45,0 12-16,-6 20-130,1-17 0,-3 3 6,-5 10 0,-3 0-62,6-12 1,-2-1 5,-3 8 1,0-2 38,3 0 45,3 1 56,9-12 269,15-10-213,9-10-162,5-6-1,15-9-72,2-2-129,15-5-871,-22 8 0,-1-1-2284,14-1 3295,8-3 0,-44 11 0,0 0 0</inkml:trace>
  <inkml:trace contextRef="#ctx0" brushRef="#br0" timeOffset="5907">10494 2568 19910,'45'-30'254,"1"0"-1,-5 3 1,-3 6-58,9 16-95,-9 2-39,-6 4-6,-5 4 39,-5 3 62,0 6 33,0 5 23,-1 7-6,-4 9 1,-7 13-17,-4 11-467,-8-24 0,-1 1 332,0 4 0,-1 2 5,-3 2 1,-1 0-12,0 4 1,-1-1-37,2-9 0,-1 1 14,-3 18 0,0 1-14,5-20 0,1 0-14,-3 17 0,1-1 5,4-15 1,-1-2 13,-1-1 1,-3-2-191,-4-1 0,-5-4 204,-6 0 1,-5-4-9,-9-2 1,-5-4-667,-7-2 0,-4-3-930,-8-4 0,-1-2 1126,4-3 1,4-1 0,16-2-1,5-1 1,-7-1 0</inkml:trace>
  <inkml:trace contextRef="#ctx0" brushRef="#br0" timeOffset="7774">5010 4340 19665,'1'-11'1544,"4"-26"0,1-3-819,-3 13-412,3-13 1,-1 4-417,-5 25-97,0 8 103,2 16 72,1 15-277,1 23 302,-1-17 0,-2 3-136,-1 5 1,-2 2 144,-2 3 0,-3 0-369,-3-1 0,-3-1 365,-2-3 1,-4-3 7,-1-5 0,-2-4-143,0-5 0,-3-3 293,-23 7 7,0-15-43,1-17-44,5-12 18,4-13-6,7-4-33,4 1 285,6 6-280,5 9 609,7 9-772,5 4 431,3 8-352,3 7 17,5 12 6,8 6 16,7 2 6,9-4 6,9-7 0,9-9-6,10-7-23,-27-6 1,1-3-137,1 0 0,0-2 72,-2-2 0,0 0-848,26-9-5131,-12 5 6038,-14 5 0,-15 5 0,-10 1 0</inkml:trace>
  <inkml:trace contextRef="#ctx0" brushRef="#br0" timeOffset="8241">4958 5683 20568,'-39'-22'423,"1"1"0,-1-1 0,-15-7 0,2 10-232,-9 28-124,2 12-28,10 12 6,11 10-28,15 5-6,13 4 3,16-20 0,3-2 8,6 11 3,5-14 1,4-3-4,20 5-11,-14-12 1,2 0-12,0 0 0,0-1 19,1 3 1,-2 0-9,8 7 442,-9 11-419,-35-9 16,-19 11-33,2-18 0,-7-1-1,-20 5 1,-3-2-116,14-7 1,0-1 81,-20 5 1,1-3-277,25-10 0,1-1-503,-4 0 1,1-2 789,-18-12 0,27 5 1,8-9-1</inkml:trace>
  <inkml:trace contextRef="#ctx0" brushRef="#br0" timeOffset="9084">5438 1641 19440,'-8'-43'774,"0"-1"1,3 4-1,-1 12-958,2 23 116,5 15 102,6 16 0,2 23-23,-3-17 0,-2 2-236,-1 5 0,-2 2 247,-3 0 1,-4 1 19,-1-1 0,-3-2-9,-3-3 1,-3-3 2,-1-4 1,-2-2 120,-20 11 73,-1-15 28,2-15-56,3-15-34,5-11 33,3-9 518,5-3-439,4 4-73,5 6-151,5 8-163,4 6 57,3 6 253,0 15-77,6 5-47,6 11-13,14-1-29,15-2 55,15-5-269,-20-13 1,1-2 245,2-2 1,0-1-110,0 0 0,-1-2 12,-4-1 0,-2-1-820,20 0-5550,-12-1 6437,-12-1 0,-11 1 1,-9-1-1</inkml:trace>
  <inkml:trace contextRef="#ctx0" brushRef="#br0" timeOffset="9941">5459 732 17043,'-8'-5'4658,"3"1"-4191,5 4-144,0 0-586,-24 22 155,17-2 126,-17 21 120,29-10-381,8-4 526,11-4 35,6-9-1,5-7 25,2-12 5,-4-9 0,-5-11-50,-10-8-50,-9-4-57,-10-4-67,-9 0 6,-9 4-11,-7 8-62,-3 7-45,2 11-39,1 9-11,3 16 16,0 13 6,2 16 6,4 11 8,12-22 1,1 1-385,1 5 1,2 2 271,3 3 0,3 1-1708,4 2 0,3-1 1823,3-6 0,1-3 0,7 9 0,-5-22 0</inkml:trace>
  <inkml:trace contextRef="#ctx0" brushRef="#br0" timeOffset="24476">6943 1526 24583,'-12'3'7545,"3"-1"-6906,9-2-639,0 0 0,-36-12 0,27 10 0,-23-7 0,41 20 0,11 10-2089,11 12 20,8 4 601,5 0 136,-1-7 832,-5-7 285,-8-12 329,-8-8 1553,-6-13 824,-6-10-1108,-4-13-641,-3-9 534,-10-4-1276,-6-3 0,-7 4 0,-4 7-618,6 12-1972,-5 4 1220,-1 12 770,-3 4 443,-9 13 776,1 12 485,5 4 170,-2 14-226,12 10-367,6 6-657,12-21 1,4 1-282,15 24-77,-2-29 1,3 0-209,3-2 0,3 0-291,2 0 0,2-1-1419,2-2 1,0-1 1448,22 14 1,-18-14-1,-16-12 1</inkml:trace>
  <inkml:trace contextRef="#ctx0" brushRef="#br0" timeOffset="26023">6896 4229 21534,'-48'-22'239,"-1"-1"0,8 1 0,5 10-110,0 29-90,11 5-11,-10 15-28,10 3 6,6 2-12,9-7 18,8 7-1,15-7 39,26 15-67,6-10-982,-14-18 0,1-3 999,10 3 461,4 5-461,-14-1 33,-8 2 57,-13 5 11,-27-7-45,-6-4 11,-8-7 0,-6-1-48,6-3 1,-1-2-366,-16 4 0,-4-2-178,5-2 1,-1-3 523,-8-1 0,3-1 0,-6 1 0,4-3 0</inkml:trace>
  <inkml:trace contextRef="#ctx0" brushRef="#br0" timeOffset="36415">8500 3981 20397,'-62'10'1198,"16"-3"-1041,13 5-34,9 3 23,-10 9 0,-2 10-34,-2 7-39,1 5-56,7-2-23,12-4-10,12-7 10,19-7 23,16-5-12,19-5-10,12-3-1,-26-6 1,0 0-266,-1-1 0,-1 2 271,25 9-11,-15 3 62,-19 10-35,-18-8 35,-24 13-1,-20-12-31,9-10 1,-2 0 0,-5-3 0,-2-1-20,-10-2 0,0-2-40,15-1 1,2-2-435,-10-3 1,4-3 473,1-9 0,10 4 0,11-4 0</inkml:trace>
  <inkml:trace contextRef="#ctx0" brushRef="#br0" timeOffset="37099">8653 1983 16157,'-4'-4'4106,"1"1"-2639,3 3-1490,-32-37 63,27 34-24,-20-23 1,34 40 28,8 5 5,-2-6 34,6 0 231,0-8-108,-3-14-78,3-13-68,-7-4 91,3-16 44,-7 6 168,-4-16-56,-11 13-56,-10 2-152,-1 21 74,-12 6 0,-8 14-107,-1 9-56,-3 13 0,18 9-5,9-4-29,11 13 35,18 10-29,5 2-223,-3-21 1,2-2 169,-2-6 0,1-2-115,12 13-789,5 4-8857,4-10 8695,-11-6 1,-1-7-1,-23-16 1</inkml:trace>
  <inkml:trace contextRef="#ctx0" brushRef="#br0" timeOffset="46992">9862 1688 28461,'-23'-28'-1623,"0"0"0,-14-10 635,39 44 721,5 16-16,6 4-190,9 11 129,4 1 269,12 0-672,-13-15 1224,12-4 334,-15-15 403,8-9 507,0-13 525,5-24-708,-13 7-111,1-21-433,-19 17-693,-3-5-301,-12 6-385,-21 10-954,5 13 87,-26 8 772,9 20 268,-9 10 568,6 14-114,28-8 0,6 2 141,0 25 88,15 1-303,21-2-637,11-11 85,-2-11 1,5-2-476,-3-6 0,3-1 38,14 2 0,-3-4 0,-1-2 0,-2-7 0</inkml:trace>
  <inkml:trace contextRef="#ctx0" brushRef="#br0" timeOffset="50375">9474 3933 8354,'-5'-5'5288,"2"1"-3277,3 4 1664,0 0-3115,-35-48-381,25 36-140,-26-34 51,33 55-23,0 10-34,1 11 1,0 7 5,6 0 0,5-2 34,10-5 56,6-7 117,15-10-151,-10-6 113,14-13-12,-15-6 5,7-10 18,-4-2 10,-6-3 74,-6-2-230,-10 9 62,-2-5-29,-6 9-11,-1-4 17,-1 1 79,-5 1-124,1 6 67,-4 1-44,3 8-45,-1 1-23,-1 7 0,-6 8-22,3-2 6,-3 8-6,8-7 6,1 0-1,4-1 23,8-2-22,-1-4-1,10 0 7,-5-4-12,4 2 5,-5 0 12,-6 2-6,-5 5-11,-3 1 28,-9 9 0,-4 0-33,-6 7-18,1-2-145,0 1 28,8-9-476,-4 2-712,1-6-5046,-19 7 6374,6-6 0,2-3 0,16-7 0</inkml:trace>
  <inkml:trace contextRef="#ctx0" brushRef="#br0" timeOffset="50932">9561 3822 11446,'-2'-3'4739,"0"2"-1843,2 1-2857,-18-15 34,17 17 22,-12-7-55,20 17 21,4 7 34,3 6 17,0 1-39,-1 0 274,-6 5-89,-6-10-56,-6 10-68,-4-8-56,-6-1-72,-1-2-101,0-3-420,3 0-253,3-5-9063,4 9 8085,3-12 1,2 4 0,1-11 0</inkml:trace>
  <inkml:trace contextRef="#ctx0" brushRef="#br0" timeOffset="51399">9876 4427 12214,'-3'1'4761,"1"-1"-348,2 0-4245,-5-27 101,-1 29-17,-10-11-66,-5 43-35,-7 13-56,-3 5-50,3-1-23,8-4-11,12-9 1,18-7 44,13-9 39,15-8 22,7-12 46,5-14-62,-10-5 95,-11-3 0,-3-5 89,5-17-283,-10 10 0,-3-2 172,-2-25-34,-9 4-152,-13 10-1522,-10 14 1534,-6 14 0,6 9 0,6 6 0</inkml:trace>
  <inkml:trace contextRef="#ctx0" brushRef="#br0" timeOffset="57975">12556 2603 11956,'-15'-46'320,"0"1"0,1 0 0,-1-1 1,-1-2-1,1 2 0,-3 2-283,-5 0 1,-2 0-1,-1 4-1202,-1 6 0,-1 2 1,-2-1 1098,-9-8 1,-4-2 0,-4 1 32,7 11 1,-3-1-1,-3 1 1,1 2-1,2 1-238,3 1 1,2 2-1,-2 0 1,-5-1 296,2 4 0,-6-3 1,-4 0-1,-1 0 1,1 1-1,3 2 1,6 3-414,-16-7 0,7 5 0,-8-1 477,9 2 1,-6-2-1,-4-1 1,-1 1 0,1 0-1,4 2-228,4 3 0,2 1 1,1 0-1,-1 1 1,-3-1 270,-1 0 1,0 0-1,-3-1 1,-1 1-1,-1 0 1,-2-1-95,7 3 0,-2 0 1,-2 0-1,0 0 1,-1 1-1,0-1 0,1 1 1,1 1 12,-4-1 0,1 1 0,1 0 0,0 1 0,0 0 0,0 0 0,-1 0-90,2 0 0,0 0 0,0 0 0,-1 1 0,1 0 0,0 1 0,-1 0 62,1 1 0,0 1 0,0 0 0,0 1 0,-1 0 0,0 1 0,-1 0-8,4 1 0,-1 1 0,-1 1 0,0 0 0,0 0 1,1 0-1,0 0 0,2 0-14,0 0 0,2-1 1,1 0-1,0 1 1,-1 0-1,-3 0 1,-3 1-1,5 1 0,-3 0 0,-2 1 0,-3 0 0,-1 0 0,-1 1 0,1 0 0,1 0 0,2 0 0,3 1 0,3-1 2,-7 2 0,3 0 0,3 1 0,1 0 0,1 0 0,-2 1 0,-3-1-2,1 0 1,-2 0 0,0 0 0,-2 1 0,1-1 0,0 1 0,0 1-1,1 0 1,3 1 1,-1 1-1,1 0 1,0 1 0,1 0-1,0 0 1,2 0-1,0 0-1,-7 3 1,2-1 0,2 1 0,-1 0 0,-2 1 0,-4 2-5,14-3 1,-2 0 0,-3 2 0,0 0 0,-1 0 0,0 1 0,-1 0 0,2 1 0,1-1 0,1 0-4,-5 2 1,2 1 0,0-1 0,1 1 0,1 0 0,-1 0 0,-1 2-1,0 0-2,2 0 0,-2 1 0,-1 1 1,0 0-1,1 1 0,0 0 0,2-1 1,3 0-1,2 0-1,-4 2 1,4-1-1,2 0 1,0 1-1,1 0 1,-2 3-2,2-1 0,-1 1 0,0 2 1,-1 0-1,2 1 0,1 0 0,1-1 0,-6 6 0,2 0 0,2 0 0,-1 2 1,-2 3-2,9-6 1,-2 2 0,-1 2 0,0 2 0,0 0 0,0 0 0,2-1 0,1 0-8,1 0 0,1 0 0,1 0 1,1-1-1,1 2 0,-1 0 0,1 1-6,-3 5 1,0 1 0,0 1-1,1 0 1,2 1 0,1-1 0,2-1-3,3 1 1,1-1 0,2 1-1,2-2 1,0 0 0,2-2 7,-5 11 0,2-2 0,3 0 1,1 3 11,4-6 0,2 3 0,1 0 0,3 0 1,2-2-40,3 2 1,3-2-1,3 0 1,1 2 26,1-2 0,1 2 0,2 1 1,2-1-1,2 0 18,3-2 0,2 0 0,2 0 0,3 0 1,4 0-13,4-1 1,5 2 0,3-1-1,1 0 1,1-2 0,-3-3 4,-2-3 1,-2-4-1,0-1 1,4 0-1,5 2 7,1-3 0,4 2 1,3 2-1,4 0 1,1-1-1,1-1 1,0-2-1,-1-3 8,-4-4 1,1-3 0,-1-2 0,1-1 0,2 0 0,0 0 0,3 0 0,1 1 2,-3-1 1,2 1 0,2-1-1,1 2 1,2-1 0,0 0 0,0 0-1,1 0 1,0-2 0,-2 0 0,1-1-1,-3-2 0,0 0 0,0-1 0,1 0 1,-1-1-1,0-1 0,0 1 0,0-2 1,0 1-1,-2-2 0,1 1-7,4 1 1,0-1-1,-1 0 1,-1-1 0,1 0-1,-1-1 1,1-1 0,0 0-1,0-1 11,3 0 0,-1-1 0,2-1 1,-1 0-1,0-1 0,1-1 0,-1 0 1,-1 0-1,-1-2 8,2 1 1,-3-1-1,0-1 1,0-1-1,0 0 1,2-1-1,2 1 1,4-1-1,-12-1 0,3-1 0,2 1 1,1-1-1,2 0 0,0 0 1,1 0-1,1-1 0,-1 0 0,0 0 1,0 0-1,-2-1 0,0-1-5,-1 1 1,0-1-1,0 0 1,-1-1 0,0 1-1,0-2 1,0 1 0,0-1-1,0 0 1,2 0 0,0-1-1,1 0-9,-3 0 0,1 0 1,1 0-1,0-1 1,1 1-1,0-2 1,0 1-1,1-1 1,0 0-1,0 0 1,-1-1-1,1-1 1,0 0-1,0 0-3,-2-1 0,0 0 0,0-1 0,1 0 0,-1-1 0,1 0 0,0-1 1,0 0-1,-1 0 0,1 0 0,-1 0 0,0-1 0,-1 1 0,0 0 0,-1 0-4,4-1 0,-1 0 0,-1 1 0,0-1 0,-1 0 0,0 0 0,-1 0 0,2 0 0,-1-1 0,2-1 1,0 1-1,2-2 0,1 0 5,-9 2 0,3 0 0,0-2 0,2 0 0,1 0 0,0-1 0,1 1 0,0-2 0,1 1 0,-2 0 1,1-1-1,-1 1 0,-1 0 0,-2 0 0,-1 1 0,-1 0 0,-2 0 0,-3 1 2,16-4 0,-5 0 0,-2 2 0,-3 0 0,0 0 0,-1 0 1,1-1-1,1-1 0,3-1 0,2-2 16,-10 4 0,2-1 0,2-2 1,2 0-1,1 0 0,0-2 1,2 1-1,-1-1 0,0 0 1,-1-1-1,0 1 0,-2 0 1,-1 1-1,-3 0 0,-1 1 1,-4 0 8,12-5 0,-4 0 1,-3 2-1,-2-1 1,-1 1-1,0-1 1,0 0-1,1 0 1,3-1-23,0-1 0,2 1 1,1-1-1,1 0 1,0-1-1,-1 1 1,0-2-1,-1 1 1,-1 0-1,-2-1 11,-1 0 1,0-1 0,-2 0 0,0 0 0,0 0 0,-3-1 0,0 1 0,-1 0 0,-2 0 2,9-7 0,-3 1 0,-2 0 0,0-1 1,-1-2-1,2-3-22,-9 7 1,0-2-1,2-2 1,0-1 0,-1-1-1,-1 0 1,-1-1 0,-3 1-1,-2 1-60,6-11 1,-2 2 0,-3-1 0,-2-1 0,-3-1 0,-4-2-100,-1-3 1,-3-3 0,-2-1 0,-4 0 0,-5 2 0,-5 4-46,-6-4 0,-5 3 1,-8 2-1,-8 0-600,-3 9 0,-8-1 0,-6 1 0,-2 1 0,-1 2 0,1 4 799,-3 1 0,-1 4 0,-2 2 0,1 1 0,1 0 0,-6-6 0,0 0 0,2 2 0,2 4 0,2 7 0,0 0 0,0 0 0</inkml:trace>
  <inkml:trace contextRef="#ctx0" brushRef="#br0" timeOffset="465058">2060 8529 17664,'-2'-3'4632,"-1"0"-4033,3 3-565,-31 8-4196,20 37 4184,-23-9 14,25 15 1,5 4 446,-4-3-453,-1-3 1,-1 1 22,0-14 1,0-2-18,0-1 0,0-3 138,-10 25 386,11-35-224,5-12 202,3-13 2919,3-23-3323,4-9-21,8-22 5,8 1 541,1 12-634,-6 17 0,3 1-14,17-15 0,-7 16 1,2 1-46,21-7 25,-22 20 1,-2 4 19,6 7-22,4 14 0,-11 12 22,7 29 0,-12 2-272,-12-18 1,-3 0 268,-3-5 0,-1-1-8,1 19-28,3-1-28,6-16 34,2-7 28,10-12 5,1-25-11,-2-3 538,9-20-498,0-9-24,-7 7-21,9-15-34,-20 31 39,3-3-56,-5 15 16,3 11 35,1 6 10,8 8-5,-1 3 0,-4-3 23,11 2-18,12-9-10,5-4 27,11-14 34,-14-13-295,-10-13 261,-13 4 29,-8-14 89,-10-6-51,-3-1 6,-6-4-33,-3 20-56,-1 12-1,0 8-117,5 10-5,-1 6-275,4 13-1362,7 12-397,0 2 2151,13 15 0,-12-27 0,5 7 0</inkml:trace>
  <inkml:trace contextRef="#ctx0" brushRef="#br0" timeOffset="465882">3505 8765 24872,'-15'-40'310,"0"1"0,2 2 0,3 12-326,8 23-1,4 12 39,3 14 12,-1 4-26,-1 4 1,-2 3-15,-3 18 11,0-14 1,-1-1-6,-5 15-17,2-14 34,4-15 67,3-13-39,3-17-28,1-5 78,12-33-17,-1 2-33,-5 12 0,1-2 50,7-23-33,0 4-23,-1 7-11,2 10-11,0 12-12,-5 11-33,13 9 12,-5 12 10,13 10-11,-12 2 17,5 14 0,-6 8 0,-2 3 6,-3 6 22,-8-15-34,-5-15 6,1-4 51,-3-13 21,1-4-16,1-12-22,3-11 0,6-9-29,2-6-10,2-2 27,3 2-16,2 4-12,0 8 6,3 10-6,-1 7 12,2 8-23,-1 12 0,1 12 6,-4 12 0,-2 8 33,-1 3-16,-1-3-17,3-7 22,0-10 0,2-11 12,1-11-18,0-16 12,1-11 11,-2-16-6,-3-9 68,-5-8 11,-6-2 28,-5 2 100,-3 6 29,-2 10-57,-3 10-105,0 10-80,-1 9-27,2 5-11,1 7 27,8 7 7,6 12-12,14 16-12,-7-13 1,1 1-221,3 6 1,1 2 191,1 2 1,-2 3-87,-3 1 0,-3 2-95,-6 1 0,-5 0-225,-9 0 1,-8-1-549,-6-2 0,-7-3-2879,-7-2 0,-3-4 3873,2-6 0,0-3 0,-10 3 0,20-14 0</inkml:trace>
  <inkml:trace contextRef="#ctx0" brushRef="#br0" timeOffset="466132">5194 8679 26256,'46'-9'-932,"0"1"1,0 0 0,14-3-1,-6 3 1,6 3 0,-27 3-1</inkml:trace>
  <inkml:trace contextRef="#ctx0" brushRef="#br0" timeOffset="466308">5641 9058 24396,'-6'2'2470,"1"-1"-2598,5-1-2236,37-9 2364,18 3 0,-6-4 0,-4 7 0</inkml:trace>
  <inkml:trace contextRef="#ctx0" brushRef="#br0" timeOffset="466925">7731 8473 19143,'0'-6'3159,"0"1"-2616,0 5-157,-84-41-341,49 33-430,-21-12 0,-2 5 480,10 26-73,18-3 1,-1 1-1,0-1 1,-1 1 2,-6 3 0,-1-1 6,6-2 0,0 0 19,-28 6 262,11-9-172,19-6-28,-1-5 89,11 0 85,8-2-163,6 2 504,5 3-672,1 3 34,1 10 28,-1 26-12,-2-3 17,0 2 1,-2 3 10,-1-5 1,-1 1-319,-3 11 1,-1 3 368,-2 2 0,0 1-22,0-2 0,1 0 19,1 6 0,2-3-56,2-18 0,3 0 9,3 6 0,6-3-218,15 0 201,24 0-2180,3-25 1,4-6 1151,-13-4 0,1-2 1011,22-4 0,-6-3 0,-17-1 0,-1 0 0</inkml:trace>
  <inkml:trace contextRef="#ctx0" brushRef="#br0" timeOffset="467632">8572 8681 24486,'-2'-58'39,"3"15"-5,6 59-23,-2-1 17,-3 10 28,-15 7-34,3-6 129,-20 4-33,11-23-56,-4-5 72,5-17-33,6-23-79,3 4 14,7 2 1,3-2-15,8-3-22,3-5-22,11 17 5,2 15-5,25 7 22,-2 16-672,-18 1 0,-2 3 655,6 17-202,-19-6 1,-6 4 212,-7 0 1,-5 3-5,-6 4 1,-5 4 0,-2 0-1,-2-3 1,-1-1 0,-4 2-438,-6 7 0,-3 1 0,-1-3 454,2-8 1,0-3-1,0-2-4,-4 5 0,-2-3 73,-8-1 0,1-6 62,-7-8-1,18-10 0,2-5 1222,-1-20-1163,14-12 279,10 1-419,12-11-67,23-3 0,13 2 624,-9 18 0,3 3-619,2 7 1,-1 3 5,26-1-87,-20 8 0,1 4-922,4 7 1,-1 4-2820,3 0 0,-1 2 3489,3 3 1,-6 0 0,0 3 0,-20-11-1</inkml:trace>
  <inkml:trace contextRef="#ctx0" brushRef="#br0" timeOffset="468058">9508 8964 20688,'0'-5'3831,"0"1"-2374,0 4-1485,-6-31 45,1 44-28,-4-27-295,1 40 1,2 15-2764,-4 17 2390,3-11 1,0-1-1,1-1 1,4-5 0</inkml:trace>
  <inkml:trace contextRef="#ctx0" brushRef="#br0" timeOffset="468482">10199 8571 19804,'0'-8'4195,"0"1"-3215,0 7-397,0 0-561,-39-20-22,12 46-6,-30-3-222,39 12 0,7 7 216,1-2 1,2 1 5,4-4 1,3 0-6,5-4 0,5-3 0,15 16-12,15-16 29,7-16 39,2-16-12,-1-16 46,-4-16-466,-6-15 440,-22 19 0,-2-2 11,-2-3 1,-2-2-15,-3-3 1,-2 0-4,0-1 1,-2 0 36,-2 4 0,-1 1 129,-6-23-84,-5 18-79,-5 17-61,-2 13 367,-4 14-384,-1 16-56,-2 19-633,3 20-1109,13-21 1,3 3 1825,2 8 0,2-1 0,0 7 0,5-4 0</inkml:trace>
  <inkml:trace contextRef="#ctx0" brushRef="#br0" timeOffset="468682">10906 8850 23198,'0'-4'3220,"0"1"-2396,0 3-864,-7-20 7,-5 37-757,-11 0-829,2 31 1619,1-6 0,2-2 0,3-9 0,-7 15 0</inkml:trace>
  <inkml:trace contextRef="#ctx0" brushRef="#br0" timeOffset="473690">11713 8525 5646,'-5'-8'3596,"1"1"986,4 7-2420,0 0-658,-7-17-1325,5 19 922,-6-8-799,6 25 3426,-2 2-3386,-5 1-6,-5-1 0,-5-1 17,-2-3 67,1-5-17,3-7-106,5-9-95,2-7-79,3-14-39,4-10-28,4-9-28,6-3-6,6 3-27,7 6 5,3 11 0,4 8-17,5 9 11,5 11-5,5 14-34,2 14-368,-4 18 401,-24-19 1,-3 4 0,-5 6 0,-5 1-277,-8 6 1,-7 1 298,-6 4 0,-5-1-539,-8 2 1,-3-3 541,-3-3 0,-2-4-3,2-5 1,-1-4-86,5-8 1,1-4 314,-19 4 341,16-19-364,13-16 455,10-9-550,6-8 1084,9 0-1229,7 1 305,10 7-339,13 6 5,14 8-38,13 11-484,-23 3 0,0 2-71,1 5 0,1 3-995,-1 2 1,-2 4 1638,2 4 0,-4-1 0,3 4 0,-8-1 0</inkml:trace>
  <inkml:trace contextRef="#ctx0" brushRef="#br0" timeOffset="473883">12495 8989 20408,'0'-6'4800,"0"0"-3903,0 6-455,1-63-257,0 45-230,0-19 0,-1 10-156,0 27 128,3 13 45,5 13-381,6 19-1417,2 13-2039,-7-25 1,-1 0 3016,5 25 0,-6-20 0,-3-19 0</inkml:trace>
  <inkml:trace contextRef="#ctx0" brushRef="#br0" timeOffset="474123">13225 8461 25186,'6'-39'417,"0"1"1,3-23-418,-7 65 5,0 4 7,6 36-12,0 7-315,-3-9 1,-1 4 241,-1 2 0,-2 0-513,-2 5 1,-2 0-4069,0 2 1,-2-1 4653,0-8 0,-1-3 0,-1 11 0,3-26 0</inkml:trace>
  <inkml:trace contextRef="#ctx0" brushRef="#br0" timeOffset="474390">13956 8951 21220,'0'-5'3977,"0"2"-2604,0 3-1424,12-54 68,-8 52 5,7-32-201,-11 73-1109,1 10-5495,4 9 5935,0-6 0,0-19 0,-3-15 0</inkml:trace>
  <inkml:trace contextRef="#ctx0" brushRef="#br0" timeOffset="474683">14665 8429 24055,'12'-45'778,"0"-1"1,-2 6-1,-1 8-615,-6 18-174,-1 8 5,0 16 51,1 13-40,2 25-13,-2-16 0,-2 4-430,1 8 0,-2 2 401,-3 6 1,-1 1-241,-2 4 0,-1 1-844,-1-2 1,-1 0-3796,2-4 1,1-3 4577,4-10 1,1-4 0,1 7 0,4-23 0</inkml:trace>
  <inkml:trace contextRef="#ctx0" brushRef="#br0" timeOffset="475033">15390 8892 18341,'11'1'5109,"-3"0"-3536,-8-1-390,0 0-1155,11-6 5,-14 17-290,1 11-1945,-16 18 2202,-9 14 0,14-27 0,-1-1 0</inkml:trace>
  <inkml:trace contextRef="#ctx0" brushRef="#br0" timeOffset="475799">15998 8594 15165,'1'-6'6083,"1"2"-3204,-2 4-2789,-18-21-17,7 29-23,-17 3-11,19 33-5,3 12-23,10-17 23,29 12-29,6-23-826,-6-9 1,0-4 831,18-1-53,-15-12 1,-1-4 203,6-9 62,13-11 56,-30-12-51,-11-7 18,-15-11-74,-13-6-106,1 28 1,-2 0-15,-4 1 0,-2 2-20,-2 2 1,-3 2-6,0 4 0,-1 2-5,-27-5-18,7 12-10,7 16-12,12 9-67,8 13 1029,11 9-3701,12 5 2756,21 7 0,-10-22 0,9-3 0</inkml:trace>
  <inkml:trace contextRef="#ctx0" brushRef="#br0" timeOffset="476157">16690 8385 20352,'1'-6'3053,"-1"0"-2107,0 6-537,28-65-4537,-12 43 4142,0-14 0,4 3 907,15 27-893,-6 6-11,16 6-6,-15 2 0,15 14 0,-12-5 17,15 11-33,-8-2-1,-1 6-126,-2 6 127,-3 7 16,-4 6-11,-17-22 0,0 2 1439,-2 2 0,-1 2-1425,-1 2 0,-1 1-6,-1 1 0,-3 1 6,-1 0 0,-2 0-14,-7 0 0,-3-1-84,-6 1 0,-4-2-677,-7 1 0,-4-3-863,-5-1 0,-2-2 1038,3-5 0,1-4 0,-9 5 0,18-14 0</inkml:trace>
  <inkml:trace contextRef="#ctx0" brushRef="#br0" timeOffset="481698">16779 8259 20100,'-27'-19'1630,"4"4"-1345,26 15-127,3 0-40,8 0-23,12 0-17,14 0-11,12 0-16,7 0-1,5 0-914,-4 0 870,-15 0-12,4 1-22,-26 2 17,4 2 33,-16 0 74,-5 0 139,3-1 982,4 0-809,12-1-251,-2-1-112,-1 0 22,-9 1 62,-9 2 117,-1 6 57,-4 6 50,-8 17-253,2-7 35,-8 20-85,5-9 1,0 14-355,3 6 327,4 3-12,2-28 1,0-1 10,1 20 17,-2-13 0,-1 1-11,-3 17-11,1-17 0,0 1 0,0-2 0,0-2-40,-1 13 23,2 11 45,4-25-39,4 7-1,0-3 12,3 5 33,-3-9-10,-1-5 60,-7-6 405,-3-9-314,-5 2 78,-7-3-141,1-8-83,0-3 56,-2-3-45,-2-2 28,-14-2-67,6 0 0,-3 0-17,0-1 0,1 0 8,-3 0 0,1 0-2,-1 0 0,2 0-1,-12-2 40,-1 0 5,21 2-10,14 2-35,9 2-83,2-2 16,5 2 40,10-4 27,3 2 1,19-3-28,3 1 16,-8 0 0,3-1-11,-4 1 1,1-1-193,6-1 0,-2-1 170,10-2 5,0-3 34,-22 0 12,-3-13-12,-12 7 11,-10-27-6,-1 22 12,-4-26 22,5 15-33,1-9-17,7-9 16,1 8-21,3-6 21,-5 18 34,-2-8 312,-2 5-340,-1-21 28,-2 7-22,1-5-17,0 21-11,0-4 22,0 19 0,2-11-16,0 9 33,-1-1-28,0 3 11,-1 1 6,-3 3 22,-3-6-34,-1 4-5,-2-2 6,3 7-12,1 0-5,1 0 22,0-2-11,0 0 12,1 2-1,-1 3 17,0 0-73,-4 0-5,-1 0 33,-5-2 17,-3 3-11,-2 0 27,1 2-32,-3 1 16,-3 2-12,-2 0 7,-9 5 10,0 2-16,5 1 11,-17 3-11,19-3-17,-9 2 17,19-4 11,9-1 5,4-2 12,4-1-274,0 0 201,17 0 89,11 0-33,25 0-5,11-2 10,-29 0 1,0 0-15,-1 0 1,-2-1-26,14-2 23,-1-2 22,-23 4-11,3-2 28,-13 2-16,-4 1 32,0 1-32,-4-1-7,-1 2-33,-1 0 0,2 0 34,2 1-6,8 7 5,-2 3 18,5 9-18,-4 4-5,-2 4 17,-3 7 6,-3 5-40,0 4 6,-1 4-1,1 4 1,1 4 6,0 0 10,-1-10 1,-1 17-12,-1-18 11,-1-12 1,1 0 6,3 26-46,3 2 17,0 1-240,-2-2 268,-7-6 0,-11-6 0,-13-7 29,-15-8-40,-11-6-84,22-16 0,-2-1-448,-2-2 0,-1-2 532,-5-1 0,3-1 0,-5 0 0,3-2 0</inkml:trace>
  <inkml:trace contextRef="#ctx0" brushRef="#br0" timeOffset="513707">8565 10028 22431,'26'8'341,"-5"17"-268,-15 6 0,-6 6 53,-7 11 0,-5 1-444,5-15 0,-4 0 382,-12 14 0,-4-4 0,6-18 1,-2-3 24,-4 4 1,-1-2 235,-25 10 414,2-15-543,20-13 325,-3-12-297,12-10 83,-7-8-66,-9-8-174,12 10 73,-6-3-28,17 16 240,3 1-469,7 5 61,4 18 73,5 5-34,6 19 17,4-9 5,14 8 7,4-10 2,-6-9 0,2 0 19,12 3 3,-3-11 1,0-3 2,-3-6 8,0-6 1,2-4 48,14-16-32,-8-1 0,0-3-33,-14 9 0,-1-2 106,14-11 0,-5 2-30,-12 9 83,6-7-128,-25 22-325,-3 3-6599,-17 24 6862,-1 1 0,-2 2 0,7-9 0</inkml:trace>
  <inkml:trace contextRef="#ctx0" brushRef="#br0" timeOffset="514998">8224 11349 8814,'2'-3'6811,"-1"0"-1748,-1 3-4520,8-19 427,-5 10-158,5-13-202,-8 17-184,0 3-292,0 2 1,-23 2-102,-3 0-16,-14 2 22,-7 1 57,-2 5-40,-2 1-40,0 5 1,18-1-17,12-1-28,6 1 28,11 0 6,10 14 5,11 1-17,17 9 1,-1-11 27,20 7-22,-4-8-11,-13-5 0,0 0 0,16 14 11,-8 6 5,-29-17 51,-16 3 45,-34 2-62,4-7-130,-4-5 0,-5-3 138,-6-4 1,-1-3-377,0 0 1,1-1 347,0-1 1,2-2-31,-17-8-4222,31-18 4233,8-1 0,11-1 0,11 12 0</inkml:trace>
  <inkml:trace contextRef="#ctx0" brushRef="#br0" timeOffset="515915">16188 10097 9895,'-3'3'6044,"1"-1"-2359,-14-63-2094,9 14-1490,-2-2 1,2-2 410,6 17 1,2 2 394,4-24-181,2 17-87,-1 12-153,-4 17-587,-1 3 12,-1 18 122,-1 16-16,0 6-14,-1 6 0,-2 5 2,0-9 1,0 1-9,0 7 0,-2 2 14,-3 8 1,-3-1-535,3-18 1,-1-1 528,-2 7 0,-1-2 16,-16 18 45,4-26 208,-12-1-91,5-22-60,-3-20-18,7-16-5,1-12-56,8 7 1712,-2-9-1673,8 22-39,-2-3-39,8 16-214,2 5 96,3 9 112,1 8 12,4 9-18,12 6 23,18-1 0,6-8-12,6-9 1,4-4-1,-12-4 1,1-1-210,15 0 0,0-2 209,-16-2 1,-3-2-34,18-6-263,-18 0-1546,-17 3 1837,-10 2 0,-6 3 0,-1 2 0</inkml:trace>
  <inkml:trace contextRef="#ctx0" brushRef="#br0" timeOffset="517374">15780 11464 11256,'3'2'5780,"-1"0"634,-2-2-5832,6-51-347,-5 38-212,2-35 27,-12 62 45,-11 14-22,-9 14-34,-3 6-27,7-2-1,13-7 34,18-7 33,12-9 124,21-8-130,-10-9 74,18-13 5,-12-10 1,6-14 22,-3-11-258,-11-9 235,-12-8-101,-10 26 1,-3-2-6,-2 0 0,-3-1 22,0 1 0,-2 1 73,-12-24-56,-6 15-45,-17 19-33,12 14-6,-18 22-22,16 15-1,-6 22-97,20-19 0,2 3 114,2 14 1,3 0-216,3-14 1,1 0 209,3 15 0,4 0 0,12 13-81,-2-24 0,5-1 30,13 2 1,5-5-18,0-7 1,3-5 2,0-1 1,3-4-259,4-8 1,1-4-999,-9-3 1,1-3 1331,13-3 0,-3-1 0,5 0 0,-10-6 0</inkml:trace>
  <inkml:trace contextRef="#ctx0" brushRef="#br0" timeOffset="518465">16325 11390 24228,'-8'-29'-28,"10"39"56,9 40-23,-4-15 1,-1-1 6,-1 6 16,-3 2 44,-6-8 124,-2-4 191,-5-5 123,0-15-297,3-8 33,1-13-89,4-18-95,6-9-12,10-15-5,8 6-23,0 10 6,6 3 28,-4 12-61,1 5-12,0 6-6,-2 14 12,-3 2 0,17 18 5,-9 2-5,13 15-45,-6-3-50,1 0-90,1-5-95,2-4-63,-1-9 29,2-7 141,2-12 128,1-12 72,-2-9 35,-5-9-1,-7-3 51,-6-3 61,-6 1 51,-6 3 12,-5 7-124,-3 9 27,-5 6-100,-6 6-61,-6 6 27,-7 10-5,-1 11 0,5 1-34,0 21 0,12-13-5,3 14-1,15-16 29,10-8 28,9-9-6,6-10 28,-1-12 28,-3-9 11,-9-14 17,-8-13 0,-9-14-362,-7 22 0,-3-1 373,0-4 0,-1-1 45,-2 1 0,-1 0 28,0 4 0,-1 3 96,-6-17-74,1 19-117,4 17-157,4 9-6,2 15 73,1 17 12,1 23-1,1-13 1,1 3-165,1 6 0,2 2-511,0 5 1,1 2 244,2 8 1,-1-2 0,-1-25 0,-2-2 0,3 30-1</inkml:trace>
  <inkml:trace contextRef="#ctx0" brushRef="#br0" timeOffset="519242">8796 11717 14437,'-7'-43'1723,"-1"0"0,1 0 0,-2-2 0,1 0 0,0 4-1432,1 4 1,0 3 178,-2-7 0,-1 4 152,-1 6-364,0 3-421,5 15-72,3 15 185,4 22 61,6 23-457,-1-11 1,0 4 445,2 10 0,0 3-675,0 7 1,-1 2 539,-2-17 1,-1 1 0,0-1-57,1 9 1,-1 1-469,0-7 0,0 3 1,0-4-670,0-5 1,-1-1-1152,2 14 1,-2-3-4759,0 2 7237,-5-24 0,0-18 0,-1-9 0</inkml:trace>
  <inkml:trace contextRef="#ctx0" brushRef="#br0" timeOffset="520191">8691 12055 16045,'-21'-44'1551,"-1"-1"1,1 1 0,-8-16-1,3 9-772,3 8-572,46 1-246,13 25 22,2 6 0,6 3-466,-1 9 0,0 4 455,3-2 0,-1 1-3,-1 1 0,0 0-27,-5-2 1,-3 0 45,23 3 85,-20-5 62,-16-8 27,-13-5 28,-9-9 789,-8-6-593,-4 0 356,-6 1-389,-2 5-123,-2 6-74,2 6-167,4 5-39,6 5 39,3 9-29,3 9 24,0 13 16,7 8-12,7 2 7,9-4 5,6-7 28,4-9 0,1-10 0,-2-8 45,-3-12-11,-2-9 22,-5-11 39,-5-5 45,-6 0 67,-4 5 0,-4 9-50,-1 9-196,0 6-185,-2 4 84,1 7 84,-1 9 11,1 12 17,0 8-11,4 3-6,4-1-5,5-4 22,5-5-28,2-6 5,1-8 40,-3-7 28,-3-4 17,-1-10-1,-1-5-5,1-11 11,1-6-44,-3-7 10,2-3-27,2-1-23,4 3 12,3 5-18,2 8-5,0 7 0,0 9 0,3 5 23,2 11-23,4 9 16,1 10 1,-1 8-17,0 2 28,-1 0-5,1-4-1,2-5 6,2-6 22,0-10 6,1-7-5,-1-13 27,0-8 12,-5-13-6,-6-11 11,-8-13-33,-7-10-15,-7 28 1,0 1 33,-2 0 0,0 1 126,-1-23 79,-4 13-17,-3 13-73,-2 12-84,1 8-118,2 6-11,1 7 23,-3 12 5,-2 16 17,-1 20-3,6-20 1,2 2-220,3 4 1,3-1 123,4 1 0,3-2-236,5 0 1,4-3-499,4-1 0,2-3-1400,3-2 1,0-1 1785,19 14 1,-17-17 0,-17-11 0</inkml:trace>
  <inkml:trace contextRef="#ctx0" brushRef="#br0" timeOffset="520382">10012 11679 22088,'-12'3'2465,"2"-2"-1546,10-1-404,0 0-3091,58-30 2576,-39 26 0,13-14 0,-5 6 0,-23 15 0</inkml:trace>
  <inkml:trace contextRef="#ctx0" brushRef="#br0" timeOffset="538348">8193 8028 10539,'-32'-27'-112,"8"6"1148,57 12-212,6 2-477,-5 2 0,4 0-858,3 0 0,4 1 654,9-1 0,2 1-90,-10 1 0,4 0 33,7 0 0,6-1 0,-1 1-45,-12 0 0,-2 1 0,3-1-534,4 0 0,4 0 0,1 0 0,-2 1 508,-4-1 0,-1 1 1,-1-1-1,2 1-558,4-1 1,1 0 0,-1 1-1,-2-1 541,6 0 0,-2 0 1,5-1-1,-8 1 1,6 0 0,2-1 0,-3 1 0,-6 0-293,0-1 0,-6 1 0,9-1 318,-11 1 1,7 0 0,4-1 0,1 0 0,1-1 0,-3 2 0,-5-1-188,12-1 0,-4 1 0,-1 0 1,5-1 228,-7 1 0,4-1 0,3 0 1,-1 1-1,0-1 0,-2 0 37,2 0 0,-1 1 0,-1-1 1,0 0-1,1 1-53,-10 0 1,0 0 0,0 0 0,0 0-1,0 0 1,0 1 32,0-1 0,0 0 0,0 0 0,0 0 0,0 0 1,0 0-11,0 1 1,0-1 0,0 0 0,0 1-1,0-1 1,0 0-6,10 0 0,0 0 1,0 0-1,0-1 1,0 1-100,-1 0 1,0 0-1,0 0 1,0 0 0,0 0 68,-1 0 0,1 1 0,-1-1 0,0 0 0,0 0-13,-1 0 1,1 0 0,-1 1 0,1-1 0,-1 0-10,1 0 1,0 0 0,1 0 0,-3 0 0,-1 0 82,2 0 0,-4 0 0,1 0 1,4-1-83,-8 1 1,4 0 0,2-1-1,0 1 1,-2-1 0,-4 1 0,7-1 0,-4 0 0,0 0 1,3 0 48,-7 0 0,2 1 1,3-1-1,-1 0 1,-1 0-1,-3 0-28,12-2 0,-2 1 1,-3 0-1,-2 0 2,3 0 0,-3 0 0,2-1 90,-3 0 1,2-1 0,-1 0 0,-4 0-18,-6 0 0,-4 1 0,2 0 265,15-4 0,3 0 0,-5 0-298,3-2 1,-5 1 687,-6 0 0,-3 0-708,-7 0 1,-1 0 696,-8 1 0,-1-1-511,14-10 2082,-17 1-2145,-15 3 966,-13 2-1111,-11 2 720,-12 1-737,-9 1 88,-8-1-60,0 0-5,-2 0-23,11 1 74,-16-7-12,18 6 22,-11-7 6,15 6 18,5 2-2,7 2-94,6 5-84,4 3 33,8 2 50,11 4-21,17 6-7,20 8-8,-18-6 1,3 2-417,4 2 1,2 2 401,0 1 0,0 3-8,-3 2 0,-3 3-15,-7 0 1,-6 4-562,-8 2 1,-9 3 600,-18 7 0,-5-2 0,1 6 0,-22-1 0</inkml:trace>
  <inkml:trace contextRef="#ctx0" brushRef="#br0" timeOffset="546999">8728 7006 11754,'0'-9'2831,"-11"-25"1,-6-3-1179,-4 9-1342,2-8 0,-3 2 635,-12 17-218,-9 16-398,-4 13-173,16 0 0,2 6-402,0 7 0,3 3 301,-2 7 0,2 2-42,5-6 0,2 3-12,-3 19 1,6 0-19,3 2-18,9 0 0,7 0-16,22-5 22,-4-18 0,3-4 6,19-2-168,-5-19 1,1-6 234,18-14-6,-17 0 0,0-4 23,-9-6 0,-4-4 22,-3-4 0,-3-2 11,8-22 0,-18 7 0,-4-3-48,-4 14 1,-1-1-202,-2-15 1,-1-1 267,-1 15 1,-3 2 154,-9-22-163,0 22 107,-17 11-185,13 19 629,-23 11-663,19 16 391,-6 17-402,17 13 6,6-7-12,11-7 1,5 0 6,14 11-175,-4-13 1,2-3 128,24 8 34,0-13 17,-3-13 16,-14-7 571,2-17-520,-16-8 0,4-17 28,-10-7-28,-5 6 17,-2-11 0,-1 3-28,2 4 315,1 3-377,3 21 6,-2 8-6,7 11 23,2 11-17,7 11 5,0 13-11,-5 10 1,-3 6 4,-4 0-10,-2-5 5,-3-8 12,-1-12 16,-2-11 45,0-10-6,1-10-16,2-11 5,5-11-17,2-12 6,5-3-11,1-2-11,-2 12 11,7-2-12,-6 19-5,7-2-11,-3 14 0,0 8-12,1 7-10,-2 9 16,-1 4 6,-2 2-6,0-4 6,2-4 16,-1-9 23,0-6-22,1-12 0,0-10 16,2-15 12,0-8 10,-2-7 18,-2 0 11,-4 4 39,-3 9 28,-3 12-79,-4 10-66,-2 8 16,-1 12 6,0 6-34,0 11 6,2 6 11,6 1-11,7-3 11,14-7 22,8-11 23,5-12 61,-1-14 113,-8-13 112,-10-11 94,-11-5 12,-10 1-84,-10 4-101,-6 8-101,-3 9-78,0 10-51,3 10-11,3 14-27,2 12-40,4 16-124,6 10-413,16 5-381,-2-26 0,4-2-2622,7 0 0,4-2 3171,-2-5 0,0-2 0,10 5 0,-15-13 1</inkml:trace>
  <inkml:trace contextRef="#ctx0" brushRef="#br0" timeOffset="547723">9507 6918 12174,'-5'10'3882,"2"-1"-2213,3-9 354,0 0-1010,65 17-50,-16-9-677,-2 1 0,0 0 297,9-8-315,-24-5 186,3-9-101,-12-5 33,10-17-179,-10-2-11,-3-11-117,-12 13 83,-10-9-16,-10 8 33,-19-11-89,-4 13-3398,-12 8 3336,15 17 11,-6 8-16,7 11-12,-11 18 17,8 11-6,4 3 6,16-8 0,4 1 0,2 2-14,1-1 0,4 2-8,12 23-15,-1-29 1,2-2-114,7 3 1,5-3 73,4-9 1,2-3-98,24 5-273,-13-14 1,2-2-213,-2-4 1,1-2 629,4-1 0,-3 0 0,2 1 0,-27-3 0</inkml:trace>
  <inkml:trace contextRef="#ctx0" brushRef="#br0" timeOffset="555840">10097 11616 17563,'0'-56'1589,"0"0"0,1 4 0,2 7-660,5 7-212,2 3-140,-2 4-67,-2 7-129,-3 8-196,-2 8-336,0 5 117,-3 22 51,-4 10-6,-4 28-20,3-15 1,0 0-3,-2 19-137,4-18 0,1 1 109,3 9-29,2-21 0,1 0-587,3 25-5876,7-3 4515,-3-21-4610,3-2 6626,-5-22 0,-2-2 0,-2-6 0</inkml:trace>
  <inkml:trace contextRef="#ctx0" brushRef="#br0" timeOffset="556049">10071 11766 11659,'-7'0'9304,"1"0"-8308,6 0 523,-62-7-511,45 5-437,-45-6-308,64 4-189,8-5-35,13-3 6,15-5-29,14 1 7,9 0-322,-29 8 0,0 2 290,0 0 1,-1 1-401,24-2-3316,-12 6 3725,-16 5 0,-13-1 0,-10 2 0</inkml:trace>
  <inkml:trace contextRef="#ctx0" brushRef="#br0" timeOffset="568556">18695 8355 19143,'38'-13'43,"1"1"0,6 1 0,3 2-57,-6 5 1,3 1 0,-1 1-601,17 1 0,-3 3 454,-10 1 0,-7 5-344,9 18 428,-48 14 12,-18-14 0,-9 0 69,-13 5 1,-6-1-245,9-8 1,-2 0 0,-1-1 335,-2 2 0,-1-1 0,0 0 26,2-1 0,0 0 1,1-1-7,-10 7 1,3-1-118,12-6 0,5-1 11,-1 8 124,33-10 61,27-9-44,30-10-119,-20-4 1,3-3 39,7-5 0,1-3 22,2-5 0,-1-3 20,-4-3 0,-3-4 25,-6-2 0,-5-3-6,-8-1 0,-5-2-5,-7 0 0,-5-1 84,-4 2 0,-4 0 162,-6 3 0,-2 1 22,-2 4 1,-3 1 196,-17-18-73,0 9 908,4 11-1295,8 11-218,8 9-17,6 11 714,14 13-624,11 18 2,-5-9 1,1 4-488,3 7 1,-1 2-65,-2 6 0,-2 3-2054,-6 7 1,-4 1 2613,-7-5 0,-3-2 0,0-14 0,-1-3 0,-8 6 0</inkml:trace>
  <inkml:trace contextRef="#ctx0" brushRef="#br0" timeOffset="573748">20867 8100 15249,'0'-5'3866,"0"2"-926,0 3-2783,-2-35-140,-9 27 28,-18-21 22,-27 39-34,16-2 1,-1 1-181,4-1 1,-1 0 199,-12 4 0,-2-1 81,8-1 1,1-1-76,8-2 0,0 0 333,-27 4-151,51-10-57,1 0-60,10-1-102,0 0 288,0 2-254,-2 7 67,-3 16 28,-6 20-1763,1-12 0,-1 2 1657,1-5 0,-1 3 53,-7 25 0,0 2-433,7-15 1,1 0 358,1-4 1,0 4-1,3-3-34,3 7 0,5-3 27,6-4 0,3-3 5,13 16-5,6-23 0,6-5-40,-7-11 1,1-4 979,16 5 1,2-4-1779,-2-9 1,0-6-365,-9 0 1,0-3 1184,6-5 0,-5 0 0,-8 0 0,0 0 0</inkml:trace>
  <inkml:trace contextRef="#ctx0" brushRef="#br0" timeOffset="574941">21946 8413 19048,'-11'-45'1122,"1"-1"0,-3 2 0,-4 10-590,-14 21-185,-21 7-308,7 17 12,-9 19-681,19 4 638,14-6 1,2 4-7,5-4 1,2 3-3,-1 16 0,6 3-8,6-9 0,6-1-12,7 6 0,6-5 176,19 5-162,-7-23 1,2-6 11,22-2 22,-20-9 0,0-4 78,1-12 1,-2-7 83,15-23-126,-27 16 1,-4-4 86,-6-4 0,-5-2-256,-2-27 247,-5 22 1,-3-1 36,-4-6 1,-4 1-88,0 10 1,-2 1-34,-3-1 0,0 4-31,-8 1 468,-7 11-575,1 18-10,-1 14-214,-2 19-789,15 20-777,8-3-2441,12-11 0,2 0 3546,10 17 0,-3-9 0,0-19 0</inkml:trace>
  <inkml:trace contextRef="#ctx0" brushRef="#br0" timeOffset="575681">22490 8615 15614,'0'-4'5925,"0"1"-4552,0 3-1367,-18 15-185,6 19-455,-1-7 1,-2 4 199,4 11 0,2-2 0,-2 7 1,-1-4-1</inkml:trace>
  <inkml:trace contextRef="#ctx0" brushRef="#br0" timeOffset="576715">29019 8077 19949,'-23'28'443,"3"-3"-108,13-9 119,0-1 44,-2-4 58,-2-4-19,-2-4-27,-2-7-79,2-7-185,4-10-117,5-8-34,11-7-22,7-2 0,14 1-34,5 5-28,5 6-5,1 10-6,-1 7-6,1 13-5,-3 12 11,-2 15 17,-8 15-6,-11 12-100,-15-25 0,-4 1 100,-5 3 1,-5 1-432,-6 2 0,-5-1 417,-5 2 0,-3-2 17,-4 1 0,-3-2 11,0-4 0,-2-3 11,2-4 1,0-4 16,4-7 1,2-4 136,-21 0-28,18-21-111,17-10-34,20-12 166,22-6-216,22 1 19,-12 19 0,3 2-9,6 3 0,1 3 3,5 2 0,0 3-44,0 4 0,-1 3-113,-1 2 1,-3 3-244,-4 3 0,-1 3-777,-6 1 1,-2 2-4809,20 17 6005,-14-6 0,-15-10 0,-9-9 0</inkml:trace>
  <inkml:trace contextRef="#ctx0" brushRef="#br0" timeOffset="577099">29833 7930 22173,'6'-45'285,"-1"1"1,11 3 0,4 10-258,18 23-6,-4 4 1,1 3-1,19 6-208,-19-1 0,1 0 180,-3 1 1,0 2-1587,2 2 1,-3-1 1586,9 4 27,2 7 73,-28-4 68,-1 6 89,-8 8 218,-8 9-308,-1-6 1,-2 1-85,-2 18 1333,1-9 0,2 0-1386,3-9 1,0 0-26,2 9 0,1 3 14,1-2 0,2 2 14,3 7 0,0-1-26,-2-16 1,-1-1 0,1 12 0,-5-3-143,-19 9-246,2-20 0,-6-2-1404,-21 1 1,-8-5 1789,-3-5 0,1-3 0,10-4 0,3-2 0,-19-2 0</inkml:trace>
  <inkml:trace contextRef="#ctx0" brushRef="#br0" timeOffset="577448">28486 8679 19288,'-1'-6'3445,"-1"2"-2252,2 4-1512,-30-4-9512,-3 43 8600,-9-25 0,16 27 1,21-32-1</inkml:trace>
  <inkml:trace contextRef="#ctx0" brushRef="#br0" timeOffset="585564">14485 10190 16202,'-1'-53'1295,"1"0"1,-2 9 0,3 8-338,8 13-807,-5 17 0,2 4 84,-1 15-28,3 11-134,-1 2-3302,0 30 3268,-4-23-71,-7 9 1,-5 1 115,-12 9-39,4-15 0,-2-3 11,-12 5 201,-19-5 6,13-23-134,-6-4 89,6-18 107,10-20-218,4 5 3374,-1-17-3234,14 16 393,1-1-421,3 9-303,4 11 22,0 8 51,2 5 0,5 18 11,6 0 5,11 13 12,10-7-17,9-3 34,-5-11 38,22-5-27,-17-10-6,17-7-16,-14-6 16,-4-6-28,-12 2 23,1-3-34,-4 0-23,-3 2-72,-4 3-286,-10 9-39,-6 5-3999,-7 18-5412,-5 5 8904,-1 4 1,2-8-1,6-13 1</inkml:trace>
  <inkml:trace contextRef="#ctx0" brushRef="#br0" timeOffset="586841">13645 11377 15653,'20'-31'4515,"-3"6"-3799,-8 21-100,-1-1-134,2-2-325,0-1 191,8-6-231,-8 7 146,9-8 157,-8 3-207,0-2-50,-3-5-7,-2-2-44,-2-5-16,-1-3-12,-3-3 16,0 4 74,-4 3-12,-3 7-106,-2 8-22,-7 5-62,-4 8 62,-25 20-51,3 9-6,14-7 1,3 3-187,6 0 0,3 2 175,3 0 1,3 2-17,-1 29-24,17-5 68,13-9 0,15-10 6,10-11 40,5-12-35,2-15-5,0-14 23,-1-14-23,-5-11 22,-5-5 34,-9-1-6,-9 4-16,-9 6 16,-5 11 51,-3 8-62,-3 10-44,-1 4 247,-1 4-315,0 7 127,-1 9-26,-2 15-28,1 0 0,-5 25-6,3-18 17,-1 11-11,4-21-16,2-13 88,1-9 29,2-11-39,4-12-34,5-13 0,5-11 11,0-3-5,1 2-6,-2 6-34,0 6-16,-1 8-12,0 9-16,2 5 50,-1 12 0,2 9-17,1 12 17,-2 8-6,0 2 6,0 0-11,1-5-34,4-6 28,3-7 34,4-9-17,5-13-11,4-8 5,2-10 29,-3-4-12,-6-3 6,-9-4 5,-5 0 6,-6 4 56,-5 7 11,-3 9-55,-4 8-63,0 4-50,-3 4 29,-6 7 44,-8 11-12,-6 10-21,1 4-23,8-2 11,8-6 6,11-7 22,6-6 34,8-6 11,4-11 0,3-11 28,0-12 22,-2-14-11,-5-13-53,-12 21 0,-2-2 6,0-3 0,-2-1-190,1-1 0,-2 0 215,1 1 0,0 1 36,0 4 1,0 1 114,3-21 11,-1 13 0,-2 14-89,-1 11-90,-2 8-196,0 6 190,1 24 396,2 10-410,-1-2 1,1 4-9,0 3 0,0 2-357,0 5 0,-1 2 147,-1 5 0,0 0-2308,-1 4 0,0 0 2518,-2-5 0,0-4 0,1 15 0,-2-28 0</inkml:trace>
  <inkml:trace contextRef="#ctx0" brushRef="#br0" timeOffset="609282">21737 7116 12780,'10'-44'1779,"1"1"0,-1 0 0,-2 6-619,-3 15-757,-1 3-425,-1 18 173,0 19-89,0 6 33,1 27-28,-3 3-17,-5-10 1,-3 3-29,1-5 1,-3-1-1264,-5 6 0,-3-2 1286,-9 11 22,7-28 0,-2-2 670,-18 5-390,-15 0 129,-1-15-25,23-19 1,0-5 119,-15-13-319,7-9 168,18-8 101,10 2-275,3 3-134,4 6-140,4 17 1949,1 7-1960,4 9 73,15 16-29,10 6 12,-6-8 0,4 0-705,1-2 1,0-1 687,22 8-161,-18-11 0,0-3 166,19 2 26,-15-7 0,1-2 14,20-5-1,1-10-16,-26-3-33,0-7-236,-12 2-4772,-3-8 5013,-8 9 0,-6 2 0,-3 11 0</inkml:trace>
  <inkml:trace contextRef="#ctx0" brushRef="#br0" timeOffset="609773">21550 5950 15737,'6'-8'2386,"-1"1"-1501,-5 7 1736,0 0-2352,-27 55-124,7-10-1631,0 2 0,1 1 1498,2 5 256,13-18 1,6 0-185,15 4 62,17 12 72,17-26 34,10-12-134,-9-13 108,-15-10 1,-1-6 104,9-20-155,-14 6 1,-4-3-23,-10-2 0,-6-1-42,-2-3 0,-6-1-14,-5 0 0,-5 2-26,-3 2 1,-5 3-28,-4 5 0,-4 4-40,-30-9-133,-9 17-276,29 18 1,0 5-2499,-1 6 0,1 4 2902,4 3 0,2 1 0,-7 10 0,17-10 0</inkml:trace>
  <inkml:trace contextRef="#ctx0" brushRef="#br0" timeOffset="610965">21996 6169 16051,'16'-53'1741,"-1"0"1,-1 4 0,1 6-952,10 1-341,-3 11-287,-6 13-117,-5 10 0,-4 15 11,-4 12 28,-1 18-23,-5 12-16,-3 11-348,-2 3 303,0-4 11,4-7 6,2-12 0,2-13 268,0-12 488,0-9-678,6-29 6,5-2-39,10-30-23,8 2-86,-12 24 1,2 0 57,1 2 1,1 1 10,21-17-22,-4 14-5,-12 13-1,1 11 0,-12 16 12,5 13 0,-5 15-12,0 10 0,1 4 1,4-3 10,3-8 1,2-11 33,0-11 525,-1-10-441,2-15-17,3-10-5,4-16 11,1-13-466,-3-11 385,-17 24 0,-2-1-6,-3 0 0,-1 0-67,2-28 110,-5 11 10,-4 10 28,-5 14-22,-2 9-56,-3 9 406,-4 11-423,-8 12 0,-9 14-22,-5 14 0,2 8-6,9 3 12,12-2 5,18-5 0,12-6-6,15-9 103,6-10-91,0-10 16,-5-8 12,-11-3 16,-8-2-55,-9-1-275,-4-2-947,-7 0-2644,-2 2 3871,-5 2 0,5 0 0,1 1 0</inkml:trace>
  <inkml:trace contextRef="#ctx0" brushRef="#br0" timeOffset="612297">21697 9554 21024,'-13'-6'224,"2"5"-157,11 56 6,-4 4-37,-2-12 1,-3 3-607,1-8 0,-3-1 601,-3 5 0,-2-3 405,-7 6-262,-9-6 44,3-19 349,-16-2-293,6-16-22,-2-15-156,17-6 128,-4-15 184,2-7-262,4 6 843,-7-9-777,17 26-172,-1-1-108,9 12-100,4 5 213,8 9-17,8 8-28,13 9 11,15 1 6,-6-5 2,-5-9 1,0-2 25,11 3-34,-13-7 1,0-1-1,12 0-28,-3-5-67,-11-2-706,5-1-4503,-2 2 5293,-3 5 0,-7-4 0,-12 4 0</inkml:trace>
  <inkml:trace contextRef="#ctx0" brushRef="#br0" timeOffset="612664">21502 10542 16644,'-4'0'4537,"0"0"-4044,-27-10 0,-11-2 280,-8 5-857,-4-5 1,-3 2 251,23 9 0,3 2-34,-25 5 177,15 4-283,14 6 129,14 3-129,12 4 11,10 6 12,13 5-40,16 5-143,-13-17 1,3-1 134,5 2 0,3-1-6,2 1 0,1-1 9,-1-1 0,0 0 5,-5-2 0,-3 0 6,12 13 50,-23-6 39,-27-5 29,-23-6-62,-29-1-565,18-8 0,-3 0 469,-7-1 1,-3-1-451,-4 0 0,-1 0 473,-5-2 0,5 0 0,24-1 0,3 0 0,-23-1 0</inkml:trace>
  <inkml:trace contextRef="#ctx0" brushRef="#br0" timeOffset="664255">10240 9369 13609,'-50'-1'1413,"0"-1"0,0 1 0,10 0-1317,25 1-539,-1 0 242,15 0 369,12 2-129,1-1-151,34 3-6,-1-2 81,-11-1 1,2-1-53,25-3-23,-8 0 179,-16-1 515,-16 1 130,-14 1-528,-14 2-212,-14-1 118,-21 2-28,0 2 56,0 0 0,-1 2 117,-18 5-298,19-3 0,1-1 130,-6 3-118,18-4-201,17-2 320,9-3 4,24 1-60,6-5-7,26-4-10,5-6-1,-8-1 0,-13 3 1,-1 1 61,3-1 229,8-3 390,-33 10-602,-20 3-118,-7 3 57,-44 13 38,-4 3-459,15-4 0,-3 2 445,6-2 0,1 0 3,4-2 1,2-1-1,-16 4-78,26-6-40,27-9-234,29-8-135,9-3 448,0 2 0,7-3 0,-7 3 0,4-2 0,3 0 0,-1 1 0</inkml:trace>
  <inkml:trace contextRef="#ctx0" brushRef="#br0" timeOffset="665382">23440 8258 12993,'0'-8'5740,"0"1"-5017,-4-25 0,-3-5 105,-6 12-649,2-14 1,-4 5-96,-11 30-39,-20 34-1,4 12-30,19-16 0,2 2 3,1 6 0,4 1-313,-2 23 318,9-22 1,3 0 13,2-4 1,5-1 282,12 28 214,5-23-169,5-11 375,5-22-207,4-19-123,12-15-222,-20 7 1,0-4 75,3-12 1,-3-1-391,-8 12 1,-1 0 246,2-13 0,-4 1 76,-5-6-106,-1-10-83,-12 7-1581,-6 20-1098,-6 9 2672,-5 23 0,12-1 0,-1 4 0</inkml:trace>
  <inkml:trace contextRef="#ctx0" brushRef="#br0" timeOffset="669623">23858 8571 23775,'16'33'-3787,"-21"22"3787,-12-18 0,-5-1 0,-8 17 0,8-21 0</inkml:trace>
  <inkml:trace contextRef="#ctx0" brushRef="#br0" timeOffset="673305">24760 8412 22049,'-7'-25'-17,"2"5"62,4 20-5,0 0 128,-1 2 123,-2 0 191,-12 2-191,-1-1 34,-8-5-56,7-9-180,7-2 34,5-14-50,5-6 0,16-22-67,5 7-330,16-3 319,-8 25-1,11 5-28,7 13-5,1 4-11,7 15 33,-19 16 11,-14 4 1,-17 26-1,-14-27 1,-7 1-371,-6 4 0,-5 3 1,-2-1 380,0-4 1,-2-1-1,-2 0-877,-8 6 0,-3 0 1,2-4 873,-1-1 1,1-3 25,-2 0 0,2-4 45,-11 2 353,0-3-79,26-19-118,15-16-82,21-12 677,2-1-762,19-5 3263,2 11-3313,25 1-24,-3 12-296,-19 6 1,-1 3 291,11 6-60,-15 0 0,0 3-636,3 3 1,-1 2-1247,1 0 1,2 1 1957,8 5 0,-4-1 0,-3-2 0,-4-3 0</inkml:trace>
  <inkml:trace contextRef="#ctx0" brushRef="#br0" timeOffset="673498">25488 8684 25074,'-41'-13'-163,"8"4"-853,29 39 0,6 12 1016,-2 19 0,0-7 0,0-19 0</inkml:trace>
  <inkml:trace contextRef="#ctx0" brushRef="#br0" timeOffset="673972">26103 8487 19406,'-1'-53'1601,"1"-1"1,1 5 0,1 4-969,4-8-202,4 11-150,0 10-158,-1 14-134,-2 8-11,-2 11-6,2 13 5,4 19-16,-3 24-96,-4-17 1,-4 3-1057,-4 7 0,-4 2-1408,-2 6 0,-2 0 2100,-2-5 0,1-4 0,3-14 0,1-5 0,-1 4 0</inkml:trace>
  <inkml:trace contextRef="#ctx0" brushRef="#br0" timeOffset="674189">26422 8724 15570,'0'-5'3517,"0"0"-1171,0 5-2340,2-2 886,-3 26-1497,-2 9-1809,-3-1 0,-1 2 1847,-9 24 1,4-20 0,5-17 0</inkml:trace>
  <inkml:trace contextRef="#ctx0" brushRef="#br0" timeOffset="674639">27102 8453 19154,'18'-50'1301,"0"0"0,-2 4 1,-4 7-518,-6 11-140,-3 3-135,-2 3-139,-1 3-61,0 2-69,0 2-55,0 1-17,1 4-67,0 3-79,-1 4-55,1 3 16,-1 8 28,-1 13-16,-2 18 27,-5 18-453,1-21 0,0 1 254,-1 5 1,0 1-729,0 3 1,1 0 904,2 6 0,1-3 0,-1 6 0,4-6 0</inkml:trace>
  <inkml:trace contextRef="#ctx0" brushRef="#br0" timeOffset="675098">27848 8704 30885,'-24'19'-2437,"-3"21"2239,13 6 0,2 2 0,-1 6 0,-7 2 1</inkml:trace>
  <inkml:trace contextRef="#ctx0" brushRef="#br0" timeOffset="676607">21356 6427 16569,'-43'7'931,"1"1"0,-1 0 1,-17 3-1,17-6-752,36-8 263,50-30-308,-5 12 1,8-1-1756,3-2 0,6-3 0,-1 2 1658,-7 4 0,-1 2 1,5-2 28,0 1 0,6-2 0,3 0 0,-1 0 0,-3 1-24,-2 2 0,-2 0 0,-1 1 0,4-2-22,-6 3 1,2-1-1,1-1 1,1 0 0,-1 0-1,-4 2-91,11-5 1,-3 2 0,-1 0 0,-2 1 72,-4 1 1,0 0 0,-2 0 0,-2 1 161,8-4 0,-2 1 0,-2 1-425,12-6 1,-5 2-1552,-12 6 0,-4 0 1812,14-3 0,-28 10 0,-15 7 0</inkml:trace>
  <inkml:trace contextRef="#ctx0" brushRef="#br0" timeOffset="677206">20617 11296 22363,'-8'-61'388,"-1"1"1,13-2-1,16 5-342,13 21 1,12 5 0,3 1-1292,-9 5 1,2 0 0,1 0 0,1 2 1251,2-2 0,2 2 0,1 0 0,0 0 4,0 1 0,1 1 1,0 1-1,-1-1-66,-2 2 1,-1 1 0,1 0 0,-2 1 54,9-4 0,0 2 0,-3-1 155,-7 3 0,-1 1 0,-3 0-320,9-4 0,-5 1-835,-12 4 0,-4 0 1000,1-6 0,-17 10 0,-11 4 0</inkml:trace>
  <inkml:trace contextRef="#ctx0" brushRef="#br0" timeOffset="677957">23370 9534 22520,'3'-51'801,"1"0"0,-2 6 0,0 9-628,-2 20-178,0 9-7,1 10 35,4 11-29,2 17-145,2 21-306,-5-18 1,-2 3-2963,-3 8 1,-1 0 3418,-1-2 0,-1-3 0,-2 13 0,0-23 0</inkml:trace>
  <inkml:trace contextRef="#ctx0" brushRef="#br0" timeOffset="678398">23092 9781 16359,'-4'-5'5343,"0"0"-4138,4 5-108,0 0-1041,-28-30-5,32 39 5,-17-15 0,42 51 11,7 2 11,7-4-478,11-10 503,-24-21 1,3-4-6,1-4 0,2-3-9,2-5 1,0-4-3,0-2 0,0-4-14,0-3 0,-1-3 5,-3 1 1,-2-2-26,-4 2 1,-2 0 13,11-14-39,-16 10-179,-12 9-640,-12 9-2189,-12 13 2980,-15 15 0,12-8 0,-3 5 0</inkml:trace>
  <inkml:trace contextRef="#ctx0" brushRef="#br0" timeOffset="678807">23258 10495 20128,'3'-7'3507,"0"2"-3163,11-26 0,-1-5 48,-15 12-277,10-14 0,-7 3 3,-32 27-34,-12 9-17,-5 13-45,-3 12-11,5 13 1,10 6-18,12 2 6,12 0-6,12-3 6,12-2 6,13-3 0,16-2-6,10-5 0,-22-16 0,1 0-12,-2-1 1,0 0-11,19 15 16,-17 1 12,-19-2-6,-26 0-28,-23 0-45,9-16 0,-4-1-272,-5-1 1,-3-3-1947,-2-2 0,-1-2 2291,5-2 0,3-2 0,-11-1 0,23-2 0</inkml:trace>
  <inkml:trace contextRef="#ctx0" brushRef="#br0" timeOffset="679307">23532 7158 21607,'0'-7'2341,"0"1"-1988,0 6-471,0 0 118,-14-16-95,12 43-694,-8 5-2368,10 8 1,4 5 2692,-1-4 0,0-3 1,-1 13-1,0-23 1</inkml:trace>
  <inkml:trace contextRef="#ctx0" brushRef="#br0" timeOffset="679864">23455 7113 15149,'-1'-3'5786,"-1"0"-3982,2 3-1748,-34-17 0,16 25-6,-31-6 17,24 28 28,-1 1 62,1-5 146,4-6 223,5-8 51,5-7-174,4-12-106,5-10-84,9-12-67,10-8-45,13 0-34,5 4-39,2 7-6,-2 8-39,0 8-11,0 12-95,5 10-398,5 11-1669,6 8 2190,-20-12 0,-2-1 0,4 3 0,-1-1 0</inkml:trace>
  <inkml:trace contextRef="#ctx0" brushRef="#br0" timeOffset="681231">23782 6197 20295,'-48'-4'287,"1"-1"0,2 6 1,6 10-187,19 19-1,7 9-662,-3-1 0,3 1 579,3 1 0,3 1 39,6 6 0,6-1-23,3-10 1,3-1-9,2-2 0,3-4 563,28 10-262,-3-22 172,8-6-78,-2-21 205,-3-30-502,-19 3-14,-11 3 1,-5-1-177,-6-20 134,-4 20 1,-4-2 10,-2-4 1,-4 0-43,0 10 0,-1 1 658,-12-23-649,1 21-17,9 16-151,-3 4-73,3 17 50,5 13 34,1 6 25,6 16-630,12-2-415,10 11-178,2-19 0,3-2 360,-1-4 1,1-2 227,6 2 0,0-4 566,11 1 441,2-10 600,-15-15 313,3-11 7,-5-11 525,1-18-1209,-9 13 376,4-15-203,-9 20-179,0-2 307,-3 10-760,-5 8-96,-3 6-27,0 7 72,9 13-11,1 6-6,8 15 6,-4-2-5,-5-6 10,0-1 1,-6-11 156,1-3 230,-3-6-22,0-9-246,-1-9-108,2-3 35,4-12 16,3 0-22,4-7-28,7 0-17,-2 10 11,-1 6-39,-2 10-23,-3 6-16,10 9 17,-4 4 33,3 11 23,-9-6-6,3 6-12,1-9 24,10 4 21,-2-10-22,7-6-22,-10-8 34,7-10 5,-2-14 5,-1-2-5,-1-9 6,-13 8 5,-4 6-17,-5 8 57,-2 4-62,-2 10-45,-1 0-12,0 3 91,6 4-18,3-2 1,9 1 11,6-9-17,6-4 28,2-10 22,-4-4 17,-9-3 1,-10-2-18,-13 0-16,-10 3-23,-11 5 6,-8 7-29,6 8-44,-7 9-11,17 7 28,-3 10 11,14 11-22,9 10-12,9 11-78,12 5-481,-8-25 0,2 0-2766,2 1 1,-1-1 2780,-1-3 0,-1-2 1,5 7-1,-12-15 1</inkml:trace>
  <inkml:trace contextRef="#ctx0" brushRef="#br0" timeOffset="686431">22774 11083 12701,'-9'2'3126,"3"0"-2247,6-2 532,0 0-946,36-75-1247,-14 48 1,4-1 818,4-10 1,2-6 0,1 5-36,5 7 1,3 2-442,4-2 0,5-1 1,-2 2 438,-10 5 0,-1 2 0,-1 0 0,17-10 0,-3 3 0,-19 10 0,0 1 0</inkml:trace>
  <inkml:trace contextRef="#ctx0" brushRef="#br0" timeOffset="686915">23373 7150 17071,'43'-46'150,"0"-1"1,0 1 0,0-1-1,-6 10 1,0 0 0,2 1-1,0 1 1,2 3-1351,10-1 0,1 4 0,2 1 0,0 0 1208,-7 3 0,1 0 0,0 0 0,0 0 0,0 1-5,1-1 0,0 0 1,0 1-1,-1 0 0,1 0-110,-2 2 0,-1-1 1,0 1-1,0 0 1,-1 1 99,6-4 0,0 1 0,-2 0 0,-1 0-25,8-3 0,-2 1 0,-3 0-1089,-10 4 1,-1 1-1,-4 1 1121,3-3 0,-5 3 0,0-2 0,-21 12 0</inkml:trace>
  <inkml:trace contextRef="#ctx0" brushRef="#br0" timeOffset="687865">24641 9826 17311,'11'-54'1387,"0"0"0,-2 6 0,0 9-978,1 17-465,-5 11-62,-3 10 191,0 15-17,-2 15-28,1 19-5,-5 14-4,2-27 1,-2-1-238,-1 1 1,-2-1 222,1-2 1,-2-1 56,-10 20 68,-4-10 38,-5-13 11,-6-11-11,-3-9-28,-6-15 0,0-6 17,3-9 484,7-1-450,9 2-1,11 5-61,6 5-112,5 5-191,1 4 225,6 10-23,7 5 0,12 7 16,13 1 18,16-6-124,-20-9 1,2-3 122,4-4 1,2-3-340,3-2 0,-1-3 362,-2-3 0,-2-2 33,-4-1 1,-4 0 150,13-14-72,-20 4-134,-16 5-241,-15 4-441,-7 6-2377,-7 6 2331,-4 14 0,11-6 0,2 8 1</inkml:trace>
  <inkml:trace contextRef="#ctx0" brushRef="#br0" timeOffset="688349">24683 10909 21835,'-48'-9'189,"1"0"0,0 0 0,-18-3 0,6 8-189,2 31-50,18 2 459,21 3-392,25 1 5,35 12-22,-4-14 0,-3-8 0,2-1-253,16 9 253,-22-11 0,1 2-9,-3-2 1,-3 1 8,16 18 173,-17-5-112,-16-5 222,-27-6-272,-20-4-42,8-11 0,-4-2-898,-15-1 1,-3-2-2217,6-4 0,-1-1 3145,-3 0 0,5-2 0,0-2 0,22 0 0</inkml:trace>
  <inkml:trace contextRef="#ctx0" brushRef="#br0" timeOffset="689332">25461 6974 14902,'2'-5'5322,"-1"0"-4774,-1 5-6079,-12 23 5548,5-3 511,-6 15 1,-1 4-579,-4 20-640,5-16 1,-1 0 594,-3 11-193,7-19 1,1-2-469,0 2 1571,-3 7-3105,7-28 1168,3-13-1107,9-20 4802,5-13-2520,1-1 0,3-3 129,-1 2 0,0-1-689,5-11 1,-1 2 769,-6 13 0,-1 1 363,2-7 1,-2 0 720,-4 4 0,-2 2 104,5-26-538,-13 7-347,-11 30-409,-2 11 39,-11 7-68,-6 18-60,-5 7-7,-9 19 605,23-18 0,0 1-638,-4 4 0,0-1-14,4-5 0,-1 0 14,-6 4 0,-1-2 50,3-6 1,0-2 330,-20 13 78,9-12-234,30-21-181,12-4 169,27-23-67,11 0-132,-17 11 0,3-1 114,15-9 1,0-1-867,-13 8 0,0-1 777,6-3 0,0-2 27,-1-3 1,-4 2 73,5-8-101,-13 12 0,0 1 45,2-4-45,-10 10-67,-4 10 2209,0 8-2226,1 12 347,9 11-504,3 14-514,3 11-3138,-2 8 3826,-4-5 0,-9-18 0,-5-15 0</inkml:trace>
  <inkml:trace contextRef="#ctx0" brushRef="#br0" timeOffset="690448">25906 5985 15564,'7'-47'1730,"1"0"1,0 6-1,-7 9-593,-19 17-878,-5 13-114,-14 10-66,-1 16-63,1 15-38,10-2 16,14-4 1,3 0 5,5 16-3,4-16 0,6 1 9,17 13 22,15-14 45,8-13 61,2-19-50,-12-8 140,3-32-95,-20-1-171,-8 8 1,-2-1 158,-3-30-77,-7 14 30,-2 13 0,-1 2 86,-4-4-4,-6-10-102,1 30-89,-3 13 5,-4 15 207,-4 13-229,1 15-51,7 10-117,8 6-207,17-1-432,15-3-559,20-8 379,-16-26 0,3-3 474,3-3 1,0-5 391,1-4 1,-1-5 207,-2-2 0,-1-5 271,20-21 236,-12-9 202,-11-7 21,-11-1-44,-5 2-40,-3 5-195,-1 10-258,0 10-185,0 11-39,2 6 450,2 13-399,2 8 11,2 14-6,-5 8-22,-3-3 78,-9 16-45,-5-19-5,-4 7 55,3-20 202,2-9 17,4-10-212,7-8-46,3-11 17,10-8 23,4-5 11,2 3-40,-3 3-66,-2 10-29,-5 7 6,-2 6 0,0 9 6,0 4-6,4 6 5,4 2 18,8-2-7,9-5 7,10-5 33,7-13 28,3-8 56,-2-13-154,-10-10 283,-12-9-17,-14-5 5,-11-4 5,-13 3-10,-8 8-51,-8 12-89,-2 12-106,3 11-23,4 13 11,4 13 244,5 16-305,7 15-359,16 11-1127,-1-26 0,4 0 1553,10 3 0,1-3 0,5 5 0,0-6 0</inkml:trace>
  <inkml:trace contextRef="#ctx0" brushRef="#br0" timeOffset="692172">27422 9729 15177,'-2'-7'2691,"-1"-25"0,1-4-1403,0 5-865,0-7 1,0 1 113,2 17-397,0 9-151,0 6 50,4 27-11,1 4-11,2 15 2,-4-10 1,-3 2 20,-11 18-259,1-14 1,-4 1 218,-8-8 0,-2-2 12,-20 14 24,9-20 0,-2-4 71,-6-5 50,-14-6-6,30-23 56,14-13 90,12-9 469,11-1-497,6 5-78,0 8-124,-4 11-44,-6 9-6,-3 8-6,-1 9-11,4 8 5,5 8 7,10 1 4,8 0 12,10-3 0,4-4 12,0-6-24,-6-6 7,-7-4-1,-5-5-22,0-6-50,2-4-483,3-5-1337,2 0-3821,-3 2 5691,-10 7 0,-8 3 0,-7 3 0</inkml:trace>
  <inkml:trace contextRef="#ctx0" brushRef="#br0" timeOffset="693489">27271 10722 16751,'0'-4'5444,"0"1"-3982,0 3-1423,6 14-11,2 5-5,7 13-12,2 0-45,2-4 29,3-7 89,-1-7 156,0-9 57,-2-11-78,-1-9-12,-4-11-50,-5-7-12,-5-3 34,-8 1-16,-4 5-45,-5 7-90,-5 8-39,-3 7 16,-4 12-16,-2 11 0,-1 14 5,2 13-50,4 9-285,9 6 217,10 1-106,18-2-111,15-6-68,15-10-17,11-15 90,3-12 219,-2-20 133,-6-12 29,-9-14 78,-12-6 51,-11-2 61,-7 1 0,-5 7 1,-3 6-35,-1 11-139,-1 7 145,0 6-268,0 4 66,4 7-27,5 7-12,4 9 62,-2 8-17,-3 3-16,-3-1 10,-3-6-5,-1-8 68,0-8 88,0-9-60,5-11-63,8-10-16,8-10-6,7-6 34,1 2-23,5 2-33,-8 12 0,-3 7-11,-6 8-23,-6 8 0,2 6 39,-3 10-16,-1 7-23,-2 5-33,2 1-68,3-2 6,9-7 6,9-9 27,23-15 96,-15-6 11,-10-4 0,-1-4 17,9-14 28,6-10 61,-7-6 101,-5-10-134,-15 16 101,-6-9 16,-14 25-95,-8-1-61,-9 10-28,-9 10-6,-12 20-17,6 6 11,3 5-22,12 3-33,13-8 66,12 9-5,11-10-5,5-5 21,11-10 7,-4-10 27,7-10 62,0-21-17,-13-11-38,-6-3 5,-13-12 10,-6 3-278,-1 21 1,1-1 272,-1 1 1,-1 0 130,1 0 1,0 3-59,0-8 90,1 5-118,2 27-157,0 2-22,0 19 67,4 12 11,2 22-16,0-2-4,-2-11 1,0 1-101,-1-2 1,-2 2-3037,1 21 0,0 2 2594,-2-13 1,0-3 0,0-3 0,0-4 0,-1-7 0</inkml:trace>
  <inkml:trace contextRef="#ctx0" brushRef="#br0" timeOffset="701523">6466 14292 16980,'0'-3'4145,"0"1"-2145,0 2-1916,-35-37-106,16 28-6,-36-21 16,15 46 12,-12 11 0,20-9 0,-1 1-254,-2 2 0,0 0 262,-1 1 1,1 0-6,2-2 0,2 0-6,3-4 0,1 1 3,-16 9-39,9-3-6,8-2 11,5 3 6,4 2 17,5 7-6,2 8 57,1 12-21,5-22 1,0 2-55,-1 3 0,1 1 40,0 3 1,0 0-6,1 0 0,1 1-20,2-2 1,2-1-4,3-4 1,4-2 22,20 21-22,15-14-146,-15-26 0,3-3-924,6-4 0,1-4-2605,6-6 1,0-3 3091,-1 0 0,-3-2 1,13-6-1,-23 5 1</inkml:trace>
  <inkml:trace contextRef="#ctx0" brushRef="#br0" timeOffset="702357">7312 14594 12724,'2'-8'6878,"0"3"-5624,3-34 1,-1-6-269,-5 11-552,4-15 0,-2 4 132,-8 28-438,1 9-128,1 7-78,-4 13 50,-15 35 17,11-19 0,0 2-869,-3 14 0,2 0 871,5-12 1,2-1-92,2 7 0,5-1 50,11 14 22,2-19 0,5-2 28,22 5 61,13-13-10,-17-23 27,6-21 12,-8-17-6,-10-1 0,-2-3-54,-7 13 1,-3-3 89,3-28 1,-6-1-316,-10 26 0,-2 1 254,1-8 0,-3 2 81,-5 8 0,-5 5 147,-23-11-191,-2 8-85,0 12 1469,-3 21-1531,23 6-78,-14 20-532,21 12-860,7-9 1,4 2 1129,9 11 0,2-1 0,0 6 0,11-1 0</inkml:trace>
  <inkml:trace contextRef="#ctx0" brushRef="#br0" timeOffset="702557">8095 14727 22862,'0'-5'2469,"0"2"-2793,0 3 352,-15 3-135,12 29-1416,-12 14 1523,15-6 0,3 1 0,-2 4 0,1-3 0</inkml:trace>
  <inkml:trace contextRef="#ctx0" brushRef="#br0" timeOffset="702964">8890 14408 20487,'-3'-7'3724,"1"2"-3612,-25-10 0,-7 5-39,2 16-59,-6-14 0,1 4-500,1 48 520,6 8-34,11-15 0,3 4-20,1 10 1,4 2-1170,7-10 1,4-1 1168,0-1 1,6-4 497,29 12-568,7-26 62,-5-13 0,3-3 39,-6-7 1,0-3-540,6-5 1,-2-4 600,7-13 154,-3-19 86,-18-1-27,-11 7 0,-3-3-127,-3 5 1,-3 0-20,-4-7 0,-4 0-31,-2 9 1,-2 3-15,-10-17 95,-12 2 1562,0 19-1741,-21 1-128,6 13-191,-6 15 64,20 9-1375,2 26-3297,20-4 1,3 1 2844,-6 15 0,7 4 1,5-42-1</inkml:trace>
  <inkml:trace contextRef="#ctx0" brushRef="#br0" timeOffset="703164">9474 14741 23147,'-11'-1'1871,"2"0"-1495,9 1-556,0 0-9651,-3 92 9197,2-59 0,-1 18 0,1-6 0,1-35 1</inkml:trace>
  <inkml:trace contextRef="#ctx0" brushRef="#br0" timeOffset="705057">10259 14631 17899,'-2'-63'1725,"-1"0"0,1 7 1,-1 7-1278,-2 10 218,0 8-190,3 17-454,1 3-621,1 7 622,-1 33 16,1-6-6,1 18 1,-1 5-15,-1-13 1,-1 1-208,1 14 1,-1 0 181,-1-12 1,0-2 16,-1 17-11,2-21 285,2-14 331,0-13-229,0-13-325,0-16 0,0-22-34,2 1 16,-2 4 1,0-3-123,0 12 0,0-1 125,0-14 1,0 0-12,0 10 1,0 3 35,2-23-16,-1 23 40,2 13-180,-3 18-168,1 2 128,1 16 164,3 13-29,0 6 0,3 25 0,-5-19 0,-1 0-28,0 2 1,0 2-78,-2 7 0,-2 0-442,-1-10 1,0 0-2176,-2-3 1,0-1 2710,-6 21 0,5-24 0,3-17 0</inkml:trace>
  <inkml:trace contextRef="#ctx0" brushRef="#br0" timeOffset="706281">11106 14752 15143,'-7'-10'4705,"1"3"-2566,6 7-799,0 0-534,8-60-224,-2 33-352,0-10 0,0 3 112,-1 18-247,-1 7-117,-4 6-186,1 5 101,-3 10 152,-1 14-224,-6 20-1148,-3 14-2755,6-26 1,-1 0 4081,-2 24 0,4-22 0,4-18 0</inkml:trace>
  <inkml:trace contextRef="#ctx0" brushRef="#br0" timeOffset="706531">11631 14346 24811,'-5'-44'494,"0"1"1,1 5 0,1 10-472,1 21-147,2 7-4,-1 7 122,1 15 34,1 18-17,-1-8 0,0 2-332,-2 8 0,-2 3-178,-1 8 0,-2 1-4417,-1 5 1,-1-1 4858,0-5 1,1-4 0,3-15-1,0-4 1,1 3 0</inkml:trace>
  <inkml:trace contextRef="#ctx0" brushRef="#br0" timeOffset="706740">12309 14788 23114,'0'-6'2291,"0"2"-1804,0 4-498,-24-24-62,12 43-1048,-19-6 1121,21 20 0,6 5 0,-3 2 0,2-1 0</inkml:trace>
  <inkml:trace contextRef="#ctx0" brushRef="#br0" timeOffset="707331">13203 14525 21791,'0'-4'1872,"0"1"-41,0 3-1797,16-30-23,-13 23 28,8-19 40,-27 37 38,-32 12-16,-5-4-31,19-9 0,1-1 25,-7-3 124,10-7-85,19-5-50,4-19-50,10-5-40,10-16 12,3 12-17,20-4-1,5 12 12,-14 11 0,3 2-25,7 2 0,2 4-1485,23 3 1487,-4 8-210,-12 21 194,-19 9 27,-15 2 1,-6 4 8,-9 1 1,-7 2-455,-3-5 1,-4 2-1,-4-1 403,-5 0 0,-3-1 0,-1-2 20,-10 10 1,-1-1 8,6-10 1,-2-1 0,0-2 52,-9 2 0,1-4 67,4-3 0,2-3 0,5-7 1,6-10 21,8-23-49,15-6 1227,15-24-1259,3 18 1,4 0-26,2 0 0,2 1-54,6-4 1,2 2 39,-1 11 0,0 3 1501,18-6-1543,-8 13 1,2 4-404,18 9-492,-15 1 1,-1 2-1453,-8 5 1,-4 2 2093,20 14 1,-22-9-1,-15-9 1</inkml:trace>
  <inkml:trace contextRef="#ctx0" brushRef="#br0" timeOffset="707523">13931 14817 26967,'1'41'-1519,"1"0"0,-1-5 0,-2-3 1,-11 4-1,4-15 0</inkml:trace>
  <inkml:trace contextRef="#ctx0" brushRef="#br0" timeOffset="708207">15030 14429 18341,'0'-3'3686,"0"0"-986,0 3-2784,7-32 22,-4 28 62,9-20 11,-7 38 0,0 5 45,-3 2 51,-12 3 27,-7-3 17,-12-6 23,-3-7 34,4-12-29,7-8-78,9-13-56,9-12-6,13-7 17,12-4-51,16 6-21,7 9 16,6 12-12,1 10-27,0 12 28,-2 16-23,-7 17-428,-12 20 428,-23-20 1,-7 4-57,-9 7 0,-5-1 34,-1-5 0,-5 1-614,-12 3 0,-7 3 1,0-4 627,-5 2 0,-3-2 43,4-3 1,-3 1 0,2-4-137,-5-2 1,3-5 229,9-9 0,3-4 152,-13-1-135,23-19-78,18-12 305,19-12-345,18-3-72,21 0-133,-18 17 1,2 2 46,7 1 1,2 2-1775,6 1 0,1 2 1383,-5 1 1,-4 1-1,17 0 1,-28 3 0</inkml:trace>
  <inkml:trace contextRef="#ctx0" brushRef="#br0" timeOffset="708607">16037 14145 25696,'0'-33'14,"1"0"0,15-21-3,40 49-5,1 2-6,-4 1-6,-10 2 6,-12 0-5,-14 0 10,-9 0-10,-6 2 21,-2 4 24,0 10-29,1 15 6,2 20-17,0-16 0,0 4-580,1 7 1,0 2 579,0 7 0,1 0-6,0 2 1,1 0 8,0-1 0,0-1 11,-1-4 0,-1-1-292,-1-4 0,-4-2 230,-5-1 0,-6-2-126,-7 0 1,-8-2-715,-10 3 0,-7-4-345,7-10 1,-4-2 0,1-2 864,0-1 0,-1-1 0,3-3 0,-4 2 0,4-3 0,-10 2 1</inkml:trace>
  <inkml:trace contextRef="#ctx0" brushRef="#br0" timeOffset="719815">26112 9600 17983,'-1'-4'3153,"1"0"-2733,0 4-526,-4-1 173,3 21-22,-4-4 67,5 32 22,-6-7-47,0-9 0,-4 0 14,-13 18-39,6-22 0,-2-3 5,-10 3 78,-15-4 23,3-14 196,-20-8-117,14-12 38,4-11-100,23 0 241,7-5-1,8 6 74,0-2-342,3 9-202,1 5-235,0 7 134,1 1-11,0 8 197,5 16-24,6 7 7,7 12-6,8-7-1,-3-10 18,12-2 100,9-11-27,3-3 10,9-12-5,-14-10-61,-10-1 10,0-8-10,-9 7 45,3-2-57,-12 7-22,-6 3-29,-7 6-49,-1 0 50,-2 3 22,1 0 28,-11 12 11,-4-1-5,-18 7-11,3-8 33,-25 0-39,17-8 0,-3-3 3,0 1 0,0-1-184,-8-3 1,3-2 309,-15-7-79,24-2 79,11-10-62,19 3-61,1-8-18,11 4 1,2 4-11,1 5 405,0 5-467,-4 6-56,0 2 22,-3 5 102,3 9-1,0 2-6,6 16-38,8 10 33,4 1-6,13 8-269,5-16 320,12-7-17,10-11 0,-29-11 0,0-4-6,0-3 1,-1-2-18,28-12-55,-5-7-812,-5-1-8128,-7 2 8990,-13 6 0,-12 7 0,-11 5 0</inkml:trace>
  <inkml:trace contextRef="#ctx0" brushRef="#br0" timeOffset="723630">11484 15595 23259,'13'-59'101,"-4"18"-123,-12 61 67,-1 3-23,-5 28 9,2-18 0,-1 1-15,-6 24-2,0-11 0,-1 0-185,-4 3 171,6-17 0,-1-1 84,-5 3 291,6-15 196,7-12-196,3-13-257,1-12-28,0-17 154,1-1-219,3 1 0,2-1-2,-1-3 27,3-1 1,1 0 128,-2 6 51,2-7-168,-6 27-34,-1 8-219,0 7 107,0 8 101,0 13-28,0 17 16,0-1-2,-2-4 0,-1 2-14,-2 11 19,1-14 1,-1-1-21,-2 9 12,3-15 17,2-12 106,2-8 281,0-8-259,0-9-100,1-12-28,2-13-12,0-4 35,2 4-12,-3 11-12,0 12-72,-2 8-106,-1 6 95,-2 7 78,-3 12-17,-5 11-5,-1 10 0,-4 4 0,-4 3-1075,-8 0 1069,1-11-293,-1-14 1,-3-3 321,-16-2-55,14-6 1,-1-4 87,-13-15-17,8-11 5,11-14 940,9-6-995,6-3 705,7 3-633,6 7 117,3 9-195,0 11-33,1 5 5,1 9 50,7 8-22,9 13 0,9 11 22,6 5 12,6 0 22,3-6-324,5-8 307,2-9 17,2-9 6,0-15-23,-4-10-11,-3-12 11,-6-6 17,-7 1 11,-10 6 12,-9 9-35,-9 9-4,-3 6-130,-3 2 90,-3 6 352,-5 3-335,-12 10 17,-16 6 16,8-9 0,-2 0-342,-7 2 1,-2-1 316,-5 0 0,-1-2 8,0-1 1,-1-2 13,4-3 1,1-2-59,7-3 1,1-3 22,-18-11 21,15-11 12,9-12 5,10-6 29,7-2 622,8 6-673,4 8 94,0 11-122,2 9-50,-2 5 10,1 3 80,6 8 10,7 8-16,8 14-23,6 11-11,4 9-11,2 2 27,3-4 7,3-8 16,2-11 11,3-13 29,0-10 22,2-18-29,4-11-33,-25 5 1,1-2-164,-1-1 0,-1-2 93,0 1 1,-2 0-934,13-15-4334,-13 10 5326,-12 10 0,-8 10 0,-5 4 0</inkml:trace>
  <inkml:trace contextRef="#ctx0" brushRef="#br0" timeOffset="725207">10997 16892 22593,'-5'61'114,"-1"-1"0,3-4 0,10-10 31,35-14 46,11-12-1,8-10 17,-1-15 73,-5-9 146,-12-8 22,-14-6-95,-15-5-95,-12-5-101,-13-3-23,-11-2 23,-12 3-40,-6 5-16,-1 7-28,3 10-39,4 7-40,3 8-61,3 12 11,-2 17 5,-3 23-286,16-16 0,1 4 314,0 5 1,3 2-17,2 2 0,3 0 19,2 0 1,4-1-29,4-4 0,4-2-30,4-4 0,3-4-328,28 16-65,14-18 216,-23-19 1,2-5 24,2-5 1,1-5 75,3-3 0,-1-5-287,1-4 0,-2-5 449,0-3 1,-2-3 22,-4-1-1,-2-1-27,-5 0 1,-3 0 214,10-25 102,-13 11 610,-12 8-577,-4 11 41,-3 10-327,-1 8 748,1 4-1005,-1 4 251,1 7-10,3 9-35,2 12-10,1 8-17,2 5 0,-4-1 22,-2-15-17,1-4 124,-2-17 27,3-8-77,3-12 11,8-21-68,-2 8 45,8-16 22,-8 22-55,0 0-46,-4 9-33,-2 7 45,-1 5-34,4 9 62,2 8 0,2 11-40,2 8 23,-2 2-16,0-2-7,1-5-33,6-8-140,7-10-45,11-13 34,12-15 128,-13 0 1,-1-2-334,16-10 417,-18 7 1,-2 0 39,-2-4 78,0-3 62,-13 2 173,-8 1-239,-7 8 99,-1-2-16,-2 12 271,-1 2-535,-5 10 29,0 3 5,-15 18 39,-2 10-45,-8 13 23,4 1-34,11 0 6,11-20 50,8-8-39,9-18 34,6-14 5,10-12 34,11-28-17,-7 0-111,-15 19 0,-1 1 150,-1-9 95,-5-3 17,-8 12 79,-10-14-79,-1 11-5,-7-1-90,5 16 323,1 2-284,5 7-61,0 3-1,2 3-61,2 2 196,1 1-106,0-3-51,0 1-22,0-6 5,0 2 34,0-3-39,0 2 39,0 0-22,0 1-29,-1 1 46,0-5-6,-2-8 27,0-1-38,0-1 84,0 2-57,2 11 18,0-3-35,0 9-150,1-1 0,-1 8 83,1 0 46,3 18 16,4 10-76,1-1 1,1 3-9,0-1 0,0 1-1264,2 10 1,0 0 916,-4-14 0,0-1-3689,2 11 1,-2-2 3404,2 15 1,-2-9 0,-4-20 0</inkml:trace>
  <inkml:trace contextRef="#ctx0" brushRef="#br0" timeOffset="727855">11743 13115 8427,'1'-11'8380,"-1"3"-7294,2-52 634,-3 32-1023,1-8 0,-2 1 401,-4 16-554,-2 10-454,-10 14-90,-6 14 5,-3 7 1,-14 22-675,7 2 643,14-18 1,2 2-20,2 5 1,3-1-52,1 21 68,12-8 23,18-20 16,10-19 107,20-12 5,-4-17 0,7-20-543,-14-11 515,-11 5 134,-3-15 113,-17 25 1,-2-1-239,0 0 0,-2-1 2,-3-4 0,-2 2 163,-7-12-134,0 19 44,-3 11-224,3 16-28,-6 12 56,-2 17 17,2 5 540,1 21-585,10-5-14,10-12 1,5 0-116,14 18 48,-2-26 0,4-3-1005,26 1 963,-7-12-61,13-13 150,-5-25 135,-3-5-141,-25 6 1,-4-4 196,1-24 68,-10-5-91,-6 12 134,-4-17-72,0 28 1059,1-10-1148,0 25-146,0 9 39,-1 7 299,9 12-248,4 7 65,10 17-71,-2 11 6,-6 9-12,-7-9 6,-7-12 0,-1 0 0,-1 4-11,-1 10 50,1-25 129,0-12-67,2-8 16,6-10-105,6-10 16,16-24-6,-2 1 12,6-8-6,-13 17-28,-5 11-23,-4 11 1,-2 6 5,2 7 11,5 5 1,3 5-1,3 8 1,1 4 16,0-1 0,2-1 0,3-8 12,7-6-18,-7-7 57,22-24 11,-14-7-228,-10 5 1,-1-3 224,-7 0 0,-3-1 17,-2-2 0,-3 0 3,4-18 117,-11 16 1,-3 2 240,-4-4-101,-3-4-156,-3 24-214,1 9-117,2 6 468,-1 10-322,-1 11-26,1 17-1308,2 15 1328,7-19 0,2-1 0,-2 5 0,7-2 0</inkml:trace>
  <inkml:trace contextRef="#ctx0" brushRef="#br0" timeOffset="729356">10992 18170 10310,'2'-3'7835,"-1"0"-3762,-1 3-3530,7-40-302,-17 29-90,-6-25 0,-28 49-118,15-2 1,-1 3-185,-4 3 0,0 2 151,1 1 0,2 1-20,4-1 1,2 1-9,-8 17-6,16-2-16,11-1-6,13-1 22,12-3 29,16-4-35,15-4 29,-20-14 0,1 0 5,3-2 1,0 1-26,-1-2 0,-1 0-25,23 8-33,-17 4 16,-21 8 353,-26 7-224,-17 6 56,-18 1-457,16-20 1,-1 1 232,-3 0 0,0-1-87,-4 0 0,0-1-549,2-2 1,0-3-3997,-23 3 4744,21-26 0,19 5 0,11-12 0</inkml:trace>
  <inkml:trace contextRef="#ctx0" brushRef="#br0" timeOffset="730515">11605 17958 22800,'-2'50'15,"1"-1"0,-1 0 0,-1-3-57,0-11 0,0-1-193,-2 3 0,-2-1-603,-1 0 0,-1 0-973,-1-2 0,-2 0-396,-1-4 1,-3-1-2869,-18 18 2782,-7-17 3189,-2-14 2146,2-20 828,7-10-632,10-12-1054,7-2-443,8 0-1058,4 4-402,5 3-258,12 3 10,13-1-27,19-2-43,-13 9 1,2-1-474,6 0 1,2-1 271,4 0 0,0-2-79,3 0 1,-1-2 39,-1 1 0,-2-2 190,-4 1 0,-1-1 160,-8 3 0,-2 0 515,11-8 369,-20 10-240,-13 7-235,-13 4 28,-7 4 5,-10 6 712,-7 5-947,-14 17-263,13-8-29,-7 14-44,22-13 6,2 3-12,6-3 18,9-4 44,7-2-6,7-5 12,7-5 22,4-6 28,8-11 33,-7-4-27,-1-3 134,-8-1 157,-7 0 33,1-5 28,-5 1-99,-1 1-153,-2 5-67,-2 7-117,0 5-101,-2 5 44,0 6 34,0 19 17,1 6 33,-1 5-27,2 2-23,2-10 45,5 4 17,6-6-67,5-10 22,6-8 33,4-10-22,0-6 85,-3-8 27,-8-7 73,-6-8-89,-6 8 44,-4-8 0,-2 11-22,0-4-39,4 0-62,-1 9-6,7 3 28,0 6-38,7 0-29,5 2 17,2 6-6,11 16-5,-4 2 5,-2 5-5,-4-1 39,-7-6-28,7 6 28,-10-9 28,9 0-5,-14-12 5,14 0-12,-3-11 24,6-6-12,8-21 28,-8-2-12,-3-5 108,-6-9 38,-7 6 0,-5 12 1,-2-1 117,1-19-11,-5 1-174,-3 25 78,-2 5-49,0 12-102,1 1-50,1 6-118,1 8 79,1 7 56,-1 4-39,0 23-40,1 20 23,0-28 0,1 2-155,1 5 0,2 1-226,8 20-51,2-17-2419,13 7-3003,-8-26 5893,5 3 0,-14-18 0,-5-6 0</inkml:trace>
  <inkml:trace contextRef="#ctx0" brushRef="#br0" timeOffset="730688">12695 18183 14885,'-6'0'7170,"0"0"-3843,6 0-3259,44-52-228,-11 33 0,4 0-1737,8-18 1,2 0 1896,4 12 0,-4 5 0,-5 0 0,-12 3 0</inkml:trace>
  <inkml:trace contextRef="#ctx0" brushRef="#br0" timeOffset="789807">24049 9992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0:44:29.3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3764 3081 15832,'0'-7'5058,"0"2"-4375,0 5 191,0 0-902,0-45 84,0 48 0,0-20-28,-1 52 51,-6 24-40,0-23 0,-3 0-425,1 1 0,-1 0 411,-3 4 1,0-2 18,-3 13-21,4-19 296,6-11 370,4-17-180,3-14-234,13-30-102,4-12-306,-2 13 0,1 1 212,6-17-15,-7 20 0,0 2 9,9-17-54,-5 17 1,2 1-14,15-8 672,10 9-684,-16 22 0,8 13 1,-6 11-7,-9 2 1,1 4-17,12 25-761,-17-16 1,-2 1 738,0 11 246,-1 11-476,-5-15-144,11 10 183,1-20 112,10-9 96,-8-21 33,9-16 28,-4-11 16,-7 3 1,-1-1 11,14-20-17,-1-4-5,-15 21-45,-10 12-17,-3 10 1649,1 15-1632,4 6 63,8 13-52,3 4 11,-3-6-17,6 3-27,4-6 38,-1-6-10,6-5 55,-11-20 0,-6-2 46,2-18 100,-7-16-28,-4-5 11,-7-9-6,-9 14-33,-4 9-67,-4 9-95,1 11-57,3 8-33,3 12-196,4 8-1159,2 12-6005,10 7 7472,2-1 0,0-11 0,-3-9 0</inkml:trace>
  <inkml:trace contextRef="#ctx0" brushRef="#br0" timeOffset="774">5082 3094 23528,'-31'49'67,"9"-4"-78,30-9 22,1-5-5,-3-8 50,-1-7 168,-2-9 17,0-9-107,2-12 34,3-12-61,1-1 212,13-28-118,-1 16-77,11-16-91,-3 22-10,0 9-1,1 13-22,-1 7-11,1 13 0,0 8 16,-3 13-16,-4 9-6,-7 6 12,-7 2-1,-6-3 12,-5-7 38,0-13 159,-1-11 71,2-11-134,6-14-56,5-11-6,9-12 12,5-6-6,3-2-34,1 4-10,-1 6-35,0 10-5,-1 8 6,0 9-6,2 11 11,1 8-17,2 11 6,-1 8-11,-1 3-6,-2 1 6,0-4 11,-3-7 17,-1-9-6,-6-8 68,10-13 33,-7-11-12,8-14 24,-8-9 66,-6-8 112,-6-3 46,-5 2-40,-7 6-51,-2 10-100,-4 10-84,3 10-51,2 6-44,4 6 11,1 3 11,12 16-17,7 7-6,18 20 17,-16-23 1,2 2-222,1 1 1,1 1 153,-1-1 0,-2 2-87,-4-1 1,-3 2-790,-3 27-961,-31 1-1829,0-29 1,-4-2 3093,-1-3 0,-1-4 0,-10 7 0,16-15 0</inkml:trace>
  <inkml:trace contextRef="#ctx0" brushRef="#br0" timeOffset="1000">6761 2980 20659,'-11'4'2123,"3"0"-432,8-4-2368,0 0-2040,75-8 2717,-21 11 0,-11-7 0,-2 1 0,-5 8 0</inkml:trace>
  <inkml:trace contextRef="#ctx0" brushRef="#br0" timeOffset="1158">6924 3224 26945,'19'8'-3730,"15"0"3730,23-12 0,-17 3 0,-16 1 0</inkml:trace>
  <inkml:trace contextRef="#ctx0" brushRef="#br0" timeOffset="1767">8193 2793 19596,'0'-7'3355,"0"2"-2719,-8-29 0,-2-6-401,2 17-84,-5-20 0,-2 4 0,-2 28-117,-10 2 0,-13 7-23,-15 11-9,20-1 1,-1 1-184,5 0 1,-1 3 169,-20 8 0,-1 2-369,16-5 1,1 1 376,-14 6 1,1-1 10,18-7 0,3-2-8,-7 2 0,19-8 40,13-6-24,5-2 245,3 0-250,5 1 826,2 6-826,-1 7-5,-4 14 11,-6 16 16,-10 15-188,1-23 1,-1 2 176,-5 15 1,0 0-336,3-16 0,1 0 313,-1 16 0,2-2 11,8 9-14,5-25 1,4 0-219,6-5 1,4-3 74,8-4 0,4-4-910,6-3 1,3-5 1055,11-3 0,-2-4 0,8 1 0,-3-7 0</inkml:trace>
  <inkml:trace contextRef="#ctx0" brushRef="#br0" timeOffset="2367">9009 2949 23063,'-50'-20'339,"-1"0"1,0 3 0,5 12-167,0 39-2782,1 11 2625,9 5 279,24-10 0,6 2-284,8 18-14,-1-23 1,4-1 10,13 1 0,7-5-13,21 4 16,-10-14 0,2-3-287,-4-11 1,-1-3 326,19-6-34,-3-16 156,-21-12-22,-13-1 1,-3-2-57,1-16 20,-13-1 0,-3 1-47,-5 2-12,-1 4 0,-3-1 44,-7-4-44,4 17 0,-2 3-39,-11-6 1194,-5 10-1228,5 26 208,6 5-281,-6 18-1087,7 24-161,6-7 1027,11 0 0,4-3 0,2-13 1,5 14-1</inkml:trace>
  <inkml:trace contextRef="#ctx0" brushRef="#br0" timeOffset="2574">9472 3357 26654,'3'-16'-84,"-6"26"-1104,-4 20 1,-1 9 1187,2 2 0,0 0 0,-4 19 0,7-19 0</inkml:trace>
  <inkml:trace contextRef="#ctx0" brushRef="#br0" timeOffset="2950">10126 2924 25416,'-53'-1'114,"-1"1"0,4 5 0,9 9-103,15 39-3,10-3 1,3 3-1967,6-14 1,2-1 1960,-3 9 0,3 0 2,7 2 1,4-4 1111,13 4-1103,-3-17 0,4-5 48,27-11 27,8-26-30,-26-4 0,-1-5 129,-1-5 1,-3-5-100,-2-5 1,-4-3-9,-2-3 1,-4-3-10,-3-1 1,-3-2-9,-1 1 1,-3 0-1,-2 4 1,-2 2 5,-2 5 0,-3 4 25,-15-14-50,-8 20-56,-7 17 2060,-1 18-2105,0 14-527,4 18-1965,20-14 1,1 1 2547,-6 27 0,10-19 0,5-15 0</inkml:trace>
  <inkml:trace contextRef="#ctx0" brushRef="#br0" timeOffset="3158">10671 3308 27298,'2'16'-1641,"-16"17"1641,-10 10 0,-4 1 0,-2 6 0,-3-4 0</inkml:trace>
  <inkml:trace contextRef="#ctx0" brushRef="#br0" timeOffset="3583">11428 3168 20310,'5'-60'1437,"0"-1"1,-2 7-1,0 4-1045,1 15 1,-1 3 72,-4-13-21,-1 16-393,-2 16 21,2 14-49,1 16 25,1 20-37,0 21-56,-2-19 0,-1 3-781,-2 6 0,0 3-1331,-3 7 1,-1 1 1646,1-4 0,0-4 0,2-15 1,1-4-1,0 6 0</inkml:trace>
  <inkml:trace contextRef="#ctx0" brushRef="#br0" timeOffset="3791">11902 3480 24895,'6'-39'487,"0"-1"1,3-22-516,-7 64 5,-1 15-122,-2 15-819,-5 16-6312,-1 13 6428,-1-7 0,3-18 0,3-16 0</inkml:trace>
  <inkml:trace contextRef="#ctx0" brushRef="#br0" timeOffset="4017">12545 2915 25107,'2'-42'411,"0"0"0,-1 0 0,1 18-422,2 29 22,2 18-17,1 22-47,-3-12 0,-2 3-965,1 9 0,-1 2-1427,-4 9 0,-2 1 1982,0-3 1,-1-4 0,1-13 0,-1-5 0,-2 7 0</inkml:trace>
  <inkml:trace contextRef="#ctx0" brushRef="#br0" timeOffset="4234">13172 3305 26609,'33'21'-11,"-17"16"-222,-21 0 1,-9 4-3646,-3 5 0,-3-1 3878,1-4 0,-1-3 0,-8 13 0,12-23 0</inkml:trace>
  <inkml:trace contextRef="#ctx0" brushRef="#br0" timeOffset="4726">13806 3093 23814,'8'-43'668,"-1"1"0,1-1 0,1-13 0,-1 8-181,-3 11-426,-4 19-49,-2 19-1,-1 12 0,-4 31 0,-4 15-524,1-3 0,-1 5 319,2-4 1,-1 3-799,3-10 1,1 2 0,0-2 991,0 8 0,2-6 0,1-14 0,1-4 0,1 5 0</inkml:trace>
  <inkml:trace contextRef="#ctx0" brushRef="#br0" timeOffset="4924">14426 3458 25422,'0'-6'1719,"0"1"-1635,0 5-683,12 17-2807,-20 27 3406,6 9 0,-11-7 0,3-20 0</inkml:trace>
  <inkml:trace contextRef="#ctx0" brushRef="#br0" timeOffset="5990">15093 2998 17585,'-1'-5'3893,"0"1"-3288,3-25 0,6-8 0,8 0-437,-1-8 0,3 1 0,23 6-112,8 9-22,4 13-29,-1 12 6,-6 17-16,-5 12 22,-9 13 5,-9 6-16,-12 4 16,-12 3-5,-13 1-12,-11-2 29,-10-5 16,-3-7 85,1-9 145,4-12 168,6-10 51,7-10-85,5-6-89,6-4-135,5-2-111,4-1-29,8 1-50,10 2-5,16 1-1,16 5 6,-18 6 0,3 2-319,3 3 1,1 3 312,2 3 1,-2 2-12,-3 4 0,-3 3-8,-6 1 1,-6 3 18,1 25 12,-35 4-148,-3-24 0,-5-3 136,-8 2 1,-4-3-364,-3-1 0,-2-2 282,-1-3 1,1-2-178,1-5 1,1-3-903,-21-1 1166,20-18 0,19 5 0,12-6 0</inkml:trace>
  <inkml:trace contextRef="#ctx0" brushRef="#br0" timeOffset="6183">16225 3208 22907,'-6'50'-126,"1"0"1,-1-3 0,2-6 125,1 1 0,2-20 0,0-3 0</inkml:trace>
  <inkml:trace contextRef="#ctx0" brushRef="#br0" timeOffset="6691">16658 2953 22716,'27'-49'483,"0"0"1,1 3 0,1 8-350,24 9-729,5 9 646,1 9-34,-2 10-23,1 12-5,-2 13 2,-29-7 1,-2 3-9,16 26 6,-16 4 5,-19 2 23,-19-4 6,-14-5 116,-11-6-88,-2-9 243,4-9 14,5-8 135,8-9 5,6-9 253,6-6-449,4-6-36,6-3-138,7 2-50,8 2-6,10 5-5,10 5-17,8 4 0,9 7 11,8 10-267,-27-3 0,-1 3 256,-1 3 0,-1 1-23,19 23-120,-19 3 76,-22 2-62,-24 1-336,-18-1-342,11-23 0,-4-2-3987,-2-2 0,-2-2 4794,-24 8 0,28-13 0,18-9 0</inkml:trace>
  <inkml:trace contextRef="#ctx0" brushRef="#br0" timeOffset="6924">18093 3277 23153,'-2'4'1137,"0"-1"-622,2-3-330,-13 72-236,6-30-3750,-4 10 1,-2 1 3800,-2-5 0,3-17 0,3-13 0</inkml:trace>
  <inkml:trace contextRef="#ctx0" brushRef="#br0" timeOffset="10608">18565 2842 16000,'0'-8'2154,"0"-25"0,0-5-671,2 9-914,-1-11 0,0 2-435,2 21-78,-2 6-11,3 16 17,-2 13-29,1 5 34,-4 9 1,-3 3 27,-9 25-775,2-15 1,-1 1 695,2-15 1,-1 0 19,-5 11 1,1-1-25,2 9 4,3-17 1,3-2 107,10 4 72,9-17-6,12-12 23,12-17 1474,8-13-1441,5-14-106,-24 16 0,-2-1 174,17-24-22,-9 3-12,-10 8-54,-10 10-131,-5 11-84,-4 9-5,0 9 33,1 9-22,3 13-12,3 12-16,0 11-28,2 6-360,0 3-279,2 2-1518,1-1 2196,3-2 0,-8-26 0,-1-6 0</inkml:trace>
  <inkml:trace contextRef="#ctx0" brushRef="#br0" timeOffset="10991">19487 2685 18604,'0'-4'3193,"0"0"-1551,0 4-1458,81-45-1219,-37 33 1085,10-12 1,0 3 55,-8 23 348,-9 0-393,-8 4 177,-9 3-165,-6 4 28,-6 8 16,-5 11-10,-2 12-18,-2 14-59,0-24 0,1 1 6,1 3 1,2 2-15,2 2 1,3 1-4,4 1 1,3 0-4,3 1 1,3 0 3,1 0 0,1-1-23,-1-1 0,-3 0-8,-3-3 0,-4-1-23,-6-1 0,-5-1-128,-10-2 0,-6-1-617,-10-2 1,-7-3 778,-22 2 0,0-4 0,22-11 0,2-3 0,-6-1 0,1 0 0</inkml:trace>
  <inkml:trace contextRef="#ctx0" brushRef="#br0" timeOffset="23808">8803 4208 12903,'0'-4'3837,"1"1"-779,-1 3-2336,-6 35-229,-12 23-409,6-16 0,0 2-67,-1-4 0,0 0 11,-1 0 0,1-1-700,-7 21 700,8-26 0,0 0 45,-12 23 273,2-14-15,2-16 11,0-14-124,0-17-27,-2-14 5,-1-15 201,-6-18-223,10 14 156,-6-11-100,12 24 476,-3-1-639,4 13-72,-2 14-12,3 16 28,1 5 11,3 17-10,6-1 21,9 12-16,8-2 5,14-5 29,10-9 22,10-11-1,8-10-344,-26-11 1,2-2 293,2-4 0,2-3-170,13-6 0,-1-1-149,-14 2 0,-2 0-1955,16-7 1,-3 0 2251,-3 0 0,-8 2 0,-19 8 0</inkml:trace>
  <inkml:trace contextRef="#ctx0" brushRef="#br0" timeOffset="26633">8513 6063 11900,'2'-10'5545,"-1"3"-3640,-1 7 352,0 0-1680,-68-55-241,34 41-255,-10-16 1,1 6-43,10 32-34,8 8-10,10 11 5,7-2 5,14 22 7,11-9-7,-3-10 1,3 1-255,24 18 243,-19-24 1,2 0 5,22 19 0,-5-5 16,-12-3 24,-15-3 27,-22-3 28,-21 0-11,-27-2-48,19-13 1,-3-2-384,-4-1 1,-2-1 382,-1-2 1,0-3-32,2-1 1,3-3-524,7-4 0,4-4 518,-9-22 0,21 11 0,17-5 0</inkml:trace>
  <inkml:trace contextRef="#ctx0" brushRef="#br0" timeOffset="27583">9167 1809 18976,'-13'-45'644,"0"0"0,3 6 1,1 11 481,4 21-1126,8 23 12,6 17 4,0 5-8,0 1 1,-1 2-12,-2-9 1,0 0 8,0 14 1,0 0 4,-3-9 0,-3-2-6,-5-4 1,-3 0 0,-17 24 16,-17-12-22,2-15 31,7-17 0,-2-4 53,-12-9-48,13-2 1,1-4 13,-12-17 349,9-10-304,8-2 12,10 2 704,4 5-688,6 10-78,4 8-107,2 7 416,10 25-388,4 2 34,14 23 17,7-4 0,5-1 16,4-4-5,1-9 23,-1-9 16,-2-10 0,0-10-22,-1-9-62,3-11 23,5-6-34,4-5-280,2 0-924,-4 2-3026,-9 5 4258,-12 8 0,-14 9 0,-9 5 0</inkml:trace>
  <inkml:trace contextRef="#ctx0" brushRef="#br0" timeOffset="28191">9199 1133 14759,'0'-3'6363,"0"1"-3201,0 2-3393,-11-42 128,10 41 59,-5-29 32,17 52 62,10-3-273,7-4 277,7-7 69,3-8 28,-2-9 17,-7-10-22,-11-9 10,-10-6-4,-14-3-35,-10 2 51,-11 4 0,-6 7-28,-1 9-45,0 8-49,2 11-18,2 12-28,0 14 22,2 14 34,6 12-45,14-25 1,2 1 16,3 31-12,15-5-77,16-6-1086,18-9-1841,-16-25 0,2-3 2342,-1-3 0,-2-1 0,11 1 0,-18-8 1</inkml:trace>
  <inkml:trace contextRef="#ctx0" brushRef="#br0" timeOffset="31033">9633 1097 24106,'21'-45'1895,"0"0"0,-1 0 0,8-15 1,-3 8-1193,-5 8-462,-9 19-1011,-6 15 351,-35 58 175,9-16 1,-2 5-1325,-5 6 1,-3 4 0,1 0 1110,5-9 0,0-1 1,-1 3 225,-1-1 0,-1 3 1,-1 1-1,0 1-254,-2 2 0,-1 2 0,0 0 1,1-1 287,-1 1 0,1-1 0,0 1 0,-1 0-161,-2 3 1,-1 2 0,1-2 0,2-3 132,2-2 1,1-3 0,1-3-532,-9 12 1,3-6 257,10-14 1,2-2-2608,-2-2 1,2-5 3135,4-5 1,-1 1 0,15-19 0</inkml:trace>
  <inkml:trace contextRef="#ctx0" brushRef="#br0" timeOffset="31234">8885 1588 20183,'13'-43'1008,"-1"-1"1,1 1-1,3-16 1,0 13-1186,-3 29-256,4 11-24,0 10 301,27 31 19,0 10-671,-10-7 1,2 2 514,-1 1 1,0 0 169,3 3 0,2 0-178,2 0 0,1-1-192,-9-10 1,1-1 516,16 9 1,-4-5 0,-13-10-1,17 9 1</inkml:trace>
  <inkml:trace contextRef="#ctx0" brushRef="#br0" timeOffset="33424">10054 1879 15939,'-3'0'3172,"0"0"-602,3 0-2154,1 43-281,11-23-63,6 32 225,9-37 220,0-6 95,-1-7-209,-2-9 48,-1-7-15,-3-11-7,-4-9 22,-6-4-158,-5-4-165,-4 4 84,-7 4-108,-4 7-335,-7 5-16,-4 10 384,-5 5 259,-5 11 381,-5 11 250,-3 14-173,9 0-60,-2 18-34,13 10-282,5 1-447,14-24 0,4-1-417,15 16-582,16-6-216,9-6 58,4-8 43,4-10-83,2-9 727,3-16 511,-3-10 600,-4-12 475,-9-9-212,-10-3-265,-8-4-218,-8 1-196,-5 0-171,-5 5-264,-4 7-221,-5 7-342,-2 10-113,-1 6 541,2 5 57,2 5 1121,3 7-830,-1 6 31,2 7-19,1 1 125,1-3 112,-1-3-169,-1-6-180,-1-4-716,-2-3 1210,1-2 461,0-1 399,-1-4-1343,0 1-103,-2-3 40,2 2-46,-1 0-204,0 0-39,1 1-227,0-1-360,0 2 1281,0-1 438,0 1-300,2 0-200,0-2 321,-1-1-480,1-3 334,-1 0-478,1 2 224,0 3-358,0 0 409,0 9 137,0 3-334,-1 9 416,-2 5-171,-3 5 212,2 3-200,-2-2 25,4-2-121,-1-5 25,2-5-102,1-7-72,0-5 5,0-5-195,0-6-46,3-7 443,4-9 138,5-8-12,5-3-345,1-3 0,5 2 0,0 2 0,2 5 0,-1 7 0,0 8 0,0 6 0,-1 13 0,-2 7 0,-3 10 0,-4 6 0,-3 8 0,-5-14-974,2 6-1268,-2-17 22,6 0 983,9-8 1461,3-13 1500,2-1 141,4-14-256,-6 0-358,5-7-1251,-4-7 0,-12 12 0,-4-7 0,-10 14 0,-3 0 0,-2 4-1331,0 6-61,3 2 37,1 4 603,2 0 52,3 4 321,1 0 380,2 3 326,1 2 125,-1-2-537,0 1-7,-2-3-1071,4 1 943,1-3 346,4-1 792,-2-1-95,3-1 560,-1-2 200,3-1 167,-1-1-1644,-1-2-106,-2-1 0,-1 0 0,-3-1 0,-2-1 0,-3-4 0,-2 1 0,-2-1 0,-2 2-492,-2 4-1155,-3-1 374,-4 5 902,-1 4 714,-6 8 1224,3 1 14,-7 13-1289,3 4-292,-4 11 0,1 11 0,10-7 0,3-3 0,12-11 0,6-12-96,8 1-1008,3-9 823,5-13 969,-6-3 105,8-18-793,-5-8 0,-6 0 0,-1-3 0,-3 1 0,-1-2 0,1-12 0,-3 0 0,-3 14 0,-1 2 0,1-10 0,0 1-293,-3 11 0,0 0-432,1-10 0,-1 0-465,-2-16 317,-2 11 107,-1 30-64,1 11 229,1 11 2435,3 23-2285,0 15 318,0-5 0,-2 3-508,0 6 0,0 1 423,-1-5 0,-1 1-1555,0 19 1,0-1 1785,0-16 0,1-3 1,0-4-1,0-3 1,1 6-1</inkml:trace>
  <inkml:trace contextRef="#ctx0" brushRef="#br0" timeOffset="45841">11466 4204 16650,'0'-7'3075,"-1"2"-2151,1 5-442,7-60-454,-5 45-17,5-39 0,-13 95 23,-2 4-20,-1-7 0,-1 1-169,-2-6 0,-2-1 186,-2 1 0,-1-1 5,-2-1 0,-2-2 17,0-3 1,1-2 19,-13 8 302,-12-11-128,17-18-45,-9-11 33,14-13 50,6-10 1,5 0-23,3 4-168,5 11 293,0 7-444,2 9 51,1 9 5,1 4 0,10 25 22,4-7-5,18 13 22,10-14-5,14-7-218,-23-14 1,2-3 205,2-2 0,1-2-2,-1-3 0,0-3-6,-2 0 0,-2-2-20,24-11-375,-13 2-3383,-14 5 3764,-15 4 0,-8 5 0,-6 1 0</inkml:trace>
  <inkml:trace contextRef="#ctx0" brushRef="#br0" timeOffset="46457">11261 5315 16174,'-5'-4'3921,"1"0"-1933,4 4-1915,-30 0 0,27 20-17,-20 4-22,37 18 5,3-4 34,3-5 78,3-9 106,1-9 63,3-11-46,3-15-50,0-11 6,-1-15 94,-5-18-10,-12-7-135,-15 4-50,-15 10-39,-12 26-29,-8 11-10,-7 17 5,-4 15-1007,-1 17 968,12-3-224,19-9 1,2 1 217,5 3 1,2 0-15,1 1 0,2 2 0,3 3 1,5 1-185,17 20-197,0-30 1,4-2 383,13 1 0,0-5 0,5 5 0,6-8 0</inkml:trace>
  <inkml:trace contextRef="#ctx0" brushRef="#br0" timeOffset="50984">8089 6987 13154,'-44'3'701,"0"1"1,0-1 0,-13 1 0,13-1-546,26-2 435,31-6-523,10 0 4,34-7-55,-12 4 0,2 0-605,3 0 1,1 0 595,11 0 1,0 0-1,-13 2 1,-3 2-9,-11 0 0,-2 2 146,1 0 1,-3 0-253,5 2 170,-2 1-25,-28 9-44,-29 6 5,-10 2 2,-1-5 1,-3 1 22,0-2 1,-1 0 77,-21 5 1,-2 1-334,11-5 0,2-1 386,-4 1 1,5-3 958,0 0-942,14-5-92,25-4-70,24-7 6,20-5-3,-4 0 0,3 0-458,7-3 1,0-1 446,-6 3 0,1-1-3,11-2 0,1-1 11,-4 2 0,0 1-14,-4 2 1,-1 0 7,-3 1 1,-6 2 803,-10 5-781,-22 5 16,-27 11 7,-20 6-4,12-4 1,-3 0-310,-14 4 0,-2 0 545,11-4 0,1-1 156,-1 0 1,3-2 821,5-4-920,24-10-475,30-12-85,7-3-3388,18-5 0,5 0 3607,-14 6 0,-1 2 0,7-4 0,-4 3 0,0 1 0</inkml:trace>
  <inkml:trace contextRef="#ctx0" brushRef="#br0" timeOffset="61025">10008 4063 16728,'5'-43'661,"0"0"0,0 3 0,-2 13-919,-3 24 264,2 10 95,0 11-12,1 14-33,0 12-45,-3-11 1,0-1-7,1 13 0,-1-12 1,0-1 11,0 4 17,0 5 39,0-11 258,-1-10 598,0-11-44,-1-8-605,-2-10-185,0-11 17,-2-13-28,1-11 0,3-1 28,0-1 34,2 8 5,1 10-94,-1 12-232,1 9-9,-1 5 161,5 12 34,3 9 1,6 15-24,2 10 12,1 4 12,-3 12 16,-7-19-12,-2 10 18,-6-24 39,-1 2 185,-1-11 235,-3-14-420,1-7 33,-5-18-16,1-11-23,-2-15-31,6 14 1,1-1 8,-1-23-34,4 4 45,2 19-39,0 19-101,-1 2-79,0 13 146,0 11 6,-1 4 0,-1 16 22,-3 1-5,-1 10 16,-5-1 34,-12 3-5,-4-13-12,-4-6 56,-4-14-11,5-11 39,-12-15-50,8-5 11,1-13-50,16 10 16,2-4-16,7 9-18,0-3-105,5 9-62,1 6 100,2 7 40,3 9 11,3 9 17,10 20-12,-2-8-2,4-5 0,5 0 14,16 1-572,12 3 560,-18-19 1,2-4 8,5-4 0,1-1-6,-3 0 1,1-1 10,3-2 1,-4-2 47,6-6-22,-19 0 78,-8-5-89,-13 9 10,0-3-55,-11 7 6,-6 3 10,-2 0 556,-9 5-544,-3 1 0,2-1 22,-27 2-28,6-6-11,-10 0 25,22-2 0,0-2 76,-19-6 0,19-1 0,1-3 33,-13-14 23,10-11-34,22 4-67,7 7 58,5-12-72,3 19-20,9-19-28,1 21-27,7-2 10,-7 11 7,4 10 4,4 20-1,2 8-6,5 18 25,0 1-12,-5-10 1,11 6 16,0-13 14,8-8 0,3-3-14,0 1-78,3-13 0,-1-9-1462,-8-17 850,-6 0 1,-1-2 0,-2 1-1,0-2 1</inkml:trace>
  <inkml:trace contextRef="#ctx0" brushRef="#br0" timeOffset="62232">6971 8752 27823,'-29'-29'-912,"0"1"0,-5 2 0,-2 9 640,-15 24-100,13 0 1,-3 2 700,-2 5 0,0 0-67,6-1 0,-1 1-51,-8 2 1,-1 1-47,6-5 0,1-1-112,3 1 1,2-2 734,-24 7-369,36-7-268,13-3 102,6 9-903,3 1 170,3 13-232,-1 3 7,0 10-31,-1 8-3,-1 9 179,1-26 1,-1 1 245,2 3 1,1 0 340,2 2 0,3 0-102,3 1 0,3-1-45,6-1 1,1-2-55,-2-8 0,1-2-42,6 4 1,3-3-263,1-3 1,1-3-1153,1 0 0,1-2 1344,2 0 1,-3-4 0,1-4 0,-15-6 0</inkml:trace>
  <inkml:trace contextRef="#ctx0" brushRef="#br0" timeOffset="62775">8154 8858 21411,'-10'-43'575,"-1"1"0,3 1 0,-2 13-440,-2 30-186,-11 13 51,-18 18-3,15-7 1,0 3-295,-4 4 0,1 4 294,2 1 0,4 2-11,5 0 0,4 1-17,6-3 1,5-1-12,7-4 0,5-2-37,25 16 133,18-17-43,-21-20 0,2-5 20,0-4 0,0-4 16,-1-3 1,-2-3 75,25-21 0,-10-11 12,-11-11-74,-15 8-8,-12 4 1,-5-1 7,-5-19 90,-1 18 1,-1 2-1,-10-14-47,-4 16-154,-6 17-34,-7 14 5,-9 19-33,-7 12-556,-2 14 180,27-15 1,3 3-3406,-7 28 3893,14-4 0,11-18 0,5-14 0</inkml:trace>
  <inkml:trace contextRef="#ctx0" brushRef="#br0" timeOffset="63015">8803 9086 23483,'-14'51'-100,"2"8"-150,10-23 1,2 2-1087,-1 3 0,0 2-526,0 1 0,1 0 1673,2 3 0,0-4 0,-1 7 1,2-11-1</inkml:trace>
  <inkml:trace contextRef="#ctx0" brushRef="#br0" timeOffset="63249">9456 9077 22391,'-2'-53'1043,"0"0"1,0 6 0,-1 8-568,-2 17-280,1 11-296,2 7-57,1 7 123,1 11 57,2 17-29,4 22-56,-2-18 1,-1 3-780,2 5 0,-1 3 841,-1 11 0,-1-3 0,0 7 0,-1-3 0</inkml:trace>
  <inkml:trace contextRef="#ctx0" brushRef="#br0" timeOffset="65132">8809 9333 18881,'2'-3'1607,"0"0"-1243,-7 5 754,-6 1-624,-5 0-56,-6-1-25,0-2-49,2-5-97,3-7-219,4-6-11,2-6-115,5-3-80,2 6 83,9-14-83,3 14 9,5-8 18,0 15 80,-2 6-5,-2 7 56,0 11 45,2 9-28,1 14-17,-1 10 6,-2 8-1,-2 5-16,0-1 5,-1-1 12,0-6 39,-3-4 16,-4-5-61,-12 0-420,-12-3-1311,-15-3 1731,-14-5 0,23-13 0,2-6 0</inkml:trace>
  <inkml:trace contextRef="#ctx0" brushRef="#br0" timeOffset="66349">9510 9016 22419,'2'-34'17,"1"1"0,2-21-280,-5 60 308,0 8 33,0 17-5,0 12-40,-1 10-27,1 3-12,-2-4 12,4-8 11,0-10 16,1-10 180,0-11 45,-2-6 991,-1-6-829,0-10-392,-3-9 22,-2-17-22,-5-16-9,5 20 1,-1-1-167,1-3 1,0 0 157,0-2 0,2 0 14,0 2 1,0 0 13,1-27 6,2 13-6,1 15-67,-1 16-219,1 10-5,-1 11 241,3 11 366,3 17-338,3 18-9,-5-18 1,0 1-194,-2 3 0,1 1 182,-2 1 0,0-1 14,-1-1 1,1-1-35,0 24 18,1-12 38,-1-16 113,0-13 319,0-11-67,0-10-292,-1-12 287,-3-18-388,-2-17-8,1 18 1,0-1-195,1-3 1,1 0 207,0-1 0,0 1 0,2 2 1,0 1-12,2-23 0,-1 19-107,1 15-224,-2 13 74,0 16 268,0 14-11,1 17-11,0 18 19,0-23 1,0 1 28,-1 1 0,0 1-40,-2-1 1,1 0 24,-5 27-44,-3-10 72,0-15 219,3-16 34,0-12-180,0-18-112,-4-13-11,-3-22 23,2-17-35,6 26 1,2-1-44,1-1 1,1 1 68,3 2 0,0 2 14,3-22-11,1 15-84,-2 16-247,-3 12-336,-1 11-4469,8 39 5119,1 1 0,2 3 0,0 13 0,-2-22 0,0 1 0</inkml:trace>
  <inkml:trace contextRef="#ctx0" brushRef="#br0" timeOffset="66549">9992 9285 19876,'0'-3'1507,"0"0"-1440,0 3-2279,-23 69 2212,4-25 0,6-5 0,0-3 0,0-9 0</inkml:trace>
  <inkml:trace contextRef="#ctx0" brushRef="#br0" timeOffset="71745">12648 1898 13249,'-3'-4'5631,"1"1"-3341,2 3 369,-51-11-755,30 25 80,-32-11-865,47 20-990,17-3-351,8-5 999,10 2 214,12-3-1108,-12-6 448,6-3-4086,-18-7 4889,1-6 1153,-7-8-338,-4-8-1522,-10-12-427,-5 3-605,-2 1-667,-7 9 3149,2 10-6741,-7 3 3527,-9 11 1843,4 14 1065,0 2 424,5 20-495,10 0-1186,5-5 1,3 1-315,1 13 0,11-5 0,4-1-1547,6-4-175,4-1 1,4 1 1338,0-11 1,-1-3 0,9 11-1,1-6 1</inkml:trace>
  <inkml:trace contextRef="#ctx0" brushRef="#br0" timeOffset="72628">12606 3641 9004,'-5'0'5965,"1"0"-2397,4 0-3557,-6-25 1,35 12-12,-11-18 2,23 21 1,6 5-14,9-3-31,-18 3 0,-4 1-20,-2 1 135,-25 7 17,-26 5-29,-22 7-13,12-6 0,-3 1-260,-4 1 1,-1 0 303,-2 0 1,0-1 35,2-1 1,1-1 146,-22 6-57,19-6-112,20-4 6,12-4 51,16 0-57,13-6 508,21-3-597,15-6-6,-24 5 0,-1-1-117,1 1 1,-1-1 139,22-9 93,-16 5 159,-17 5-910,-17 8 726,-25 15 1,11-7 0,-11 8 0</inkml:trace>
  <inkml:trace contextRef="#ctx0" brushRef="#br0" timeOffset="73654">9678 10143 8898,'4'-1'4246,"-1"1"828,-3 0-4104,-60-47-797,35 35-39,-16-14 1,-3 5 83,2 28-16,-12 6-118,4 8-146,10 3-167,15 3 156,13-9 28,12 6 84,13-8 57,11 4-29,17 0-62,-9-7 1,2-2 0,14 5-160,-13-4 0,-1 1 137,2 6 56,-2 8 107,-18 4 151,-38 12-225,-3-13-8,-7-8 1,-5-3-347,6-7 1,-1-4 217,-7 2 0,-2-2-603,4-2 1,2-3 666,-19-3 0,24-1 0,17-3 0</inkml:trace>
  <inkml:trace contextRef="#ctx0" brushRef="#br0" timeOffset="76529">13882 2113 10371,'-5'-2'3747,"0"0"-1344,5 2-1473,-16 5-320,17 6-167,-10 6 269,27 6-455,-5-8 253,11-1-85,-1-11-145,9-7-89,6-8-46,2-11 102,4-16-158,-16 10 96,2-15 59,-21 14 20,-3-6 23,-15 5 113,-21 5-68,2 14 235,-26 5 155,13 17-222,11 2 0,1 4 392,-17 20-439,22-11 0,3 2 320,0 12-144,5 13-139,11-7-501,11 12-363,13 1-325,6-25 0,4-3-645,16 13 1239,0-14 0,-2-4 0,-14-11 1,15 6-1</inkml:trace>
  <inkml:trace contextRef="#ctx0" brushRef="#br0" timeOffset="79745">15242 3929 8668,'-4'0'3422,"0"0"-3321,4 0-95,53-25-51,-7 11-478,1-2 1,4-1 477,-10 10 1,-1 1 10,1 1 0,-1 0-8,-2 2 0,-3 0 15,22 0-113,-21 3 409,-21 4 22,-28 4-112,-25 7-22,6-6 0,-4 1-372,-8 1 0,-3 0 710,-5 1 1,0 0 212,0-1 1,1 0 116,5-1 1,3-1-446,9-2 1,3-1-286,-7 1-184,22-4 195,23-2-16,16-2-113,22-5-19,-15 2 0,4-2 131,5 0 0,2-1-151,3-1 0,1 1 40,0 0 0,-1 0 8,-4 1 0,-3 0 267,18-1-309,-25 3 107,-35 6 22,-32 8-12,4-2 1,-3 1-334,-9 3 1,-3 0 385,-3 1 1,0 1-824,0-1 1,2-1 814,13-3 1,0-1 265,-1 0 1,4-1-20,10-3-235,6-2-113,42-10-61,25-5-34,-15 3 1,4-1-261,7-1 1,1 1-1413,5 0 1,0 0 1627,-4 2 0,-4 1 0,13-2 0,-26 6 0</inkml:trace>
  <inkml:trace contextRef="#ctx0" brushRef="#br0" timeOffset="88770">10922 9692 11914,'-29'-29'311,"1"0"1,2 2 0,1 8 2377,5 18-2583,-3 8-1099,-6 10 998,11-2 1084,-1 11-1067,14-4 2258,5 6-2236,10 2-27,12 1-22,23 6 10,-9-12-19,-8-8 0,0 1 3367,8 9-3403,4 8 16,-11 12 73,-15-9 0,-11-3 90,-17-8-17,-16-8-50,-16 2-23,-13-6-207,27-10 1,0-3 21,-30-8-156,17-3-8054,8-31 8356,25 10 0,2-3 0,10 18 0</inkml:trace>
  <inkml:trace contextRef="#ctx0" brushRef="#br0" timeOffset="91812">10915 8862 9604,'-3'0'5960,"1"0"-2488,2 0-3326,-36-41-23,34 20-33,-19-33-62,47 31-51,8 3-21,3 5 10,-8 7-84,6 5-27,-7 8-158,13 16 107,-10 6 89,-2 14 29,-18-1 27,-7 1 57,-10 1 117,-5-4 90,-8-2 101,-4-7 146,-1-4 200,2-8 270,3-6 22,9-6-268,5-3-141,5-2-750,5 0 89,2 0 174,14 3-61,8 4-18,0 2-78,20 13 1,-23-3-7,4 10-22,-24-3-50,-21 2-466,-24 1-918,8-13 1,-4-2 1247,-2-1 1,1-2 0,-14 4 0,18-8-1</inkml:trace>
  <inkml:trace contextRef="#ctx0" brushRef="#br0" timeOffset="93996">11838 9146 20347,'-12'38'-112,"-1"0"1,-15 11 0,-4-4 0,-7 1 0,12-20-1,0 0 1</inkml:trace>
  <inkml:trace contextRef="#ctx0" brushRef="#br0" timeOffset="95337">15491 2025 13507,'-3'-3'4264,"2"0"-1126,1 3-2136,-12-24-977,9 21 257,-13-1 313,11 30-83,0 16 132,2-1-24,9-3-230,8-5-641,2-12 357,9-5 424,6-16-133,-5-1 102,25-27 328,-28 8 31,17-25 436,-26 8 35,-9-20-351,-16 12-903,-18 1-879,1 25 752,-27 14 132,14 16 557,-17 12-87,19 12 60,11 6-485,12 6-125,12 5 0,7-8 0,6-8 0,3 0-97,14 18-1626,-7-15 1,3-1-595,0-8 0,1-3-4137,15 14 6207,6-7 1,-26-23 0,0-2 0</inkml:trace>
  <inkml:trace contextRef="#ctx0" brushRef="#br0" timeOffset="96638">17129 1976 22174,'-17'33'897,"1"-1"1,-2 22-572,55-44 22,1-5 39,1-9 129,-1-9 66,-3-9-49,-7-9 119,-10-4-36,-12-3-171,-15 2-472,-11 3-209,-12 7 91,-8 11 82,-4 9 461,-2 16 851,5 12 114,7 13-213,12 11-446,11 6-704,16 7-92,2-27 1,4 1-604,4 2 0,4 0-1433,4 2 0,2-1 1807,-1-4 1,-1-3-1,10 9 1,-14-19-1</inkml:trace>
  <inkml:trace contextRef="#ctx0" brushRef="#br0" timeOffset="100296">18866 1851 28193,'-46'-4'451,"0"0"1,6-1-1,10 6-72,20 12-313,18 0-1515,14 4 997,17 0 460,10-3 158,2-4-202,-4-6 374,-14-7-121,-13-1 1070,-8-19-163,-11-1-970,-6-14-414,-7 2-309,-5 2-175,3 12 230,-7 0-183,6 15-193,-5-1 951,-1 16 1485,-1 12-295,-3 15-28,-1 13-532,6 7-371,7 2-320,12-2-512,21-4-3266,22-5-1138,-12-25 1,2-3 2457,19 8 0,-13-11 1,-26-11-1</inkml:trace>
  <inkml:trace contextRef="#ctx0" brushRef="#br0" timeOffset="102812">12804 9686 19098,'-3'-48'916,"0"0"1,1 1-1,-5 12-584,-7 26-181,-6 1-62,-6 9 46,-21 23-68,-1 10-256,23-15 0,1 3 200,-1 3 0,3 0-28,-7 15 71,2 7-59,23 0 16,21-13-17,10-6-16,25-8-551,1-4 573,-19-6 0,1 2-17,5 2 0,-2 3-3113,17 12 3119,-10 1 190,-29 2-134,-26-4 17,-18 8-40,-6-15 1,-4-3-37,9-4 0,-1-2-140,-19 1 0,-1-3-874,15-8 0,2-2 651,-3-2 0,1 0 0,-8-2 0,23-3 0</inkml:trace>
  <inkml:trace contextRef="#ctx0" brushRef="#br0" timeOffset="103786">12636 8541 12842,'17'-48'1634,"0"0"0,0 0 0,5-15 1,-3 9-314,-5 15 32,-7 16-1207,-6 14 85,-2 11-114,-2 17 51,-5 18-39,-7 24-386,5-24 1,0 2 281,0 4 1,-1 0-18,2-1 1,1 0 21,2-4 1,2 0 161,4-5 1,3-1-14,11 16 67,12-17 23,10-17-45,9-20-17,7-15 51,-1-12 61,-6-5-5,-8 3-56,-12 11-107,-10 9-89,-7 10 715,-6 11-710,0 10 24,0 16-108,-2 14-207,-9 16-932,0-23 0,-3 2 1156,-9 13 0,-2-2 0,10-21 0,1-2 0,-4 1 0,1 1 0</inkml:trace>
  <inkml:trace contextRef="#ctx0" brushRef="#br0" timeOffset="122361">19260 1302 9101,'-55'-1'109,"0"0"1,0 0 0,3 3 0,0 2 0,1 2-135,-1 2 1,0 1 0,2 3-339,4 4 0,1 2 1,2 2 304,2 2 0,2 3 0,1 1 104,1 3 1,1 1 0,2 2 208,2 3 1,1 2 0,3 1 43,1 1 0,2 2 0,2 0-254,4 1 0,2 1 0,4 0 127,2-1 0,3 1 0,4-1 85,6 18 1,9-3 55,8-3 1,8-4 33,11-5 1,8-6-137,-9-16 0,4-3 0,2-4-223,7-1 0,3-4 1,2-3 264,6-4 1,3-3 0,-2-2-131,-9 0 1,-1-2-1,3-5 101,4-4 0,4-4 0,0-2 1,-5-1-63,-3-2 0,-4-1 1,3-3-44,-1 0 1,4-2-1,-2-1 1,-4-2 110,-1-4 0,-5-2 1,-4-2-54,-6 1 0,-2-2 1,-6-2-117,-5 1 0,-5-1 0,-5-1 12,-8-18 1,-12 1-120,-13 3 1,-12 5-186,0 19 0,-5 3 0,-5 4 136,-9 1 1,-4 4 0,-3 3-862,7 6 1,-3 2-1,0 2 1,1 1 959,1 1 0,-1 2 0,3 1 0,2 0 0,1 1 1,2 0-1,5 1 0,2 2 0,0-1 0</inkml:trace>
  <inkml:trace contextRef="#ctx0" brushRef="#br0" timeOffset="123345">21567 2046 7162,'-8'0'-1423,"2"-1"1451,6 1 1784,0 0-988,64-34-441,-21 23-45,7-9 0,3 3-655,-16 12 1,0 3 654,4 0 0,2-1-4,2 2 1,1 0 202,-1-1 0,-1 2 7,-5 1 1,-2 1 600,15 5 393,-30 5-591,-45 4-168,-7-5 1,-6 0 324,-18 2 0,-5 1-942,12-4 1,-3 0 0,0 0 581,-3 1 1,-2-1-1,1 1-57,2-1 1,0 0 0,1-1-60,7-1 1,2 0 0,2 0-100,-6 2 0,7-1 870,1 5-209,46-3-1882,42-3 841,-7-6 0,4 0-551,13-1 0,3 0 376,-15-3 0,1 0 0,1 0-30,3-1 0,1 0 1,-1-1 38,1-1 1,0-1 0,-1 0 71,-3-2 0,-2 0 0,-1-1 913,12-6 0,-5-4-159,-16 1 0,-7-6-621,-9-27-1001,-48-7-699,-2 26 0,-7 1 1481,-8-1 0,-3 1 237,-1 0 0,-1 2-40,4 3 0,3 2-133,8 3 1,4 2-120,-7-7 19,21 12 249,25 15 1795,18 17-1891,-4 1 0,2 4-280,6 11 0,2 4-478,3 11 1,-2 6 518,-12-6 0,-3 3 1,0-5-1,0-5 0,-2-2 1,-9 3-1,1-1 0</inkml:trace>
  <inkml:trace contextRef="#ctx0" brushRef="#br0" timeOffset="127495">7541 10121 9985,'-8'-1'2279,"2"0"-2968,6 1 650,0 0 123,107-34-1460,-56 27 0,6 0 1446,-6-2 0,7-3 0,3 1 0,-2 2-424,-2 3 1,-1 3-1,1 0 1,2 0 517,-7 0 1,1 0 0,2 0-1,1 0 1,3 0-255,-5 0 1,2 0 0,3 0 0,1-1 0,-1 1 0,-2 0-1,-2 0 148,5 0 0,-4 0 1,0 0-1,1 0 1,4 0 0,-10 0 1,4 1-1,2-1 1,1 0-1,0 0 1,-1 0-1,-2 0 1,-2 0-215,13-1 1,-4 1-1,-2-1 1,2 0 0,2 0 222,-8 0 0,1 1 0,1-1 0,2 0 0,-1 0 0,1-1 0,-1 1-20,-1 0 0,0 0 0,-1-1 0,1 1 0,0-1 1,2 0-1,0 0 55,0 0 1,2 0-1,1-1 1,1 0 0,-1 0-1,0 0 1,-1 0 0,-1 1-78,1-1 0,-1 0 0,0 1 0,-1-1 0,-1 0 0,0 1 0,1-1-26,-3 1 0,0-1 0,0 1 0,0-1 0,-1 1 0,-1 0 0,1 0-68,4 0 1,-1-1 0,1 1 0,-2 1 0,-1-1 0,-2 1-416,-1 1 0,-3 0 0,0 0 0,0 0 0,2 1 483,1-1 0,3 1 0,1-1 0,-1 1 0,-3 0 0,-5 0 0,14 0 0,-6 0 0,-3 0 0,-8 2 0,0-1 0,0 0 0</inkml:trace>
  <inkml:trace contextRef="#ctx0" brushRef="#br0" timeOffset="130129">14288 9117 12304,'60'13'105,"0"1"0,-18-6 0,0-1 0,0-2 57,18-1 1,2-3-748,-12-1 0,2-1 0,2 0 789,-8-1 0,2 0 1,0-1-1,1 0-615,6 0 0,1-1 0,1-1 0,0 1 518,-7 0 1,0 0 0,1-1 0,1 1-1,-1 0-262,4-1 1,1 0 0,0 1 0,1-1-1,0 0 227,3 0 1,0 0 0,1 0 0,0 0 0,0 1-223,-8 0 0,0-1 0,1 1 0,0 0 0,0 0 0,0 1 171,1-1 0,1 0 1,0 0-1,0 0 1,0 1-1,1-1-131,0 0 0,2 1 0,-1 0 0,0-1 0,1 1 0,0 0 121,1 0 0,-1 0 0,1 0 0,1 1 1,-1-1-1,0 0-28,2 1 1,-1 0 0,1-1 0,0 1 0,0 0 0,0 0 17,1-1 1,-1 1 0,1 0 0,0 0 0,0 1 0,0-1 1,0 0 1,-1 0 0,1 1 0,0-1 0,-1 0 0,0 1 7,-1-1 0,1 0 0,-2 1 0,1-1 1,0 0-1,-2 1-15,-1-1 1,0 1 0,-1-1 0,0 1 0,-1-1 0,0 1 24,6-1 0,0 0 1,0 0-1,-2 0 0,-1 0 6,-5 0 0,0 1 0,-1-1 0,-2 0 0,-1 0-2,5 0 0,-2-1 0,-1 1 1,-3 0 257,4-1 0,-2 1 1,-5-1-170,3 0 1,-7 0 1566,-3 1-1592,-51 0-178,-49 2-46,7 1 1,-7 0 136,8 0 1,-4 1-1,-3 0-71,7-1 1,-3 1-1,-1 0 1,-1 0 50,5-1 0,-2 1 0,0 0 0,-2 0 0,0 0-18,5 0 0,-1-1 0,-1 1 0,0 0 1,-1 0-1,-1-1 52,-3 1 1,-2 0 0,0 0 0,0 0 0,-1 0 0,0 0-162,6 0 1,0-1 0,0 1 0,-1 0 0,0 0 0,0 0 0,0 0 161,-2 0 1,-1 0-1,1 0 1,-1 1 0,0-1-1,0 0 1,0 0-157,-1 1 1,0-1 0,-1 1 0,1-1 0,0 1 0,0-1 0,-1 1 158,1 0 1,-1 0 0,1-1 0,-1 1 0,1 0 0,0 0 0,0 0-27,0 0 0,1 0 0,-1 0 0,1 0 0,0 0 0,0 0 0,0 0 24,2 0 1,0 0-1,1 0 1,-1 0-1,1 0 1,0 0-1,0 0 1,-6 1 1,0-1 0,0 0-1,1 1 1,0-1 0,1 1-12,3-1 0,1 0 1,0 1-1,1-1 1,0 0-1,1 0-6,-7 1 0,2-1 1,0 1-1,1-1 0,1 0 9,5 0 0,1 0 1,1 0-1,0 0 0,2-1 103,-4 1 1,0 0 0,2-1-1,2 0-66,-5 1 1,2-2 0,4 1 738,-6-1 1,8 0-457,-5-2 1323,48-4-1682,46-5 61,-1 2 1,8 0 279,-7 1 0,4 1 1,2-1-264,11 0 1,2 1-1,3-1-233,-9 2 0,0 0 0,2 1 0,2-1 224,-8 1 1,0 1-1,2-1 1,1 1-1,3 0-2,-6 0 0,2 0 0,2 0 1,0 0-1,1 1 0,0-1 0,-2 0-288,7 1 1,-1-1-1,0 0 1,0 1-1,0-1 1,0 1 257,-1-1 0,1 1 1,-1-1-1,1 1 1,0 0-1,-1-1-196,3 1 1,0 0 0,0 0 0,0 0-1,0 1 1,-2-1 195,-7 1 0,0-1 1,-2 1-1,1 0 1,1 0-1,2-1-52,1 1 0,2 0 0,1 0 1,1-1-1,1 1 0,-1 0 1,0 0 42,0 0 0,0 0 0,-1 0 0,1 0 0,0 0 0,0 0 0,0 0-1,-1 0 0,0 0 0,-1 1 0,1-1 1,0 0-1,-1 1 0,1-1 2,-3 0 1,1 1-1,0-1 1,-1 0 0,0 1-1,0-1 1,-1 1 3,7-1 1,0 1 0,-1-1-1,0 1 1,-1-1 0,0 1-1,-4-1 1,-1 1-1,1-1 1,-2 1 0,0-1-1,-1 0 79,6 1 0,-1-1 0,-1 0 0,0 0 0,0 0-70,-1-1 1,0 0 0,0 0 0,-2 0-1,-5 0 1,9 0 0,-6 0 0,0-1 117,3 0 1,-1-1 0,-11-1 1630,-6-3-1702,-19-7-425,-52-6-412,-16 3 1,-7 1 603,12 3 0,-2 1 172,-10-1 0,-7 0 0,11 3 0,0 0 0,13 4 0,0-1 0</inkml:trace>
  <inkml:trace contextRef="#ctx0" brushRef="#br0" timeOffset="130636">21652 7573 12886,'-7'-3'1899,"1"2"-684,6 1 2622,0 0-2756,-59-25-997,50 16-112,-33-22 39,62 24 17,31-2 0,7 5-3,-8 6 0,2 2-19,-7 2 0,1 2-1145,7 6 1,-3 3 1121,-18-5 0,-3 3-8,4 7 0,-3 4-154,10 22 182,-14-4 0,-3 5 11,-6-6 0,-3 2-390,1 10 1,-1 1 372,-4-6 0,1-2 6,-3-10 0,2 0 5,6 8 0,2 1-1238,1 4 0,1-2 1188,-4-8 0,-1 2-20,4 16 1,-9 1 364,-18-7 1,-8-4-357,7-6 0,-5-2-41,-7-3 1,-6 0 0,-5-4-189,-5-5 0,-6-4 0,-1-1-605,-2 2 0,-3-1 1,-2 0-1572,6-5 0,-4-1 1,2-1-1,3-2 2111,-17 4 1,7-5-1,11-4 1,9-3-1,13-3 1</inkml:trace>
  <inkml:trace contextRef="#ctx0" brushRef="#br0" timeOffset="131979">7744 8325 17508,'-9'-48'1240,"-1"0"0,2 6 1,2 8-1415,3 16-6,2 10-5,1 2 197,6 6 247,6 10-337,3 3-315,10 19 382,0 7-17,-8-13 1,2 1 15,6 7 1,2 0-193,-3-7 1,2-1 267,5 1 1,0-4-153,11 0 452,8-11-86,-1-16-140,5-11-88,-21 1 0,-1-4-27,0-4 0,-3-1-26,-3 4 0,0-2 5,16-14 1,2-1-53,-12 10 1,1 0-490,15-11 0,2 1 545,-8 8 0,0 3-6,3 2 0,-2 2 2,-10 6 1,2 1 5,15-3 1,2 3 52,-15 6 0,0 1-373,18-3 1,2 1 415,-6 4 0,-1 1-3,6 0 0,-1 1 4,-10 1 0,1 0-4,13 0 0,3 0-35,-17 0 1,1 0 0,0 1 1,2 0 1,0-1-1,2 1-452,6-1 0,2 0 1,-2 0 313,-10 0 0,-1 0 0,-1 1 9,0-1 1,0-1 0,-2 1-27,7-1 0,-1 0 129,9-1 0,0-1-143,2-1 0,0 0 26,-17 1 1,0 1 0,1-1-356,7 0 1,1-1 0,-1 0 479,-6 1 1,0 1-1,-2-1 22,10 0 1,2-1-75,0 1 0,4 0 0,-3 0-2,5 1 1,0-1-7,-4 1 0,4 0 0,-3 1 18,-11 0 1,-2 0-1,0 1-11,18 0 1,-2 0 2,-14 1 0,-1-1-95,17 0 1,-1 0 0,-18-1 1,0 1 62,20-2 1,0 0 14,-8-1 0,-2 0 0,4-1 1,-1 1-6,-12 0 0,2-1 26,-1 0 1,4 0 0,-3-1-62,2-1 0,1 0 59,-5 0 1,4 0 0,-3-1 1,6-1 1,-3 0 427,-5 0 1,-1 1-420,-5 1 0,-2 1 465,25-6-468,-9 5-11,-7 3 1282,-5 4-1293,-4 5 1090,-5 4-1079,-4 6 534,-3 3-489,-3 3-17,0 2-11,-6-4 50,10 15-34,-11-2-5,3 5 79,-9 21-74,-5-13-39,-1-12 1,0 1-258,4 27-5040,2 2 5303,-1-7 0,-1-21 0,-3-14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BBA3-86F9-FFEE-25E1-EBF023DE5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DA07E4-BB8D-8BAB-4562-5BE20D7FB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90963-7FE3-6271-ACF8-D6A518AB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B04EE-CB4D-3CB7-5E90-CA9E651C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D8688-93C1-92CF-EF21-371C6ECA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75F72-FD85-7D71-4AE0-B4A66FB6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6FEBE-850E-CC13-DDB2-8432920C9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7B548-A53C-3A91-1277-5B3AE4401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AE40C-B02D-8FB6-2CEE-F5428FD92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BE6D6-1BFA-F767-E95A-EA5317FD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48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591F-4EE8-637B-B291-BB7E49064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675AD-03D3-8A83-4E11-14579FF20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670EF-5D8A-6FC8-3756-98E6F770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6AB88-8CD6-8199-AF60-8FCBD135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F6304-5E70-7B9D-276A-D8CDFD4C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9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45F5C-B75C-BE4A-4099-FD232ADC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6FF4D-2860-176A-5742-AD108C0BE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593FA-B779-69B7-BE43-1337A8080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E3A0F-549F-E240-2DE2-34D25675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FF8E8-41C9-B2F9-0492-7209B3D0A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658B9-C90B-4FC7-0B5C-CCE4227D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93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20C31-24A4-6658-CFE1-CE188BF9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D74E5-421A-1A23-34E8-5FA3AB6ED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765E3-3521-3440-9DD5-B0D228EF5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716D5-0E07-E78A-ADC2-A22609E59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6996B-FEBE-38A8-B754-F4E804094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469D07-791E-632D-C2B2-826DCC12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556153-2BEE-FCCD-B2D6-21014E5E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9E614F-42B9-9986-732E-C8893C71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4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7B67-384D-DAD2-6952-9F714E82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2E3DF-40BA-CB4B-3C59-1267B758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A46EC7-9089-A418-4538-A7C2064F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047BF-E2C7-41D9-D97B-EC658E66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8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AC9E2-300A-B659-A2C2-98766E40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3C7A0-7AB2-D8B8-C5F0-14A4EF053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CEB02-6911-58E6-FAC8-5F113B51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3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3D0B-4580-FFEF-4BAE-B9937D0F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C90ED-2E6A-5AF2-6A33-B2BA8EFEE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ECFD8-32E0-AF7B-1D1C-542656F5C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EA629-DD0F-225B-A461-F5F7F7470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9D5DF-3540-D37B-FDD0-6E8B33C7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522A8-AE68-A610-FF73-2C96502E8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5109-20A3-6C7B-607A-6A7F93E2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2964F-B438-BD08-A6C0-E36D99407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DB6D7-FB6D-3F7F-C658-0FD929154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AFD1A-F108-1CD3-82D9-9F3682FD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51F73-EF25-1EA0-40BD-FEEF133D4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3E967-282A-CE2B-5FD9-7D5CF322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50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F1C36-7DE2-DD98-437B-0EA6AC760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FB0F2-C626-821C-1496-B1E608700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FE394-645C-9EB7-FDF5-511EA8FAE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3034B-8179-40C7-D62D-A03B25E9D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DF480-CD89-9FB6-6E97-E38A5E84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84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B7D86B-E0DF-C2E5-9DED-69987BB9E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8323B-9BEC-F5C3-372E-D7C7CE0F3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A774C-4374-9DB0-011B-EEACA22B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D38A2-C269-CFE3-5789-E142297A8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186E7-9794-32BF-F9BA-B580F9DA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0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73092-B501-E7FC-C896-410BC5099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E3A6A-3ADC-27B5-871C-E1E1482A4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52481-0353-468F-5E9A-2AB94DE3C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459FC-8430-224A-ABFA-A5C7F486EDB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C40D0-DEBB-E50A-B7A6-AA16A42018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C738E-28D2-5AEC-F24E-981A0A7C2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E8528-7821-2047-AE24-78B467F1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0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background with black text&#10;&#10;AI-generated content may be incorrect.">
            <a:extLst>
              <a:ext uri="{FF2B5EF4-FFF2-40B4-BE49-F238E27FC236}">
                <a16:creationId xmlns:a16="http://schemas.microsoft.com/office/drawing/2014/main" id="{6BF93A86-1340-5D80-DF12-C4421E6E0C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806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958A54C9-2AE2-9941-0826-44B0059C0A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14F444-AE83-46F3-AAEA-B3239CD88A34}"/>
                  </a:ext>
                </a:extLst>
              </p14:cNvPr>
              <p14:cNvContentPartPr/>
              <p14:nvPr/>
            </p14:nvContentPartPr>
            <p14:xfrm>
              <a:off x="1071000" y="1005480"/>
              <a:ext cx="5915160" cy="3534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14F444-AE83-46F3-AAEA-B3239CD88A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1640" y="996120"/>
                <a:ext cx="5933880" cy="355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694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84C35-5496-181A-B90E-F2BAD034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C0B1F2-06B2-F2CE-F0D9-4DF8B404D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44B37FE2-5A9F-C122-5CC0-9A8BC60472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8EE3B0-2A79-3A56-FC66-7C22C90523C5}"/>
                  </a:ext>
                </a:extLst>
              </p14:cNvPr>
              <p14:cNvContentPartPr/>
              <p14:nvPr/>
            </p14:nvContentPartPr>
            <p14:xfrm>
              <a:off x="1830240" y="108000"/>
              <a:ext cx="8953920" cy="5175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8EE3B0-2A79-3A56-FC66-7C22C90523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0880" y="98640"/>
                <a:ext cx="8972640" cy="519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4699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18005-82C0-9944-18B3-BC39A385B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B454E3-6863-3927-6687-234A8CBB8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25EAFB73-5700-A110-4AA8-BDE972E21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3CF2E48-4331-2C18-556C-D71E54FF58C9}"/>
                  </a:ext>
                </a:extLst>
              </p14:cNvPr>
              <p14:cNvContentPartPr/>
              <p14:nvPr/>
            </p14:nvContentPartPr>
            <p14:xfrm>
              <a:off x="607320" y="219960"/>
              <a:ext cx="10329840" cy="6563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3CF2E48-4331-2C18-556C-D71E54FF58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7960" y="210600"/>
                <a:ext cx="10348560" cy="658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6494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2964C-0DD6-6D2C-536C-E7E56C70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3C20E4-C5E9-0957-404F-82627009E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9041C7DE-DC42-C60E-0934-C72C04C65D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3FFB56F-F99D-3ECA-AB69-853892CD96C0}"/>
                  </a:ext>
                </a:extLst>
              </p14:cNvPr>
              <p14:cNvContentPartPr/>
              <p14:nvPr/>
            </p14:nvContentPartPr>
            <p14:xfrm>
              <a:off x="1316880" y="277560"/>
              <a:ext cx="6756120" cy="3513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3FFB56F-F99D-3ECA-AB69-853892CD96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7520" y="268200"/>
                <a:ext cx="6774840" cy="353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8883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2026-01-14T10:03:36Z</dcterms:created>
  <dcterms:modified xsi:type="dcterms:W3CDTF">2026-01-14T10:52:42Z</dcterms:modified>
</cp:coreProperties>
</file>