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0:48:21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4662 2214 17234,'3'-5'5159,"0"2"-3720,-3 3-1137,6-40-40,-12 26-162,-7-28 12,-27 37-78,-19 6-15,21 2 1,0 2-263,-5 0 1,1 3 253,-1 1 1,2 1 2,3 0 0,2 0-9,-21 8 6,22-6 57,7-3-12,16-5-17,1 1 0,5 0 28,0 6 34,-5 7 96,-6 13-80,0-2 87,2 2 1,0 3 41,-4 22-234,7-13 1,2 3 51,4-4 1,4 1-21,2 3 1,1 1-14,1 2 0,0 1-12,1 0 1,1 0-29,0-2 1,2-2-254,2-4 1,2-4 236,4-5 0,5-4-342,5-8 0,5-4-1543,9-7 1,3-7 1909,1-4 0,-2-2 0,17-5 0,-21-2 0</inkml:trace>
  <inkml:trace contextRef="#ctx0" brushRef="#br0" timeOffset="1090">5958 2390 21657,'-54'-23'635,"0"0"0,3 5 0,3 13-448,5 28 1,4 10-677,9-9 0,2 2 552,1 5 1,-2 4 0,4 0-712,-2 6 0,3 2 667,-4 11 1,3 2-17,5-4 0,8 1-31,14 1 1,11-3 46,4-12 1,5-4-12,4-3 1,5-5 19,7-8 0,3-7-166,-9-5 1,1-4 190,6-2 0,-1-4 227,-4-9 1,-3-5-74,6-20-62,-14-4 1445,-24-1-1282,-15 10 667,-12-7-773,-20 5-96,3 15 368,1 6-441,4 22-33,10 9-16,-3 15-18,7 22-112,16-1-8,10 0-1415,30-4-3152,21-17 4042,-6-14 1,0-2-1,7 2 1,5-8 0</inkml:trace>
  <inkml:trace contextRef="#ctx0" brushRef="#br0" timeOffset="1273">6465 2862 26172,'-31'-11'22,"1"19"-89,19 19 0,4 8-452,-1 0 1,2 4 518,6 16 0,1-3 0,-1 2 0,4-21 0,0 0 0</inkml:trace>
  <inkml:trace contextRef="#ctx0" brushRef="#br0" timeOffset="1683">7433 2457 24312,'-36'-39'375,"0"0"1,7 3-1,1 11-296,-9 28-46,-10 27-13,20-10 0,0 3-623,-5 10 0,2 4 611,5 0 1,4 0-9,5-7 0,3 1 0,2 6 0,5 0 198,10 16-158,14 8-7,5-35 1,5-5 50,23 3-20,-18-21 1,-1-4 2,6-11 95,-14-10 1,-3-5 201,3-16-174,-7 12 0,-2-2 113,4-19-57,-5 7-123,-3 14 453,-2 3-486,-6 19-51,1 0-33,-4 21 10,0 15-16,-2 7-8,-2 9 0,-1 4-18,-1-6 1,-1 3-512,0 0 0,0 3 0,0 0-759,1 0 0,0 1 1,1-2 920,1-2 1,0-1-1,1-2 1,-1 3 0,2-4-1,1 7 1</inkml:trace>
  <inkml:trace contextRef="#ctx0" brushRef="#br0" timeOffset="1883">7894 3172 22979,'0'-4'3036,"0"0"-2297,0 4-778,-39 46-795,20 1-17,-5 2 1,1 0 0,12-4 0,5-2-1</inkml:trace>
  <inkml:trace contextRef="#ctx0" brushRef="#br0" timeOffset="2316">8905 2670 23577,'-2'-44'659,"-1"-1"1,1 0 0,-1-15-1,0 9-334,1 14 46,0 16-349,2 11 43,1 19-37,3 19-28,1 28 0,-2-17 0,-1 4-653,-1 10 0,-2 1 157,-3 8 1,-2 2-2003,2-17 0,-2-1 0,1 0 2498,-3 18 0,-1-5 0,3-18 0,1-5 0,0 7 0</inkml:trace>
  <inkml:trace contextRef="#ctx0" brushRef="#br0" timeOffset="2532">9417 3133 24279,'0'-7'2391,"1"2"-2094,-1 5-185,0 0-95,10-24-6,-8 43-268,3-4-822,-7 16 1,-4 7 1078,-1 4 0,1-2 0,-2 6 0,3-4 0</inkml:trace>
  <inkml:trace contextRef="#ctx0" brushRef="#br0" timeOffset="3016">10085 2700 23304,'13'-50'644,"0"1"0,1 4 0,2 5-447,20 4-113,6 8-39,9 8 5,3 10-28,1 11-16,-4 14 16,-7 12-10,-9 13 27,-13 6 28,-10 5-11,-18 1 22,-11-1 6,-13-7 6,-7-8 78,-3-11 134,0-12 68,3-7-56,7-9-23,8-2-17,10-5-89,7-2-73,5-2-56,10-1-39,10 1-12,12 4-5,12 8 6,10 14-6,-23-2 0,0 3-143,2 5 0,0 2 148,-3 2 1,-3 2 0,-4 0 0,-5 3-23,-3 28 0,-29 0-42,-3-28 0,-5-1-224,-5-1 1,-4-3-609,-2-1 1,-2-4 890,-3-3 0,2-3 0,-4 1 0,6-8 0</inkml:trace>
  <inkml:trace contextRef="#ctx0" brushRef="#br0" timeOffset="3223">11161 2939 24734,'-12'42'186,"1"1"0,0 0 1,-6 17-1,-2-5-413,1-23 0,-1-3-235,-2 6 1,0-3 0,-3 5 0,3-3 0</inkml:trace>
  <inkml:trace contextRef="#ctx0" brushRef="#br0" timeOffset="3999">12480 2566 23483,'-7'-52'831,"1"0"0,0 6 0,-1 9-579,-7 19-140,1 7-50,-2 5-51,-3 6-11,-8 6 11,-11 7 6,-12 9-6,-9 3-224,27-12 0,0-1 230,-26 10 17,10-3-1,11-4 12,9 1-11,8 0 5,5 3 34,3 4 22,2 3 431,3 3-453,2 0 6,1 0-1,1-4 0,2-2 6,-1-6-22,1-4-40,-1-4 34,0-2 6,1-3 112,-1-3 363,1 0-397,2-5-61,0-2-46,6-6-22,7-2-5,12 1 0,14 1-6,14 6 0,-23 4 0,2 3 5,2 5 1,0 2-128,0 2 1,-2 4 121,-2 3 0,-3 3-11,15 25 22,-32-14 1,-5 2-12,-6 12-6,-13-11 0,-7-1 1,-27 10-18,14-18 1,-4-2-464,-1-3 0,-1-3 141,0-4 1,1-4-813,3-3 0,0-5 1157,-26-17 0,29 8 0,8-8 0</inkml:trace>
  <inkml:trace contextRef="#ctx0" brushRef="#br0" timeOffset="6190">13074 3044 22537,'1'-5'2991,"-1"2"-2420,0 3-537,13-5-68,-15 27-643,5 5-3491,-17 29 4168,1-7 0,5-18 0,4-15 0</inkml:trace>
  <inkml:trace contextRef="#ctx0" brushRef="#br0" timeOffset="6940">13635 2675 16616,'0'-6'5293,"1"2"-4077,13-55-522,-2 21-386,6-11 0,3 1-207,2 9-40,-2 14 1,1 4 17,13 2-51,11 2-11,3 11-6,1 15-9,-18 7 1,-2 3-14,12 13-179,-15-1 0,-3 3 201,-4 17-3,-9-19 1,-6 2 10,-9 5 1,-6-1-3,-3-7 0,-4-2-9,-2-1 0,-3-2 20,-6-6 0,-1-3 56,-19 5 62,-10-1 280,6-12-51,20-12-212,9-5 66,15-9-105,7 4-68,6-1 346,6 3-368,20 6-17,-3 2-12,29 8-16,-2 7 11,-20-1 0,1 3 3,4 4 0,-2 4-12,-10-4 1,-4 3 8,15 27-17,-35-17-156,-25 8-385,-3-19 1,-3-1-267,-18 11-4092,4-9 1,1-5 4274,11-7 0,-10 2 0,33-10 0</inkml:trace>
  <inkml:trace contextRef="#ctx0" brushRef="#br0" timeOffset="7390">14717 2211 23404,'43'-39'182,"-1"-1"1,-3 4 0,-5 10-149,-7 23 600,-1 4-578,-5 7 182,4 3-227,8 9 23,4 0-5,-5-2-1,14 7 11,-9-3 56,9 18-50,-17-1 39,-10 13 0,-23-1 65,-3-8-107,-3-6 0,-1 2-14,-1 22-26,4-25 1,2 3 5,5 12 1,4 1-136,4-14 1,1-1 131,-1 9 1,2-1 5,4-3 1,-2-2 13,-5-1 0,-4-1-25,-8 1 0,-3-2-6,-1-1 1,-7-4-49,-33 3 1,-7-8-9,23-12 1,-3-1-424,-10 2 0,-6 1 0,-1-4-2792,7-3 0,0-3 0,2-1 2332,-9 3 0,2-2 0,-1 0 0,11-3 0,26-3 0</inkml:trace>
  <inkml:trace contextRef="#ctx0" brushRef="#br0" timeOffset="39007">3867 4675 21926,'0'-5'2784,"0"0"-2275,-1-57-228,1 43-292,0-44 0,1 61 16,5 13 18,3 11-12,4 15-6,-1 12 17,-7-16 1,-1 0 11,-3 13 22,-7 11-6,-3-33 152,0-2 167,4-13-111,1-12-135,2-13-56,1-15-16,4-16 10,8-13-293,-2 27 0,2 0 254,2-1 1,2 0-9,0 4 0,1 2-9,16-18-16,-1 16-17,-1 15 22,-1 12 18,0 15 4,0 12 499,-3 14-515,-2 9 0,-7 5-5,-6 0 10,-6-4 7,-6-8-7,-2-11 12,0-13 229,1-9-78,1-12-123,3-11 6,6-25-40,0 9 17,10-22-11,0 21 11,7-6 0,2 8-45,5 9 22,-9 11-5,9 5 6,-9 15-17,8 6 16,1 11-105,7 16-253,-4-4 6,-2 1-958,5-5-1485,6-13 2790,-9-9 0,0-2 0,6 0 0,1-5 0</inkml:trace>
  <inkml:trace contextRef="#ctx0" brushRef="#br0" timeOffset="40890">1313 4385 13536,'-13'-49'2527,"1"1"1,2 7 0,0 7-2158,3 13-387,3 13 23,1 12 89,1 6 23,-1 8 44,0 6-5,-2 2 6,-2 0-34,-1 0-40,-1-2-10,2-4 156,2-7 392,3-6 236,1-6-281,1-2-375,0-5-123,0-2-17,0-4 12,0 1 5,-1 1-11,-2 2-34,-2 2 17,0 2-28,1 1 40,0 1-119,3 2-22,-3 1 51,-2 12 39,-9 19-9,3-4 1,-1 4-698,-4 12 1,-1 4 689,3-8 1,1 1 0,-1 2 5,0 5 1,-1 2 0,2 1-571,-1 3 0,1 1 0,2 0 555,0 1 1,2 0 0,2-1-3,1-2 1,1-1 0,3-1-268,1-5 1,3 0 0,0-2 214,2 14 0,2-2-284,0-8 1,-1-2 238,-3-6 1,-4-3 930,-18 20-830,-18-21 51,-12-24-6,0-27-55,6-24 499,28 7 0,5-6-509,4-6 1,5-4 20,7-6 0,6-1-23,3-3 0,5 1-40,5 2 1,3 0-79,2 4 1,3 1-71,2 4 1,2 2-32,3 3 1,2 3 41,2 4 1,3 2 106,0 2 0,1 3 67,0 4 1,-1 1-7,-3 3 1,-1 1 131,-5 2 1,-1 1-146,22-9 19,-15 4 232,-14 5 674,-13 1-561,-9 2 621,-4-7 129,-2 5 259,0 0-1223,-1 9 267,0 6-367,-3 6 155,0 8-144,-3 9 1,1 9-29,-1 6-34,2 2-347,1 0-985,3-3-3944,4-4 4479,1-9 0,0-11 0,-1-8 0</inkml:trace>
  <inkml:trace contextRef="#ctx0" brushRef="#br0" timeOffset="41066">1674 4362 22884,'-5'13'-742,"-5"-17"1,22 30 0</inkml:trace>
  <inkml:trace contextRef="#ctx0" brushRef="#br0" timeOffset="41740">1949 4556 21500,'0'-3'3647,"0"1"-3692,0 2 28,-20-9 11,32 40-5,-14-4 11,29 26-5,-1 1 21,-16-15-16,-3 5 23,-15-10 38,-7-12 51,-10-13-89,9-10 10,-4-16 1,11-8-28,2-11-18,7-4-100,17-6-16,-2 17-472,23-3-548,-1 19-471,16-3-34,8 5 913,-27 5 1,0 1-12,3 0 1,-2 0 246,23-3-37,-22 1 1,-2 1 423,-2-1 273,4-3 1,-31 4 252,-13 1 509,-5 0 510,-2-1 96,3 0 51,4-2-73,4-5-819,3 1-364,1-2 258,1 1-79,0 2 113,-1-5-387,-6 3-72,-4-1-91,-1 6 34,-4 1 12,4 3-6,1 1-45,5 1-51,3 2-10,2-1-7,3 5 12,11 11-11,6 7 0,14 15 11,-6-6-17,9 13 12,-12-5-26,-10-8 0,-2 1-126,-1 23-509,-15 6-1278,-14-17-521,-4-14 2465,-6-6 0,16-16 0,1-1 0</inkml:trace>
  <inkml:trace contextRef="#ctx0" brushRef="#br0" timeOffset="41907">2423 4415 22677,'-22'48'-699,"-1"0"1,1 0 0,-7 10-1,8-12 1,15-24 0</inkml:trace>
  <inkml:trace contextRef="#ctx0" brushRef="#br0" timeOffset="42233">2741 4779 20201,'1'-4'4178,"0"0"-3573,4-32 1,0-11-242,-3-8-963,1 14 0,1-6 1,-1 2 670,-3 1 1,0 1-14,0-3 0,0 1-17,1 10 0,-1 2 838,1-29-588,-1 32 76,0 7-413,0 13 6,1 15 33,4 10 1069,5 17-1058,7 17 0,-8-15 1,0 3-419,1 4 1,-1 3 403,-1 4 1,-2 2-43,-1 0 1,-2 0-168,-1-1 0,0-2-379,-1-4 0,2-3-2063,5 23-7171,6-22 9349,-3-21 1,-1-12-1,-8-7 1</inkml:trace>
  <inkml:trace contextRef="#ctx0" brushRef="#br0" timeOffset="42424">2840 4528 25147,'42'-47'-2221,"-13"23"0,0 6 2221,16 12 0,-18 2 0,-15 2 0</inkml:trace>
  <inkml:trace contextRef="#ctx0" brushRef="#br0" timeOffset="42616">3219 4552 25023,'42'-22'-1181,"0"0"1,-13 2-1,-4 6 1,-1 14-1</inkml:trace>
  <inkml:trace contextRef="#ctx0" brushRef="#br0" timeOffset="42774">3285 4719 25914,'53'-26'-911,"-1"-1"0,-13 5 1,-7 4-1,-8 14 0</inkml:trace>
  <inkml:trace contextRef="#ctx0" brushRef="#br0" timeOffset="43616">5313 4633 17647,'0'-8'2677,"-5"-30"1,-4-6-1704,-5 7-630,1-11 1,-3 3 8,-10 16-258,-2 12-89,0 13-12,-1 18 6,-2 15-11,2 15 5,4 9-227,9 0 205,9-4 0,13-8 39,9-10 67,12-11 51,6-14 101,4-16 134,1-14 56,-3-13-44,-6-6-74,-7-1-67,-11 5 122,-5 9-279,-5 11-78,-1 9-78,-1 10 22,-1 13 50,-1 15-5,-2 16-73,0 14-185,3-25 0,0 2-678,1 1 1,3 1-2379,3 1 1,3-1 2910,10 23 0,-1-23 1,-5-19-1</inkml:trace>
  <inkml:trace contextRef="#ctx0" brushRef="#br0" timeOffset="43800">6107 4334 18728,'0'-6'4498,"0"2"-3630,0 4-885,-59 24-39,31 16-205,-10-8 1,-1 5-1715,20 0 0,4 3 1975,-7 3 0,1-3 0,-2 5 0,0-6 0</inkml:trace>
  <inkml:trace contextRef="#ctx0" brushRef="#br0" timeOffset="43940">5654 4707 22440,'24'-50'681,"-1"0"1,-2 6 0,0 8-554,2 14 346,2 12-429,17 29-84,-10 0-597,-3 7 0,2 4 340,-2 2 1,-2-2 0,10 12 0,-1 0 0</inkml:trace>
  <inkml:trace contextRef="#ctx0" brushRef="#br0" timeOffset="44640">1545 6319 23153,'-46'-27'30,"-1"0"0,8 0 0,8 11-120,20 22 45,9 7 34,1 13 5,2-2 1,5 15-6,3-1-1,3-6 1,3 1 8,0-4 1,3 0-334,6 6 0,2-2 325,14 9-120,-12-16 1,-2-2 136,-2 6 83,-1 9-5,-41-13-22,-25-4-34,-6-7-3,11-8 0,-2-2-287,-1-5 0,1-3 27,2-3 0,0-2 218,3 2 0,4-7 17,11-19 0,6-1 0,3 11 0,2-25 0</inkml:trace>
  <inkml:trace contextRef="#ctx0" brushRef="#br0" timeOffset="45050">1914 6560 25422,'23'-13'285,"14"-11"-178,-12 2 10,9-12 23,-14 2-33,-9-3 5,-9 2-17,-8 3-28,-8 6-45,-1 8 18,-16 3-40,6 10-6,-13 7-16,13 4-46,-7 23 18,15-1 28,-3 19 5,14-2-28,14 4-241,11 1-216,-1-26 1,4-1-283,6-2 0,3-2-1533,7-1 1,1-5 422,-4-4 1,0-3 1893,6-2 0,-4-2 0,-5-4 0,-2 0 0</inkml:trace>
  <inkml:trace contextRef="#ctx0" brushRef="#br0" timeOffset="45707">2701 6399 24284,'-49'-26'276,"0"0"0,4 4 1,5 9-238,3 27-22,-2 14-17,-2 12-477,21-14 0,1 2 469,2 3 0,2 1-40,2 1 0,3 2-159,3-1 0,4 0-107,6-2 1,4-1-611,24 23 294,-8-34 0,5-3-311,5-4 0,2-5-68,4-5 1,2-4 102,3-4 1,0-3 608,2-4 0,0-3 157,-1-2 0,0-2 89,-3-2 1,-3 0 70,-5 0 0,-3-2 58,-6 2 1,-4-1 161,7-17 377,-15 5-488,-7 7 257,-6 6 6,0 3 927,0 2-546,1 0 180,1 2 21,-1 2-224,1 3-307,-2 2-236,-2 2-145,1 2-146,-1 1-392,1 1 1103,-1 2-577,2-4-39,0 2-627,0-2 628,1 6 100,0-1 112,1 2-392,-2-3 134,3-1-369,4 1-1804,5-1 2207,3 0 0,-6 0 0,-2 0 0</inkml:trace>
  <inkml:trace contextRef="#ctx0" brushRef="#br0" timeOffset="47073">2990 6464 22806,'29'-37'647,"-1"-1"1,-1 4 0,-10 9-306,-17 17-208,-1 5-156,-2 2-6,-3 9 50,-4 10 6,-6 13-34,-4 11 1,2 8-12,5 2-17,11-3 23,16-6 22,13-11 12,16-13 5,8-11 17,0-17 33,-4-9-10,-7-14 10,-9-10 34,-10-8 6,-9-6-338,-10-3 310,-7 3 27,-5 5 51,-13 9-140,5 18 17,-19 10-28,1 22-23,-13 12-50,1 14-5,11 10 10,17 5-33,23 2-123,18-2-892,21-5 508,-16-24 0,4-3-2381,14-1 1,1-4 2411,-13-3 0,0-3-354,16-2 1,0-5-253,12-13 1076,-25 2 1,-1-2 253,-6-3 1,-2-3 826,13-22 695,-15-2 494,-12 1-751,-7 5 2653,-6 8-3449,-1 8 443,-2 9-998,1 7-45,2 4-44,0 7 17,1 5-6,2 10 5,1 9 7,1 16-7,-2-13-5,-1 16-11,-5-19 22,1 2 45,-2-10 146,2-13-152,3-10-22,6-12 6,8-8-1,9-9 7,7-3 16,13-5-40,-5 10-16,-3 4 0,-5 12-11,-9 9-6,6 6-95,4 15-184,-3 7 21,0 6-761,3 6-661,3-5-521,14 5 78,-11-17 0,1-4-171,-2-5 1,-1-1 1971,-1-1 0,0-3 202,28-10 742,-20-8-721,12-19 1297,-22 7 1706,3-27-1946,-25 28 1844,1-21-1642,-18 24-270,-22 1-654,3 12 53,-6 12 0,-2 6-99,-7 11-128,-8 8-11,14 7-40,21-5 6,4 16-6,12-15 11,23 7 1,-7-26 3166,20 1-3099,-10-18 736,6-12-736,6-29-45,-24 17 0,-1-1-123,0-3 0,-1-1 128,-3-8 1,-2-2 16,-3 5 0,0-2 51,0-18 0,-1-1-231,-2 13 1,-1 2 311,0-1 0,-1 4-42,-1 2 101,-1 12-163,0 18-94,0 7 223,0 20-218,2 21-6,4 24 6,-1-4-194,4-3 1,3 3-967,-1-16 0,2 0-1527,1-3 0,2 3 0,1-3 2374,5 2 0,0-5 0,9 9 0,-11-23 0</inkml:trace>
  <inkml:trace contextRef="#ctx0" brushRef="#br0" timeOffset="47266">5217 6262 24138,'53'-32'-2458,"0"-1"0,-5 11 1,2 3-1,-7 5 491,8 9 1,-13 2 0,-6 1 0,-19 2 0</inkml:trace>
  <inkml:trace contextRef="#ctx0" brushRef="#br0" timeOffset="47423">5463 6455 22615,'-5'0'3003,"2"0"-3262,3 0-4121,77-34 3248,-32 20 0,-2-4 0,-2 1 0,-16 12 0</inkml:trace>
  <inkml:trace contextRef="#ctx0" brushRef="#br0" timeOffset="48016">6443 6164 26021,'-15'55'61,"0"0"1,1-5 0,4-5-40,9-5 17,-1-8 62,-2-10 173,2-11-38,0-9-186,0-7 34,-2-23-67,1-7 16,-1-24-25,2 27 1,2 1 5,1-3 0,2 1 42,6-29-5,9 9-7,6 13-27,-1 14 0,23 7 0,-6 15-17,22 10 11,-8 17-198,-28-4 0,-3 3 192,-1 4 1,-4 2-3,-4 1 0,-4 1-20,0 29-22,-17-4-6,-10-9 45,-6-11 51,1-14-12,7-12-11,7-19 396,9-14-390,9-15 22,6-10 0,7-2-40,4 1-4,2 5 10,3 9-11,0 10-16,2 10-1,1 10-16,3 13-1,3 9-61,3 15-353,2 8-143,-21-17 1,1 1-551,0 0 0,0-1-749,2 0 0,1-2-2754,0 0 1,1-3 4632,20 10 0,-18-12 0,-14-8 0</inkml:trace>
  <inkml:trace contextRef="#ctx0" brushRef="#br0" timeOffset="48356">7583 6305 16168,'2'-6'6643,"-1"2"-6013,12-30 0,3-8 395,-8 9-683,6-13 0,-5 3-6,-23 23-151,-12 9-45,-12 15-45,-7 11-45,-1 12-50,6 9 12,11 3-7,12-1-16,12-3 11,11-6-6,8-7 40,9-10 5,5-8 12,6-12-7,3-8 1,0-7 34,-3-3 44,-5 3 78,-6 3 18,-7 7-124,-7 6-56,-5 7-16,-7 10-12,-5 8-17,-6 12-67,-2 7-459,-1 7-2279,8 1 2811,8 2 0,1-22 0,4-5 0</inkml:trace>
  <inkml:trace contextRef="#ctx0" brushRef="#br0" timeOffset="48673">8429 6042 26766,'-21'38'-147,"-1"0"0,1 0 0,-11 16 0,0-4-795,10-16 1,0-3-949,-3-2 0,-2-4-289,0-5 0,-1-5-67,-28 0 2235,6-26 1019,9-16 1344,12-17 707,13-5-628,16-1-790,18 8-504,17 9-2812,-2 21 0,3 4 1815,18 0-67,-9 12 0,1 6 35,-9 4 0,0 5-396,14 7 0,1 4 288,-11-3 0,-1 2 0,-3-2 0,-2-3 0,-4-1 0,-2 0 0,1 1 0</inkml:trace>
  <inkml:trace contextRef="#ctx0" brushRef="#br0" timeOffset="50516">1371 8275 18341,'9'-52'1690,"1"-1"0,-1 1 0,-3 3-1329,-7 11 0,-2 1-479,1-4 1,-1-1 402,-2 0 1,0 1-70,0 4 0,0 3 86,-2-16 119,2 23-443,3 16 140,2 19-90,1 17-28,3 31 0,-1-16 0,-1 4-729,1 10 0,-1 4 721,-2-14 1,0 1 0,0 1-36,-3 4 0,0 0 0,0 1-84,-1 2 0,-1 0 0,0 0-172,0-1 0,-1 0 0,0-1-209,1-6 1,0 0-1,0-2-695,-1 10 1,-1-5-501,1-14 0,0-4-234,-5 1-1688,-13-28 4024,2-24 1141,-14-20-535,18 13 1,0-2 368,0-5 1,0 0-625,1-4 1,2 0-32,1-1 1,3 0-138,2 1 1,3 1-255,1 2 0,3 1 295,11-26-494,13 7-73,21 7-42,-15 24 0,3 3-307,5 0 0,3 2 290,3-1 0,2 3 6,0 0 0,1 1 14,-1 0 0,-1 0 11,-6 0 0,-1 0 19,-6-1 1,-3-1 92,12-18 95,-15 0 730,-11 3-327,-8 5 107,-3 5-325,-2 6 503,0 6-823,0 6-122,0 3 5,0 12 40,4 14-7,0 19-27,3 18 2,-5-26 1,0 1-213,0 3 1,-1-1 194,-1 0 1,0 0 2,-1-3 1,0-1 28,-1 25-6,-1-15 28,1-16 134,1-14-16,1-13-101,0-14 28,5-23-34,-1 7 431,10-25-409,2 16 29,9-8-57,2 7-27,3 11 5,-3 11-11,-2 9-5,-1 14-7,-2 10 18,-1 12 0,0 9-18,5 9-10,-7-15-6,6 4 45,-10-24 11,5-1 78,-2-12 40,7-20-107,-9 2 67,7-20 79,-13 9 56,1-9 17,-6 6-1,-3 3-156,-3 12-79,1 6-83,-2 9 44,0 22 11,0 15-10,0 4-46,3 17-212,6-15-505,8 9-1075,10-4-7977,18-5 7373,-15-18 0,0-8 1,-23-12-1</inkml:trace>
  <inkml:trace contextRef="#ctx0" brushRef="#br0" timeOffset="50690">2363 7883 25321,'-32'-43'97,"0"-1"0,1 2 1,12 17-139,26 35-1068,12 13-303,4 6 579,0-2 0,0-2 0,-5-5 0,10 11 0</inkml:trace>
  <inkml:trace contextRef="#ctx0" brushRef="#br0" timeOffset="51033">2585 8161 23881,'-3'-5'2582,"0"1"-2442,3 4-151,35-37 5,-6 46 18,27-19-12,-27 47 0,-8 13-40,-17-9 24,-12 8 21,-14-8 18,-17-12 16,7-14-11,4-12 28,10-15 56,11-15-67,3-5-17,14-11-17,12 4-11,3 7-79,19 0-473,-13 19 1,3 2-849,2 1 0,3 1-3516,7 1 1,-1 2 3451,11 3 0,-19 2 0,-28 1 0</inkml:trace>
  <inkml:trace contextRef="#ctx0" brushRef="#br0" timeOffset="51323">3373 8144 24055,'2'-38'890,"0"8"-588,-2 30 399,0 0-751,1-3-12,2 2 12,2-3-74,1 3-257,2 1-61,-2 0-1188,0 1-6296,-2 2 7926,-2 1 0,0-2 0,-2-1 0</inkml:trace>
  <inkml:trace contextRef="#ctx0" brushRef="#br0" timeOffset="58766">3381 5005 18005,'6'-9'45,"7"1"-23,21 3 1,6 0-6,-15 2 151,-1 0 280,-18 3-128,-8-1-287,-13 3 46,-14 2-29,-2 0 79,-15 5 39,5 1 0,-8 3-56,7-1 28,4 3-95,16-5 27,2 0-100,13-5-44,1-2 139,7-1 90,10-3-62,11-4-56,3 0 28,16-7 6,-5 0 50,14-4 275,-17 6 352,-7 2-442,-19 6 57,-13 1-259,-6 1-16,-9 4-34,-3 0-45,1 5-11,5-3 11,0 3 40,2-2-40,1 1-34,2 0-49,7-5 21,4-1-150,4-1-2219,12-1 2420,4 1 0,-1-1 0,-4 0 0</inkml:trace>
  <inkml:trace contextRef="#ctx0" brushRef="#br0" timeOffset="61333">3560 4986 10091,'-44'5'1307,"-1"0"1,1 0 0,-8 1 0,4-1 0,9-1 0,4-1 194,-1-1-1066,8-1-94,33-3 111,33-4-257,-4 1 0,6-1-2176,17-3 0,2-1 2039,-7 1 0,5 0 19,-5 0 0,7-2 1,2 0-1,-4 1-354,-8 1 0,-3 0 0,2 0 1,3 0 305,5-2 0,5 0 1,2-1-1,-1 0 1,0 1-325,-5 0 1,0 0 0,0 0 0,-1 1 0,-2-1 298,4 1 1,-3-1 0,1 1 0,3-1 4,-6 2 0,4-1 0,2-1 1,-1 1-1,-2 0 0,-4 1-208,3 0 1,-5 0-1,0 0 1,3-1 204,1 1 1,4-1 0,0-1 0,-2 1 0,-5 1 286,5-2 1,-5 0-1,-4 1-238,6-1 0,-7 0-33,3-4 140,-28 5-4252,-25 6 4089,-13 2 0,5 3 0,-4 1 0</inkml:trace>
  <inkml:trace contextRef="#ctx0" brushRef="#br0" timeOffset="62373">7351 4520 16874,'1'-11'2517,"6"-31"1,1-7-1218,-3 1-1184,2-7 1,0 0 577,-5 12-142,-2 16-507,0 15 48,0 17-82,-2 15 6,0 21 0,0 18-317,1-23 0,0 1 311,1 1 0,0 1 0,0-2 0,0-1 147,0-3 1,-1-2-137,-4 20 45,-1-14 181,0-16 4,1-13-140,4-18 615,2-13-643,5-13 22,6-11-16,12-5-62,6-3 0,6 3 6,3 10-1,1 12-27,0 12-1,1 10 29,1 8-45,1 10 28,-3 12-23,-4 15-28,-11 12 40,-9 5-6,-9 2 0,-10-9 11,-2-13 23,-2-15 50,3-11-39,9-13-1,8-10-27,13-14-28,12-6 33,6-2 6,-2 2 17,-7 4-11,-9 8-17,-9 8 22,-3 8-34,-2 12 23,2 10-11,2 10-45,1 7 34,3 4 11,3-2-6,3-2-17,6-5 29,4-8 49,3-9 1,0-12 22,-4-10 29,-8-10-24,-7-9-10,-9-6-34,-7 6 252,-3-12-123,-4 18-51,-1-5-61,-1 18-73,3 7-45,1 4 34,1 9 17,2 8-18,3 9-21,5 8-398,7 1-1255,6 0 1686,10-2 0,-14-15 0,0-4 0</inkml:trace>
  <inkml:trace contextRef="#ctx0" brushRef="#br0" timeOffset="62540">8489 4204 19809,'52'1'0</inkml:trace>
  <inkml:trace contextRef="#ctx0" brushRef="#br0" timeOffset="62890">9015 4472 23198,'0'-3'2974,"0"0"-2655,0 3-274,-1 20-39,3-6-1,-1 25 18,3-11 5,0 2 11,-2-8 235,-1-10 17,0-7-195,-1-28-18,5-11-39,0 2 0,4-2 42,8-6 1,3 1-26,12-16-28,-5 23 0,3 6 5,10 6-10,12 5-29,0 13-8,-18 14 0,-1 4 9,14 10-91,-11 3 1,-2 5-948,-8-4 0,-1 2-1083,10 10 1,0 2 1614,-2-4 1,-2-2 0,-9-11 0,-3-3 0,6 4 0</inkml:trace>
  <inkml:trace contextRef="#ctx0" brushRef="#br0" timeOffset="63407">6523 6366 15277,'-53'2'1405,"0"0"0,0 1 0,3-1 0,2 0 0,7-1-940,-9-1 103,35-7-316,65-7-185,-19 5 0,6 1-835,9-1 0,8-1 0,4 1 809,-8 3 1,4-1-1,2 1 1,0-1 0,-3 1-563,4-1 1,-2 1 0,2 0-1,4-1 525,-11 2 0,3 0 0,3 0 0,1 0 0,1 0 0,-1 1 0,-2 0-4,6 0 0,-1 0 0,0 0 0,-1 1 0,0 0 0,-2-1-371,3 1 0,-2-1 1,-1 1-1,1-1 1,4 0 272,-8 1 0,4 0 1,1-1-1,0 1 1,0 0-1,-4-1 1,-3 1-1581,10 0 0,-5-1 1,-2 1-1,1-1 1678,5 1 0,1-1 0,-2 0 0,-5 1 0,-4 0 0,-5 1 0,-4-1 0,-8 1 0,0 1 0</inkml:trace>
  <inkml:trace contextRef="#ctx0" brushRef="#br0" timeOffset="64349">9286 6305 21876,'7'-46'773,"0"-1"0,0 5 0,-3 8 420,-4 14-1126,-1 9 268,1 11-290,2 9 133,1 2-184,6 28 557,-3-5-562,2 19 28,-8-10 0,-7-5-6,-1-11 28,-7-5 129,5-13-78,2-8-45,6-14-51,10-15 28,1 1 23,13-16 34,10-7-46,5 0-22,-16 23 1,1 2 21,13-5-33,-10 14 34,14 6-29,-8 9-49,18 6 44,-2 7-6,-1 12 0,-5 10 12,-11 5 0,-12 1 27,-10-6-10,-12-8 27,-4-7 40,-1-10-23,3-5-6,3-9-16,8-7-22,5-8 5,8-6-6,6-3-5,-4 7 16,11-8-10,-13 15-12,8-4-33,-9 13 27,2 4 1,-4 5 16,18 13 1,-4 3-23,17 12-12,-6-3 7,0 0 5,-1-4-6,-9-9 1,11-3 61,-14-11 22,9-7-22,-10-10 0,-3-8-6,-3-6 1,-3 1-6,-4 1 11,-4 9-12,-5 7-60,-2 8 10,-1 4 17,-1 7-22,3 7 11,3 8-17,5 5-50,7 3-247,8 2-498,8-1-1131,3-2-6632,2-7 8575,-7-8 0,-12-7 0,-10-6 0</inkml:trace>
  <inkml:trace contextRef="#ctx0" brushRef="#br0" timeOffset="64507">10617 5836 22554,'-15'9'0,"3"-2"0</inkml:trace>
  <inkml:trace contextRef="#ctx0" brushRef="#br0" timeOffset="64850">11021 6108 22559,'0'-4'3697,"0"0"-3081,0 4-599,12 10-6,-1 16 0,10 13 17,-8 11-17,-6-6 12,-3-10 66,-4-11 102,0-13-23,0-11-95,3-13-12,6-14 18,11-14 38,11-9-58,-11 24 0,2 2-26,1 1 1,2 1-12,1 4 1,2 3-12,31-7-8,-29 16 0,2 4-121,1 4 0,0 4 42,0 3 0,-2 4-341,0 6 0,-4 4-1824,-2 5 1,-4 2 2240,9 26 0,-15-17 0,-9-16 0</inkml:trace>
  <inkml:trace contextRef="#ctx0" brushRef="#br0" timeOffset="66033">3523 8254 10634,'1'-3'9830,"0"0"-7544,-1 3-1581,-16-66-139,5 43-289,-3-15 0,-2 4-64,-5 26-118,-7 12-78,5 5 17,-14 21-1,3 6-33,8-5 0,2 3-6,5-6 1,3 1-239,1 3 0,3-1 261,5 5 16,16-3 46,11-16 133,34-8-161,7-24-514,-17-3 0,0-5 530,0-9 0,-3-3-22,-6 5 0,-1-2 83,5-12 1,-4-4 109,-8-6 0,-5-3-129,-2-3 1,-3-1-51,-8 15 1,-3-1 0,-3 2 66,-5-7 0,-3 5-51,0 12 1,0 4 131,-9-16-224,8 33-16,1 4 470,9 38-425,7 19-12,3 14-503,-1-15 1,0 2 488,-2-4 0,1 3-111,-2 1 0,0 3 0,1-1-329,-2-7 1,-1-1 0,2 0-1276,0 5 1,1 1-1,0-4 1729,2 1 0,1-5 0,4 9 0,-5-26 0</inkml:trace>
  <inkml:trace contextRef="#ctx0" brushRef="#br0" timeOffset="66250">4621 8048 20347,'-3'-3'3360,"0"1"-3410,3 2-3647,94-44-5148,-47 33 8845,-5-3 0,7-4 0,-10 6 0,-8 12 0,-1 0 0</inkml:trace>
  <inkml:trace contextRef="#ctx0" brushRef="#br0" timeOffset="66407">4745 8288 19025,'-3'1'4800,"0"0"-4402,3-1-393,59-36-260,-29 24 1,1 0-667,16-11 1,4-1 920,9 6 0,-4 3 0,-14 3 0,-10 4 0,0-1 0</inkml:trace>
  <inkml:trace contextRef="#ctx0" brushRef="#br0" timeOffset="66832">6136 7879 25135,'-16'53'175,"0"-1"1,1-4 0,4-4-125,12-2 22,-1-9-1,0-12 152,0-9 174,-2-11-230,-1-8-17,0-10-11,0-11-28,3-10-11,7-4-17,5-2-6,10 2-16,5 3-28,7 6 5,6 4-28,5 9 0,2 8 0,-2 10-16,-5 14-1,-8 13-11,-8 14 12,-8 10 10,-6 2-21,-3-1-1,2-5-190,5-7-740,3-10-2038,8-10 2985,7-9 0,-14-5 0,2-3 0</inkml:trace>
  <inkml:trace contextRef="#ctx0" brushRef="#br0" timeOffset="67157">6887 7940 20671,'1'-3'4621,"-1"0"-2649,0 3-1826,-11-50-51,8 37-56,-8-37 0,11 50 297,0 0-325,-3 7-33,-2 7 16,-6 13 18,-2 11-7,-2 9-38,1 6 16,4 4-151,9-1-538,10-6-1725,9-11 2431,7-13 0,-10-13 0,-2-9 0</inkml:trace>
  <inkml:trace contextRef="#ctx0" brushRef="#br0" timeOffset="67950">6583 8191 24794,'11'-36'554,"0"-1"1,0 0 0,1 3-281,15-16-711,-12 21 1,-1 1 556,1-1 1,0 1 228,0-1 0,0 1-125,8-13-145,-4 12-62,-8 17 194,0 11-194,2 10-11,8 12-1,2 16-5,-2 14-6,-13-21 1,-2 2 140,-3 1 0,-3 0-127,-3 1 1,-2 0-9,-2-2 0,-1 0-130,-10 28-150,6-6-868,10-5-2549,16-9 3697,8-12 0,-4-12 0,-5-11 0</inkml:trace>
  <inkml:trace contextRef="#ctx0" brushRef="#br0" timeOffset="68223">7365 7983 23416,'-1'-3'2974,"0"1"-2044,1 2-913,-2-23-12,4 24 12,2-4-28,4 38-23,0 15-201,-2 7-941,-1-23 0,0-1 1176,10 20 0,-5-15 0,0-20 0</inkml:trace>
  <inkml:trace contextRef="#ctx0" brushRef="#br0" timeOffset="68416">7513 7626 24827,'16'50'-2458,"-14"-22"0,28 8 1,-25-29-1</inkml:trace>
  <inkml:trace contextRef="#ctx0" brushRef="#br0" timeOffset="68733">7857 7923 27370,'14'21'17,"-3"7"-17,-10 14 11,-1 6 6,0-17 84,1-1-28,0-14 151,10-27-62,4-15-67,5-9 107,15-17 11,4 6-120,-4 12 0,3 0-453,-4 7 0,1 3 360,7 0 0,-1 3 0,12 4 0,5 15 0,-6 38-300,-27-12 0,-2 6-331,0 22 0,-6 1 1,-1 2-1,-12 5 0</inkml:trace>
  <inkml:trace contextRef="#ctx0" brushRef="#br0" timeOffset="73541">5736 1274 22977,'-2'-56'700,"-1"1"1,1 7 0,0 9-1360,1 15 201,1 14 204,5 26 145,7 12 30,10 27 40,-9-21 1,0 1-431,0 5 0,-1 1 491,-2 3 1,-3 0 5,-2-2 0,-4 1 0,-4-4 0,-3-2-23,-3-4 1,-4-2 84,-25 19 33,-12-14-59,20-24 1,-1-5 16,-1-2 0,0-5 11,0-4 1,1-3 164,-22-12 102,12-3 50,14 2-141,11 7-245,9 6-34,4 5 39,7 9 356,6 7-316,13 8 98,12 2 81,15-2-132,-19-13 1,3-3-418,5-1 0,3-2 366,2-2 1,2-4-43,2-1 1,0-3 45,-1-2 1,-2-2-13,-3-1 0,-1-1-67,-7 1 0,-2 0 100,15-6-358,-22 8-1416,-22 10-6524,-27 17 8225,-11 7 1,6-3-1,7-6 1</inkml:trace>
  <inkml:trace contextRef="#ctx0" brushRef="#br0" timeOffset="79532">11632 4762 17232,'-3'-59'590,"0"0"0,4 7 1,8 10-362,33 10-558,-8 19 1,4 4 468,2 3 0,3 2-422,14-1 1,7 4 426,-8 5 1,4 5 0,-2 1-504,-4 0 1,-2 2 0,0 1 385,0 1 0,0 1 0,-2 4 11,-3 2 0,-2 3 1,-3 1-295,7 10 1,-2 5 248,-2 2 0,0 6 1,-3-3 5,-13-12 0,-3-2 0,1 4 4,1 7 0,1 5 0,-1-1 1,-5-5 6,-3-3 0,-2 1 2,2 5 0,1 5 0,-4-3 40,-7-7 1,-5-1 55,-1 8 0,-8 0 71,-13 2 1,-7-4-80,-4-8 0,-3-4-59,-2-1 0,-3-3 36,-6-6 1,-2-4 2,6-6 1,-1-1 55,-10 1 0,-1-2-50,4-3 0,1-3 117,1-6 1,4-3 1728,-14-10-1810,17-6 68,23-9 667,10-1-695,0-13 607,2-8-563,0 14 675,1 5-736,-1 19-90,-4 10-50,-1 7 5,-1 9-6,4 11-5,1-1 17,7 11 17,5-1 61,9 21-84,0-6 12,2 7-18,-9-19 1,2 2 39,0-11 134,24 5-106,-6-16-28,17-9 0,7-6-549,-7-5 1,1-2 514,10 0 0,2-2-377,-18 1 0,2-1 0,-4-1 419,4-1 0,-2-1 62,3-1 0,-4-1 81,6-7-207,-51 6-185,-14 8-1681,-37 7 1371,11 9 0,8-3 0,12 2 0</inkml:trace>
  <inkml:trace contextRef="#ctx0" brushRef="#br0" timeOffset="80732">12137 6667 22341,'22'39'196,"1"0"0,1 5 0,2 1-163,4 3 1,1 3-1047,-10-12 1,1 2 0,-1 1 1041,1 4 1,-1 0 0,-2 2-15,0 3 0,-2 0 0,-3 0 2,-1 2 0,-2 0 0,-4 1 12,-5-2 1,-3 1 0,-5-2 5,-3-1 1,-5-2 0,-5-2-5,-5-1 1,-5-3 0,-4-1 5,-6-3 0,-3-2 1,-1-3-23,6-6 0,0-3 0,-4-1 11,-8 0 1,-6-1-1,0-1 1,6-3-2,-7 1 0,-3-2-1,12-5 1,-7 0 0,-3 0 0,1-2 0,6-2-9,-1-2 1,4-3 0,-2-2 1,-1 1 0,-3-1 0,0-2 1,5-2 9,0-2 0,4-3 0,3-3 22,-13-8 0,5-3-28,15 5 1,5-3 312,0-12 0,6-3-262,4-14-37,8 12 1,3 0 52,6-25 51,5 1 28,4 5 579,0 10-629,0 14-62,-4 14-73,-1 11 1624,-1 10-1584,-1 13 337,0 18-343,0 15 0,2 12-159,0-28 1,2 0 155,2 1 0,1 0-3,2 0 1,2 0 2,0 1 0,2-1 2,1-1 1,0-1-3,1-3 0,1-1 42,19 20 28,12-15-177,-15-21 1,4-5-1682,12-7 0,5-5 1774,-4-3 0,3-2 0,-4 0 0,-4 0 0,-3 0 0,4-2 0,0-1 0</inkml:trace>
  <inkml:trace contextRef="#ctx0" brushRef="#br0" timeOffset="83274">16831 3864 17781,'0'-6'4358,"0"2"-3193,0 4-1142,-55-43 16,20 78-34,-5-26 1,2 4-750,17 27 1,7 11 737,1-7 1,1 4-1,0 0-520,3-1 1,0 0-1,1 3 506,0-3 1,0 2-1,1 2 1,1 2-123,1-2 1,0 2 0,2 2 0,-1-1 0,1-1-194,0 6 0,0-1 1,0-1-1,1 0 97,0-1 0,1-1 0,0 0 0,-1-2-487,-2 10 1,0-1 0,-3-6-495,-7 3 1,-5-5 1304,-4 4 1,-5-6 464,-2-17 1,-4-13 90,-2-24 0,1-10-189,-10-16 48,22-13 1,8-8-160,12 4 0,6-1-176,1 6 0,2-3 0,1 0-74,3-3 0,2 1 0,2-1 78,2 0 0,2 0 1,1 1-151,1 0 1,1 1-1,1 1-13,2 2 1,1 0 0,1 1-64,1 2 0,2 1 0,1 1-325,1 1 0,2 2 0,1 2 182,5 0 0,0 2 0,-3 2 1,-3 2-1,-2 4 0,-2 5 1,0-1-1</inkml:trace>
  <inkml:trace contextRef="#ctx0" brushRef="#br0" timeOffset="83491">17555 4152 21657,'-4'-5'981,"0"1"-959,4 4-83,78-71-790,-47 57 0,3 3-2127,16-14 0,7-4 1,-4 8 2384,-6 17 1,-4 5 0,-1-2-1,-6 2 1,-9 3 0</inkml:trace>
  <inkml:trace contextRef="#ctx0" brushRef="#br0" timeOffset="83648">17728 4374 17977,'-4'0'4560,"1"0"-4224,3 0-728,66-44-883,-35 31 1,3-1 794,11-7 1,6-5 0,-6 5 0,-12 10 0,-2 2 0,0-1 0,1 0 0</inkml:trace>
  <inkml:trace contextRef="#ctx0" brushRef="#br0" timeOffset="83965">19020 3827 20470,'-46'5'1071,"-1"0"1,-2 2 0,3 6-677,13 8 0,4 5-788,-1 1 1,2 2 465,-2 10 0,4 4-45,12-3 0,4 0-12,3-8 1,3 1-9,6 10 1,9 0 10,13 2 1,7 0 8,4 0 0,5-2-1126,-4-12 1,2-1 0,-1-4 1128,4-2 0,0-6 92,12-6 1,-3-7 865,-6-8-824,-7-11 0,-6-7 54,-15-19-119,-7 10 1,-5-2 56,-22-22-56,-20 6-1175,9 27 0,-4 5 1085,-24-6-240,8 14 1,-1 5-83,15 6 1,1 4 310,-21 5 0,4 2 0,6 3 0,5 6 0</inkml:trace>
  <inkml:trace contextRef="#ctx0" brushRef="#br0" timeOffset="87631">7197 1599 22976,'-10'-40'499,"0"-1"0,0 5 0,4 10-778,6 22 178,3 13 55,4 10 47,5 11 35,3 5 43,2-3 58,2-7 346,2-9 82,6-11-178,8-16-269,-1-5-48,5-13 0,4-5-40,-6 3 1,2-1-507,-1 1 0,3-3 0,-2 1 500,-4 3 0,-1 2 1,-1-1-9,15-11 1,-3 3-17,-12 8 0,-2 3-92,2-1 0,-2 5-462,1 6-1804,9 9 2358,-13 31 0,-13-9 0,-1 7 0</inkml:trace>
  <inkml:trace contextRef="#ctx0" brushRef="#br0" timeOffset="91232">19390 3573 12718,'28'-53'2175,"1"1"0,-6 9 1,-6 8-1493,-11 14 28,-28 42-359,-2 5 1,-3 7-1462,0 0 0,-1 3 0,-2 4 1146,2-3 1,-2 3 0,-1 1 0,0 2-364,2-3 1,0 2 0,-1 1 0,-1 1 0,1 0 329,-4 6 1,-1 0 0,0 1-1,0 1 1,0 0-240,4-6 1,0 1 0,0 0-1,0 0 1,0 0 0,0 1-709,-1 0 0,0 0 0,0 0 0,0 1 1,1-2-1,1-1 826,-2 4 0,0-1 0,1-1 0,1-2 0,2-3 0,-6 9 0,2-4 0,4-5 0,5-6 0,-1 0 0</inkml:trace>
  <inkml:trace contextRef="#ctx0" brushRef="#br0" timeOffset="91974">20644 4000 15990,'26'-54'842,"0"1"1,1-1-1,-5 6 1,0 1 0,-7 5-110,-3-20-330,-18 18 841,-15 18-1188,-15 23-11,-13 24-31,21-3 0,0 4-162,-2 5 0,2 3 156,0 2 0,2 1-2,2 2 0,4 1-9,3-1 0,4-1-8,-1 27 401,20-12-250,14-16 881,12-16-461,7-17-55,3-14-74,2-13-28,-2-5-72,-7 2-169,-11 8 486,-10 10-620,-7 12 0,-6 19-6,-1 19-28,-5 22-19,1-22 0,1 2-756,-3 7 1,1 3-75,0 8 1,2 2-1907,1-15 1,0 2 0,1-1 2760,1 18 0,1-4 0,-1-17 0,1-5 0,2 6 0</inkml:trace>
  <inkml:trace contextRef="#ctx0" brushRef="#br0" timeOffset="94532">16346 6502 18565,'-6'-5'3165,"1"1"-2776,-30-20 1,-9-3-646,4 9 379,-9-10 0,0 3-56,17 21 172,10 10-217,6 9 141,3 9-135,2 3-16,1 0-1,4-2 375,3-5-374,1-3-7,0-3 12,2-2-11,0-2 22,1-3 61,1-2 102,1-2 178,-2-2-33,0 0-201,-6-1-96,-3 0-22,-7 1 16,-3 1 1,0 1-12,5 1 17,4-1-16,5 0 5,2-3 45,2 1-90,7-5-56,2 1-145,9-5-163,2 0-112,4-1-89,-1 0-74,1 0 0,-2 1 52,0 0 21,0-1 23,1 1 6,0 1 11,-3 0 262,-5 3 292,-6 0 62,-5 1 135,-9-2 318,-3-2 365,-10-2 167,-5-2-105,-5 1-264,-5 2-225,-3 4-139,1 2-78,5 1-130,8 3-100,7 1 17,6 3 27,3 4 6,0 6 12,0 4 44,-3 7 62,0 4-56,0 4-73,3 3-23,9 3-10,12 1 16,14 1 11,16 2-459,-17-22 0,2-1 417,5 1 1,1-1-7,1 0 1,0-1-64,-2-1 0,-2-1 128,14 11 113,-23-9 11,-35-8-96,-28-4-59,7-6 1,-3-1-1,-6 0 1,0-2-190,-1-1 0,0-3 175,4-1 1,1-2-29,6-4 0,2-3-414,-11-21-2733,20-14 3153,19 1 0,4 17 0,5 12 0</inkml:trace>
  <inkml:trace contextRef="#ctx0" brushRef="#br0" timeOffset="94798">17309 6554 24363,'-6'-1'1260,"0"0"-1176,6 1-89,0 0-203,74-64-1470,-38 55 1,4 1 863,6-13 0,5-4 0,-1 8-2964,13 16 0,-3 7 3321,-9-3 1,-5 1 0,11 4 0,-30-3 0</inkml:trace>
  <inkml:trace contextRef="#ctx0" brushRef="#br0" timeOffset="94958">17289 6848 25500,'47'-17'-655,"0"-1"1,0 1 0,1 0 0,2 1 0,-4 1-2351,5 0 0,-1 2 1873,8-2 0,-6 1 0,-9 3 0,-2 1 0</inkml:trace>
  <inkml:trace contextRef="#ctx0" brushRef="#br0" timeOffset="95924">19198 6463 20128,'10'-53'1376,"-1"0"0,-4 5 0,-8 8-1017,-30 13-186,-19 14-103,19 14 0,-1 4-19,-22 9-12,13 10 0,2 7-940,14-5 1,1 4 900,-10 14 0,1 4 0,11-1 0,3 1-6,3 7 1,3 1 2,3-12 0,5 3-1,5 0 1,4 5-1,4-5 4,10 3 0,5-2-318,-1-4 1,4 3 0,3-6 364,17 1 1,5-7 55,-2-10 1,1-7 147,-6-9 1,-3-7 56,17-22-92,-27-20-37,-20-13-44,-24-6 98,1 29 0,-5 2-216,-8 0 0,-4 4-6,-5 3 0,-3 4-31,-5 3 1,-2 5 25,-3 4 1,-1 4-1923,-2 5 1,1 4 1519,6 1 0,3 1 1,-13 7-1,26-5 1</inkml:trace>
  <inkml:trace contextRef="#ctx0" brushRef="#br0" timeOffset="97841">15583 8110 19227,'-2'-3'2744,"-1"0"-1394,3 3-1204,74-71-1484,-43 56 1,3 1 1316,8-12 1,6-6 0,-4 9-73,-2 12 1,0 5-2984,20 0 0,-2 2-1657,0 1 4733,-11 3 0,-6 0 0,-20 0 0,-2 2 0</inkml:trace>
  <inkml:trace contextRef="#ctx0" brushRef="#br0" timeOffset="98024">16066 7959 24895,'-25'44'105,"1"0"0,0 0 1,-1 11-1,1 2 1,8-5-115,10-8 1,5 0-1883,1-1 1,0 3-1,3-3 1267,1 2 0,4-2 624,11 14 0,2-6 0,-6-12 0,12 12 0</inkml:trace>
  <inkml:trace contextRef="#ctx0" brushRef="#br0" timeOffset="98258">16842 8092 23433,'-6'-2'1109,"1"1"-1182,5 1-2392,105-31-2451,-64 27 1,0 1 3276,4-7 1,4-3-1,-6 5 1,17 8 0,-43 0-1</inkml:trace>
  <inkml:trace contextRef="#ctx0" brushRef="#br0" timeOffset="98431">17156 8442 23892,'57'-17'-162,"-1"-1"1,1 1 0,-1-1 0,-6 1 0,-5 0-1,-3 3 1,-2 7 0,0 0 0</inkml:trace>
  <inkml:trace contextRef="#ctx0" brushRef="#br0" timeOffset="101390">18508 8259 23881,'8'-29'605,"4"25"-364,-6 34-62,2 18-45,-8-1-22,-6-1-61,-2-9 77,-9 2-9,1-14 200,-6 1 17,6-12-39,3-13-191,8-8 40,3-19 38,12-27-142,-4 21 0,2-2-285,4-11 1,3-1 281,0 6 0,2 1 0,0 3 0,1 2-11,11-13-28,2 13-16,-2 21 38,2 6-11,0 9-16,12 26-1,-10 6 6,-8-7 0,-1 3-155,-5-1 1,-3 2 154,-1 1 0,-3 0-3,-3-1 0,-2 0 20,-5 23-6,-7-18 618,-14-6-550,3-22 10,-3-8-5,10-19-33,7-17-12,13-13-17,9-7 5,-5 26 1,2 2 14,1 1 0,1 2 14,22-16-130,1 12 85,1 16-11,2 10 11,4 16-27,6 18-360,-26-7 0,0 5 230,0 7 1,-2 5-1715,-4 9 1,-3 2 1859,-5-2 0,-4-1 0,-4-15 0,-3-3 0,-3 8 0</inkml:trace>
  <inkml:trace contextRef="#ctx0" brushRef="#br0" timeOffset="103173">8710 3393 24967,'-29'-41'73,"10"18"-45,27 55 56,7 0 112,7-6 118,8-11 11,7-10-84,6-14-62,3-11-89,-1-13-51,-1-9-301,-22 18 1,-1 1 42,22-23-1069,1 4-3719,0 7 5007,-5 10 0,-15 12 0,-10 8 0</inkml:trace>
  <inkml:trace contextRef="#ctx0" brushRef="#br0" timeOffset="112741">19558 8032 15308,'37'-31'1431,"0"0"0,0-1 0,11-8 1,-11 8-749,-23 20 174,-25 23-516,-27 23-145,2-2 0,-6 3-796,3-4 0,-2 2 0,-3 2 637,4-3 1,-2 1 0,-1 0 0,-2 2-442,5-5 0,0 2 1,-2 0-1,0 1 1,0-1 415,-3 3 0,0 0 1,0 1-1,-1-1 0,1 1-311,0-1 1,1 1-1,-1 0 1,1 0 0,1-1 265,-7 6 1,1 1 0,2-2 0,1 0-333,8-5 0,1 0 0,2-1 1,4-1-2273,-1 3 1,3-1-1,5-2 2637,2 3 0,5-5 0,6 3 0,11-20 0</inkml:trace>
  <inkml:trace contextRef="#ctx0" brushRef="#br0" timeOffset="113424">20240 8433 23361,'24'-40'845,"1"1"1,-1-1 0,9-12 0,-10 7-398,-22 18-80,-4 12-273,-3 9 47,-2 15-80,-4 17-17,-6 25-20,7-15 0,-1 3-532,-2 6 0,1 3 504,-2 2 0,1 0 6,1-1 0,2-1-60,1-5 1,2-2 67,3-8 1,0-2-1,2 12 67,2-20 40,1-15-56,3-19-40,5-18-5,2-5-9,4-8 1,2-3-18,-3 8 0,1-1 20,7-17 1,0-2 16,-3 11 0,-2 1-17,-2 3 0,-2 1 29,-2 5 1,-3 3-19,1-19-33,-6 17 0,-2 17-6,0 11 6,0 9 1075,0 14-1070,0 18 17,0 22-333,0-19 0,0 2 89,-2 4 1,-2 1-936,0 1 1,-2 1 1167,-4 4 0,0-4 0,-2 5 0,-1-7 0</inkml:trace>
  <inkml:trace contextRef="#ctx0" brushRef="#br0" timeOffset="115873">10321 3490 23931,'25'-20'33,"0"0"1,7 0 0,4 3-26,19 4 1,3 3-429,-1 1 1,-2 0 413,-7 2 1,-2 2-15,-12 1 1,-4 2 277,-1 3-230,-38 11-17,-40 10 3,6-6 0,-4 1-480,7-3 1,-2 0-1,-1 0 516,-5 1 1,0 1-1,-1-1 52,2 1 1,-1-1 0,2 0-242,-14 6 1,3-1 216,15-4 0,5-1 316,-5 5-338,25-10 39,17-4 51,14-2 1561,15-2-1617,23-10-68,-16 0 0,4-2-60,8-4 1,4-2-143,-13 4 1,2 0 0,1-1-211,9 0 0,1 1 1,-5 0-1,-4 0 1,-3 2-1,-1 3 0,0-1 1</inkml:trace>
  <inkml:trace contextRef="#ctx0" brushRef="#br0" timeOffset="124207">20840 8288 15659,'25'-42'2302,"0"-1"0,-1 6 0,-10 10-1949,-19 19 72,-33 38-195,0-2-1002,1 4 0,-9 8 0,1 0 807,6-3 1,0-1-1,-2 1-401,5-4 0,-2 1 0,0 1 0,-1 2 364,3-3 1,-1 1 0,-1 1 0,1 1 0,0-1-794,-5 6 0,0 0 0,0 0 0,-2 4 795,7-7 0,-2 3 0,-1 2 0,0-1 0,3-2 0,2-3 0,-11 11 0,5-5 0,0 0 0,6-2 0,-1-1 0,0 1 0</inkml:trace>
  <inkml:trace contextRef="#ctx0" brushRef="#br0" timeOffset="124916">21021 9212 20907,'20'-43'829,"-1"-1"0,1 1 0,2 6-264,15 6-441,2 5-29,8 6-67,-8 14-6,-8 5-16,10 9 5,10 12 23,1 8-46,-21-9 1,-2 2-11,8 18 39,-15-8 55,-17 14 18,-19-14 28,-16 14-51,-14-9-254,-5-2 277,0-5-29,14-8 545,3-5 4,23-11-279,2-8-225,18-8-44,9-6-40,2 2 17,23-2-39,-20 11 265,35 2-226,-25 18-22,13 12-34,-20 3 23,-10 25 5,-27-12-17,-2-11 1,-6-1-296,-7-5 0,-6-3 18,-6-1 0,-1-1-163,6-5 1,-2-2 445,-18 1 0,5-2 0,11-4 0,-17 2 0</inkml:trace>
  <inkml:trace contextRef="#ctx0" brushRef="#br0" timeOffset="126883">12042 3567 19350,'-56'5'1105,"-1"0"0,9-1 1,3-1-317,-6 0-279,24-5-381,22-4-118,27-7-11,29-8-6,-11 8 1,4 0-420,10-2 0,2 1 405,5 1 1,1 1-21,-3 2 1,-2 0-37,-8 4 1,-5 2-48,12-1 61,-40 13 34,-49 11 25,-3-3 1,-5 1-826,-16 4 0,-4 1 857,14-6 1,-1 0 0,0 0 28,0-1 0,-1 0 0,1-1 39,5-1 0,0-1 0,3-1-66,-8 1 1,6-1 237,-9 0 586,40-9-721,37-11-98,4 0 1,6-2-37,15-4 0,6-2-761,-10 3 1,4 1 0,1-1 760,-5 2 0,3-1 0,-1 1 0,-4 1 0,12-3 0,-5 1 0,-1 2 0,0 0 0</inkml:trace>
  <inkml:trace contextRef="#ctx0" brushRef="#br0" timeOffset="130890">21638 8908 18155,'35'-52'1318,"1"-1"0,-7 8 1,-5 11-972,-14 24 221,-20 28-316,-19 28-160,3-7 1,-4 6-757,4-8 0,-1 4 0,-2 1 700,4-4 0,-2 1 1,0 1-1,0 2-510,-4 4 1,-1 2 0,1 0 0,-1 2 403,5-8 1,0 2 0,-1-1-1,1 1 1,0 1-599,-1 1 0,0 1 1,0 1-1,1-1 1,1-2 483,-4 7 0,2-1 0,1-1 1,1-5-1,2 0 0,1-3 0,4-5 1,3-4-1,-1-1 0</inkml:trace>
  <inkml:trace contextRef="#ctx0" brushRef="#br0" timeOffset="131790">23009 9401 24239,'-29'-20'61,"0"-1"1,-9 6 0,1 8-39,-9 22 5,11-2 0,2 0 67,-5 4 11,-2 3 23,10 1-56,13-5-34,7-2 62,5-3 22,2-1 34,-3 2 23,0 0 49,-3 5-167,3-7 11,-1 3-29,5-8 1,0 0-11,2-2 16,0 1 57,-3 7-68,2-1 95,-6 9 23,0-4-6,-3 3-50,0-2-39,4-7-6,3-3 112,2-6 33,3 0 51,11-6-179,9-1 11,13-7-50,-5 3 38,10-4-27,-12 5-34,6-1-5,-3 5 16,-3 6-27,-2 4 55,7 13-5,-2 10-28,10 14-20,-20-11 0,-4 2 3,4 22 0,-18 9-5,-14-26-18,-23 3-61,-7-15-417,5-10 0,-4-4-874,6-5 0,0-4-1577,-1-2 0,2-3 2952,-14-17 0,31 9 0,2-1 0</inkml:trace>
  <inkml:trace contextRef="#ctx0" brushRef="#br0" timeOffset="132006">23183 9240 25158,'40'-15'371,"1"0"0,0 0 0,15-6 0,-8 5-371,-8 7-1103,-4 1-2773,-12 4 2813,-4 0 0,-15 4 0,-2 0 0</inkml:trace>
  <inkml:trace contextRef="#ctx0" brushRef="#br0" timeOffset="135407">25667 9615 13671,'-49'-26'3,"1"0"1,-1 1-1,0-1 1,4 3 0,-2 0-1,-1 0 1,1 1-1,2 2 5,-2 0 1,1 2-1,0 0 1,-3-1-760,-1-1 0,-3 0 1,-1 0-1,-2-1 1,0 1 781,7 2 1,-1 0 0,-1 0 0,-1 0-1,-1-1 1,-2 0 67,5 2 0,-3-1 1,-1 0-1,-2-1 1,1 0-1,-1 1 1,1 0-1,1 0-109,-4-1 1,0 0-1,0 0 1,1 0-1,0 1 1,0-1 0,-1 1 49,2 0 1,-1-1 0,1 1 0,-1 0 0,1 0-1,-1 0 1,1 0-30,-1 0 1,-1-1 0,0 1 0,1 0 0,0 0-1,0 0 1,2 1 34,-2-2 1,2 2 0,1 0 0,-1-1 0,-2 0 0,-4-1-97,6 2 1,-4-1-1,-2 0 1,-1-1 0,-2 0-1,1 0 1,1 0 0,2 1-1,4 1 66,-1 0 1,4 1 0,2 0 0,1 1 0,-2 0 0,-2-1 0,-5-1 16,6 2 0,-4-1 0,-3 0 0,-2-1 0,-1 0 0,0 0 0,1 0 0,1 1 1,3 1-1,3 1 0,6 1-8,-15-3 1,8 2 0,3 0 0,-2 1 0,-8-2-5,14 3 1,-3-1 0,-4 0 0,-2-1 0,-1 0 0,-1 0-1,1 0 1,1 1 0,3 0 0,2 1 0,-4 0 0,2 0 1,2 1-1,0 0 1,1 1-1,-2-1 1,-3 0-9,-1 0 0,-1-1 0,-1 0 0,-1 0 0,-1 0 0,-1 0 0,-1 0 0,0 1-5,6 1 1,-2 0-1,-1 0 1,-1 1-1,0-1 1,0 1-1,1 0 1,2 0-1,1 0 1,2 1-10,-5-1 0,2 0 0,3 1 0,0 0 0,0 0 0,-1 1 0,-4-1-2,2 1 1,-3 0 0,-1-1 0,-2 1 0,0 1-1,1-1 1,1 1 0,3 1 0,2 0 1,-5 0 1,4 2 0,2 0 0,0 0 0,-1 1 0,-2-1 3,-1 1 1,-2-1 0,0 1 0,-2 0 0,1 0 0,0 1 0,0 0-3,5 1 0,-1 0 1,1 1-1,0 0 1,0 0-1,0 1 1,-2 1-8,5 1 0,-2-1 0,-1 2 0,1 0 0,0 0 0,0 0 0,2 1 1,1 0-3,-9 2 0,2 0 1,1 0-1,1 1 1,0 1-1,1-1 3,3 0 0,1 0 1,0 0-1,0 1 1,2 1-1,1 0 25,-5 2 1,1 2 0,2 0 0,1 0 0,2 1-27,0 1 1,2 0 0,1 1 0,-2 2 120,-7 2 1,-2 1-1,0 1 1,2 3-148,0 2 0,0 2 0,3 1 1,4 1-15,0 2 0,4 2 0,3 2 17,4 3 0,3 3 0,10-2 22,9 0 1,12 1 386,15 13 1,13-1-380,-2-21 0,6-3 0,4 2 10,2-2 0,5 2 1,3 1-1,1-1 0,1-1-10,0-2 0,1-1 1,0 0-1,3-1 0,2 1 2,3 0 1,2 1 0,3 1 0,0-1 0,-1-2-1,-3-2-46,-1-1 0,-3-2 0,-1-2 1,2 1-1,3 0 42,-5-2 0,3 1 0,1 0 0,1-1 0,0 1 0,0-1 0,-1 0-100,4 0 0,0 1 0,0-2 0,0 0 0,2 1 1,2 1 105,-5-3 0,2 1 0,0-1 1,2 2-1,1-1 0,1 0 1,1 1-1,2-1-44,-9-2 1,2-1-1,2 1 1,0 0 0,1 1-1,1-1 1,0 0 0,0 0-1,-1-1 1,0 1 0,-1-1 42,2 1 1,0-1-1,0 0 1,-1 0 0,0 0-1,0-1 1,0 1 0,0-1-1,-1 1 1,1-1-3,0 1 1,-1-1 0,1 0 0,-1 0 0,0 0 0,1 0 0,-1 0 0,0 0 0,1-1 0,-1 1 3,1 0 0,1-1 0,-1 1 1,1 0-1,0 0 0,-1-1 1,0 0-1,0 0 0,-1 0 1,-1 0-2,1-1 1,-3 0 0,0 0 0,-1-1 0,0 0 0,1 0 0,2 1-1,2 0 1,2 0 3,-9-1 0,3-1 1,1 1-1,1 1 1,2-1-1,0 1 1,1-1-1,1 1 1,-1-1-1,0 1 1,0-1-1,0 0 0,-2 0 1,-1-1-4,4 1 0,-1 0 0,-1 0 0,0-1 0,0 0 0,0 0 0,-1 0 0,1 0 0,0 0 0,1 0 0,0-1 0,2 1 5,-5-1 0,2 1 0,0-1 0,1 1 0,0-1 0,0 0 0,1 1 0,-1-1 0,1 0 0,-1-1 0,-1 1 0,0-1 0,-2 0 0,0-1 15,7 2 0,0-1 0,-1-1 0,-1 1 0,0-1 0,-1-1 0,0 1 0,-2-1 0,1 0 0,-2 0 0,-1 0-4,3 0 0,-2 0 0,-1-1 0,-1 1 0,0-1 0,0 0 0,0-1 0,1 1 0,1-1 36,1 0 1,0 0 0,2-1 0,0 1 0,0-1 0,0 0 0,-1-1 0,0 0 0,-1 0 0,-3-1 30,5 0 0,-4 0 1,0 0-1,-2-1 1,1-1-1,1 0 1,2 0-1,3-1-8,-5-1 0,2 0 0,2-1 0,1 0 0,1 0 0,1-1 0,0 0 0,-1 0 0,-1-1 0,-2 0 0,-1-1-33,3 0 1,-1 0 0,-2-1 0,0 0 0,-1 0-1,0-1 1,0-1 0,0 0 0,1-1-7,3-1 1,1-1-1,0-1 1,1 0-1,-1-1 1,-1 0 0,-2-1-1,-4 1 1,-3-1-7,13-3 0,-6-1 0,-2 0 0,-3-1 0,1-3 38,0-2 1,1-2-1,-2-1 1,-4-2 0,-6-1-9,5-10 0,-8-2 0,-7-8-65,-8-4 1,-5-8 0,-7-2 0,-9 2-73,-10 3 0,-8 2 0,-7-2 0,-7 1-122,0 7 1,-6 0 0,-5-1 0,-2 0 0,-2 3-1,1 4-116,-4 0 0,-1 3 0,-1 3 0,-4 1 0,-5-2 308,9 9 0,-6-1 0,-3-1 0,-2 0 0,-1 1 0,1 1 0,3 1 0,4 3 0,6 3 0,-5-3 0,7 4 0,2 1 0,-6-1 0,-11-5 0,0 1 0,-1-1 0,1 1 0,0 0 0</inkml:trace>
  <inkml:trace contextRef="#ctx0" brushRef="#br0" timeOffset="145449">5970 8795 18566,'60'17'90,"0"0"0,-1 0 0,1-1 1,1 0-1,0-1 0,0-2 1,-1-5-896,-4-6 1,-2-5 0,1-1 0,2 0 811,-7 1 0,2 0 1,0-1-1,1 1 0,0-1-187,5-1 1,0-1-1,2 0 1,-1 0-1,2-1 198,-9 1 0,2 0 0,-1 0 0,1-1 0,0 0 0,0-1 8,1 0 0,0 0 0,1-1 1,-1 0-1,1-1 0,-1-1-66,-1 1 1,1-1 0,-1-1-1,0 0 1,0-1 0,-1 0 39,9-4 1,-1 0-1,-1 0 1,0-2-1,-1-1-107,-5 1 1,0-1 0,-1-1 0,-1-1 0,-1-1 157,6-4 1,-1-2 0,-2-1-1,-2-2 15,-6 2 1,-1-2 0,-3-1 0,-2-1-2,6-10 0,-4-3 0,-4-1 160,-6 0 1,-4-2-1,-5-1-168,-5 0 0,-3-1 1,-6-1 183,-5 1 0,-5 0 0,-4 0-230,-5 2 1,-4 0-1,-7 3-21,-6 2 0,-6 2 0,-6 5 147,-8 0 0,-7 5 0,-5 3-150,5 8 1,-3 3 0,-3 2-1,-2 2-54,4 3 1,-2 2 0,-1 1 0,-2 1 0,-1 0 46,5 2 0,-1 1 1,-2 1-1,0 1 0,-1 0 1,0 1-82,5 0 0,-1 1 0,1 1 0,-2 0 0,1 1 0,-1 0 1,0 1 87,-2 0 0,0 1 0,0 0 0,-1 1 1,1 1-1,-1 0 0,0 0 1,1 2 1,-1 0 0,0 1-1,0 0 1,0 1 0,0 0 0,1 2 1,1-1 0,0 1 1,0 1-1,0 1 1,1 0-1,0 0 0,1 2-80,2 0 1,0 0-1,1 1 1,0 0-1,1 1 1,1 1-1,0 1 85,-4 2 0,0 0 1,1 2-1,1 0 1,1 1-1,2 1-4,-5 4 0,1 1 0,2 1 0,3 1 0,2-2 33,2 0 1,3-1-1,2 1 1,2 5-11,-2 9 1,1 5-1,4 2 1,6-2 4,7-2 0,7 0 0,0 3 104,0 1 1,0 4 0,3 1 0,5-2-125,7 10 0,7-2 1,4 0-22,0-14 0,2-1 1,4 0-1,2-1-32,3 1 0,4-1 0,2-2 0,3-1-26,4 0 0,2-1 1,3-3-1,3-1 21,5-1 1,3-2 0,2-3-1,3-2 26,-6-7 0,2-1 1,2-2-1,2-2 1,1-2 28,-5-3 0,3-1 0,0-2 0,2-1 0,0-1 0,1-1 15,6 0 1,1-2 0,0-1 0,2-2 0,0 0 0,1-1-4,-4-2 0,0-1 0,0 0 1,1-2-1,1 0 0,0-1 1,0-1 14,-5 1 0,1-1 0,-1-1 0,2 0 0,-1-1 0,0 0 1,0-1-1,1-1-60,0 0 1,0-1-1,1 0 1,-1-1-1,0 0 1,0-1-1,0-1 1,0 0 69,-2 0 0,1 0 0,-1-1 1,0-1-1,0 1 0,-1-2 1,0 0-1,-1 0-85,4-3 0,0 0 1,0 0-1,-1-1 1,-1-1-1,-1-1 1,-1 0 37,-5 0 0,0 0 0,-1-1 1,0 0-1,-2-1 0,-1-1 0,-2-1 14,3-2 0,-2-2 0,-1-1 0,-1 0 0,-2-1 1,-3-2-55,4-4 0,-3-1 0,-1-1 0,-4-1 1,-3-1-16,2-7 0,-4-1 0,-4-1 0,-5 0-337,-5 5 1,-4-1-1,-4 1 1,-6 0 378,-10-11 1,-8 0-1,0 7 1,3 4-1,-3 7 1,-10 8-1,0 0 1</inkml:trace>
  <inkml:trace contextRef="#ctx0" brushRef="#br0" timeOffset="150508">1880 8687 13187,'-62'-5'701,"0"1"0,14 2 1,1 0-1,8 2-448,1 3-2,1 1 0,0 2 110,-10 6-300,-1 5-105,18-1 386,30 7-281,13-7 128,45 9-97,-18-17 0,5-1-1043,-1-1 1,5 1 0,2-2 968,-4 0 1,1-2 0,3 0 0,3 1-2,-4-2 0,4 1 1,2-1-1,2 0 1,-1 0-1,-1 0-344,0 0 0,-1 0 0,0-1 0,0 0 1,1 1-1,-1-1 293,2 1 0,-1-1 0,1 0 0,0 0 0,0 1 0,1-1-252,3 0 0,1 0 1,0 1-1,0-1 1,0 0-1,-1 0 301,-5 0 1,-2 0-1,0 0 1,1-1 0,0 1-1,3 0-165,-5 0 0,0-1 1,2 1-1,0 0 1,2-1-1,0 1 1,1 0-1,2-1 147,-5 1 1,3-1 0,0 1 0,2-1 0,0 0 0,0 1 0,1-1 0,-2 0 0,0 1 0,-1-1-19,1 0 0,-1 1 1,0-1-1,-1 0 0,0 0 1,0 0-1,0 0 0,0 0 1,-1 1 29,7-1 0,0 0 0,0 0 0,-1 1 1,0-1-1,0 0 0,-1 0 0,0 0 5,-3-1 0,-1 1 1,0 0-1,0-1 1,-1 0-1,0 0 1,-2 1-1,-1-2 38,6 1 1,-3-1-1,-1 0 1,0 1 0,1-2-1,2 1-8,-2 0 0,1-1 1,2 1-1,-1-1 0,1 0 1,-1 0-1,-2 0-8,4-1 0,-2 0 1,0 0-1,0 0 0,-2 0 1,0-1 72,7 0 1,0-1 0,-2 1 0,-2-1-1,-5 1 25,7-2 1,-6 1-1,-2 0 627,22-3 1,-32 0-791,-69 3 12,-15 3 0,-12 2 79,11 2 1,-4 0 0,-4 1 0,-4 0-82,5 1 0,-4-1 1,-4 1-1,-2 1 0,1-1 1,0 0-1,4 1 11,-8 0 0,4 0 0,0 0 1,-2 0-1,-6 1 3,12-1 1,-3 0 0,-2 1-1,-3-1 1,-1 1 0,0 0-1,1 0 1,2 0 0,1 0-4,-4 0 0,1 1 0,2-1 0,0 1 0,0-1 0,-2 1 0,-3 0 4,11-1 0,-1 0 0,-1 1 0,-1-1 0,-1 0 0,0 1 0,-1 0 0,-1-1 0,0 1 0,-1 0-89,2 0 1,0 0 0,-2 1 0,-1-1 0,0 1 0,0 0 0,-1-1 0,1 1 0,0 0 0,0-1 0,2 1 0,1-1 95,-6 0 0,3 1 1,0 0-1,0-1 1,1 1-1,0-1 0,0 0 1,-1 1-1,0-1 1,-1 1-18,1-1 0,-2 0 1,0 1-1,-1 0 0,-1-1 1,1 1-1,1-1 0,1 0 1,2 0-1,3 0 0,2-1 16,-8 1 1,5-1-1,1 1 1,3-1-1,-1-1 1,1 1-1,-3 0 3,-2-1 1,-2 0 0,0 0-1,0 0 1,1-1 0,3 1-1,2-1 5,-4 0 0,4 0 0,2 0 1,0-1-1,-2 1 17,-6 0 1,-1 0 0,0 1-1,1-1 1,3 1-51,-2-1 1,2 1 0,1 0-1,3 0 174,-8 2 1,3 0 0,6-1-214,4 1 1,7-1 605,1-1 1,19 0-707,26-2 251,38-7-47,2-1 0,11-3-14,-2 1 0,9-2 0,3 0 0,-4 1-17,-12 1 0,-2 0 1,2 0-1,5-1-1,-6 2 0,5-1 1,3 0-1,2-1 1,0 1-1,-1 0 1,-2 0-54,3 0 1,-2 1 0,-1 0-1,1 1 1,2-1 0,2 0 32,-5 0 0,2 0 0,1 1 0,1-1 1,2 0-1,1 0 0,1 0 0,1 0-124,-7 1 1,1 1 0,2-1 0,1 0-1,0 0 1,1 1 0,1-1 0,-1 1-1,-1-1 1,0 1 0,-2 0 78,2 0 0,0-1 0,-1 1 0,-1 1 0,0-1 1,1 0-1,-1 0 0,-1 1 0,1-1 0,0 0-82,6 1 0,-1-1 0,1 0 0,-1 0 0,0 0 0,0 1 0,0-1 0,-1 1 0,-1-1 110,4 1 0,0-1 1,0 1-1,-1 0 1,-1 0-1,-1-1 0,-1 1 1,-2 0 32,4 0 1,-4 0 0,0 0 0,-1-1 0,1 1-1,3-2 17,-7 1 0,3 0 0,2-1 0,0 0 1,0-1-1,-1 1 0,-3 0 0,-2-1 0,3 0 0,-3 0 1,-1 0-1,-2 0 1,0-1-1,-1 0-1,6-2 1,0 0 0,-1-1-1,-4 0 1,-7 0 419,16-8 0,-12 1-610,-1-7-577,-74 12 219,-16 11 0,-14 7 173,10 0 0,-8 2 0,-5 0 0,-3 2 0,2-1 257,5-1 1,-1 1 0,-2 0 0,0 1 0,-1-1 0,0 1 85,6 0 0,-1-1 1,-1 1-1,0-1 1,-1 1-1,0 1 0,-2-1 39,0 0 1,-2 1-1,-1 0 1,0 0-1,-1 0 1,0 0-1,1-1 1,1 1 70,5-1 1,0 0 0,1-1 0,0 1 0,0 0-1,-1 0 1,-1 0 0,-1 0 7,3 0 0,-1 0 0,-1 0 1,-1 0-1,0 0 0,-1 1 0,0 0 1,0-1-1,-1 1 0,0 0 16,1-1 1,-1 1 0,-1 0 0,-1 0-1,1 0 1,-1 1 0,1-1 0,0 0 0,1 0-1,2-1 1,1 1-184,-2 0 1,1 0 0,2 0 0,0 0 0,1-1 0,0 1 0,1-1 0,-1 1 0,0 0 69,-6 1 0,-2 0 0,-1 1 1,2-1-1,0 0 0,4 0 1,2-1-1,5 0 150,-11 3 1,5-2 0,5 0 0,2 0-226,-5 2 1,4-1 0,12-1 1308,12 1-1206,58-21-35,18-5 0,16-7 0,2 0 3,-11 2 0,3 0 0,0-1 0,1 0-5,-9 3 0,1-1 0,1 1 0,1-1 1,1 0-5,-3 0 0,1 1 0,1-1 0,2 0 0,0 0 1,3-1-92,-8 3 1,2 0-1,2 0 1,0 0 0,1-1-1,-1 1 1,0 0-1,-2 1-191,0-1 0,0 0 0,-2 1 0,0 0 0,1 0 0,1-1 0,3 0 220,-3 1 0,4-1 1,3-1-1,0 0 0,0 0 1,-2 1-1,-4 1 0,-4 2 1,-7 1-1,16-4 1,-11 3-1,1 0 0,2-1 1,0 1-1,0-1 0</inkml:trace>
  <inkml:trace contextRef="#ctx0" brushRef="#br0" timeOffset="151441">21915 3522 16915,'-4'-56'-225,"0"1"1,-1-1 0,-3 11-1,-3 2 1,-3 0 133,-6-8 1,-5 0-1,-5 5-964,-7 8 0,-5 6 0,-4 1 1186,6 6 1,-4 2 0,-2 1 0,-2 1-322,-7 0 0,-3 1 1,-2 1-1,-1 1 405,5 4 1,-1 1 0,-1 0 0,-2 1-1,0 2-185,4 1 0,0 1 1,-1 1-1,-2 0 0,0 1 1,0 1 75,3 0 0,0 1 0,0 0 0,-2 0 0,1 2 0,-2-1 0,0 2-63,4 0 1,0 0-1,-1 1 1,-1 1-1,1 0 1,-1 0-1,-1 1 1,1-1 136,-4 1 0,1 1 1,-1-1-1,-1 1 0,1 0 1,-1 1-1,0 0 1,0 0-65,5 0 0,0 1 0,-1 0 0,0 0 0,1 0 0,-1 1 1,0 0-1,0 0 0,0 0 25,-1 1 1,1 0 0,-1 0 0,0 0-1,0 1 1,0 0 0,0 0 0,0 0-1,0 1-39,0-1 1,1 2-1,-1-1 1,0 0-1,0 1 1,0 0-1,1 1 1,-1-1-1,1 1-34,0 1 0,0 0 0,-1 0 0,1 1 1,0 0-1,1 0 0,0 0 0,2-1 0,1 1-5,-4 1 1,2-1-1,2 0 1,0 0 0,0 1-1,-1 1 1,-3 2-10,1 1 0,-1 1 1,-3 2-1,0 0 1,-1 1-1,1 0 1,2 1-1,2-1 1,3-1-3,-7 4 0,5-1 0,2 0 0,0 0 0,-1 2 0,-4 1-41,10-4 0,-2 1 1,-2 1-1,-1 0 1,1 1-1,-1 0 1,2 1-1,2-1 1,3 1-16,-10 6 1,3 0 0,2 0 0,1 1 0,2 0-1,0 1-28,4-1 0,1 0 0,1 0 0,1 1 0,1 1 0,2 0-107,-3 6 1,2 0 0,2 1 0,2 1-1,2 0-60,-1 8 1,3 1 0,4 1 0,5 0-86,5-1 1,4-1-1,5 2 1,7-2 8,5 0 1,6 0-1,5 0 1,4-2 74,8 1 0,5-2 0,4-1 0,5-2 116,-1-7 1,3-2 0,3-2 0,3-1-1,2-1 44,-2-4 1,3-2 0,1-1 0,2-1-1,0-2 1,-2 0-1,3 0 1,-1-1 0,0-2 0,3 0 0,5-1 87,-10-5 1,3-1-1,4 1 1,2-1 0,1-1-1,0 0 1,-1-1-1,-1 0 1,-3-2 50,5 1 1,-3-2 0,-2-1 0,0 0 0,2-1 0,1 1 0,4-1-23,-11 0 1,3 0 0,1 0 0,1-1 0,2 1 0,0 0 0,0-1 0,0 0 0,-1-1 0,0 0 0,-2-1 10,7 0 0,-2-1 0,1 0 1,-1-1-1,-1-1 0,1 0 0,-1 0 1,1-1-1,1 0-9,-6 0 0,1 0 1,0-1-1,0 0 0,0-1 1,0 1-1,0-1 0,0-1 1,1 1-1,-1-1-46,1-1 1,0 1 0,1-2-1,0 1 1,0-1 0,0 0 0,-1 0-1,-1 0 1,-1 0 0,-1 0-35,3-1 0,-2 0 0,-1 1 1,-1-1-1,0 0 0,2-1 1,1 0-1,3-2-10,-4 0 1,2 0-1,3-2 1,1 0-1,1 0 1,0-1-1,0 0 1,-1 0 0,-1 0-1,-2 0 1,-3 0 23,5-2 1,-2 1-1,-3-1 1,-1 1 0,1-1-1,0 0 1,2-1 0,3-1-52,-10 3 0,3-1 0,1 0 0,1 0 0,0-1 0,2 0 0,-1-1 0,0 1 0,-1 0 0,0-1 0,-2 0 0,-3 1-22,8-3 1,-1 0 0,-2 0-1,0-1 1,-2 1 0,0-1 0,0 0-1,-1 0 1,0-1-4,4-1 0,-1 0 1,1-1-1,-2 0 0,0 0 1,-1 0-1,-1-1 1,-1 0 10,3-2 0,-1 0 1,-1-1-1,-2 0 1,0-1-1,-2 0 1,-1-1 20,1-2 1,-1-1 0,-2 0-1,-1-2 1,-3 0 0,-3-2-46,0-3 0,-2-2 0,-2-1 0,-5-1 0,-5-1-79,-1-8 1,-6-2 0,-6 0-1,-8-1 5,-8 1 0,-8-1 0,-6 2 1,-6 1 71,-2 8 1,-6 1 0,-3 1 0,-4 2 0,-2 1-6,-1 4 0,-2 1 0,-4 1 0,-2 2 0,-1 0 0,-2 2-145,2 2 0,-3 1 0,-1 1 0,-1 2 0,-1-1 0,-2 2 0,1 1-1001,3 2 0,-2 1 0,-1 0 0,0 1 1,0 1-1,1 1 0,1 0 0,2 1 1241,-6-2 0,1 2 0,1 0 0,2 1 0,1 1 0,2 1 0,-13-1 1,1 0-1,5 3 0,11 1 0,15 4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0:56:13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3768 2046 23063,'-39'-1'129,"1"-1"0,-4 3 0,2 3-17,-11 13-407,16-6 0,-3 1 334,-12 4 0,-2-2-1082,8-3 1,1-1 1075,2 0 1,2-3 779,-17-2-550,28-7 157,0-3-230,15-1 104,7 1-305,4 4 1949,2 5-1870,-5 19 16,-6 13-31,2-5 0,-2 3-320,-1 2 1,-1 1 316,-1 5 1,1 0-32,3-8 1,2-1 2,0 7 1,4 0-1,8-2 1,2 0-17,3 23 19,11-16 0,6-4-3,17-2-28,-18-16 1,3-2-794,10-6 1,3-5-1364,-9-7 1,1-3 2161,11 0 0,-3-1 0,4-4 0,-17-2 0</inkml:trace>
  <inkml:trace contextRef="#ctx0" brushRef="#br0" timeOffset="400">4553 2288 23019,'-8'-57'1166,"1"0"1,0 6 0,1 10-898,0 21-202,3 11-84,2 10 29,2 13-1,2 4-6,0 13 1,1 6-29,-2-2 1,-1 3-311,-1 23 0,-1 1-628,-1-14 1,-1 1 960,-2 0 0,-1 3 0,1-8 0,-1 8 0,2-13 0,0 0 0</inkml:trace>
  <inkml:trace contextRef="#ctx0" brushRef="#br0" timeOffset="591">4872 2663 23747,'0'-3'2711,"0"0"-2588,0 3-134,-7-1-107,8 22-1350,-3 8-8363,10 24 9019,-2-14 0,-2-12 0,-2-19 1</inkml:trace>
  <inkml:trace contextRef="#ctx0" brushRef="#br0" timeOffset="1150">5537 2190 26609,'43'-44'84,"-10"11"0,-34 43 78,-4-1 12,-2-4-34,-2-3-39,0-9-23,1-9-16,2-12-6,2-7 0,6-3-23,4 2 6,4 6 17,4 4-56,5 6-11,9 8 0,12 10-11,12 14-349,6 12 357,-30-4 0,-3 3 16,-4 4 1,-5 4-3,-5 3 0,-7 4-3,-10 3 1,-7 1-442,-8 3 1,-5 0 440,-6-1 1,-4-3 4,0-3 1,-1-3 14,4-7 0,1-4 33,-17 5 34,17-21-11,13-20-17,8-12 17,5-7 338,4-1-333,2 5 886,1 9-992,3 8-11,9 9 5,10 13 18,14 9-208,15 15-264,-21-15 1,2 2-1405,3 3 1,2 1 1891,6 3 0,-2-1 0,5 5 0,-5-4 0</inkml:trace>
  <inkml:trace contextRef="#ctx0" brushRef="#br0" timeOffset="1334">6393 2505 27981,'-22'-17'0,"3"17"-207,14 50-1854,-2 13 2061,3-24 0,0-1 0,0 5 0,0-2 0</inkml:trace>
  <inkml:trace contextRef="#ctx0" brushRef="#br0" timeOffset="1874">6949 1985 27309,'24'-16'50,"-7"10"12,-15 32 5,-9 1 17,-6-2 34,-6-6-12,-2-7 6,3-6 22,2-10-27,4-10-46,2-14-21,4-13-12,8-10 11,8-1-22,10 5-17,9 11-6,4 11-16,5 12-1,4 9 12,4 15-6,2 14-5,-7 20-277,-24-14 1,-6 3 284,-6 7 0,-7 2-415,-9 9 1,-9 1 387,-4-6 0,-6 2 0,1-3-545,-4 3 1,-3-1 585,1-7 0,-3 1 0,2-7 17,3-10 0,1-4-79,-4 1 0,0-4 157,-18-7-2186,19-34 2119,18 0 513,13-27-497,15 15 865,8-6-909,12 10-39,10 11-23,13 11-131,-21 8 0,1 3-600,6 3 0,0 1-1806,4 3 0,-1 2 2599,-3 0 0,-4-1 0,0 2 0,-23-8 0</inkml:trace>
  <inkml:trace contextRef="#ctx0" brushRef="#br0" timeOffset="2017">7526 2486 23707,'7'8'2207,"-2"-2"-1585,-5-6-286,0 0-224,-24 69-95,13-35-1860,-9 20 0,0 3 1843,1-4 0,3-7 0,6-20 0</inkml:trace>
  <inkml:trace contextRef="#ctx0" brushRef="#br0" timeOffset="5917">8521 1874 23678,'1'-4'3903,"-1"1"-1655,0 3-2225,-9-36-374,2 27-142,-17-24 97,-2 41 1358,-26 12-57,-1 1-1270,19-8 0,0-1 925,-11 2 116,-4-4 159,18-8 50,5 0-823,10-2-62,12 0 0,4 2 0,0 0-162,3 11-514,0-1 149,7 22 50,-4-6 1333,1 16-1449,-3-16 116,-3 14 9,-1-14 405,-1 9 316,-1-12 63,-1-7 106,1-8 433,1-6-206,1-5-557,-1-7-92,-1-6 0,-1-6-106,1 2-2,2-10-24,3 14 85,9-12 197,4 16 93,15-1-243,8 9 0,-2 5 0,16 11 0,-24 0 0,-2 2 0,22 20 0,-25-12 0,-6 2 0,-16 24-1253,-24 2 172,-8-11 182,-1-14 1,-4-4-2186,-12-1 2453,17-8 0,1-3 0,3-4 0,13-7 0</inkml:trace>
  <inkml:trace contextRef="#ctx0" brushRef="#br0" timeOffset="6133">9053 2177 25830,'-28'48'-555,"1"1"1,2-4 0,3-4 554,2 1 0,8-18 0,5-5 0</inkml:trace>
  <inkml:trace contextRef="#ctx0" brushRef="#br0" timeOffset="6640">9370 1900 25534,'12'-54'201,"0"-1"1,2 4-1,6 9 102,30 8-350,-18 20 0,2 4 273,2 1 1,1 4-222,-1 1 0,0 4-24,-1 5 0,-1 3-25,-4 3 0,-1 5 84,-3 4 0,-3 4-15,-3 3 0,-5 2-59,-3 3 0,-6 0-134,-7 2 0,-6 0 131,-4-2 0,-5-1 170,-3-2 1,-4-2 274,-22 15 442,4-13-27,6-12 124,7-10-57,7-10 182,6-6-946,5-8-166,5-4-280,4-1-12,8 2 127,5 4 468,9 6 413,9 5-52,9 6-242,10 10-382,6 7 0,0 10 0,-9 5 0,-14 4 0,-16 4-388,-24 2-318,-18-1 239,-22-3 214,19-22 0,-3-2-731,0-3 1,-2-3 1048,-2-3 0,3-2 0,-5-1 0,7-5 0</inkml:trace>
  <inkml:trace contextRef="#ctx0" brushRef="#br0" timeOffset="6840">10865 2285 27333,'-29'34'-218,"1"0"1,-1-1 0,-11 15 0,9-10 0,18-23 0,5-3-1</inkml:trace>
  <inkml:trace contextRef="#ctx0" brushRef="#br0" timeOffset="7407">11825 1811 29727,'-41'-9'-56,"-1"0"0,0 0 1,-17-4-1,4 4-3,-4 16 198,3 1 516,7 3-152,11 3-68,11 3-151,10 1-84,9 5-131,4 5-116,3 6-139,2 6-396,-1 3-27,1 1-59,-4 0 107,0-3 316,-2-7 253,-1-7 139,3-9 96,0-9 264,3-5-26,0-4-262,1-4-7,1-6-106,3-6-47,2-5 12,8-3 94,9-1 70,13 2 177,13 5 130,8 6-188,4 8-267,-30 6 0,-1 3-104,1 2 0,0 4-1,0 2 0,-1 4-77,-2 1 0,-3 4-256,10 25-203,-25 6-182,-31 1 327,1-26 1,-6-2-378,-13 4 1,-3-4 227,12-7 1,0-3-1971,-13 3 1,1-5 2501,2-7 1,6-3-1,18-4 1</inkml:trace>
  <inkml:trace contextRef="#ctx0" brushRef="#br0" timeOffset="7807">12374 1633 30837,'39'-30'-82,"-1"-1"1,-2 3 0,-2 7 47,3 16 38,-5 3 13,-9 1-29,-4 3-25,-2 1-31,1 6-224,11 16 207,2 6-55,1 6 103,-11-10 1,0 2-36,-1 1 1,0 2-345,5 10 0,1 5 356,-6-7 0,-1 4 0,-1-3-496,0 3 0,-3 1 516,-3-4 0,-2 4 0,-5-3-48,-10 0 0,-7-1 16,-7 10 0,-9-1-52,-11-3 1,-9-5-553,8-14 0,-2-4 0,-4-1 435,-3-2 1,-3-3 0,-5-1 253,0-5 0,-5-2 1,1-1-1,7-1 1,-7 3-1,4-3 1,10-5-1,0 0 1,0 1-1</inkml:trace>
  <inkml:trace contextRef="#ctx0" brushRef="#br0" timeOffset="17092">2345 3792 22369,'-35'-25'408,"0"-1"1,1 1 0,-14-10 0,4 16-353,2 39-22,3 27-26,19-9 1,4 5-1774,-1 12 0,3 5 1768,6-14 1,1 3 0,1 0-21,1 7 0,1 1 0,1 1-58,0 4 1,2 1-1,-1 0-430,1-13 1,-1 0-1,0 0 1,0 1 107,-1 0 1,0 0 0,0 0 0,-1-1-179,-3 14 0,-1-1 0,-1-3 445,0-8 1,0-2 0,-3-3 266,-5 5 1,-3-8 243,-21 0-17,0-49 1394,3-33-1462,23 6 1,4-5 2,2-7 1,4-3 441,5-4 1,4-2-518,3-2 0,2 0-84,4 4 0,2 1-1071,8-3 1,1 5 935,-8 15 1,2 3-45,10-6 0,2 3-734,-5 12 1,2 3 772,13-7 0,0 1 0,6-3 0,0 5 0</inkml:trace>
  <inkml:trace contextRef="#ctx0" brushRef="#br0" timeOffset="17425">2923 4107 24127,'29'-39'-1518,"1"-1"0,11 4 1,4 9-3399,-6 22 1,-1 6 3039,0-2 0,-4 1 1,-3 4-1,-23-2 1</inkml:trace>
  <inkml:trace contextRef="#ctx0" brushRef="#br0" timeOffset="17566">2927 4425 24206,'47'-29'-679,"1"1"1,0 0-1,-5 3 1,-2 1 0,-5 4-1,15-3 1,-21 11 0</inkml:trace>
  <inkml:trace contextRef="#ctx0" brushRef="#br0" timeOffset="18732">4287 4114 23450,'0'-38'235,"1"1"0,1-20-212,5 67 16,3 11 50,2 26-33,-6 3-39,-3 1 17,-10-2 39,-5-12-23,1-7 252,-1-5 225,8-21 50,2-15-442,1 0 150,6-35-229,0 19 51,9-28-18,5 12-55,2 3-29,-1 7-16,4 17 6,-11 12-18,22 4 34,-10 10-27,13 10 16,-5 7 5,0 4-10,-10-4-1,-1 2 6,-11-11 95,-1-1 112,-5-9-100,-3-8 50,-2-17-146,2-5 11,4-14 6,2 0-17,5 4 6,1 5-17,-1 10 0,3 5-5,-3 8-7,9 5 7,-2 8-6,4 7 11,-8 1 33,5 12-22,-9-13 6,19 16-11,-16-22-17,25 6 16,-20-13 29,28-13-23,-26 1 73,20-25-34,-27 17 90,5-20-50,-16 19-6,0-5-56,-4 12 34,-2 3-62,2 5-213,2 21 190,4 2-111,7 21-342,6-4-734,7 0-1545,4-3-1211,-3-11 3966,1-7 0,-18-12 0,1-1 0</inkml:trace>
  <inkml:trace contextRef="#ctx0" brushRef="#br0" timeOffset="18883">5333 3735 22884,'-11'-3'0,"3"1"0</inkml:trace>
  <inkml:trace contextRef="#ctx0" brushRef="#br0" timeOffset="19216">5648 3968 22593,'0'-3'3361,"0"0"-2818,0 3-532,-8 7-5,7 11-6,-6 0 5,10 14-16,-2-18 173,4 4 6,-3-14 320,6-14-371,-2-1 135,17-38-129,-1 8-87,-5 9 1,2-1 2,17-16-27,6 7-24,-5 14-10,13 6 11,-3 15-23,-13 12 1,-1 4-12,11 8-608,-20 19 1,-7 8-2790,-12-5 0,-4 2 2763,0 14 1,-1-3 0,-4 11 0,0-26-1</inkml:trace>
  <inkml:trace contextRef="#ctx0" brushRef="#br0" timeOffset="19832">2387 5796 24010,'-40'-15'191,"-1"0"1,1-1 0,-17-2 0,6 9-91,-3 28-4314,11 12 4207,14-2 1186,12 19-1180,21-11 0,13 17 263,19-7-261,-12-23 1,2 0 8,4-1 1,2 1-43,7 4 1,1-1 32,-10-6 1,-1-1 9,22 16 2326,-33-12-2204,-28-8 40,-31 9-129,3-10-22,-21 3 21,23-13 1,-1-1-9,4-1 1,-2 0 248,-13 0 1,0-3-522,9-2 1,4-2-2952,-11-3 3187,15-3 0,25 6 0,5 2 0</inkml:trace>
  <inkml:trace contextRef="#ctx0" brushRef="#br0" timeOffset="20108">3165 5939 23719,'-55'-3'647,"0"-1"1,12 1 0,8-3-614,12-7-56,36-5-79,20 0-62,-2 5 0,4 2-1175,20-1 1,3 2 760,-7 2 1,-1 2 58,0 2 0,-3 2-1124,8 7 1642,-23 25 0,-16-19 0,-2 16 0</inkml:trace>
  <inkml:trace contextRef="#ctx0" brushRef="#br0" timeOffset="20241">3154 6202 24889,'38'-15'-1291,"0"0"0,13-3 1291,-8 0 0,7-3 0,-9 4 0,1 0 0,-10 5 0,1 1 0</inkml:trace>
  <inkml:trace contextRef="#ctx0" brushRef="#br0" timeOffset="20975">4520 5693 26424,'-17'36'28,"3"13"-17,14-11 0,-5 16 12,1-36 27,-3 8 275,4-21-107,-2-5-78,0-12 6,0-12-79,1-1 56,1-17 51,13-8-135,-1 9-3,7 8 1,4 5-43,2 6 14,8 5 1,2 2 8,2 8-12,1 2 1,2 5-6,18 12-6,-14 3 1,1 3 5,-8 2 0,-2 2 3,-2-1 0,-3 3 5,-5 7 0,-7 0-24,-3 0-12,-6 29 61,-15-38 40,-2 3 11,1-19-28,6-15-22,1-7 5,8-20-17,6 2-11,8-8-11,2 12-5,-3 9-1,4 1 40,1 11-34,-2 1-6,15 8 6,-12 9-5,10 7 5,-12-1-23,2 6 62,-1-3-55,0-2 4,3-4 35,-5-10-23,-6-6 17,10-17-12,-12 4 40,16-32-17,-12 13-6,4-17 34,-10 18 12,-5 10 4,-3 11-10,-3 9-73,0 6 11,0 9 5,1 10-10,1 1-23,7 23-146,2-9-531,10 16-1827,8-11 2532,10-8 0,-16-15 0,0-8 0</inkml:trace>
  <inkml:trace contextRef="#ctx0" brushRef="#br0" timeOffset="21142">5597 5249 24727,'27'44'-1804,"-10"-18"1,-8-10-1</inkml:trace>
  <inkml:trace contextRef="#ctx0" brushRef="#br0" timeOffset="21458">5981 5542 23679,'0'-2'3075,"0"-1"-2274,0 3-778,12 34-29,-4-3 14,2-1 1,0 1 30,3 14-22,1-10 50,-1-13 79,-1-12-23,1-19-39,5-16 39,6-18 23,5-11-46,4 0-21,2 6-62,3 14-45,1 13 5,4 13-38,-1 18-449,0 16-1747,-6 25 2257,-21-13 0,-3 1 0,2 5 0,-8 4 0</inkml:trace>
  <inkml:trace contextRef="#ctx0" brushRef="#br0" timeOffset="22059">1744 7258 18352,'-3'0'5451,"1"0"-3995,2 0-1445,27-26-34,9 17-97,-2-5 0,3 0-822,1 11 0,0 3-568,2-1 1,-1 1-2493,-4-1 1,-1 1 4001,14 2 0,-22-2 0,-17 2 0</inkml:trace>
  <inkml:trace contextRef="#ctx0" brushRef="#br0" timeOffset="22215">2035 7238 24695,'-26'51'61,"1"0"1,1 1 0,7-1-71,14-6 1,5 1-1158,0 4 0,2 2-1739,2 4 1,4-1 2364,0-5 1,2-4 0,-3-13 0,0-4 0,4 4 0</inkml:trace>
  <inkml:trace contextRef="#ctx0" brushRef="#br0" timeOffset="22425">3099 7396 26277,'45'-24'-1037,"0"-1"0,0 1 0,4-7 0,-1 8 0,-7 20 0,-4 7 0,-9 0 0</inkml:trace>
  <inkml:trace contextRef="#ctx0" brushRef="#br0" timeOffset="22575">3267 7594 21271,'-7'1'4571,"2"1"-4454,5-2-997,0 0-3936,91-42 4107,-60 31 0,0 1 1,21-14-1,-3 3 1,-10 10-1</inkml:trace>
  <inkml:trace contextRef="#ctx0" brushRef="#br0" timeOffset="23442">5082 7307 21489,'-2'-5'3333,"1"1"-2257,1 4-460,-14-74-168,10 38-367,-4-8 0,2 4-36,7 19-40,0 14-21,3 7 21,4 10-5,8 17-17,1 7 34,0 16-28,-9-1 11,-6-10 17,-9 7-12,-3-14 57,1-6 33,1-11-50,10-22-28,2-3 22,11-31-17,2 0 0,-4 8 1,2-1-201,-1 3 0,2 0 197,1-2 1,1 2-8,12-18-10,-10 23 1,3 3 8,17-6-14,-4 15 1,2 3 4,-4 4 1,1 6-651,6 4 1,-1 5 647,10 9 0,-3 24-17,-23 14 28,-7 4-14,-15-25 1,-5 0-21,-12 14 373,-3-11-339,5-15 185,6-12-112,5-17 1296,2-11-1340,6-15-18,5-8-5,1 6 5,13-10-44,-7 22 33,7-7 0,-6 18-5,1 7-12,-3 5-5,18 11 22,-5 4-11,19 10 0,-4-2 0,3 0-11,-11-8 11,14-2 11,-21-11 28,11-7 34,-15-12 0,-4-13 5,-5-10-27,-6 4 128,-5-21-89,-4 29-5,-1-20-85,-3 32 0,2-2 0,-2 13 0,2 6 0,5 17 0,2 9 0,3 8 0,0-3 0,0 0 0,1 4-947,0 5 0,2 1-6883,4 5 7203,3 9 0,-8-30 1,-5-15-1</inkml:trace>
  <inkml:trace contextRef="#ctx0" brushRef="#br0" timeOffset="23608">6350 6647 25001,'0'0'0</inkml:trace>
  <inkml:trace contextRef="#ctx0" brushRef="#br0" timeOffset="23958">6848 6913 25685,'0'-7'2089,"-1"2"-1933,1 5-105,0 0-46,12 3-10,-1 29-12,10 9 11,-12-9 1,-3 1 10,7 23 1,-4-16 33,-2-16 79,-1-13 5,3-16-45,5-13 1,8-17-29,6-11 1,7-6-29,-15 27 0,2 1-5,22-16-6,5 14-27,3 13-18,4 16-271,-25 5 0,0 4-558,4 5 1,-1 5 239,7 8 1,-3 1 0,5 4-1,-5 2 1</inkml:trace>
  <inkml:trace contextRef="#ctx0" brushRef="#br0" timeOffset="24625">1141 8943 21803,'-4'-4'2817,"2"1"-2520,-32-16 0,-10-2 17,-4 9-720,-8-10 1,-2 3 472,24 19 0,3 4 1,-28 8 287,9 10-344,18 6 169,20 4-175,26 4 7,22 1-7,-8-16 1,5 0-280,5 1 0,3 1 277,4 0 0,0 1-224,2 2 1,-1 0 225,-3 0 1,-3 2-12,-6-3 1,-5 2-27,3 24 49,-39-2-6,-36-3-366,8-23 1,-4-3 373,-6 0 1,-2-3 5,-3-2 1,-1-2 7,0-4 1,0-2-32,3-3 1,0-4-168,6-5 0,3-5-662,8-4 1,6-5 826,10-12 0,5-1 0,1-4 0,14-5 0</inkml:trace>
  <inkml:trace contextRef="#ctx0" brushRef="#br0" timeOffset="24825">1759 8721 24917,'-19'44'59,"1"-1"1,0 1-1,0-1 1,2-1-1,3 0-45,5 5 0,4 0-876,-3 5 0,1 2 523,1 3 0,0 0-792,2 0 0,0-1 1131,1 0 0,1-6 0,1 8 0,0-16 0</inkml:trace>
  <inkml:trace contextRef="#ctx0" brushRef="#br0" timeOffset="25366">1505 9288 24889,'-4'-49'71,"0"-1"0,5 5 0,11 7-97,18 23 1,8 6-20,4 0 1,4 1-1119,4 3 0,1 1 1000,1 1 1,2 2-278,8 0 1,-1 0 120,-11 2 0,-2-1 256,4 0 0,-4 0 18,4 1 647,-11-1-305,-27-1 78,-11 0 275,-18-1 1488,-22 0-1858,7 3 653,-14 5-726,17 5-134,-2 9-17,10 12 5,12-2-38,9-1 38,14-7 51,9-9-5,11-3 33,16-11-40,-10-10-55,-2-4 73,-13-10-1,-13 1 63,-5-17-102,-14 7-11,-12-8-16,-9 12-18,3 9-5,-9 3-28,4 13 23,-12 9-46,9 11 29,1 16-1,15-3-16,6 19 11,9-1-62,8-7 1,4 3-621,2-4 0,2 1-1,10 9 0,1-2 198,-6-15 1,1-1-931,7 4 1,4-3-3502,0-11 1,0-2 2771,16 11 1,-4-13-1,-37-16 1</inkml:trace>
  <inkml:trace contextRef="#ctx0" brushRef="#br0" timeOffset="25766">2697 9389 23747,'8'-47'1023,"1"0"0,-1 5 0,-4 11-961,-5 26-1,-4 13-22,-8 26-33,-2 12-9,4-10 0,0 3-680,0 2 1,1 0 679,1-5 0,0 0-8,-3 11 0,0 1 14,1-5 0,1-1 8,1-4 0,0-1 162,2-3 0,-1-6-122,1-7-29,2-14-11,-3-17 0,-1-22-22,1 2 8,2-11 1,3-5 10,1 8 0,2-1-246,-2-6 0,2-4 274,1-7 1,1 0-20,1 8 0,1-1-12,2 3 1,1-4-1,1 3-235,5-11 0,2 3 221,4-3 1,3 5 8,-1 19 0,2 6-657,25-8 646,-6 20-107,-9 17 1,1 8 129,16 17 2,-15-4 0,-3 4-20,-10 3 0,-5 3 18,4 19-18,-23-10 0,-9-1-19,-4-12 0,-4-2 2,-9 12 1,-3-3 11,-2-11 0,-1-3-239,1-5 1,0-3-518,-16 1 371,-8-10 0,37-5 0,-7-1 0</inkml:trace>
  <inkml:trace contextRef="#ctx0" brushRef="#br0" timeOffset="25999">3195 9187 26052,'46'-22'-796,"-1"1"1,1-1-1,15-8 1,-9 8 0,-16 16-1,-16 3 1</inkml:trace>
  <inkml:trace contextRef="#ctx0" brushRef="#br0" timeOffset="26398">3979 9003 23912,'2'-47'620,"0"0"1,0 0-1,0-15 1,0 10-470,-2 22 355,1 20-489,5 24-23,6 25-11,-2-7 1,0 3-361,1 8 0,0 3-365,-1 7 0,-3 3 408,-3-11 1,-2 2 0,0-5 0,0-3 0,-1-4 0,-2 1 0,0 1 0</inkml:trace>
  <inkml:trace contextRef="#ctx0" brushRef="#br0" timeOffset="26666">875 10255 17491,'-50'9'452,"-1"0"0,0 0 1,-17 2-1,21 3 881,44 2-156,52-1-897,3-7 0,9-3-1571,-2-2 1,5-1-1,3-1 1329,-16-2 0,1-1 0,3 0 1,1-1-1,0 0-205,-1 0 0,1 0 1,1-1-1,1 0 0,1 0 1,0-1 174,-3 1 1,1-1 0,1-1 0,0 1 0,1-1-1,0 1 1,1-1-69,-4 1 0,0-1 0,1 1 0,0-1 0,1 1 0,0-1 0,0 0 0,0 1 32,3-1 1,0 0 0,0 0 0,0 0 0,1 0-1,0-1 1,-1 1 0,1 0-241,-6 1 0,1-1 1,-1 0-1,1 1 0,-1-1 1,1 0-1,0 0 1,0 0-1,0 0 268,2 0 0,2-1 0,1 0 0,0 1 0,-1-1 0,0 0 0,-3 0 0,-3 1 0,-3 0 0,12-1 0,-4 0 0,-4 1 0,-1 0 0,1 0 0,5-2 0,0 1 0,0-1 0,1 1 0</inkml:trace>
  <inkml:trace contextRef="#ctx0" brushRef="#br0" timeOffset="43707">3894 10595 22451,'38'-31'14,"0"1"0,0-1 0,0 1 0,11-8 0,0 1 0,-3 7-535,5 8 0,-1 4 94,6 0 0,-3 2 0,7-1 0,-8 5 0</inkml:trace>
  <inkml:trace contextRef="#ctx0" brushRef="#br0" timeOffset="43934">4237 10510 25343,'-6'44'22,"1"0"1,0-1-1,0 1 1,0-1-1,1-1-328,-2 9 1,3-2-1959,3 3 0,3 0 2264,5 4 0,2-4 0,2 6 0,6-9 0</inkml:trace>
  <inkml:trace contextRef="#ctx0" brushRef="#br0" timeOffset="44301">4922 10563 19784,'-8'1'3909,"1"0"-3062,7-1-634,0 0-342,33-37-246,11 17-591,-6-4 1,4 1-545,-1 12 1,0 5 1509,1 0 0,-3 2 0,6-1 0,-12 5 0</inkml:trace>
  <inkml:trace contextRef="#ctx0" brushRef="#br0" timeOffset="44457">5074 10731 15569,'-5'4'7444,"2"-1"-5988,3-3-1585,21-9-599,15-8-647,-3 3 0,3-1 524,11-5 1,-2 1 0,7-3 0,-1 1-1</inkml:trace>
  <inkml:trace contextRef="#ctx0" brushRef="#br0" timeOffset="44767">6010 10244 22932,'-51'-1'423,"0"0"1,0 0-1,3 1 1,1 1-1,5 2-289,4 5 1,3 3-82,4 0 0,3 4 9,-14 26-28,21-2-18,15-1 403,22 0-431,13-9-21,22 5-456,-5-16 1,3-1 412,0-1 1,0-2 30,2-1 0,-1 1-14,-2-1 1,-6 1-4,4 9 348,-14 7-309,-69 9 3,6-21 1,-5-2-142,-6 2 1,-4-2 118,-8 1 0,0-3-744,9-4 1,0-1-1775,-9 0 1,1-1 2108,11-3 1,4-2-1,-8-1 1,26-3-1</inkml:trace>
  <inkml:trace contextRef="#ctx0" brushRef="#br0" timeOffset="45600">4431 12106 16392,'-3'-6'5495,"0"2"-3820,3 4-1171,-76-38-3638,33 32 3198,-5-13 0,0 6 144,-4 32 949,10 10-1095,16-5 0,3 2-40,-6 20 12,14 2-1,20-21 576,17-5-525,28-6-56,9 1-288,-20-7 1,2 0 259,-6 0 0,-1 2 0,-4 1 0,-2 1 1819,9 10-1791,-19 20 6,-31-10-6,-20 16-297,6-28 1,-5-3 271,-3-1 0,-2-2-3,7-3 0,-1-3-3,-5-1 0,0-3-76,-14-3-1741,-8-26 1820,27-20 0,10 9 0,20-2 0</inkml:trace>
  <inkml:trace contextRef="#ctx0" brushRef="#br0" timeOffset="45874">5008 12050 25477,'40'-27'-1068,"0"0"0,0-1 1,1 3-1,0 2 1,-1 6-1440,4 7 1,-2 6 2506,6 0 0,-8 1 0,-20 1 0,-5 2 0</inkml:trace>
  <inkml:trace contextRef="#ctx0" brushRef="#br0" timeOffset="46007">5080 12306 25937,'49'-21'-85,"-1"1"0,0-1 1,4-1-1,1 0 1,-8 2-1,-10 4 0,-3 2 1,-1 0-1,0 1 1</inkml:trace>
  <inkml:trace contextRef="#ctx0" brushRef="#br0" timeOffset="50940">6164 11926 24385,'-23'56'-48,"12"-23"1,3 2-298,7 10 1,4 2-1861,-1 3 0,0-1-2711,2-2 1,0-3 3021,3 18 1,-2-24 0,-3-28 0</inkml:trace>
  <inkml:trace contextRef="#ctx0" brushRef="#br0" timeOffset="51107">6082 12145 18404,'-1'-49'717,"-1"0"1,1-1 0,0 1 0,0-11 0,2 1 0,2 6-648,6 2 0,4 6 29,4 5-1,5 3-580,14 2 1,4 5 89,-12 10 0,2 4-2571,19 0 1,-1 7 2962,4 10 0,-9 0 0,-20 4 0</inkml:trace>
  <inkml:trace contextRef="#ctx0" brushRef="#br0" timeOffset="51257">6203 12261 20184,'-3'0'3994,"0"0"-3619,3 0-325,16-64-206,15 28-1469,-6-7 0,4 1 1625,-1 22 0,0 6 0,8-5 0,-15 10 0</inkml:trace>
  <inkml:trace contextRef="#ctx0" brushRef="#br0" timeOffset="51867">4175 13625 25685,'-19'44'-83,"0"1"1,-1 5 0,4 5-708,8-4 0,2 3 1,2 1-2488,-2-5 0,1 0 0,0 0 2841,-1 4 1,1-1 0,1-5 0,0-7 0,2-6 0,0 5-1</inkml:trace>
  <inkml:trace contextRef="#ctx0" brushRef="#br0" timeOffset="52057">4092 13895 13567,'-3'-50'1528,"1"-1"0,0 1 0,-1 0 0,1 2 0,1 6-318,3-14-986,9 5-179,13 5-68,17 18-38,-1 8-317,1 9 0,5 2-603,-11 4 1,1 2-3936,15 0 1,-2 1 3819,8 5 0,-23 2 0,-26-3 1</inkml:trace>
  <inkml:trace contextRef="#ctx0" brushRef="#br0" timeOffset="52207">4231 13914 20504,'37'-40'-1967,"0"1"1,0-1 0,-3 5 0,-1 2 0,1 4 777,10 3 0,-2 6 0,7-3 1,-34 17-1</inkml:trace>
  <inkml:trace contextRef="#ctx0" brushRef="#br0" timeOffset="52400">5229 13502 22750,'-4'0'2413,"0"0"-2564,4 0-543,59-64-3887,-9 42 3861,-9-13 0,3 3 720,-7 26 0,-3 6 0,-10-1 0,7 1 0</inkml:trace>
  <inkml:trace contextRef="#ctx0" brushRef="#br0" timeOffset="52540">5180 13846 22965,'52'-35'-271,"1"0"1,0 0 0,-7 3 0,0 1 0,-7 6-1,10-1 1,-20 12 0</inkml:trace>
  <inkml:trace contextRef="#ctx0" brushRef="#br0" timeOffset="53840">4455 3042 17630,'-48'15'1254,"1"-1"1,6-1 0,6-2-886,13-4-234,14-3 33,22-3-61,18-7-79,25-4-39,-2-1-68,-5 0 0,1-1-266,-16 5 1,-1 0 226,13-3 1,-2 1-185,3 0 27,-25 7-5,-30 10 73,-25 9 190,-25 10-363,22-11 1,-2 0 449,-2 1 0,0 0 72,1-1 1,1 0-47,3-2 1,1 0 306,-21 9 436,16-8-475,17-7 118,19-6-40,18-12-229,22-12-174,-9 5 0,3-2-60,8-3 0,2 0-136,5-2 1,1 1-1978,2 2 0,-2 0 1553,-6 5 1,-3 1 0,10-2-1,-24 9 1</inkml:trace>
  <inkml:trace contextRef="#ctx0" brushRef="#br0" timeOffset="54957">6220 13602 19488,'1'-53'893,"-1"0"1,1 1 0,0 4 0,-1 1 0,1 8-586,-1-12 309,0 6-528,0 29 385,0-2-491,4 20 195,4 10-166,1 4-7,7 22 1,-3 9-4,-7-7 1,-1 3-6,-3-5 1,-2-1-539,-2 6 0,-2-3 553,-6 5 219,-5-8-108,3-21 73,-3-9-135,5-22-5,2-21-33,4-4 7,4-1 1,3-2 5,0 9 1,1 1-124,2-15 1,0 1 153,-1 14 0,0 3 107,2-13 1066,-4 19-1262,-1 15 0,-2 8 22,4 19 0,-1-2 2,3 14 1,1 4-20,-1 22-103,-2-21 0,0 0 114,-3 1 1,-1-1-32,0 26 60,0-8-7,-1-11 57,0-29-39,1-13-12,0-16-5,0-30 22,1-11-71,1 18 1,0 0 59,0 4 0,1 2 64,2-16 14,-2 7 0,-3 25-128,0 5 0,0 18 5,2 19-207,1 19-275,2 2-4417,0-2 1,1 0 2457,-1-2 0,2 16 1,-6-48-1</inkml:trace>
  <inkml:trace contextRef="#ctx0" brushRef="#br0" timeOffset="59357">1209 15529 23383,'-49'-29'392,"0"1"0,3 3 0,8 5-370,18 12-16,-1 13 22,4 17-17,-10 21-6,10-14 1,-1 3 8,-6 9 0,1 1-371,5-7 0,3-2 354,-2-3 0,6-1 176,12 9-179,21-16-3225,33 5 3208,-9-11-8,0-3 1,-2-1-114,-6 1 127,-5-1 0,-2 3 380,-9 7-318,-8 7 22,-28 3-36,-10-10 0,-5-1-14,-16 9-3,6-10 0,-1-4 3,-12-2-62,-9-3-280,13-13-3775,15-30 4100,17-2 0,7-2 0,9 18 0</inkml:trace>
  <inkml:trace contextRef="#ctx0" brushRef="#br0" timeOffset="59584">1471 15490 21775,'0'-9'3512,"0"2"-2907,0 7-336,0 0-4465,-5 74 4191,4-37-71,-2 17 1,-1 7-998,0-17 0,-1-1 406,2-8 1,-1 1-3077,-4 17 0,0-3 3743,0 2 0,0-8 0,5-21 0</inkml:trace>
  <inkml:trace contextRef="#ctx0" brushRef="#br0" timeOffset="60091">1395 16070 16986,'0'-6'3276,"-1"-25"1,-2-4-2179,1 7-709,-1-10 1,2 1-289,0 18-90,9 4-33,9 9-40,14 3-6,0 1-223,22 1-51,-18-2 1,3 0 119,1-3 1,2 0-306,9-3 0,-1-1 471,-9-2 0,-3-1 67,19-8 146,-7-5 174,-29 7 374,-7-5-246,-19 8-88,-13 4-103,-8 8 624,4 7-561,-20 17-208,12 7-90,-11 17-10,19-2-29,10 0 6,14-4 6,7-10-6,22 0 17,-2-18 5,16 1 23,-7-21-28,-9-2 44,7-30 29,-17 7 16,3-21 68,-15 10 27,-14 4-117,-2 11 96,-15 6-24,-9 15-116,5 4 16,-21 24-68,24 9 12,-10 23-211,18-10 200,6 17-79,13-23 1,3 0-250,2 4 0,2 1-971,6 8 0,4-2-1942,4-5 1,3-3 2628,-1-6 1,0-3 0,9 8 0,-12-20 0</inkml:trace>
  <inkml:trace contextRef="#ctx0" brushRef="#br0" timeOffset="60523">2294 16069 21019,'2'-8'5271,"-1"1"-4745,-1 7-336,0 0-128,-3-17-40,-4 45-27,-5 2 10,3 12 1,0 9-540,-1 5 0,-1 4 524,2-15 1,0 1 0,-1 1-464,1 2 0,-1 0 0,1 0 460,0-2 0,0-1 0,1-2-7,-2 12 1,2-5 27,2-14 0,2-6-8,-1 1 28,5-38 28,8-30-56,-2 4 0,1-4 14,3-9 0,1-4-135,1-8 1,1-3 125,-4 18 1,0-1 0,0-1 9,0 0 0,0-2 0,0 1 1,0 1 1,0 1 0,1 0 11,3-19 0,2 3-9,-1 4 1,1 3 11,1 6 0,1 2-9,0 7 1,2 2 660,-1 7 0,2 3-655,21-11-45,0 17-5,0 11 11,-2 17-28,-4 9 16,-10 15 6,-14 10 6,-12-2 16,-14-5 1,-8 0-26,3-10 1,-4 0 444,-10 9 0,-2-1-747,4-12 0,1-3-2037,-24 5 2359,15-22 0,18-2 0,13-8 0</inkml:trace>
  <inkml:trace contextRef="#ctx0" brushRef="#br0" timeOffset="60733">2975 15906 24396,'-5'1'2291,"2"0"-3803,3-1 1512,55-43 0,-41 32 0,14-10 0,-1-1 0</inkml:trace>
  <inkml:trace contextRef="#ctx0" brushRef="#br0" timeOffset="61100">3509 15645 26514,'-22'-45'145,"1"-1"1,4 4-1,12 5-139,34 3 16,15 4-27,8 5-428,5 10 405,-1 9-33,-5 18 21,-12 17 1,-17 24 14,-21-18 0,-6 4 5,-9 6 1,-6 1-799,-9 5 1,-4 0 825,-5-1 0,-1-1-8,2-3 0,1-3-18,6-7 1,5-3 56,-7 16 28,23-23 0,26-15 157,23-17-218,-8 0 0,3-3-34,9-2 0,2-2 159,6-2 1,2 1-847,6-1 1,2 1 388,-15 4 0,1-1 0,-4 2 0,-3 1 1,-4 0-1,-2 1 0,1 1 0</inkml:trace>
  <inkml:trace contextRef="#ctx0" brushRef="#br0" timeOffset="62417">1136 17117 17086,'-48'14'663,"1"0"0,-1 0 0,5-1 1,1 0-1,0-1 166,-19 5 0,6-1-437,21-6 0,6-1-145,-5 1-18,72-22-95,7 0 1,9-3-806,-1 0 1,7-2 0,6-1 692,-14 5 1,5-1-1,3-1 1,2 0-1,-2 1 1,-4 0-431,-1 1 1,-4 1 0,0 0 0,2 0-1,4-1 412,-7 2 0,3 0 0,3-1 1,1 0-1,0 0 0,0 1 1,-2 0-1,-4 1-304,3 0 0,-4 2 0,-1 0 1,0 0-1,2 0 0,4-1 125,0 1 0,3-1 0,2-1 0,2 1 0,0 0 0,-2 0 0,-1 0 1,-4 1-489,1 0 1,-3 1 0,-1-1-1,-1 1 1,0 0 0,2 0 662,10-1 0,3-1 0,1 1 0,-2-1 0,-7 2 0,-10 1 0,8-1 0,-8 1 0,1 0 0,0-1 0</inkml:trace>
  <inkml:trace contextRef="#ctx0" brushRef="#br0" timeOffset="63775">5492 3041 18744,'-48'7'1339,"-1"-1"0,3 0 0,14-5-1233,28-5 1,12-9-51,19-2-39,25-5-40,-6 7 1,4 0-617,-3 3 1,1 0 565,10 0 0,-3 1 25,-20 4 1,-2 1-182,28 0 326,-35 7-25,-13 5 29,-28 8 56,-28 6-62,-2-2 14,10-6 1,-3 0 114,-4 2 0,-1-1-517,0-1 1,0 0 507,-3 1 1,4-1 215,-7 0 569,22-8-658,16-3-186,9-3-268,18-11-503,17-1 615,4 1 0,2-1 0,3 1 0,9 0 0</inkml:trace>
  <inkml:trace contextRef="#ctx0" brushRef="#br0" timeOffset="76584">3826 17109 18319,'-5'0'5108,"1"0"-3892,4 0-1082,24-45-78,13 17-37,-13 0 1,3-2-48,19 5 0,4 4-1117,-11 4 0,1 0 441,-1 1 0,2-1 0,0 2-2304,12-4 1,-2 1 3007,-6 4 0,-3 1 0,10-3 0,-26 9 0</inkml:trace>
  <inkml:trace contextRef="#ctx0" brushRef="#br0" timeOffset="76767">4286 16908 25830,'-19'59'27,"-1"0"0,1 1 0,2-3 0,1 0 0,5-4-361,6 5 1,4-5-1002,2-8 1,1 0-2970,4 11 0,3-2 3647,0-17 0,1-3 1,6 25-1,-5-27 0</inkml:trace>
  <inkml:trace contextRef="#ctx0" brushRef="#br0" timeOffset="77034">4922 17078 24329,'35'-30'-1608,"1"0"1,-1 1-1,1 1 1,-1 1 0,0 6 1607,2 9 0,-3 5 0,13-5 0,-21 6 0</inkml:trace>
  <inkml:trace contextRef="#ctx0" brushRef="#br0" timeOffset="77191">5059 17260 21679,'49'-36'-1183,"1"-1"0,-1 1 1,-12 6-1,-2 2 0,-6 7 1,2 6-1</inkml:trace>
  <inkml:trace contextRef="#ctx0" brushRef="#br0" timeOffset="77517">6127 16712 25074,'-59'-5'560,"0"0"0,4 3 0,3 3-451,19 3 1,2 4 2,-22 12-135,15 2 18,18 1-1,16 2-22,15 2 39,13 5-22,12 5 0,10 3 8,-20-19 0,0 0-3,1 0 1,1 0 2,-2-1 1,0 0-26,18 14 33,-14-5 12,-17-10 22,-23-3 28,-19-3-61,-23-3-3,19-5 0,-2-1-235,-3-2 0,0 0-309,-1-1 1,2-2 540,3-4 0,4 0 0,-6 1 0,15-5 0</inkml:trace>
  <inkml:trace contextRef="#ctx0" brushRef="#br0" timeOffset="80834">4458 18144 12421,'2'-3'7909,"-1"0"-4991,-1 3-2459,-21-33-145,1 26-51,-23-20-56,0 39-83,-5 8-364,-4 8 301,1 5-50,6 4-27,10 1 10,12-4-5,12-5 5,8-6 17,13 0-11,10 0-33,16-1-12,15-3 0,-21-10 0,2-2 31,3 0 0,0-1-6,0 1 1,-2-1-4,25 7 51,-19-2 23,-18 0-18,-25-1-16,-18 3-17,-19 4-50,-13 4 10,23-8 1,0 1-84,-1-1 0,1 0-398,-25 11-3545,15-9 4066,17-13 0,14-3 0,8-5 0</inkml:trace>
  <inkml:trace contextRef="#ctx0" brushRef="#br0" timeOffset="81051">4957 18102 23147,'-3'0'2728,"0"0"-3025,3 0-666,73-50-1583,-45 37 0,2 0-230,9-7 0,5-3 0,-3 4 2776,-2 8 0,-3 4 0,11-2 0,-22 6 0</inkml:trace>
  <inkml:trace contextRef="#ctx0" brushRef="#br0" timeOffset="81207">5210 18270 17440,'-5'4'7460,"1"-1"-6322,4-3-1200,15-19-711,16-9-2723,-4 3 1,3-2 2644,1 2 1,-1 1 0,11-8 0,-16 14 0</inkml:trace>
  <inkml:trace contextRef="#ctx0" brushRef="#br0" timeOffset="82390">5788 18331 17607,'-1'-53'899,"0"0"0,1 0 0,-2-12 0,0 6-504,1 23 0,0 5 1577,-1-18-1579,-1 9 191,0 13-573,1 22 195,-2 14-212,2 2-16,-5 40-23,2 0 43,2-10 1,0 2-10,1-4 0,0 0-9,1 0 1,1-1-4,0-3 1,2-2 22,1 23-28,3-17 56,-1-15 112,-2-12 6,-2-12-62,0-8 61,-1-25-22,-1-8-13,0 8 1,-1-3-80,0 0 0,-1-1 30,0-2 1,0 1-12,-2-22 40,2-2 145,2 24-179,1 7-28,0 13-45,0 16-33,3 12 78,4 12-28,4 21-59,-5-12 0,0 2-748,-1 8 1,-2 3 806,0 12 0,-1-3 0,0 9 0,-2-2 0</inkml:trace>
  <inkml:trace contextRef="#ctx0" brushRef="#br0" timeOffset="84399">8392 4652 15126,'-3'-5'5271,"1"2"-4033,2 3-756,-34 83-2574,23-36 2196,0-2 1,-3 9 0,4-1 23,7 5 1,4 3-49,-1-11 0,1 6 0,-1 2 0,1-1-766,1-2 1,-1-1 0,1 2 0,0 1 705,0 0 0,0 2 0,1 1 1,-1-1-1,1-3-15,-1-3 1,1-2 0,0 0 0,0 2 2,0 0 1,0 3 0,0 2 0,0-1 0,-1-2-213,1-4 1,-2-1-1,1-1 1,0 2 0,0 2 203,-1 0 1,1 2 0,-1 1 0,1 2 0,-1 1 0,0 1-1,-1-6 0,1 3 0,-1 1 0,0 1 0,0 0 0,0 0 0,0-1 0,-1-1-188,1 5 0,-1-1 0,-1-1-1,1 0 1,-1 0 0,0 0 0,1 0 192,-1 0 1,1 0 0,0-1 0,-1 1 0,0 0 0,0-1 0,0 1-78,-1 0 0,0 0 0,-1 0 0,1 1 0,-1-1 0,0 1 0,-1 1 85,1-4 1,0-1-1,0 2 1,-1-1 0,0 1-1,1 0 1,-1 1 0,0-1-5,0 3 1,0 1-1,0 0 1,0 0 0,0 0-1,0 0 1,0 0-1,0-1-5,0-1 1,0-2-1,0 0 1,0 1 0,0-1-1,0 1 1,-1 2-1,1 0 5,0-4 0,0 2 1,-1 2-1,1 0 1,-1 1-1,1-1 1,0-2-1,-1-1 1,2-3-1,-1-4-3,0 5 1,1-5 0,0-2 0,-1-1-1,1 3 1,-1 7-2,0-5 1,0 5-1,-1 3 1,1 2-1,-1 2 1,0 1-1,0-2 1,0 0-1,1-3 1,-1-4 2,0 6 0,1-3 0,0-3 1,0 0-1,-1 1 0,1 2 0,-1 5-7,0-10 0,1 2 0,-1 3 0,0 2 0,0 1 0,0 0 0,0 0 0,0-1 0,0-1 0,1-3 0,0-2 2,-1 4 1,0-3 0,1-1 0,0-2 0,0 0 0,0 1-1,-1 1 1,1 4 2,-1-7 0,1 2 0,0 2 0,-1 1 0,0 1 0,0 0 1,1 0-1,-1 0 0,0-1 0,0-1 0,1-2 0,-1 7 1,-1-2 0,1 0-1,0 0 1,0-1 0,0-1-1,0 0 1,0-1 0,0-1-6,0 0 1,0-2 0,1-1-1,-1-1 1,1 1 0,-1 1-1,0 3 1,0 2 3,0-5 1,0 3 0,-1 3-1,0 2 1,0 1 0,0 1 0,0-1-1,0-1 1,0-3 0,1-2-1,0-4 1,0-5 0,-2 18 1,2-9 0,0-4-1,-1 3 1,-1 9 0,2-15 0,-1 4 0,0 4 0,-1 3 0,0 2 1,0 0-1,0 0 0,0-1 0,0-2 0,0-3 0,1-5-13,-3 13 1,1-5-1,1-2 1,-1-2 0,0 3-1,-1 3-3,2-9 1,-1 4 0,0 1-1,0 1 1,0 1 0,-1-1 0,1-2-1,0-3 1,1-3-25,-3 15 1,1-5-1,-1-2 1,1-1-1,0 2-241,0-5 1,0 0 0,0 1-1,0 0 1,1-2 0,0-3 274,-1 13 0,1-2 0,0-3 0,0-2 0,-1 2 0,1-2 0,0-3 0,3-12 0,1 1 0,-1 0 0</inkml:trace>
  <inkml:trace contextRef="#ctx0" brushRef="#br0" timeOffset="85082">9215 5544 20879,'-4'-2'2453,"1"0"-1630,3 2-391,50-82-1477,-20 54 1,3-1 1047,-7-4 1,0-4 0,4 4-15,17-1 0,2 7-113,-12 8 1,-1 3-378,9-5 1,1 2-811,-4 3 0,-1 3-3605,-7 3 1,-3 3 2983,5 0 1,-16 6 0,-19 3 0</inkml:trace>
  <inkml:trace contextRef="#ctx0" brushRef="#br0" timeOffset="85242">9536 5345 22856,'-15'49'890,"0"1"1,1 0 0,4-3-734,8 4-659,1-14 0,0 1 532,-1-1 1,0 0-51,-2 13 1,0 3-652,0-4 1,-2 2 0,2-1-2607,0-6 0,0-1 0,0-1 1771,-2 20 1,1-5 0,2 0 0,3-42 0</inkml:trace>
  <inkml:trace contextRef="#ctx0" brushRef="#br0" timeOffset="85499">10137 5451 22627,'-7'-2'2587,"2"0"-2312,5 2-146,0 0-157,20-48-225,25 28-918,-8-9 0,4 1-1425,10 18 0,2 6 2257,-5-1 1,-3 1-1,15-1 1,-27 4 0</inkml:trace>
  <inkml:trace contextRef="#ctx0" brushRef="#br0" timeOffset="85675">10188 5720 22660,'-3'1'3266,"0"0"-3787,3-1-9310,117-67 8192,-76 47 1,0-2-1,6-6 1,-14 11 0,-21 14-1</inkml:trace>
  <inkml:trace contextRef="#ctx0" brushRef="#br0" timeOffset="87758">9681 5326 23387,'-36'-25'333,"0"1"0,1-1 1,-6-8-1,3 11-215,-12 33 110,24 11-194,-1 15-20,15-7 0,4 3 3,0 29-282,6-30 1,4 0 261,4 1 1,4-1-4,16 23 11,-8-22 1,2 0-12,5 6 1,1-2 8,-5-7 0,-1 0 86,-1-3 1,-2 1-73,0 20 95,-15-9-55,-12 10-12,-15-2-1627,-1-19 1,-2-3 1609,-15 9-3,11-12 1,-1-2 347,-8-2-306,-3-1-28,11-11-50,6-14-286,12-2-196,2-5-1313,9 0 1806,4 5 0,0 2 0,2 3 0</inkml:trace>
  <inkml:trace contextRef="#ctx0" brushRef="#br0" timeOffset="88991">9474 5407 20117,'-11'-51'1363,"0"-1"0,1 2 0,1 10-624,2 20-481,1 4-130,3 23 2,3 19-57,0 9-2101,3 11 0,0 4 2067,-1 10-11,0-18 0,0 6 0,0 1-161,-3 0 1,-1 0-1,-1 2 159,1 2 0,-1 0 1,0 2-9,-1 8 1,-1 2 0,1-5-8,-2-2 0,1-3 11,2 4 1,0-3-66,2-16 1,0-3 170,1-3 1,0-3 358,0 13-123,-3-40 2378,2-13-2663,-5-27-54,5 0 0,0-4-8,-1-6 0,1-4 150,0 5 0,1-2 0,0 0-158,0 0 1,0-1-1,0 2-12,-1-13 1,1-1 13,0 12 0,0-2 0,-1 1-378,-2-14 0,1 2 375,0 4 1,0 2-4,-1 6 1,1 7-39,0 10-1,1 21 28,4 15 1341,13 25-1323,3 11-18,-4-4 0,0 3 407,-3-8 0,-2 2-405,0 9 0,0 5 0,-2-2-815,-1 6 1,-1 2 821,-1-4 1,1 4 0,-2-4-10,-2-2 1,0-3 5,-2 3 0,0-3-101,-4 14 146,0-11-6,-1-18 34,-4-33-45,-1-17 17,-6-21-37,7 12 1,1-3-631,-1-8 1,1-1 623,1 6 1,1-3 8,0-7 0,1-5 1,1 2-10,1-8 1,1 0-1,1 4 0,1-3 0,1 4 316,1-7 0,3 5-324,0 10 1,1 6 75,2-13-81,-2 28 0,-3 17 11,2 22 0,3 33-6,-3-19 1,-1 4 777,2 12 0,-1 4-789,-1-2 1,-1 2-77,-1 4 1,0 0 89,-1 4 0,0-1-6,-1 1 1,-1-2 11,-1-4 0,0-1-6,-1-7 0,-1-2-221,0-9 0,-1-3 247,-2 11-7,2-23-4,2-20 212,1-23-213,0-23-11,2 14 0,0-3 5,0-8 1,2-4-124,0-6 0,0-3 120,0 16 0,1-2 0,0 2-14,1-10 1,0-1 16,0 5 1,1-2 0,-1 5-258,0 3 1,-1 2 251,2-7 0,-1 2 17,-1-10-39,-3 37-18,1 1 40,1 28 1272,4 16-1284,2 17-10,0-2 13,0-8 1,0-1-25,4 9 27,5 14 1088,-9-22-1082,-5-6 6,-8-8 0,-1-7 5,-14-4-6,6-8-33,-5-6 34,8-12 11,4-9-17,6-7 5,5-3-10,5-1 5,5 2-23,3-1-10,7-1-74,12-5-86,-13 19 0,4-1-269,5-1 0,3-1-944,4 0 1,2 1 1405,6-2 0,-2 3 0,6-4 0,-5 7 0</inkml:trace>
  <inkml:trace contextRef="#ctx0" brushRef="#br0" timeOffset="89548">9482 5942 26278,'23'-38'17,"0"0"0,0 1 0,13-17 0,2 10-51,-2 23 0,1 5-319,-1 0 1,1 2 139,-4 3 1,-2 2-595,14-1 111,-20 15 130,-26 12 269,-24 15 252,3-11 1,-5 0-309,-5 3 0,-2 1 448,-3 0 1,-2 1 63,1-1 1,1 0-35,1-2 0,2-2 113,5-2 0,2-1 8,-10 5 823,5-5-633,23-13-195,-3-2-106,18-12 792,10-9-854,16-11-51,16-7-367,-18 17 0,2-1 353,1 0 1,1 1 5,-1 2 0,-2 1-8,20-7 16,-19 10-5,-17 7-6,-20 9-11,-15 7 0,-20 8-28,-14 8 5,25-12 1,0-1 904,-22 12-876,17-8 5,16-9 17,14-7-23,18-11-27,15-10 5,21-9-62,-17 11 1,1-1-1045,6-1 1,1 0 1122,8-3 0,-3 1 0,6-3 0,-3 2 0</inkml:trace>
  <inkml:trace contextRef="#ctx0" brushRef="#br0" timeOffset="90958">11549 5058 17748,'-6'-12'3192,"1"3"-1567,5 9-326,0 0-1260,-11-8-5,8 9 50,-8-4 140,10 11 17,-4 3-62,-6 3-11,-8 3 67,-9-2 130,-3-4 10,2-9-101,3-12-111,7-13-57,4-17-50,8-10-56,7-5 0,6 13-28,20-4 0,2 27 0,17-1 11,4 26 29,-7 5-38,-6 12 1,-2 7-381,-11-3 1,-3 4 365,7 16 1,-5 5-23,-14 2 1,-9 1-415,-5-14 1,-5 2-1,-3-1 474,-5 2 0,-3 1 1,-3-1 14,-4-1 0,-2-1 0,-2-1 20,0-5 1,-1-1 0,0-4 41,-11 7 1,1-7-11,10-11 0,2-6 81,-8-9-57,23-21-16,24-15-17,23-11-37,-4 20 1,4 2-6,7 1 1,4 2-26,4 3 0,2 3-124,4 5 1,2 4-1160,1 7 0,-2 5 1294,-5 2 0,-5 2 0,13 8 0,-27-5 0</inkml:trace>
  <inkml:trace contextRef="#ctx0" brushRef="#br0" timeOffset="97600">9054 7543 22096,'-39'-17'523,"-1"-1"1,1 1 0,-14-6 0,5 6-356,0 12 470,13 13-621,14 7 210,11 13-211,9 9-21,12 8-12,12 4-231,14 1 248,-15-26 0,3-1-20,0 0 1,1 0-7,0-1 1,0-1-3,16 19 324,-15-6-285,-19-5 6,-29-5 0,-26-2-6,12-12 0,-3-1-352,-5-1 1,-2-1 329,1-2 0,0-1-51,5-1 1,3-2-131,-19-9-1107,23-7-5394,17-12 6693,15-2 0,2 10 0,2 6 0</inkml:trace>
  <inkml:trace contextRef="#ctx0" brushRef="#br0" timeOffset="97834">9563 7332 27146,'-39'44'-79,"-1"0"1,5 0 0,11 1-353,25-5 0,7 1-1250,0 0 0,1 1-1422,2 0 0,0-1 2388,-1-6 1,-1-3-1,2 9 1,-6-20-1</inkml:trace>
  <inkml:trace contextRef="#ctx0" brushRef="#br0" timeOffset="98724">9334 7878 16448,'-4'-8'3551,"-9"-23"1,-1-5-2309,7 0-941,-5-5 1,3-2-40,17 4-167,13 6-63,16 6-38,14 7-23,-19 11 0,1 2-449,4 2 0,1 1 317,1 1 0,1 2-50,-1-1 0,-1 2 107,-4 0 0,-2 0-138,18 0 191,-21 0 173,-15 1 73,-15-1 95,-10 1 647,-6 2-562,-5 2 53,0 4-99,1 1-139,6-1-118,5 1-51,6-4 45,13 2-33,9-2-12,16-1 6,8-3 0,5-9 6,-1-5 44,-7-9-16,-15 1 95,-7-15-45,-14 10 56,-9-11 16,-11 10-4,-12 6-18,-6 9-50,-2 6-50,1 10-29,7 8-10,6 12-12,9 8-28,7 9-61,13 6-12,2-7-187,7-10 0,4-1-267,11 7 183,-8-11 0,3-3-446,19 3 34,3-12 224,4-15 409,2-13 202,0-13 263,-7-7-45,-14 4 807,-9-10-387,-18 19-135,-5-5-229,-7 16-212,-4 8-57,2 14-34,1 16-33,2 20 3,3-16 0,1 4-454,1 6 1,0 2 441,1 6 1,1 2-1,1 1 1,1 0 13,-1-1 1,1-2 5,0-6 1,0-3-18,-1 21 17,-1-27 12,-3-23-7,0-26-4,-1-20-7,0-24-448,1 20 1,1-3 459,-1-7 0,2-2 8,-2-4 0,2-1-3,-1-1 1,1 0-6,1 5 0,1 1 2,0 6 1,2 3-6,2 6 0,2 3 816,14-19-841,7 16-11,8 14 5,2 11-11,3 17 11,-1 11 17,-4 17-17,-11 12 996,-15 7-1007,-22 2-79,-17-3-635,-16-8-177,-5-11-1579,0-14 2498,4-13 0,20-6 0,7-4 0</inkml:trace>
  <inkml:trace contextRef="#ctx0" brushRef="#br0" timeOffset="98934">10794 7587 21054,'43'-13'0,"-1"0"0,-8 2 0,0 0 0</inkml:trace>
  <inkml:trace contextRef="#ctx0" brushRef="#br0" timeOffset="100384">11385 7445 19216,'1'-52'1179,"-1"1"1,3 2 0,2 5-933,9-2 218,18-8-314,-4 28-78,14-6-29,-5 20-21,1 12-18,2 12 1,-5 12-6,-6 12 0,-10 8 17,-11 5 11,-16 1 45,-14 2-12,-3-14 90,0-13 1,-1-1 256,-11 3 96,-14 6 18,20-20-91,11-9-179,8-7-112,8-5-84,6-3-22,8 1 10,12 1-32,16 4 4,12 5-16,12 9-278,-29-1 1,-1 2 268,0 3 1,-2 2-14,17 19-40,-21 3-100,-30 4-191,-28 3-73,5-21 0,-4-2-845,-8 0 1,-2-1-3646,-4-1 1,1-2 3914,11-5 0,2-2 0,-13 3 0,33-10 1</inkml:trace>
  <inkml:trace contextRef="#ctx0" brushRef="#br0" timeOffset="100667">9108 8493 22375,'-44'12'488,"0"0"1,-1 0 0,-13 3 0,17 0-282,36-6 1,68-10-177,-20-5 1,8-2 0,4-1-1032,-9 2 0,4-2 0,2 0 0,3 0 0,0-1 999,3 0 0,2-1 0,1 0 0,2 0 0,1-1 1,2 1-129,-10 2 0,1-1 0,1 1 1,2-1-1,-1 0 0,2 1 1,0 0-1,0-1 120,-2 2 1,0-1 0,1 1 0,0-1 0,1 1 0,0 0 0,0 0 0,1 0 0,-1 0-49,-4 1 1,1 0-1,-1 0 1,1 0-1,0 1 1,0-1-1,1 1 1,-1-1 0,0 1-1,-1-1 7,1 1 0,-1 0 0,0 0 0,1 0 0,-1 1 0,0-1 1,0 0-1,0 0 0,0 1 0,-1-1-365,4 0 0,1 0 1,0 0-1,-1 0 1,0 1-1,0-1 1,-1 0-1,-2 1 0,0-1 415,6 0 0,-1 0 0,0 0 0,-1 1 0,-3-1 0,-2 1 0,-2-1 0,13 0 0,-3 0 0,-4 0 0,-6 1 0,7-1 0,0 0 0</inkml:trace>
  <inkml:trace contextRef="#ctx0" brushRef="#br0" timeOffset="101924">6831 2898 14723,'-6'1'5859,"2"0"-4398,4-1-1359,-15-4-52,41-8-33,1-6-14,7 6 0,5 0-271,-2 1 0,0 0 265,-3 1 1,-1 1-4,16-2 23,-22 5 33,-25 11-33,-14 2 8,-15 6 1,-7 3-1,2-2 0,-3-1-277,-18 8 1,-2 0 352,3-3 0,2-1-31,10-4 0,1 0 131,-6 1 1,3-2 411,6-1-585,-4 1 45,39-10 0,20-5-28,22-4-34,-10 0 0,3-1-439,8-2 1,3-1 443,6-2 1,2-1-234,4-1 0,1-1 234,0 0 0,-2-1-6,-5 2 0,-3 1-271,-11 2 1,-4 2-273,6-2 532,-38 17 0,-3-2 0,-12 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1:06:00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2791 2548 21237,'0'-6'3529,"0"2"-2151,0 4-1384,-28-9 29,-1 40-1,-10 0 1,-5 7-596,19-5 1,1 3 0,0 1 549,-2 1 1,-1-1 0,0 1-189,-1 3 0,0 0 0,1-3-680,-5 8 1,0-2-1187,-3 5 0,-1-3-1648,8-11 1,2-5 3597,-13 1 1,21-19 0,8-10-1</inkml:trace>
  <inkml:trace contextRef="#ctx0" brushRef="#br0" timeOffset="167">2149 3097 13401,'2'-55'1896,"-1"0"1,0-1 0,0 11-1,0 2 1,0 4-1250,3 4 0,-1 5 131,2-6-403,1 3-273,1 15-80,5 11 29,11 17-18,14 14-28,-11-2 1,2 4-950,5 6 0,1 2 893,2 5 1,2 2-867,-7-6 1,2 1-1,-1-1-3999,11 8 1,-2-3 3501,-3-1 1,-3-5 0,3-3 0,-27-23 0</inkml:trace>
  <inkml:trace contextRef="#ctx0" brushRef="#br0" timeOffset="540">3339 2593 19753,'0'-8'4492,"0"2"-3428,0 6-335,0 0-679,-70 51-44,47-13-782,-4 2 0,-6 9 0,8-1 773,16 0 0,5 0 8,-5 9 1,3 1-15,10 0 1,4-6-124,7-3 129,4-10 1,6-5 63,33-11-33,-10-9-137,-8-22 0,-3-10 176,2-25-56,-16 16 0,-1-4 9,-5-8 0,-4-3 5,-4 4 0,-2-4-3,-2 0 1,0-4-1,-2 1 9,-3-11 0,-4 2-935,-2-7 0,-5 6 912,1 23 1,-4 5 540,-8 2 0,-3 5-549,-23 3-9,17 8 1,0 6-23,-3 8 0,3 5-288,-11 18-330,13 10 649,29 21 0,1-37 0,6 12 0</inkml:trace>
  <inkml:trace contextRef="#ctx0" brushRef="#br0" timeOffset="1417">4084 3093 23416,'3'-56'601,"1"0"1,0 0 0,-1 6-1,0 2 1,1 8-311,4-7-162,-1 20-95,-2 14-6,1 17 0,1 17-17,1 21-11,-2 20-1682,-6-23 0,-2 1 1684,0-6 1,-2 1 0,-9 23 0,-2 0-265,4-20 0,-1 0 267,-5 13 1,0-1 89,-5 2-16,8-25 173,-1-23-179,7-26-29,0-26-16,9 10 0,3-4-17,3-12 1,3-1 1310,-1 7 1,3-2-1308,3-3 0,2-4 0,0 4-1122,0-1 0,0 1 1110,-3 11 1,0-2 0,1 2 27,6-13 0,-1 6-270,9-6 239,-7 18 0,2 4-129,19-1 117,9 15-10,10 17 2,-28 8 1,1 5-3,0 4 1,-2 5 15,-3 6 1,-6 6 16,-5 3 0,-8 4-8,-12 5 0,-10 1 79,-10 2 1,-6-2-83,0-7 0,-4-3 0,-4-5 0,-4 0 0,2-4-47,2-2 1,0-2 66,-12 7 0,3-3-9,2-4 142,17-5-81,20-6 409,9 4-386,17 2 2760,4-2-2822,8 0 1,5-1-37,-3-4 1,2 0-476,20 5 1,5 1 421,-21-7 0,1-1 0,0 1-426,5 0 1,1 0 0,-2-1-889,14 3 1,-1 0 1369,-15-4 0,1 1 0,-8-2 0,13 2 0,-3 0 0</inkml:trace>
  <inkml:trace contextRef="#ctx0" brushRef="#br0" timeOffset="1850">6097 2567 22979,'-2'-60'1045,"1"0"1,0 12 0,-1 6-396,-5 2-522,3 29-88,-2 15-24,1 13 1,-3 23 0,-2 8 0,0-2 0,0 4-685,-1 1 0,-1 4 0,0 1 675,1-1 1,1-1-1,0 2-15,0 0 1,2 1 0,0 0-12,3-2 0,1-1 1,3-1-501,4-5 1,3-1-1,4-3-669,12 16 1,9-7 1187,0-21 0,6-4 0,-4-4 0,-3 0 0,-1-5 0,5-7 0,-1 0 0</inkml:trace>
  <inkml:trace contextRef="#ctx0" brushRef="#br0" timeOffset="2300">6914 2568 21248,'-3'-1'3809,"0"0"-2425,3 1-1328,-16-16-39,11 14 11,-13-5 0,15 24-12,-4 12 12,-5 7 0,-6 5 6,-3-1 16,0-5 34,4-9 157,5-10 73,7-10-101,2-14-101,3-9-51,5-15 6,5-11-5,9-7 16,5-1 40,1 7-28,-2 10-34,-3 11-23,-2 10-27,3 6-6,6 5-6,7 7 6,9 5-20,-14 2 1,1 5-110,0 10 0,-1 3-375,15 14-1358,-24-6 1,-7 0 1861,-6 4 0,-3-7 0,-2-15 0</inkml:trace>
  <inkml:trace contextRef="#ctx0" brushRef="#br0" timeOffset="2766">7886 2264 25376,'-11'-58'717,"1"-1"0,-1 8 0,6 11-605,8 25-73,18 19-17,14 20 1,4 8-18,-8-8 1,0 5-959,8 11 0,3 7 0,-6 2 956,-9-5 1,-4 0 0,-4 6-16,-6-4 1,-2 4 0,-2 3 0,-3 0 0,-4-1-774,-3 8 1,-6 0-1,-3 0 1,-6 1 784,0-8 0,-6 2 0,-2 1 0,-1-2 0,0-3 0,2-5 0,-6 8 0,1-8 0,-3-1 0,-4-1 0,-1-1 0,1 1 0</inkml:trace>
  <inkml:trace contextRef="#ctx0" brushRef="#br0" timeOffset="3324">776 4282 17615,'59'-6'22,"0"0"1,0-1-1,0 1 1,-8 1-1,2 0 1,0 1-1,-1-1 1,-2 1-649,2 1 1,-2-1 0,1 1 0,6 0 753,-5 1 1,4 0 0,4 0 0,2-1 0,0 1 0,-2 0 0,-1 1-147,1-1 0,-3 0 0,0 1 0,1-1 0,1 1 1,5-1 71,-6 1 0,2-1 0,2 1 0,2-1 0,1 1 0,0-1 1,1 1-1,-2-1 0,0 1-62,-2-1 0,0 1 1,-1-1-1,1 1 1,-1-1-1,1 1 1,0-1-1,0 0 1,2 1 23,-4-1 1,2 0 0,1 1 0,0-1 0,0 0-1,-1 0 1,1 1 0,-1-1 0,-2 0 0,0 0-92,-2 0 0,-1 0 0,-1 1 0,-1-1 0,0 0 0,0 0 0,1 0 0,1 0 0,2 0 87,-3 0 1,1 0 0,0-1 0,1 1-1,1 0 1,0-1 0,1 0 0,0 1-1,-1-1 1,1 0 0,0 1-9,0-1 1,1 0 0,0 0 0,1 0-1,-1 0 1,1-1 0,-1 1 0,1 0 0,-1 0-1,1 0 1,0 0-73,0 0 0,0-1 1,1 1-1,-1 0 0,1 0 1,-1 0-1,1 0 0,0-1 1,-1 1-1,2 0 0,-1 0-752,-2 0 1,1-1 0,2 1 0,0 0 0,0 0-1,-1-1 1,1 1 0,-3 0 0,0 0 0,-3 0 0,-2 0-1,-4 0 687,11 0 1,-4 0 0,-2 0 0,-2 1 0,-3-1 0,-1 0-1,-2 1 1,16-1 0,-1 0 0,-7 0 0,-11 1 0,13-1 0</inkml:trace>
  <inkml:trace contextRef="#ctx0" brushRef="#br0" timeOffset="4033">9486 2401 20097,'-46'-11'733,"1"0"1,1 1-1,18 2 333,31 4-993,23 1-22,28 0-40,-15 2 0,4 0-483,8 0 1,1 2 468,5 2 0,0 1-3,-2 2 1,-2 2 10,-7 2 1,-3 3 210,-9 0 1,-7 4-234,-3 17 39,-44 5-11,-8-17 1,-8-2-258,-11 3 0,-5-1 254,-6 1 1,-2 0 5,1 0 0,1-1-6,7-1 1,3-1-12,12-4 0,4 0 42,-2 6 985,34-12-962,27-10 5,28-14-42,-20 2 0,3-3-1035,3-5 1,0-1 1042,-9 4 1,0-4 106,7-13 1,-5-6 156,-17 9 0,-3-2-225,5-16 1,-4-1 75,-10 7 1,-5 1 47,-5 3 0,-2 3 123,-11-22-83,-7 22-108,5 15-100,6 12-50,7 9 2290,14 16-2240,14 18-28,-3-7 0,2 4-287,4 7 1,-1 3 277,0 6 1,-5 2-29,-6 5 1,-8 1-516,-13 4 1,-9 1-2726,-1-19 0,-4 0 0,-1-3 2281,-6 7 0,-1-5 0,3-8 1,5-7-1,6-9 0</inkml:trace>
  <inkml:trace contextRef="#ctx0" brushRef="#br0" timeOffset="5408">11975 2498 22815,'-38'-29'427,"-1"-1"0,1 1 0,-13-8 0,1 9-366,6 21 1,2 8-34,-12 5-17,-1 15 215,25 7-226,4 29 0,24 0-944,11-20 1,4-2 954,18 15-11,-3-20 0,4-1-10,-4-5 1,2-1 12,5 3 0,-1 1 59,-5-2 0,-4-1 11,-5 10-29,-22-7 12,-47-7-16,14-12 0,-3-1-570,-16 2 0,-2-2 561,-6 0 0,-2-2-2,16-2 1,-1-1 0,2-1 306,-5 0 1,4-2-334,4 1 0,7-2 345,8-4-2157,41-5-8022,17-2 9253,6 0 0,-5 5 0,-20 5 0</inkml:trace>
  <inkml:trace contextRef="#ctx0" brushRef="#br0" timeOffset="5615">12225 2684 23203,'0'-3'2818,"0"0"-2493,0 3-297,-12 3 0,4 17-6,-11 8-11,8 18-11,2-10-190,0 6-3238,4-9-6403,3-4 8844,3-8 0,2-16 0,-1-5 0</inkml:trace>
  <inkml:trace contextRef="#ctx0" brushRef="#br0" timeOffset="5776">12341 2394 17792,'-6'-6'5820,"2"0"-5058,4 6-897,0 0-324,-44-21-2918,43 38 3377,-33-16 0,47 26 0,-5-11 0</inkml:trace>
  <inkml:trace contextRef="#ctx0" brushRef="#br0" timeOffset="5959">12430 2708 23433,'-1'-7'2711,"0"2"-2557,1-28 0,2-6-25,1 13-127,-1-15 1,1 4-87,3 27-442,0 9-2756,1 10 3282,0 4 0,-3-1 0,-1-4 0</inkml:trace>
  <inkml:trace contextRef="#ctx0" brushRef="#br0" timeOffset="7225">12550 2663 19535,'0'-5'2820,"-11"-27"0,-6-5-2456,-2 11-249,-2-12 0,-3 2 14,-5 22-62,-5 7-11,-3 11-28,-8 10-6,-7 13-163,24-10 1,0 2 151,0 3 0,1 0 3,0 2 0,3 0-11,3 1 0,2 1-15,-6 22 24,16-5-7,26-11 29,24-12-15,-8-13 1,3-5-207,8-5 0,1-4 243,2-2 0,-1-5-189,-1-5 1,-3-4 218,-5-1 1,-3-4 11,-7-1 0,-4-1 14,7-18 294,-21 0 0,-4 1-288,-4 11-32,-2-3 1,-2 4 9,-2 23-57,-2 4-73,2 6 436,-1 15-402,-4 13-11,-2 21 5,0 13 64,8-25 0,1 1-86,2 2 0,2 0-48,4 1 0,2-1-136,7 20-1707,24-15 1,8-9 1039,0-20 711,2 2 0,-1-11 134,-4-43 280,-7-11 6,-22 20 0,-1-1-839,-2-2 0,-3 0 957,5-21 97,-6 16 1,0 1 153,1-7 264,4-11-600,-8 28-161,-1 13-124,-2 9 1939,1 10-1922,3 11 261,2 15-278,0 14 23,-2 10-18,-4-24 1,-2 0-4,-2 1 1,-1-1 3,-5 26-17,-1-13 106,5-18 79,2-14-46,5-18-66,5-13-12,3-13 1,5-9-6,0-5 5,1 0 0,-1 4-33,2 8 0,1 7-6,3 7-22,3 8 11,5 5 0,4 10-17,3 6 0,-2 10 12,-5 6-6,-5 6-1,-8 2 12,-7-1 0,-5-5 17,-4-7 67,-2-9-33,1-7 61,-1-15-79,2-8-22,1-16 1,6-5-1,4-2 0,6 7-5,1 7-18,-1 11-16,0 8 0,1 10 28,1 9 0,6 11-11,3 9 11,3 7 0,0 0 0,-2-3-11,-1-8 5,0-8 12,3-10-6,8-10 0,3-11 11,1-13 17,-6-10 6,-9-9-12,-12 7 40,-1-20-12,-10 18-27,0-7 128,-6 8-11,-1 21-79,-1-1-48,-1 13-13,0 10 0,-6 9 0,-3 15 0,-3 12 0,1 10-85,6 9-246,10-27 1,4 1-3057,7 2 1,4-1 3386,3-2 0,1-4 0,12 9 0,-9-17 0</inkml:trace>
  <inkml:trace contextRef="#ctx0" brushRef="#br0" timeOffset="7994">15089 2578 26463,'43'-17'-4,"-1"1"1,6 0-1,3 4 7,-7 8 1,3 4 0,-1-1-543,0-1 0,-1-1 0,0 0 544,18-2 1,-3 0 8,-10 0 0,-4 0 65,17-4 572,-31 3-567,-28-2 180,-22 2-258,-7-1 11,-26-1 5,-3 0-5,12 2 0,-1 0-9,9 1 0,1 0 12,-3-1 0,3 1 2,0-1 6,8 0 73,2-5 897,0-7-886,-4-6 11,3-7-33,8 10 89,-1-5-44,4 7 44,0-2-28,2 4-123,5 7-17,2 4-33,3 5-12,8 1 23,25 11 22,15 5-706,10 6 692,-19-5 0,1 2 6,-5-1 0,-1 3-12,7 4 1,-2 5-15,-2 7 1,-6 3 19,-10-5 1,-6 1-4,-6 6 1,-8 0-43,-8-5 0,-7-2-675,-7 7 1,-2-1-396,6-13 1,1-2 580,-5 6 0,4-5 1,8-11-1,1-3 1</inkml:trace>
  <inkml:trace contextRef="#ctx0" brushRef="#br0" timeOffset="9107">17323 2479 18874,'0'-7'5001,"0"1"-4752,-7-22 1,-6-5 394,-13 6-420,2-10 0,-5 4-3,-7 23 1,-3 9-158,5 3 1,1 3-43,-5 3 0,3 5-16,-9 25-6,16 10 0,17 10-499,15-26 1,5 1 492,6 2 1,6-1-527,9 3 1,6-3 307,8 1 0,4-4 91,-11-11 1,2-1-1,1-2 21,1-2 0,2-2 0,-1-3 11,1-1 0,-1-3 1,0-2 55,16-4 0,-1-5 67,-9-2 1,-2-6 284,-9-2 1,-5-5-61,13-24 5,-19-7 33,-17-2 1,-7 1-6,-9 7-173,-2 16 50,-11 6 422,-12 17-540,-3 10-33,-2 7 11,-8 32-6,17-1-3,9-10 1,2 1 2,1 25-11,11-6 17,17-9 982,14-13-960,15-14-28,7-17 40,2-15 55,-4-16-259,-8-12 321,-11-10 39,-11-4 51,-8 2-1,-7 7-72,-5 12-62,-3 13-83,0 11-46,1 10 12,0 12 292,1 4-298,0 18-50,4 18-73,9 6-312,-1-20 0,3-1-58,5-5 0,2-3-611,25 21 225,8-14 140,5-16 422,-3-17 446,-5-16 258,-10-13 262,-12-11 96,-8-4-50,-9-2-118,-5 2 308,-1 8-565,-2 10-98,0 10-177,0 8-51,0 12 40,0 10-29,0 13 1,0 13-6,0 7-6,0-9 1,-1 17-6,1-25 22,-1 6 78,1-23-21,5-16-29,5-14 6,9-18 5,6-15 12,1-6-278,0 0 316,0 7-38,-1 10-28,0 11 5,2 13-34,3 11 7,3 14-24,7 11-10,3 11-40,-1 7-464,-3 7-532,-2 3-1586,-2 1 2644,3-1 0,-17-23 0,-2-7 0</inkml:trace>
  <inkml:trace contextRef="#ctx0" brushRef="#br0" timeOffset="10208">19193 2528 23383,'3'-45'959,"-1"-1"1,-1 5 0,-6 7-697,-17 15-95,-11 9-90,-5 13-61,-2 13 5,6 15 23,8 15-39,11 11-242,10-25 1,4 1 232,4 3 0,2-1-17,3 0 1,4 0-74,4-1 1,3-3-93,16 17-196,2-20 1,4-5-144,-7-12 0,1-3-301,17 5 1,1-5 796,-8-9 0,-2-5 28,-5-3 0,-1-3 48,-7-3 0,-3-3 125,11-22 113,-13-5 190,-9-1 107,-7 2-29,-4 7 336,-4 8-543,-3 9 793,0 7-955,-1 5-78,1 4-79,0 3-6,-1 1-16,0 0 27,-8 3-22,3 1 1,-5 1-18,5 1 6,2-3 0,3 0-17,1 0 0,1 1-16,1 1-1,1 1-5,0-2 11,0 0 17,-1-1 11,0-1 61,0-1-55,0-5-12,0 1 34,1-4 6,-1 3 16,1 0 6,-1 1 6,0 1-12,0 0-5,1 0-6,1 0-5,0 0 16,0 0 23,-1 1-62,-1 6-5,-3 5 11,-2 8-17,0 6 5,4 0 74,7 0 44,7-5 6,9-8-51,8-10-16,7-13-1,4-9-5,-2-9-5,-8-6-23,-10-6 17,-8-9 5,-6-2-22,-4 2 7,-8 9-35,-4 16 0,-9 12 0,-6 13 0,-5 14 0,-3 11 0,-1 15 0,4 10 0,9 5-213,13 3 213,20-1-221,2-29 1,5-1 220,8-1 0,5-3 0,5-2 0,4-3 0,5-4 0,2-3 0,2-3 0,0-5-470,1-5 0,-1-4 470,-2-4 0,-2-6 0,-2-6 0,-4-5 0,-1-7 0,-4-4 0,-2-8 0,-3-5 0,-10 12 0,-1-2 0,-2-1-419,1-4 1,-1-2-1,-1-2 419,-1-2 0,0-1 0,-3 0 0,-1 0 0,-2 0 0,-1 1 0,-3 5 0,-1 0 0,-2 1 0,-4-11 0,-3 3 41,-1 13 0,-3 5-41,-11-12 344,4 26-344,2 23 0,1 30 0,4 1 0,2 6-369,-3 18 0,1 7 369,1-9 0,1 3 0,-1 2-256,1-7 0,0 3 0,0 0 0,0 1 256,-1 5 0,1 1 0,0 1 0,0 0-756,1-10 0,0 1 0,0 0 0,1-1 0,0-1 756,0 7 0,0-2 0,1-1 0,0-4 0,1-2 0,0-4 0,1-4 0,1-6 0,-1 1 0</inkml:trace>
  <inkml:trace contextRef="#ctx0" brushRef="#br0" timeOffset="16015">4439 5637 20834,'0'-8'2002,"-7"-29"1,-3-6-1297,1 12-505,-1-12 1,0 5-140,4 23-124,2 17 68,2 17-1,1 16-5,-1 19 3,1-21 0,1 1-9,-1 3 1,1 1-267,-1 1 1,0 1 274,-1-2 0,0-1-9,-1-4 0,-1-2 23,-4 17 118,0-20 27,2-17-89,1-24-6,1-18 23,2-24-57,4 18 1,3-2-174,1-4 1,3-1 178,2 0 1,2 1-7,1 4 1,1 4-126,15-20 97,1 21 1,4 15-6,7 13-11,4 15 5,3 13-11,-2 14 14,-26-13 1,0 1-120,-2 3 1,-1 0 59,-2 2 1,1-1-185,15 26-146,2-7-112,6-12 55,2-15 1102,1-15-698,-3-18 73,-8-14 90,-7-13 44,-8-6 97,-6 8 196,-5-9-298,-3 25 246,-3-11-420,0 26 182,-1 0-176,4 15 16,5 8 23,6 10-33,9 6-1,7 4 12,8-3-23,6-5 28,5-9 28,0-11 23,-4-17 22,-6-14 17,-7-15 28,-10-8-45,-9-4-45,-9 0 0,-8 4-28,-3 7-11,-3 10-151,3 12-263,2 9-1121,6 16-4985,9 7 6520,1 7 0,0-6 0,-4-7 0</inkml:trace>
  <inkml:trace contextRef="#ctx0" brushRef="#br0" timeOffset="16791">5794 5481 25836,'-2'59'45,"-1"-19"-51,7 23 12,-4-25 33,1 2 118,-1-14 117,2-14-83,3-20-107,3-16-17,4-20 56,3-13-39,-7 25 0,0 0 19,3-7 1,-1 1-48,3-12 39,6-6-67,-6 32-28,6 1-5,5 11 5,18 17-6,-1 12-5,0 7 0,-1 16-371,-15 0 365,-2 13 12,-10-1 16,-13 2-6,-1-22 35,-5-2 72,4-25-6,1-6-56,3-21-22,3-8-16,0-5-7,6-3 12,-1 9 365,5-2-405,2 8 7,-1 12 4,-2 8 1,2 11 6,-1 7 10,6 9-5,8 6-17,21 7 45,0-9-381,3-5 353,1-14 17,-12-11-22,14-18 89,-17-8-22,-4-20-23,-21 12 34,-5-15 61,-6 10 96,-6-10 84,-6-3-314,-1 16 0,0 7 0,5 16 351,3 10-351,0 6 75,3 6-75,10 28 0,0-10 0,15 31 0,2-10-105,-7-16 1,2 1 104,5 8 0,1 1-1006,-6-6 0,-1-1 1006,-1-1 0,-3-1 0,-4 22-841,-19-11-1248,-9-5 1425,-19-7 0,15-21 0,-2-4 0</inkml:trace>
  <inkml:trace contextRef="#ctx0" brushRef="#br0" timeOffset="17025">7389 5245 27001,'43'-9'-2458,"-1"0"0,0 0 1,19-3-1,-5 6 491,-21 8 1,-5 2 0,11 1 0,-29-3 0</inkml:trace>
  <inkml:trace contextRef="#ctx0" brushRef="#br0" timeOffset="17182">7582 5464 27165,'43'-13'-1489,"0"0"1,0-1-1,10-2 1,-5 1 1488,-14 7 0,-5 1 0,-5 1 0,-1 1 0</inkml:trace>
  <inkml:trace contextRef="#ctx0" brushRef="#br0" timeOffset="17715">9553 4879 19552,'0'-11'2189,"-6"-24"1,-5-4-1344,-9 6-594,2-9 0,-3 2 51,-15 15-180,-1 8-61,3 9-12,0 8-33,-3 9 0,-9 13-17,18-6 0,-2 2-271,-3 4 0,-1 0 276,-2 1 1,0 1-9,2-2 1,1-1 2,4-3 0,2-1-11,-14 11 22,14-5 0,13-1 23,7 4 33,12 8 22,4 13-27,-1-16 0,0 1-663,1 7 1,0 1 628,-2-8 0,-1 3-283,2 17 0,-1 2 269,-1-19 0,1 0-6,3 13 1,3-1 7,0-13 1,5-5-74,5-3 0,4-4 34,6-3 1,5-4-423,8-4 0,4-5-4399,10-3 0,1-4 4844,-2-2 0,-3-1 0,-15 0 0,-6 0 0,10-2 0</inkml:trace>
  <inkml:trace contextRef="#ctx0" brushRef="#br0" timeOffset="18258">10166 4957 26816,'-25'-6'22,"5"5"-10,23 17 16,-2 0 28,-1-2 95,-4-4 73,-2-4-11,-4-4-40,0-9-22,1-7-61,3-12-68,6-5 1,10-5 16,6 2-33,10 4 5,2 9-11,5 8-11,1 8 11,2 9-6,-3 12 23,-5 14-6,-10 15-22,-14 17-564,-11-24 1,-5 2 565,-6 4 1,-5 1 11,-6 3 0,-4-2 5,-2-3 1,-1-2-350,2-7 1,0-4 396,5-9 0,2-3 28,-9-1 201,6-19-160,17-11-125,1-11 0,8-3 1054,6 1-1054,4 7 798,6 7-798,7 9 0,11 11 0,16 9-166,-15-4 0,1 2-1142,6 1 0,2 1-2692,5 2 1,0 0 3382,-3-2 0,-4-2 0,14 6 0,-23-10 0</inkml:trace>
  <inkml:trace contextRef="#ctx0" brushRef="#br0" timeOffset="18442">10930 5365 23679,'-3'-3'3775,"0"0"-3243,3 3-543,-23 13-95,18 10-1053,-18 18-1508,24-2-7164,2-3 9792,1-14 0,-2-11 0,-1-5 1</inkml:trace>
  <inkml:trace contextRef="#ctx0" brushRef="#br0" timeOffset="18966">11688 4956 26077,'0'-4'1114,"0"1"-890,0 3-235,23 5 33,-20 9 62,12 5-33,-30 5 44,-7-5 34,-4-7 84,-6-8-101,8-12-56,2-4 44,7-15-32,5-2-12,3-11 0,6-1-73,18 0 11,-1 15-27,25 1 10,0 18 1,17 5-196,-27 6 1,1 4 194,-2 3 1,-1 3 5,19 27-5,-20 10 10,-24 10 4,-14-27 0,-9 0-13,-6-2 1,-7 1-1,1-3 7,-4 4 0,-4-1-709,-9 2 0,-7 1 1,7-6 730,15-11 0,0-2 14,-22 9 1,2-5 72,8-15 85,1-16-102,22-8-22,12-13 256,13 8-301,10-4 2191,7 12-2235,27 2 21,-10 10-83,5 13 0,0 4-129,2 6-815,-1 1 1,1 3-1253,-12-6 1,-2 0 2290,4 2 0,-1 0 0,9 4 0,-20-10 0</inkml:trace>
  <inkml:trace contextRef="#ctx0" brushRef="#br0" timeOffset="19148">12382 5383 28608,'-19'17'-3170,"3"6"3170,15 17 0,4 3 0,-3-4 0,0 0 0</inkml:trace>
  <inkml:trace contextRef="#ctx0" brushRef="#br0" timeOffset="19532">13261 5037 25259,'-10'-57'526,"0"0"1,0 0-1,2 7 1,-1 1-1,1 9-235,-3-6-218,4 22-106,3 12-18,3 18 62,4 16-16,4 24-12,-1-12 0,0 3-363,2 9 0,0 1-40,1 7 0,-1-1-213,-2-9 0,0 0 633,1 17 0,-2-5 0,-1-15 0,1 17 0</inkml:trace>
  <inkml:trace contextRef="#ctx0" brushRef="#br0" timeOffset="19915">13827 4673 23674,'0'-8'2252,"0"2"-2180,0 6-44,52-61 6,-7 45-211,-1-16 0,4 3 182,-13 29 1,-1 5 11,28 3-1,-12 2 90,-11 1-84,-12-2-5,-7 1-23,-5 1 6,-3 3 23,-1 6 299,-1 5-278,0 7 7,0 7-29,-4-5 20,-2-3 0,-2 1 20,0 20-51,-2-12 0,0 1-194,0-4 0,-1-1 205,-1 3 1,0-2-12,-4 22-3,-3-17 1,-2 0 2,-7 12-403,3-16 1,-4-1-744,-1-10 1,-2-4 437,-24 12 0,12-15 0,11-11 0</inkml:trace>
  <inkml:trace contextRef="#ctx0" brushRef="#br0" timeOffset="21115">4626 7271 22285,'-2'-9'1464,"-9"-24"1,-1-6-692,1 5-588,-2-6 0,1 1-28,6 14-124,3 13-33,6 10 11,2 6-5,17 24-12,-2 5 6,-6-5 0,-1 3-150,-4-1 0,-4 2 155,-2 1 1,-2 0 2,-4 0 1,-2-1 13,-11 23 90,-2-17 112,3-16-62,4-19-83,7-18 5,3-16-34,10-17 17,7-10-184,-3 26 0,3 1 131,0 0 0,2 0-3,0 4 0,1 2 0,10-12-16,14 6-6,-10 22 5,18 2 12,-2 18-12,2 10-1084,0 13 1062,-14-4-236,-13-1 1,-1 2-96,8 13 73,-9-12 1,1 0-337,15 11 706,-1-12-268,-4-16 150,-5-17 79,-3-15 1153,-1-13-997,-2-6 469,-3-2-318,-5 6-60,-5 8-164,-4 10-139,-3 9-11,2 4 33,5 7-11,8 4 22,10 7-5,12-2-11,12-3-167,-20-7 1,1-3 163,3-1 0,-1-1 19,-1-3 0,-1-2 79,19-10 17,-19-8 11,-18-7 11,-20-4 56,-12-2 11,-13-2-50,-4 3 287,3 4-400,8 7-55,9 9-73,8 7-39,7 11-359,11 11-1400,11 9 1882,19 12 0,-18-15 0,4-1 0</inkml:trace>
  <inkml:trace contextRef="#ctx0" brushRef="#br0" timeOffset="21691">6151 7157 23674,'-1'-4'3226,"1"0"-2448,0 4-789,-16-54-6,15 51 40,-9-32-12,20 69-17,3 8 23,1 4-22,1-1-12,-3-5 22,-1-10 63,-5-13 49,-1-11-38,-1-17-12,3-13 11,0-15-16,1-13-12,-2-8-28,-3 28 1,0 0 11,4-30-12,5 10-28,4 14 6,9 15 12,8 11-12,12 10 0,10 14-6,-26-1 0,1 3-2,-1 3 0,-2 4-150,-4 2 0,-3 1 158,8 27-11,-15-1-12,-15-4 34,-9-7-16,-5-10 27,-1-13 29,1-10-12,2-13 11,2-12-11,1-14 1,4-13-12,3-8-28,12-2 22,5 5-22,13 11 17,9 10-6,12 12-17,14 9 3,-26 8 1,2 4-127,2 3 0,1 2 109,1 4 1,-1 2-32,-1 4 1,-1 2-205,-3 2 0,-3 1-703,-5 2 1,-5 2 957,-6 3 0,-4-2 0,-1 4 0,-9-3 0</inkml:trace>
  <inkml:trace contextRef="#ctx0" brushRef="#br0" timeOffset="21882">7579 6957 27029,'48'-39'-258,"-1"0"1,3 4-1,3 10-2333,-1 25 1,0 8 1705,0-2 0,-3-1 0,-13 1 0,-4-1 0,9 3 1</inkml:trace>
  <inkml:trace contextRef="#ctx0" brushRef="#br0" timeOffset="22049">8099 7343 27477,'42'-41'-809,"0"-1"1,5 1-1,2 9 809,-8 22 0,-2 4 0,12-6 0,4 3 0</inkml:trace>
  <inkml:trace contextRef="#ctx0" brushRef="#br0" timeOffset="23608">9309 6645 24217,'8'21'812,"-1"2"-476,-12-3-89,-8 4-96,-13 0-33,-9 0 11,-4-6 39,1-8 28,8-11 11,9-11-39,10-16-56,11-17-11,14-13-54,-2 26 1,3 1-221,3 1 1,3 2 216,24-17-16,1 16-69,1 15 46,1 20 1,0 22-9,-24-3 0,-4 6-389,-2 6 1,-6 5 408,-6 8 0,-8 2-676,-11 7 1,-8 2 654,0-17 0,-3 0 1,-3-1 3,-4 3 0,-4-1 0,-2-1 13,-1-1 0,-1-2 0,-1-2 11,2-5 0,0-3 1,2-2 47,-10 3 1,3-6 388,-11-4-388,33-33 25,31-17-76,20-12 6,16 3 684,-2 11-709,-10 17 0,2 7 8,13 13-107,-15 2 1,-1 5-1507,-8 6 1,-4 4 1245,11 25 0,-14-16 0,-10-16 0</inkml:trace>
  <inkml:trace contextRef="#ctx0" brushRef="#br0" timeOffset="25425">11484 5888 25763,'9'-31'79,"24"1"-68,10 21 0,9 3-1159,0-2 0,1 0 1156,0 1 1,-1 1-9,-5 1 0,-3 2 352,-9 0 0,-3 1-330,5 0 395,-35 6-406,-34 4-11,1-1 0,-4 0-193,-11 3 1,-2-1 197,-6 2 1,-1 0 157,-1-1 0,1 1-158,6-1 1,3-1-1,8-1 1,5-1 17,-10 2-12,25-4 23,21-5-23,17-4 371,18-3-376,15-4-3,-22 5 0,1 0 294,1 1 0,1-1-300,-1 1 1,0 1 13,26-2 34,-15 4 5,-18 1 12,-17 1-1,-51-4 113,-13 0-23,3 1 0,-5-1-605,-1 2 1,0 0 587,-5 2 0,-1 0-61,5 1 0,2 2 80,11 0 1,5 1-176,-7 6-17,49 2-432,47 1-748,-1-6 1,6-2-2059,-11-1 0,3-1 0,-2-1 1638,11 1 1,-4-1-1,-10 0 1,-7-2 0,-13 1-1</inkml:trace>
  <inkml:trace contextRef="#ctx0" brushRef="#br0" timeOffset="28157">2046 8898 17820,'-2'-3'5490,"1"0"-4583,1 3-313,-79-54-1763,36 36 1241,-11-12 1,-2 6 6,2 32-2,2 15-10,5 17-59,26-15 1,2 2-9,4 2 0,2 0-11,-3 28-45,18-5 27,21-8-4,25-6 24,-12-20 1,3 0-424,9 0 0,2 0 437,4 1 1,0 0-12,-11-4 1,-1 0 21,6 5 1,-6 1 23,-12 4 16,-14 11-28,-55-9-23,4-12 1,-4-2-270,-8 0 1,0-2 260,8-2 0,-1-2 8,-7-1 1,-1-2-55,4-5 1,2-2-76,1-3 0,1-3-344,0-5 1,5-5-2109,4-31 2576,28 16 0,4 1 0,0-6 0,13 1 0</inkml:trace>
  <inkml:trace contextRef="#ctx0" brushRef="#br0" timeOffset="28357">2438 8839 26547,'-28'29'39,"10"15"-45,20-3 1,5 5-942,-3 3 1,-1 2 590,0 3 1,-1 1-695,-1-2 0,-1 0-2714,0-3 0,0-4 3764,1-9 0,0-5 0,0 5 0,1-21 0</inkml:trace>
  <inkml:trace contextRef="#ctx0" brushRef="#br0" timeOffset="29283">2305 9218 23875,'54'-25'18,"1"0"0,-8 9 1,3 1-1,-4 4-18,-4 8 0,-1 2-566,18-3 1,1 0 543,-15-1 0,-3 0 203,-6-1 1,-3 0-115,13-6 162,-23 2-195,-26-1 106,-15 3 95,-17 2 146,-10 3 117,-8 9-139,0 5-157,9 8-113,12 1 506,13 0-595,12-2-11,14-2 55,14-4-4,17-4 4,11-10 46,7-10-6,-1-11 17,-8-8 84,-14-4 5,-15 0-33,-18 3-6,-16 6 28,-15 8-28,-8 8-55,-3 8-18,2 11-39,4 9-33,7 11-12,7 10-8,14-9 0,2 2-3,3 14-229,7-9 0,5 0 22,19 19-185,-5-19 0,3 0-1098,6 2 1,2-1-34,4-1 0,3-3-704,0-5 1,2-4-639,-2-6 1,-1-5 1767,-3-9 0,-3-5 4245,20-16 1675,-16-16-1048,-17-9-1573,-10-4-774,-8 0-386,-3 4 71,-3 9-620,0 12 999,-3 11-1419,-1 14 343,0 13-377,-2 20-22,-2 19 6,3-3-488,2-4 1,0 3 475,3-12 1,1 0 5,-1 19 0,0 1 2,2-11 1,1-4 2,0-4 1,0-4 0,-4 14 0,-1-26-34,-5-43 28,4-2 22,-3-41 0,3-1-523,2 16 0,0-4 520,0-5 1,1-5-5,1 7 0,0-2 0,1 2-10,-1-4 1,1 1-1,1 6 1,0-3 0,2 5-1,2 7 1,2 3-20,2-6 0,4 1 382,1 10 0,3 4-362,21-10 22,7 19-39,6 20 11,5 18-204,-26-2 1,-2 5 197,-1 3 1,-3 4-18,-4 8 1,-6 2 24,-8-5 1,-5-1 9,-8 29-18,-33-14-33,-6-19-1451,7-14 0,0-2 376,-16 2 1114,16-14 0,3-1 0,16-1 0,-6-4 0</inkml:trace>
  <inkml:trace contextRef="#ctx0" brushRef="#br0" timeOffset="29867">4023 9271 25618,'42'-23'-211,"1"0"0,-1 0 1,0 1-1,0 1 1,-2 5-4425,5 6 0,-2 4 3632,-1-2 1,-2 1-1,12-2 1,-22 4 0</inkml:trace>
  <inkml:trace contextRef="#ctx0" brushRef="#br0" timeOffset="30057">4904 8841 24323,'-1'-5'3059,"0"2"-2046,1 3-990,-13-15-35,10 43-4,-12 5-74,12 9 0,3 8-1087,-1 5 1,0 3-124,2-13 1,1 0 0,0 0 814,4 18 1,0-4 0,-1-16 0,0-6-1,4 8 1</inkml:trace>
  <inkml:trace contextRef="#ctx0" brushRef="#br0" timeOffset="30356">2381 10264 18199,'-53'14'395,"0"0"1,1 0 0,-1 0 0,-7 2 0,3 0 0,6-2-223,5 0 1,10-1 1068,17 1-805,74-12-307,-16-5 1,6-3 0,5 0-920,1-1 0,4-1 0,2 0 0,3 0 842,-3 0 1,2-1 0,1 0 0,2 0 0,0 0-245,-4 0 1,0 1 0,2-1 0,0 1 0,1 0 0,0 0 200,-6 0 0,1 1 1,1 0-1,-1 0 1,2 0-1,-1 0 1,0 0-197,2 0 1,0 0 0,1 1 0,0-1 0,0 0 0,0 1 0,0-1 97,1 1 0,1-1 0,-1 1 0,1 0 0,0 0 0,1 0 0,0-1 30,-5 2 1,2-1-1,1 0 1,0 0-1,-1 0 1,-2 1-1,-3 0 1,-3 0-1,4-1 1,-4 2-1,-3-1 1,-1 1-1,0-1 1,8 0-1,0 0 1,-1 0-1,1 0 1</inkml:trace>
  <inkml:trace contextRef="#ctx0" brushRef="#br0" timeOffset="30757">7127 9175 24984,'-11'-48'605,"0"0"0,2 6 0,-2 11-526,-8 25-51,3 17-12,0 16-49,2 18 5,5 13-466,7-25 1,2 0-675,5 0 0,2 1 1168,7 0 0,0-2 0,3 4 0,5-8 0</inkml:trace>
  <inkml:trace contextRef="#ctx0" brushRef="#br0" timeOffset="31107">7638 8628 23675,'-46'0'379,"1"0"1,-1 0-1,-16 1 1,8 8-257,6 29-84,19 6-27,19 1 255,25-2-245,18-7 23,24-8-323,-24-18 1,2-3 294,0-2 0,0-3 95,25-7 249,-21-7-209,-20-11 108,-28-5-193,-21-8-45,5 16 1,-4 1-374,-3-1 1,-2 2 397,-1 2 1,0 2-3,-24-6 407,18 11-497,20 14-123,17 12-823,20 16-4868,19 11 5859,8-2 0,-10-14 0,-12-14 0</inkml:trace>
  <inkml:trace contextRef="#ctx0" brushRef="#br0" timeOffset="31307">7970 9053 26082,'-37'-25'314,"0"-1"0,-5-19-314,86 27-9,-9 9 1,4 2-62,7 1 0,2 2-1416,4 1 1,1 1-633,-2 4 1,-1 2 2117,-8-1 0,-3 1 0,8 4 0,-24-2 0</inkml:trace>
  <inkml:trace contextRef="#ctx0" brushRef="#br0" timeOffset="31457">8076 9263 26754,'50'-24'-109,"0"0"0,0 1 1,1-1-1,-1 0 1,9-8-1,-3 0 1,-8 9-1,-14 16 1,0-1-1</inkml:trace>
  <inkml:trace contextRef="#ctx0" brushRef="#br0" timeOffset="31624">9294 8559 25147,'-6'-1'2464,"2"-1"-1926,4 2-460,-61 75-1280,53-45 1,1 2 1195,-11 10 0,-5 6 1,9-1-158,16 12 1,8 1-1224,-3-11 1,0 2 0,1-1 988,0-1 0,1 0 0,-1-4 0,1 7 1,-1-6-1,3 14 0</inkml:trace>
  <inkml:trace contextRef="#ctx0" brushRef="#br0" timeOffset="33250">6395 10788 26514,'-48'22'72,"7"10"-75,33-1 1,5 3-212,-2-1 1,1 0 236,0 28 141,1-10-125,1-16 235,0-15-56,3-18-140,5-19-22,7-18-5,9-19 2,-7 21 0,0-2-152,3-2 1,0-1 137,1 1 0,0 0-6,1 2 1,0 3-6,-1 4 0,0 2 0,9-6-39,13 11-11,-12 21 22,7 4-34,12 31 17,-13 5-115,-9-9 1,0 3 33,-4-2 0,-1 1-419,1 1 0,2 0 1,0-1 1,2-1-230,1-3 0,2-3-59,-1-5 1,1-3 182,26 1 341,-7-24 582,-9-20 461,-9-18 306,-7-8-261,-9-5 4,-4 2-133,-4 8-97,-4 9 11,-1 14-470,-1 11 430,0 11-542,1 14-22,3 11 5,3 13 17,8 7-11,5 4 6,9-2 11,7-6 212,5-9-224,5-13 1,-2-16 11,-4-18 5,-7-17-11,-11-13 34,-7-9 17,-9-2-12,-9 1-33,-4 7-23,-5 9-61,2 13-801,3 14 118,3 12-2236,4 15 2986,9 13 0,-6-9 0,5 1 0</inkml:trace>
  <inkml:trace contextRef="#ctx0" brushRef="#br0" timeOffset="33800">7959 10788 26458,'24'46'112,"0"9"-84,-11-12 33,-3 3-33,-11-23 62,-3-6 55,-3-12 40,-4-11-151,4-3 44,-3-31-61,7 16 39,0-30 17,7 12-9,1 9 1,2 0 30,9-17-45,8-2-39,-6 28 12,13 2-12,4 13-6,-3 6 1,3 3-23,26 13-848,-25-1 1,-2 4 875,6 14-84,-7 12 56,-17-7 39,-4 6 1,-18-4 21,-4-15 63,-10-8 1620,6-12-1676,1-12 16,7-19-45,1 3 138,5-24-143,12 3-6,-3 8 11,13-8-11,1 23 17,4 2-50,7 6 0,2 11 22,-3 3-6,21 6-11,6 5-803,-4 2 1,4 3 183,-6 0 1,0 2-2198,-12-2 1,1 1-1,-4 1 2487,2 2 1,-5 0 0,7 6 0,-24-11 0</inkml:trace>
  <inkml:trace contextRef="#ctx0" brushRef="#br0" timeOffset="34016">9448 10645 24374,'-3'-5'2257,"0"1"-2162,3 4-78,25-63-6,28 37-129,-15-8 1,4 2-1768,13 24 0,3 9-1776,1 3 1,-1 2 3660,-3 1 0,-3 0 0,-16 0 0,-4-1 0,5 3 0</inkml:trace>
  <inkml:trace contextRef="#ctx0" brushRef="#br0" timeOffset="34157">9755 11065 27830,'49'-20'-52,"-1"1"0,0 0 0,0-1 0,4 1 1,2 0-1,-3 1 0,-7 4 0,-2 4 0,-4 2 1,1 0-1,1 0 0</inkml:trace>
  <inkml:trace contextRef="#ctx0" brushRef="#br0" timeOffset="38115">9435 10656 16496,'39'-20'121,"-1"0"1,0 0 0,18-7 0,-3 3 1101,-17 12 0,1 2-1184,6-3 0,0 2-31,-7 2 1,-1 1 706,-2-1 0,-3 2-710,18-2 887,-24 6-807,-9 1 3283,-27 9-3352,-29 7-8,9-4 1,-3 2-180,4-2 1,-2 1 175,-14 4 1,-2 0-455,8-3 1,0 1 473,-8 2 1,0 1 21,3-2 1,3-1 114,-9 5-66,17-8 55,27-7-56,16-8-22,13-6-28,23-8-9,-1 1 0,3 1 45,-11 5 1,0 0-76,23-8 0,0 2-29,-18 6 0,0 1 28,9-3 1,0 0-6,-6 2 0,-2 2-104,-5 1 1,-3 2-923,4-1-413,-15 9 1439,-27 12 0,3-6 0,-5 5 0</inkml:trace>
  <inkml:trace contextRef="#ctx0" brushRef="#br0" timeOffset="38575">9944 11038 25965,'-47'-17'140,"0"-1"0,1 1 0,12 7-135,26 11-16,-1 3 28,13 2 11,6 0-28,4-1 17,15-1-6,18-6 0,11-5-254,-20 1 1,1 0 242,-4-2 0,-3 0 5,17-4 79,-11 2-39,-31 6-11,-14 1-6,-21 5-12,-18 4-27,5 1 497,-15 5-458,0 0 5,12-2 113,-5-1-45,37-7-17,2 0-51,14-4 23,20-7-33,7-4-46,26-7-69,-25 9 0,1 1-743,6-1 0,1 0-207,-7 3 0,1-1 393,5-1 0,-3 2 0,-8 1 0,1-1 0</inkml:trace>
  <inkml:trace contextRef="#ctx0" brushRef="#br0" timeOffset="39998">11137 10491 21534,'1'-4'4112,"-1"0"-2410,0 4-1640,-4-45-29,3 34-38,-5-33-12,3 48 28,-1 3 0,-2 2 17,0 0 56,-1-3 51,1-4 38,1-7-33,2-8-45,0-13-44,12-11-46,8-6 1,15 3 0,6 8-12,5 11-11,2 12 6,4 18-229,-3 19 251,-6 21-17,-26-17 1,-5 3 2,-8 5 1,-7 1-846,-8 6 0,-8 1 849,1-13 1,-3 1 0,-2 0-4,-5 4 0,-3 0 1,-1 0 1,-3 1 0,0 0 0,-2-1 5,2-3 1,0-1-1,1-3-202,-11 7 0,3-7 245,12-11 0,2-9 86,-3-18 6,20-25 155,17-19-295,13-7 0,14 2 0,12 13 0,5 17 0,5 15 0,5 20 0,-26-1 0,2 2 0,4 5 0,1 1-175,6 2 1,1 0-1568,8 1 0,1-1 1327,-3-2 0,-3-2 0,-14-5 0,-3-2 0,6 1 0</inkml:trace>
  <inkml:trace contextRef="#ctx0" brushRef="#br0" timeOffset="40399">12213 9976 23377,'0'-4'2845,"0"1"-2335,0 3-432,-8 20 1,-5 8-37,-3 4 0,-1 1-37,-8 11 3,6-13 1,1-2 19,-1-1 118,2-2 190,9-14 129,11-25-213,7-10-135,6-10 90,10-11-82,2 5-125,6-8 0,7 1 0,-15 18 0,9 1 0,-12 20 0,7 3 0,12 25-3392,-4 10 3392,-1 9-232,-21-11 0,-4 2 232,-4 3 0,-2-1 0,5 11 0,-6 0 0</inkml:trace>
  <inkml:trace contextRef="#ctx0" brushRef="#br0" timeOffset="44215">13334 10308 21231,'-1'-5'3916,"0"0"-2426,1 5-1401,-3-46-49,3 35 10,0-30-5,4 51 16,2 8 18,-2 4-46,-3-3 96,-17 11-62,-4-12 17,-14 4 28,6-14 6,7-12-34,8-10-39,7-15 5,10-13-27,9-8-35,8-1 12,4 9-11,0 16-6,-3 14 6,0 18 22,-1 15 6,0 21-20,-11-13 1,-3 3-359,-1 8 1,-5 2 360,-5 7 0,-6 2-760,-7 7 1,-5 2 748,1-16 0,-3 0 0,-2 0-592,-4 4 0,-2 0 0,-2-1 597,-2 0 0,0 0 1,-1-2 21,3-6 1,0-1 0,2-3 21,-6 3 0,3-7 97,-4-10 481,36-46-448,24-26-101,-2 18 0,3 0 491,4 0 0,1 3-533,0 4 0,2 5-25,23-4 2058,-7 28-3502,-6 25 1444,-20 0 0,-3 2 0,3 6 0,-5 3 0</inkml:trace>
  <inkml:trace contextRef="#ctx0" brushRef="#br0" timeOffset="53223">25057 545 19996,'13'-46'761,"-1"0"1,1 1 0,1-18 0,0 22-627,-8 39 541,-4 21-363,0 18 1,0 11-105,-1-8 0,1 4 1,0 5-832,-1 2 1,0 7 0,0 3 0,-1 2 0,0-2 673,0-8 0,0 0 1,-1 0-1,1 2 1,-1 1-1,0 2-202,1-5 0,-1 2 1,0 1-1,0 2 1,0 0-1,0 1 0,0-1 1,0-1 153,0 0 1,0 0 0,0 1 0,-1-1 0,1 0 0,0-1 0,1 0 0,-1-1-238,0 9 0,0-2 0,1-1 0,0 1 1,0 1-1,0 2 235,1-7 0,0 2 0,0 0 0,1 2 0,0 0 0,0 1 1,1-1-1,0 0-227,0 0 0,1 1 0,0 0 0,1 0 1,0 0-1,0 0 0,0-1 0,1 1-100,-1-1 1,1 0 0,0 1 0,0-1 0,1 0 0,-1 0 0,1-1 0,-1-1-66,0-2 0,1 0 0,-1 0 0,1-1 0,-1 0 0,1-2 0,0-2 0,1-3 390,2 14 0,2-1 0,0-3 0,-2-7 0,-1-11 0,-2-6 0,-1-7 0,5 15 0</inkml:trace>
  <inkml:trace contextRef="#ctx0" brushRef="#br0" timeOffset="53623">28151 409 21975,'-13'61'340,"1"-1"1,-1 0-1,1 1 1,1-1 0,3 4-296,3-6 0,1 3 0,2 1 0,-1 1-888,1-11 0,0 0 0,0 1 0,-1 0 0,1 2 866,0 6 1,-1 2-1,0 0 1,1 2 0,-1 0-160,0-7 1,0 1-1,1 1 1,-1 0 0,0 1-1,0 0 136,0-7 0,0 1 0,0 1 0,0 0 0,1-1 0,-1 1 0,0 0-119,0 1 1,0-1 0,-1 1-1,1 0 1,0-1 0,0 1-1,1-1-512,-1 8 1,0 0 0,0 0 0,1-1 0,-1-1 0,1-2 550,0 3 0,-1-1 0,1-1 0,1-3 1,-1-5-1,1 11 0,0-5 0,0-7 0,1-9 1,0 1-1</inkml:trace>
  <inkml:trace contextRef="#ctx0" brushRef="#br0" timeOffset="54066">23714 1878 22179,'61'-16'211,"0"0"1,0 0 0,-10 3 0,1 0 0,0 1 0,2 0-154,1 0 1,1 1 0,1 0 0,2-1-1166,-2 2 1,2-1 0,2 0 0,1 0-1,1 0 1112,-11 3 1,0-1 0,2 0-1,1 1 1,0-1 0,1 1 0,0-1-140,-1 1 1,0 0 0,1 0-1,1 0 1,0 1 0,0-1 0,1 0-1,1 0 134,-3 1 1,0 0 0,1-1-1,0 1 1,1 0 0,0 0 0,0 0-1,0 0 1,1 0-58,1 0 1,1 1 0,1-1-1,-1 0 1,1 1 0,0-1 0,0 1-1,0-1 1,0 1 42,-6 1 1,1-1-1,0 1 1,0 0 0,0-1-1,0 1 1,0 0 0,0 0-1,0 1 1,0-1-145,6 0 1,-1 1-1,1-1 1,-1 1-1,0 0 1,1 0-1,-1 0 1,0 0-1,-1 0-164,-1 1 0,1-1 0,-1 1 1,0 0-1,0 0 0,0 0 1,-2 0-1,0 0 0,-2 1 322,8-1 0,0 0 0,-1 1 0,-1-1 0,-2 1 0,-3 0 0,-2 0 0,15 0 0,-4-1 0,-5 1 0,-5 0 0,-13 1 0,0 0 0,1-1 0</inkml:trace>
  <inkml:trace contextRef="#ctx0" brushRef="#br0" timeOffset="55866">26347 845 32767,'-26'-44'0,"-1"1"0,1-1 0,-5-10 0,6 3 0,14 19 0,7 3-56,18-17-155,14 16 478,22 2-267,-9 17 0,2 5 0,-4 6 0,1 2-219,0 1 0,-1 3 169,-3 8 0,-4 5 75,8 23 5,-19-11 1,-8 5-408,-16 15 1,-13 2-327,-6-3 1,-8-1-710,0-9 0,-4 0 1,-1-3 857,-5 0 0,-2-4 60,-7 2 0,3-3 652,17-14 1,2-2-556,-21 17 694,40-19-236,37-10-24,14-9-25,-4-1 0,4-2-315,-1-1 0,3 0 140,5-2 1,5 0-1,0 0-50,1 0 1,1 0 0,-4 1-1,10-3 1,-5 2 0,-15 3-1,-1 0 1</inkml:trace>
  <inkml:trace contextRef="#ctx0" brushRef="#br0" timeOffset="57266">23960 1158 32767,'-5'-9'-244,"2"2"-1589,3 7 3827,0 0-1911,-9-16-663,6 12-172,-6-12 179,7 18-692,-2 2 2113,-2 3 160,-4 1-1601,-5-1 111,-1-2 1267,-1-3-282,5-8-408,2-9-877,5-17 117,6-16-159,11-11-89,11 2 237,16 9 43,12 17 357,-20 21 0,1 4 205,3 7 0,1 6 71,0 4 0,-2 5 5,-1 7 1,-5 8 0,-6 15 0,-7 4-1,-6-15 1,-6 2-441,-11 18 0,-9-1 443,-4-20 1,-5-2-1,-5 6 1,-3-1 8,2-6 0,0-3-9,6-7 0,2-2-2,-6 4 22,18-14-22,22-16-40,22-9-28,-3 4 1,5-1-630,11-1 1,3 1-573,12 0 0,3 1 1263,-10 4 0,2 0 0,-5 0 0,-4 2 0,-4 0 0,1 0 0,1 1 0</inkml:trace>
  <inkml:trace contextRef="#ctx0" brushRef="#br0" timeOffset="58640">26779 2127 20974,'-1'-42'1093,"-1"-1"1,1 0 0,-2-12 0,1 9-814,0 19-154,0 21-98,0 24 33,8 23-42,-2-6 1,0 3-1133,3 11 0,0 3 1127,0 8 0,-1 3-128,-2-17 0,-1 1 0,-1 0-930,0 3 1,-1 1-1,0-1 1044,0-5 0,-2-1 0,1-4 0,0 4 0,0-6 0,-1 6 0</inkml:trace>
  <inkml:trace contextRef="#ctx0" brushRef="#br0" timeOffset="59440">28673 2203 19232,'3'-5'4912,"-2"1"-3209,-1 4-1669,-17-41-23,-1 49 0,-15-22-5,11 65-12,9 8 6,13 2-369,18-2 374,-2-31 1,3-3 2,5-1 1,3-4 27,1-4 1,2-3 86,26 1 34,-10-22 55,-11-17 24,-13-18-29,-12-13-123,-10 24 0,-2-1-3,-3-1 0,-2 0-28,-3 1 1,-1 2 13,-16-21-17,-2 17-67,-2 14 342,-3 14-504,-4 16-706,-1 15-4558,1 17 5443,9 1 0,12-12 0,9-13 0</inkml:trace>
  <inkml:trace contextRef="#ctx0" brushRef="#br0" timeOffset="60216">27276 3451 23467,'22'55'350,"-1"1"1,-7-15 0,5-4-222,25-6 0,9-8-1396,-6-9 1,3-5 1318,-5 0 1,3-2-1,1-1-37,5-2 0,2-1 0,1-2-608,4-2 1,1-3-1,1-1 607,-14 1 0,1-2 0,0-1 0,0 0-3,2-2 0,0-1 1,0-1-1,0 0-10,1-2 1,0-1-1,-1 0 1,1-1 2,0-1 0,-1 0 0,1-1 1,-2-1 10,1-1 0,-1-1 1,-1 0-1,0-1 6,-3 0 0,0-1 0,-1 0 1,-1-1 33,10-7 0,-2-1 1,-3-2-10,-7 3 1,-2-2 0,-3 0 42,7-14 1,-5-1-15,-11 3 1,-6 0 11,-7 0 0,-4 1-9,-4 0 1,-4 0-9,-4 0 0,-4 0 16,0 2 1,-4 2-30,-1 2 0,-3 2-7,0 4 1,-1 3 11,-18-15 921,-3 14-971,-20 13-24,15 10 7,-21 13 2207,26 5-2197,-5 8-5,10 0-5,7 2-6,10-8 1273,1 5-1257,7-7 70,-1 2-86,2 0 28,3-2 28,3-5-34,2-1 39,15-6-5,1-4-28,15-4 0,2-5 0,14-1-17,-16 6 0,17 2 0,-19 6 0,13 7-23,-14 3 1,2 2 13,-1 3 1,0 0-170,1 2 1,0 0 160,5 3 0,-2 1-283,-8-3 1,-1 1 195,4 4 1,-5 4-745,-10 5 0,-10 3-2614,-26 23 3462,-1-25 0,-4-4 0,-16 1 0,13-13 0</inkml:trace>
  <inkml:trace contextRef="#ctx0" brushRef="#br0" timeOffset="63658">26483 6190 20767,'12'-53'946,"-1"-1"1,1 1 0,-2 6-1,0 3 1,-4 7-460,-5-1-324,-5 23-152,-4 23 0,-4 21-5,-4 27-9,6-16 0,-1 2-580,0 9 0,0 2 168,0 6 1,1 0-116,2-10 1,1 0-2711,1 15 0,1-1 3240,2-20 0,2-2 0,-1-3 0,1-4 0,0 5 0</inkml:trace>
  <inkml:trace contextRef="#ctx0" brushRef="#br0" timeOffset="63998">27425 6018 23450,'5'-41'1131,"1"1"1,1-21-1015,-14 69 1,-9 20-62,-9 23-39,10-17 0,0 2-233,-1 4 1,2 2 220,3-1 1,2 1 5,3-2 1,5-1-7,4-5 1,5-2 50,18 21 11,13-18 28,6-17-27,-9-16 224,7-21-32,-20-4 0,-2-5-33,-2-3 0,-1-2-343,1-12 1,-6-3 252,-9 4 1,-6 1-60,-4-2 0,-5 1-33,-3 4 0,-5 2-40,-3 5 1,-2 4-96,-2 5 0,0 5-475,-26-2-2236,5 27 2801,13 12 0,15 2 0,10-6 0</inkml:trace>
  <inkml:trace contextRef="#ctx0" brushRef="#br0" timeOffset="65232">26428 7696 23887,'-1'-9'2492,"0"2"-2201,1 7-246,0 0-56,-32-21 11,22 50-6,-25 1-148,30 12 0,6 7-959,-2 0 1,1 0 1112,3 6 0,1-5 0,-1 7 0,5-9 0</inkml:trace>
  <inkml:trace contextRef="#ctx0" brushRef="#br0" timeOffset="65583">27051 7716 24480,'8'-49'775,"0"1"0,0 2 0,-3 14-663,-4 28-73,-5 12-22,-3 16-4224,-7 35 4213,3-12 241,4-7 0,2 2-259,5 16-10,5-22 0,2-1 19,4-3 0,6-3 14,11-1 0,4-5-11,13 4-70,-9-16 0,0-6 159,8-18 74,5-13 44,-15-21-101,-23 17 1,-5-3 97,-8-13 1,-4-1-158,2 14 1,-3 1 10,-9-14 1,-3 3 25,-12-3-61,-8-2-96,6 17-386,6 18-34,13 15-3237,4 24 3730,9 5 0,0-4 0,1-9 0</inkml:trace>
  <inkml:trace contextRef="#ctx0" brushRef="#br0" timeOffset="65900">25703 8981 22411,'-52'2'310,"0"-1"1,0 0 0,0 1 0,-8-1 0,4 0-1,15 0 77,21 1-26,39-4-235,24-2 1,13-1-79,-9 0 1,4-1-1,6 0-717,-9 1 0,4-1 0,4 0 0,1-1 1,0 1-1,0 0 681,-2 1 0,0-1 0,0 1 0,1 0 1,1 0-1,3 0-182,-7 0 0,3 1 1,1-1-1,1 0 1,-1 1-1,0-1 1,-2 1-1,-3 0 169,13 0 0,-5 0 0,0 1 0,0-1 0,2 1-237,-8 1 1,1-1-1,1 1 1,1 0 0,-1 0-1,-1 0 1,-2 0-45,10 0 1,-3 0 0,-1 1 0,1-1 0,3 0 213,-9 1 0,2-1 1,2 0-1,0 0 0,-2 1 1,-3-1-1,-3 1 1,6-1-1,-3 1 0,-4-1 1,-1 1-1,6-1 1,0 1-1,0-1 0</inkml:trace>
  <inkml:trace contextRef="#ctx0" brushRef="#br0" timeOffset="67056">25045 8012 25707,'12'-18'123,"-5"8"-72,-13 21 16,-3 7 28,-5 3-61,3-2 44,-11 6-11,8-12 29,-5 5 83,8-13 39,4-3-44,2-8-34,3-5 0,1-8 5,6-7-49,6-2-12,7-1 0,2 6-34,2 7-11,-2 7-28,0 7 1,1 7 4,5 6-10,5 5 11,-3-1 22,19 10-45,-16-8 6,13 6 6,-18-7 5,-8-5 45,-7-4 174,-7-5 61,-3-1-168,-7-12-78,0 0-34,-6-9 28,2 4-33,2 1 11,1 1 0,-1 1-23,-1 1 6,1 2 28,-6-6-11,1 5-34,-6-4-5,1 5 33,-2 5-34,1 5 7,-4 7 21,-3 8-27,-4 7 16,-2 6 17,1 3 1,1 2-52,5 1 18,3 1 33,4 1-28,4 2 23,5-1-17,3-9 11,2 3 5,2-17 46,0 0 22,2-10-44,0-6-29,2-6 0,0-7 0,5-8 0,4-9 0,4-6 0,5-7 0,4-2 0,5 2 0,2 4 0,3 5 0,0 7 0,-2 8 0,-3 6 0,-4 8 0,-2 4 0,0 8 0,0 6 0,0 9 0,-1 5 0,1 3 0,2 1-197,2 3-1366,5 1 1563,3 1 0,-15-16 0,-2-3 0</inkml:trace>
  <inkml:trace contextRef="#ctx0" brushRef="#br0" timeOffset="68851">27708 5752 22761,'-26'57'18,"0"0"0,7-12 0,-1 2 1,1-2-1336,2-3 0,0-1 1,0 3 356,-2 3 1,-2 4 0,1 0-1,1-4 727,-2 3 0,1-2 1,1-2-1,2-3 1,0-2-1,1-3 1,1-2-1,0 0 1</inkml:trace>
  <inkml:trace contextRef="#ctx0" brushRef="#br0" timeOffset="69150">27410 7461 20033,'28'-39'928,"-1"0"1,1-1-1,7-11 1,-8 12-829,-18 28 12,-13 23 6,-13 21-85,-7 15 1,-5 8-1034,7-14 0,-2 1 0,-1 4 955,0 1 0,-2 3 1,-1 2-1,1 0-894,-2 3 0,-1 0 0,1 1 1,1-2 69,3-6 1,1-1 0,0-1-1,-1 2 675,-2 6 0,-1 2 0,2-3 0,3-7 0,2-4 0,3-4 0,-1 1 0,0 1 0</inkml:trace>
  <inkml:trace contextRef="#ctx0" brushRef="#br0" timeOffset="69583">27382 9599 22683,'0'-3'1159,"0"0"-291,0 3-504,-2 71-191,-4-18-622,1 3 1,0 2 479,0-21 0,0-2-14,1-2 0,1-2 252,1 16-230,10-18 17,8-18 5,12-20 12,7-18 34,7-17-317,-20 17 0,-1-2 358,0-1 1,-2-1 13,-3-1 1,-2 0 173,-3 1 0,-4 1-151,2-27-62,-14 10-67,-6 12-22,-8 14-51,-4 16-6,-5 18-66,-7 13-130,4 1 219,3 0 0,2-2 0,8-8 0,-14 15 0</inkml:trace>
  <inkml:trace contextRef="#ctx0" brushRef="#br0" timeOffset="70190">26707 5973 18380,'7'-7'3159,"-2"2"-2531,-5 5 56,0 0-124,3 66-429,-23-24 1,-7 6-1147,6 5 1,-2 6 0,-3 0 872,-3-11 1,-3-1 0,-2 0 0,1 2-844,5-7 0,-1 1 0,0 0 1,1 0-1,1-2 792,-5 8 1,2-1 0,0-2 0,3-3 0,0 0 0,3-3 0,2-4 0,3-3 0,1-1 0</inkml:trace>
  <inkml:trace contextRef="#ctx0" brushRef="#br0" timeOffset="70466">26315 7932 15609,'26'-46'958,"0"0"1,-1 0 0,1 0 0,4-7 0,-1 1-1,-1 6-611,1 2 1,-3 6 16,8-7 561,-16 25-830,-11 25 6,-15 26-68,-2-1 1,-3 3-899,-9 15 1,-5 5 822,5-10 1,-1 3 0,-2 1-759,3-7 0,-1 1 0,-1 1 0,1 2 800,-5 8 0,-1 2 0,0-1 0,3-4 0,4-9 0,2-2 0,0-2 0,-9 19 0,0 0 0</inkml:trace>
  <inkml:trace contextRef="#ctx0" brushRef="#br0" timeOffset="70923">26503 9611 21629,'25'-40'743,"1"0"1,-1 0 0,8-13-1,-5 10-306,-12 20-246,-10 14-74,-27 30-83,0 2-3,-7 8 0,-4 6-917,1 0 0,0 1 908,5-5 1,-1 2-1,1 1-6,1-1 1,1 1 0,1-1-9,-5 14 1,3-1 79,9-7 0,4-2-105,9 20 57,21-19-7,17-20 6,15-23 0,-20-6 1,0-4-102,4-7 0,0-4 157,0-4 0,-2-3 309,-2-3 0,-2-3-365,-4-1 1,-2 0-15,-5 0 0,-2 1-3,-5 3 1,-3 1 156,0-21-896,-15 11-6139,-8 15 6856,-2 11 0,4 9 0,7 6 0</inkml:trace>
  <inkml:trace contextRef="#ctx0" brushRef="#br0" timeOffset="72833">14591 10187 22554,'-56'5'856,"1"0"1,5 1 0,15-5-739,30-5-62,29-3-34,33-7-8,-14 5 0,4 2-712,11-1 1,3 1 702,-16 2 1,0 2 0,0 0-10,-1 0 0,1 1 0,-2 1-24,14 2 0,-3 3-22,-14 0 0,-7 6 298,-4 18-276,-51 10 25,-7-14 0,-8 0 9,-12 3 0,-5 0-387,15-8 1,-1-1 0,-1 1 398,2 0 1,0-1 0,1 0 6,-13 6 0,5-1-6,11-5 1,6 0 3,-1 9 933,37-12-928,30-7-20,-4-7 1,3-2-383,8-3 0,2-2 377,5-1 1,1-3 10,-2-1 0,-1-2-3,-4-2 0,-4-1 537,-8-1 1,-3-2-487,6-25-17,-23-8-6,-22-10-3,0 26 1,-2-2 24,-3-3 1,0 0 86,1-1 1,0 0 86,3 5 0,1 2 224,-3-15-218,6 22-207,4 17-12,5 17-16,8 15-12,9 17 9,-4-11 0,2 2 223,2 3 0,0 2-212,2 1 0,-2 1-17,-1 1 1,-3 0-130,-3 0 1,-5 0-343,-4 1 1,-6-1-967,-5 0 1,-5 0 1439,-7 2 0,-1-3 0,-4 4 0,-2-7 0</inkml:trace>
  <inkml:trace contextRef="#ctx0" brushRef="#br0" timeOffset="73206">15906 9994 23170,'0'-3'3198,"0"1"-2705,0 2-420,-29 61-34,21-21-17,-5 5 1,5 1-12,25 6 0,18-3-290,-11-27 1,2-2 303,2-4 0,0-3 59,24 4 201,-12-20-78,-15-12 78,-12-15 18,-12-13-85,-13-11-358,0 22 0,-1 0 171,-4 0 0,-1 0-3,-2 1 0,0 1-17,-1 5 0,0 1-33,-20-13 175,-2 16-2253,-4 11 2100,5 14 0,15-1 0,11 3 0</inkml:trace>
  <inkml:trace contextRef="#ctx0" brushRef="#br0" timeOffset="76065">13211 5631 16303,'-7'1'4408,"2"0"-3582,-27 3 0,-5 2-271,11-1-452,-13 2 1,3-1-82,25-2 18,8 1 66,12-3 68,28-1-107,15-4-53,-13-1 0,0 0-251,22-5 245,-26 3 1,-2 0 75,12-2-11,-10 1-40,-27 3-10,-38 5-6,-8 1 8,-10 3 0,-6 1 11,12-1 1,-1 2-1004,1-1 0,-3 1 0,3 0 1037,0 0 0,1 1 173,-12 4 1,3 0 46,5 0-254,10-3 1,6 0-21,14 0 80,14-2 83,45-5-146,-13-4 1,3-1-480,18-3 1,2-1 453,-12-1 0,1 0 3,12-2 1,1-2 954,-5 1 1,-1-1-920,-4 2 1,-2-1 83,-4 1 1,-6 1-20,-9 1-16,-27 4-208,-28 10-869,0 2 1,-4 1 445,-5 2 1,1 1 0,-20 6 0,21-6 0</inkml:trace>
  <inkml:trace contextRef="#ctx0" brushRef="#br0" timeOffset="79890">2433 13423 23650,'-43'-45'422,"1"0"0,3 4 0,1 12-338,-7 32-44,1 13 4,3 12-27,7 10-17,9 4 195,10 3-218,12 1 6,16 0-5,14-1-308,15-3 324,-17-21 1,1-2 16,27 16 40,-8-4-29,-13-4 155,-17-5-126,-22 1 73,-20 2-85,-24 3-11,18-14 0,-2-2-401,-5 1 0,-1-2 381,0-2 1,0-3-9,3-1 0,2-3 85,-18-14-1514,22-20-5465,32-25 6113,18-4 0,-1 18 0,-1 19 0</inkml:trace>
  <inkml:trace contextRef="#ctx0" brushRef="#br0" timeOffset="80082">2943 13245 21679,'7'-7'3680,"-1"2"-3371,-6 5-63,0 0-212,-19 78-733,14-25 677,-5 6 0,0 4-346,9-24 1,2-1-3047,-2 1 1,1 0 2649,0 23 1,0-23 0,0-20 0</inkml:trace>
  <inkml:trace contextRef="#ctx0" brushRef="#br0" timeOffset="81024">2703 13603 25511,'55'-18'6,"0"0"1,0 0 0,-3 0 0,1 1 0,-4 4-2,7 6 1,-1 2-1305,-11-1 0,0-1 1,-3 1 1275,2-1 1,-3 0 2,10-1 1,-6-2 1169,-12-3-1161,-6-4 690,-18 2-701,-15 3 5,0 5 101,-11 9-73,-3 11 2319,-11 10-2302,-5 9-50,-3 6 16,14-12-5,7 1 33,19-17 29,9-1-1,13-6 0,25-17-5,-1-5-6,1-6 85,-11-5 44,-20 6 140,-8-14-84,-18 9-112,-8 2 72,-19 12-60,1 10-57,-9 8-67,3 11-17,3 24 6,15 6 0,5 3-1,14 9 1,15-4-229,-1-18 1,4 1 186,5 1 0,7-1-236,15 8 1,5-3 122,-14-12 1,3-3-143,2-3 0,3-1 0,-1-4-541,3-4 1,0-4 565,8 1 0,0-4 235,-3-8 1,-4-5 308,12-14 232,-18-21-202,-26 9 332,-8-12-52,-1 11 163,-1-7-561,0 18 18,-2 8-141,-1 19 420,-4 13-436,-7 36-31,8-23 0,-1 3 101,-2 10 1,0 2-102,1-2 0,1-2-1,0-7 1,1 1 0,-2 8 0,0 2-6,1-1 0,0 0 11,0-4 1,1-1 8,0-2 0,0-6 69,2-8-63,2-22-12,0-23-11,1-18 19,0 8 1,0-4-337,0-8 1,1-5 323,2 1 1,1-4 0,1 0-474,-1 4 1,1 1 0,1-1 466,0 0 1,1 0 0,1 1 9,4-15 1,2 5-71,-3 19 1,2 1 69,5-9 1,1 2-7,-4 15 1,1 2 5,20-18-11,-12 27-22,8 9 5,7 14 11,-6 2-8,-4 8 0,-2 5-8,-2 14 539,4 7-517,-24 6-9,-19-20 1,-6-1-37,-3 1 0,-3 0 558,-12 4 0,-4-4-1171,4-7 0,2-4-827,-18 6 1485,9-11 0,32-9 0,2-2 0</inkml:trace>
  <inkml:trace contextRef="#ctx0" brushRef="#br0" timeOffset="81249">4654 13544 23237,'-4'0'3103,"1"0"-2521,3 0-694,48-41-940,-1 23-3864,-1-7 1,4 0 4908,-13 17 0,-3 3 1,12-3-1,-19 3 1</inkml:trace>
  <inkml:trace contextRef="#ctx0" brushRef="#br0" timeOffset="81450">5218 13336 18672,'-1'7'-314,"1"-3"-9517,7-3 9270,-3-1 0,3 0 0,-6 0 0</inkml:trace>
  <inkml:trace contextRef="#ctx0" brushRef="#br0" timeOffset="81856">5282 13303 27158,'0'-48'76,"-1"0"1,0 4-1,6 9-65,19 20-16,4 5 10,7 5-16,1 9 0,-1 12-17,-10 15 34,-13 18-266,-17-16 0,-6 2 271,-9 6 0,-6 1-661,-9 6 1,-4 0 652,9-15 1,0 0 0,0-1-10,-13 14 1,2-2-245,7-6 1,5-3 255,-6 18 11,31-22 5,31-18-16,34-18-12,-15-3 0,5-1-358,-9 1 1,2-2 0,1 2 213,6-1 1,1 0 0,1 1-546,3-1 1,1 1-1,0 1 695,5 0 0,0 1 0,-6 1 0,-5-1 0,-4 2 0,-7 1 0,1 0 0</inkml:trace>
  <inkml:trace contextRef="#ctx0" brushRef="#br0" timeOffset="82116">2506 15000 20609,'-58'22'72,"1"0"0,0 0 0,-1 0 0,11-4 0,0 1 0,3-2 0,1 0 58,-3 3 1,2-2 0,8-1 423,-9 9 79,81-27-440,19-10 0,13-5-1128,-18 4 0,5-2 1,2 0-1,3-1 943,-10 4 0,1-2 1,2 1-1,2-1 1,0 0-1,2 1-123,-2 0 1,1 0-1,1 0 1,1 0-1,1 0 1,1 1-1,0-1 118,-2 2 1,0-1-1,1 1 1,1 0 0,0 0-1,1 0 1,0 0-1,0 0-50,-3 1 0,0 1 0,1-1 1,0 1-1,0 0 0,1 0 1,0 0-1,0 0 0,0 0-4,-4 1 0,0 0 0,1 0 0,0 0 0,0 0 0,0 0 0,1 1 0,-1-1 0,0 0 0,1 1-397,0-1 1,0 1 0,1-1 0,1 1 0,-1 0 0,-1-1 0,1 1 0,-2 0 0,0 0 0,-1 0 447,8-1 0,-1 0 0,0 1 0,-1-1 0,-1 1 0,-2 0 0,-2 0 0,-3 0 0,12-1 0,-3 1 0,-4-1 0,-3 2 0,-4-1 0,-1 1 0,1 0 0,-1-1 0</inkml:trace>
  <inkml:trace contextRef="#ctx0" brushRef="#br0" timeOffset="82957">8262 13423 20806,'15'-51'1445,"1"1"0,-1-2 0,-3 6-672,-6 3 45,-6-5-560,-7 22-202,-7 11-34,1 18 28,-9 17-22,0 18-28,7-10 0,1 4-171,1 6 0,2 3-98,1 16 1,3 1-102,3-17 1,2 1-1923,5 18 1,4-2 1469,9 3 0,0-11 0,-5-24 0</inkml:trace>
  <inkml:trace contextRef="#ctx0" brushRef="#br0" timeOffset="83300">8719 12914 23215,'-35'-39'743,"1"0"0,6 3 0,2 12-597,-7 34-102,13 9 18,-2 28-45,11 3-908,8-18 0,3 1 919,5 11 394,12 4-400,18-14 6,2-7 45,8-9-28,-18-18 112,1-21-90,-16 3 123,3-21 163,-16-2-168,-8-2 1320,-11-5-1432,-5 17-62,4 10-11,-1 6-67,13 11-868,3 12-4599,19 10 5534,8 8 0,-2-8 0,-4-7 0</inkml:trace>
  <inkml:trace contextRef="#ctx0" brushRef="#br0" timeOffset="83507">9033 13372 26005,'49'-19'-1967,"1"0"1,0 0 0,-1 2 0,0 1 0,-3 5 1952,8 7 1,-6 5 0,15-2 0,-29 1 0</inkml:trace>
  <inkml:trace contextRef="#ctx0" brushRef="#br0" timeOffset="83666">9285 13573 19148,'-4'0'4963,"0"0"-4717,4 0-498,62-56-1875,-33 41 0,3 0 2127,10-12 0,5-4 0,-5 6 0,-11 13 0,-2 2 0,29-13 0</inkml:trace>
  <inkml:trace contextRef="#ctx0" brushRef="#br0" timeOffset="84006">10207 13097 27583,'43'-46'35,"0"1"1,-2 3 0,2 10-42,-10 22 0,1 7-459,3 1 0,1 4 473,0 6 0,-1 4-19,-1 4 0,-4 5-3,-5 5 0,-5 4 0,-6 1 0,-7 3 0,-9 0 0,-8 0 17,-8 0 0,-6-1-6,-9-1 0,-4-2 0,-3-2 0,0-3-3,3-4 1,2-3-17,-10 7 345,41-13-301,56-17-24,-16 0 0,6 0 0,1-1-464,-2 0 1,1-1-1,7 0 375,-3 0 1,6 0-1,5-1 1,1 1-1,0-1 1,-3 1-80,-3 1 0,0-1 0,0 1 0,-1 0 0,-1 0 0,0 0 0,5-1 0,0 0 0,-1 0 0,-1 0 0,-3 1 0,-2 1 0,0-1 0,0 0 0,0 1 0</inkml:trace>
  <inkml:trace contextRef="#ctx0" brushRef="#br0" timeOffset="85266">8273 15105 27359,'-40'-26'62,"7"26"-46,27 29 1,6 14-9,-8 19 1,0 0-1996,3-24 0,0 0 1992,-3 13 1,-3-3 81,-8 0-14,8-22 139,-4 4-32,12-36-74,7-16-39,9-20-5,10-17 1044,-8 25 1,1-1-1093,2-1 0,0 0-6,1 1 1,0 2 477,-1 4 0,0 2-469,17-14-29,-1 15 7,4 14 16,5 10-11,7 14-34,5 13 3,-26-6 1,-1 3-222,-2 2 0,0 3 134,-2 2 1,-1 0-141,-3 1 1,-2-1-572,11 25-229,-9-12 60,-6-15 1071,-3-15-303,4-19 331,8-13 112,4-15 257,3-7 219,-5-2 90,-7 6 315,-8 9-758,-5 13-246,-8 10-40,0 13-33,0 8 0,3 8-12,12 3-5,11 0 17,18-6-28,15-6 14,-21-10 0,2-1-186,2-3 0,0-3 189,-1-1 0,-1-2 66,22-14-63,-18-8 97,-22-7 12,-20-2 11,-16 1 27,-12 1-49,-3 6-57,7 8-55,11 9 244,13 6-1208,19 5-4285,19 5 5254,9 2 0,-12 0 0,-12-2 0</inkml:trace>
  <inkml:trace contextRef="#ctx0" brushRef="#br0" timeOffset="85840">9895 15202 27471,'-15'30'47,"0"1"1,-10 21-36,17-28 4,3-8 52,2-8 10,4-7-11,6-11-28,0-2 73,15-30-16,-4-1-38,-4 10 1,0-3-189,-1 3 1,0 1 174,0-1 0,1 2-6,1 1 0,0 3-3,20-18-19,2 15-51,3 14 51,1 15-34,-1 18 17,-6 15 28,-7 14-50,-11 9 5,-11 4 43,-10 0-9,-5-5 37,-4-8-43,3-15 28,3-13-17,5-17 6,3-15-5,2-14 340,3-12-363,6-7 0,4-4 0,6 1 0,5 7 0,3 9 0,1 11 0,1 10 0,4 9 0,7 13 0,9 12 0,-22-4 0,-1 2-23,1 4 0,-1 1-313,-2 2 0,-1 1-950,-5 0 1,-2 1 1032,7 28 0,-13-25 0,-7-5 0</inkml:trace>
  <inkml:trace contextRef="#ctx0" brushRef="#br0" timeOffset="86033">11246 14970 24458,'0'-4'2604,"0"1"-2329,0 3-270,61-35-189,-11 26-915,3-7 0,4 4 1099,-8 18 0,-3 4 0,7 0 0,-4 4 0</inkml:trace>
  <inkml:trace contextRef="#ctx0" brushRef="#br0" timeOffset="86191">11304 15363 27034,'38'-23'-658,"-1"1"0,0 0 0,20-9 0,-1 6 658,-1 12 0,-3 5 0,7-3 0,-3 4 0</inkml:trace>
  <inkml:trace contextRef="#ctx0" brushRef="#br0" timeOffset="86766">13376 15020 23366,'0'-8'1562,"-5"-26"1,-5-2-1328,-5 19-204,4-17 0,-2 6 81,-18 41-17,1 15-76,11-4 1,1 4-367,1 6 1,2 2 340,1 4 0,5 2 23,7 9 0,3-2-9,1-15 1,4-1-29,11 10 1,7-5 19,-1-17 0,5-4 14,6 4 0,5-4 14,5-6 0,0-7-9,-10-6 1,-2-3-94,23-14 186,-24-24 73,-15-6-99,-8 14 1,-2-4 11,-5-12 0,-5-2-62,-4 8 1,-4 1-29,1 1 1,-4 2 8,-10 11 0,-3 5-1,-27-1-13,20 13 0,0 5-28,2 9 0,2 5-43,-6 13-66,14 8-1176,30 7 1310,18-4 0,-10-9 0,8-3 0</inkml:trace>
  <inkml:trace contextRef="#ctx0" brushRef="#br0" timeOffset="87166">14395 14881 27891,'-36'18'90,"8"-4"-79,-2 17 23,7-8-18,-5 3 35,5-8 66,7-8-38,7-11-51,8-6 11,20-24 39,8-1-30,-4 7 0,1-1-139,1 2 0,-1 1 91,2 0 0,-2 1 0,13-11 0,9-3 0,-19 19 0,11-1 0,-11 15 0,3 13 0,-5 3 0,12 20 0,-3 2 0,-5-5 0,1 2-521,-4-3 1,0 0-4396,3 5 1,0-2 3614,2 6 0,-11-13 1,-15-18-1</inkml:trace>
  <inkml:trace contextRef="#ctx0" brushRef="#br0" timeOffset="89066">15315 14959 22231,'15'-40'861,"0"0"0,0 0 1,5-11-1,-6 10-430,-10 24-28,-8 22-347,0 5 157,-13 40-157,4 2-40,4-20 1,1 2 8,1 4 1,2 1-128,2-4 1,1 0 109,0 18 1,0 0-238,1-10 0,0-1 246,-1 2 0,0-4 120,-3 2-42,-9-14 95,-3-25-128,2-14 185,2-9-216,9-12 0,4-4-6,3 3 0,1-1-273,0-6 0,0-2 281,5-4 1,1-1-31,0 0 0,1 0 19,-1 1 1,-1 1-9,0 4 0,-2 1 165,0-16-129,-6 36-39,0-1 17,-3 32-16,-2 18 10,0 24-25,1-18 0,2 1 1115,1 26-1132,6-11 1,3 0-4,0-17 1,1 1-209,4 12 1,2-1 241,9 12 23,-6-20 16,-9-20 28,-6-17-33,-10-31 6,-5-12-32,2 8 1,-2-3-436,0-3 0,-1-2 422,1-6 0,0 1-1,3 8 1,1 0 5,1-6 0,2 1-16,3-10 33,2 12 391,1 28-435,-1 38 21,0 5-22,-2 10 1,-1 5-71,-2-7 0,-1 1-762,-3 20 1,-2 1-4068,-1-6 1,-1-3 3437,3-12 0,1-3 0,-5 12 0,10-34 0</inkml:trace>
  <inkml:trace contextRef="#ctx0" brushRef="#br0" timeOffset="90623">28841 11706 22741,'1'-55'547,"0"1"1,0-1 0,0 8 0,-1 1 0,0 10-346,-2 2 442,0 25-599,0 30-28,1 29-39,2 9-710,0-13 0,2 7 0,-1-1 571,1-9 1,-1 0 0,0 3-522,0 3 0,0 3 0,1 2 0,-2-1 453,-1-2 0,-1 1 1,0-2-1,0-4 1,1 10-1,-1-4 1,-3-3-1,1 0 1</inkml:trace>
  <inkml:trace contextRef="#ctx0" brushRef="#br0" timeOffset="91157">29028 13224 21248,'0'-6'3770,"0"2"-3058,0 4-600,-39 0-12,14 35-44,-3-12 0,1 4-449,12 14 1,7 4 412,1 1 0,6 0-4,6-1 1,6-1 0,7-2 0,7-3-1,8-2 1,6-5-298,6-4 1,4-5 310,0-6 1,1-6 50,-4-8 1,-3-7 46,-8-6 1,-5-5 16,9-30 85,-23-14-160,-16 25 0,-4-2-267,-4-4 0,-3 0 219,-5-2 1,-4 0-23,-1 1 0,-3 1 0,0 4 0,-2 3-17,1 4 0,-1 4 542,-21-10-811,7 17-1287,6 16 1573,4 19 0,15-7 0,3 8 0</inkml:trace>
  <inkml:trace contextRef="#ctx0" brushRef="#br0" timeOffset="91499">27971 14692 23255,'56'-15'245,"0"1"1,1-1-1,-1 1 1,3-3 0,-3 1-1,10 2-187,-14 7 0,7 0 0,5 1 0,4 0 0,0 1 1,-1 0-1,-4 0 0,-6 1-929,2-1 1,-5 2 0,-3-1 0,2 0 0,8 0 869,-7 0 0,7 0 1,3-1-1,2 1 1,2-1-1,-2 0 0,-2 1 1,-4 0-1,-5 1-146,6 0 0,-5 1 0,-3 0 0,-1 0 0,1 1 11,10-1 0,0 0 0,-2 0 1,-1 1-345,-7 0 1,-1-1 0,-2 1 0,-1 0 479,6 0 0,-2 1 0,-6-1 0,-5 1 0,-6 0 0,9 0 0</inkml:trace>
  <inkml:trace contextRef="#ctx0" brushRef="#br0" timeOffset="92233">29207 15463 25780,'4'-38'406,"-1"-1"0,0-12-294,-10 89-34,-2 19-739,4-26 0,0 2 689,0 8 0,-1 0 0,2-6 0,-1-1-14,-1 8 0,0 1 8,0-4 1,-2-2-15,1-4 1,-2-3 440,-9 14-348,1-18 291,1-17-258,6-21-83,4-15-1,14-33-28,-2 13-14,3 6 1,1-2 55,-3 9 0,-1-2-50,2-10 0,0-1 0,-1 1 0,-1 1 14,-1 6 0,0 2 84,0-15-89,-3 27-40,-3 21 11,-3 24 34,-3 18-16,-1 20-7,5-23 1,0 2-4,1 2 1,1 1-149,0 1 1,1 0 142,2-1 1,0 0-12,0-3 0,0-1-3,2 25-61,-2-15 134,-2-22 715,0-14-754,0-43 0,0-4-6,0-8 0,0-3 0,0-12-5,1 13 0,0-1 33,0-10 22,1-4-89,-1 23 51,-2 20-57,0 24 332,1 7-410,0 23-325,7 7-342,-1-11 1,2 1 315,3 8 1,0-2 0,3 6 0,-1-1 0</inkml:trace>
  <inkml:trace contextRef="#ctx0" brushRef="#br0" timeOffset="92649">29917 15290 23405,'-18'-50'351,"-1"1"0,1 0 0,0-1 0,-10-8 0,-1 2 0,-2 7-276,-5 1 1,-5 9-591,3 15 0,-6 4 1,-2 4 579,-7 5 0,-5 5 1,0 2-1086,-1 1 0,-2 3 1,-1 3 1052,7 2 1,-1 2-1,0 3 1,3 3 1,6 4 0,2 3 0,2 2 0,1 0-136,-4 4 1,2 1 0,0 5 119,3 1 1,1 5 0,0 2 0,2 4 8,5-2 0,2 3 0,0 2 0,1 2 0,0-1-340,0 0 0,1 1 1,0 1-1,1 1 0,1 2 311,4-3 0,-1 2 0,1 1 0,2 0 1,2-1-1,5-2 2,1 12 0,5-2 1,3-2-1,4-2-5,1 3 1,5-3-1,8-3-8,6-10 1,5-2 0,7-2 0,3-4-209,12-2 0,6-7 1,5-2-1,-1 0 166,-10-4 0,1-1 0,0-1 1,3-2-1,0 0 38,0-3 0,2-1 0,2-1 1,0-1-1,-1-2 0,-2-3 17,3-1 0,-1-4 0,0-1 0,-2-1 1,-1-1 6,1 0 0,-2 0 1,-1-2-1,1-3 21,5-5 1,2-2-1,-3-2 1,-3-3 100,-1-3 1,-4-3 0,0-6-50,-1-6 0,1-5 1,-2-4-1,-5 0-45,-6 4 1,-5-2-1,-1-2 1,-3-2-22,-3 3 0,-2-3 1,-1-1-1,-3-1 1,-2 2-15,-3-8 1,-3 1-1,-2 1 1,-2 2-6,0-5 0,-2 2 0,-5-1 161,-5-5 1,-4-1 0,-8 5-418,-9 6 1,-8 5 0,-4 2-1276,8 10 0,-3 2 0,-1 1 1,-2 2 1527,-4 1 1,-3 1 0,0 2-1,4 5 1,-14-1 0,6 7-1,18 7 1,0 1 0</inkml:trace>
  <inkml:trace contextRef="#ctx0" brushRef="#br0" timeOffset="94483">27370 13607 24967,'3'20'438,"-6"4"-377,-15 17-16,-2 1-11,-1-4 22,2-7 269,6-11 162,4-11-123,6-16-118,9-14-22,7-15-117,4 0 47,1 3 0,1-1 19,12-20-398,-9 15 1,1 0 285,-5 10 1,-1 2 28,13-13-62,-11 18 0,-4 13-22,-6 12-23,4 8 11,3 10 6,4 11-22,5 9-90,7 8-125,-12-22 1,2 0-459,5 1 1,4 1 694,12 3 0,-1-3 0,6 4 0,4-3 0</inkml:trace>
  <inkml:trace contextRef="#ctx0" brushRef="#br0" timeOffset="100741">11444 16765 22879,'-51'7'806,"0"1"0,11-2 1,7-2-655,10-6-80,36-7-27,23-8-42,-6 5 0,3 1-259,6-1 1,3 0 218,3 2 1,0 1-54,-1 2 0,-1 3-58,-5 3 0,-2 4-188,11 12 248,-27 15 27,-35 13 61,-4-17 0,-6 0 25,-7 4 0,-4-1-459,-4 1 0,-2-1 532,-1-1 0,-1 0 8,4-4 1,1-1-32,7-5 1,3-2-9,-8 3 293,29-13-315,34-18-57,28-13-5,-14 5 1,3-1-478,6-4 1,2-1 490,1-1 0,-1-1 20,-2 0 0,-3 0-9,-8 1 1,-3-1 279,-10 1 0,-6-1-181,-3-25-35,-19 13 156,-32-13 113,3 26 79,-16-8-16,15 21-102,11 5 863,10 5-1109,9 3 418,29 13-508,7 7 23,-3-1 0,2 3-330,-2 2 0,-1 3 293,-2 4 1,-4 2-121,-4 4 0,-6 2-322,-9 4 0,-8 2-1182,-8 3 0,-5 0 1672,-3-4 0,-1-3 0,-10 13 0,12-24 0</inkml:trace>
  <inkml:trace contextRef="#ctx0" brushRef="#br0" timeOffset="101365">13256 17004 24435,'-3'-51'485,"0"0"0,0 0 0,0 1 1,-1 1-1,0 9-20,-4-1-174,-3 2-162,2 18-90,0 17-28,4 8-22,-1 21 22,2 11 17,0 23-330,3-24 0,0 1 285,2 4 1,1 1-4,-1 1 0,1-1 12,1-3 0,1 0 2,1 23 28,-2-18 46,-2-21-40,-1-17 11,-2-22 11,-1-16-27,0-21 7,1 20 1,0-2-46,-1-5 0,-1-2 29,0-4 0,-1 0 22,-1-7 1,-1 3-20,3 16 0,0 2 30,-1-1 1,0 5 8,0 13-22,1 5-1,2 16-61,5 27 23,2-2 2,1 2 0,1 3-3,0-4 1,1 1-514,1 11 0,-1 3 502,-1 3 0,-1 1 6,-1 1 0,-3 1-6,-3 4 0,-2-2 8,1-18 1,0-2-138,-3 3 1,0-6-1473,1-14 1618,1-10 0,3-7 0,0-8 0</inkml:trace>
  <inkml:trace contextRef="#ctx0" brushRef="#br0" timeOffset="102225">13013 6752 24312,'-30'-43'706,"-1"0"0,5 4 0,5 11-639,14 25-17,5 14 40,10 12 16,5 14 57,11 5 10,7 0-89,-3-11 140,10 2 6,-17-20 162,4 2-45,-12-18-157,2-17-100,13-21-73,-6 8 1,3-3-703,8-10 0,5-2 685,-9 12 0,3 0 0,0 0 0,3-1 0,2 0 0,-1 2 0,0 1 0,1 2 0,-2 2 0,12-8 0,-3 5-21,-11 9 0,-4 4 21,6 0-24,-18 26-474,-8 19-1289,-3 27 1787,-4-10 0,0-1 0,0 7 0,-2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1:07:46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2913 2471 23545,'-2'-60'1051,"0"-1"0,0 9 0,1 7-715,0 9-229,1 18-102,5 18 40,2 17-22,7 19-7,0 19-10,-8-20 0,-1 1-177,-1 3 1,-1 2 173,-2 0 0,0-1-1,-2-2 1,-1-1 25,0 21 0,-1-19 84,2-20 51,6-23-40,5-20-73,1-5 26,2-5 0,1-1-4,9-18-302,-5 15 0,1-1 247,-3 10 0,0 3 317,11-13-295,9 5-39,-17 23-50,24 5 44,-23 12-22,30 27-33,-17 2-9,-9-7 0,0 1-40,-6-3 1,0 0-182,17 24-90,-1-7-16,2-12 89,0-15 701,2-18-393,2-17 34,3-18-239,-21 13 0,-1-2 261,0-1 0,-2-2 31,-1 2 0,-1 0 131,7-21 34,-10 13-50,-8 12-163,-6 12-16,0 10-7,-1 13 461,0 9-488,8 13-6,5 6 11,4-7-27,13 7-29,16-7 51,3-5 33,10-7-27,-14-28 10,-7-12 40,-6-16-6,-4-7-16,-5-4 16,-7-1-28,-5 1-44,-7 5-68,-3 9-431,-4 11-1037,-2 12 175,-1 10-5837,-1 14 7231,2 1 0,2-1 0,2-6 0</inkml:trace>
  <inkml:trace contextRef="#ctx0" brushRef="#br0" timeOffset="784">4532 2365 20929,'0'-3'4083,"0"1"-3405,0 2-655,-22 6 10,23 14-27,-17 4-12,24 9 18,-5-9-1,-4-3 17,-7-8 39,-2-6 45,-3-13 73,3-12 67,5-17 28,8-11 22,9-7-55,12 2-57,10 6-84,6 11-22,2 10-28,0 11-50,-3 9-12,-5 15-5,-5 11 6,-7 14 5,-8 9-34,-6 6 12,-7 3 16,-4-5 6,-1-10 50,0-12 34,2-20-67,1-10 17,3-11 5,3-12 56,5-8 73,4-14-67,4-4-56,5 1 5,1 5 12,3 9-45,-2 12-23,1 12 17,1 10 0,3 14-16,3 10 2,-12 3 0,0 1-8,8 12 11,-9-7 0,-1 1 17,8 12-174,-11-17 1,2 1 139,20 22-3,-15-26 1,1-2 13,14 5 1,-3-9 10,-9-24 29,-9-12 0,4-17 33,-4-15 22,-9 12 1,-1 0-55,1-17-334,-4 14 1,-3 2 298,-2-6 0,-5-6 305,-3 14-305,-1 12 0,4 13 0,2 7 0,4 14 0,6 14 0,6 20 0,7-4 0,2 1 0,-5-9 0,3 0-320,17 16 0,5 0 320,-3-13 0,3-2 0,-6-5 0,3 2 0,-1-2 0,-2-1 0,1 0 0,-2-1-432,10 8 1,-8 1-1668,-18-3 1,-9-1-4656,-13 6 6041,-41-5 1,22-23-1,-2-2 1</inkml:trace>
  <inkml:trace contextRef="#ctx0" brushRef="#br0" timeOffset="1050">6054 2291 27835,'45'-17'-83,"0"0"0,0 0 0,-1 1 0,15-4 0,0 1 0,-2 7-141,-11 7 0,-2 5 0,-2 1-924,10 1 0,0 1-115,6 4 0,-2 4 1263,-14 3 0,-4 0 0,20 4 0,-16 2 0</inkml:trace>
  <inkml:trace contextRef="#ctx0" brushRef="#br0" timeOffset="1210">6558 2580 23063,'-6'2'3406,"1"0"-1536,5-2-2066,45 19-269,-14-15 1,3-1-695,10 7 0,3-1 1159,1-6 0,4-2 0,-8-1 0,8 0 0,-11 1 0,1 0 0</inkml:trace>
  <inkml:trace contextRef="#ctx0" brushRef="#br0" timeOffset="1750">8963 2077 21147,'0'-4'4134,"0"0"-3254,0 4-813,-60-54-39,34 41-9,-23-15 1,-4 4-20,1 30-325,13-2 1,-2 1 343,5 1 1,2 0-6,2 0 0,1 0 148,-18 6-162,15-1 23,11 3 16,8 4 45,5 8 129,2 12 559,0 14-666,3-20 1,0 2-26,-2 7 1,0 1-237,0-7 1,0 2 208,-1 5 0,-1 3 1,1-2-562,0 5 1,1 1 524,1-3 1,0 3 0,2-2-17,3 8 1,4-3-23,0-11 1,4-2-250,15 11 1,7-4-826,-2-16 0,5-3-2273,17 11 1,3-4 3366,-7-13 0,-2-6 0,15 4 0,-23-12 0</inkml:trace>
  <inkml:trace contextRef="#ctx0" brushRef="#br0" timeOffset="2393">10045 2204 23892,'0'-58'1092,"0"-1"0,-1 9 1,-1 9-841,-3 15-191,-2 20 7,1 20-29,-1 20-25,1-3 0,1 1 8,-6 30-17,6-23 1,-2 6 0,2-2-722,-1 4 0,2 1 721,-1-3 1,1 3 0,2-3-1,3 5 1,2-4 98,3-6 1,3-4-71,16 12 61,8-28 22,5-31 40,9-24-328,-21 9 0,-1-3 294,3-3 0,-1-2-75,-1 0 0,-1-1-48,-2 1 0,-2 1 502,-4 4 0,-1 2-502,5-15 139,-11 20-139,-6 12 0,-4 18 0,-1 11 644,1 18-644,-1 13 0,5 12-431,0-27 1,1 1-97,2 4 1,0-1-40,0-6 1,0 1 565,4 16 0,-1-3 0,-3-13 0,4 18 0</inkml:trace>
  <inkml:trace contextRef="#ctx0" brushRef="#br0" timeOffset="2566">10916 2791 27298,'-28'45'-357,"14"4"0,19-20 0,5-4 0</inkml:trace>
  <inkml:trace contextRef="#ctx0" brushRef="#br0" timeOffset="3067">11637 2295 25478,'3'-54'518,"0"0"1,2 5 0,7 9-384,26 11-74,11 10-44,8 8-658,2 10 653,0 14-24,-4 13-27,-8 17 14,-28-17 0,-3 2 2,-4 2 1,-4 2 22,-5 29 62,-18-6-29,-13-9 23,-9-12 233,1-11-165,4-9 179,7-8-79,8-6 100,8-4-60,5-1 204,4-2-416,5 0-52,7 0 0,8-1 0,10 4 0,11 4 0,11 10 0,8 9-274,-28-6 1,-2 3 273,-1 2 0,-2 1 0,13 22 0,-21 3 0,-28 0 0,-26-3 0,8-22 0,-4-2-320,-4-2 1,-2-3 161,-2-3 1,0-2-294,2-2 1,2-3-2755,-25-8 3205,20-4 0,21 1 0,11 1 0</inkml:trace>
  <inkml:trace contextRef="#ctx0" brushRef="#br0" timeOffset="3250">12942 2766 22946,'-3'4'3624,"0"0"-3504,-16 22 0,-4 8-108,-2 3-899,-6 6 1,-2 3 886,11-15 0,3-3 0,-4 4 0,1 0 0</inkml:trace>
  <inkml:trace contextRef="#ctx0" brushRef="#br0" timeOffset="4767">13503 2323 24491,'0'-50'629,"0"0"1,0 3-1,4 6-450,12 3-111,7 6-52,12 7-10,13 10-326,-17 10 0,2 3 303,5 4 0,1 3 20,2 1 0,0 4-17,-2 4 0,-2 3-20,-5 2 1,-4 3 168,6 25-124,-32 5 6,-27 0-202,2-28 0,-2-2 210,-3 0 0,-1-2 14,1-4 1,0 0 100,-19 7 123,11-8 546,12-8-496,10-11-61,8-5-78,3-7 362,6 0-474,5-1-40,8 3 6,10 4-39,10 4-17,15 11 17,10 9 0,-28-3 0,0 3 5,-2 2 0,-2 2-22,16 18-11,-20 2-11,-23-2-45,-23-2-73,-25-5-54,16-15 1,-3-2-606,-4-1 0,-1-2-1515,0-1 1,1-2 1530,-23 2 0,24-5 1,18-3-1</inkml:trace>
  <inkml:trace contextRef="#ctx0" brushRef="#br0" timeOffset="5543">14764 2607 27169,'0'40'-247,"1"1"1,-3 1 0,-2 0 246,-10 9 0,-1-3 0,-2 6 0,4-6 0</inkml:trace>
  <inkml:trace contextRef="#ctx0" brushRef="#br0" timeOffset="6883">15881 2214 25702,'17'-31'204,"-1"0"0,2-16-164,-47 53-12,-13 6 16,-12 4 7,-7-1 66,0-4 23,7-5 34,13-6 5,14-3-89,13 1-57,8-1-21,5 4 49,-1 6-5,1 5-11,-2 11 39,0 6 11,-2 7-33,-1 3-12,-1 3-5,0 1-6,-1-2 28,1-5-5,1-6 22,1-10 45,3-7 140,1-8 100,1-4-233,1-7-136,3-6 0,5-13 0,-1 5 0,8-11 0,0 14 0,11-2 0,12 6 0,13 9 0,9 14 0,-27 0 0,-1 2-246,0 5 1,-1 3 245,-3 2 0,-3 2 0,11 27-121,-21 1 36,-29 1-212,-21-2 36,9-27 1,-4-3-266,-1-2 0,-1-3-609,1-4 1,0-3 1134,-24-4 0,25-4 0,8-5 0</inkml:trace>
  <inkml:trace contextRef="#ctx0" brushRef="#br0" timeOffset="7110">16044 2054 23658,'56'-17'186,"0"-1"1,-4 2 0,-4 1-154,9 0-66,-20 6 1229,2 0-2148,-26 7-3896,-2 5 4848,-6 2 0,-5 1 0,0-2 0</inkml:trace>
  <inkml:trace contextRef="#ctx0" brushRef="#br0" timeOffset="7377">16762 2637 26995,'12'-45'554,"-1"-1"1,1 1-1,-1 5-541,-2 14-13,-1 5 0,-5 26 0,-3 25 0,-8 25-181,-1 0-1089,0-15 0,-3 3 1270,0 1 0,0-2 0,-3 16 0,-1-4 0</inkml:trace>
  <inkml:trace contextRef="#ctx0" brushRef="#br0" timeOffset="7793">17381 2097 28104,'-27'33'101,"13"-1"0,3 5-96,5 7 1,2 2-1018,1 7 0,1-3 1018,5 8 16,10-4 658,11-23-647,2-8-10,10-21 10,-12-12 395,13-21-349,4-12-79,1 0 0,-20 18 0,-1 3 0,5-6 0,-12 13 0,-7 8 1074,-7 15-1074,-3 3 0,-10 36 0,1-1-236,3-9 0,-1 2 236,3-1 0,1-1-314,-2 25-3131,6-13 0,2-1 3445,4 4 0,0 7 0,0-41 0</inkml:trace>
  <inkml:trace contextRef="#ctx0" brushRef="#br0" timeOffset="8176">18226 2104 24402,'2'-6'2515,"0"1"-2112,-2 5-157,60-58-1135,-23 41 928,8-14 0,1 4-11,-3 24-3,-9 6 0,1 0 3,1 0 169,1 4 0,0 0-135,-5 2 184,8 6-145,-23-1-11,-11 5 22,-5 9 558,-7 9-597,-4 11-39,-4 9-34,5-26 0,0 2-231,-1 1 0,-1 2 231,-1 2 0,0 1 0,-2 3 0,1 2-409,0 3 1,1 2 408,1 2 0,2 0 0,3 1 0,2-1 0,1-3 0,2-2-145,0-7 1,-2-2-243,-17 18-1444,-22-20 1831,-13-18 0,14-11 0,13-5 0</inkml:trace>
  <inkml:trace contextRef="#ctx0" brushRef="#br0" timeOffset="12125">1793 3917 22167,'0'-8'3013,"-1"2"-2245,1 6-393,0 0-268,20-37-23,-8 53-6,13-12-36,-18 28 0,-7 12-14,-2-1 0,-3 2-187,-2 1 1,-1 1 169,-3-3 0,0-2-5,1-6 0,0-3-1,-2 15 57,7-23 50,4-19-23,6-20-21,4-16 27,10-20-34,-7 20 1,0-2-228,2-3 0,2 0 216,1 0 1,0 0-26,2 3 0,1 2-14,1 3 1,1 3 278,24-12-296,1 16-22,3 16-28,1 17 11,2 15 11,-27-8 1,-1 2-40,0 4 0,0 1-187,-1 3 0,0 1 61,1 1 1,-1 0-321,2 0 1,1 0 277,0-3 0,2-3 81,-1-4 0,1-4 429,26 3-246,-6-25 117,-5-20-213,-8-21 199,-18 18 0,-3-3 8,-1-1 1,-1-1-26,-1-1 0,0 0-8,-2 2 0,0 2 145,6-21 219,-5 17-409,-5 16 472,-4 20-517,-3 17 12,-1 15-18,1 9-16,2 3-11,9-2-12,9-7 398,9-7-364,8-13-12,3-10 35,2-17 33,-4-10-17,-7-13-28,-10-7-22,-8-2-23,-7 0-139,-5 4-505,-2 6-1624,-1 9 2302,4 10 0,-1 7 0,2 5 0</inkml:trace>
  <inkml:trace contextRef="#ctx0" brushRef="#br0" timeOffset="12692">3525 4023 27309,'-26'32'229,"7"-14"-173,12 39-22,6-22-6,-1 5-17,4-10 129,1-10-56,0-11 151,1-9-55,-1-13-18,1-13-33,2-15-55,2-12-74,1-5 0,3-1 0,5 7 0,2 10 0,8 15 0,21 12 0,-10 10 0,-4 8 0,0 4 0,16 16-241,-20-5 0,-2 3 241,-2 0 0,-4 4 0,-3 6 0,-5 1 0,3 22 0,-12-5 0,-15-11 0,-4-19 0,-3-4 0,0-23 0,9-14 0,1-7 0,12-17 0,5 3 0,7-12 0,-3 26 0,1 2 0,13-12 482,1 8-482,4 18 0,0 10 0,17 6 0,-11 5 0,1 4 0,-3 0 0,0 2 0,1 1 0,-1 1 0,-2 3 0,-3 0 0,16 16-558,-20-12 0,-2 1-4358,-2 5 1,-3-1 3456,3 7 0,-8-4 0,-14-26 0</inkml:trace>
  <inkml:trace contextRef="#ctx0" brushRef="#br0" timeOffset="12885">4743 4005 23853,'0'-5'2829,"0"2"-2213,0 3-1081,92-56-691,-48 42 605,-2-3 0,9-4 0,-5 10-4365,-10 17 1,-3 5 4496,4 0 0,-3 1 0,8 6 0,-22-6 0</inkml:trace>
  <inkml:trace contextRef="#ctx0" brushRef="#br0" timeOffset="13018">4965 4284 23668,'-6'3'4262,"1"-1"-3998,5-2-1340,76-53-3840,-44 39 1,3-1 4458,4-6 1,4-5-1,-4 6 1,17 2-1,-23 8 1</inkml:trace>
  <inkml:trace contextRef="#ctx0" brushRef="#br0" timeOffset="17493">6330 4065 23096,'8'-62'1118,"-1"0"0,0 9 1,-3 9-744,-3 23-92,-3 17-250,0 11 105,-7 18-49,-3 14-27,-5 19-263,8-25 1,2 1 200,0 1 0,4-1-12,8 28-86,18-12 98,21-17 28,14-21-176,-25-15 1,0-6 281,-1-4 1,-1-6 125,4-12 1,-5-2-87,10-16-157,-18 13 0,-4 1-17,-3-4 0,-1 0 0,-8 16 444,-1 26-444,-1 24 0,1 8 0,0-1 0,-1 4-413,0 1 1,-1 3 412,-1-3 0,0 4 0,-1 3-1457,-2 3 1,-2 5 0,0 1-1,0-2 1159,-2 6 1,1-2 0,-1-1 0,0-2 0,-1 0 0,1-7 0,0-14 0,0-1 0</inkml:trace>
  <inkml:trace contextRef="#ctx0" brushRef="#br0" timeOffset="18617">10176 3296 21601,'-59'5'1314,"0"0"1,10 0 0,6-1-862,0 0-128,25-3-78,22 0-113,19-4-100,7 0-29,13-4 1,5-2-34,-6 1 0,2 1-543,-1 0 1,3-1 0,-1 1 505,13 0 1,-3 1-26,-7 1 1,-4 2 341,13 2-252,-49 10 22,-47 8 3,0-5 1,-4 0-537,-11 3 0,-4-2 533,16-3 0,0-1 1,-1 0 23,0 1 1,0-1 0,1 0 51,-18 3 0,3 0-181,9-1 0,3-2 130,12-1 1,3-1 1058,-2 0-1033,29-4-6,26-7-50,7-2-9,14-4 1,6-2-7,-8 2 1,2-1-390,-3 1 1,4-1 0,-1 0 386,10-2 0,-1 0 5,-7 2 1,-3 1 526,-9 1 0,-4 2-459,6-2 339,-24 4-384,-24 5 11,-22 4-27,-22 6-24,19-2 1,-1-1-615,-3 3 1,0 0 28,2 0 1,2 0 596,5 1 0,3 0 0,-3 2 0,14-3 0</inkml:trace>
  <inkml:trace contextRef="#ctx0" brushRef="#br0" timeOffset="19817">1410 5532 23831,'-52'-27'707,"1"1"1,-1 1 0,5 9-484,10 23-96,-11 9-32,3 16-35,19-4 1,2 2-45,-7 14-9,13-10 0,3 1-19,9 10 0,14 8 17,18-5-4,7-21 1,5-4-369,-11-6 0,2-1 358,20 4 0,1-1 5,-16-8 0,-2 0 3,5 0 0,-2 2 17,11 8 245,-29-2-251,-38 4 6,-30 5-3,12-13 0,-4 1-533,-6 0 1,-2 0 526,-3-2 1,0 0-4,2-4 1,1-1-28,7-4 1,3-4-169,-21-17-549,29-15-1530,29-17 2269,30-9 0,-8 26 0,8 2 0</inkml:trace>
  <inkml:trace contextRef="#ctx0" brushRef="#br0" timeOffset="20026">1768 5471 23887,'0'-4'3500,"0"1"-2733,0 3-716,-36 66-1318,26-6 1175,-1-15 1,-2 7-1,5-3-855,10 6 0,4-3 518,-2 0 1,2-1-1283,3-5 0,0-3 1255,-2-9 0,-1-4 0,4 16 0,-3-13 1</inkml:trace>
  <inkml:trace contextRef="#ctx0" brushRef="#br0" timeOffset="20950">1625 5986 23704,'-12'-52'584,"0"-1"1,4 3 0,8 8-608,21 20 18,6 2-23,29 9-51,4 5 0,-19 4 1,3 0-31,1 0 0,2 2-48,7-1 1,1-1 58,-11 0 0,-1-1 72,-3 1 1,-3-2 53,12-7 888,-31 0-742,-9-3 419,-31-3-313,-11 5-107,-6 1 186,-2 8-23,12 5 218,-11 13-358,14 6-73,4 14-78,13-8 426,11 9-449,12-9-16,10 4 1,26-9-36,-3-13 58,12-17-29,-22-5 0,-2-20 0,-16 0 0,-4-26 0,-11 7 0,-14-5 0,-2 27 0,-15 7 0,-9 18 0,-4 12 0,-9 17 0,11 19 0,10-1 0,14-11 0,3 2 0,0 30-18,9-11 1,3 5-1229,5-5 0,4 1 557,0-11 0,2 2 0,1-4 75,4 2 1,3-3-964,8 3 1,5-6-1758,-5-14 0,5-6 281,16 3 0,3-6 4061,-7-9 1,-1-6 898,7-5 0,-2-5 412,-13-7 0,-4-3-544,13-16 59,-25 4 1,-5-2-244,-5-10-1082,-4 13 1,-5 2 1303,-10-4-1326,-6 13-152,-1 11-289,-9 15 498,9 16-544,-7 19 0,9 19-1086,7-22 0,1 0 1086,1-4 0,1 1-540,-3 23 0,0 2 540,2-16 0,0 1-217,-1 17 1,-1-1 216,2-17 0,0-3 0,-3 17 0,2-25 0,2-22 0,2-25 0,2-22 0,1 7 0,2-4 432,0-8 1,0-4-433,3-9 0,0-4 0,-1 16 0,0-2 0,1-1 0,1-1 0,0-2 0,1 1-31,2 1 1,0 1-1,1 0 31,1 5 0,1 1 0,1 1 0,7-10 0,2 4 152,1 9 0,2 4-152,-1 8 0,2 4 0,28-3 0,-1 22 0,-4 23 0,-9 23 0,-26-14 0,-5 2 0,-4 4 0,-5 2 0,-8 0 0,-4-1-231,-6 0 1,-4-2 201,-5-2 1,-3-3-112,-1-4 0,0-2 213,2-6 1,1-3-2399,-14 0 1886,17-29 0,13 7 1,9-12-1</inkml:trace>
  <inkml:trace contextRef="#ctx0" brushRef="#br0" timeOffset="21167">3421 5841 28490,'40'-43'-960,"-15"20"0,4 4-267,14 5 0,4 3 328,9-3 1,-3 1-1,9-1 1,-5 3 0</inkml:trace>
  <inkml:trace contextRef="#ctx0" brushRef="#br0" timeOffset="21334">4108 5537 23030,'-1'-4'4497,"0"0"-3353,1 4-1144,-8-44 0,4 55 0,-10-17 0,6 35 0,3 16-242,-4 3 1,0 4-2645,-2 9 1,1 0 2885,0-2 0,2-3 0,2-16 0,1-5 0,0 8 0</inkml:trace>
  <inkml:trace contextRef="#ctx0" brushRef="#br0" timeOffset="21601">1200 6954 22073,'-53'20'204,"1"1"1,0-1-1,-1 0 1,-4 3-1,2 0 1,12-1 293,-1 17 487,80-19-843,15-16 1,11-7-121,-17 0 1,3-2-1,4-1 1,0-1-596,0 0 0,1 0 0,2-2 0,2 0 0,0 0 555,-3 1 0,1-1 0,1-1 1,2 1-1,-1-1 0,1 1-204,-4 0 0,1 0 0,0 0 0,1 0 0,0 0 0,0 0 0,1 1 72,3-1 0,1-1 1,1 1-1,-1 0 1,1 0-1,1 0 0,-1 1-344,-5 0 0,0 0 1,0 0-1,1 0 1,-1 0-1,1 1 1,-1-1-1,0 0-735,0 1 0,0-1 0,0 1 0,0-1 1,0 1-1,-2-1 0,-1 1 0,-3 1 779,16-3 0,-2 0 0,-2 1 1,-3 1-1,-4-1 0,0 1 1,-3-1-1,-4 2 0,-10 1 1,13-3-1</inkml:trace>
  <inkml:trace contextRef="#ctx0" brushRef="#br0" timeOffset="22010">6322 6242 22845,'3'-44'1008,"-1"-1"0,1 1 0,-2-13 1,-1 5-433,-6-6-318,-3 28-185,1 19-62,4 22-11,2 21-50,0 26-65,2-19 0,-1 3-672,1 4 1,2 1 4,0 2 0,2 0-2287,2-1 0,0-2 3069,0-7 0,1-3 0,2 9 0,-4-21 0</inkml:trace>
  <inkml:trace contextRef="#ctx0" brushRef="#br0" timeOffset="22367">6807 5639 22582,'0'-10'3467,"0"2"-3238,-19-23 1,-8 0-23,4 18-115,-10-12 1,1 9-71,13 34 18,-6 28-29,14-5 17,3 12-11,9-3-17,11-7 11,13-9 22,9-11 1,4-11 16,-1-13 46,-5-12 44,-9-12-56,-10 1 151,-10-25-123,-12 13 0,-9-17-67,-8 17-34,-1 11-39,2 11-196,2 17-39,10 6-947,9 20-3322,25 4 4532,6 6 0,-3-15 0,-6-10 0</inkml:trace>
  <inkml:trace contextRef="#ctx0" brushRef="#br0" timeOffset="22552">7121 5971 27376,'24'-44'-607,"0"1"1,11 1-1,5 11-1754,1 25 0,2 8 1276,5-4 1,-3 0 0,14 2 0,-28 1 0</inkml:trace>
  <inkml:trace contextRef="#ctx0" brushRef="#br0" timeOffset="22727">7337 6135 27656,'41'-31'-654,"0"1"1,12-2 0,1 5-1846,-6 13 1,0 4 1554,5-4 1,-3 1 0,-16 4 0,-4 1-1,3-2 1</inkml:trace>
  <inkml:trace contextRef="#ctx0" brushRef="#br0" timeOffset="23500">8263 5694 24032,'-3'-5'3742,"1"2"-3087,2 3-413,-30-64-242,22 46 0,-9-18 0,4 7 0,13 28 0,0 0 0,0 5 0,0-2 0,0 3 0,0-3 0,-2 0 0,2-2 0,0-3 0,0 0 0,0-2 0,0 3 0,0 12 0,0 1 0,-2 25 0,-1-5 0,0 2 0,0 3 0,0 2-975,0 11 1,-1-1 974,3-15 0,-1-1 0,2 5 0,0-3 0,3 11 0,-1 1 0,1-19 0,-2-16 0,-1-13 0,0-24 1949,0 6-1949,0-42 0,0 14 0,0 11 0,0-2 0,-1 6 0,-1 0 0,-2-29 0,-2 18 0,-2 7 0,5 25 0,-2 6 0,3 22 0,0 19 0,1 3 0,1 1 0,-1 3 0,0 21-351,1-17 0,-1 2 351,0-12 0,-1-1 0,0 25 0,1-17 0,0-19 0,4-22 0,4-21 0,5-20 0,5-18 0,-8 21 0,-1 0 215,-2 5 1,-2-2-216,0-9 0,-1-3 0,-3 1 0,-2 0 0,0 3 0,-2 2 0,0 2 0,-1 5 0,-6 7 0,4 19 0,-2 33 0,4 10 0,2-4 0,0 2-276,3 3 1,0 0 275,2 5 0,1 1-810,1 2 1,1 0 809,2 6 0,1-3 0,0 5 0,1-7 0</inkml:trace>
  <inkml:trace contextRef="#ctx0" brushRef="#br0" timeOffset="24410">11970 3325 21679,'-24'11'847,"11"-3"-769,35-13-44,11-2-29,12-2-10,7 0 16,3 1-11,-7 3 62,-17 2 78,-17 2-34,-25 5 34,-18 4 84,-23 6-84,19-5 0,-1-1 0,-24 7 154,16-4 0,1 0 81,-4 2-184,-12 4-130,37-10 18,13-4 61,15-5-51,15-6-66,22-5-12,-13 3 0,2-1-155,4-1 1,2 1 146,1-1 0,-1 1 11,-3 0 0,-3 1 87,17-4 39,-23 6-67,-24 5-56,-24 7 16,-24 8-16,11-3 0,-1 2-266,-7 2 1,0 1 312,0-1 0,1 1 31,5-2 1,2-1 315,-11 4-215,23-6 123,27-8-73,22-7-128,25-7-96,-18 4 1,3 0-510,4-3 0,0 1 190,2 0 1,1 0-2886,-1 1 1,-1 0 3181,-7 3 0,-2 0 0,9 0 0,-21 4 0</inkml:trace>
  <inkml:trace contextRef="#ctx0" brushRef="#br0" timeOffset="27800">4617 7825 24545,'-3'-44'644,"1"0"0,-1 0 0,0-14 1,0 11-427,0 23 41,2 14-242,2 16 70,5 14-81,4 18 0,5 17-6,-9-20 0,0 1-246,-1 3 0,-1 1 246,-1 1 0,-1-2 0,-3-2 0,-1-1 121,-2 19-82,-1-18 96,2-19 16,2-20-50,7-20 22,4-18 6,10-18 30,-7 23 0,0-2-159,3-1 0,-1 1 0,-3 6 0,1 2 0,6-8 0,0 4 0,6 1 0,13-5 0,-8 27 0,1 15 0,2 13 0,3 14 0,0 13 2,-18-19 0,0 2-64,0 2 0,1 0-81,2 0 0,0-2-50,3-2 0,0-2-37,3-4 1,0-4-270,30 4 225,-3-19 263,-6-17 61,-9-18 79,-8-13 78,-8-9 40,-6-1 5,-4 4 39,-4 10-39,-4 13-129,-1 14-101,-3 12-5,1 14-17,2 11-22,2 13 22,4 9 304,5 4-315,6 0 16,7-5-5,10-11 28,5-12-17,1-15 17,-6-16 28,-5-16 56,-9-15 17,-4-8-399,-7-5 322,-6 1-52,-4 5 0,-1 9 0,-2 12 0,0 13-326,1 12-296,6 14-554,10 12-1261,15 11-6608,13 7 8285,1-6 1,-15-12-1,-12-11 1</inkml:trace>
  <inkml:trace contextRef="#ctx0" brushRef="#br0" timeOffset="28350">6360 7708 27964,'-12'14'106,"2"-7"-66,14 42 10,-2-13-39,0 9 0,-2-5 12,-1-9 27,-1-12 29,-1-10-1,-1-15 0,3-12 12,-1-18-45,3 3 1,1-2-46,2-16 0,0 9 0,2 1 0,6-10 0,4-6 0,1 12 0,8 12 0,-5 16 0,16 7 0,-3 16 0,1 15 0,1 6 0,9 17-406,-14-5 1,-4 1 405,-11 6 0,-11 8 0,-13-14 0,-3 0 0,-4-13 0,5-21 0,3-9 0,6-22 811,7-9-811,5-15 0,1 16 0,2-1 0,11-21 0,2 4 0,1 15 0,0 15 0,20-1 0,-3 11 0,12 11 0,-8 13 0,-10 2 0,8 14 0,-11-1-852,-11-4 0,-1 2-8979,7 17 8305,-7-4 1,-16-20 0,-5-14-1</inkml:trace>
  <inkml:trace contextRef="#ctx0" brushRef="#br0" timeOffset="28534">7594 7543 27030,'39'-20'-1065,"0"-1"1,0 0 0,6 1 0,2 2 0,-5 7 1064,-5 12 0,-3 3 0,27-1 0,-24 1 0</inkml:trace>
  <inkml:trace contextRef="#ctx0" brushRef="#br0" timeOffset="28684">7772 7874 28568,'49'-20'0,"0"0"0,-1 0 0,12-4 0,-3 1-1267,-6 7 1,-3 1 150,-12 4 0,-3 2 0,11-4 0,-28 9 0</inkml:trace>
  <inkml:trace contextRef="#ctx0" brushRef="#br0" timeOffset="30783">9556 7322 23096,'-2'-60'935,"-1"-1"1,2 9-1,-2 12-615,-2 31-275,-2 24 11,-2 20-23,0 25-540,4-21 0,1 2 529,3 5 1,1 0-12,4 2 0,3-1-14,2-2 1,3-1-43,5-5 0,3-4 62,1-5 0,2-5 274,24 5-17,-1-26 34,-5-27-5,-3-23-428,-20 15 0,-2-2 259,-1-3 0,-1 1 0,-2 0 1,-1 1 754,4-24-889,-6 18 411,-4 17-411,-3 15 0,0 17 0,2 14 0,5 19 0,2 17-165,-5-23 0,0 0-544,1 4 1,-2 1-2426,1 3 1,-1 0 3133,0-5 0,-1-3 0,0 11 0,-1-21 0</inkml:trace>
  <inkml:trace contextRef="#ctx0" brushRef="#br0" timeOffset="31159">10764 7225 27678,'-23'28'22,"0"0"1,2-1 0,3 0-1,3 21 6,4-11 174,4-14 212,4-11-155,3-26-259,3 1 0,6-31 0,6-1 0,-5 15 0,2-2 0,1 0 0,1 0 0,2 2 0,0 1 0,18-17 0,0 16 0,1 15 0,2 15 0,4 13 0,9 11 0,-22-7 0,2 1-761,1 4 1,2 1 760,3 6 0,-2-1 0,5 4 0,-6-1 0</inkml:trace>
  <inkml:trace contextRef="#ctx0" brushRef="#br0" timeOffset="32326">12048 7450 24301,'11'-61'537,"-1"-1"1,1 5 0,0 5-274,13-7-102,2 12-100,4 12-40,7 14-11,13 9-1091,11 10 1082,-24 7 1,1 2-14,5 4 0,0 3-29,0 5 1,-1 3-11,-2 2 0,-5 3 5,-8 1 0,-7 2 148,-4 31-86,-23-29 0,-8-2-9,-6 0 1,-5-2-52,-6-2 1,-2-2 73,0-3 0,-1-2 50,5-4 0,2-3 233,-15 3 39,17-9 431,14-14-611,11-5 128,10-5-229,8 0 376,11 4-414,7 6-40,11 4-11,6 11 17,3 6-11,-6 11 11,-11 7 17,-15 6-17,-11 3-6,-17 3-16,-14 1-40,-21 1-10,1-8-399,-4-8 1,-6-1-2725,8-9 1,-1-1 3194,-14 6 0,2-2 0,21-11 0,5-3 0,-8 1 0</inkml:trace>
  <inkml:trace contextRef="#ctx0" brushRef="#br0" timeOffset="33468">25648 773 21750,'8'-58'486,"0"-1"1,-1 1-1,0 7 1,0 1-1,0 2-199,3-14 0,0 5-101,-3 19 1,0 6-111,3-1 9,-1 42 74,0 43-123,-5-3 0,-2 8-946,-1-6 0,-1 4 1,-2 3 940,-1-6 0,-2 2 0,0 2 0,-2 1-460,0-5 1,0 1 0,-2 1 0,0 0 0,0 1 450,-3 5 1,0 0-1,-1 2 1,-1-1-1,0 2-315,2-9 0,-1 1 1,-1 1-1,1-1 1,-1 1-1,0 0 296,0 1 1,-1 1 0,1 0 0,-1 0 0,0 0 0,1 0-208,-1 0 1,0 0 0,1 1 0,-1-1 0,1 1-1,0-1 189,1 0 0,0-1 0,0 0 0,1 0 1,0 0-1,1 0-113,1-2 0,0 0 0,1-1 1,0 1-1,1-1 0,0 0-236,1 7 0,0 1 0,0-1 0,2 0 0,1-2-1282,2-2 0,0-1 1,2-1-1,0 0 1,0-3 1645,2 4 0,0 0 0,1-4 0,0-4 0,2 19 0,1-10 0,3 4 0</inkml:trace>
  <inkml:trace contextRef="#ctx0" brushRef="#br0" timeOffset="33784">28341 322 19602,'0'-5'2521,"0"2"-1665,0 3 74,-9 105-2280,4-65 1,-2 1-1,1 6 1456,-1-2 1,0 6-1,0 3 1,-1 0-1,-1 0-347,-1 1 0,0 0 0,-1 0 0,-1 1 1,0 1 259,2-5 1,-2 1-1,1 0 1,-1 1 0,0 0-1,0 1-111,-1 2 0,-1 1 0,0 0 0,0 0 1,0 1-1,0-1 73,-1 2 0,0 1 1,0 0-1,-1-1 0,1 1 1,-1 0-108,2-8 0,0-1 1,0 1-1,0 0 0,-1-1 1,0 1-1,1-1-925,-4 9 0,1 0 0,-1 0 1,0-1-1,0-1 0,1-1 1051,-2 3 0,0 0 0,1-2 0,0-2 0,1-5 0,-4 12 0,2-5 0,2-6 0,1-8 0,1-1 0</inkml:trace>
  <inkml:trace contextRef="#ctx0" brushRef="#br0" timeOffset="34142">24301 1776 20588,'46'-18'68,"-1"1"1,1-1 0,-1 1 0,8-1 0,2 0-1,2 2 1,1 1 61,-3 4 0,2 1 0,1 2 0,2 0 1,1-1-790,-10 2 1,2 0 0,0 0 0,2-1 0,0 1 0,1 0 0,1 0 710,0 0 1,0 1-1,2-1 1,0 0-1,1 1 1,0-1 0,1 1-1,1 0-148,-3 0 0,2 0 0,0 0 0,1 1 0,0-1 0,1 1 0,0-1 0,0 1 0,1 0 95,-3 0 1,0-1-1,1 1 1,0 0-1,0 1 1,1-1-1,-1 0 1,1 0-1,0 0 1,0 1-72,-4-1 0,0 1 0,0 0 0,1 0 0,-1 0 0,1 0 1,-1 0-1,1 1 0,-1-1 0,1 0 0,-1 0-104,0 1 1,0-1 0,-1 1 0,1-1 0,0 1 0,-1-1 0,1 1-1,0-1 1,-1 1 0,1 0 0,0-1 132,0 1 0,1 0 1,1-1-1,0 1 1,0-1-1,-1 1 1,-1 0-1,-1-1 1,-2 1-1,-2 0 0,-3 1 1,12-2-1,-3 1 1,-3 0-1,-2 1 1,-1-1-1,0 0 1,1 0-1,1 0 1,-1 0-1,1 0 0,-1 0 1</inkml:trace>
  <inkml:trace contextRef="#ctx0" brushRef="#br0" timeOffset="37558">26612 794 19161,'21'-45'740,"0"-1"1,0 0-1,1-1 1,1 1-1,-3 7 39,11-11-337,0 4 311,-13 28-461,-15 30 44,-15 25-190,-5 5-419,0-8 1,-3 2 319,2-5 1,-1 1-9,-3 13 0,1 1-28,6-11 1,4-1 7,5 0 1,5-4 30,11-2 412,22-13-222,21-26-72,6-10-243,-21 2 0,-2-2 170,-7-1 1,-3 0 21,13-11 113,-7 0 635,-18 17-786,-3 3-46,-8 14 12,-3 14 529,1 4-535,1 22-56,3 4-294,0-6 1,1 3-895,0-3 1,-1 0 525,0 12 1,0-5 0,0 0-1,-3-8 1</inkml:trace>
  <inkml:trace contextRef="#ctx0" brushRef="#br0" timeOffset="38259">24418 725 24099,'-3'15'1519,"1"-3"-1340,2-12 34,0 2 33,-2 1-22,-1 2-34,-5 3-66,-6 2-40,-5 0 0,-6-2 39,-1-3-39,6-2 129,-1-13-141,11-6-21,-1-21-23,9 2 5,8-2 1,4-1-45,11-13 2,-8 18 1,4 4-37,34-9 45,-11 28 23,19 10-51,-11 24-73,-7 19 92,-24-14 1,-5 3-840,-6 5 0,-6 1 851,-2-6 0,-6 2-3,-12 5 0,-8 4 0,-2-3-12,3-6 1,-2-3 0,-3 3 9,0-1 1,-3 3 0,0 0-1,0-3 9,-5 2 1,1-3 0,0-2-228,-11 5 1,2-5 249,12-10 1,3-6 59,-7-6-23,22-20-61,20-12-6,20-9 0,20 1-3,-13 16 0,3 3 529,5 2 1,3 4-552,5 0 0,2 4-205,5 6 1,1 3-1023,7 4 0,-1 3-2234,-11 1 0,0 1 3486,6 6 0,-7-1 0,-9-3 0,-1 1 0</inkml:trace>
  <inkml:trace contextRef="#ctx0" brushRef="#br0" timeOffset="39118">26694 2123 25774,'-14'-60'155,"0"0"0,2 4 0,11 6-110,38 0-39,5 11-1,2 17 1,-4 14-17,-5 18 16,-8 19 18,-10 21-18,-14-17 1,-4 2-521,-5 6 1,-6 0 531,-6 5 0,-4-1 8,-8 2 0,-4-1-17,-1-1 1,-2-2-4,3-5 1,1-3 5,8-6 1,2-3 254,-2 7-216,28-18-5,30-19-45,-2-3 0,4-3-549,12-3 0,3-2 437,9-3 0,3 0-1049,-15 5 0,0-1 1,3 1 1160,11-4 0,1 1 0,-5 1 0,-6 1 0,-4 2 0,3-1 0,0 0 0</inkml:trace>
  <inkml:trace contextRef="#ctx0" brushRef="#br0" timeOffset="39684">28817 2029 25079,'10'-39'700,"1"-1"1,-4-17-656,-37 63 22,-11 17-39,7 7-9,12-6 1,2 3-9,-4 19-39,9 6 40,17-23-7,15-1 23,10-13 17,17-3-23,7-13-1654,-17-8 1,-2-4 1721,12-7-32,-17 0 0,-2-2 133,-3-13-96,-2-11-28,-9 1-5,-11 4-68,-3 16-162,-10 7-644,-6 19-2179,-12 15 2991,-10 20 0,17-13 0,1 4 0</inkml:trace>
  <inkml:trace contextRef="#ctx0" brushRef="#br0" timeOffset="40209">25193 3322 15290,'-57'5'91,"1"0"0,-1 0 0,1-1 1,-2 1-1,-1 1 0,0-1 1,-2 0-505,2 0 0,-1 0 0,-1 1 1,0-1-1,2 0 563,5-1 0,1 1 0,2 0 0,0-1 1,3 0 207,-3 0 0,2-1 1,2 1-1,3-1 857,-21 1 0,13-1-526,16-4-45,72-6 0,30-2-450,-14 2 0,6-1 0,1 0-499,-8 2 0,1-1 0,2 0 0,2 0 343,1-1 0,3 1 0,1-1 0,1 1 0,0-1-309,-3 1 1,1 0-1,-1 0 1,3 0 0,2-1 269,-8 2 0,2-1 0,2 0 0,1 0 1,1 1-1,2-1 0,1 0-44,-9 1 1,2 0 0,2 0 0,1 0 0,0 0 0,1 0 0,0 0 0,-1 0 0,0 0 0,-2 0 29,4 0 0,-2 0 0,1 0 0,-1 1 0,0-1 0,0 0 0,0 1 0,0-1 0,-1 1-117,1-1 0,-1 1 0,1-1 0,-1 1 0,0 0 0,1-1 0,-1 1 0,-1 0 1,1-1 70,-2 1 0,0 0 0,1 0 0,-1 1 0,0-1 0,0 0 0,-2 0 0,-1 1 0,0-1-139,3 0 0,-1 0 0,-2 1 0,-1-1 0,1 1 1,1-1-1,1 0-263,-1 1 1,1-1 0,1 0 0,0 0 0,1 1 0,-1-1 0,-1 0 0,-1 1 462,4-1 0,0 0 0,0 0 0,-2 0 0,-1 1 0,-3-1 0,-5 1 0,9-1 0,-5 1 0,-4 0 0,-1 0 0,1 0 0,-1 0 0,1 0 0</inkml:trace>
  <inkml:trace contextRef="#ctx0" brushRef="#br0" timeOffset="40925">24402 2327 25147,'16'-11'465,"-4"1"-336,-34 31-51,2-6 57,-13 4-40,8-8 50,1-2-83,14-9 22,5-6-17,3-7 0,8-14-55,15-22-1,7 0-264,-7 20 1,1 2 252,10-6 16,10 7-10,-10 16 0,17 6 10,-11 13-21,1 15 10,-20 1-5,-9 21 0,-27 4-132,-2-14 0,-8 2 133,-7 0 1,-8 1 0,0-2-739,1-1 1,-1-2 0,-1 0 736,-1 1 0,-1-1 0,1-2 5,4-4 1,0-1-1,4-4-140,-1-2 0,4-3 275,-22 11-67,27-27-23,39-24-33,6-4 22,27-14-22,11 9-723,-6 12 0,2 2 706,-15 6 0,1 3-6,4 5 1,6 2 0,-5 4 479,-2 7 0,-1 3-1062,18 8 0,1 4-3070,-10 6 0,-3 4 3571,-5-2 0,-3 0 0,-12-10 0,-3-3 1,4 7-1</inkml:trace>
  <inkml:trace contextRef="#ctx0" brushRef="#br0" timeOffset="43042">27684 3033 23187,'10'-40'999,"-1"1"1,7-23-821,-12 66-27,-3 6 184,0 25-39,-2 16-183,-1-12 1,-1 6-732,-1 0 1,0 3 0,-1 1 627,1-2 0,-1-1 1,0 2-33,-1 11 1,-1 2-1,0-1-298,1-8 0,0 0 0,0-3-830,-2 11 1,1-2 1148,-2 3 0,2-8 0,1-11 0,0-3 0</inkml:trace>
  <inkml:trace contextRef="#ctx0" brushRef="#br0" timeOffset="43625">26699 3960 21898,'2'-11'1686,"1"-38"0,0-11-1412,-2 25 1,0-1-662,0-12 0,1-6 0,0 5 583,-2 5 0,0 5 463,0-15-474,0 19 97,0 25-294,0 13 29,4 20-6,0 24-11,2 0 3,-3-10 0,0 1 0,-2-5 0,1 1-3,-2 18 0,0 0 170,-1-10 1,-2-1-146,1 2 1,-2-3 30,-5 5-6,3-21 280,1-13-234,3-12-1,1-23-62,3-11-10,5-25-443,1 10 431,0 16 0,1-2 3,1-4 0,0 0-9,0 2 1,0 1-1,0-2 1,0 4-11,-1 3-1,-3 17 478,-5 17-455,1 27-11,-2 10-6,1 12-28,-1-8 0,0 1-101,-2 5-723,0 1 0,-1 2-2318,1-17 0,0-1 3170,0 4 0,0-2 0,0 8 0,2-21 0</inkml:trace>
  <inkml:trace contextRef="#ctx0" brushRef="#br0" timeOffset="45702">28740 3475 18302,'11'-24'3461,"1"-1"-3119,-5 20 230,0-3-96,-4 4-112,0 0-129,-2 2 1407,-1 1-1581,-2 5 12,-4 4-11,-8 9-12,-12 19 12,-2 2-40,1 3 0,4 1 6,11-11-22,3 4 28,11-6 66,22-6 1,10-10-45,8-4 0,10-13 39,-9-7 135,7-7 302,-6-17-274,-16-1-169,-7-3 29,-12-3-23,-6 11-11,-3-9-73,-6 13-106,-5 6-185,-1 13-2285,-7 4 2565,2 3 0,4 1 0,4 0 0</inkml:trace>
  <inkml:trace contextRef="#ctx0" brushRef="#br0" timeOffset="47059">26356 5828 22503,'8'-46'928,"-1"0"1,1 0-1,1-13 1,-3 7-498,-1-7-224,-5 31-184,0 18-18,1 17 23,2 35-39,-1 19-528,-3-13 0,0 4 435,-3 2 1,-1 0-85,1-9 0,-1 0-1159,-3 13 0,0 0 1347,4-5 0,1-3 0,-1-14 0,1-2 0,0 27 0</inkml:trace>
  <inkml:trace contextRef="#ctx0" brushRef="#br0" timeOffset="47701">27171 5662 21338,'0'-7'3753,"0"1"-3204,0 6-196,0 0-292,-64 20-44,37 11-204,-11-7 1,3 5 180,24 29 29,11-4-23,15-7 0,3-16 84,16-5-73,1-17 0,9-3 90,6-23 22,-14-8 51,-3-20-85,-20 10 197,-13-25-129,-11 19-34,-7-16 11,-4 20-27,4 12-79,7 11-6,7 7 234,17 5-251,16 1-5,27-3 3,-18 1 0,4-1-664,7 0 0,2-1 658,2 0 0,-1 1 0,-3 1 1,-3 2-15,-9-1 0,-4 3 17,7 6 28,-27 8-17,-16 1 18,-28 23-7,1-6-11,8-8 0,1 0-16,-4 17 1315,11-2-1310,20-4-11,13-6 0,18-8 5,16-9-215,-22-10 0,2-2 221,3-4 0,1-3 6,1-2 0,-1-2 22,20-12 98,-22-2 0,-4-3 92,-3-16-117,-10 10 0,-5-1 39,-20-25-68,-17 6-49,-17 10-46,-14 14-342,24 19 0,-1 5-1131,-3 4 1,0 4 989,-27 8 1,22 0 0,18-1-1</inkml:trace>
  <inkml:trace contextRef="#ctx0" brushRef="#br0" timeOffset="52167">26489 9528 19890,'19'-59'801,"-1"0"0,1 0 0,-4 8 0,1 1 0,-3 6-613,0 5 0,-2 5 394,2-13 228,-9 31-804,-3 15 33,-3 33-17,-2 3 1,0 4-656,0 0 0,0 4 642,-2 5 0,-1 6 1,0 3-622,0 0 1,-1 4 0,1 2 0,-1 0 610,2-9 0,0 1 0,0 1 0,0 1 0,0 2-314,0 0 0,0 1 1,0 2-1,1 0 1,-1 0-1,2-2 282,0-4 0,1-1 1,1 0-1,0-1 1,0-1-1,0-1-209,0 1 1,0-2 0,0-1 0,1 0 0,1 2-1,0 6 0,2 3 0,0-1 0,0 1 0,2-2-1230,0-2 0,2-1 0,0 0 0,0-1 0,0-1 1396,1 8 1,0-1 0,0-1 0,0-3 0,2 11 0,1-2 0,-2-12 0,-2-22 0,-1 0 0</inkml:trace>
  <inkml:trace contextRef="#ctx0" brushRef="#br0" timeOffset="52500">28522 9203 24111,'-10'-44'547,"0"0"0,2 3 0,0 16-513,3 28 268,-6 49-199,4-14 1,0 4-1324,0 4 1,-1 5 0,-1 2 1254,-1 6 1,0 3-1,0 1-475,0-8 1,1 2 0,-1 0 0,-1 2 438,3-9 0,-1 1 0,-1 1 0,1 0 0,0 0-11,-1 3 1,0 0 0,1 0 0,-1 1 0,1 0-217,-1-1 0,1 1 0,0 1 0,1-2 0,0 1 74,1-2 1,0-1-1,0 1 1,2-1 0,0-1-384,0 9 1,1-1 0,2-1-1,1-1 395,3-2 1,1-1 0,2-2-1,-1-6 1,0 12 0,2-7-1,3-12 1,0 1 0</inkml:trace>
  <inkml:trace contextRef="#ctx0" brushRef="#br0" timeOffset="52834">25877 10032 19180,'-46'5'441,"0"0"0,1 0 0,-12 0 0,18 3 427,34 4-61,57-6-496,-3-5 0,8-4-1016,-7 0 0,3-1 0,3 0 766,-6-1 1,2 0 0,2-1-1,1 0-544,-5 1 0,2-1 0,0 0 0,1 0 1,2 0 512,5-1 0,2 1 0,0-1 1,2 0-1,1 1-175,-7 0 1,2 0-1,0 1 1,1-1-1,0 1 1,1-1 145,-6 1 1,1 0-1,0 1 1,0-1 0,1 1-1,0-1 1,1 1-196,1-1 1,0 1 0,1 0 0,0 0-1,0 0 1,0 0 0,0 0 91,0 0 0,0 0 1,0 1-1,0-1 1,0 0-1,-1 1 1,0-1-513,-2 1 1,1 0 0,-1-1 0,0 1 0,-1 0 0,-1 0 0,-2 0 613,12 0 0,-1-1 0,-1 1 0,-4-1 0,-4 1 0,11 0 0,-6 0 0,-7 0 0,-9 1 0,0-1 0</inkml:trace>
  <inkml:trace contextRef="#ctx0" brushRef="#br0" timeOffset="53700">27312 9373 18913,'-2'-4'4576,"1"0"-4218,5-25 1,5-6-40,7 4-238,-1-9 0,2 1 9,19 16-12,6 8-72,7 8-28,5 8 5,0 11-11,-6 8 11,-14 8 17,-17 4 11,-16 1 23,-20-2 11,-19 0 5,-16-2-17,25-16 1,-1-1 73,-26 9 122,12-7 147,15-7-12,15-3-162,9-4-124,9-3-33,5-2 5,9-3-11,8 1-16,8 4-12,9 3-11,7 8-6,1 5-10,-5 8 10,-11 5 28,-19 6 1,-24 1-34,-29 0-34,6-16 0,-5-2-524,-5 0 1,-3-2-295,-1-1 0,-1-1 863,0-2 0,4 0 0,-6 0 0,13-4 0</inkml:trace>
  <inkml:trace contextRef="#ctx0" brushRef="#br0" timeOffset="54333">25579 9412 21584,'-10'-55'1174,"0"0"1,1 7-1,5 5-1028,8 5 6,17 7-79,29 12-57,11 6-434,-18 9 1,0 5 434,-3 6 0,-2 2 182,21 10-177,-30-2 1,-5 5-1,-4 21 9,-24-2 0,-9 2-20,3-13 0,-6 0-190,-22 18 1,-8-2 178,2-10 0,-1-3-331,8-5 1,1 0 338,-7 1 1,5-3 591,14-6-539,13-5 1,28-7-40,31-11-22,3-2-78,6-3 0,4-1-119,-27 3 0,3 1-3080,22-3 0,9-1 0,-9 1 2028,-20 3 1,-2 1 0,19-3 0,-8 1-1,-27 4 1</inkml:trace>
  <inkml:trace contextRef="#ctx0" brushRef="#br0" timeOffset="55434">27360 10953 17994,'9'-59'1075,"0"0"0,0 0 1,-1 2-1,-1 1 1,0 3-670,-1-7 1,-2 3-334,1 4 0,-1 3 123,-1 8 0,1 3 16,3-12 356,-2 26-585,0 24 322,1 20-266,2 23-34,-4-11 1,-1 2-209,0 7 0,-1 2 222,-1 4 1,-1 1-12,-2 0 1,-1 0-12,-1-3 1,-2-1 183,-1-6 1,0-2-160,-7 17 163,3-22 45,4-18-113,4-23-61,2-18-17,6-20-22,-2 17 0,1-1 124,2-4 0,1 0-127,0-2 0,0 0 2,-1 2 1,0 1 160,2-24-138,-4 20-33,-2 19-17,-2 18 16,-3 18 1,-1 13 0,-2 16-29,2 9-234,2 6-430,4-27 0,1 1 687,2 4 0,0-3 0,2 5 0,2-4 0</inkml:trace>
  <inkml:trace contextRef="#ctx0" brushRef="#br0" timeOffset="56076">28948 10511 22759,'11'-62'967,"-1"-1"0,-1 10 1,-2 9-699,-2 23 46,-3 15-303,-2 16 106,-3 10-101,0 17 22,-3 12-28,3 9-5,0 2-282,3-2 293,1-5 153,1-11-97,1-12 168,-2-15-17,0-16-135,-1-16-27,0-16-34,0-17 28,1-12-31,0 27 0,1-1 6,1-1 0,0 0 175,1 3 0,1 1-111,3-19-33,-2 21-68,-3 17 6,-2 21 11,1 2-22,4 19 6,0 5-35,2 17-422,1 11-42,-6-27 0,-2 1-1794,-1 4 0,-3 0 2298,-1-3 0,-1-3 0,-3 11 0,1-19 0</inkml:trace>
  <inkml:trace contextRef="#ctx0" brushRef="#br0" timeOffset="56826">28069 11548 25633,'-26'-45'274,"0"0"1,0 1-1,12 19-231,18 30-15,12 18 0,14 21-20,-10-15 1,9 1-1055,12-3 1,13 2 0,2-1 0,-7-3 1056,3 3 0,1-3-1,-9-8 0,6 1 0,3 0 0,0-4 1,-5-5-328,8-6 1,-4-7-1,1-2 337,3 2 1,2-3 0,1-1-295,-9 0 0,2-2 0,0-1 0,-3-2 294,6-6 1,-2-1 0,-3-1-193,-9 3 1,-3 1 0,-1-4 184,4-5 0,-1-3 0,-4-1 1,2-9 0,-2-3 12,-5 2 0,-1-3 0,-2 0 13,1-10 1,-4 1 604,-3-6 0,-6 4-616,-5-8 761,-11 29 1,-2 2-706,-5-10 0,-5-8-28,2 19 1742,0 10-1787,5 14 1298,-3 4-1242,-5 4 876,-7 4-965,-7 3 44,-5 4-16,9-5 235,-1 0-253,12-5 7,-3 0 38,4-1 7,2-1 10,4-1-39,3-1-117,2 1 89,0 3 62,0-1-17,0 2-17,0-3-22,1-1 22,2-2 6,18-4 11,9-1-45,18-3 0,3 2 23,-9 2-1,5 3-5,-11 5-39,9 7 17,7 17 11,-6 8-460,-18-9 1,-3 0 459,10 11-325,-12-7 0,-2 1-3809,2 13 4145,5 11 0,-20-27 0,-5-13 0</inkml:trace>
  <inkml:trace contextRef="#ctx0" brushRef="#br0" timeOffset="58233">26428 7048 23819,'-13'-43'655,"-1"-1"1,2 6 0,3 10-455,6 20-178,2 14 27,5 12-5,0 19 11,1 15-34,-1-3 3,-6-8 1,-3 0 13,-3 15-160,1-17 1,-1-2 148,-3 11 28,3-16 129,3-13-51,3-12 208,2-12-213,1-9-6,1-12 0,3-13-28,1-9-39,0-9-34,-2 24 1,-1 0-66,2-3 0,-1 0 65,3 0 1,0 1-12,1 2 0,1 3-11,8-16 0,-5 21-17,-2 12 6,-6 14 11,-1 9-17,-2 13 6,-7 14-23,0-2-347,-4-1 1,-2 3-3227,-4 18 3345,6-19 0,0-2 0,2 1 1,5-16-1</inkml:trace>
  <inkml:trace contextRef="#ctx0" brushRef="#br0" timeOffset="59809">27328 6825 18324,'0'-8'2781,"-2"-26"1,0-5-1847,-2 11-697,0-11 0,0 4-98,1 22-134,0 12 16,5 12 6,3 10 6,2 17 0,5 11-1,-1 11-16,-7-27 0,-2 1-361,0 1 1,-3 0 357,-2-1 0,-1-2-26,-9 25 118,-1-16 174,1-15 146,4-14-101,4-14-146,3-14 660,5-15-749,4-17-23,4-13-37,-4 26 1,-1-1-154,-1-1 1,0-1 153,-2 2 0,-1 0 30,0-21-55,-2 18-17,0 21 5,0 24 12,0 16-18,0 18-4,0 12 10,4 7-5,0-23 0,0 0 16,4 12 18,3 7 351,-6-33-302,-1-2 68,-1-12-22,-2-15-56,-1-13-40,0-17-11,-1-15-11,1-11 14,1 28 0,0-1 28,3-9 0,0 2-19,2-15-15,0 23 0,0 4-13,-3 10-23,1 5 11,-3 16-33,-1 30 38,-2-4-16,-2 36-117,-3-5-489,2-19 0,0 2-408,1 2 0,1 1 1042,2 3 0,2-3 0,-1 8 0,4-10 0</inkml:trace>
  <inkml:trace contextRef="#ctx0" brushRef="#br0" timeOffset="60576">28287 6664 23685,'1'-7'2845,"-1"1"-2800,0 6 95,0 0-95,-3 37 28,1 15-51,0-16 1,0 2-225,1-1 0,1-1 214,0 6 27,1-1 34,2-19 313,0-3-252,-1-14 68,2-26-152,-2 2 51,1-29-34,-4 1-17,-3 4 1,-1-2-29,2 4 1,-2 0-849,-1-8 1,0 2 836,0-10 353,2 12-353,3 28-22,0 4 16,-1 47 12,1-11-6,-1 12 1,0 3-18,-5 18 11,4-20 1,-1 1-20,0 5 0,0 0 14,-1 21 6,2-4-6,3-32 22,1-11 135,3-18 1668,2-12-1786,4-17-16,1-14-7,-1 4 12,0-17-16,-4 4-4,-3 13 0,0 0-655,-2 8 0,0 2 664,0-24 17,-1 29-34,0 18-17,-2 13 6,0 4 22,-7 39-28,4 0-348,0-10 1,1 2 364,1 17-3,3-14 0,3 0-3,7 13 0,-3-19 1,2-1 11,7 3 55,-5-17-43,-5-14 1198,-5-16-1216,-5-25 0,-2-12 0,0 11 0,0-1-728,0-1 1,0 1 727,-4-24 228,4 23 0,1 2-228,0-9 0,0 2 0,3 24-214,2 22-178,0 8-3926,6 43 4318,-3-16 0,2 7 0,-3-27 0</inkml:trace>
  <inkml:trace contextRef="#ctx0" brushRef="#br0" timeOffset="61926">26383 7049 22442,'14'-46'855,"0"0"0,-2 4 0,-3 6-323,-7 15-151,-2 6-157,-7 6-134,-6 5-40,-11 10 17,-6 8-44,-7 13-7,-1 10-295,-1 8 296,2 5 11,18-23 0,1 0 22,-16 27 18,6-2 10,7-3-82,10-5 43,12-3 6,13-8 0,14-5 28,15-7 5,9-10 40,4-10 57,0-12-35,-7-12 67,-5-11-62,-8-9-55,-6-8-57,-17 21 1,-3-1-9,-1-2 1,-3-2-1,-1-1 0,-2 0-393,-1 1 0,-2 1 390,-2-18 8,-12-3-2,-3 26 28,-8-5-56,-2 20 229,-3 9-229,-5 13 839,-3 8-833,-3 11-23,-1 10-272,2 8 281,21-19 0,1 1-1,1 2 1,1 1 22,3 0 0,1 0-31,-4 31 6,7-1-6,14-3-28,10-3 34,15-8 11,12-10 0,9-13 11,6-13 0,-2-16 12,-4-11-6,-6-15-12,-13 4 14,-12-2 1,-3-2-20,4-21 11,-7 11 1,0-2-387,-4 3 1,-2 1 391,-1 0 0,-2 1-9,-1 3 0,-3 2 20,-8-21-5,-11 16-18,-16 17-5,-15 13-11,-13 19-144,27 0 1,0 5 148,0 5 1,1 5-140,2 3 1,3 4 146,3 1 1,2 3-6,5 0 1,2 1-12,4-1 0,3 0 320,4-1 0,3-1-317,7-1 0,4-2-9,6-1 1,6-3 5,7-1 0,6-4-315,4-3 1,3-5 328,3-2 0,0-5 5,-1-3 1,-2-6 32,-4-3 0,-2-5-30,-5-4 1,-3-4 5,-3-4 0,-3-3 0,-4-4 0,-2-3 59,-3-4 1,-3-1-63,-1-5 0,-4-2 3,0-2 0,-3 0-3,-2 1 1,-3 2 4,-1 4 1,-3 4 11,-17-18 70,-6 22-165,-6 16-297,-4 19-688,-2 16 1052,18 0 0,3 2 0,-4 3 0,4 4 0</inkml:trace>
  <inkml:trace contextRef="#ctx0" brushRef="#br0" timeOffset="62383">26747 7979 11604,'-62'3'281,"0"-1"1,0 1 0,0 0 0,0-1 0,2 1 0,1 0 0,0 0 0,-1 0 0,1 0-429,0 0 1,-1 0 0,0 0-1,2 1 1,0-1 426,-6 0 0,2 1 0,0-1 1,3 0-119,8 0 0,1-1 1,2 1-1,3-1 41,-3-1 1,2 1 0,5-1 817,-1 1 1,9-2-569,14-4-206,49-3 0,18 0-172,-12 0 1,5 1-300,3-1 1,7 0 0,2 0 0,0 0 291,-2 1 1,-1 0 0,2 0 0,3 0-304,1-1 1,4 1 0,2-1-1,1 0 1,0 1 267,-5 0 1,0 0 0,0 0-1,1 0 1,1-1 0,0 1-85,-5 1 0,1-1 0,-1 1 0,2-1 0,-1 1 0,1-1 1,0 1 73,2-1 0,0 0 0,1 0 0,0 0 1,1 0-1,-1 1 0,1-1-142,-5 1 0,-1-1 1,1 1-1,0 0 0,0 0 1,0 0-1,0 0 1,1 0 125,1 0 0,1-1 0,-1 1 0,1 0 0,0 0 0,0 0 0,0 0 0,0 0-28,1 0 1,0 0-1,0 0 1,1 1 0,-1-1-1,1 0 1,-1 1-1,0-1 8,0 0 1,-1 1-1,1-1 1,-1 1-1,0-1 1,1 1-1,1-1 1,-1 0-91,-1 1 0,0-1 1,2 0-1,0 0 0,0 1 1,-1-1-1,-2 0 0,-1 1 1,-4-1-90,8 0 1,-4 1-1,-2 0 1,0 0-1,0-1 1,3 0 191,1 0 0,5 0 0,1-1 0,-1 0 0,-3 1 0,-7 0 0,-9 1 0,10-1 0,-6 1 0,-5 0 0,1 0 0,-1 0 0</inkml:trace>
  <inkml:trace contextRef="#ctx0" brushRef="#br0" timeOffset="63150">24918 7096 19987,'14'-45'939,"1"0"0,-2 9 0,-4 7 354,-5 14-1276,-4 20 458,-3 10-464,1 3 248,-6 18-197,-6 10-40,2-8 3,0-7 1,-2-2 75,-3-2 875,-6 7-785,8-21 408,2-12-347,8-14-101,0-14-22,13-13 5,6-11-61,3 6-12,-4 15 1,1 0 78,17-25-84,0 7-56,1 7 0,-11 28 0,-5 7-11,14 16 0,-2 7-241,24 16-448,-10-4 700,9 2 0,-2-1 0,-15-10 0,0 0 0,0 0 0</inkml:trace>
  <inkml:trace contextRef="#ctx0" brushRef="#br0" timeOffset="68717">28729 8159 23215,'5'-52'982,"-1"-1"0,0 6 0,0 10-764,-2 22-201,-1 9-23,-1 6 29,0 22 10,0 8-16,0 23-28,0 2-1060,0 2 1076,0-15 23,0 2-5,0-17 134,0-5 156,0-9-61,0-18-162,-1-2 117,-2-27-101,-1-1-61,-1-10 34,2-6 38,1 2 18,0 7 1003,0 8-1082,2 22-67,-1 12 28,0 9-17,2 14 0,3 14-6,-1-1 0,6 15 1,0 4-1,-1-1-5,0 0 5,-5-25 18,-1-13 133,-2-9-100,-3-13-51,1-8-380,-1-9-1927,1-8 2313,4-7 0,-1 17 0,2 1 0</inkml:trace>
  <inkml:trace contextRef="#ctx0" brushRef="#br0" timeOffset="69700">27785 8302 20666,'0'-9'4369,"1"3"-4002,4-27 0,2-5 176,-1 13-350,1-16 0,-1 6-75,-3 27-129,-2 6 22,0 18 0,2 2 23,-1 19-6,0 0 0,-4 4-17,-3-2 11,-4-3 46,-1-10 111,1-10 84,5-8-78,1-11-84,3-10-57,0-13-10,4-13 16,2-9-27,5-5 27,-1 4 29,-1 10-18,-5 15-10,-1 12-57,-3 9 12,0 6 16,-1 10-16,0 9-1,-1 11-16,2 6 11,4 4 0,2 0-34,5-3-5,-1-7-190,-4-8-1205,-3-10 1434,-7-10 0,2-3 0,-3-4 0</inkml:trace>
  <inkml:trace contextRef="#ctx0" brushRef="#br0" timeOffset="70600">27296 8347 17120,'-2'-7'2974,"-3"-31"1,2-8-1989,7 0-902,-3-7 1,2 1 414,11 9-44,1 14-320,-4 14 7,-4 9-80,-3 12 22,-2 12-12,-2 16-27,-7 17-40,2-19 1,-2 1-76,-3 4 0,0 0 73,-1 0 0,0-1-3,2-2 0,-1-1 28,-3 20 11,5-17 213,5-16 207,3-11-117,1-17-180,4-12-50,2-17 0,2-12-11,-4-8-22,-1-6 200,-4 1-223,0 8-22,0 15-56,0 18-23,0 13 17,1 15 0,2 10 22,2 14 12,2 12-12,1 4 29,0 0-1,0-6 202,0-9-173,-1-12 89,-4-11-56,-1-13-73,-2-11 23,-3-12 16,-1-10-22,0-7-6,2-1-16,7 4 0,1 9-135,2 14 62,-2 13-538,-2 18-3971,-3 16 4576,-1 8 0,0-10 0,-2-9 0</inkml:trace>
  <inkml:trace contextRef="#ctx0" brushRef="#br0" timeOffset="75968">24172 14023 20006,'1'-54'1065,"-1"-1"0,1 1 1,-2 7-1,0 2 0,-2 4-681,0 1 0,-2 5 141,-5-5-441,3 23-23,4 22-33,6 18 0,4 23-25,-2-13 0,1 3-217,1 6 1,0 1 216,0 4 0,-1 0-6,0 0 0,-2 0 9,-1-3 0,0-1-20,-2-4 0,-2-2-20,-4 21 208,-3-20-18,0-22 7,2-25-79,3-8-9,6-14 1,2-6-17,1 3 0,1-3-429,4-20 0,1-4 420,1 1 1,-1 0-279,-1-2 0,-1 1 326,-2 5 0,-1 3 0,-3 11 0,0 3 42,-3-10-101,-3 26-50,0 18 22,-2 21 0,0 19-22,1 27-80,1-21 1,1 2-3,-1 7 1,0 1-180,0 4 1,-1 1-516,1 1 0,-1 0 787,1 4 0,1-5 0,-1 7 0,2-10 0</inkml:trace>
  <inkml:trace contextRef="#ctx0" brushRef="#br0" timeOffset="76825">26011 13921 20028,'4'-45'1335,"0"0"1,0 0 0,2-13 0,-2 5-955,-1 17 0,-1 5 39,1-6-331,-2 21-55,-1 19-6,0 15-39,2 18 16,3 18 9,-2-20 0,1 1-211,0 3 1,0 1 190,0-1 1,-2 1 13,0-4 1,0 0 30,-1 25-22,-4-15 50,0-15 157,0-15-28,1-17-101,2-16-22,1-18 410,3-18-450,-3 19 1,1-1-9,1-6 0,-1-1-354,-1-1 1,0 0 370,0 4 0,-1 2 20,0-18-45,-1 25-62,1 21 39,-2 19 6,2 17 6,3 18 0,0 15-4,0-25 1,0 0 14,0 0 0,1 0-167,3 27 150,-1-18-11,-2-3 44,-3-25 12,-2-1 0,-5-24-6,-2-13 0,-2-20-16,2-16 100,4 23 0,2-2-106,0-4 0,0 0-9,1-1 1,0 2 27,-1 4 0,1 2 65,-3-16-51,1 22-33,0 17-22,2 20 10,4 16-27,4 20-73,3 18-135,-3-25 0,0 3-409,2 4 1,1 1-1832,1 2 0,1 0 1840,0-5 1,1-4 0,3 12-1,-6-24 1</inkml:trace>
  <inkml:trace contextRef="#ctx0" brushRef="#br0" timeOffset="77568">28776 14023 13855,'-6'1'8553,"1"1"-7730,8-66 465,4 12-1446,-1-2 1,2-3 540,0 16 1,1 4-87,0 2 0,0 1 308,5-16-504,-6 24 387,-5 11-465,-3 19 209,-1 10-232,-1 16 5,-2 18 1,-2 14-1,2-27 1,1 0-6,-1 0 0,-1 0 6,-4 27-1,0-14 23,1-16 174,3-15 530,3-14-687,1-18-6,4-14-6,0-17-1718,0 5 1,0 0 1695,1-18 11,-2 12 1,0 2-53,0-6 119,0-1-44,0 23-34,-2 17-11,-3 40 6,0 9-9,1-2 0,-1 3-3,1 0 1,-1 1 8,0 10 0,0 0-6,1-8 1,0-1 2,0-4 0,-1-2 109,0 12-64,3-28 55,-1-3-5,1-24-82,3-36-13,2-16-232,-1 26 0,0-2 232,1-7 0,0 0 0,-1 6 0,-1-1 0,2-13 0,-2 1 0,0 14 0,-1 3 0,0-20 3161,-2 38-3161,-1 23 0,-1 17 0,1 9 0,0 3 0,0 21-1748,3-15 0,3 8 0,-1-6-524,0-10 1,0 1 2271,7 27 0,-1-5 0,-3-21 0,1-1 0</inkml:trace>
  <inkml:trace contextRef="#ctx0" brushRef="#br0" timeOffset="80159">28380 15683 26245,'15'-29'308,"0"7"-235,-7 25 22,-1 2-17,-3 1 6,-2 1-11,-1 0-17,-3-2 22,-1 0 46,-1-3 32,-1-1-21,1-5 10,0-8 1,1-13-56,0-14-18,8-12-49,0 8 10,15-13-33,-2 27 0,11-2-16,-1 23-1,5 20 28,4 21-3,-17-6 1,-4 5-327,-1 5 1,-5 4 323,-3 6 0,-7 2-823,-9 5 0,-7-1 796,1-13 1,-4-1-1,-2 1 4,-6 2 0,-3 0 1,-1-1 14,-4 2 0,-1-1 0,-1-2 5,0-2 1,0-2 0,0-2 13,-11 7 0,2-6-10,12-11 1,4-9 110,-3-15-107,23-14 34,21-13 0,11-5-34,2 7 0,6 2-232,15-14 1,7 3 220,2 10 0,3 5-14,3 4 0,2 4 3,-2 5 0,1 4-84,-2 5 0,0 4-286,-1 1 0,0 3-994,-1 4 0,-2 0-1524,-12-1 0,-2-1 2899,2 1 0,-6-1 0,-9-2 0,-2-2 0</inkml:trace>
  <inkml:trace contextRef="#ctx0" brushRef="#br0" timeOffset="82242">29116 14992 20688,'1'-5'4671,"-1"1"-3936,-5-58-209,1 42-417,1-14 0,-3 5-25,-4 29 17,-5 14-6,-6 13-33,-5 18-6,-1 10-291,15-24 0,1 0 215,2 0 1,3 0 24,1 27 7,18-9 16,13-13 28,13-15 16,2-16 85,0-17 45,-8-16 514,-9-12-509,-10-8-128,-9-5-29,-11-2-11,-6 4-33,-4 15-96,-18-2-341,6 23-1389,-12-2-650,15 15 1622,5 5 0,13-1 0,1 2 0</inkml:trace>
  <inkml:trace contextRef="#ctx0" brushRef="#br0" timeOffset="83168">26028 15700 19960,'0'-3'4940,"0"1"-3147,0 2-1782,5-42 28,-2 36-16,5-26-1,-1 48-5,-2 7 56,-5 9-51,-4-10-5,-10 7 61,-2-17 23,-2-1 39,-1-9 28,4-10 28,3-18-151,5 4 28,4-22-12,11 4-33,7-14-254,8 4 249,4 10-23,1 15-6,-1 15 17,2 13-22,-1 12 17,2 14-12,-4 11-16,-7 11 22,-8-8-26,-17-4 1,-7 1-6,-3-7 1,-5-1-291,-11 16 0,-7 2 300,7-17 1,-3 0 0,2-3 14,-1 2 1,-1-2 2,-9 5 0,5-5 20,10-10 16,6-4-10,15-12 27,18-7-27,7-2-12,6-3-6,19-3-5,7-1 191,-15 4 1,5-1-397,15-3 1,2 1-957,-3 0 0,-1 1 363,0-1 0,1 1 798,7-2 0,-7 0 0,-14 4 0,19-5 0</inkml:trace>
  <inkml:trace contextRef="#ctx0" brushRef="#br0" timeOffset="83401">26744 14905 26911,'-17'-2'-45,"4"29"-336,15 3 1,2 6-2355,-2 13 1,-1 1 2734,1-2 0,-1-4 0,-1 16 0,0-25 0</inkml:trace>
  <inkml:trace contextRef="#ctx0" brushRef="#br0" timeOffset="84175">23985 15908 25152,'-17'3'622,"3"3"-521,12 7 185,-7 4-107,-2-9 34,-4 1-12,3-8-38,3-8-6,0-6-51,4-14-33,2-11 33,5-8-55,8-3-35,1 11 1,20 2-11,-13 23-23,28-3-17,-14 21 23,15 10 22,-13 16-5,-12 18 13,-18-17 1,-6 0-20,-9 26 5,-16-15 1,-10 6 0,0-5-3,5-7 0,-2-1-219,-5 5 1,-5 4 0,6-7 204,7-11 0,5-5 17,-10 10-6,18-15 5,20-11 18,20-12-63,31-9-75,-11 2 1,5-1-701,-7 2 1,3 0 0,2 0 145,8-3 1,1 1 0,3-1 418,-9 3 1,3-2 0,-2 1 0,-4 1 0,13-3 0,-5 1 0,-4 1 0,0-1 0</inkml:trace>
  <inkml:trace contextRef="#ctx0" brushRef="#br0" timeOffset="84534">24364 15234 24833,'4'-48'381,"0"1"0,2 3 0,5 8-303,25 10-38,8 11-68,2 10 11,-5 18 34,-8 13-6,-14 17-22,-14 10-597,-16 9 613,0-30 1,-4 0-3,-3 1 0,-3-2-3,0-1 0,-2-3 17,-19 19 113,12-15-141,13-14 22,14-10-5,19-11-118,19-4-331,-6 0 0,4 0-2707,11-2 1,1 0 3149,0 0 0,-2 1 0,17-5 0,-25 7 0</inkml:trace>
  <inkml:trace contextRef="#ctx0" brushRef="#br0" timeOffset="87059">22484 17487 9727,'-9'0'-373,"2"0"1,7 0-1,0 0 1</inkml:trace>
  <inkml:trace contextRef="#ctx0" brushRef="#br0" timeOffset="87635">22591 17494 18380,'-48'8'979,"0"-1"0,0 1 0,3 0 1,1-1-1,3-1-587,-1-1 0,4 0 23,-18 0-331,26-2-28,34-5-6,31-3-33,-2-1 0,4 0-3,13-2 0,3 1-392,8-2 0,3 1 361,-13 3 0,2 1 1,-3 0-24,2 0 1,-2 1-67,9 0 0,-7 4-163,-18 7 123,-13 9 163,-44 8-23,-30 8-379,15-15 1,-4 1 409,-3 1 0,0 1 6,-1 0 0,1 1-1,4-2 1,3 0-34,6-1 1,4 0-38,-6 12 739,27-5-693,27-4-29,24-6 1,17-7 44,-26-8 1,0-3 78,0-3 1,-1-3 55,25-15-140,-18-11 235,-19-12-5,-19-16-99,-8 24 1,-4-1-191,-2-2 1,-2-1 281,0 3 1,-2 1-34,3 6 1,-1 4 77,-5-13-150,9 18 532,11 11-656,13 9 6,17 14-73,19 14-301,-19-3 0,0 4 346,3 6 0,-2 5-37,-4 4 0,-5 5-140,-8 3 1,-8 3-387,-12 4 0,-10-1-1314,0-15 1,-6-1 0,0-2 1887,-13 14 0,-1-5 0,9-13 0,3-5 0,-6 5 0</inkml:trace>
  <inkml:trace contextRef="#ctx0" brushRef="#br0" timeOffset="90158">28489 17525 26161,'2'-25'252,"0"4"-179,-2 21 459,0 0-504,-4 0-73,0 1 50,-4 1 35,1 0-46,2 0-11,3 0 107,1-2-118,0-2 84,1-3-45,-1 0-5,2-4-1,1 5 29,2-5-34,0 3-6,0-5 29,0 3-12,0-2 6,-1 4 11,1-3 16,0 3-44,2-2-16,-2 4 16,-1 1 106,-3 3-22,-2 6-39,-2 5-45,-2 3-6,-5 13 23,-4 13-6,0 4-28,0 10 40,9-12-29,3-12 12,6-2 72,2-12-44,0-4 100,0-6-61,-4-12-34,0 0 6,-1-11-56,0-3 56,0-9-6,1-6-22,4-21-6,-1 16 22,6-21-5,-2 26-5,2-7 10,-6 17-55,-1 8 16,-3 14-5,-3 27 6,-1 6 49,-3 27-38,3 1-1446,1 0 1446,2-11-1050,4 16 1022,0-34-57,4 27 79,-4-37 51,0 4-12,-2-16 1381,-1-5-1258,-3-17 1070,-1-6-1221,-3-21 17,-1-9-17,1-10-28,2 8 51,1 12 0,1-1-283,2-12 238,-1 19 0,1 2 33,1 0-22,-1 18-34,0 22 34,-2 21 0,-2 24-20,0-16 1,-1 3-355,0 5 0,-1 2 357,-1 4 1,1-1 10,1-10 1,2 0-1,0 14 0,3-3 6,5 7 142,-1-21 0,1-3-97,4-5 45,-3-20-44,-1-22-46,-2-18 0,1-22 0,-2 20 0,-1-3-71,1-6 1,0-1 70,-2-6 0,-1 0 0,2-2 0,-1-1 0,-1 5 0,0 1-48,1 7 0,0 4 48,0-11 0,0 25 0,0 21 0,0 17 0,1 15 0,3 14 0,1 10 850,3-7-946,1-8 0,1 1-1130,4 19-1270,-4-17 0,0-1 2496,1 14 0,-5-24 0,-3-15 0</inkml:trace>
  <inkml:trace contextRef="#ctx0" brushRef="#br0" timeOffset="91968">27717 17880 20464,'-18'-56'1798,"1"0"0,1 7 0,0 6-1170,-3 8-472,5 16-32,4 13-102,5 15-56,1 19-16,7 9 0,8 17 5,3-14-196,10 13-420,-6-9-639,-7-10 1,-2 0-2017,2 20-4957,-8 0 8273,-6-26 0,-1-13 0,2-9 0</inkml:trace>
  <inkml:trace contextRef="#ctx0" brushRef="#br0" timeOffset="92201">27409 17952 9419,'-6'-1'9780,"1"0"-4342,5 1-5063,51-36-117,-6 19-177,1-6 1,4 0-610,-7 12 1,0 3 558,5-2 0,1 1-26,4 0 1,0 1-82,-2 0 1,-1 2-279,-7 1 1,-3 2-638,11-2-4892,-21 3 5883,-22 1 0,-5 1 0,-3 0 0</inkml:trace>
  <inkml:trace contextRef="#ctx0" brushRef="#br0" timeOffset="93842">26422 17858 25478,'-17'-21'67,"4"6"-62,12 25 35,1-4-7,0-1 34,0-3 73,-1-1-39,-3 0 17,-7 2 50,-9 1 61,-7 0 23,-3-4-56,2-10-22,5-10-45,8-14-73,8-11 17,11-8-51,8-4-44,10 6-1,4 12 12,3 15 33,1 14-33,2 20 0,3 14 5,2 21-25,-19-15 1,-2 3-381,-1 4 1,-2 4 376,-2 4 0,-5 3 9,-4 4 0,-6 2 14,-7 4 0,-7 0-573,1-16 1,-3 0 0,-4-1 588,-3 1 1,-4-2-1,-2 0-7,-3-1 0,-1-2 1,-2-2-305,2-3 1,0-3-1,-1-4 340,-12 5 0,3-7 8,10-9 0,4-8 58,-4-16 524,26-16-545,30-14-1,22-5-56,-11 22 1,4 2 396,5 1 0,3 3-453,3 2 1,1 4-183,3 2 0,0 2-627,1 3 0,-1 2 843,1 4 0,-4 0 0,8-1 0,-14 5 0</inkml:trace>
  <inkml:trace contextRef="#ctx0" brushRef="#br0" timeOffset="94251">25207 18063 21483,'-3'-55'1458,"0"-1"1,-1 4-1,1 5-1194,-1-1 10,-1 15-257,4 27-23,3 11 17,10 25-5,3 12-17,5 10-62,-8-18 0,-1 1-523,-2-3 1,0 1-117,1 9 1,0 4-4205,-2 9 1,-1-1 4840,-3-14 1,0-2-1,-2-3 1,-1-5-1,-1-8 1</inkml:trace>
  <inkml:trace contextRef="#ctx0" brushRef="#br0" timeOffset="94392">25124 18366 22263,'10'-57'737,"1"0"0,1 8 1,3 8-694,21 11-44,17 11-1327,2 8-379,-17 6 1,1 1 1311,8 1 1,-3 1 0,7 1 0,-5 1 0</inkml:trace>
  <inkml:trace contextRef="#ctx0" brushRef="#br0" timeOffset="94901">24261 18037 18722,'3'-53'1452,"-1"1"0,0-1 0,1-10 1,0 7-793,-2-6-329,0 39-280,-1 13 27,0 18 51,-5 33-90,-4 14-42,1-11 1,-1 2-586,-1-2 1,0 1 581,-1 2 1,0-2-9,3-9 0,1-2-14,0 4 1,2-2 43,1 9 35,9 2 117,4-24-28,11-18-101,-2-13 915,16-20-814,-10 7 0,1-2-17,0 2 1,-1 1-54,3-3 0,-2 3 19,3 2-55,-13 11 426,-5 15-381,-6 9-57,1 15-67,2 8-106,5 7-56,2-8-3231,7-8 0,3 0-2298,8 4 5736,0-5 0,-1-3 0,-8-9 0,0-2 0</inkml:trace>
  <inkml:trace contextRef="#ctx0" brushRef="#br0" timeOffset="95742">29873 17486 24956,'-37'-20'199,"0"0"0,-11-11-159,77 29-40,22 5-43,-18 0 1,1 2-296,3 2 1,1 2 250,-3 3 0,-2 3-114,19 18 188,-28 6-15,-31 2 50,-30 0-3,9-20 1,-3-1-265,-2 0 1,-2-1 249,1-1 1,0-1 27,4-3 1,2-1 34,-15 6-1,19-9 349,20-5-377,18-6-11,17-5 62,18-6-34,-19 3 0,1-1-48,4-2 0,0-1 3,1-1 1,-1-3 127,-2 0 1,-2-2-120,-6-3 0,-4-1 30,8-27 35,-19-1 88,-15 1 124,-9 7 22,-6 5-33,-1 7-40,7 6-78,5 8-112,6 8 213,2 10-246,3 11-40,5 14 39,3 15-5,1 11-39,-3 5 5,-8 4-134,-11 0-1030,-7-3-2028,-6-5 3209,5-5 0,7-23 0,7-6 0</inkml:trace>
  <inkml:trace contextRef="#ctx0" brushRef="#br0" timeOffset="96001">30778 17268 26071,'52'-12'86,"0"0"0,-1 5 0,-6 10-72,-18 18 0,-3 7-817,5 4 1,1 3 796,1 5 1,0 2-525,0 6 1,-1 2 518,-1 4 0,-4 1-98,-4 0 0,-5 1-415,-5-3 1,-6-1-1530,-7-4 1,-5-4 2052,-3-8 0,-1-5 0,-7 7 0,5-21 0</inkml:trace>
  <inkml:trace contextRef="#ctx0" brushRef="#br0" timeOffset="96168">31025 17632 23887,'54'-27'-175,"0"0"0,1 1 1,-2 1-1,0 2 1,-1 6 174,-6 11 0,-1 4 0,-5 1 0,-2-1 0,-3 0 0,-2 0 0,1 0 0</inkml:trace>
  <inkml:trace contextRef="#ctx0" brushRef="#br0" timeOffset="97193">7918 9137 24497,'41'-25'-985,"-1"0"0,1 0 1,-1 2-1,0 2 1,1 6 984,19 10 0,-4 6 0,-22-2 0,-4 1 0,21 2 0</inkml:trace>
  <inkml:trace contextRef="#ctx0" brushRef="#br0" timeOffset="97334">7905 9466 21847,'-41'13'1591,"0"0"0,-9-3-1569,78-32-131,6 3 0,6-1-1343,-3 2 0,5-1-83,2 1 1,5-1 0,-2 1 1064,10-3 0,-5 2 0,-14 6 0,-6 1 1,-6 3-1</inkml:trace>
  <inkml:trace contextRef="#ctx0" brushRef="#br0" timeOffset="97693">9377 8935 26984,'-16'-51'255,"1"1"1,7 2 0,13 7-228,22 18 0,11 7-9,1 0 1,3 3-12,2 3 1,0 4-6,-10 1 0,0 4 11,12 9 0,-2 4-14,-2 6 0,2 12 0,-1 7-1981,-19-8 1,-3 1 1977,5 5 0,0 3 34,1 16 0,-5 1 16,-7-13 1,-2 0-65,0-3 0,0 4 0,-1-3-101,0 10 1,0-1-261,0-2 0,0-1 17,-2-12 0,1 0-3905,3 10 1,1-2 4265,0-2 0,2 5 0,-12-32 0</inkml:trace>
  <inkml:trace contextRef="#ctx0" brushRef="#br0" timeOffset="97860">9730 9283 23360,'-1'-4'2112,"1"1"-1888,0 3-353,108-64-1050,-72 53 0,0-1 720,13-10 1,6-6 0,-9 9 0,7 11 0,-23 4 0</inkml:trace>
  <inkml:trace contextRef="#ctx0" brushRef="#br0" timeOffset="103458">1225 10621 16473,'-41'-26'182,"1"-1"1,-1 1 0,-3 6 0,-2 4 0,5 9 1076,4 12 0,3 7-1254,-5 6 1,7 3 5,9 6 1427,17 20-1410,21-8-17,0-10 1,4 0-111,7-1 1,2-2 92,-4-5 1,2 1 983,17 10 1,2 0-979,-17-11 0,0 0-51,9 8 0,-3 0 57,-6 8-6,-23-11 44,-31 1 24,-20-7-40,3-6 0,-4-2-3,5-3 0,-2-1-248,-7-1 1,2-2 222,-13-5 200,28-8 0,5-6-1965,7-19 1260,17 1 1,4 0-1,4-2 1,16-3-1</inkml:trace>
  <inkml:trace contextRef="#ctx0" brushRef="#br0" timeOffset="103668">1823 10467 23959,'0'-7'2745,"0"1"-2577,0 6-22,0 0-130,6 76-1206,-1-16 1192,-3-18 0,1 5 0,-1-1-56,0 7 1,0-1-277,-2 5 0,0-1-768,0 0 0,0-2-325,0-12 0,0-3 1423,2-1 0,-1-6 0,1-9 0,1-3 0</inkml:trace>
  <inkml:trace contextRef="#ctx0" brushRef="#br0" timeOffset="104568">1661 10934 24195,'-4'-53'403,"1"0"0,2 4 1,10 9-365,37 16-34,-13 14 1,4 2-1035,7 2 0,2 2 945,6 0 0,2 2-182,1 1 0,-1 1-233,-4-1 1,-1 2-72,-10-1 1,-2 0-361,9 0 1207,-25 0-53,-25-2 398,-13 0 252,-7-2 1070,-2 2-1176,2 0-494,5 2 528,0 4-712,12 3-40,-1 6 62,33 7-106,-6-7 19,12-4 0,4-3 48,13-6-45,-13-2 0,1-2 56,17-12 78,-10-11-5,-16-9 11,-14-7-78,-12 7 318,-27-11-195,-9 22-124,7 10 1,-4 3 95,-28 4-78,1 13-74,16 4-10,2 23-51,26 3 5,1 22-5,24 3-990,2-27 0,4 0 827,17 20-660,5-12 0,6-1-761,-11-13 0,2-2-312,16 11 0,1-4-519,-11-12 1,-1-7 903,-4-4 1,-1-7 2855,22-15 2693,-18-18-168,-15-13-1293,-14-6-852,-6 0-549,-4 5-352,-1 11-298,0 12 1325,-1 12-1784,0 10 1088,2 14-1066,2 14-10,1 17-1,1 18-291,-3-25 1,0 2 245,-2 5 1,-1 1-6,-1 4 0,-1 1-3,-1-1 0,-2 0 6,0-6 0,0-3 19,-6 20 29,4-29 10,5-29-16,5-23-11,3-24-18,3 0-2,0-6 0,1-5-738,-2 10 0,1-3 733,0 1 1,0-3-1,0 1-7,0 6 0,0 1 0,-1 1 9,4-17 0,0 3 6,-1 9 0,1 3 303,-2 9 1,1 4-288,7-13-10,2 15-34,7 11-1,10 7-16,13 8 0,7 12 0,0 14 0,-15 15 6,-27 15-358,-21-23 1,-9 0 348,-9 3 1,-6-1-49,-8 0 1,-3-2-208,0-3 1,0-2-813,7-6 0,3-3 1386,-7 3 0,22-12 1,16-8-1</inkml:trace>
  <inkml:trace contextRef="#ctx0" brushRef="#br0" timeOffset="104775">3463 10719 24956,'-5'0'2392,"0"0"-2196,5 0-286,63-47-165,-34 37 1,3 0-653,5-8 0,5-3 0,-1 4 907,13 7 0,-5 4 0,9-1 0,-12 1 0</inkml:trace>
  <inkml:trace contextRef="#ctx0" brushRef="#br0" timeOffset="105118">4116 10358 23377,'-4'-5'3450,"1"1"-2991,3 4-246,-6-60-50,32 31-149,-13-7 0,4 2-31,35 18-144,-19 12 1,1 4 165,21 14 12,-22-3 0,-3 5-17,15 28-39,-23 12-26,-30 5 79,-5-29 0,-5-1-14,-7 0 0,-5-2-294,-3 0 0,-2-1 297,0-2 0,-1-2 8,-1 1 0,2-3-27,-7 7 21,10-4 23,40-16 273,18-1-346,28-4-263,4-3 0,5-1-444,-16 1 0,3-1-273,6 0 0,7 1 0,-2 0 713,-10 0 1,-1 0 0,-4 1 0,9-1 0,-5 0 0,-5 1 0,0 0 0</inkml:trace>
  <inkml:trace contextRef="#ctx0" brushRef="#br0" timeOffset="105358">1135 11920 24715,'-47'13'1759,"54"-18"-1641,27-6 0,24-6-558,-21 8 1,10-2-1,8-2 1,7-1-1,5-1 1,3 0-1,2-1 1,0 1-1,-1 0 1,-3 1-1,-4 2 1,-7 0 420,3 1 1,-5 1 0,-3 2 0,-1-1 0,1 1-1,2 0 1,3-2 0,6 0-114,-11 1 1,2 0 0,4-2 0,2 1 0,3-2 0,1 1 0,1-1 0,1 0 0,1 1 0,-1-1 0,-1 1 0,-1 1 0,-2 0 0,-2 1 0,-2 1 0,-4 1-352,14-2 1,-2 3 0,-3 0-1,-2 1 1,-1 0 0,-1 1 0,-1 0-1,0 0 1,1 0 456,3 0 0,0 0 0,0 0 0,-1 0 0,-1 0 1,-2 1-1,-2-1 0,-2 1 0,11-1 0,-2 1 0,-3 0 1,-3 0-1,-5 0 0,2 1 0,-1 0 0,1 0 1</inkml:trace>
  <inkml:trace contextRef="#ctx0" brushRef="#br0" timeOffset="106618">13617 3463 19652,'-4'0'3439,"0"0"-2643,4 0-791,62-26-11,-26 17 1,3 1-712,4-4 0,6-2 0,-2 3 683,16 1 1,-3 2-88,-8 2 1,-4 1 406,10 0-330,-52 10 38,-46 4 14,4-2 1,-6 2-362,-7 0 1,-3 1 411,-3-1 0,-1 1 53,-1-1 0,2 1 50,3-1 1,2-1 58,5 0 0,4-2 216,-18 4-146,26-4-156,28-7 1430,29-7-1532,29-7-19,-14 4 0,3 0-754,8-2 0,2 1 740,3-1 0,1 1 8,-4 0 1,-1 1 270,-7 3 1,-4 0-240,15-1 32,-31 6-16,-32 10-89,-27 8-769,6-2 1,-1 2 801,0-1 0,1-1 0,-12 7 0,20-8 0</inkml:trace>
  <inkml:trace contextRef="#ctx0" brushRef="#br0" timeOffset="108350">5784 12314 22415,'-1'-47'656,"-1"0"1,1 0 0,0-14 0,1 10-422,3 18 304,3 18-517,2 16 165,3 17-165,1 18 18,-1 19-26,-7-22 0,-3 2-195,-2 2 0,-3 0 184,-1 1 0,-2-1 5,-2-4 1,0 0 155,-8 20-58,5-17 124,5-18-62,6-21-107,8-20-27,11-23-20,-5 16 0,2-3 121,3-3 0,1-2-130,1 0 1,2 0-236,-1 3 1,0 1 246,-2 6 0,0 4-12,14-9-10,-5 19 16,0 16 0,3 14-33,4 14 5,5 10-8,-19-17 0,1 1-171,1 1 0,1-1 67,0 0 0,0-1-92,2 0 0,-1-2-351,27 15 68,0-10 560,-2-13-291,-6-19 252,-7-13 50,-7-15 79,-5-11 89,-5-8-307,-4-2 476,-4 1 5,-2 10 473,-4 12-854,-3 17 43,-1 9-54,1 16-12,3 10 1,3 14 401,4 8-407,3 2 28,5-5-33,6-5 5,7-10 22,8-10-16,0-13 27,-4-13 23,-7-12 39,-12-11-5,-8-6-23,-9-5 34,-7-9-95,1 12-23,-2 6-67,5 17-336,7 13-1261,8 6-3751,14 12 4584,3 4 0,-9-3 0,-7-3 0</inkml:trace>
  <inkml:trace contextRef="#ctx0" brushRef="#br0" timeOffset="108900">7491 12175 20655,'-3'-4'5047,"0"1"-4090,3 3-923,-27 11-6,23 6-17,-20 4-11,31 7 11,-2-8 73,-2 5 79,0-12 27,-3-5-123,0-11 12,0-9 10,0-10 96,0-31-51,3-4-316,1-3 266,7 0 17,5 14-90,-2 8-56,12 6 40,-5 26-1,12 9 6,1 14 6,-7 4-1,7 16-10,-9 9 16,-6 4 11,-6 7-27,-16-18-29,-1-12 306,-5-8-233,2-13 12,-1-9 10,2-11-5,3-27-28,4 8-17,2 1 1,2-1 21,11-16-16,7-10-45,3 11 62,5 10 10,-10 19-38,7 5 0,-4 14-18,13 7-4,7 9-24,8 10-89,-24-10 1,1 1-351,2 2 0,1 1-1825,2 2 0,-1 0 2304,-2-1 0,-3-1 0,10 6 0,-16-11 0</inkml:trace>
  <inkml:trace contextRef="#ctx0" brushRef="#br0" timeOffset="109116">8549 11885 25864,'42'-18'-147,"0"-1"0,0 1 1,4 1-1,2 2 1,-4 7-1336,-1 9 1,0 6 1124,18 2 0,-1 0 0,-25-4 0,-4 0 0,29 8 0</inkml:trace>
  <inkml:trace contextRef="#ctx0" brushRef="#br0" timeOffset="109259">8998 12238 25439,'51'-26'-89,"0"0"0,0-1 0,-5 6 0,4-1 0,-3 3 0,-10 4 0,11 2 0,-12 4 0,1 0 0</inkml:trace>
  <inkml:trace contextRef="#ctx0" brushRef="#br0" timeOffset="109726">10386 11675 19104,'-3'-1'5063,"1"0"-3506,2 1-1064,14-77-1117,9 39 733,-5-10 1,3 3 41,24 18 250,-2 14-356,-1 15-17,0 16 0,1 18-301,-20-9 1,0 3 269,3 7 1,-1 1-4,-5-5 0,0 2-7,2 4 0,1 5 0,-2-4 4,-4-7 1,-1 2-7,7 15 0,2 7 1,-5-4-138,-5-7 1,-2-1-286,-1-4 0,-1 3 1,-1-2-2474,-4 3 0,-2-3 2910,-2-8 0,-1-4 0,-1 6 0,-1-18 0</inkml:trace>
  <inkml:trace contextRef="#ctx0" brushRef="#br0" timeOffset="109883">10521 12131 21646,'-6'-7'3512,"1"2"-3165,1-24 1,7-6-247,26 1-876,-9-9 0,7 0 716,15 21 0,6 7-748,9-4 1,3 2-2471,-16 5 0,0 1 0,-2 1 2137,9-1 1,-4 1 0,-9 1-1,-7 3 1,-12 3 0</inkml:trace>
  <inkml:trace contextRef="#ctx0" brushRef="#br0" timeOffset="110450">11933 11616 23859,'3'-45'741,"0"0"0,0 6 0,-1 8-612,0 22-118,0 9 12,-1 12 22,0 10 5,-8 13 0,-7 10-38,-12 5 21,-5-2-5,-1-7 79,7-13 139,10-15-44,8-13-74,9-16 12,8-15-5,9-15-51,-5 17 0,1 0-200,2-2 1,1-1 182,1 2 0,-1 1 28,18-20-27,-5 17-40,-6 16-40,0 15 29,4 13-28,13 13-17,-14-8 0,2 3-500,6 2 1,1 1-711,3 3 0,-1 1 825,-4-3 0,-2-1 1,8 6-1,-21-11 0</inkml:trace>
  <inkml:trace contextRef="#ctx0" brushRef="#br0" timeOffset="111626">13187 11528 18246,'-2'-4'5702,"1"0"-5464,3-29 0,4-7-98,1 15-51,1-20 1,7 3 39,24 23-95,9 5-20,-16 10 0,2 3-14,26 13-557,-12 1 551,1 16 148,-24 0-126,-9 21 18,-16-15 5,-19-3 0,-6-3 12,-8-3-26,0-3 0,-3-2 31,-8 1 129,-4 2 688,15-10-430,17-8-354,9-7 79,11-9 210,6-2-278,20-7-21,5 6-46,17 3-21,2 12-7,-8 6-262,11 17 245,-14 6 18,-18-5 0,-2 3-6,1 22 22,-26 10-11,-19-23-414,-5-14 1,-7-2-158,-2-3 0,-5-1 175,0 0 1,-3-1 0,4-1 0,3-1 0,2-2 0,-2 0 0,0-1 0</inkml:trace>
  <inkml:trace contextRef="#ctx0" brushRef="#br0" timeOffset="113959">23872 4908 19910,'-3'-3'67,"1"0"308,2 3 213,7 89-1061,-5-51 0,-2 4 691,1 7 1,0 10 0,0 1-1,-1-5-902,-1-9 1,0-3 0,0 4 768,-1 10 1,-1 5-1,0 2 1,0-4-398,1-8 1,-1-2-1,0 0 1,1 3 366,-1 1 0,-1 3 0,1 1 0,0 1 0,-1 0-13,1-7 1,-1 1 0,1 0 0,-1 1 0,0 0 0,0 0-264,1 3 1,-1 1-1,0 1 1,0-1 0,0 1-1,0 1 269,0 1 1,1 1-1,-1 1 1,1 0 0,0 0-1,0 0-137,0-6 0,1 0 0,0 0 0,0 0 1,0 0-1,0 1 0,1 0 106,-1 1 1,1 1 0,0 0-1,0 0 1,1 0 0,-1 1-1,1-1-45,1 2 1,0 0 0,0 1 0,1-1 0,-1 0 0,1 1 0,0-1 38,0-6 0,1-1 0,-1 1 1,1-1-1,-1 1 0,1 0 0,1-1 1,-1 1-7,1 0 1,0 0-1,0 0 1,1 0 0,0 0-1,0 0 1,0 0 0,0 0-2,0 0 0,0 1 0,1-1 0,-1 0 1,1 0-1,0 1 0,-1-1 0,1 0 1,0 0 1,-1 1 0,1-1-1,0 0 1,0 0 0,-1 1-1,1-1 1,-1 0-7,0 1 0,0-1 1,1 0-1,-1 0 0,-1 1 1,1-1-1,-1 0 0,0 0-47,1 8 0,-1 0 0,-1 1 0,1-1 0,-1-1 0,0-1 0,0-2-35,-1-1 0,1-4 0,-1-1 0,0 1 0,0 1 0,-1 4 83,-1-1 0,0 5 0,0 3 0,-1 0 0,0 0 0,-1-5 0,2-5 0,-1-7 0,0 8 0,1-9 0,-1 5 0,-1 2 0,0-1 0,1 1 0,-1 0 0,0-1 0</inkml:trace>
  <inkml:trace contextRef="#ctx0" brushRef="#br0" timeOffset="114834">18035 5622 22825,'6'-44'724,"0"-1"0,0 0 0,2-13 0,-2 9-366,0 19-13,-4 16-289,-1 17 63,-1 17-102,-2 22-17,1-12 0,-1 4-882,1 7 0,-1 2 859,1-7 1,0 1-311,1 12 0,2 3-4583,4 4 1,1-2 3847,-2-12 1,-1-2 0,3 2-1,-1-8 1,-3-21 0</inkml:trace>
  <inkml:trace contextRef="#ctx0" brushRef="#br0" timeOffset="115051">18631 5456 23983,'-20'-40'192,"0"0"0,2 2 1,5 17 1071,10 33-1264,3 22 469,0 25-478,0-20 1,0 2-191,0 8 0,1 3-1245,0 3 0,1 3 1444,1-13 0,1 0 0,-1-3 0,0-5 0,-1-2 0,2-2 0,1 0 0</inkml:trace>
  <inkml:trace contextRef="#ctx0" brushRef="#br0" timeOffset="115292">19849 5282 25562,'0'-6'1786,"0"0"-1680,0 6-72,0 0-28,-21 98-1116,22-56 1,3 3 1060,-5 13 1,0 7-1,4 0-909,8-8 1,5-1 0,1 0-1501,-3-10 0,0 1 1,0-1-1,0-3 1582,2 5 0,-1-3 1,-1-3-1,3 9 0,-3-10 1,-6-16-1</inkml:trace>
  <inkml:trace contextRef="#ctx0" brushRef="#br0" timeOffset="116526">18761 7007 22447,'-1'-47'847,"-1"-1"0,0 1 0,-1-15 0,-2 9-533,-6 9-39,2 23-309,5 21 116,3 25-99,4 22 11,1-13 1,1 4-257,3 6 1,2 2-64,3 3 0,1 2-1360,3 1 1,1 0 1684,3 6 0,0-4 0,-9-23 0,-1-3 0,11 25 0</inkml:trace>
  <inkml:trace contextRef="#ctx0" brushRef="#br0" timeOffset="116726">19690 6870 26318,'11'45'-247,"0"0"1,1 4-1,-1 2-1639,-6-9 1,0 1-1,0-1 942,5 16 1,0-4 0,-3-15-1,0-4 1,4 5 0</inkml:trace>
  <inkml:trace contextRef="#ctx0" brushRef="#br0" timeOffset="117300">18118 7117 16667,'0'-4'5242,"-1"0"-4496,1 4-366,-70-13-94,22 35-261,4-22 0,2 5-264,15 20 0,7 7 273,2 19-6,8-19 0,5 3 14,9 4 0,6 0-3,3-9 0,3-3 53,9 0 1,2-4 58,13-3 236,3-13-169,-23-11 574,9-23-293,-17-21-387,0 1-42,-10 12 0,-4 0 14,-9-17-59,2 22 0,-3-1-14,-17-21-39,-5 17-117,-3 15-601,1 18-4630,6 17 5376,11 7 0,9-4 0,7-5 0</inkml:trace>
  <inkml:trace contextRef="#ctx0" brushRef="#br0" timeOffset="117650">17709 8284 12732,'-56'-3'131,"-1"-1"1,1 1 0,-1-1-1,-8 0 1,1-1 0,4 1 43,11 1 1,3 0-1,4-1 335,-8 0 0,17-3 1992,32-5-2234,44-2 1,25 3-99,-11 2 0,5 0 0,6 0-531,-19 4 0,3-2 0,3 1 0,1 1 1,-1-1-1,-2 1 390,2-1 0,-3 1 0,0 0 0,2 1 1,2-1-140,-4 1 0,3 1 1,1-1-1,1 0 1,0 1-1,0-1 1,-2 1 128,4 0 1,-3 1-1,0 0 1,2-1 0,1 1-1,5 0-97,-12 0 1,3 0-1,2 1 1,2-1 0,1 0-1,0 0 1,1 1 0,-1-1-1,-2 0 1,0 1 64,-1-1 1,0 1-1,0-1 1,-1 1 0,0 0-1,0-1 1,0 1 0,1 0-1,1-1-243,0 1 0,2 0 0,1-1 0,0 1 0,1 0 0,-1-1 0,-1 1 0,-2 0 0,-2 0 0,-2-1-335,12 1 0,-3-1 0,-3 1 0,-1 0 1,0-1-1,1 0 591,0 1 0,3-1 0,-1 0 0,-2 0 0,-6 0 0,-6 1 0,19-1 0,-8 0 0,-1-1 0,1 1 0</inkml:trace>
  <inkml:trace contextRef="#ctx0" brushRef="#br0" timeOffset="118250">16436 7108 19994,'1'-6'3663,"0"1"-2285,-1 5-1328,13-19-33,-13 25 33,1 2-8,-13 17 0,-7 6-14,2-3 0,-1 1 3,-2 1 0,0-1 205,-7 3 27,12-16 286,8-11-96,11-25-212,7-10 5,11-24-145,-8 24 0,2 0-28,1-4 0,1 0-23,1 1 0,-1 1-22,11-15 6,5 6-45,-15 28 0,10 8 5,3 21-156,17 17-118,-3 1-1988,2-1 1,5 2 2267,-7-4 0,-2-2 0,-3-2 0,-2-1 0,-11-8 0,0 0 0</inkml:trace>
  <inkml:trace contextRef="#ctx0" brushRef="#br0" timeOffset="119650">20409 8904 16112,'-1'-3'6907,"0"0"-4504,1 3-2258,-26-10-16,-3 32-93,0-12 1,-2 4-409,2 14 0,2 6 397,-1-1 1,1 1-15,4 0 0,4 2 6,6 3 0,4-1 0,4 12 36,24 8-8,18-33 11,23-3-245,-25-16 1,2-4 275,1-5 0,0-4 69,-4-2 1,-3-5 129,13-24-45,-23-11-140,-29-7-68,-4 26 1,-5 1 61,-5 0 0,-3 2-101,-2 1 1,-1 3-57,0 2 0,-1 2-441,1 2 1,0 2-7810,-24-11 8312,9 5 0,19 8 0,11 6 0</inkml:trace>
  <inkml:trace contextRef="#ctx0" brushRef="#br0" timeOffset="120417">19271 9169 21791,'0'-4'2124,"0"1"-421,0 3-1636,-39 54-22,26-10-31,-9-1 0,4 3 0,20-8 0,6-4 8,12 20 40,16-7 5,-8-26 118,4-14 111,-9-30-94,-2-12-113,-11 5 1,-3-4-146,-3-3 0,-3 0 96,-1-25-1,-3 3 5,-6 28 1,-3 1-28,-14-9-17,-1 13 0,-3 4-549,-20 7-330,1 10-6638,11 10 6687,21 2 1,4-2-1,11-3 1</inkml:trace>
  <inkml:trace contextRef="#ctx0" brushRef="#br0" timeOffset="121509">18233 9685 18678,'4'-50'999,"1"-1"0,0 1 1,0 1-1,0 1 0,1 2-562,2-9 0,1 4-542,0 4 0,1 4 346,-1 8 0,0 4 343,3-7-500,-6 21 131,-3 18-176,0 18-28,0 19 0,-1 21-326,-3-22 0,0 2 323,-2 5 1,-2 1 2,-1 3 0,-1-1 0,-2 0 1,-1-2 7,1-3 1,-1-1 183,0-7 1,1-2-160,-7 15 169,5-21 11,5-17-140,8-21-56,7-20 17,5-21-14,-5 17 0,0-1-45,-1-8 0,0-1 47,-1-4 1,-2-1 16,0-2 1,-1 0 16,0 6 0,-1 1 33,0 9 1,0 4-51,0-6-67,-1 26 29,-1 28-24,1 28-92,0-7 1,-1 4-2246,0 12 1,0 3 2348,-1-2 0,1-2 0,-1-13 0,-1-5 0,1 8 0</inkml:trace>
  <inkml:trace contextRef="#ctx0" brushRef="#br0" timeOffset="125209">10045 3458 10528,'-51'2'1519,"-1"0"0,1 0 0,3 0 0,0-1 0,2 1-729,-12 0 0,4 0-452,5-3 1,3-1 201,7 0 0,2-2 251,-12-7-217,26-2-468,35-4-22,34-1-48,-4 7 1,5 1-533,-5 3 0,3 0 1,2 0 508,9 0 0,3-1 0,1 2-600,-8 0 0,1 1 0,2 0 1,0 0 593,6 0 0,1 0 0,2 1 0,0-1-367,-8 2 1,0 0-1,2-1 1,0 1-1,0 0 365,-5 1 1,0 0 0,0 0-1,1 0 1,0 0 0,1 0-229,4 0 0,0 0 1,0 0-1,1 1 0,0-1 1,1 0 222,-7 1 1,0-1 0,1 1 0,0 0 0,0 0 0,1-1-1,-1 1-71,2 0 1,0 0-1,1 0 1,-1-1-1,1 1 1,0 0-1,-1 0 73,1 0 1,-1 0-1,1-1 1,0 1-1,-1 0 1,0 0-1,0-1-21,-1 1 1,0 0 0,-1 0 0,0 1 0,0-1 0,0 0 0,-1 0 19,6 0 0,0-1 0,0 1 0,-1 0 0,-1 0 0,0 0 65,5 0 1,0 0 0,-1 0-1,-1 0 1,-1 0-62,5 0 1,0 0 0,-2 0-1,-4 0-3,7 0 0,-3-1 0,-5 1 6,5 1 1,-9-1 1181,-4 1-1173,-64 1-12,-16 1 1,-10 0 0,-17 1 0,-7-1 195,11 1 1,-3-1 0,-2 0-202,9 0 0,-1 0 0,0 0 0,-2 0 1,-4 0 1,0 0-1,-1 0 1,0 0 0,-3 1 1,-1-1 0,0 1 0,0 0-2,-2 0 1,0 0-1,-1 0 1,1 1 3,10-2 1,1 1 0,-1-1-1,0 1 1,0 0-2,-2 0 1,0 0-1,0 0 1,-1 1-1,0-1-3,-2 1 0,0 0 0,-1 0 1,0 0-1,-1 0-112,-1 1 1,-1 0 0,-1 0 0,0 0 0,1 1 112,8-1 0,1 0 0,-1 0 0,0 1 0,0-1 0,1 1-197,0 0 1,-1 0-1,1 0 1,0 0 0,1 0-1,0 0 200,-8 1 1,1 1 0,0 0 0,1-1-1,2 1-64,-8 1 1,1 0-1,1 0 1,3 1 59,8-2 1,1 0-1,2 1 1,2-1 235,-3 1 0,3 1 0,3-1-220,-2 1 0,6-1 1399,-3 1-1404,59-15-7,12-2 0,17-4 1,9-1 298,-13 4 1,1 0-1,4 0-299,2 0 1,3-1 0,2 1 0,2 0-48,-4 1 0,2 0 0,1 0 1,2 1-1,0-1 43,-3 1 0,0 0 0,2 1 0,0-1 0,2 1 0,-1-1-1,-3 2 1,1-1 0,0 0 0,1 1 0,1-1-1,-1 1 1,1-1-172,4 1 0,1-1 0,0 1 1,0 0-1,1 0 0,0-1 0,0 1 173,-5 1 0,0-1 0,0 1 0,1 0 1,0 0-1,0 0 0,0-1 0,-1 1-156,2 0 0,-1 0 0,1 1 0,0-1 0,-1 0 0,1 0 1,-1 1-1,0-1 157,-1 1 1,0-1-1,0 1 1,0-1-1,-1 1 1,0 0-1,0 0 1,-1-1-61,4 1 1,0 0 0,-1-1 0,0 1 0,-1-1-1,0 1 1,-2 0 60,4 0 1,-2-1 0,0 1 0,-1 0-1,-1 0 1,-2 0 25,1 0 1,-1 0-1,-2 0 1,-2 1 0,-2-1-537,12 0 0,-4 0 0,-7 2 644,-10 1 0,-7 1 0,-5 0 0,-38 2 0</inkml:trace>
  <inkml:trace contextRef="#ctx0" brushRef="#br0" timeOffset="128900">9183 13841 23332,'-11'-1'1563,"3"-1"-1289,0-59-207,45 26-42,-13-8 1,8 2-1080,22 17 1,9 9 853,-16 4 0,0 1 0,2 1-515,1 1 0,1 2 1,-1 2-2029,-3 1 0,0 1 0,-2 2 2743,10 2 0,-6 3 0,8 1 0,-32 1 0</inkml:trace>
  <inkml:trace contextRef="#ctx0" brushRef="#br0" timeOffset="129043">9270 14134 26211,'44'-27'-521,"0"-1"0,0 1 0,2 0 0,1 1 1,-2 4-424,7 2 1,-5 4-1,-11 4 1,-5 2 0,9-3-1</inkml:trace>
  <inkml:trace contextRef="#ctx0" brushRef="#br0" timeOffset="129644">11526 13427 21483,'23'-45'1068,"-1"0"0,-2 5 0,1 11-737,6 19-6,-7 21 39,-9 19-67,-11 22-194,-5-18 1,-3 2-37,-5 14 1,-1-1-165,3-14 1,-1-1 127,-2 13 0,1-3 8,6 3 45,5 2 106,12-20 191,22-29-123,10-22-130,5-9-269,-18 8 0,1-2 253,-5 5 0,0 0 8,4-5 1,0 1 114,14-13-100,-17 15 79,-14 15-208,-10 23-12,-4 16-38,1 23-1131,6-8 1,3 9 0,2-1 1174,-1-9 0,1-1 0,0 0 0,1 4 0,-1 1 0,1-6 0,0-8 0,1 0 0</inkml:trace>
  <inkml:trace contextRef="#ctx0" brushRef="#br0" timeOffset="133584">1471 15329 21775,'-5'-6'3148,"2"0"-2689,3 6-235,-56-60-123,30 47-82,-11-15 1,0 7-8,4 44 10,-5 17-33,1 10-328,22-21 0,2 0 334,-3 32-93,23-1 109,17-5-14,-4-29 0,5-2 9,3-1 0,2-3-6,1-1 0,0-3-23,27 12 74,-17-10 83,-21-8-33,-27-2-73,-25-1-11,-26 4-6,21-5 0,-1 0 8,-4-1 1,0 0-99,2-2 1,1 0-306,5-1 0,2-2-3738,-13-3 4122,22-2 0,14 1 0,8 0 0</inkml:trace>
  <inkml:trace contextRef="#ctx0" brushRef="#br0" timeOffset="133818">2076 15194 23024,'-4'-2'3344,"0"0"-2896,4 2-392,-54 63-28,40-7-565,-4-19 1,-4 4 0,7-1 511,15 9 0,5-1-205,0 2 1,1 0-539,3-1 1,3 0-1381,1-2 0,1-1-2768,0-3 1,-1-4 3667,8 16 1,-10-23 0,-8-24 0</inkml:trace>
  <inkml:trace contextRef="#ctx0" brushRef="#br0" timeOffset="134718">1896 15838 22470,'-19'-45'1053,"1"-1"0,1 6 0,7 5-919,13 8-95,16 6-39,21 3-3,-8 9 1,3 2-815,8-2 0,4 1 634,8 0 1,1 0-50,4 0 0,0 0 55,-1 0 1,-1 0 106,-6 1 0,-3-1 78,-8 1 1,-4 0 461,9-6-218,-27 3 95,-27 2 80,-15 2-30,-10 4-50,-5 7 1052,3 8-1242,4 13-57,8 8-55,11 5 11,11-3 23,12-3-68,11-6 0,11-4 39,4-10-22,-9-5 140,4-17-61,-16-8 5,1-15 33,-13-9 147,-15-19-175,1 20 74,-15-13-12,5 31-11,-6 1-84,2 10-56,4 10-34,1 13 34,3 14-50,1 19-6,0 16-259,8-24 1,2 1 196,0 2 1,3 2-191,2 1 0,4 0-328,5 0 1,5-1-301,7 0 1,5-4-436,7-3 0,4-5 816,3-5 1,4-7 433,7-6 1,-1-8 386,-11-7 1,-3-4-13,-3-1 1,-4-5 1140,2-24-135,-19 1-308,-1-8-179,-6 3-190,-2 9 323,-1 12-766,-2 11 813,0 8-981,1 13 0,5 21 0,1 12 0,2 6 0,-4-18 0,0 0 0,0 30-102,-2-22 0,-2 2 102,-2 7 0,-2-2-1372,0-11 1,-1-3 1371,-7 26 0,1-35 0,5-22 0,1-18 0,9-39-64,1 4 64,0 10 0,1-8 0,0 5 573,-1 7 1,0-1-574,1-11 0,0-6 0,0 3 0,-1-2 0,-1-1-327,-1 6 0,0-3 0,-1 3 327,1-8 0,-1 4 0,-2 0 0,1 5 0,-2 1 0,2 12 0,3 20 218,12 3-218,5 17 0,10 16 0,-7 7 0,1 23 0,-16 0 0,-7-18 0,-5 2 0,-11 5 0,-6-1-240,0-9 1,-2-1 46,-2-3 0,-2-2-786,-19 4 979,19-19 0,5 0 0,11-9 0</inkml:trace>
  <inkml:trace contextRef="#ctx0" brushRef="#br0" timeOffset="134908">3546 15603 27835,'36'-24'-96,"0"1"1,1-1 0,-12-2 0,0 4 0,8 14 0,1 0 0</inkml:trace>
  <inkml:trace contextRef="#ctx0" brushRef="#br0" timeOffset="135375">4027 15389 24457,'5'-60'134,"1"0"1,0 10-1,5 6-120,10 17 0,5 6 14,20-3 728,1 12-784,0 13 28,-10 5 5,17 25-10,-18 2-83,-11-7 1,-3 3 59,2 25 28,-14 1 28,-20-4-5,-14-5 10,-11-8 46,-4-5 77,-2-8 311,3-7-232,8-8 292,11-6-365,7-7-72,10-5-79,8-2-44,12-3 33,6 5-17,23 3 0,4 4 11,-6 3-303,5-1 1,-4 3 297,-19 7-201,-22 24 1,-12 7 188,-23 6-58,-1 3 0,-7-2-644,-5-19 0,-5-7 134,-2 3 1,-2-3-3359,0-1 0,1-2 3949,6-5 0,3-1 0,-11 3 0,26-10 0</inkml:trace>
  <inkml:trace contextRef="#ctx0" brushRef="#br0" timeOffset="135668">1489 16878 18195,'-50'14'11,"-1"0"0,1 0 0,0 0 1,-1 0-1,-4 2 0,1 0 1,2-1-1,1 0-15,-9 3 0,3 0 1,5-2 5,-2 1 1,13-4 2545,21-5-2475,48-16 0,24-7-20,-11 4 0,6-1 1,4-1-1,2-1-318,-6 2 1,2 0-1,3-1 1,1 0-1,1 0 1,1 0 292,-1 1 0,2-1 0,1 0 0,1 1 0,1-1 0,0 1 0,0-1-95,-3 2 0,0 0 0,1-1 1,1 1-1,-1 0 0,1 0 0,0 0 1,0 0 82,2 0 0,-1 0 0,1 0 0,0 0 0,0 1 0,0-1 0,0 1 0,0-1-80,-1 1 1,0-1 0,1 1 0,-1-1-1,0 1 1,0-1 0,0 1 0,0-1-292,-1 1 1,0-1 0,1 0-1,-1 1 1,-1-1 0,0 0 0,-1 1-1,-1-1 277,10-1 0,0-1 0,-2 0 0,-1 1 0,-3 0 0,-3 1 0,5-2 0,-2 1 0,-5 1 0,-4 1 0,9-4 0,-1 1 0</inkml:trace>
  <inkml:trace contextRef="#ctx0" brushRef="#br0" timeOffset="137125">6540 16220 24335,'8'-48'758,"-1"-1"0,-1 7 0,0 8-495,2 12-151,-5 14-62,-2 17-44,-3 14-12,-3 18 1,-3 16-107,2-24 0,0 2 112,-1 3 0,1 0 5,0 0 1,-1 0 8,1-3 0,1-2-2,-4 19 111,4-21 62,2-19-107,6-15-5,8-19 28,18-31-65,-11 22 0,1-3-408,7-9 0,1-2 403,-1 6 0,0 2-1,1 3 1,0 1-4,-1 6 1,-1 2-16,22-10-12,-7 17-34,-3 18 17,-4 18 12,0 15-7,-7 1-22,-6-1 1,-2 0 16,3 4-73,2 4 1,1 2-191,1 1 115,-6-15 0,-1-2 689,5 2-647,-2-16 276,-1-20-142,1-16 23,4-18 28,5-11 78,1-2-56,-4 10 61,-8 16 1,-1 1 55,5-4-55,5-6-112,-15 24-23,-8 11-17,-4 13 6,0 8-5,3 9 5,5 4 5,8 2-16,7-3 0,11-4 11,7-6 0,5-10 11,-1-12-11,-5-13 17,-7-10 5,-9-13 34,-7-6 34,-7-7-45,-7-2 16,-4 3-5,-3 7-162,-1 13-684,1 12-279,3 9 1069,20 14 0,-14-4 0,13 5 0</inkml:trace>
  <inkml:trace contextRef="#ctx0" brushRef="#br0" timeOffset="137684">8263 16165 26547,'-15'41'20,"1"1"1,-1-4 0,6-5 24,13-7-23,-2-3 17,-7-2 68,0-6 21,-1-7-4,3-15-40,6-15 33,6-18 113,7-15-88,-6 24 1,1 0 5,0 0 1,-1 0 58,9-26-151,-6 18 45,5 2-101,-4 22 11,10 1 1,2 18-7,7 12 6,6 14-22,3 13-492,-5 8 491,-10 2-240,-12-3 264,-14-6-7,-8-11 1,-3-11 11,-1-12 5,3-13 542,2-11-536,3-12 270,6-12-291,6-10-7,9-6-329,9 0 329,6 4 0,5 11 0,5 11-83,6 13 83,4 10 0,3 13 0,1 11 0,-28-5 0,-1 3-177,2 2 0,-1 3-856,0 1 0,-1 3 1033,1 2 0,-3 0 0,4 4 0,-7-4 0</inkml:trace>
  <inkml:trace contextRef="#ctx0" brushRef="#br0" timeOffset="137851">9444 16110 24631,'0'-4'2790,"0"0"-2561,0 4-206,54-63-1044,-24 44 772,16-16 0,6 4-925,-18 26 1,2 6 442,15 2 1,-2 0-1,7-1 1,-7 7-1</inkml:trace>
  <inkml:trace contextRef="#ctx0" brushRef="#br0" timeOffset="138001">9673 16364 24329,'-2'2'3484,"0"0"-3109,2-2-274,63-23-96,-28 10-727,19-7 0,6 0-12,-15 6 1,2 2 387,0 0 0,5 0 0,-6 1 1,-3 1-1,-4 1 0,3 0 0,0 1 1</inkml:trace>
  <inkml:trace contextRef="#ctx0" brushRef="#br0" timeOffset="139458">11153 16040 21013,'18'-43'1172,"0"1"0,0-1 0,5-13 1,-2 7-636,0 5-204,-8 19-198,-7 13-35,-4 14 62,-1 16-22,-6 19-45,-6 22-479,3-22 1,-2 2 405,-1 4 1,-1 1 8,2-1 0,2 0-188,1-2 1,3-2 153,6-5 1,5-3 13,19 16-17,20-22 29,12-23 16,-26-10 0,-1-5 48,0-4 0,-1-4 53,0-3 0,-3-1 36,-2 0 0,-1 0 183,17-19-297,-14 12-62,-10 14 0,-10 18 0,-9 24 0,-7 25 0,0-11 0,-2 3-218,-2 10 0,-1 4-12,4-14 0,0 1 0,1 1-1757,1 4 0,2 0 0,0 0 1987,-2 17 0,3-6 0,3-16 0,1-6 0,1 5 0</inkml:trace>
  <inkml:trace contextRef="#ctx0" brushRef="#br0" timeOffset="140351">12236 16150 24239,'36'-52'993,"-1"0"1,-3 6-1,-4 6-494,1 4-225,-13 18-151,-11 16-33,-11 16-12,-9 12-55,-10 12-23,-4 8 33,-1 1-22,2-3-5,5-11 61,5-10 73,7-13-32,6-14-108,3-11 0,5-13 0,6-12 0,9-7 0,9-2 0,8 3 0,2 11 0,-1 15 0,-3 13 0,-1 18 0,1 10 0,3 14 0,3 9-152,-19-19 0,1 1-2888,0 2 1,-1-1 3039,16 21 0,-13-19 0,-10-14 0</inkml:trace>
  <inkml:trace contextRef="#ctx0" brushRef="#br0" timeOffset="141308">15787 3394 21364,'-49'-1'730,"0"-1"1,0 1-1,3 0 1,2 1 0,5 1-205,-21 4-313,17 4-140,20-1 300,15-1-300,16 1 127,18-4-144,29 0-51,-14-6 1,4-1-4,10 0 1,4-2-439,-17 1 0,0-1 0,0 0 444,21-1 1,-1 0-4,-9 0 1,-2 2 50,-13 1 0,-4 1-79,-3 1 12,-47 8 6,-44 6 10,13-3 1,-4 1-502,-9 1 1,-2 1 508,18-4 0,-1 0 0,0 0 11,1 0 0,0 1 1,1 0 28,-15 3 0,3 1-17,10-4 1,5 0 818,-8 4-816,26-9 112,45-9-78,23-8-48,-4 1 1,7 0-640,7-4 1,5 1 364,-16 3 1,3 1 0,1-1 20,7-1 0,1 0 0,-4 2 0,-5 0 0,-4 2 0,-2 0 0,-1 0 0</inkml:trace>
  <inkml:trace contextRef="#ctx0" brushRef="#br0" timeOffset="142385">13782 15996 21394,'0'-3'4655,"0"1"-3524,0 2-941,-27-24-100,14 18 123,-44-17-163,32 23 17,-11-1 1,-3 2-24,-16-1-275,13 0 0,1 1 242,-13 0 23,-1-1 16,26 0 23,1 0-17,16 0-39,7 0-12,5 1 46,3 7 495,2 5-439,3 9 16,1 6-11,-3 8-66,-2 7-46,-4 7 0,-7 3 0,-4-1 0,-4-1 0,0-4 0,1-10 0,5-13 0,2-9 0,6-11 0,0-7 0,2-6 0,1-4 0,7-15 0,4 3 0,8-10 0,-2 12 0,21-6 0,-1 15 0,-9 5 0,2 3 0,0 6 0,0 3-198,3 4 1,-1 4 197,0 5 0,-3 5 0,-4 5 0,-4 4 0,-6 4 0,-8 2 0,-9 3 0,-7 0 0,-1-7 0,-5-1-225,-23 13 1,-6-3-34,10-13 0,-2-3-1149,-14 10 0,0-3 1132,19-15 1,-1-3-1807,-6-4 1,2-6-3684,1-8 5139,-13-9 0,35 3 0,0-1 1</inkml:trace>
  <inkml:trace contextRef="#ctx0" brushRef="#br0" timeOffset="142575">13806 15784 27757,'41'-14'106,"0"1"0,-1-1 1,21-6-1,-3-1-688,-9 3 0,-1 1-551,-4 0 1,-2 2 0,12-7 0,-22 11 0</inkml:trace>
  <inkml:trace contextRef="#ctx0" brushRef="#br0" timeOffset="146842">18461 10826 21993,'-6'-56'1344,"0"1"1,0 8-1,-1 6-761,-6-3-326,2 24-189,3 22-7,2 22-16,-1 27-62,4-13 0,1 3-417,-1 8 0,1 3 145,2 5 1,1 2-1680,2 2 0,4 0 1968,0-18 0,1 0 0,0-4 0,-1-2 0,0-4 0,12 23 0</inkml:trace>
  <inkml:trace contextRef="#ctx0" brushRef="#br0" timeOffset="147200">19363 10688 24771,'-32'-43'678,"-1"0"0,3 6 0,0 9-477,-10 26-122,5 16-57,9 15-27,7 15 21,10 13-10,12 5-1,4-31 1,4-1-185,4-2 1,3-1 178,27 16 11,5-15 17,-3-17 126,-7-22-103,-9-18 21,-10-18 52,-9-13-172,-9 28 1,-2-1 119,-3 0 1,-3 1 56,-8-24-17,-9 12 231,-4 17-326,0 12-12,1 13-72,4 14-78,4 11-1687,9 14-1332,9-4 2316,14 4 0,-11-28 0,1-2 0</inkml:trace>
  <inkml:trace contextRef="#ctx0" brushRef="#br0" timeOffset="147409">20847 10317 25976,'-1'-7'2190,"1"1"-1927,0 6-39,0 0-219,-65 69-857,54-30 1,2 6 307,-13 5 1,-4 7 0,7 2 244,15-11 1,5 2 0,3-1 0,-2-4-1,-2 10 1,1-4 0,2 2 0,1-1-1</inkml:trace>
  <inkml:trace contextRef="#ctx0" brushRef="#br0" timeOffset="148316">17462 12368 21338,'-45'-1'664,"-1"0"0,4-11-90,86-3 0,34-1-401,-24 3 1,4 0 0,5-1-1238,-10 4 0,3-2 0,4 1 1,0 0-1,-1 0 1089,3 0 1,1 1 0,0-1 0,-1 1 0,-1 1-160,-8 0 0,-1 1 0,-1 0 0,2 0 0,2-1 140,2 1 1,1-1-1,2 1 1,2-1-1,0 1 1,1 0-127,-2 1 1,2 0 0,0 0 0,1 0 0,0 1-1,-1-1 1,-2 1 10,1-1 1,-3 1 0,-1 0 0,1-1 0,4 1 0,4-1 58,-10 2 0,4 0 0,5-1 1,3 0-1,1 0 0,-1 1 0,0-1 1,-4 1-1,-4 0 0,-6 1 0,-8 0 1,10-1-1,-11 2 0,-2 0 0,7-1 1,8 0-1,0-1 0,0 1 0,0 0 1,0-1-1,0 1 0</inkml:trace>
  <inkml:trace contextRef="#ctx0" brushRef="#br0" timeOffset="148926">17243 11136 21035,'1'-6'3748,"-1"2"-2684,0 4-873,8 22-46,-13 5-38,1 21-18,-20-1 12,-5-6 73,-3-9 145,2-13-6,8-15-111,9-19-51,14-18-22,15-20-79,-1 20 1,2 0 7,3-2 1,3 2 3,1 2 0,1 3-470,-1 5 0,0 3 425,11-3 6,3 13-40,11 23-218,8 10-81,-27-8 0,0 3-863,5 8 0,-2 2-3313,8 10 4492,-11-7 0,-3-2 0,-7-6 0,-1 1 0</inkml:trace>
  <inkml:trace contextRef="#ctx0" brushRef="#br0" timeOffset="150676">20878 13431 23125,'-1'-39'1023,"1"1"0,6 3 0,2-2-821,-1-13 0,1 1-46,15-10 35,-2 32-102,-8 19 12,1 15 34,-5 19-71,-7 8 0,-3 4-41,-2 21-430,-3-8 0,-2 3 424,0-17 0,0 0-9,-1 6 1,0 1-12,3-6 1,0-2 86,1 6 50,4-19-78,3-26 23,4-21-29,3-18-19,-3 11 0,0-3-6,0-6 0,0-2 17,0-12 0,-1 0-400,-1 17 1,-2 2 432,1-9 1,-1 4 92,-4 11-75,-1 4-81,-2 15 10,-2 26-22,3 0 0,-2 33-34,4 4-173,2-8 0,0 2-884,2-3 1,1 0-591,0 8 1,1-1-1574,0-17 0,-1-2 3254,3 30 0,-4-39 0,-1-2 0</inkml:trace>
  <inkml:trace contextRef="#ctx0" brushRef="#br0" timeOffset="151616">20029 13297 19972,'1'-11'2142,"2"-26"0,-2-4-1369,-9 13-600,4-12 1,-5 5 28,-18 27-84,-8 18-28,-5 18-43,19-6 1,0 3-329,-1 7 0,1 2 289,1 4 1,2 2 2,3 1 1,2 2-7,3-3 1,3 1 5,4-4 0,5-1-58,14 24 98,19-18 66,13-19-33,-5-15 89,-13-18 1,-2-7 67,3-21-304,-11 7 0,-3-3 116,-8 0 1,-5-2-29,-2-1 0,-1 0-8,-3 1 0,-2 1 555,-6-26-561,-4 16 43,-5 17-328,-2 14-723,-2 12-1725,-2 12-7109,0 9 9077,8-2 1,6-4 0,8-9 0</inkml:trace>
  <inkml:trace contextRef="#ctx0" brushRef="#br0" timeOffset="152567">18941 13536 21881,'2'-47'846,"0"0"0,-1 4 0,-8 13-527,-21 27-174,-7 14-61,-1 13-22,1 15-28,6 12-12,17-21 0,2 3-324,2 1 0,1 2 310,3 1 1,1 0 5,5-2 0,4 0 62,1-3 0,5-1-31,23 18 61,11-16 97,4-20 15,0-25 23,-4-23-238,-25 9 1,-4-4 108,-1-5 0,-4-2-312,-3-3 0,-5 0 245,-5-1 0,-4 2-9,-3 2 1,-5 3 45,-3 5 0,-4 4-71,-24-8-113,-7 18-565,-1 21-2621,6 13 3288,13 8 0,14-8 0,11-6 0</inkml:trace>
  <inkml:trace contextRef="#ctx0" brushRef="#br0" timeOffset="152926">19046 14677 17974,'-55'6'359,"-1"0"0,1 0 0,0 0 0,0 0 1,-4 1-1,0 0 0,4-2 0,6-3 25,-8-4 0,14-4-272,17-7-3,55-6 0,25-2 12,-5 8 1,6 1 0,5 1-702,-13 1 1,4 1 0,2-1 0,1 1 0,1 0 623,-3 2 1,1-1 0,1 1 0,2 1 0,1-1-1,3 1-108,-5 0 0,4 1 0,1-1 0,1 1 0,1 0 1,0 0-1,-1 1 0,-2-1 67,5 0 0,-1 0 0,-1 1 1,0 0-1,0 0 0,0-1 0,0 1-53,-1 0 0,0 0 0,0 1 0,0-1 0,-1 0 1,0 0-1,-1 1-90,5-2 1,0 1 0,0 0 0,-2 0 0,-1 0 0,-3-1 81,1 0 1,-2-1 0,-1 0-1,-3 0 1,-1 1 0,0 0-1,-2 1 1,-2 0 0,-2-1-1,3-1 1,1 0 0,-1 0-1</inkml:trace>
  <inkml:trace contextRef="#ctx0" brushRef="#br0" timeOffset="163475">14739 16093 23813,'-63'-3'763,"1"0"1,8 2 0,15-3-652,34-2 183,34-3-312,1 2 0,6 0-11,14 0 0,5 0-573,-13 3 0,3 1 0,0 0 550,2 1 1,0 0 0,-1 2-10,-2 1 0,-1 2 1,-2 0-42,10 3 0,-5 3 434,8 14-373,-52 7 68,-46 3 20,5-13 0,-5-2-344,-8 2 1,-3 0 393,-2 0 0,0 1-17,2-2 0,3 0-14,7-1 1,3-1-7,-14 11-16,29-8 0,31-8 1187,26-7-1305,31-11 31,-20 0 0,1-2-204,5-3 0,-1-2 263,-1-1 0,-3-3 5,-7 0 1,-4-3 100,8-24 997,-24-10-902,-25-8-59,1 31 1,-3 0 193,-19-22-67,2 16-130,7 16-66,9 14-34,8 17 28,8 12 29,13 20-113,13 12-102,-8-22 1,2 0 101,3 3 0,1 0 0,0 0 0,-2 1-208,-3-1 1,-4 1-457,-7 0 1,-8 1-2807,-13 0 0,-7-1 3470,-5-3 0,-2-4 0,-17 9 0,13-17 0</inkml:trace>
  <inkml:trace contextRef="#ctx0" brushRef="#br0" timeOffset="164391">16165 16401 22558,'5'-52'777,"-1"1"1,1-1-1,-1 3 1,1 1-1,-2 2-405,0-2 1,0 3-116,-1 4 1,0 2 89,4-17-61,-3 22-219,0 18-50,-1 15 11,2 17-8,2 19-53,0 25 24,-3-21 1,-1 3-291,-2 5 1,-2 0 312,-1 3 0,-2 0-11,-2-3 0,0-1 8,-1-6 0,0-2 0,-4 19 17,5-24 80,4-20-108,2-23 0,4-21 0,-2-7 0,2-8 0,0-2-306,-2-10 306,0 12 0,0-7 0,0 4-92,1 6 1,0 0 91,0-16 0,2 1 0,-1 24 0,1 5 0,2-7 0,-1 23 0,-2 26 0,3 21 0,0 26-297,-3-20 1,0 2 296,-1 4 0,-1 1 0,0 2 0,-1 0 0,-1-2 0,-1-1 254,0-4 1,-1-3-255,-7 21 0,-1-23 0,0-20-181,4-24 181,2-21 0,3 11 0,1-7 0</inkml:trace>
  <inkml:trace contextRef="#ctx0" brushRef="#br0" timeOffset="173176">1642 17860 25640,'-35'-22'112,"1"0"0,-8 5 0,3 10-50,3 25-46,-15 14 1,14 5-11,10-5-1,3 10-4273,12-4 4251,3-6 860,15 3-888,25-16 12,-1-5 44,0-6 0,4-2-31,2-2 1,1-1 10,0 0 1,-1 1 19,3 0 0,-3 1 45,-2 3-11,-19-2 3386,-25 7-3447,-31 7-57,-13 1-827,15-7 1,-1 0 905,-15 2-364,18-7 0,3-2 32,3-2-3763,-11-10 4089,40-12 0,-3 3 0,11 0 0</inkml:trace>
  <inkml:trace contextRef="#ctx0" brushRef="#br0" timeOffset="173409">2322 17563 22699,'-5'-5'4027,"1"2"-3439,4 3-268,0 0-292,-30 40 16,31 13-484,-12-8 0,1 4 375,15 1 1,4-2 11,-4-10 0,-1 2-384,0 19 0,0 1-333,-1-20 0,1 0-1622,1 15 1,0-2-1171,5 5 3562,1-16 0,-7-29 0,0-4 0</inkml:trace>
  <inkml:trace contextRef="#ctx0" brushRef="#br0" timeOffset="174293">2313 18215 22638,'-26'-44'1071,"0"1"1,3 4 0,6 6-792,10 13-235,12 1-17,14 2-23,20-1-33,22 1-506,-23 8 0,3 1 461,4 0 0,2 1 34,0 0 0,0 0-1,-1 1 1,-2 0 28,-6 1 0,-4 0-216,17-1 260,-25 2 124,-21 4-90,-18 0 34,-13 5 56,-11 5-6,-5 8-28,2 5 617,6 2-695,11 0 455,10-4-517,12-4 45,13-6-34,10-5 1,14-4 50,6-10 39,2-7 100,-4-8 130,-10-6 61,-13-4-33,-14-2-135,-13 2-17,-10 5-83,-6 7-62,3 8 96,-13 5-141,8 13 0,-11 9 0,14 5-9,9 7 0,3 5-70,0 21-370,5-11 0,2 1 191,8-4 1,5 0-144,3 0 1,5-1-107,6-2 1,5-2 133,5-3 0,5-5 188,3-5 1,3-6 139,0-5 0,1-7 112,-3-6 1,-1-7 77,-2-6 1,-4-3 106,13-20 140,-20 2 0,-4-3 163,1-15-440,-8 16 0,-3 1 366,0-10-83,-6 15-180,-4 16 463,0 11-664,-1 15-17,5 11-23,6 18 1,8 14 19,-9-19 0,0 2-223,0 6 0,-1 1 189,-3-8 1,-1 1 13,-1 18 1,-2-2 56,-1-2-37,-5-6 0,-2-4 59,-2-17-56,-5 2-17,2-34 57,1-31-18,2-15-533,3 12 0,2-3 547,1-1 0,0-2-25,1-3 1,1-1-1,1-1 1,0 1-12,0 5 0,1 2 0,-1 14 0,2 0 121,1-2 1,1 3-122,0 5 0,20-16 0,1 29 0,20 0 0,-8 15-29,13 16 24,-9 21-34,-11 9-12,-18 16-50,-35-9 322,2-26 0,-5-3-378,-3 0 1,-1-4-186,-2-1 0,1-2-1197,-26 7-5631,16-12 7170,14-11 0,14-2 0,8-4 0</inkml:trace>
  <inkml:trace contextRef="#ctx0" brushRef="#br0" timeOffset="174493">3894 17913 23063,'-3'0'4139,"1"0"-3562,2 0-1103,8-12-1042,22 5-2242,23-11 3810,-11 13 0,0 1 0,8-1 0,-2 2 0</inkml:trace>
  <inkml:trace contextRef="#ctx0" brushRef="#br0" timeOffset="174893">4615 17654 25539,'0'-6'2839,"0"0"-2546,0 6-293,8-34 0,-3 41 0,7-22 0,-2 48 0,5-4 0,14-6 0,4-12 0,2-4 0,7-11 0,-10-2 0,5-5 0,-10-1 0,-6-13 0,-10 4 0,1-21 0,-2 7 0,2-7 0,-1 7 0,-3 11 0,-3 12 0,-2 10 0,-1 16 0,1 18 0,-1 24 0,-3-9 0,-1 5-549,-3 0 0,-1 1 549,0 0 0,-1 2-221,2-13 1,-1 2-1,1-2-1854,1 18 0,2-1 1642,2-15 0,0 0 1,1-3-1,-1 3 1,1-5-1,5 5 1</inkml:trace>
  <inkml:trace contextRef="#ctx0" brushRef="#br0" timeOffset="175143">3818 18278 15555,'-58'14'172,"1"-1"1,-1 0-1,9-1 1,1 0-1,2-1 1228,-12 4 0,8 0-1064,-1 3-156,40-10 7,47-10 1,25-6-155,-18 4 1,2 0 0,4-1-234,4-1 0,6-1 1,2 1-1,0-1 168,-10 2 1,1 0 0,0 0 0,0 0 0,-1 1-181,4-1 0,-2 1 0,0 0 0,4 0-556,1 0 1,3 0 0,2 0 0,-2 1-1,-4 0 768,-1 0 0,-3 1 0,-1-1 0,-1 1 0,11 0 0,-1-1 0,-5 1 0,-5 0 0,1 0 0</inkml:trace>
  <inkml:trace contextRef="#ctx0" brushRef="#br0" timeOffset="177908">7021 18167 21976,'-5'-3'3490,"1"1"-2902,4 2-509,-43 31-6,32-1-82,-11-3 1,2 3 13,19 15 7,1-5-1,0-8 39,0-11 146,0-10 45,0-11-135,5-15-10,8-14 32,11-16-66,-8 17 0,3-2-215,1-1 0,1-1 209,0 0 0,1 1-3,-2 3 0,1 1 20,14-14-84,-6 16 11,-3 12 28,0 14-34,4 14 12,4 15-62,4 16-40,-18-19 1,-1 1-28,0 1 1,1 0-195,-2-1 1,1 0-295,19 22 140,1-11 180,5-13 67,6-15 112,1-21 168,0-12 67,-7-14-27,-14 4 340,2-21-60,-14 18 89,5-12 0,-11 21-180,-6 13-189,-5 11-68,-4 15 254,-2 12-293,-2 13-28,3 4 5,10-1-38,10-5-7,14-7 29,11-9 67,5-9 39,0-12-6,-6-12 0,-6-13-10,-6-8 38,-6-7 28,-6-3-100,-6 10-6,-5-12-291,-3 19-1165,2-5-4145,5 15 5601,4 9 0,-4 4 0,-2 4 0</inkml:trace>
  <inkml:trace contextRef="#ctx0" brushRef="#br0" timeOffset="178468">8702 18130 27208,'-15'58'95,"3"-3"-78,10-19-51,2 0 1,1-4 16,0-7 73,1-9 50,-2-10 1,1-11 27,-1-11-22,0-17-11,2-16-6,4-12-191,-1 27 0,0 1 146,11-28 6,0 11 22,0 15-38,0 15 10,3 10 12,4 9-51,4 13-34,1 12-10,-1 16-6,-7 10-40,-7 4 40,-9 0 56,-8-5 243,-1-8-244,-2-9 18,4-13 0,1-10 22,4-15-28,4-12-17,6-14 22,9-14 18,8-5 66,7 1 8,6 8-125,2 10 0,2 11 0,-1 9 0,-3 6 0,-1 10 0,-2 6 0,1 11-382,0 7-828,0 7-4974,1 1 6056,-8-4 1,-12-14 0,-10-8 0</inkml:trace>
  <inkml:trace contextRef="#ctx0" brushRef="#br0" timeOffset="178651">9827 18130 23366,'-3'-3'3013,"1"2"-2615,2 1-656,89-37-378,-47 29 0,3 1-2251,12-6 1,7-2 0,-3 3 2886,-14 8 0,-2 3 0,-4 1 0,7-1 0,-6 0 0,8 1 0</inkml:trace>
  <inkml:trace contextRef="#ctx0" brushRef="#br0" timeOffset="178808">10090 18353 22744,'-4'0'2857,"1"1"-8243,3-1 5419,71-24-67,-36 13 1,3-1-308,9-3 0,7-2 0,0 1 341,4-1 0,1 0 0,-5 1 0,-5 3 0,-3 0 0,2-1 0,1 1 0</inkml:trace>
  <inkml:trace contextRef="#ctx0" brushRef="#br0" timeOffset="179817">11856 18509 19400,'0'-9'2456,"14"-32"0,5-8-1997,-9 19 1,1-1-636,3-9 0,2-6 0,-2 4 486,-2 4 1,-3 3 210,2-20 256,-8 22-570,-5 19 84,-3 10-291,-2 14-28,-2 10 0,0 17 0,-1 17 47,5-21 1,0 1-46,-1 2 1,1 0 14,-1 1 0,0-1 22,-2-3 0,1-1 40,-7 22-18,2-17 23,4-17 39,4-17-61,6-17 16,5-14 6,6-18-16,5-13-81,-8 23 0,0-2 91,-1-4 0,0 0-5,0-3 0,-2 1-3,0 2 0,-2 1-78,-1 6 0,-1 2 109,0-11-68,-2 21-27,-2 18 28,-1 20-57,-2 19 62,-2 20 3,3-18 0,0 0 112,-1 4 1,0 1-130,1-1 0,0-1-8,-1-1 0,1-3-114,-2 25-110,1-11-577,0-14-1994,3-13 2806,5-10 0,-3-8 0,4-4 0</inkml:trace>
  <inkml:trace contextRef="#ctx0" brushRef="#br0" timeOffset="180225">13126 17927 24788,'0'-3'2319,"0"0"-2224,0 3-55,-60 71-18,37-40-393,-16 18 1,0 1 358,13-12 265,-3 2-107,8-16 106,9-15-168,6-10 50,13-18 34,6-11 45,13-17-118,-9 19 1,0-1-18,3 0 1,1-1-79,4-3 0,0 2 0,8-8 0,5 0 0,-20 27 562,3 4-562,9 15 0,2 14 0,0 7 0,5 19 0,-9 3-690,-11-16 1,1 1-4227,5 7 1,-1-2 2457,4 10 0,2-6 1,-23-38-1</inkml:trace>
  <inkml:trace contextRef="#ctx0" brushRef="#br0" timeOffset="181235">13826 18120 27074,'14'-37'148,"1"0"0,9-18-24,-21 68-7,-2 15-16,-4 19-65,-2-16 1,0 1-294,-3 4 1,1 1 261,0-2 1,1 0 5,1 24 141,13-18-169,10-19 101,9-13 0,6-16 0,4-10 56,4-8 84,2-3 402,1 3-626,-3 7 0,-8 7 0,-9 18 0,-7 16 0,-5 24 0,-7-15 0,0 3 0,1 7 0,0 0 0,-1-8 0,0 0 0,5 13 0,1-1-4160,7 12 4160,-6-23 0,0-2 0,0-1 0,-3-15 0</inkml:trace>
  <inkml:trace contextRef="#ctx0" brushRef="#br0" timeOffset="186683">20348 927 24648,'22'-53'700,"0"1"1,-4 8 0,-1 7-759,0 8 1,-11 19-53,1 4 191,-7 38-62,-5 20-36,3-20 0,-1 3-719,-3 14 1,0 2 654,0-5 0,1 0-311,-1 13 0,2 4-2885,1-15 0,1 1 0,0-3 2149,1-1 1,0-4 0,1 3-1,0-9 1,0-22 0</inkml:trace>
  <inkml:trace contextRef="#ctx0" brushRef="#br0" timeOffset="187333">20908 930 20851,'0'-6'4116,"0"1"-3611,0 5-460,-42 23-23,28 9-19,-9-7 0,3 3-14,25 26 16,3-15 6,18-2-5,14-16 0,-6-5 55,22-18-27,-33-8 67,15-18 55,-23-4 113,-4-24-118,-15 3 6,-11-8 11,-8 15-89,4 13 72,0 1-56,11 13-106,5 4 5,16 4 6,17 9 6,4 1 5,29 4-22,-1 5 11,-15 0 0,2 2-197,-11 0 0,-2 1 188,2 1 1,-3 2-25,2 9 33,-16-5-23,-9 14 17,-10-3 0,-3 15 1,-2-3-1,2 0 1,6-10 10,13 2-5,24-9 11,8-4 26,-16-12 1,0-3 1,25-10 18,-14-2 33,8-24-34,-29 11 117,-2-8 1,-4-3 173,-7-12-33,-3-19-174,-14 21 78,-17-2-78,-15 14-123,5 10 1,-3 0-18,3 6 0,-1 2-754,-5 1 0,1 2 418,-8 2-2868,0 15 3204,21 0 0,4 2 0,11-3 0</inkml:trace>
  <inkml:trace contextRef="#ctx0" brushRef="#br0" timeOffset="188360">21727 2239 21691,'4'-50'776,"1"-1"0,-1 1 1,1 3-1,0 2 1,-1 3-453,1 3 1,0 4 202,3-20-158,-3 22-206,-2 17-158,-4 15 18,-4 22-29,-3 14 1,-2 23 13,5-25 0,0 1 3,0 10 1,0-1-245,-1 16 224,4-21 1,0-4 19,-1-5 118,2-1 73,0-17-74,1-17-55,-1-17 6,3-19-35,1-14-448,0 21 0,0 0 434,0-4 1,0 0 3,1 0 0,-1 0 128,0 6 0,-1 1-78,2-11-61,-3 22-46,-1 21 18,0 18 27,-1 18 406,0-3 1,1 3-524,-1 17-202,1-11 0,0 0-2159,-1 18 2456,-1-18 0,0-1 0,1 4 0,-3-5 0</inkml:trace>
  <inkml:trace contextRef="#ctx0" brushRef="#br0" timeOffset="188793">21036 2053 16616,'0'-5'6459,"0"1"-3995,0 4-2346,4-39 33,-17 48-17,-11-9-72,-9 52-43,14-19 1,3-1-9,0 9 6,10 5-6,16-16 40,13 3 89,26-13 56,-4-16-79,-1-10 163,-16-20 23,-18-5-90,-4-12-96,-16-6-84,-3 17 1,-4 2 0,-18-20-28,-3 4-1,2 17-178,8 15-1659,-12 4-33,14 10 1017,-8 15 0,25-8 0,-3 7 0</inkml:trace>
  <inkml:trace contextRef="#ctx0" brushRef="#br0" timeOffset="189176">20273 2143 25662,'-43'-9'48,"0"-1"1,4 1 0,10 10-43,24 25 10,9 10-16,10-4 17,25 13 17,9-12-920,-17-18 0,0-3 976,12-3 581,-3-12-284,-24-20-124,-9-8-123,-19-17-73,-15-1-28,0 10 12,-9-8 1385,9 14-1481,4 5-162,6 11-594,13 23-2554,8 13-3366,4 5 6721,11 9 0,-10-19 0,2-1 0</inkml:trace>
  <inkml:trace contextRef="#ctx0" brushRef="#br0" timeOffset="189509">19798 3020 18173,'-57'6'396,"0"0"1,0 0 0,0-1 0,-6 2 0,2-1 0,3 0-175,10-1 0,2 1 0,7-2 243,-16 3 1402,73-8-1704,20-3 0,11-2-96,2 0 0,5-1 0,3 0-827,-2 1 1,3-2 0,2 1-1,2 0 779,-5 0 0,3 0 0,0 0 0,2 1 0,0-1-198,-6 1 0,2 1 0,-1-1 0,2 0 1,0 1-1,0 0 177,-6 0 0,1 1 1,0-1-1,1 1 1,-1 0-1,1 0 1,0 0-162,0 0 0,1 0 0,0 0 0,0 1 0,0-1 0,-1 0 0,1 1 121,-1 0 0,0-1 1,0 1-1,0 0 1,0 0-1,-1 0 1,0 0-366,7-1 1,-1 0 0,0 1-1,-1-1 1,0 1 0,-1-1-753,-5 1 1,0 0-1,0-1 1,-2 1 0,-1 0-1,-1-1 1159,11 0 0,-1-1 0,-3 1 0,-5 0 0,-4 0 0,-5 1 0,-6-1 0,22-1 0</inkml:trace>
  <inkml:trace contextRef="#ctx0" brushRef="#br0" timeOffset="190116">19350 2235 24984,'9'-46'440,"0"-1"1,-1 6 0,-2 10-401,-4 24-40,-1 8 33,0 9 1,-1 10-12,-1 12 6,-8 7 17,-6 4-28,-5-1 0,-1-7 72,5-11 169,6-11 22,7-11-79,3-12-44,6-12-28,6-15 22,10-9 0,7-3-55,1 2-63,2 10-16,-3 11 5,-5 13-38,-1 8-24,2 9-172,8 12-774,7 13-2867,6 13 3226,-4 1 0,-16-14 0,-12-12 0</inkml:trace>
  <inkml:trace contextRef="#ctx0" brushRef="#br0" timeOffset="191392">21890 3504 23211,'12'-58'829,"-1"-1"0,-1 11 0,-2 7-398,-7 7 40,-4 19-443,1 3 49,-2 18-43,1 14 18,0 6-41,1 22-5,-1 2-3,1-16 0,-2 2-1,-1 8 1,-1 0-609,1-9 1,-1-2 605,-6 27 39,4-26 168,4-21 230,1-9-314,3-19-22,7-19-62,0-2 34,8-25-6,-2 2-39,-5 21 0,0-2 14,1-5 0,-2 1-6,-2 11 1,-1 2 75,3-21-67,-6 36-45,-1 11 1320,-1 12-1314,-4 18-18,0 11 7,-2 21-12,3-9-353,2-14 0,0 1-90,1-4 1,0 2-2084,1 17 0,0 0 2543,1-13 0,1-2 0,-1 24 0,2-38 0</inkml:trace>
  <inkml:trace contextRef="#ctx0" brushRef="#br0" timeOffset="192976">21191 3616 21595,'9'-55'1116,"-1"0"1,-1 6 0,-1 7-579,-5 13-336,-3 14-157,-3 16-17,-9 17-6,-7 13-11,-6 15 0,0 7-314,7 3 287,9-2-1,9-6 17,14-9 0,9-11 39,11-12 39,4-10 34,0-17 23,-2-11 50,-5-15 67,-8-11-51,-10-3-72,-16 2 252,-14 10-358,-14 13-68,-9 14-493,-3 11-2856,4 8 3394,12 1 0,14-1 0,9-4 0</inkml:trace>
  <inkml:trace contextRef="#ctx0" brushRef="#br0" timeOffset="194067">20515 3700 21291,'6'-45'701,"-1"0"1,1 0 0,0-11 0,0 9-254,2 16 35,-3 19-450,0 3 107,2 17-90,-2 14-5,-1 24-34,-4-3-307,-3-8 0,-3 2 310,-1-5 0,-2 2 2,-5 18 1,-1 0-20,3-9 1,1-2-1,-1 3 0,1-3 3,2 2 217,5-12 433,4-25-544,11-46 6,0-11-553,-2 14 1,0-3 499,0-8 0,0 2-34,-4 15 0,0-1-1,2-13 1,-1-5-1,0 1 29,0-5 1,-1 1-1,0-8 0,0 5-34,-2 19 1,-2 8-9,-1 9-61,0 18 638,0 15-661,1 44-101,0-20 1,1 2-272,-2 5 0,1 1-1185,1 13 0,1 0 1251,-3-16 1,1-2-1,0-4 1,0-2 0,0 4-1</inkml:trace>
  <inkml:trace contextRef="#ctx0" brushRef="#br0" timeOffset="194433">20381 4345 20991,'-62'4'845,"0"-1"1,9 1 0,10-1-476,19 0 72,29 0-229,12-1-54,25-1 1,9 0-138,-1 0 1,4 0-865,0 1 0,5-1 0,1 1 857,-2 0 0,1 0 0,1 1-8,-12 0 0,1-1 0,-1 1 0,-1-1-6,6 1 1,-3-1 0,3 1 1,-4-1 0,1 0 0,1 0 0,-1 0 8,7 0 0,-2-1 0,4-1-1,-8 0 0,4-1 0,1 0 0,0 0 1,-2-1-21,2 1 0,-1-1 0,0-1 0,0 0-540,5-1 1,1 0-1,-3-1 1,-5 0 490,11-2 0,-6-1-3443,-4-2 0,-7-1 3502,-12-2 0,0 1 0,-30 7 0</inkml:trace>
  <inkml:trace contextRef="#ctx0" brushRef="#br0" timeOffset="196592">22200 2790 19018,'-50'-29'234,"0"1"1,0-1 0,-1 1-1,1-1 1,-1 3 0,-1-1 0,0 3-1,-1 2 1,1 5-1257,-7 3 1,0 6 0,0 3 0,-1 0 1086,8 1 0,-1 1 0,0 2 0,0 0 0,0 2-19,-2 0 0,-1 3 0,1 0 0,-1 2 0,1 1-7,-1 1 0,1 1 0,-1 2 1,1 1-1,0 1 8,0 3 0,0 1 0,1 1 0,1 2 0,2-2-18,-1 2 1,2-1-1,1 2 1,-1 4 14,1 4 1,-2 4 0,0 2 0,4 1 0,5-1-319,-2 10 1,7-1 0,-1 3 289,3-8 1,-2 0 0,3 3 0,8 2 26,9 6 1,7 3-1,6 1 1,3-5 62,7-1 1,5-3 0,3 1-79,1 3 0,3 2 0,3-1 0,4-4 20,14 3 1,6-6-1,4-2-247,-7-12 0,3-1 0,2-3 0,1-2 210,7 0 0,2-3 0,1-1 1,3-3 4,-8-4 1,1-1 0,2-2 0,0-1 0,1 0-1,-5-2 1,0-1-1,1-1 1,0-1 0,1 0-1,0-1-4,4-1 0,1 0 0,0-2 1,1 0-1,-2 0 0,-2-1 38,2 1 0,-3-1 1,-1 0-1,2-1 1,4-1-43,-3 0 1,4-2 0,2-1 0,1 0 0,-1-1 0,-3 0-1,-3 0-77,2-1 1,-5-1 0,-1 0 0,1 0 0,4-2 84,-6 2 1,3-1 0,1-1 0,1 0 0,-1 0-1,-3-1 1,-3-1 6,3-2 1,-2-1-1,-3-1 1,-2-1 0,-2-1 2,5-4 1,-2-1 0,-3-2-1,-3-2 147,4-7 1,-4-3-1,-7-3-153,-7 0 1,-5-3 0,-5-1-8,-6-2 0,-6-1 0,-4-1-6,-6-2 1,-6 0-1,-5 0-7,-5-2 0,-6 1 0,-4 2 105,2 12 1,-2 0 0,-4 2 0,-2 1-119,-5 0 1,-3 2-1,-3 1 1,-1 3-65,4 5 0,-1 2 0,-2 1 0,-1 2 0,-2 1-25,-5 1 0,-3 1 0,0 2 0,-1 2 1,3 1 39,6 2 0,2 0 0,1 2 0,-3 1 0,-4 2-1343,-2 1 1,-6 3 0,-3 0-1,-1 2 1,2 0 0,4 0-1,7 0 1052,-1 1 1,7 0-1,2 0 1,-4 1-1,-5 0 1,-6 0-1,0 1 1,8 0-1,12-1 1,-9 3 0</inkml:trace>
  <inkml:trace contextRef="#ctx0" brushRef="#br0" timeOffset="197800">16147 2121 11929,'1'-53'748,"0"0"1,0 1-1,0-1 1,0 0-1,-3 2 1,-1 3 0,-2 0-1,-1-1-461,-2-4 0,0-1 0,-4 2 0,-3 6-363,-18-11 1,-7 11 391,-4 10 1,-2 7-227,10 9 0,-2 8 13,-18 10 1,1 11-48,13 9 0,1 7 13,-1 2 0,-2 3 0,2 5-720,1 8 0,1 5 0,2 3 672,5-6 0,0 3 0,1 2 0,2-2-13,4-7 0,1 0 1,0 1-1,1 4 4,3 0 0,0 5 0,0 2 1,1 1-1,2-1 0,3-3-310,-1 8 0,4-2 0,2 0 0,-1 1 301,-2-3 1,0 0-1,0 2 1,2 0-1,6-1 1,5 4 1,4 0-1,4 1 1,2-3 0,2-5-422,8 9 0,4-5 0,2 0 428,-4-6 0,0 3 0,2-2 0,6-6-114,5-6 1,5-3 0,2-4-1,1-4 121,8 1 1,2-6 0,5-3 11,-9-5 0,4-1 1,3-2-1,-1-2 1,-2-4-1,6-2 1,-2-3 0,-1-4 0,2-3-8,-7-1 1,1-2-1,0-3 1,-2-2-1,-3-4 13,1-6 1,-3-4-1,-3-3 1,-2 1-13,3-4 0,-3 0 1,-2-7 19,-4-7 1,-2-9 0,-2 0 0,-5 4-30,-6 12 0,-4 3 0,-2-9 16,-3-3 0,-2-9 0,0-8 1,-2-2-1,-2 0 0,-2 4 0,-2 8-74,-5-4 0,-4 7 0,-1 0 1,0-5 42,3 3 1,1-5 0,-1-3 0,0 1 0,-4 4 0,-4 6-6,-8-1 1,-4 5 0,-3 4 0,-4 3-98,-4 4 1,-3 5-1,-3 2 1,0 0-838,-1 1 1,-2 1 0,0 2 0,-2 2 938,-2 2 0,-2 2 0,1 3 0,5 4 0,-9 2 0,8 5 0,-10 4 0</inkml:trace>
  <inkml:trace contextRef="#ctx0" brushRef="#br0" timeOffset="198942">15400 17889 22873,'-44'-10'802,"1"0"1,4 0 0,15-2-679,35-9-35,29-3-47,-6 10 0,6 2-857,11-1 0,4 3 798,-13 4 0,1 1 0,1 1-15,2 1 1,1 2-1,-2 1 1,8 0 0,-2 6-174,5 8 1,-9 7 327,-18 20-199,-21-10 0,-11 1 59,-22-1 1,-11-4-979,-12 2 1,-4-3 1028,8-4 0,-3-2 134,0-2 0,-4 1 0,6-3-48,10-3 1,0-1 41,-7 3 1,-4 2-1,7-3-50,-1 3-78,-1 2 987,40-14-903,44-11-40,17-9-448,-11 2 0,3-1 384,2-4 0,-1-1 22,0-2 0,-1-2-11,-4 0 1,-3-3 10,-8-2 1,-3-1 13,8-17 892,-27 9 1,-8-1-938,-15-12-2,-1 14 0,-3 1 75,-20-13 135,3 13 73,8 12-79,10 12-129,6 6 1010,2 8-1082,-1 8 271,-1 10-283,0 13 6,0 6 17,8 5-118,11 0-560,14-2-1070,15-2-3018,7-5 4334,-5-7 1,-18-13-1,-13-7 1</inkml:trace>
  <inkml:trace contextRef="#ctx0" brushRef="#br0" timeOffset="199575">17037 17741 21982,'2'-6'3529,"0"2"-2577,-2 4-806,-46-47-23,29 35-70,-9-13 0,0 3 9,13 22-6,-3 1-22,-10 0-51,-12 1 39,-14 1-11,19-1 1,-1 0-212,-3-1 0,0 1 216,1 0 1,0 0 39,-23 1 17,22-1-73,18 0 0,14 1 50,5 6 12,5 7 44,1 10 367,3 8-428,-2 4 17,-4 5-34,-1 0 16,-5-3-44,1-5 6,0-6-17,1-8 16,2-7 46,0-8 72,1-4 73,0-2-56,-1-4-22,0-4 27,2-7-72,1-3-23,5-2-10,8 0-40,11 2-6,9 4-5,12 4 28,9 8 8,-25 5 0,2 3-39,2 2 0,1 2-230,1 4 1,0 3 232,-1 1 0,-2 3-1,-5 0 1,-3 3-100,7 26-6,-34 2-12,-35 2-208,6-28 0,-5-2 141,-5 0 0,-1-4-174,-1-2 1,1-4-340,2-3 1,1-4-2507,-26-10 3215,13-20 0,24 7 0,10-4 0</inkml:trace>
  <inkml:trace contextRef="#ctx0" brushRef="#br0" timeOffset="199759">16750 17657 23366,'37'-22'359,"1"0"1,-1 0 0,19-9 0,-2 4-301,-11 11 0,-2 4-878,2-1 1,-1 1 770,-2 2 1,-1 2-499,-4 2 0,-3 1-3786,16 1 4332,-19 7 0,-18-1 0,-9 1 0</inkml:trace>
  <inkml:trace contextRef="#ctx0" brushRef="#br0" timeOffset="200009">16242 18624 22716,'-47'12'853,"0"1"0,5-1 0,17-6-522,34-14-79,36-10-179,-5 4 0,4-1-1253,13-3 1,2 1 1195,-13 4 1,1 1 0,0 0-28,5 1 0,0 0 0,1 1-174,1 1 0,1 1 0,0 2-523,1 0 1,-1 2-1,-1 1-1874,-3 1 0,0 0 0,-2 2 2211,11 1 1,-6 1-1,-19-1 1,-5 0 0,-1 2-1</inkml:trace>
  <inkml:trace contextRef="#ctx0" brushRef="#br0" timeOffset="200199">16495 18740 22145,'-57'20'1663,"-1"1"1,7-4-1,3 0-1361,15-6 1,3-2 67,-6 2-79,31-15-73,36-11-260,7-1 0,8-2-975,-4 4 0,3 0 0,2 0 992,4-1 1,2 0 0,0 1-452,2 1 0,1 1 0,-1 2 476,0 1 0,0 1 0,-6 2 0,-7 0 0,-5 2 0,-1 1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1:14:56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5334 2202 25595,'-6'-59'140,"-17"21"-112,-16 47 0,-8 12-39,0-4 0,-3 1-1773,4-2 1,-2 2 0,2-2 1788,-5 2 1,0 0 3,7-3 1,-1 0-1,2-1 688,-4 0 0,1-1-630,-7 0 1,3-1 33,-6-1-85,25-10-10,29-3 820,6-3-776,3 3-33,6 11 33,-4 11 40,-2 23 44,-15 18 2218,0-3-2307,-2-13 0,-3 1-12,2-3 1,0 3-10,0 0 0,-1 5 1,2-2-20,-1 14 1,1-1-6,-1-3 0,4-2-9,9-8 1,7-4 0,5-12 0,5-3 2,10 7 0,10-4-216,1-13 0,8-5 0,0-3-1106,0-3 1,0-3-1,2-2 884,7-2 1,0-3-1,-4-1 1,-5-2-1,-7-1 1,11-5-1</inkml:trace>
  <inkml:trace contextRef="#ctx0" brushRef="#br0" timeOffset="427">6413 2446 24567,'-18'-40'576,"0"1"1,1-1 0,-4-9 0,2 10-554,1 19 109,12 32-126,6 5-12,3 41-5,-1-6 0,0 5-817,-1-15 1,-1 2-1,0 2 550,-1 13 0,-1 3 0,-2 0-1619,0-3 0,0 0 0,-1-2 1588,0-5 0,0 0 0,0-4 0,0 3 0,0-7 0,2 7 0</inkml:trace>
  <inkml:trace contextRef="#ctx0" brushRef="#br0" timeOffset="626">6892 2944 26827,'-15'47'-587,"6"11"0,16-25 1,0 0-1</inkml:trace>
  <inkml:trace contextRef="#ctx0" brushRef="#br0" timeOffset="1176">7658 2635 22123,'0'-6'3074,"0"2"-2256,0 4-739,1-32-23,0 24 33,-1-23 68,-3 33 17,-3 1 16,-2-1 51,-2-1 22,-2-8-45,0-7-61,-1-14-45,4-12-28,3-9-33,6-2-1,10 7-44,7 9-68,9 9 62,10 9 6,14 8-23,11 15-283,-27 2 1,0 4 287,0 5 1,-3 4 11,-4 6 0,-5 2 0,6 24 0,-25-15 0,-8 1 5,-9-2 1,-8-1-2,-3 2 0,-6 1 0,-2-2-459,1-4 0,-1-2 0,-2-2 447,-5 4 1,-3-2 0,2-3 35,-7-1 0,3-6 28,9-7 0,4-4 44,-7-6-44,22-14-16,20-10 495,12-3-513,12 2 1418,9 7-1429,5 7-22,5 13-23,7 7-698,6 9 259,-28-8 0,2 0-984,2 2 1,0-1-3590,23 10 5046,-24-11 0,-3-2 0,-5-2 0,-1-2 0</inkml:trace>
  <inkml:trace contextRef="#ctx0" brushRef="#br0" timeOffset="1343">8481 2909 27953,'-5'12'-454,"2"16"-938,6 2 0,1 4 1392,-2 0 0,-1-2 0,0 14 0,-1-19 0</inkml:trace>
  <inkml:trace contextRef="#ctx0" brushRef="#br0" timeOffset="1576">9227 2479 27533,'-10'-42'283,"1"0"1,-1 1 0,5 17-267,7 32-28,6 23 11,-1-1 0,0 4-805,1 13 0,0 5 784,-3-10 1,-1 2 0,-1 2-716,0 5 0,-1 2 1,0 1-1300,0 5 0,-1 1 0,1 0 2035,0-5 0,-1-1 0,1-4 0,0 3 0,0-6 0,2 9 0</inkml:trace>
  <inkml:trace contextRef="#ctx0" brushRef="#br0" timeOffset="7250">10131 3062 25612,'-43'27'-863,"2"14"-2170,29-5 0,4 3 1900,-1-3 1,1-3 0,-2 10 0,6-19 0</inkml:trace>
  <inkml:trace contextRef="#ctx0" brushRef="#br0" timeOffset="7859">10676 2461 21024,'-1'-53'881,"0"0"1,2 5-1,6 6-819,18 3-40,13 10-5,9 14 0,8 8-12,6 15-389,-30 0 1,-1 3 380,-1 5 1,-2 3-4,-4 4 0,-4 2-2,-4 4 0,-6 1 107,-6 4 0,-6 0-91,-6 1 1,-5-2-1,-5 1 1,-4-2-94,-3-3 0,-2-3 127,1-2 0,-1-2 204,-21 10 325,11-13 79,13-12 106,13-16-537,10-9-3,9-9-109,7-3 303,8 2-376,6 5-12,7 8-22,7 7-6,7 10 6,5 13-11,2 11-17,-9 10 11,-16 7 6,-20 5 0,-27 1 17,-22-1-308,12-27 0,-4-2 249,-2-2 0,0-2-212,0-3 0,1-3-1730,-21 3 1199,11-12 1,21 0 0,9-4 0</inkml:trace>
  <inkml:trace contextRef="#ctx0" brushRef="#br0" timeOffset="8050">11710 2777 23819,'-27'47'2,"0"-1"0,1 1 0,5-5-5822,13-7 4405,-1 2 0,4-14 0,3-10 0</inkml:trace>
  <inkml:trace contextRef="#ctx0" brushRef="#br0" timeOffset="8610">12747 2281 23108,'0'-3'2431,"0"0"-1613,0 3-807,-46-21 0,7 23 0,0-8 1,-3 1 4,-17 25-22,26-8 1,1 1-12,-16 6 17,4 1-11,22-11 45,8-1-23,6 0 0,2 0 0,2 8 17,2 2-28,0 0 12,2 7-1,-1 0 17,-1 8 39,-4 8-33,0-8-18,-2-3 40,1-9 34,3-11 162,0-1 554,2-5-414,2-7-302,1-2 16,2-9-66,3-4-24,11-8 12,4 4-33,12 3-1,-6 12-11,2 3 3,22 21 0,3 9-454,-10 0 442,9 3 1,-8 3-8,-37-5-3545,-34 15 3275,2-20-223,-25 13-4193,-7-13 4719,22-11 0,0 0 0,-13 4 0,5-3 0</inkml:trace>
  <inkml:trace contextRef="#ctx0" brushRef="#br0" timeOffset="8810">13104 2661 23394,'6'0'1747,"-2"0"-1114,-4 0-1344,-23 75-422,14-32 1,-3-2 0,0-2 0,9-15 0</inkml:trace>
  <inkml:trace contextRef="#ctx0" brushRef="#br0" timeOffset="9199">14082 2185 26413,'-47'-7'89,"-1"0"1,-8 13 0,8 12-74,25 8 1,6 5-817,-12 13 0,1 4 800,8-2 0,4 0 19,3 4 1,2-2-15,3-9 1,3 0-6,9 15 0,6-1-6,1-20 1,3-3 56,7 13 1,4-4-2,25-2 62,0-21-50,-11-18 358,9-33-275,-23-6-72,-9 8 0,-4-2 45,-6-27-29,-21 5-16,-18 15-28,-23 17-15,23 18 1,-2 5-11,0 4 0,1 4-43,-21 15-50,21 17-627,29 11-4806,27 9 5506,10-7 0,-6-18 0,-9-16 0</inkml:trace>
  <inkml:trace contextRef="#ctx0" brushRef="#br0" timeOffset="9394">14615 2725 28406,'-23'24'-863,"-1"-1"1,1 4 0,5 3 862,8 2 0,5 0 0,-5 9 0,5-18 0</inkml:trace>
  <inkml:trace contextRef="#ctx0" brushRef="#br0" timeOffset="9794">15166 2238 24447,'0'-7'2470,"0"2"-2269,0 5-105,0 0-57,-23 55 11,9-2-537,-2-4 1,1 4 497,8-12 0,3-2-8,1-4 0,1 0 253,3 22-189,6-17 45,8-17 0,13-19-28,12-20 0,13-13-326,-23 10 0,0-1 315,-2-1 0,0 1 106,18-15 710,-14 10-811,-15 12-61,-11 13 0,-10 15-6,-4 12-6,-2 14 1,0 11-90,2 8-223,6-26 1,1 0-1447,4 2 0,3-1 1328,6 24 0,1-23 0,-4-18 0</inkml:trace>
  <inkml:trace contextRef="#ctx0" brushRef="#br0" timeOffset="10176">16134 2231 27432,'42'-24'16,"1"-1"1,0 1 0,-2 1 0,0 2 0,-3 7-6,2 11 0,-3 6 9,-3-4 0,-1 2 8,14 0-6,-19 0-5,-17 2 5,-9 4 12,-5 5 11,-3 8-1,-1 8 1,2 8-34,4 10 12,6 11-372,0-25 1,-1 2 367,1 5 1,-1 1-9,0 3 1,-1 1-7,-2 3 1,-4 1-12,-2 1 1,-5 0-4,-4-1 1,-6-2-34,-8-2 0,-5-3-852,-6-3 0,-6-3-2204,-7-3 1,-2-4 2637,3-5 0,4-3 0,12-7 0,5-2 0,-7 0 0</inkml:trace>
  <inkml:trace contextRef="#ctx0" brushRef="#br0" timeOffset="17782">6055 4501 25746,'9'-47'394,"0"-1"0,-2 3 0,0 16-383,-4 27 6,3 21 22,2 19-34,-4-8 1,0 3-416,0 7 0,-3 0 412,-1 6 1,-4 0-6,-2 2 1,-2-1 7,-4 0 1,-3-2 5,-1-2 0,-2-3-3,0-7 1,-1-2 221,-20 10-140,0-21-12,-4-21-44,-1-17 22,-1-18 16,3-11-16,7-6 40,10 6 16,8 13-62,9 15-39,5 11-5,1 17-1,4 10 620,5 13-620,9 6 40,14 1 56,19-5-461,-17-20 0,3-3 379,8-2 1,2-3 5,5-2 1,1-5-4,2-3 0,0-3-8,0-3 0,-2-3-31,-4-2 1,-2-2-270,-5 1 1,-4-2-2286,16-11 2571,-23 5 0,-18 12 0,-9 5 0</inkml:trace>
  <inkml:trace contextRef="#ctx0" brushRef="#br0" timeOffset="19099">5770 6058 20907,'-1'-4'3943,"0"1"-3220,1 3-410,-71-33-189,28 40-379,-9-14 0,0 5 274,24 20 1,5 6-9,-15 22-5,21 0 16,17-12-33,35 11-5,4-11 18,-8-10 1,3 1-804,-4-1 0,0-1 806,17 14 18,-4 9 21,-32-2-10,-17-1 5,-26-1-16,-20-16 352,5-10-347,-14-5-14,29-9 0,1-1-25,-20-2-345,18-7 1,4-6-2295,13-18 2650,10-27 0,8 26 0,11 1 0</inkml:trace>
  <inkml:trace contextRef="#ctx0" brushRef="#br0" timeOffset="19983">15587 3723 24760,'-7'-62'803,"-1"-1"0,1 9 0,-2 9-596,-2 11-151,2 24-45,1 26 6,1 26-12,3-8 1,1 4-615,-1 9 1,1 4 597,0 5 0,1 3-307,0-16 1,0 0 0,-1 0 235,-1 1 0,0 1 0,-2-1-58,0-1 0,-1 0 0,-1-2-54,-7 16 1,-3-4-59,-1-9 0,-4-6 255,0-10 0,-3-6 41,-26-5 96,5-32 56,11-21 84,16-15 17,12-3 0,11 6 5,2 11 690,0 13-874,-3 12 1135,-1 11-1236,-5 11 489,0 10-495,-1 9 1,5 5 4,14 0 18,15-3 0,20-5-43,-18-16 1,2-3-201,4-2 1,1-1 213,0-4 1,0-2-57,-2 0 1,-2-2-751,21-7-3209,-16-1 4010,-15 3 0,-13 4 0,-7 2 0</inkml:trace>
  <inkml:trace contextRef="#ctx0" brushRef="#br0" timeOffset="20810">15423 5572 23091,'3'-10'3204,"-1"2"-2891,4-24 1,0-3-22,-3 15-242,4-19 0,-4 10-16,-8 36 0,-3 11-23,1 14-6,2 8 1,14 3-12,14 1 18,18-6-1,9-8 6,2-12 72,-4-17 51,-11-15-11,-11-15-23,-13-13-50,-12-6-16,-13-3 4,-10 6-16,-11 10-33,-5 14-23,-3 13 17,0 16 22,2 11-17,5 14 17,5 10-22,10 10-39,9 7-166,9-29 0,3 2 104,4-1 0,3 0-154,4 0 0,3-1-241,2-3 1,4-3-83,2-3 1,3-5-151,30 4 532,6-25 268,-30-5 1,-1-5 114,1-5 1,-2-3 119,-1-3 1,-3-2 36,-1-1 1,-2-1-32,-3 2 1,-2-1 184,11-20-128,-10 14-135,-10 12-174,-5 13-55,-5 13 38,1 11 331,1 15-380,5 12 16,3 9-23,2 3 18,-2-2 5,-3-3 16,-3-19 102,-4-8 22,0-23-34,1-11-33,3-12 0,3-12 17,6-4-29,6 0-22,4 5-11,5 8-16,0 9-12,1 9-23,-2 12 6,-2 10-201,-4 13-695,-2 10-1221,-1 9-5062,5 6 7196,0-6 0,-6-16 0,-5-14 0</inkml:trace>
  <inkml:trace contextRef="#ctx0" brushRef="#br0" timeOffset="21260">16924 5932 25791,'5'-62'623,"-1"0"1,-4 0 0,-5 9-540,-6 15 28,-19-5-56,0 27-23,-12 2-16,-9 17-9,16 10 1,1 3-4,-14 11 6,14-2 1,4 2-12,1 14-17,5 11 0,20 0 6,24-6 8,5-25 0,4-3 9,15 3 8,-7-13 0,0-5 31,11-17-20,-18 3 0,-1-5 36,2-13 1,-2-5-6,-6-1 0,-3-1-906,0-2 0,-3-2 914,-2-9 1,-4 0 16,-3 6 1,-2-1-82,2-8 0,-2 0 63,-2 5 0,-1 2-63,-3-8 0,-1 18 0,-2 28 0,1 16 0,-1 14 0,0 26 0,2 2 0,1 4 285,0-13 0,1 2-285,1 6 0,1 5 0,0-1-939,2-7 1,0-2-1,1 4 314,-1-3 1,1 3 0,-1 1-1,1 1 625,0 7 0,0 1 0,0-1 0,0-5 0,-1-8 0,0-4 0,-1 0 0,1 15 0,-1 1 0</inkml:trace>
  <inkml:trace contextRef="#ctx0" brushRef="#br0" timeOffset="22016">6067 5951 22032,'13'-58'1488,"1"0"0,-4 9 1,-2 6-963,-1-3-330,-6 27-134,-4 22 5,-4 25-28,-4 29-17,4-14 1,1 4-1506,-1 12 1,2 4 1472,1-16 1,1 1 0,2 1-62,-1 2 0,2 1 0,1 0-579,2-1 0,1 0 0,2-1 78,1-3 1,2-1-1,1-1-1066,7 15 0,2-5 201,-3-15 0,0-3 1437,1-3 0,0-6 0,-6-9 0,1 1 0</inkml:trace>
  <inkml:trace contextRef="#ctx0" brushRef="#br0" timeOffset="22926">6116 6638 20029,'-28'-52'1441,"0"0"0,3 6 1,6 7-1134,15 16 24,14 8-298,15 4-23,19 2-5,17 1-658,-24 4 0,-1-1 647,25-2-53,-19-1 0,-2-1 69,8-8 6,-17 5 0,-2-2 16,3-13 18,-14 2 22,-10 2 1021,-14 5-988,-8 7 583,-10 5-537,-4 8 80,-1 8-132,1 9-16,4 12-16,3 8-24,5 4-21,6 1-1,6-6 6,11-7 39,5-12 51,10-10-23,7-15-11,5-10 34,2-9 100,-3-5 73,-7 1-44,-8 3-57,-10 7-55,-4 7-74,-5 6-33,-4 5-5,-2 6-1,-2 4-22,0 8-6,4 6 12,2 4-17,5 3 11,5 0-6,6-2-5,9-2 28,5-9-6,2-7 0,0-11 0,-3-11 17,-4-8 34,-2-9-28,-5-3 5,-2-4 6,-2 2-6,-1 4-6,-1 7-10,0 7 27,1 5-39,4 6-22,6 5 11,-2 4-11,21 19 0,-12 4 11,10 15 0,-18-3 11,-8-2-11,-4-6 34,1-6-40,3-10 12,8-9 5,11-16-34,11-12 40,9-15 8,-25 14 1,-2-3-1,-1-3 0,-2-4-297,-3-2 1,-3-3 271,-4-3 0,-3 0 0,-2-1 0,-4 1 0,-4 0 0,-4 1 0,-1 4 0,-2 1-82,-3 3 0,-1 2 82,-10-20 0,6 15 0,6 15 0,6 11 0,4 13 540,1 15-540,2 19 0,5 22-370,-2-21 0,2 1 370,3 8 0,1 0 0,3 4 0,2 0 0,2 1 0,1 0 0,1-1 0,0-2-642,-1-4 0,-1-1-1030,-2-4 0,-2-3 1672,4 17 0,-8-24 0,-6-17 0</inkml:trace>
  <inkml:trace contextRef="#ctx0" brushRef="#br0" timeOffset="23100">7191 6263 27432,'42'-44'32,"-1"0"0,-3 4 0,0 11-1292,13 22 1260,-3 5 0,-22 2 0,-6 0 0</inkml:trace>
  <inkml:trace contextRef="#ctx0" brushRef="#br0" timeOffset="26134">6332 1025 32767,'-13'-43'0,"0"-1"0,3 4 0,-2 13-1499,-4 26 774,-1 18 379,-5 19-91,-2 22 29,12-24 0,1 2 272,3 0 1,3-1-621,7-1 0,5-3 627,24 20 134,-5-31 0,5-5-75,2-3 0,2-6 3,-1-3 1,-1-5 254,22-14-56,-17-13-10,-16-12-10,-12-8-6,-13-7-22,-10 0-44,-9 5-12,-1 9-34,2 13-89,7 14-594,4 16-7259,5 23 7948,3 8 0,2-5 0,0-8 0</inkml:trace>
  <inkml:trace contextRef="#ctx0" brushRef="#br0" timeOffset="26758">7869 1089 23581,'0'-50'989,"0"-1"0,0 8 0,0 8-900,0 14-131,0 16 11,2 42 26,-2 10-105,1-6 0,0 5-4806,-1 9 1,0-2 3942,0-17 1,0-3 0,0 3 0,0-6 0,0-18 0</inkml:trace>
  <inkml:trace contextRef="#ctx0" brushRef="#br0" timeOffset="27184">8936 1005 29542,'-15'-48'-550,"1"-1"0,3 5 1,8 6-265,18 11 267,22 7 233,-1 10 91,2 8 66,-4 17 57,-13 11-641,-1 13 738,-13 22-24,-17-4-206,-6-1 300,-17-6-17,1-15-28,9-12 1,0-2-23,-9 7 0,6-3 22,19-17 18,20-2 4,15-7-21,28-5-77,-5-1 1,4-1-1826,1-1 0,1 0 870,2-1 1,0 1 1008,-4 1 0,-6 2 0,-8 0 0,-2 1 0</inkml:trace>
  <inkml:trace contextRef="#ctx0" brushRef="#br0" timeOffset="27674">10308 847 24310,'-1'-4'1572,"1"1"-1862,0 3 215,16-64 47,1 41-7,3-13 1,6 3-24,18 27-17,19 11-550,-32 2 1,0 1 630,20 11-9,-21-5 0,-2 3-5,13 20 2,-7 2 46,-13 3 27,-31-12-39,-5-8 22,-23 1 738,0-8-423,-19 3 60,16-6-49,6-4-231,24-6 604,7-2-699,19-3-33,7 3 0,19-3-6,-6 3-45,11 7 34,-11 5 0,9 16 12,-15 2-12,-10 9 0,-19-3 0,-7-7-415,-25 11-3024,-3-13 2943,-11 5 0,20-17 0,11-8 0</inkml:trace>
  <inkml:trace contextRef="#ctx0" brushRef="#br0" timeOffset="28208">12451 1048 32767,'-1'-44'0,"0"1"0,0 0 0,0 18-1958,1 26 1009,0 15 382,0 16 83,-2 18 117,-4 9 96,-2 1-1180,0-7 1317,4-12 106,7-11 54,6-15 28,12-13 57,13-15-18,13-11 51,7-7-242,0-1 238,-9 6-56,-15 9-73,-13 8-28,-9 7 17,-5 11 0,0 10-179,2 15-1793,2 12 1972,-1-14 0,0-1 0,0 4 0,1 0 0</inkml:trace>
  <inkml:trace contextRef="#ctx0" brushRef="#br0" timeOffset="28824">14324 1179 31095,'-2'-4'-801,"0"0"204,2 4-198,-12-39 337,0 34 167,-17-25 103,-3 47 60,-12 5-845,-9 1 910,-4-2 39,6-4 35,11-6-11,15-3-39,14-5 22,8-1 28,3-1 23,2 2-6,2 4 5,3 6-33,1 5 12,-4 4 16,-1 5-34,-6 2 12,-2 1 27,-4 0 1,-2 2-17,-3-1-6,-1 0 28,-2-4 23,2-6 100,4-8 73,5-6-123,6-11-101,9-9 1,10-8-18,13-3 0,13 2 29,5 4 10,3 7-21,0 6-35,-2 10 1,-4 9 5,-7 12-17,-14 7-106,-14 6-364,-21 6-1512,-20 3 2016,3-20 0,-2-3 0,-4 5 0,-3-4 0</inkml:trace>
  <inkml:trace contextRef="#ctx0" brushRef="#br0" timeOffset="29417">15669 1179 25709,'-3'-3'969,"2"0"-586,1 3-650,-75 19 79,38 11-371,-11-4 0,2 4 524,28 2 1,6 2 12,2 1 1,3 1-131,2-1 1,5 1 124,9 3 1,3-1 2,8 11 46,1-20 1,3-4 167,9-8 96,2-3-34,-7-21 106,-10-22-246,-8 3 51,-5-18-85,-14 18 683,-11 0-801,-17 12-362,-16 20-4514,14 9 1,0 4 2457,-11 8 0,2 5 1,39-25-1</inkml:trace>
  <inkml:trace contextRef="#ctx0" brushRef="#br0" timeOffset="31817">10893 3792 24833,'-8'-40'336,"0"-1"0,1 2 1,1 14-349,5 24 40,6 25-5,3 10-12,5 28-428,-7-27 1,1-1 433,2 24 8,-5-14 0,-1-2-8,-4-1 114,-3-3 0,-3-2-19,-6-10 61,-9 1-83,8-21 72,-4-27-95,7-6-39,-3-24 6,5-2-1050,4-1 1033,2 13 578,2-5-595,5 26 0,3-2-5,3 18 21,0 14-4,-4 11 1114,-2 17-1120,-9 9 16,0 4-16,-2-3-1,4-10 40,6-13 0,1-12 112,5-16-90,1-14-22,2-16-12,-4-15 23,-4-9-33,-4 7 19,-2 13 0,-1 1 2,-1-6-4,-3-10-57,4 31-22,1 15 39,2 10 5,6 26-27,4 2 16,9 19 12,3-4 5,0 1 0,-1-4 17,-7-2-22,-6-14 22,-10 3-6,-9-14 6,-8 1 11,-5-12 6,-1-13-6,2-11-5,3-12-34,6-7 22,6-5 1,5-1-12,3 2 11,0 7-16,2 7-17,-1 12-23,-1 8 1,-2 12 27,0 3-22,-6 27-11,4-2-107,0 23-459,13-3-1793,11 6 2398,-3-25 0,2-3 0,2 5 0,1-3 0</inkml:trace>
  <inkml:trace contextRef="#ctx0" brushRef="#br0" timeOffset="32167">10602 4154 21691,'-4'-7'3764,"1"2"-3165,3 5-218,0 0-353,-34-27-17,35 37 17,-14-16 17,57 42-6,-11-19 1,3-2-512,9-3 1,3-3 510,7-3 0,3-3 0,4-6 1,0-3-547,-1-4 1,-2-3 593,-5-3 0,-2-2 25,-10-2 0,-4-1-30,-9 1 0,-3-2 120,5-16-62,-16 6-62,-12 7 801,-7 8-1013,-1 9 1013,-3 10-2072,-2 15-5030,-3 16 6223,0 8 0,4-13 0,3-10 0</inkml:trace>
  <inkml:trace contextRef="#ctx0" brushRef="#br0" timeOffset="33017">10647 5523 25225,'-3'-50'537,"1"1"1,0 5 0,0 10-454,1 23-89,5 8-1,6 14 23,8 8-6,7 17-11,1 10 6,-5 9 11,-8 2 16,-11-5 18,-9-12 61,-4-16 56,0-12-34,2-17-44,3-11-23,3-14-11,5-8-11,6-9-23,8 0 0,5 3 12,3 7-23,2 10-5,1 6-12,2 7 17,1 6-11,1 7-22,2 12 33,0 11-5,0 14-12,-3 7 12,-4 3-12,-9-3 17,-6-9 101,-6-13 146,-2-9-45,0-19-140,1-11-34,6-16-6,6-9-16,7-2-17,4 4 0,0 9 0,-2 11-5,-3 12 5,-3 9 22,-1 10-16,0 8 10,0 8-21,-1 2-12,0 0 17,0-4-6,2-7 23,-1-7 11,1-11 0,0-10-4,0-11-24,-2-7 0,-5-3 0,-6 2 0,-3 4 0,-2 9 0,0 8 0,3 5 0,3 9 0,12 15 0,-4-2 0,12 19 0,-9-7-69,2 10-899,-3 1-1811,-3-2 2779,1-7 0,-7-13 0,1-8 0</inkml:trace>
  <inkml:trace contextRef="#ctx0" brushRef="#br0" timeOffset="33184">11710 5067 21679,'55'23'-1294,"-18"-14"1,-25 8-1</inkml:trace>
  <inkml:trace contextRef="#ctx0" brushRef="#br0" timeOffset="33558">12299 5371 26922,'-36'-24'80,"0"1"0,0-1 0,-15-6 0,6 13-58,11 33 12,-7 15-29,16-2 6,-1 8 1,15 1 32,17-12-16,4-5 68,20-15 16,3-16 33,-4-4 1,0-5 19,-2-3 0,-2-3-937,5-10 1,-3-3 824,-10 10 0,-3 0-30,1-12 0,-3 0-33,-5 8 1,-1-1 9,1-11 0,-2 2 0,0-16 0,-4 14 0,-1 31 0,0 12 0,5 29 0,0-1 0,3 18 0,1 8 0,-3-8 0,-1 3-429,1 1 1,-1 4 0,0-2 396,-1 6 1,0 2-1094,0-5 0,0 4 1,0-4 1124,1 7 0,0-3 0,0-5 0,-1-5 0,2 11 0</inkml:trace>
  <inkml:trace contextRef="#ctx0" brushRef="#br0" timeOffset="63641">4852 9244 21881,'-12'-46'840,"1"-1"0,-2 7 1,-2 10 271,-5 24-1123,-1 23 11,11 25 28,4 0 109,4-10 0,1 2-1943,7 6 0,1 0 1806,-1-3 0,0-2 0,8 27 0,-5-39 0</inkml:trace>
  <inkml:trace contextRef="#ctx0" brushRef="#br0" timeOffset="63983">4987 8653 22833,'10'44'44,"0"0"1,-2-7 0,5-7 925,42-13-791,-18-17 473,-14-11-204,-13-11-35,-12-1 215,-24-21-444,-6 15-134,7 9 1,-2 2 548,-22-1-577,5 9-27,13 7-23,8 12-152,14 24-861,6 12-670,6-13 0,6 2 1279,6 2 0,1-3 1,4 4-1,5-4 0</inkml:trace>
  <inkml:trace contextRef="#ctx0" brushRef="#br0" timeOffset="64183">5645 8663 26443,'-49'-38'328,"1"0"1,3 10 0,5 17-282,20 33 1,5 12-1243,0 13 1,4 7 1197,5-8 1,2 4 0,2 2-253,3-7 1,0 3 0,3 0 0,0 2 234,2 6 0,2 2 0,1 0 0,2 2-377,-1-9 0,1 0 0,1 1 1,1 1-1,-1-1 102,2 4 0,-1-1 0,1 1 0,-1 0 0,-1 1-784,0 0 1,-1 0-1,-1 0 1,-2 0 0,-2 1 1072,-4 2 0,-2 1 0,-2 0 0,0-2 0,0-6 0,1 5 0,0-6 0,-3-1 0,-7-7 0,0 1 0,0-1 0</inkml:trace>
  <inkml:trace contextRef="#ctx0" brushRef="#br0" timeOffset="64291">5305 10929 20250,'-30'-51'524,"0"-1"0,0 0 0,0 0 1,3-1-1,1-1 0,4-1 1,6-1-422,9 1 1,7-2-1,3 0 1,1 1-927,0-1 1,3 1 0,1-1 0,2 2 837,3 1 1,1 2-1,2 0 1,2 1-19,1 2 0,2 1 0,2 1 1,1 1-312,0 2 0,3 2 1,1 0-1,0 1 314,3 0 0,3 0 0,-2 1 0,-2 5 0,7-9 0,-2 4 0,-3 8 0,0 0 0</inkml:trace>
  <inkml:trace contextRef="#ctx0" brushRef="#br0" timeOffset="64674">6818 8596 26230,'-25'-41'627,"1"-1"0,-14-6-447,33 91-105,4-4 1,1 5-1545,0 14 1,0 5 1475,1-14 1,0 3 0,1 1-216,0 6 1,1 2 0,2 1 207,1-6 0,2 2 0,0-1 0,-1-6 0,0 12 0,0-4 0,4-1 0,1 0 0</inkml:trace>
  <inkml:trace contextRef="#ctx0" brushRef="#br0" timeOffset="65517">6722 8454 24687,'7'-34'636,"0"-1"0,8-1-160,-3 86-331,-5-8 1,-1 5-1182,1 14 1,-2 4 1061,-3-14 0,0 2 0,0 1-648,-1 5 1,0 1-1,0 1 620,-1 1 0,0 0 1,1 0 1,2-2 0,1-1 0,3-1-138,1-5 0,3-2 1,4-2-642,4-4 0,3-4 1,5-2 530,8-4 1,5-3-1,-3-4 1,-4-1 0,-1-5-1,4-7 1,-1 0 0</inkml:trace>
  <inkml:trace contextRef="#ctx0" brushRef="#br0" timeOffset="67558">7898 9158 23421,'1'-44'599,"-1"0"0,1 0 1,0-14-1,2 9-324,4 17-66,1 17-164,1 15 61,3 17-90,2 14 1,1 18 6,0 11-15,-9-27 0,-1 2 6,-1-1 0,-2 0 37,-4 29 27,-8-14 160,-5-18 31,-1-17-4,5-24-164,5-19-22,8-20-12,13-12-353,-3 28 1,4 1 301,1 2 1,3 3 28,19-15-50,-4 19-18,-6 17 23,-5 17 17,0 12-17,0 12 17,3 6 593,0-2-616,-1-6 23,-6-10 73,-5-11 22,-5-11-39,-1-14-45,0-12-6,1-11 28,1-3 51,0 4 6,0 9-63,-3 11-27,1 9 17,2 10-40,6 8-22,6 9 28,7 5 0,2 2-17,-1-3 34,-6-7 50,-8-9 6,-5-12-21,-2-12-52,1-11 0,2-5 0,1 1 0,-4 6 0,-2 8 0,-4 8 0,-1 7 0,2 11 0,3 8 0,5 13 0,5 6-741,3 6-2748,3-1 2641,-2-6 0,-8-15 0,-6-11 0</inkml:trace>
  <inkml:trace contextRef="#ctx0" brushRef="#br0" timeOffset="67725">8983 8680 26497,'-1'26'-826,"-15"-22"1,43 27 0</inkml:trace>
  <inkml:trace contextRef="#ctx0" brushRef="#br0" timeOffset="68091">9674 9017 23657,'-3'-8'3215,"1"2"-3002,-27-28 0,-12-2-1657,-13 16 1505,17-3 1,-6-4-1,2 10-8,-3 19 1,1 10-43,-1 1 0,2 4-6,6 4 1,4 3 126,7 1 0,7 3-121,3 25 309,35-6-332,27-12 6,-13-24 1,4-5-279,5-7 0,0-5 295,1-6 0,-1-6 17,-3-7 0,-2-5 8,-5-4 1,-5-7 30,-10 2 0,-5-4 0,-1 1-17,0-3 1,-3-2-28,-4-1 0,-2-4 0,-2 4 16,-3 2 1,-2 2-40,0-5 0,-1 2 215,-6-11-215,0 37 0,5 24 0,0 37 0,4-10 0,2 4-505,1 16 1,4 5 504,-1-10 0,1 2 0,2 1-457,3 8 1,2 3 0,1 1 456,-1-5 0,2 4 0,-1-2 0,0-6 0,-2-7 0,-1-4 0,0-1 0,6 22 0,0 1 0</inkml:trace>
  <inkml:trace contextRef="#ctx0" brushRef="#br0" timeOffset="68858">10466 8590 24840,'-46'-37'689,"0"0"0,6 4 0,9 9-627,22 17 212,12 16-235,10 16-22,13 19-11,1 1-276,-5-10 1,3 2 269,8 5 0,2 2-483,0 2 1,1 1 478,-8-12 0,1 1 1,-4-2 17,1 8 0,-4-2-23,-6-10 1,-7 0-40,-20 10 1,-12-1-144,-7-9 1,-6-3-837,-1-1 0,-3 1 1,-1-2 746,-15 4 0,3-4 1,15-8-1,5-3 0,-6 3 1</inkml:trace>
  <inkml:trace contextRef="#ctx0" brushRef="#br0" timeOffset="71317">11421 9037 24413,'4'-45'746,"0"0"0,-1 0 1,2-14-1,-1 9-410,-4 18-263,-1 18-95,1 16 16,3 19 34,5 18-11,7 20-301,-6-25 0,0 1 286,0 3 1,0-1 5,-2-2 1,-1 0-14,1 23 27,-6-18 45,-4-19-11,-2-23 11,1-20 1,1-24-52,5 13 1,1-2-89,2-7 0,1 0 97,3-3 0,2 1 22,1 2 1,1 3-17,-1 7 0,1 3-14,12-10 11,-1 21-28,2 18-12,5 15 24,5 14-18,4 13 96,-18-17 1,0 1-97,-1 2 1,-1 1 22,-2 0 0,-1-1-12,5 23-16,-9-14 50,-8-14 6,-4-15-17,-1-16 6,3-13-6,5-15-11,7-10 22,6-1 23,3 5-62,2 9 493,-3 14-493,-1 10 0,0 14 0,4 9 0,2 11 0,5 7 0,3 3 0,4-1 0,3-4 0,2-10 0,-1-10 0,-11-11 0,11-21 0,-17-9 0,9-20 0,-13-2 0,-8-1 0,-6 8 0,-4 12 0,-3 14 0,-2 14 0,-4 35 0,0 5 0,1-3 0,1 2 0,2 27-60,4-28 1,2-1-532,2 1 0,3-1-877,4-1 1,2-2 1467,24 20 0,-17-21 0,-3-11 0</inkml:trace>
  <inkml:trace contextRef="#ctx0" brushRef="#br0" timeOffset="71501">12876 8432 26402,'-12'-30'-1188,"-5"1"1,29 39-1</inkml:trace>
  <inkml:trace contextRef="#ctx0" brushRef="#br0" timeOffset="72041">13548 8806 26917,'10'-37'571,"0"1"0,-4-24-431,-35 30-106,-2 14 27,-25 6 1,2 12-34,12 7 0,-1 4-20,7 1 1,2 3-662,-4 8 1,3 1 664,-3 13-1,6 12-111,25 0 105,15 0-10,13-5-35,10-26 1,3-5 11,6-2 33,-1-5 1,2-5 22,7-18-6,-14-4 1,-1-6 8,-8-1 0,-2-4 16,0-12 1,-3-3-17,-8 11 1,-3-2-32,1-17 0,-1-4 0,-1 8 0,-2-2 0,0 7 0,-1-3 0,0 3 0,0-4 0,-1 3 0,-2 6 0,-1 5 337,-3 11-337,-2 15 0,-1 19 0,-2 30 0,2 0 0,2 13 0,2 5-535,4-12 1,1 0 534,-1 9 0,3 2-519,4 4 1,3-3-2920,0-13 0,2-1 3438,1 5 0,0-4 0,6 9 0,-9-29 0</inkml:trace>
  <inkml:trace contextRef="#ctx0" brushRef="#br0" timeOffset="72241">14259 8618 25029,'1'-10'3411,"-1"2"-3180,3-53-231,-4 49 0,3-43 0,-4 81 0,2 33 0,3-25 0,2 3-358,2 11 0,4 2-91,5-4 1,2-3-28,-3-7 0,2-1-1840,8 7 0,1-3 2316,8 10 0,-4-9 0,-14-20 0</inkml:trace>
  <inkml:trace contextRef="#ctx0" brushRef="#br0" timeOffset="72391">14190 8876 26054,'-28'-31'367,"-1"-1"0,1 0 0,-5-8 0,16 4-474,48 2-212,-1 23 0,6 4-1954,10 1 1,2 3 801,-6 1 1,1 2 1470,9 2 0,-4 1 0,-9 0 0,0 2 0</inkml:trace>
  <inkml:trace contextRef="#ctx0" brushRef="#br0" timeOffset="72567">14991 8505 26810,'-8'-51'620,"0"0"0,0-2 1,3 9-621,3 24 0,1 1 0,5 34 0,3 30 0,-2-6 0,1 5 0,-1 14 0,-2 4-1693,-3-12 0,-1 1 0,-1 0 1693,-1-1 0,-1-1 0,-1-4 0,0 5 0,-1-6 0,-3 11 0</inkml:trace>
  <inkml:trace contextRef="#ctx0" brushRef="#br0" timeOffset="78009">10660 3701 19759,'-56'8'1012,"1"0"0,1-1 0,1-1-842,1-3 1,1-1-1516,-2-1 0,-3 0 1363,5 0 1,-2 0 0,1 0-645,-8-1 1,-1 1 641,2 0 1,-5 0 0,-2 0-5,9 0 1,-2 0 0,-1 0 0,-1 1-5,-1 0 0,0-1 1,-2 1-1,-1 1-238,8-1 0,-3 0 1,0 1-1,1-1 0,2 1 234,0 0 0,1 1 1,3-1-1,2 1-1,-3 0 1,3 1 0,-1-1-146,0 1 0,-1 1 1,1-1 161,4 0 1,1-1-1,-1-1-16,-1 1 0,-1-1 0,0 0-32,-7-1 0,-1 0 0,2 0 35,8-3 1,2 0-1,1 0-2,-10 0 1,1-1 327,-6-3 1,3-1-298,17 0 0,2 0 1025,-3-1 1,3-1-1017,-15-7 17,26 3 629,13 3-652,8 2 1573,3 5-1567,0 0 837,-1 2-865,-2 0 11,0 0-28,2 0 0,2 0 51,2 2-1,5 5 12,3 6 38,4 7-32,-2-1 72,2 8 106,-5 5-100,-1 3-23,-3 7-39,-3-9-51,1-9 40,5 1 101,16-3-34,10-1-5,19-2-23,6-11-79,-9-3-13,-9-6 0,1-1-323,15-3-171,-23 2 1,1-1 473,25-4 0,-39 5 0,7 0 0</inkml:trace>
  <inkml:trace contextRef="#ctx0" brushRef="#br0" timeOffset="78542">7660 3642 24553,'18'-34'140,"0"1"0,9-17 101,-32 62-40,-8 13-49,-15 15-93,8-14 0,-3 0-559,-6 6 1,-2 0 541,-3 2 0,0 0-14,-1 0 0,1 0-20,4-3 1,2-1 247,-12 19-278,20-12-118,22-12-1440,22-10 1580,29-8 0,-22-5 0,8-3 0</inkml:trace>
  <inkml:trace contextRef="#ctx0" brushRef="#br0" timeOffset="82367">12804 4170 13754,'-43'5'3291,"0"0"0,-17 1-2289,75-14-184,36-7-589,-7 4 1,4-1-936,13 0 1,2 0 770,-15 3 1,2 1-1,0 1-479,4-1 0,0 1 1,2-1 427,2 1 1,1-1 0,1 1-475,-13 2 1,0 0 0,1 0-1,0 0 464,2-1 0,0 1 1,1-1-1,0 1-6,0 0 1,1-1 0,0 1 0,0-1-308,-1 0 0,-1 0 1,0 0-1,-1 0 281,12-2 0,-1-1 0,-3 1 70,-9 0 0,-1 0 0,-4-1-31,5-1 1,-7-2 1060,1-8-1083,-42 1 5,-31 1 12,-29 2 617,21 9 1,-2 0-616,-5 1 1,-1 1 33,-3 0 0,0 1 22,3-1 1,1-1 41,4 1 1,2-2 1009,6-1 1,2 0-692,-19-11 809,15 2-931,12 4-174,13 5-90,9 4 843,14 2-854,14 2 0,21 3-20,-16 1 0,3 2-207,6 3 0,2 2 219,5 3 0,0 2-449,2 2 1,0 3 425,-3 1 0,-1 2 20,-8 0 0,-5 3-93,-9 0 1,-8 1 8,-22 30-507,-12-28 0,-9 0 87,-15 4 1,-2-3 0,18-12 0,0-2 0,-26 15 0</inkml:trace>
  <inkml:trace contextRef="#ctx0" brushRef="#br0" timeOffset="86399">15318 8047 27331,'27'28'71,"-1"1"0,10 12 0,2 6-74,-10-13 0,2 4 0,0 2 1,-1 1-941,0 4 0,0 1 0,-3 2 0,-1 1 818,-3 2 0,-2 2 1,-3 1-1,-3 1-1283,-5 2 0,-4 1 0,-3 0 0,-3-2 1408,-3-5 0,-4 0 0,0-2 0,-2-4 0,-5 20 0,-3-8 0,2-24 0,-1 1 0</inkml:trace>
  <inkml:trace contextRef="#ctx0" brushRef="#br0" timeOffset="91043">16770 8429 22688,'-42'-15'974,"0"0"1,-11-13-897,89 10-75,-3 9 0,4 3-6,14 0 0,3 2-808,-11 2 0,2 0 0,0 2 775,3 1 1,2 2 0,-1 0-10,-1 0 0,0 1 0,-2 1 62,16 4 1,-6 3-136,-14-1 1,-8 3 16,-2 15 112,-52 1 28,-7-12 1,-7-3-434,-10 2 0,-5-1 483,-6 1 1,-1-1 19,0-1 1,0 0-7,5-2 1,3 0 758,9-3 1,4 0-785,-6 3 312,33-6-284,34-4-72,29-8-29,-15 1 1,2-2-316,5-4 1,0-2 351,1-1 0,-2-3 39,-4-4 1,-2-3 13,-6-4 0,-5-4 6,-5-4 0,-5-3 56,-5-2 0,-5-1 75,-4 1 0,-5 1 498,-3 5 0,-3 3-394,-6-13-162,-3 20-141,7 14 1,9 18-6,14 14-34,15 20 3,-7-13 1,2 2 166,3 5 0,0 3-176,-1 2 1,-4 2-320,-4 1 0,-6 0 152,-10-1 0,-8-1-625,-10-1 0,-9-1 370,-16 4 0,-3-5 1,18-15-1,1-3 1,-4-1-1,1-1 0</inkml:trace>
  <inkml:trace contextRef="#ctx0" brushRef="#br0" timeOffset="94549">18514 8752 22408,'16'-60'1120,"-1"1"0,-2 6 1,1 9-634,1 13-381,-4 16-44,1 11-12,-5 11 1,4 15-34,-2 14 2,-3 0 1,-3 4-9,-1-2 0,-3 0-202,-2 9 0,-1-2 196,-7 13 18,-4-4 89,6-27 347,2-6-218,4-22-101,2-20-101,2-4 39,5-24-50,5-4 22,-3 16 0,3-2-42,5-10 1,2 0 13,-1 9 1,1 2-4,-1 2 1,2 3 8,23-7-56,-6 24 17,19 11-29,-9 18 29,-3 8 2,-16 4 1,-3 3-3,2 4-141,-2 1 0,-3 2 147,-4 15 147,-9-15 1,-2 0-154,-4 16-6,-4-5 17,-2-29 11,2-9 11,3-12-33,14-18 11,5-11 17,11-21-17,-6 11 56,4-9 262,-4 13-323,-2 5 10,-1 9-33,-7 17 28,-6 6 6,5 8-17,3 13-6,4 7 39,6 14 1,-1-1-51,2 1-17,-4-12 39,6-3-10,6-14 4,2-8 35,9-15 5,-9-16-23,-10-1 35,0-13-7,-12-5-5,-4 2 0,-6 0 51,-7 22-12,-1 10-34,-5 11-10,2 5-6,-9 20-29,7 4 24,-2 17-7,6-10-10,11 9-79,14-5 67,8-1-11,14-5 5,-2-19 46,-4-11-23,-11-8 22,-3-20 51,-17-4 22,-3-18-33,-17 1-1,-11-3-27,0 11 44,-11-5 68,1 10-79,3 6-50,2 7-28,15 17 11,6 7-123,2 21-320,7 4-755,8 21-2538,15 0 3255,6-5 0,-7-16 0,-9-13 0</inkml:trace>
  <inkml:trace contextRef="#ctx0" brushRef="#br0" timeOffset="94842">20203 8543 23321,'-2'-4'3792,"1"2"-3215,1 2-561,-13-2-16,15 23-5,-4 3 22,22 22-17,9-3-28,4-6 28,3-11-12,-2-12 7,-4-17 33,-4-15 17,-3-16-23,-7-12-11,-4-6 17,-5-3-33,-3 2-51,1 6-303,3 12-979,4 14-4140,4 15 5478,-1 12 0,-4 0 0,-5 1 0</inkml:trace>
  <inkml:trace contextRef="#ctx0" brushRef="#br0" timeOffset="95183">20774 8665 22901,'-4'0'3943,"1"0"-3153,3 0-746,50-57-21,-15 29-252,3-9 0,0 0 246,4 7 120,-11 3-58,-13 1 10,-13 5-33,-14 3-5,-10 5 22,-12 6 370,-5 5-376,0 9-5,3 6-45,7 9-23,8 7 12,8 5-68,12 7-218,15 3-414,18 3-333,-10-23 1,3-1-257,5 0 1,1-2-791,5-2 1,0-2 2072,-2-4 0,-3-1 0,11 0 0,-18-7 0</inkml:trace>
  <inkml:trace contextRef="#ctx0" brushRef="#br0" timeOffset="96416">22637 8576 27057,'41'-34'63,"0"-1"0,9 1 1,-5 9-36,-16 19 112,23-7-96,-16-4 53,-2-8-52,-2-10-17,-3-11 6,-8-7 68,-8 1 10,-15 9 20,-16 17-65,-18 17-5,-18 22-37,22-1 0,0 4-347,-1 5 1,1 3 326,6-6 1,4 5-17,4 18 0,4 8 0,7-4-6,8-11 0,5 0-41,-1 11 0,1 5 1,8-8-142,15-11 0,6-8-104,3 0 1,3-4-9,2-3 1,1-6 122,-1-3 0,0-6 138,-3-6 0,-3-4 26,-4-5 1,-2-3 76,-4-5 1,-4-2 30,-2-3 0,-3-1 53,-2 1 0,-2-2 154,6-21 12,-8 8-12,-5 14-123,-4 10-107,0 10 669,2 11-696,5 11 93,4 16-93,0 15 16,-4 9-44,-6 6-6,-8-3 11,-3-8-11,-1-12 22,3-16 40,5-12-40,11-17-22,11-14 23,12-15 50,8-10-37,-20 23 0,0-1 6,5-1 0,-2 1-25,8-8 6,8 1-35,-18 24 1,4 3-17,-1 16-3448,4 19 3443,-11-3-152,6 19 6,-10-12-78,9 11-292,6-3-179,16-4 305,-15-21 0,2-3-296,9-2 1,2-2 603,7-2 0,1-4 121,3-1 0,0-5 66,-4-4 1,-2-6 106,-7-2 1,-5-8-567,-3-30 0,-7-6 524,-11 27 1,-3-2 111,1-27 0,-5 1 2172,-6 13-2018,-13-6-269,-12 24-95,-8 13 79,-26 28-76,28-1 0,-1 3-187,-8 7 0,0 2 159,0 4 0,3 4-3,4 9 0,5 1-11,8-14 0,4 2 255,5 9 0,9-1-261,25 4-8,-3-19 0,5-3 0,8-5 0,4-6 1286,4-5 0,2-6-1270,1-7 1,-1-7 8,-2-8 1,-4-6-532,-4-10 1,-6-6 561,-2-9 0,-6-6-9,-9 16 1,-1-3 0,-2-2 22,-3 3 0,-1-2 1,0 0-1,-2 1-56,1-5 0,-1 1 0,-1-1 0,0-7 0,-2-1 0,0 7 184,-1 10 1,-1 5-185,-2-20 199,3 60-199,4 36 0,-1 15 0,1 1 0,0 8-211,-3-18 1,0 2 0,-1 5-227,-1 0 0,-1 5 0,0 3 0,-1 0 0,1-3 272,-1 3 0,0-2 1,1-1-1,-1 0 1,-1-2-1,0 2 1,0-4-1,1-7 1,0-1-1,-1-1 1</inkml:trace>
  <inkml:trace contextRef="#ctx0" brushRef="#br0" timeOffset="97226">4288 11968 25499,'-3'44'177,"0"0"1,-2 1-1,-3-1-183,-6-4 1,-1 0-509,1-1 0,1-1-7,3-3 0,0 0-4395,2 2 1,2-2 2938,-1 7 0,3-7 0,4-30 0</inkml:trace>
  <inkml:trace contextRef="#ctx0" brushRef="#br0" timeOffset="97676">4666 11482 21545,'0'-6'3860,"0"1"-2925,0 5-890,-63-4 28,28 39-71,-2-22 1,3 3 2,21 15 1,9 3-17,5 7-6,19 1 23,22-13 28,6-6 27,10-10 51,-14-21-22,-15-3 83,-6-16-5,-16-3-67,-2-9-50,-11-1-152,-9-2-62,2 18-677,-5 4-1193,8 23-6010,-2 16 8043,3 8 0,3-5 0,4-7 0</inkml:trace>
  <inkml:trace contextRef="#ctx0" brushRef="#br0" timeOffset="98016">5468 11470 26799,'-34'-27'312,"-1"0"0,1 1 1,-19-1-1,7 18-290,21 30 1,6 12-1127,2 2 1,2 5 0,3 4 1097,0 11 1,3 5 0,1-1-367,1-5 1,2-1 0,0 7 315,4-13 0,0 6 0,0 3 0,2 0 0,-1 0 0,2-4-490,0 11 1,2-3 0,0 1 0,-1 4 269,0-7 1,1 3-1,-1 3 1,0 0 0,0-1-1,-1-3-437,0 2 0,1-1 1,-2-2-1,0 0 0,-2 0 5,-2-2 0,-2 0 0,0-1 0,-3 0 1,-1-2-781,-1-2 0,-2-2 0,-1 0 1,-2-1-1,-2-3 1363,-5 6 0,-2-2 1,-2-3-1,-2-3 2435,-8 4 1,-2-5 0,-1-7-384,-15 1 0,1-16-583,7-22 1,4-14-846,6-20 0,8-9-331,8 1 0,6-7-26,8 1 1,4-8 0,3-2 0,3 4-99,3-5 1,4 2 0,2-4-22,-3 11 0,2-4 0,1-1 1,1 0-1,2 3-47,6-4 0,1 1 0,3 2 1,1 1-164,3-2 1,2 2 0,1 1 0,0 2-117,-6 9 1,-1 3-1,2 0 1,2-1 302,11-9 0,4-1 0,0 2 0,-8 8 0,-6 6 0,-2 3 0,16-13 0,0-1 0</inkml:trace>
  <inkml:trace contextRef="#ctx0" brushRef="#br0" timeOffset="98392">6815 11565 22190,'5'-45'890,"0"0"1,0 0-1,1-4 1,-3 1-191,-3-9 0,-4 5-129,-8 6-246,-8-4-191,0 39-72,0 29-4302,-7 33 4242,15-24 1,0 5-3,-3 14 0,0 9 0,2 0-268,3-8 0,2 1 0,0 3 182,-1 3 1,0 4-1,1 2 1,2-2-167,1-4 0,2 0 0,2-1 0,1 1-510,1-2 0,2 1 1,2-1-1,1-1 567,4-1 1,1 1-1,1-3 1,0-4-1,1 10 1,2-5-1,3-13 1,0 1 0</inkml:trace>
  <inkml:trace contextRef="#ctx0" brushRef="#br0" timeOffset="99183">7708 11717 26777,'-13'-24'145,"1"23"-128,7 29 0,3 13-14,-1-5 0,-1 1 2,1-2 1,0 0-6,-2 27-23,-2-12 57,1-13 106,1-15 39,1-12-61,1-14-45,1-13-1,1-14-32,3-16-18,9-14-174,-3 26 1,2-1 209,2-1 1,0 2 31,1 2 0,-1 3 83,9-20-61,-4 17-56,-2 10-33,1 10 5,2 6-28,5 8 364,5 12-364,8 13-61,3 16-119,-19-16 0,-1 2 197,-3 2 0,-2 1-29,4 28 1,-17-7 22,-14-12 29,-7-15-18,-4-14-16,6-11 38,4-13-27,7-11 17,5-14 393,10-7-349,7-5-54,7 4-24,4 7 0,0 10 0,-2 10 0,-2 9 0,2 8 0,3 14 0,6 9 0,5 13 0,-1 7 0,-3 3 0,-7-2 0,-9-6 0,-8-10 0,-5-12 0,-1-12 0,2-16 0,4-14 0,5-15 0,3-9 0,4-2 0,-3 7 0,-2 10 0,-6 15 0,-4 11 0,-3 10 0,2 9 0,2 11 0,2 12 0,0 9 0,1 7 0,2 2 0,5-1-1021,4-4-1079,3-9-4823,1-12 6923,-4-12 0,-9-9 0,-6-2 0</inkml:trace>
  <inkml:trace contextRef="#ctx0" brushRef="#br0" timeOffset="99332">8692 11413 25303,'-33'-29'-1236,"3"-1"0,35 42 0</inkml:trace>
  <inkml:trace contextRef="#ctx0" brushRef="#br0" timeOffset="99783">9378 11679 27062,'-25'-46'457,"0"0"1,-5 2-1,1 10-361,-1 19 10,-25 9-71,11 23-470,15-3 1,0 4 434,2 5 0,3 3 0,3 3 0,4 2 0,4 0 0,5 1 185,6 29-185,21-9 0,19-13 0,17-15 0,-17-21 0,1-6 0,-6-5 0,-2-3 0,0-2 0,-4-3 0,-5-9 0,-5-3-362,5-29 362,-12 17 0,-1-3 0,-1-19 0,-3-2 0,-1 5 0,-1 2 0,0 0 0,0 1 0,0 9 0,-1 4 0,-1-5 0,1 3 0,-2 23 417,0 16-417,0 10 72,0 22-72,-2 23 0,1-8 0,0 3-243,-1 12 0,0 5 138,0-2 0,1 5 1,0-3-730,1-16 0,0-2 0,1 3 834,2 8 0,2 5 0,1-3 0,-1-10 0,-2-12 0,2-4 0,4 15 0,1 0 0</inkml:trace>
  <inkml:trace contextRef="#ctx0" brushRef="#br0" timeOffset="100116">10588 11326 26973,'-41'29'237,"-1"-1"0,-1 2 0,1-1-209,13-7 0,1 1 5,-8 6 1,0 2-15,8-1 1,2 1-250,3-1 0,2 0 238,5 2 1,8-1 129,24 9-189,8-12-350,17-11 1,5-5-462,11-1 322,-15-6 1,7 0 0,-9-2 0,2-2 0,19-1 0</inkml:trace>
  <inkml:trace contextRef="#ctx0" brushRef="#br0" timeOffset="101509">11514 11556 24749,'8'-48'866,"0"-1"0,-1 6 1,-2 6-525,-5 11-214,0 11-88,0 8-12,3 12-17,2 11 22,4 18-33,1 15-22,-4 12-176,-6-27 0,-2-1 195,-3 1 1,-2-1 2,-11 25 39,-3-14-6,5-18 163,5-13-84,7-20-22,1-11-23,7-17-33,6-14 16,7-10-266,-6 26 1,0 0 237,1 0 1,0 1 28,11-24 326,-1 14-377,-1 15 0,1 14 0,3 8 0,2 11 0,6 7 501,1 11-501,0 11 0,-3 5 0,-8 3 0,-7-2 0,-8-8 0,-5-8 0,-2-10 0,-1-8 0,1-6 0,3-8 0,1-5 0,4-7 0,3-6 0,5-5 0,5-3 0,3 0 0,2 7 0,-2 10 0,-5 9 0,-5 10 0,-4 5 0,-1 9 0,1 4 0,-2-3 0,15 9 0,-10-15 0,21 6 0,-9-14 0,7-6 0,-4-7 0,-5-7 0,-5-6 0,-4-3 0,-4 2 0,-1 3 0,-2 6 0,-1 7 0,2 5 0,2 4 0,2 7 0,2 7 0,3 10 0,0 7 0,0 5-573,-1 1-82,-4-8-6564,11 10 7219,-9-23 0,2 4 0,-10-16 0</inkml:trace>
  <inkml:trace contextRef="#ctx0" brushRef="#br0" timeOffset="101675">12719 11107 24318,'-18'-43'634,"-1"-1"1,3 6 0,3 9-808,5 21-286,9 20-836,10 16-3908,12 23 5203,4 1 0,-7-17 0,-8-14 0</inkml:trace>
  <inkml:trace contextRef="#ctx0" brushRef="#br0" timeOffset="102099">13341 11407 23903,'-12'-55'1032,"-1"0"1,0 6 0,-3 5-619,-21-1-1315,-22 21 985,18 24 0,-2 6-20,-7 6 1,0 5-602,-2 8 1,4 4 555,6 2 1,6 4-12,10 0 1,7 3 99,11-3 0,8 1-122,9-2 0,8-3-31,7-1 1,6-4 13,4-3 0,4-5 6,2-4 0,0-6 22,1-6 0,-2-5 14,-2-6 1,-3-5 4,-2-7 1,-4-4 5,-3-5 1,-4-5-321,-3-5 1,-4-5 336,-2-7 0,-2-4-158,-5 14 0,0-1 1,-1 0 159,0-3 0,0 0 0,-1 1 35,0 1 1,0 1 0,-1 1-4,2-12 0,-2 4 312,0 11 0,-1 4-385,0-9 317,-1 23-317,1 14 701,4 20-701,7 22 0,-2-5 0,0 5 29,3 9 1,1 5-30,2 8 0,-1 3 0,-4-16 0,-1 1 0,0 0-267,0 1 0,-1 0 0,0-1-503,-2 0 1,0-2 0,0 0-2592,3 15 1,-1-3 3360,-1-12 0,-1-5 0,3 7 0,-3-25 0</inkml:trace>
  <inkml:trace contextRef="#ctx0" brushRef="#br0" timeOffset="102316">14042 11013 26715,'-9'-48'652,"-1"-1"0,3 7 0,0 11-652,3 21 0,4 19 0,-1 17 0,6 23 0,-1-15 0,2 2-532,4 6 1,3 2-12,4 3 0,2 0-810,4 1 0,3-1-269,5-2 1,0-3-1382,-5-9 1,1-3 3002,4-2 0,-4-5 0,-4-5 0,-2-3 0</inkml:trace>
  <inkml:trace contextRef="#ctx0" brushRef="#br0" timeOffset="102475">13964 11363 23813,'-36'-47'887,"0"0"0,9 8 0,15 4-843,57-3-55,6 18-1068,-9 11 0,2 3 844,-3 3 0,1 1-429,13-1 0,2 2-1734,3 2 1,-2 0 1805,-6 0 1,-3 0 0,14 3-1,-30-3 1</inkml:trace>
  <inkml:trace contextRef="#ctx0" brushRef="#br0" timeOffset="102642">14773 10808 21198,'-1'-7'5646,"1"1"-4907,-3-24 0,-1-4-442,3 16-271,-3-18 0,3 7-26,3 28 0,6 15 0,8 19 0,-3-4 0,0 6-756,0 4 0,-1 5 1,-1 2 195,-1 0 0,-2 1 0,0 3 560,-2 1 0,-1 4 0,0-2 0,-1-5 0,-2 6 0,0-5 0,-2-1 0,0 0 0</inkml:trace>
  <inkml:trace contextRef="#ctx0" brushRef="#br0" timeOffset="103266">15387 10500 24833,'28'-51'873,"-1"0"1,0 6 0,2 9-510,28 10-1328,-24 21 0,1 5 1071,25 9-57,-16 9 1,1 9-33,-9 6 1,0 6 0,-2 2-38,1 4 0,-1 1 1,-1 5-586,-4-2 1,-1 4 0,-3 1-1,-4 1 492,-5-3 0,-4 0 0,-3 1 0,-3 1-338,-5 3 1,-4 1 0,-3 0 0,-1-3-1192,-3 7 0,-3-2 0,-5-1 1641,-2-12 0,-4 2 0,0-4 0,2-7 0,2-3 0,-1-4 0,-1 0 0,-1-1 0</inkml:trace>
  <inkml:trace contextRef="#ctx0" brushRef="#br0" timeOffset="104409">17126 10853 23612,'-7'-2'1087,"1"1"-219,6 1-459,0 0-482,37-51-179,23 38-238,-22-13 0,3 2 201,16 21 0,2 9-592,-13-1 0,-1 2 35,9 2 1,-3 3-234,-11 2 1,-9 5-1252,-11 34 2291,-28-14 280,-20-8 0,-10-3 285,-2-6 1,-2-2 209,-13 6 1,-3 0-2,13-8 1,-2 1 0,3-1-221,-8 3 0,2-1-210,0 0 1,7-3-105,5 0 153,19-8-91,31-10-179,47-19-93,-20 7 1,5-2-272,-2 0 1,3-3 0,-2 1 270,7-2 1,0-2-9,-9 3 0,0-2 1,-1 0-75,4-7 0,-2-3 113,7-6 0,-4-6-4,-20 7 1,-3-3 0,-4 0 17,-1-10 1,-7-1-15,-4 0 1,-7 2 52,-10 5 1,-5 3 596,-17-16-347,13 25 0,-1 2-40,-6-4-212,11 16-56,13 20 1379,6 17-1384,6 17-1052,2 0 1,2 3 1033,-4-11 1,2 2-44,3 8 1,2 4-1,-2-2-577,1 0 1,0-2 409,3 10 1,-2 0-1023,-4-4 0,-4 0 1238,-8-7 0,-2-3 0,3 16 0,-10-8 0</inkml:trace>
  <inkml:trace contextRef="#ctx0" brushRef="#br0" timeOffset="105626">18892 10717 24704,'-3'-43'560,"0"1"0,0 0 1,1 17-337,3 33-23,5 16-66,3 20-46,2 18-58,-5-26 0,-2 1-14,0 1 0,-2 0-12,-2 22 9,-4-22 0,-2-2 14,-6 2 17,-3 8 56,5-31 16,4-18-49,5-17-1,5-18 0,6-16-34,-1 21 1,2-1-294,1-3 0,2 0 282,2 0 1,0 0-9,2 4 0,1 2-3,19-19 11,-1 18-5,-2 15 5,-2 10 1,-1 12-12,-7 1-33,17 21 10,-13 1 24,11 16-24,-14-1-10,-9-1 604,-9-6-548,-5-10-40,-4-9 34,0-9 28,0-6-34,3-10-5,7-8-11,10-10-1,11-7 1,7-2-17,2 3 28,-1 6 11,-4 9-34,-4 9-16,-3 7 22,-2 7 5,-1 7-27,1 8 22,-2 8 5,-2 4-38,0 3-1,2-4 12,5-4 11,4-8-12,4-9 23,-1-7 28,0-13-22,-1-8-6,1-9 22,-1-5 23,-1-3 28,-7 2 28,-9 6 27,-9 11-27,-15 8-28,-11 11 0,-10 7-45,-1 9-28,7 5-17,10 1 0,12 0 28,14-4-5,15-4-34,15-6 22,-3-6 17,-8-5 1,0-2 21,6-10 8,12-8-41,-28-10 0,-13-9 0,-18-6 0,-12-2 0,-11 1 0,-5 9 0,2 10 0,3 14 0,4 11 0,4 13 0,4 10-808,7 11-1381,10 7 1341,21 8 0,-9-21 0,10-1 0</inkml:trace>
  <inkml:trace contextRef="#ctx0" brushRef="#br0" timeOffset="106225">20647 10690 27068,'-10'-43'487,"0"0"0,2 1 1,1 17-472,5 27 12,4 17-5,8 15 5,9 15-20,-5-20 1,3-1-15,2 1 0,2 0-184,1-3 1,0-1 200,17 15 99,-11-16-110,-12-14 0,-5-18 0,-3-14 0,2-17 0,-1-14 0,-1-6 0,2-2 0,4 9-309,2 13-104,7 16-863,7 14-758,9 15 623,-3 4-3505,2 9 1,1 3 1639,9 8 3791,-11-4 1,-4 2 3477,-11 2 393,-19 0-1467,-15-13-1083,-2-4-486,6-6-229,5-4-438,7-3-381,7-6-151,12-5-95,12-7-44,10-4 21,6-2-263,-2-4 269,-6-4 45,-11-4 45,-12 0 39,-13 4-6,-14 9 1,-11 10-35,-9 8-48,-5 11 173,0 9-253,1 11 0,2 11 0,3 6 0,8 7 0,9 1-791,19 4-2278,21-2 3069,-1-25 0,1-3 0,5 3 0,5-5 0</inkml:trace>
  <inkml:trace contextRef="#ctx0" brushRef="#br0" timeOffset="106992">22858 11120 24617,'22'-47'412,"-1"-1"0,0 1 0,-1 0 1,0 0-1,-2 0-289,-1 0 0,-1-1 1,-1 0-1766,-1 2 1,-1 0-1,0-1 1668,0 1 0,-1-1 0,0 0-4,0-2 1,0-1 0,-1 2 287,2-13 0,0-2-292,-2 4 1,0-4 0,0 4-17,-4 11 0,1 3 0,-2 1 5,1-1 1,-1 1-1,-2 5 938,2-16-951,-4 25 94,-2 25-82,-5 32 28,-4 24-26,2-5 0,0 6 386,2-11 0,-1 3 1,1-2-407,-1 14 1,0 2-2,1-7 0,1 4 0,0-2-34,1-9 1,1-1-1,0 2-80,0 8 0,-1 3 0,3-1-768,1 4 1,2 0 0,0-4-798,1 0 1,2-2 1691,4 8 0,2-9 0,-3-24 0,2-2 0</inkml:trace>
  <inkml:trace contextRef="#ctx0" brushRef="#br0" timeOffset="107342">23536 10581 21399,'0'-6'4067,"0"0"-2331,0 6-1719,30-36 6,-1 37-23,19-29-17,5 50 22,-6-6-5,-13-7 0,-1-3 12,16-3 44,-6-15 0,-26-4 78,-6-18 174,-9-8-39,-7 0-17,-9-3-79,-8 19-111,2 11 11,-6 9-62,6 10-11,-8 18 0,9 10-50,3 18-74,10 4-21,7-8-438,12 15-798,2-28 1,4 1 862,6 2 0,0-1 1,-6-7-1,-1-3 0,14 5 1</inkml:trace>
  <inkml:trace contextRef="#ctx0" brushRef="#br0" timeOffset="107549">24482 10661 22229,'16'-53'1337,"0"0"0,0 1 0,2-11 1,-3 7-1072,-7 20 0,-3 7-42,-9 6-180,-1 16 40,-9 25-20,1 8 1,1 7-48,-3 5 0,-1 4-487,3-4 1,0 4 0,0 0 450,1-1 1,1 2-1,1 0-54,-2 4 0,2 1 1,0-2-37,-2 10 0,1 2-470,0-2 0,0 5 1,-2-5-1010,-4 1 0,-2-1 1169,-1-2 1,-3 4 0,1-9 0,5-12 0,0-6-1,-20 19 1</inkml:trace>
  <inkml:trace contextRef="#ctx0" brushRef="#br0" timeOffset="107649">23951 11539 19277,'8'-48'1124,"1"-1"1,-1 1-1,1-10 1,6 1-957,10 10 0,7 0 0,0 3-1683,5-1 0,3 1 1013,-3 3 0,4-2 0,-1 4 502,-3 10 0,1 3 0,-5 3 0,-3 1 0,-2 4 0,23-10 0</inkml:trace>
  <inkml:trace contextRef="#ctx0" brushRef="#br0" timeOffset="108249">22959 10518 17053,'-54'4'241,"0"-1"1,0 1 0,0 0-1,0 0 1,-5 1 0,0-1-1,3 1 1,1-1-13,-10 2 1,3-1 0,5 0 5,0 1 0,11-1 2702,17-2-2662,85-7-212,-14 1 1,8 1-1,4-1-427,1-1 1,4 1-1,3-1 1,2 1 371,-13 0 0,1 1 1,2 0-1,0 0 1,2 0-1,0 0-106,5 0 0,1 1 1,1-1-1,1 0 1,0 0-1,1 0 96,-8 1 1,2 0-1,-1-1 1,1 1-1,0 0 1,0 0-1,0 0-57,0 0 1,1 0 0,0 0 0,0 0 0,0 0 0,-1 0 0,1 0 23,-3 0 1,1 0 0,0 1-1,-1-1 1,0 0 0,-1 0 0,0 1-248,7-1 0,-2 0 0,1 1 0,-1-1 0,-1 1 0,-1-1-100,6 0 0,-2 0 0,1 1 0,-2-1 0,-2 0 382,-4-1 0,1 1 0,-3-1 0,-2 0 0,-4 1 0,2-1 0,-4 1 0,-3-1 0,4-1 0,1 0 0</inkml:trace>
  <inkml:trace contextRef="#ctx0" brushRef="#br0" timeOffset="108766">26430 10285 25180,'-23'-56'584,"0"0"1,1 6 0,-4 8-333,-22 10-152,5 15-72,12 10 6,14 16-12,13 9-5,17 17-6,12 11-11,-4-18 0,2 2-466,5 5 0,2 1 469,3 4 0,2 0-15,0 2 1,-1 0-26,-2-1 1,-3 0-14,-5-5 0,-3 0-6,-7-5 0,-5-1-135,-12 16-150,-21-15-331,-21-14-841,-12-13-2016,-2-18 3529,30-1 0,2-1 0,-4-3 0,10-4 0</inkml:trace>
  <inkml:trace contextRef="#ctx0" brushRef="#br0" timeOffset="108992">26969 9848 27673,'17'59'28,"1"-1"0,-1 2 0,-5 1-68,-11 1 1,-4 1-826,4-20 0,-1 1 0,2 0 667,0 0 0,1 0 0,1 0-407,3 19 0,2-2-445,2-5 0,0-4-1119,-1-9 0,-1-4 2169,1 14 0,-6-29 0,-6-14 0</inkml:trace>
  <inkml:trace contextRef="#ctx0" brushRef="#br0" timeOffset="110126">26980 10553 14096,'-23'-41'2027,"0"0"1,0-1 0,-2-4 0,4 4-1171,5-12-338,29 29-418,19 1-56,25 6-79,-7 12 1,2 2-426,-14 1 0,1 1 439,21 1 1,0 1-20,-20 1 0,0 0 36,15 0 0,-1 0 11,-19 0 1,-2-1 75,5-1 0,-6-1 492,-11-4-100,-5-2 118,-21-2-218,-12 3-12,-14 0 151,-17 6-414,14 2 750,-14 10-778,24 5-6,-2 11-28,9 4-39,8 4 12,7-6-12,12 5 0,11-7 123,4-4-67,1-7 157,2-19-12,-6-8 57,9-12 11,-5-5-141,-7 5 236,0-7-212,-11 15-95,0-2-57,-7 11 0,-2 9 0,-1 6 0,-2 10 0,1 9 0,11 15 0,0-13 0,18 12 0,-1-19 0,12 2 0,10-8 0,-15-8 0,18-18 0,-31 1 0,11-17 0,-18 3 0,-2-9 0,-7-2 0,-9-3 0,2 14 0,-7-1 0,7 16 0,-1 1 0,3 3 0,0 3 0,2-2 0,0 0 0,-1-3 0,0 3 0,0-3 0,0 0 0,1-1 0,-1-2 0,1 2 0,0 0 0,0 2 0,0 1 0,0 2 0,1 0 0,1 1 0,9-2 0,4 1 0,11 0 0,8 2 0,-4 1 0,16 4 0,-8 4 0,14 8 0,-14-1 0,-3 5 0,-16-2 0,-8-4 0,2 6 0,-1-7 0,3 2 0,21-4 0,4-9 0,-9-1 0,2-3 0,-1-3 0,-1-3 0,1-1 0,-2-4 0,21-22-393,-12-16 393,-25 16 0,-3-2 0,-3 4 0,-3-1 0,-1-15 0,-2-2 0,-2-3 0,-2-1 0,-1 2 0,-1 0 0,-1-2 0,-1 3 0,-6-7 0,3 22 0,2 12 0,4 14 0,0 7 0,1 17 0,0 19 0,2 26-287,0-21 0,2 3 287,0 8 0,2 1 0,1 5 0,1 1-554,3 2 1,2 1 172,0-3 0,1 0-375,1-3 0,2-3-1213,1-4 0,0-4 1969,-1-8 0,0-4 0,4 6 0,-7-19 0</inkml:trace>
  <inkml:trace contextRef="#ctx0" brushRef="#br0" timeOffset="110266">28347 10182 23455,'-5'-8'3042,"2"2"-2964,24-28 1,17-5-1429,-4 23 1,5 2 938,6-13 0,4-5 0,3 7 137,5 13 0,2 7 0,-5 1 0,-5-1 0,-3 0 0,0 2 0,0 0 0</inkml:trace>
  <inkml:trace contextRef="#ctx0" brushRef="#br0" timeOffset="118366">12252 3325 21478,'5'5'252,"21"-5"-3085,14-6 0,5-3 2830,-11 3 0,1 0-14,12-3 1,-3 1 1430,0 1-1313,7-2 809,-37 7-843,-38 9 6,-12 3-26,4-2 1,-3 0-163,-1 1 0,-2 0 174,0 0 0,-1 0 11,2 0 0,1-1 98,-24 7 3127,18-5-3334,20-5 55,16-3 96,19-5-78,4-2-6,42-12-34,-22 6-2,8-2 0,3 1 211,6-3-206,-16 5 0,-1 2-8,6-3 22,-16 6 40,-20 3-40,-24 9 34,-22 6-28,-5 2 69,-5-1 1,-3 1-415,12-5 1,-1 0 629,-16 4 0,1-2 51,17-4 0,4-2 337,-12 0-517,26-6-71,26-7-69,8-1 6,18-4 1,6-1-35,-1 2 1,2-1-586,20-5 1,2 0 528,-3 2 1,-1 1-155,-3 1 1,-2 1-51,-13 2 0,-1 2-4661,1 1 1,-4 1 3777,-7 2 0,2 1 0,-25 3 0</inkml:trace>
  <inkml:trace contextRef="#ctx0" brushRef="#br0" timeOffset="121566">12662 3642 23959,'-62'-3'130,"-1"0"1,6 2 0,7 8-86,25 14 0,5 4 33,-13 18-22,13-6 28,14-6 45,16-7 22,11-5-61,14-2-56,8-3-1,4-2-5,-4 0 17,-11-2 78,-15 0 96,-12 1-6,-18 2-101,-16 4-39,-22 4-389,16-9 1,-2 1 236,-6 2 1,-2 0-1561,-3 1 0,1 1 1639,4-2 0,4 0 0,-11 3 0,25-7 0</inkml:trace>
  <inkml:trace contextRef="#ctx0" brushRef="#br0" timeOffset="135658">14899 2117 20288,'22'-41'545,"-1"1"1,-5 2 0,-12 9-52,-50 18-254,-13-1-54,27 7 1,-1-1-46,1 0 1,-1-1 311,-26-7 80,5 2 118,3 1-61,5 5 35,6 3 69,6 2-69,6 4 76,1 3-192,6 1 375,-14 9 14,10-1-36,-5 3-140,-1 6-45,15-7-649,-4 5-28,12-6 0,6-4-102,1-1-890,2-2-107,0-1 56,1-4-153,-1-1 896,-1-3-452,0-7 354,1-3 324,0-8 145,1-3 192,1 1 13,-2 1 417,0 3-46,-1 5-249,-2 2-341,2 5 25,-1 2-692,1 1 761,1 8-282,1 5-70,1 11-53,0 5 92,-1 4 258,1-2-133,3-3 373,2-4-838,4-2 246,1-3 95,2-1 106,-1-2-106,-2-1-104,1-4 137,-2-1 222,0-4 455,-1-1 106,-3-3 101,-3-1-55,-1 0 104,-3-1-466,1-1-8,-2-4-402,-3-1-507,-5-1 180,-5 0 37,-8-1 123,-2-1-141,-3-2 499,1-2-145,2-4 169,5-1 77,3-5-424,7 0-304,3-3 76,4 1 139,2-3 59,0-3 102,0 0 148,0 1 149,0 7 308,0 6 146,-1 7-265,0 7-336,0 2-153,-1 3 1852,0 3-871,-1 6-105,-1 6-625,0 6-117,0 3 0,-1 4 0,1 4 0,1 2 0,1 2 0,0-1 0,4-2 0,5-3-525,6-6-432,8-5 568,6-7 568,6-5 137,5-4-19,2-5 166,-2-4 153,-8-2-616,-8-3 0,-9 0 0,-7 2 0,-4 1 0,-4 3 0,-2 2 0,-4 0 0,-1 0 0,1 0 0,0 0-453,-1-2-101,0 0 287,-2-1 814,0 0-481,-5 1-142,-4 2 106,-6 0 115,0 2 195,1 1-118,5-1-222,7 0 0,4-4 0,3-3 0,0-4-346,1-3-515,2 3-10,-5-7-75,2 4-113,-5-7 32,-1-1 425,3 7 350,2-6 324,5 6 194,1-6 149,6-1 603,4-1 269,2 2 321,1 6-310,-4 6-1298,-4 5 0,-3 6 0,-2 9 0,-4 9 0,-3 10 0,-3 5 0,1 3 0,4-1 0,5 0 0,8 1-1516,10 1 1361,17 3 0,-15-19 0,5-5 1</inkml:trace>
  <inkml:trace contextRef="#ctx0" brushRef="#br0" timeOffset="139500">15471 3268 14191,'-7'0'2649,"2"0"-1887,5 0-532,0 0-146,-36-5-34,33 5 17,-15-2-39,59 4-22,-5 0-26,-1-1 1,2-2-4,6-1 23,8-1 45,-9-2 67,-27 3 6,-2 0-57,-29 4 34,-17 3-22,-4 1 123,-22 4 25,21-3 1,-1-1 16,0 1 0,-1-1-718,-7 2 1,2 0 748,-9 0 207,4 0-134,26-5-130,4-1-111,14-1-45,40-12-50,0 1-6,19-7-6,2 1-5,-22 8 0,-1 0 2,1 1 1,-1 0-9,30-6 1542,-18 6-1486,-28 5 23,-3 0-46,-28 3 1,-5 2 34,-28 5 33,-9 3-211,19-5 1,-3 1 266,-1 0 1,0-1 97,3 0 0,1-1 140,4-1 0,4-1-154,-5 1-129,22-9-61,21 0 22,23-11-51,-2 5 1,4-1-18,2 0 1,2 1-327,12-3 0,1 2-637,-6 2 0,0 3 975,3 0 0,-2 1 0,4 0 0,-8 2 0</inkml:trace>
  <inkml:trace contextRef="#ctx0" brushRef="#br0" timeOffset="142017">16992 3495 20991,'-6'0'873,"1"0"-430,5 0-336,69-73-1178,-41 58 1,3 1 1079,7-12 0,5-6 1,-1 8-13,5 12 0,0 6 264,-4 1 1,-1 1-307,-7 1 0,-3 2-72,11 4 464,-28 7-341,-33 9 16,-31 8 6,12-12 0,-5 1-517,-7 2 1,-3 0 572,-3 0 0,-1 1 73,0-1 0,0 0 207,5-1 0,2 0-182,7-3 0,3 0 114,-15 7-212,24-8 61,22-6 62,25-7-44,25-9-116,-7 1 1,2-2 13,11-4 1,3-1-37,5-2 1,2-1-15,3 0 0,-1-1 8,-1 1 1,-3 1 2,-5 1 1,-4 0 310,-10 3 1,-4-1-172,5-4-145,-36 7-51,-35 10-19,2 6 0,-3 2-174,-9 3 0,-1 2-2684,-4 4 1,1 1 2910,6-1 0,4-2 0,-10 7 0,24-10 0</inkml:trace>
  <inkml:trace contextRef="#ctx0" brushRef="#br0" timeOffset="157174">4642 15211 25758,'-25'-6'44,"3"24"-201,16 20 1,5 9-1785,-3 2 1,2 1 1940,2 6 0,1-2 0,-1 7 0,4-8 0</inkml:trace>
  <inkml:trace contextRef="#ctx0" brushRef="#br0" timeOffset="157524">5035 14772 25012,'-30'13'22,"-1"0"1,-8 13 16,61 6 12,12-9 16,7-11 124,-3-12 111,-7-12 68,-12-9-6,-11-12-101,-12-6-56,-8-6-16,-8 3-57,-3 6-72,1 12-62,4 13-51,2 18 12,2 16-23,4 21-262,3 16-801,8-24 1,3 3-3172,2 5 0,3 0 4296,1-3 0,1-2 0,5 15 0,-5-24 0</inkml:trace>
  <inkml:trace contextRef="#ctx0" brushRef="#br0" timeOffset="157708">5705 14898 23338,'-2'-53'1265,"0"-1"1,0 3 0,-4 9-980,-4 23-247,-7 17-28,-4 37-6,7 0 1,1 6-1231,-3 17 1,0 6 1218,5-11 1,-1 4-1,2 2-60,2-7 0,1 3 1,0 0-1,1 2-212,2-6 0,0 1 1,0 1-1,1 0 0,0 1-1240,0 5 0,0 1 0,0 1 0,1-1 1,0-1 1517,-1-5 0,1 0 0,1-1 0,-1-1 0,0-4 0,0 12 0,1-4 0,-1-6 0,-1-6 0,0 1 0</inkml:trace>
  <inkml:trace contextRef="#ctx0" brushRef="#br0" timeOffset="157834">5020 17065 21908,'2'-51'353,"-1"1"0,0-1 0,3 1 0,2-3 0,0 0 0,3 1-261,0 3 0,2 0 1,2 0-1,0-1-972,1 1 1,1-2 0,1-1 0,1 0 0,1 2 884,0 1 1,1 0 0,2 1-1,0 0 1,0 2-22,6-10 1,1 2 0,0 1-1,3 0-865,-3 8 1,1 0 0,1 1 0,0 2 0,-2 2 880,9-10 0,-2 3 0,-1 3 0,-3 5 0,-1 2 0,-4 6 0,6-3 0</inkml:trace>
  <inkml:trace contextRef="#ctx0" brushRef="#br0" timeOffset="158107">6936 14539 25007,'-14'-54'877,"-1"0"1,4 9-1,-3 13-798,-9 30-18,6 22 0,4 11 1,0 7-3,0 6 0,0 6-1098,3-8 0,0 6 0,-1 3 0,2-2 1034,0 0 1,0 1 0,1 0 0,1 2-18,0 0 1,1 2 0,1 1 0,0-1 0,1-3-178,-1 14 1,3-4-1,2 1-238,4-6 0,2 2 1,3-1-1,4-4 437,12 5 0,4-4 0,-2-3 0,-10-10 0,-2-1 0,3-4 0,16 5 0,0 1 0</inkml:trace>
  <inkml:trace contextRef="#ctx0" brushRef="#br0" timeOffset="159374">7984 15105 22083,'1'-9'3417,"0"2"-3025,0-56-274,-1 47-79,2-42 0,-1 71-11,4 16 6,4 15-23,3 12 0,-3 7 23,-4-13-15,-5-18 1,-4-1 92,-4 2 129,-3 4-101,1-25 246,4-25-246,4-12-17,8-24-50,9-11-392,-3 26 1,2 0 343,2 0 1,1 1-4,-1 2 0,1 3 29,14-15-1,-3 15-50,-3 14 6,0 9-1,3 12-5,2 8 688,2 9-694,0 8 12,-4 4-46,-8 4 46,-8-3 39,-7-4-56,-4-9 16,-1-8 23,0-9 17,1-9 5,4-11-16,6-11 0,4-10-12,5-5 12,0 1-1,-2 8-50,-3 10 12,-4 9 5,1 7 0,0 9 11,4 6-22,6 8 5,5 6-5,3 2 11,1-2 17,-1-5-28,-2-7 16,-1-7 6,-4-13 6,-2-8 17,-2-10-1,-3-6 23,-1 0 12,-4 2 55,-2 5 22,-4 8-89,-2 7-22,-2 5-23,0 6-22,3 6 5,4 7-27,4 8-1,0-2-638,15 15-890,-5-10-3709,16 9 5271,-9-13 0,-10-10 0,-8-7 0</inkml:trace>
  <inkml:trace contextRef="#ctx0" brushRef="#br0" timeOffset="159540">9220 14705 22783,'-5'-6'3501,"1"0"-3221,4 6-302,0 0-202,-42-33-1283,42 44 1507,-22-11 0,37 27 0,3 2 0</inkml:trace>
  <inkml:trace contextRef="#ctx0" brushRef="#br0" timeOffset="159917">10060 14858 26357,'-41'-19'340,"0"0"0,1 1 0,-21-7 1,2 9-246,13 18 0,2 7-918,-1 1 0,0 4 834,5 4 1,2 2-4,7 2 1,4 3 332,-5 26-329,27-2-18,27-3-16,25-12 24,-15-21 1,3-4-3,3-4 0,2-3 8,0-6 1,0-4-17,-4-4 0,-1-4 5,-4-6 0,-4-5 25,-4-3 1,-4-4 13,-5-7 1,-3-2-287,-3-8 0,-4-1 353,-3-7 1,-3 0-80,0-1 1,-1 2-25,-1 5 0,0 4 0,1 12 0,0 5 127,-2-6-127,2 24 318,2 24-318,0 22 0,3-1 0,1 5-274,1 14 0,2 4 274,0-9 0,1 2 0,0 2-1193,2 7 1,1 3 0,0 0 1192,-1-4 0,1 0 0,0-4 0,0 6 0,-1-7 0,3 12 0</inkml:trace>
  <inkml:trace contextRef="#ctx0" brushRef="#br0" timeOffset="170349">10858 14812 25018,'-9'0'1115,"2"0"-1059,21-60-23,34 25-160,-13 6 0,6-5 1,2 6-1968,2 12 0,3 6 0,1 0-1183,11-2 0,1 0 0,-4 3 1709,1 3 0,-7 1 1,-12 2-1,-7 2 1,-14 1-1</inkml:trace>
  <inkml:trace contextRef="#ctx0" brushRef="#br0" timeOffset="170499">11013 15122 23302,'44'-23'-323,"-1"-1"1,0 0 0,0 1 0,3-3 0,-3 1 0,0 5 0,12 1 0,-5 5 0,-5 3 0</inkml:trace>
  <inkml:trace contextRef="#ctx0" brushRef="#br0" timeOffset="170699">12112 14575 27370,'43'-21'-299,"0"0"0,1 0 0,-1 0 0,7 1 0,4 0 1,-4 4-1,-9 5 0,14 10 0,-17 1 0,1 0 1</inkml:trace>
  <inkml:trace contextRef="#ctx0" brushRef="#br0" timeOffset="170849">12323 14861 26379,'-45'10'500,"-1"1"0,7-4 1,15-6-473,51-16-56,1 2 0,5-1-314,13-2 1,6-1-2936,-10 4 0,3 1 0,-1 0 3114,-2 0 0,1 1 0,-4 1 0,5-1 0,-6 2 0,9-3 0</inkml:trace>
  <inkml:trace contextRef="#ctx0" brushRef="#br0" timeOffset="175908">13345 14956 26071,'23'-39'93,"1"0"0,-1-1 0,1 0 0,-1-2 0,-2 2-62,5-13 0,-2-1-922,-7 11 1,0-2-1,-1-1 911,1-4 1,-1-2 0,-1-1-382,-1-1 0,-1-1 0,-1 1 378,-2 3 0,-2 0 0,-2 3 19,0-14 1,-7 4 388,-3 16 1,-9 8-364,-37 6-51,9 29 0,5 16 1,2 9-4,9 1 0,4 5-389,-5 11 1,2 5 374,4 5 1,6 5 1,7-8 0,4 5 0,1-4-2,1 4 1,4 1-8,3-5 0,3 3 0,4-5-46,6-3 0,5-3-50,6 7 0,6-3-9,0-10 1,4-6-692,5-9 1,-1-7 791,15-4 547,-24-16 1,-4-8-536,3-24 21,-15 10 1,0-4 3,-2-2 0,-3-2 27,1-4 1,-2 0 109,2-16-62,-3 11 778,-10 29-789,-7 11 3348,-1 7-3393,-7 14 21,4 4-55,1 4 1,10 3-12,10-4-16,10 5 5,21-5 23,-1-11 5,-1-9 23,-5-16 10,-13-11-4,3-13 32,-8-9 29,-11-15-11,-11 11-29,-5 3 79,-10 19 6,1 16-28,-12 4-46,6 16-55,-3 12-6,12 2-5,3 17-12,7-1-16,6 24-12,11-8-1152,10 3 1130,1-25-95,12-5 39,-5-17 0,20-15 84,-4-15-567,-18 2 1,-1-2 599,10-13-204,4-10 205,-13 9 1029,7-12-968,-12 15-5,-6 7 0,-10 17 1256,-5 7-1262,2 8 193,4 15-238,2 5-5,4 10 5,0-5-17,-2-8 17,5 1 12,1-9 16,-1-6-22,1-14-45,-4-15 45,-4-3 11,3-10-6,-3 5 51,3-11-40,-3 12 7,-1 3-46,-4 14 12,-1 4 10,3 12-27,4 3 11,1 5-50,13 13 5,-3-7-17,5 5-397,15-2 67,-7-16 196,22 0 151,-2-19-538,3-9 588,-12-3 40,-17 2 0,-3-3 145,2-11 68,5-17 39,-20 6 11,-7 4-185,-7 10 107,-21 8-85,-10 19-5,-21 10-84,2 16-576,6 15 525,15-5-357,17-3 1,5 1 351,2 1-62,7 5 1,6 0 67,16 3-6,-4-14 0,4-2 22,23 1-10,-9-13 27,3-29-16,-22-7-23,3-20 0,-13 11 998,-4-9-998,-5 25 813,-3-8-813,1 20 170,-6 15-170,3 18 0,-4 29 0,6-18 0,1 3-663,-1 10 1,1 3 662,1-13 0,1 3 0,-1 0-564,-1 6 0,1 1 0,0 1 535,-1 4 1,0 1 0,-1 0-861,-1 0 1,0 0 0,-1-3-76,0 9 1,-2-3-1073,-8 0 0,-3-11-552,-8-18-4856,-11-20 7444,16-40 0,9 1 0,9 6 0</inkml:trace>
  <inkml:trace contextRef="#ctx0" brushRef="#br0" timeOffset="176592">15694 14072 20614,'22'-40'1247,"0"-1"1,0 1 0,5-10 0,-4 9-301,-2 12-622,-15 26-113,-3 18-21,-6 28-799,-1-7 0,0 4 628,-2 14 0,-1 5-376,2-13 1,-1 2 0,0 1 358,-1 6 1,0 1 0,0 0-12,1 0 1,0 0-1,0 0-2,1-5 1,0 0 0,1-2-27,-1 11 0,2-5-5,1-14 0,0-6 13,1 6-23,0-27 6,6-25 906,7-17-861,10-17 17,4-10 573,-13 25 1,1 0-568,8-29 14,-8 8 35,-6 7-10,-8 11-12,-3 7-16,0 5-34,2 1 422,10-2-422,14-5-11,16-7-228,-12 14 1,1 0 240,3-2 1,1 0 3,1 1 0,-1 0-1,15-10-137,-18 10 0,-2 0 143,1-6 23,7-12 10,-18 7 74,-4 1 50,-2-2 22,-2 1 535,-1 4-529,-2 7 188,-3 9-361,-1 12 6,-3 17-29,-4 23 0,2-8 0,0 3-453,-2 9 1,1 1 452,0 6 0,1 1 0,1 0 0,-1 0 0,2-3 0,-1-3-137,1-4 0,0-3 137,0 18 0,0-22 0,2-21 0,7-25 0,7-17 0,13-16 0,8-6 256,-15 26 1,1 1-257,21-16 0,3 11 289,-1 13-289,0 15 0,2 14 0,-1 14-246,0 13-872,-23-16 0,-2 1 336,15 21 1,-15-16 0,-10-13 0</inkml:trace>
  <inkml:trace contextRef="#ctx0" brushRef="#br0" timeOffset="177132">17421 14322 27432,'54'-10'0,"-1"1"0,0-1 0,0 1-1031,2 0 1,-2-1-752,-14 3 1,1-1 1781,7-2 0,3-1 0,-9 1 0,1 0 0,-11 1 0,0 1 0</inkml:trace>
  <inkml:trace contextRef="#ctx0" brushRef="#br0" timeOffset="177299">18359 13945 28671,'1'45'-14,"0"1"1,-2 2-1,2 1-174,8 9 1,1 4-2506,-6-13 0,-2 2 1,0-3 2692,-3 6 0,0-4 0,1-3 0,0-4 0,-3 8 0</inkml:trace>
  <inkml:trace contextRef="#ctx0" brushRef="#br0" timeOffset="177932">19003 13874 25287,'-12'-43'596,"0"-1"1,1 0-1,-7-17 1,7 13-412,10 30 55,34 41-134,-7 5 1,3 8-1410,1 3 0,2 5 0,-1 2 1321,-6-5 0,-1 2 0,-1 0 0,-1 0-9,3 7 1,-1-1-1,-4 4-13,-6-4 0,0 2 0,-5 2 0,-5 0-547,-9 2 1,-7 1 0,-4 0 0,0-1-1908,1 2 0,-3-1 1,0 0-1,-3-2 1568,0-2 0,-3-1 1,1-2-1,-1-7 1,-9 10-1,4-13 0,11-15 1</inkml:trace>
  <inkml:trace contextRef="#ctx0" brushRef="#br0" timeOffset="183983">21170 14076 24620,'8'-45'735,"0"-1"1,-1 4 0,-1 12-702,-4 27-17,3 16 33,2 18 6,5 21-34,-3-18 1,0 2-402,1 5 0,-1 3 387,0 3 1,-1 2-26,-3 2 0,-1-1 28,-3-1 1,-3-2 4,-2-4 1,-2-2 3,-2-8 0,-1-2 120,-9 9 11,5-21-45,4-24-39,7-20-16,8-20 61,10-14 757,3 8-793,3 11 0,2 1 41,13-5-186,-10 15 1,1 3 141,12 4-40,0 15-16,-11 10 11,13 12-34,-15 1 1,1 2 5,0 1 0,0 1-17,6 4 0,-2 1 12,7 16 33,-19-4-17,-30-5 0,-29-5-36,6-17 0,-5-2-493,-7-2 1,-3-3 256,-2-4 1,0-4-376,5-1 1,3-4-4205,-16-15 4840,28 0 0,22 10 0,8 6 0</inkml:trace>
  <inkml:trace contextRef="#ctx0" brushRef="#br0" timeOffset="185083">22010 14166 27090,'52'2'20,"1"1"1,-5 0 0,-6 5-10,2 25-33,-18 5 22,-20 5 22,-19-1 1,-10-4 5,-7-10 16,3-11 46,7-13-17,9-16-12,8-10-10,12-14 10,9-2 1,11 1-56,7 6-23,6 8 0,5 8-11,9 7-303,-23 8 0,1 3 283,5 0 1,0 2-63,4 1 1,1 1-70,2 0 0,-1 0-20,1-2 0,-2 0 78,-1-2 1,-2-1 84,-5-3 0,-1-3 47,19-7 50,-16-11 85,-17-4 117,-10-1 56,-7 1-16,-6 5 544,-5 5-702,-7 5-66,-10 5-46,1 3 40,-20 9-28,11 7-34,-14 12-5,13 8-6,7 4-17,11 2-5,18-2 22,19-1 11,19-5-11,10-8 33,0-11 29,-9-16-6,-10-11 22,-11-8 46,-7-4 38,-7 0 51,-4 5-139,-6 2-74,-3 7 0,-3 6 0,-2 4 0,0 8 0,1 7 0,1 8 0,5 6 0,4 4 0,7 3-231,7 1-312,8 0-336,9-3-370,11-7-521,14-9 260,-22-11 0,2-1 432,3-2 0,1-2 523,2-1 1,0-3 464,-3 0 0,0-2 336,-5-2 1,-1-2 1042,21-15 654,-15-5 40,-13-3-527,-12-2-470,-7 2-297,-5 2-246,-10 6 498,-9 9-751,-11 7-61,-9 8-51,-6 10-38,-5 9-7,0 9-16,2 6 0,8 5-17,11 4-6,14 1 17,13-3-33,15-5 16,13-7 1,11-8 5,5-9 22,0-14-16,-7-11 5,-6-13 23,-9-9 44,-7-3 62,-4 1 7,-6 7-147,-2 13 0,-2 8 0,-1 8 0,5 20 0,3 4 0,7 21 0,4 1-253,3 3-1461,-1 2 1714,-2 2 0,-9-23 0,-3-3 0</inkml:trace>
  <inkml:trace contextRef="#ctx0" brushRef="#br0" timeOffset="185757">22599 14324 26340,'11'1'437,"2"-3"-364,6-4 5,4-6 17,1-6 45,-2-4 34,-7-4 33,-6-2 17,-9 0-11,-8 3-45,-8 6-95,-1 9 151,-24 10-118,8 31-128,-1 2-1,16 28 23,26-6-332,0-24 0,3-1 197,5 1 1,3 0-384,5 0 0,2-2-1616,4-1 0,1-2 1883,-3-4 1,-1-3 0,9 4 0,-16-11 0</inkml:trace>
  <inkml:trace contextRef="#ctx0" brushRef="#br0" timeOffset="187207">23637 14480 21259,'4'-51'912,"-1"1"0,1 0 0,-1 2 0,1 2 0,-1 1-349,0-11 0,0 5-983,0 14 1,-2 3 755,1-19-257,-2 37 403,0 12-460,-1 15 230,1 17-224,0 5 0,1 4-22,-1 22-213,-3-7 1,0 2 228,-2-12 1,0 0-164,-3 11 0,-2 2 157,1-4 1,0 0-28,0 0 0,0-2 14,3-16 0,1-3 81,-2 17-40,5-34 52,4-23 358,5-17-420,4-25-9,-1 6 0,0-4-193,-1-1 0,1 0 176,-1-1 1,0 0 2,1-2 0,1 3-8,-3 16 0,-1 2 50,1-4 0,0 2-40,0 0-13,-9 20 0,-2 20 0,-9 18 1375,1 14-1375,-6 20 0,8-15 0,1 1 0,1-5 0,2 0 0,0-2 0,1-1 0,1 22 0,2-26 0,0-2 0,1-20 0,0-48 0,0 7 0,0-9 0,0-5-570,0-5 1,0-1 569,0-1 0,0 0 0,2-9 0,-1 2-255,1 20 1,-1 5 254,3-10 0,-1 19 0,-3 23 0,1 16 0,-1 22 0,-1 27 0,0-3 0,-1-16 0,-2 4 162,-3 4 1,-1 2-163,0 1 0,-2 1 0,-2 6 0,-1-3 0,2-16 0,0-5 528,-4 14-528,1-17 0,9-32 0,2-15 0,7-28 0,0 10 0,1-3-519,3-9 1,0-1 518,0 6 0,0-1 0,0-3 0,1-4 0,-1 4 0,0 1 0,-1 2 0,3-13 0,-2 2 707,-1 4-707,-6 25 0,-4 18 0,-3 16 0,-2 17 0,-1 19 0,4-16 0,0 3-346,1 6 1,0 1 345,0-6 0,1 0 0,-2 10 0,1 2-284,1-3 0,0 0 284,1-4 0,0 1 0,0-2 0,1-5 0,1-3 0,0-17 0,3-26 1693,3-18-1693,3-24 0,-3 17 0,0-1-82,1-8 1,-1-1 81,0-4 0,0-1 0,1 1 0,0 0 0,-1 6 0,1 3 0,3-18 0,-4 25 0,-3 19 0,-3 14 0,0 30 0,1 5 0,5 27 0,5-4-1577,-1-27 1,1-1-872,9 18 1912,8 0 1,-16-29 0,-1-2-1</inkml:trace>
  <inkml:trace contextRef="#ctx0" brushRef="#br0" timeOffset="187467">24109 14290 25320,'-4'-2'1025,"-25"0"0,-8 1-722,-3 7-189,-6-3 1,-2 2-351,-8 15 460,4 1-17,4 3-89,10-4 32,6-1-150,7-1 75,5 4-75,7 7 0,8 8 0,17 6 0,6-8 0,7-12 0,9-2-739,22 0 1,8-3 738,-18-6 0,1 0 0,4-1-422,-4-2 0,4-1 1,0 0-1,-2-2 292,10 0 1,-1-1 0,-1-1-2739,-4-1 1,0 0 0,-3 0 2867,10 0 0,-7 1 0,9-1 0,-37-1 0</inkml:trace>
  <inkml:trace contextRef="#ctx0" brushRef="#br0" timeOffset="203517">8718 12500 12505,'-60'11'359,"0"0"1,1 1 0,-1-1 0,1 0 0,3 0-1,1 0 1,0 0 0,0 1 0,1-1-534,1 1 0,0 0 0,0 0 0,2 1 0,3-2 301,-13 4 0,5 0 1,-1 0 45,2 1 1,-1 0-1,6-1 597,-2 3 1,4 1-662,-8 5 0,5 3-25,20-8 0,11 3 280,19 19-157,39-21-39,16-11 0,13-5-91,-15-4 0,6-2 0,3-1 0,1 0-217,-6 0 0,1 0 0,2-1 0,0 0 0,1 0 150,-9 0 0,0 0 1,0 0-1,2 0 0,2-1 1,3-1-85,-6 1 1,4-2 0,1 1 0,3-2 0,0 1 0,0-1 0,0 1 0,-2-1 0,-1 1 82,7-2 1,-2 1 0,-1-1-1,-1 1 1,1-1 0,2 0 0,1 1-6,-7 0 0,0 0 1,2 0-1,0 0 0,1 0 1,0-1-1,0 1 0,0 0 1,1-1 1,-5 1 0,1 0 0,0 0 0,1 0 0,0 0 1,-1 0-1,1 0 0,-2 0 0,0 0 0,-1 0-114,5-1 1,-1 1 0,-2 0 0,0 0 0,0 1 0,2-2 0,1 1 0,4-1 109,-10 1 0,3 0 1,1 0-1,2-1 1,0 0-1,2 1 0,-1-1 1,1 0-1,-2 0 1,0 0-1,-1 1 0,-2-1-2,2 1 0,0-1 0,-2 0 0,0 1 0,-1 0 0,1-1 0,-1 1 0,0-1 0,1 0 0,0 1 1,3-2 1,2 0 0,1 1 0,0-1-1,-1-1 1,0 1 0,-1 1 0,-3-1-1,-1 1 1,-4 0-1,8-2 1,-3 2 0,-3-1 0,-2 1 0,1-1 0,0 0-5,4 0 0,0-1 1,0 0-1,-1 0 0,-2 1 1,-3 0 30,6-1 1,-5 0-1,0 0 1,0 1-1185,5-1 1,1 0 0,-1 0 0,-4 1 1155,-1 1 0,-3 0 0,-6 1 0,-4 2 0,-7 1 0,-6 2 0</inkml:trace>
  <inkml:trace contextRef="#ctx0" brushRef="#br0" timeOffset="207642">19998 794 20296,'2'45'769,"0"0"1,-1 1 0,-1 4-1,-1 3 1,-1 0-650,-2-7 1,0 1-1,-1 1 1,-1 1-1460,0 11 1,-1 2 0,0 1 0,-1 3 1390,1-6 1,0 1 0,0 2 0,-1 1 0,0 1-167,2-12 0,0 0 0,0 1 0,-1 1 0,1 0 1,-1 1-1,0 0 142,0-2 1,-1 0 0,1 1-1,0 1 1,-1 0 0,0 0 0,0 1-1,-1 0-57,0 4 0,-1 0 0,0 1 0,0 1 0,-1 0 0,0 0 0,0 0 0,0 1 44,0-5 1,-1 1-1,1 0 1,-1 0 0,-1 0-1,1 1 1,-1-1-1,0 1 1,0-1-129,1-4 0,-1 0 1,1 0-1,-2 0 1,1 0-1,0 1 0,-1-1 1,1 0-1,-1 0 1,1-1-152,-2 7 1,0 0 0,-1-1-1,1 1 1,0 0 0,-1-1 0,1-1-1,0-1 1,0-1 263,0 0 0,1 0 0,-1-1 0,0-1 0,0-1 0,1-2 0,1-1 0,0-3 0,-2 9 0,1-3 0,0-2 0,2-4 0,0-3 0,1-3 0,0 0 0,1 0 0</inkml:trace>
  <inkml:trace contextRef="#ctx0" brushRef="#br0" timeOffset="209132">21018 1316 23030,'7'-44'746,"0"-1"0,-1 1 1,3-10-1,1 7-539,10-3-134,0 31-39,-3 11-1,8 15 23,-1 10 6,6 13 11,0 25-12,-15-1-21,-6 0-12,-19 0 33,-7-17 96,-6 1 269,-3-16-163,8-20-151,5-11 22,10-20-50,12-5-22,10-14-51,1 18 0,4 1 12,19-17-4,-18 23 1,0 4-9,4 1-11,-3 8 0,-4 15 22,1 7-10,2 14-7,-8 0 6,2 14-5,-6-6-12,5 16 6,-5-14 6,1-4 16,-6-20 12,0-7 61,2-8-44,4-9 5,15-17-17,-2-2-22,7-6-1,-12 12-10,-7 11 16,1 4-10,-3 8-24,10 6 12,4 8 12,6 7-1,-4-1-6,12 12 1,-13-12-6,9 6 6,-12-14 16,-5-4 0,-6-6 51,-1-10-49,0-7-24,10-20 0,0 3 0,4-5 0,-9 17 0,0 1 0,-10 14 0,3-1 0,-6 15 0,2 7 0,0 9 0,0 8-293,-2 4-1465,1 1 1758,2 0 0,-3-16 0,1-6 0</inkml:trace>
  <inkml:trace contextRef="#ctx0" brushRef="#br0" timeOffset="209308">22429 891 21730,'-4'-6'3473,"0"2"-3226,4 4-511,0 0-1528,-44 28 1792,43 14 0,-41-4 0,52-3 0</inkml:trace>
  <inkml:trace contextRef="#ctx0" brushRef="#br0" timeOffset="209692">23192 1239 26105,'-9'-56'438,"0"0"1,-1 5 0,-6 12-316,-27 21-45,-15 18-44,23 7 0,-2 3-650,-3 6 0,-1 3 633,0 1 0,2 3-17,3 2 0,3 1 5,6-2 1,5 1 421,-4 22-427,23-9 262,23-10-223,18-13-39,19-21-264,-24-4 0,0-4 292,3-7 0,-1-5 0,1-5 0,-3-4 3,1-6 0,-3-4-253,-2-4 0,-2-2 258,-2-1 1,-2 1 8,-5 4 0,-2 3-209,-4 10 1,-2 4 219,1-6 0,-9 20-95,-10 27 561,-5 19-514,1-2 0,-1 4-11,-1 9 1,0 4-88,0 7 1,0 3-173,5-14 1,0 1 0,1 0-1734,0 5 0,1 1 0,0-2 1995,-2 19 0,1-5 0,3-17 0,1-5 0,-2 7 0</inkml:trace>
  <inkml:trace contextRef="#ctx0" brushRef="#br0" timeOffset="210849">23895 1206 32767,'-4'-2'0,"1"1"0,3 1 0,22-46 0,17 33 0,-4-12 0,5 3 0,11 21 0,0 7 0,7-4 0,-1 4 0</inkml:trace>
  <inkml:trace contextRef="#ctx0" brushRef="#br0" timeOffset="211008">24049 1445 23790,'-5'1'2445,"2"-1"-1859,3 0-2114,102-48-3388,-62 37 1,2 0 4518,8-8 0,5-3 0,-6 5 0,-14 10 0,-4 3 0,6-3 0</inkml:trace>
  <inkml:trace contextRef="#ctx0" brushRef="#br0" timeOffset="211566">26081 1357 19445,'22'-50'1114,"-1"0"1,1-1-1,-3 5 1,0 0 0,-1 3-605,1-8 0,-3 4-155,-4 10 1,-3 4 47,-4-10-235,-10 21-140,-4 17 6,-5 18 22,-2 20-23,-1 21-284,9-19 0,3 1 256,0 3 1,2 0-6,2 0 0,3-1-69,3-4 1,4-3 79,16 18 40,11-21 21,6-17-4,6-21 10,7-16-378,-24 7 0,1-1 342,2-2 0,-1 1 6,-1 0 0,-2 0 565,21-11-524,-18 11 80,-15 11-158,-11 10 11,-7 14 12,-4 14 22,-4 15-28,0 12-25,4-24 0,1 1-31,0 1 0,2 2-339,6 6 0,4 1-1283,5-4 1,4-2 1111,4-2 0,2-3 1,9 4-1,-9-22 1</inkml:trace>
  <inkml:trace contextRef="#ctx0" brushRef="#br0" timeOffset="211765">27716 932 23332,'0'-5'2700,"0"1"-2297,0 4-347,-31 56-17,22-6-568,-7 1 0,1 3 434,13-9 0,3-1-536,0 5 1,0 1-1442,2 2 0,0 0 2072,3 4 0,1-3 0,0 7 0,2-12 0</inkml:trace>
  <inkml:trace contextRef="#ctx0" brushRef="#br0" timeOffset="211958">27364 1445 22145,'-6'-5'3741,"2"1"-3399,4 4-241,1-70-51,27 43-458,-7-13 0,6 2 380,14 27 0,7 9-655,6-2 1,3 2 194,-15 0 1,1 2 0,1 0-994,2 1 1,0 1 0,2 0 1480,5 0 0,0 0 0,-5 0 0,-3 1 0,-5 0 0,-3-1 0,1 1 0</inkml:trace>
  <inkml:trace contextRef="#ctx0" brushRef="#br0" timeOffset="212308">28984 979 20190,'0'-7'4861,"0"2"-4104,0 5-287,-66-40-128,23 41-523,-6-13 1,-2 6 266,21 22 1,2 9-45,-1 1 0,0 4-20,1 2 1,2 3-269,2 3 1,2 2 245,3 1 0,5 1 11,3 2 0,5 0 0,9 1 1,5-1-12,7-1 0,6-1 0,6-4 0,4-4-3,2-4 0,2-5 11,-4-6 1,1-6 53,18-4-18,-16-23 24,-15-18 10,-10-12-50,-7 5 424,-7 2-430,-3 12 383,-14 1 0,-6 1-372,-22-2-30,18 6 0,0 3-14,-23 16 11,23 12-40,-3 12-480,10 8-1435,13 6-7876,34 9 7373,-7-17 0,14-3 1,-22-22-1</inkml:trace>
  <inkml:trace contextRef="#ctx0" brushRef="#br0" timeOffset="212958">25979 2052 20628,'-43'7'736,"0"1"0,-1-1 1,-9 3-1,5 1-213,-7 4 209,55-6-562,32-7-16,11-5 1,11-2-1492,3-2 0,6-1 0,4 0 1332,-12 1 0,2 1 0,2-1 0,2 0-291,-9 2 0,2-1 0,1 1 0,1-1 0,0 1 0,0 0 297,-2 1 1,-1 0 0,1 0 0,-1 0 0,1 1 0,1 0-238,2 0 0,0 0 0,1 0 0,0 1 0,0-1 0,0 1 198,2 0 1,0-1 0,1 1 0,0 0-1,-2 0 1,-1 1-44,0-1 1,-3 0-1,-1 1 1,2 0-1,3 0-1324,-3 0 1,3 0 0,3 0-1,0 1 1,-3-1 0,-3 1-1,-6-1 1045,12 1 1,-7 0-1,3 0 1,2 0-1,5 0 1,-5 0 0,-16 0-1,-5 0 1</inkml:trace>
  <inkml:trace contextRef="#ctx0" brushRef="#br0" timeOffset="213549">26419 2653 23718,'45'-27'200,"0"-1"1,0 1-1,-2 1 1,0 2-1,-1 6-121,4 6 0,-1 5-605,-9 1 1,1 2 581,8 1 0,2 1-31,2 3 0,1 1-11,-1 1 0,0 0 14,3 1 0,-2 2 40,8 3 16,-24-1 830,-19-3-746,-22-1 180,-12 0-264,-13 1-6,-4 0-27,9-1 230,4-2-152,16-1 678,0-4-835,8-2 5,2-3 57,4-1-28,-2 5 33,2 0-28,-5 4-28,0 0 146,-1 0-95,0-2-29,1 0 29,1-1-29,-2 1-44,1 0 17,-7 3-79,0 1-22,-2-1-840,0 5-673,3-2-3074,0 3 4710,2 0 0,1-4 0,0-1 0</inkml:trace>
  <inkml:trace contextRef="#ctx0" brushRef="#br0" timeOffset="214082">27018 2596 22845,'-44'-10'860,"0"-1"1,5 2 0,8-2-379,18-8-208,9-2-100,15-1-29,15 1-27,17 3-23,14 3-379,-23 10 0,1 1 284,3 0 0,1 3 0,1 1 0,1 3-3,0 2 0,-2 3 3,-1 4 0,-3 3-100,-6 4 1,-4 4 113,-5 3 0,-8 4 8,-10 3 1,-8 2-408,-8 3 1,-9 0 428,-9 3 1,-6-2 5,-7 1 1,-2-3-6,-1 0 0,0-2 13,3-4 1,3-2 8,8-4 1,3-2 49,-9 8 68,23-14 559,28-14-660,23-15-98,-4 1 0,4-3-534,10-3 1,4-2 505,-9 4 1,2 0 0,2 0-548,7-2 1,3 1-1,2-1-86,-9 3 0,1 0 0,2-1 0,2 1 462,9-4 0,4 1 0,-1-1 0,-7 2 0,-7 3 0,-5 1 0,-1 0 0,1 0 0,0-1 0,-1 1 1</inkml:trace>
  <inkml:trace contextRef="#ctx0" brushRef="#br0" timeOffset="214699">29754 1717 21024,'0'-4'1978,"0"2"-438,0 2-1417,70-64-1868,-19 47 1748,-14-3 1,5-5 0,-2 9-12,2 17 0,0 8-32,-1 0 1,0 4 40,-5 3 1,-3 3-159,9 25 387,-28 6-253,-38 0 40,-3-24 0,-6-3-663,-11 1 0,-5-2 741,-7 0 0,-1-2 45,1-1 0,1-2 201,7-1 1,3-2-247,13-3 0,4 0 434,2 3-288,40-8-146,33-4-73,-7-3 1,4-3-504,10 0 1,3-2 483,-15 1 1,1 0 0,-1-2 9,0 0 0,0-1 0,-1-2 26,15-6 1,-4-4 345,-10-3 0,-6-5-321,-10-4 1,-7-4 39,-8-4 0,-8-1-34,-8-2 0,-6 2 47,-5 1 1,-5 3 47,-3 5 1,-2 5 136,-23-11-112,13 18-111,14 13-74,12 4 1134,7 10-1134,2 12 804,1 18-787,1 18-14,-1-21 1,1 1-9,-1 3 0,1 0-20,-2 1 0,0-1 0,1-1 1,-1-1-205,0-2 0,1-2-1383,9 24-7299,12-8 8906,6-12 0,-6-15 0,-9-10 0</inkml:trace>
  <inkml:trace contextRef="#ctx0" brushRef="#br0" timeOffset="215282">31536 1446 22610,'0'-3'2884,"0"0"-2189,0 3-494,-5-26 18,-5 19-51,-13-19-56,-12 26-34,-11 0-39,-7 0-39,2 1 6,9 2-12,10 2 18,12 3 21,9 4-22,5 2 1,3 3 4,2 3 18,1 4 33,0 4 0,-3 3 23,-4 5-17,-6 1-40,-6 1 63,-6 3-80,8-15 7,0 2 50,12-19 302,2-1-129,2-11-173,5-8-39,-1-3 10,9-12-55,3 0 17,8-5 39,7 2-1,20 6-55,-12 10 8,-6 8 1,0 3-10,15 9 1,14 10 22,-25 3 1,-2 3-320,11 11 297,-16-7 0,-6 1-6,-8 9 0,-14 11-22,-28-4-233,-6-17 1,-5-4 41,10-6 1,-2-3-1065,-25 7 0,-1-5-600,9-7 1894,3-4 0,3-3 0,19-3 0,-5-2 0</inkml:trace>
  <inkml:trace contextRef="#ctx0" brushRef="#br0" timeOffset="215458">31736 1221 22285,'41'-14'955,"0"1"0,0-1 0,8-3 0,-4 3-770,4 4 22,-21 7-146,-13 3-83,2 2-896,-3 4 918,-3 8 0,-5-5 0,-2 1 0</inkml:trace>
  <inkml:trace contextRef="#ctx0" brushRef="#br0" timeOffset="219107">22870 3990 23612,'-31'-44'881,"0"-1"1,0 6-1,-1 11-696,-23 31-107,-1 21-438,29-2 0,2 5 360,1 8 0,2 4-497,1 7 1,3 3 496,3 4 0,3 2-310,2 3 1,4 0 311,5 0 1,5-1 0,6-4 0,5-2 2,7-6 1,6-5 5,4-8 0,4-5 37,2-8 0,2-6-67,-3-9 0,-2-6 176,24-22-1,-21-21-72,-20 3 404,-17-14-247,-29 4-140,-9 4 170,9 25 1,-3 5-244,-25 3 1093,11 12-1138,1 16-28,17 18-67,10 9-286,22 11-1759,32-7 2157,0-22 0,3-4 0,4 3 0,9-6 0</inkml:trace>
  <inkml:trace contextRef="#ctx0" brushRef="#br0" timeOffset="219373">23626 4148 26206,'1'-53'586,"0"0"0,0 6 0,1 10-457,3 20-90,4 13-11,3 17-6,6 13-33,2 21 14,-10-17 0,0 1-242,-1 5 0,-1 1 236,0 1 0,-1 2 11,-1 0 1,1 0-12,-1-1 0,-1-1-8,2 18 14,-9-21 0,-5-2 8,-21 3-11,4-13 0,-5-3-185,-5-8 0,-3-5-1588,-1-3 1,0-2 1772,-23-6 0,24 1 0,20-2 0</inkml:trace>
  <inkml:trace contextRef="#ctx0" brushRef="#br0" timeOffset="220216">23529 4021 17048,'-5'-4'5517,"1"1"-4240,4 3-432,-74-35-234,40 24-370,-10-8 0,1 1 101,20 15-174,11 1-101,8 1-28,8 1 23,10 7-6,16 6-34,13 11-11,-16-8 0,1 1-3,1 1 1,1 1-191,0 2 1,0 0 181,-1 1 0,-2 1 3,0 0 0,-2 1-3,-1-1 0,-3 1-6,17 20 6,-9-4 17,-11-6 56,-11-3 44,-19-1 6,-21 3-73,6-14 1,-4-1-123,-5 1 1,-3-1 88,-1 0 0,1 0-17,3-3 0,4 0-6,-15 7-27,24-7-309,20-8-4178,23-5 4520,9-6 0,-6 2 0,-6-2 0</inkml:trace>
  <inkml:trace contextRef="#ctx0" brushRef="#br0" timeOffset="220599">23470 4031 25259,'-52'-23'556,"1"-1"1,5 3-1,11 4-377,21 11-134,8 2-17,5 4-6,13 3 1,13 7-12,27 6-8,-16-5 0,3 2-517,6 1 0,2 3 508,3 2 1,-1 2 13,-3 3 1,-4 3-12,-7 2 0,-5 4-172,-10 1 1,-7 1 188,-13 3 0,-10-1-3,-8 0 0,-7-2 11,-8-1 1,-4-3-23,-1-2 0,-2-3-6,4-3 1,1-2-561,-19 12 566,20-9 0,18-11 0,9-6 0</inkml:trace>
  <inkml:trace contextRef="#ctx0" brushRef="#br0" timeOffset="223692">24614 4483 21741,'10'-51'1493,"0"0"1,-1 4 0,0 6-1281,-3 10 39,-1 8-185,-3 19-50,1 2-11,6 20-6,1 11 5,0 9 7,-4 20 4,-9-3-123,0-20 1,-3 0 117,-1-4 1,-2-1 77,-12 23 6,7-24 152,3-10-57,9-24-61,4-11 84,14-29-112,5-9-479,-4 18 1,1 1 405,7-16-9,-8 22 1,0 2 214,9-8-229,13-3-10,-7 19-6,5 9-1,-14 14 1,7 10 6,-4 11 5,11 22-12,-11-1 196,-5 8-178,-15-23-6,-5-3 17,-4-15 100,-2-1-55,2-8 44,1-15-95,3 1 17,7-19-16,5 2 650,8-5-656,3 4-12,4 7-5,-5 10 0,-2 7-6,-2 12 17,7 12 0,3 4-6,8 5 12,-5-7-6,-8-8 5,6-4 23,-4-10-11,1-6 0,0-11 17,-7-9-18,-5 2 7,3-7 16,-6 8 73,5-6-77,-7 13-35,-2 4 0,-6 10 0,-2 3 0,0 15 0,0 8 0,0 20 0,-2 7-119,1 7-376,0-11-586,7 8-2089,9-12 3170,17 9 0,-14-24 0,4-8 0</inkml:trace>
  <inkml:trace contextRef="#ctx0" brushRef="#br0" timeOffset="223882">25800 4156 22156,'-5'-7'3456,"2"1"-2918,3 6-449,0 0-397,-37-34-1042,39 50-168,-29-29 1518,39 40 0,9 8 0,-9-11 0,9 11 0</inkml:trace>
  <inkml:trace contextRef="#ctx0" brushRef="#br0" timeOffset="224315">26588 4428 25864,'-24'-49'418,"1"0"0,0 5 0,-2 9-278,-18 20-50,-14 12-45,23 7 0,-1 4-616,-3 3 1,0 4 584,1 3 0,2 4-11,5 1 0,3 3 197,5 0 0,5 2-160,-2 25-40,21-5-12,19-7 24,21-8-102,-13-20 1,2-3 94,4-2 1,1-3 8,3-4 0,-2-4 8,22-6 26,-20-8 0,-3-6 30,7-23-25,-15 9 0,-3-4-794,-10-3 0,-5 0 744,-2 6 0,-1-2 67,0-22 0,-2-1-36,-2 24 1,0 1 60,1-14 1,-1 2 77,0-2-132,-3 22 253,-1 16-294,-1 18 1610,-3 18-1610,-2 25 0,3-13 0,1 3-101,0 10 0,0 3 55,2 5 1,0 1-333,3 4 0,3 1-454,1 0 1,3-1-2225,5-4 1,3-3 3055,0-9 0,0-5 0,8 7 0,-9-24 0</inkml:trace>
  <inkml:trace contextRef="#ctx0" brushRef="#br0" timeOffset="224499">27187 4270 26799,'-6'-39'347,"1"0"1,-2-21-348,5 75 0,2 17-6,3 23-112,-1-20 1,2 2-968,1 3 0,1 2-2197,1 1 0,-1 0 3115,1-6 0,-2-3 1,2 10-1,-3-21 0</inkml:trace>
  <inkml:trace contextRef="#ctx0" brushRef="#br0" timeOffset="224675">27046 4543 26385,'3'-44'160,"1"0"1,3 4-1,8 10-199,43 18-678,-22 9 0,2 1 188,4 1 0,2 0-723,2 1 0,0 0-2963,2-2 0,-2 0 3582,-5-1 0,-4 0 0,10-2 1,-22 0-1</inkml:trace>
  <inkml:trace contextRef="#ctx0" brushRef="#br0" timeOffset="224832">27807 4138 22190,'0'-6'4626,"0"1"-3232,0 5-1382,-13-27-1,10 52-11,-10-5-48,11 19 1,4 9-1550,-2 3 0,-1 4 1597,0-11 0,-2 1 0,1-4 0,1-3 0,0-3 0,-2 1 0,0-1 0</inkml:trace>
  <inkml:trace contextRef="#ctx0" brushRef="#br0" timeOffset="226992">28854 4503 22774,'-11'-56'561,"0"0"0,0 0 1,0 8-1,0 1 1,-1 11-394,-16 1-135,5 23 631,-8 33-653,19 7 227,3 20-160,30-1-36,0-25 0,7-3-138,10-1 1,7-6 139,12-1 1,5-6-586,-14-6 1,2-2-1,2-3 580,6-1 0,1-3 1,1-2-24,-11 0 1,1-1 0,0-1 0,1-1-572,3-2 0,1-1 0,0 0 0,1-2 569,4-1 0,0-1 0,-1 0 0,-1 1-10,-9 2 0,-3 2 1,1-1-1,3-1 0,4-1 1,4-2-1,1 0 1,-1 1 0,-5 2 0,6-1 1,-4 3-1,2-1-222,-3 0 1,4 0 0,-2 1 0,-6 3 151,7-1 1,-10 7-615,5 12-256,-34 10-8896,-23 46 7718,1-28 1,-5 16-1,7-39 1</inkml:trace>
  <inkml:trace contextRef="#ctx0" brushRef="#br0" timeOffset="230542">19755 9313 7827,'-53'5'247,"0"1"0,0-1 0,0 0 0,0 0 0,0 0 0,-7 1 0,3 0 0,1 0 1,-1-1-167,-3 2 0,-3 0 0,3-1 0,7 0 149,-10 2 0,7-2 1613,-1-1 0,18 2-1014,36-2-423,38-3 0,22-4-321,1 2 1,8 0 55,-11-1 1,7 1-1,2 0 1,0 0-218,-12 0 1,-2 0-1,2 1 1,2-1 0,5 1 98,-6 0 1,4 1 0,3-1 0,2 1 0,0 0-1,1 0 1,-1 0 0,-1 0-53,-3 0 1,-1-1-1,0 1 1,-1 0 0,1 0-1,1-1 1,1 1 0,1 0 40,-3 0 1,1 0 0,2 0 0,0 0 0,1 0 0,0 0 0,-1 0 0,-1 0 0,-2 0 0,-2-1-200,6 1 1,-3 0-1,-2-1 1,0 1-1,0-1 1,1 0-1,3 0 198,-3-1 1,1 1 0,2 0 0,1-1 0,0 0 0,0 0 0,0 0 0,-1 0 0,-2 0-62,2-1 0,-1 0 0,-2 0 0,1 0 0,-1-1 0,2 1 0,1-1 1,1 1 56,-3-1 0,2 0 0,0 1 1,1-1-1,0 0 0,2 0 1,0-1-1,0 1 0,2-1 0,-1 0-14,-3-1 1,1 1 0,0-1-1,2 0 1,0 0 0,0 0-1,1 0 1,-1-1 0,0 0-1,-2 1 1,0-1 0,-1 0 16,4-1 1,-1 1-1,-1-1 1,0 0 0,-1 1-1,-1-2 1,1 1 0,1 0-1,-1-1 1,2 0-4,-2-1 1,2 1 0,1-1-1,0 0 1,0 0 0,0 0-1,-1-1 1,-1 1 0,-2-1-1,-3 1 1,-2 0-3,7-2 1,-4 1 0,-3-1-1,-1 1 1,0-1 0,-1-1-1,3-1 35,3-1 0,2 0 0,-1-1 0,1-1 0,-2 0 0,0-2 1,-2-1-13,2-2 0,-1-1 0,-1-2 0,-1-1 0,0 0 0,-1 0 3,-1 0 1,0 0 0,-1-1 0,-1-1-1,-1-1 1,-1-1 8,-1-2 0,0-1 0,-1-1 0,-2-2 1,-4 0-1,-6 0 13,-1-9 0,-7-1 0,-4 0 1,-4 1 155,-2-3 0,-5 1 0,-9-1-159,-13-10 0,-10 0 1,-9 3-23,-6 7 0,-7 5 0,-8-1-15,9 10 0,-4-1 0,-4 0 0,-3 0 0,1 1 0,-1 2-10,1 2 1,0 2 0,-1 1 0,-1 0 0,-2 1 0,-1 0-36,4 3 0,-2 0 1,-2 0-1,-1 0 1,0 1-1,0 1 1,2 1-1,3 1 33,-4 0 0,2 2 0,2 1 0,-1 1 0,-1 0 0,-3 1-2,4 1 0,-3 1 1,0-1-1,-2 2 0,-1 0 1,1 0-1,0 1 0,1 1-2,-4 0 1,2 1 0,0 1-1,0 0 1,-2 1 0,-2 0 0,-4 0-45,12 2 1,-3-1 0,-2 1 0,-2 0 0,-1 0-1,-1 0 1,-1 1 0,0 0 0,1 0 0,-1 1-1,2-1 1,1 1 41,-2 1 1,1 0 0,1 0 0,0 0 0,0 0 0,0 1 0,-1 1 0,0-1 0,0 1 0,-2 0 0,-1 0 6,7 0 0,-1 0 0,-2 1 0,-1 0 0,0 0 0,0 0 0,-1 1 0,0-1 0,1 1 0,1 0 0,1 0 0,1 0 0,2 0 0,2 0-2,-13 2 1,4-1 0,2 1-1,1 0 1,1 0 0,-1 0 0,1 1-1,-3 1 1,-1 0-1,3-1 0,0 1 0,-2 1 0,0-1 0,-1 1 0,0 1 0,0-1 0,0 2 0,0-1 0,0 1 0,1 0-2,1 0 0,-1 1 0,0 1 0,1 0 0,0 0 0,-1 0 0,1 1 0,0 0 0,0 0 0,0 0 0,0 0-1,0-1 1,1 1 0,0 0 0,-1 0 0,1 0 0,0 0 0,0 1 0,0 0 0,-1 0 0,1 1 0,0 0 2,3 0 0,-1 0 0,-1 0 0,1 1 0,-1 0 0,0 0 0,1 0 0,1 1 0,1 0 0,2 0 0,1-1 0,2 1 0,-9 4 0,3 0 0,2 0 0,1 0 0,1 1 0,1 0 0,2 0 0,-1 1-3,-1 2 1,1 0 0,1 1-1,0 1 1,3-1 0,1 0-1,2-1 66,-5 3 1,3-1 0,2 0 0,1 2 0,0 3-164,-3 6 0,-1 4 1,2 2-1,4-1 1,7-1-1070,3 4 0,7 0 0,0 1 1169,1-3 0,-1 2 0,3-1 0,6-5 0,8 3 0,6-6 0,8 4 0</inkml:trace>
  <inkml:trace contextRef="#ctx0" brushRef="#br0" timeOffset="236033">22169 5835 25550,'-25'7'247,"5"-1"-191,12 16 17,6-2-1,7 4 7,10-3 134,23-4-40,5-7-72,1-9 123,-1-14 0,-17-13-11,-2-26-152,-19 2-10,-16-7-51,-8 24 22,-20 9-16,-4 16 8,10 11 0,-2 5-9,-20 15-13,26-3 0,4 4 2,1 12-5,12 15-23,28 6 31,-5-27 1,4-1-230,8 5 0,4-2 218,0-8 0,1-4 3,18 9-39,11-12 33,-15-20 22,11-13 1,-25-3 0,-2-3 10,12-22 1,-18 16 0,-3 1 5,-2-8 40,-2-7-51,-8 20-5,1-3 401,-4 18-452,-1 9 57,-1 3-12,4 20 0,3 2-12,6 15 12,3-4 0,1-6-22,-3-9 56,1-8 5,-5-14 6,7-10-6,0-13-6,5-9-10,-2 2-6,5-6-1,5 5-21,-1 4-18,6 7-10,-7 17-12,-1 13 23,-1 11-1,-1 12 12,-7-5-95,12 18-85,-5-17-122,16 9-1,4-20 79,13-9-104,-24-10 1,0-3 316,2-2 0,0-2 27,0-3 1,-1-1 13,-5-3 1,-2-1 8,12-9 123,-6-15 0,-21 14-44,-2-10-57,-21 16-27,-13 9-7,-16 13-4,-11 12-7,6 3-5,15-1 0,2 3-5,1 7 530,-2 11-525,28-13 11,17-8 11,19-8 1,18-17-7,-20-1 1,1-4-335,3-5 0,-1-4 363,1-4 0,-3-3 13,-3-3 1,-5-4 25,-3-4 0,-5-2 20,-5-3 0,-5-1 8,-2 0 0,-4 0-12,-3 4 1,-4 2 73,-7-22-45,-6 22-73,0 19-51,2 18-5,0 18-5,2 18-7,2 21 7,4-2-23,11-3 0,3 3-28,3-11 0,2 0-281,-1-2 1,2 3 0,1-1-602,7 11 0,2-1 938,6 4 0,-2-4 0,-12-21 0,-1-2 0,16 20 0</inkml:trace>
  <inkml:trace contextRef="#ctx0" brushRef="#br0" timeOffset="236190">24226 5881 23164,'-7'-6'2790,"2"1"-2622,5 5-191,3-66-66,13 45-1082,15-16 0,10 3 1171,4 29 0,2 9 0,-6-6 0,-1 1 0,20 4 0</inkml:trace>
  <inkml:trace contextRef="#ctx0" brushRef="#br0" timeOffset="236357">24526 6076 26974,'37'-28'-1405,"-1"-1"1,1 1 0,5-10-1,-5 9 1,-1 23 0,-26 5-1</inkml:trace>
  <inkml:trace contextRef="#ctx0" brushRef="#br0" timeOffset="238067">13835 3377 22912,'-5'-27'140,"17"1"-126,20 13 0,7 4-8,13-6-4,-14 5 1,-2 2 9,1 3-12,0 0 44,-19 3 1,-22 2-28,-7 3 5,-26 4 29,-7 3-7,13-4 1,-2 0 56,-9 0 0,0 1 25,8-2 0,2-1 20,-27 4 139,26-6-94,21-1-113,3-1-72,23-5 5,11-5-6,10-2 18,22-7-21,-27 10 1,1 0-437,9-3 0,0 0 445,1 0 1,-2 0-4,-4 1 0,-2 1 88,18-8-57,-26 9-6,-20 3-44,-26 9 0,-22 6 11,2 3 0,-5 2-627,1 1 1,-1 1 629,-1 1 0,0 0 11,2 0 0,2-1 374,-15 7-377,3 0-22,24-11 89,31-11-38,12-7 16,34-13-31,-17 7 0,2-2-3,11-3 1,4-1 24,10-5 1,1-1-366,-12 6 0,-2 0 351,-2 1 1,-5 1 636,5-2-244,-27 10-202,-7 1-163,-30 7-10,-10 6-29,-20 4-16,13 4 5,-8 3 2120,16-2-2176,-6 3-129,17-5-812,10 0-599,15-7 1585,22 2 0,-15-6 0,12 1 0</inkml:trace>
  <inkml:trace contextRef="#ctx0" brushRef="#br0" timeOffset="238666">13729 4743 23282,'-4'-3'2414,"1"1"-1916,3 2-486,-29 7 21,29 8 57,-13 6 5,44-1 28,13-8 34,11-11-311,5-14 356,-3-12-84,-15-1 229,-5-21-146,-28 12-38,-11-14-57,-23 16-56,-19 13-16,2 10-23,8 14 0,-1 6 17,-10 13-665,14 0 0,3 2 637,-2 15-148,18-1 1,3 3 141,6-10 1,2 0-15,3 15 1,4 1-34,5-8 0,6-2-505,7-1 1,6-3 557,14 0 0,1-4 0,6 4 0,6-10 0</inkml:trace>
  <inkml:trace contextRef="#ctx0" brushRef="#br0" timeOffset="247708">13684 4794 9800,'-8'1'7824,"2"0"-7084,6-1 1097,0 0-1221,19-21-297,-12 16-28,14-17-145,-17 23 140,0 3 73,3 2 218,6 2 296,20-6-582,11-11-195,5-3-32,-15-1 0,1-2-16,-5 2 0,1-1 41,11-7 1,-1 1-4,-10 4 1,-3 0 177,20-15-130,-32 16 40,-12 1-68,-12 3-44,-5-2-28,-8 0 22,-8-4-39,3 4-17,1 2 0,0 6 5,1 5-5,-23 10 6,2 5-17,-11 11 11,20-4-17,2 11 11,14 6 12,4 4 5,6 5 0,12-8-5,1-10 11,5 4-1,0 1-10,0 0-6,-1 4 11,-2-12-11,-2-7-5,4-3-96,22-10-689,18-9-510,-9-4 0,4-4 621,9-5 1,-1-1 0,8-3 0,-3 0-1</inkml:trace>
  <inkml:trace contextRef="#ctx0" brushRef="#br0" timeOffset="248442">13704 4815 13687,'-9'4'3517,"2"-2"-1220,7-2 745,0 0-2684,61-18 124,-37 14-242,13-6 1,-1-1 101,-13 3-135,7-6-101,6-9-10,4-5 10,0-5 45,-3 0 84,-9 2 52,-10 1-41,-11 3-72,-12 2-23,-8 2-17,-6 2-50,-3 4-33,5 5-29,4 5-33,5 4 0,1 5 11,-1 10 22,-6 12-11,-6 13 12,-8 10-223,12-20 1,0 2 204,-3 2 1,0 1 22,0 3 0,1 0 11,0-1 1,2 1-10,4-3 1,2-1 25,1 22-17,19-8 40,16-8-23,4-12 16,2-13 1,3-4-22,20-3-343,-13-6 0,2-4 87,-2-5 1,-1-3-1633,8-6 0,-1-2 1327,-2 0 1,-2 1 0,-13 6 0,-3 1 0,7-4-1</inkml:trace>
  <inkml:trace contextRef="#ctx0" brushRef="#br0" timeOffset="260456">14331 2165 10248,'-20'-55'2559,"1"1"1,-5-3 0,-4 6-1885,3 25 0,-2 4-815,-9-5 0,-3 2 532,-2 6 0,-2 4-123,-3 4 0,0 6-466,-2 7 0,0 6 339,-3 8 0,0 7-37,15-1 0,0 4 1,1 2-19,-5 7 0,1 4 0,1 2-454,7-6 0,1 3 0,1 1 0,0 1 416,-1 3 1,1 2 0,1 1 0,1 0-12,1 2 1,2 1 0,1 1 0,2 0-24,1 0 0,3 0 1,1 0-1,2 0-381,2-2 1,2 0-1,2 0 1,2-1 353,0 13 0,3 0 0,4-1-209,3-4 1,3 0 0,4-3 184,1-3 1,4-2-1,4-2 4,4-5 1,5-2 0,3-5-6,5-2 1,4-5-1,3-3 9,7-4 1,4-4 0,2-4 16,-9-4 0,1-2 1,0-2-1,1-2-194,3-3 1,1-2 0,-1-2 0,1-2 220,-2-2 0,0-1 0,-1-2 1,-1-2 10,-3-2 1,-2-3 0,-1-1 0,-2-2 150,8-10 1,-3-3 0,-4-3-111,-7-2 0,-3-2 0,-5-4-5,-3-3 1,-4-2 0,-3-2-18,-4-5 1,-3-2 0,-2-1-51,-4 12 0,-1-1 1,-1 0-1,-1 0 54,0-1 1,-2 0-1,-1-1 1,-1 2 16,0 2 0,-1 0 0,-2 1 0,0 2 159,-4-10 0,-2 3 0,-2 3-116,-2 7 0,-2 3 1,-2 2-3,-11-7 0,-4 5-9,0 8 0,-3 5 464,0 5 0,-1 5-439,-1 5 1,-1 4 151,-3 7 0,-1 6 60,-7 6 0,-2 6-69,12-1 0,-1 4 0,0 1-141,-5 6 1,-1 2 0,0 3 61,9-5 1,0 2 0,0 1-1,1 1-11,0 4 1,0 1 0,1 1 0,2 1 16,0 3 0,1 1 1,2 1-1,2 2-78,1 0 1,2 1 0,2 1 0,1 0-112,3 0 1,2 0 0,1 0 0,3 1-95,-2 13 0,3 0 0,4 0 69,4-5 0,4-1 0,4-2-262,4-3 0,4-2 0,4-3-7,4-3 0,3-2 0,5-3 22,4-4 1,3-3 0,4-3-9,3-3 0,4-4 1,1-3 63,5-4 1,1-3 0,2-4 63,2-5 0,2-5 0,-1-4-178,2-4 1,-1-5-1,-1-4 264,0-5 1,-2-4-1,-2-4-166,-2-4 0,-2-4 0,-3-2 247,-12 9 0,-2-3 0,-1 0 1,-2-2-14,-1-2 1,-2-1 0,-1-2 0,-1 0-40,-1-2 0,-2-1 0,-1 0 1,-1-1 0,-2-1 0,-1 1 0,-2-1 0,-1 0-14,-1 2 1,-2 0-1,-2 0 1,-2 2 122,-1-12 1,-3 2-1,-4 1-135,-4 7 1,-3 0 0,-4 4-583,-13-12 0,-8 5 651,-12 9 0,0 6 0,19 15 0,2 4 0,-28-4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11:24:09.3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4485 2092 19328,'0'-3'4402,"0"0"-3669,0 3-643,-95-8-1562,58 14 0,-3 2 1490,-12-4 1,-8-1 0,2 3-3,13 6 1,1 2 0,0 0 3,-2 0 1,-1 0 0,0-1-1,3 0 1,1-1-1,1 0 385,-13 3 0,5-1-285,14-6 1,5 0 154,-3-1 397,23-6-622,14-2-22,7 4 34,4 6 1630,0 16-1541,-6 15 39,-5 20-98,-5-22 1,-1 3-398,-2 7 0,-1 3 369,-3 8 0,-1 2-787,2-17 1,0 1-1,0 0 732,-1 0 1,1 1-1,1-1-9,0-2 0,1 0 0,2-1-284,1 16 0,5-3 273,5-6 0,7-4-34,5-5 0,5-5-227,8-5 1,6-6-1298,8-5 1,2-5 1137,0-4 1,-3-3 0,18-3 0,-24-4 0</inkml:trace>
  <inkml:trace contextRef="#ctx0" brushRef="#br0" timeOffset="467">5082 2559 24312,'-4'-51'903,"0"-1"1,1 8 0,0 7-674,-1 12-230,2 18 5,5 31-10,0 19-15,0-5 1,-1 4-745,0 6 0,-1 5-2513,-2-2 0,-1 4 0,0-4 2157,1 1 1,-1-3 0,0 7-1,-1-9 1,2-28 0</inkml:trace>
  <inkml:trace contextRef="#ctx0" brushRef="#br0" timeOffset="660">5524 2992 27975,'-13'58'-357,"-1"0"1,2-16 0,3-7 0,9-6 0</inkml:trace>
  <inkml:trace contextRef="#ctx0" brushRef="#br0" timeOffset="5026">6139 2291 18677,'10'0'1916,"-1"1"-538,-9-1 185,0 0-1076,7 18-252,-5-8 45,6 14 17,-9-13-45,-1-2-112,-2-3 359,-4-2-152,0-3-72,-4-6-96,2-7-118,2-4 51,1-16 45,6-13-95,6-1-34,5-7-11,2 24-17,15 2-17,-2 18-6,15 2 12,-9 14-6,16 25 12,-19 9-282,-10-8 1,-5 3 277,-11 3 1,-7 1-9,-9 7 1,-6-1 16,1-7 0,-5 0 9,-7 2 0,-6 2 1,1-3 1,-2 1 0,-1-1 0,3-4 0,-2 1 1,3-4 16,0-3 0,2-5 140,-13 4 39,21-29 11,16-21-55,17-15-96,10-10 11,15 1-55,9 6-23,6 12-225,5 12 180,3 13-123,3 13-482,0 12-582,-31-6 0,-1 2-3305,14 13 4537,-5 7 0,-23-25 0,-1 1 0</inkml:trace>
  <inkml:trace contextRef="#ctx0" brushRef="#br0" timeOffset="5200">6698 2833 22699,'1'-6'4005,"0"1"-3120,-1 5-1020,11-13-576,-6 34-5260,7 0 5971,-10 27 0,-2-17 0,0-13 0</inkml:trace>
  <inkml:trace contextRef="#ctx0" brushRef="#br0" timeOffset="5809">7384 2300 22946,'-3'-4'2705,"1"1"-1775,2 3-908,16-61 12,-1 43-12,-1-16 1,1 4 27,8 26-22,-3 1-22,-2 1 27,-1 0-16,0 2-28,-2 0 11,1 6-6,0 8-5,-1 12 17,-3-1-6,-1 31-6,-8-13 11,-5-11 1,-3 0 0,-11 19 16,-11-6 23,-6-5 33,-1-9 90,3-10 135,6-9 44,6-7-61,7-9-57,4-7-50,4-6-44,2-4-61,7-1-74,2 1 0,8 4 0,5 3 0,7 7 0,11 4 0,11 11 0,8 8 0,-3 9 0,-8 7 0,-16 3 0,-14 1 0,-18 0 0,-15-2 0,-17-3-7,-15-5-345,-7-7 301,-6-9-167,5-10-527,11-8-1658,15-5 2403,18-4 0,8 8 0,8 0 0</inkml:trace>
  <inkml:trace contextRef="#ctx0" brushRef="#br0" timeOffset="5993">8273 2668 21814,'-3'2'3826,"2"0"-2689,1-2-947,-27 59-100,13-27-90,-6 9 0,-1 3-979,-6 2 979,7-18 0,1-1 0,-4 5 0,0-4 0</inkml:trace>
  <inkml:trace contextRef="#ctx0" brushRef="#br0" timeOffset="6234">8642 2096 28479,'37'40'22,"1"1"1,-7 6-1,-9 5-104,-20-9 0,-9 2 0,-1 2-1578,2 2 1,-2 0 0,-1 1 1659,-1 4 0,-2 1 0,1-5 0,1-4 0,2-5 0,0-4 0,0 0 0</inkml:trace>
  <inkml:trace contextRef="#ctx0" brushRef="#br0" timeOffset="6850">9500 2029 24799,'1'-48'435,"0"-1"0,4 4 1,7 10-380,28 20 61,18 1-5,-8 9-59,-16 2 1,1 2-37,17 6-6,-3 8-11,-23 3 17,-1 13-1,-9 2 12,0 14 0,-9-13 0,-2 2-3,-1-2 1,-2 2-303,-1 9 1,0-1 293,-3 19-15,1-20 1,1 1 2,0-7 1,0 1 0,1 9 0,-1 2 22,-2 9 0,-4-1-26,-1-9 1,-3-1-31,0-2 0,-4-2-501,-8-4 0,-6-5 529,-5-4 0,-1-3 0,-9 12 0,-6-8 0</inkml:trace>
  <inkml:trace contextRef="#ctx0" brushRef="#br0" timeOffset="8559">4955 3932 25696,'2'-41'311,"-1"1"1,2 0 0,-3 16-329,-4 30 23,0 4 5,-5 22-11,-1 7-5,-5 17 13,6-25 0,-2 0-11,-7 8 1,-1-2-4,-10 14 6,3-19 0,-3-2 39,-14-2 6,-12-2 62,4-14 55,9-16-28,12-9 18,13-8 38,9 0-44,5 5-113,3 6-22,3 10-11,0 6 17,8 13-17,5 8 11,10 9-16,10 3 13,-5-17 1,3-3-345,1-2 0,1-3 336,2 0 0,1-2-25,6-4 0,-1-2-267,-7-2 1,0-2-1815,7 0 1,0 0 2105,-8-1 0,-5 0 0,8-1 0,-21 0 0</inkml:trace>
  <inkml:trace contextRef="#ctx0" brushRef="#br0" timeOffset="8992">4828 5159 24984,'4'-57'560,"0"0"0,-2 1 1,-8 9-337,-21 21 13,-14 1-113,-18 15-85,7 16 16,3 7-27,11 20-23,19 5 9,9-3 0,3 1 3,3 16-31,13-5 0,5-1 8,6-5 3,3-3 1,3-1 62,14 3-52,-12-14 1,-1-1 2,7 6 12,-12-5 10,-35-14-33,-9-4 6,-35 0-26,12-4 1,-3 0-96,-1-2 0,-2 1-733,-10 0 0,3-1-2205,19-2 0,4 0 3053,-11-1 0,27 1 0,15-1 0</inkml:trace>
  <inkml:trace contextRef="#ctx0" brushRef="#br0" timeOffset="9225">5456 5060 22750,'51'-21'-533,"1"-1"0,-1 0 0,3-10 0,-8 10 0,-5 25 0</inkml:trace>
  <inkml:trace contextRef="#ctx0" brushRef="#br0" timeOffset="9375">5432 5357 27701,'45'-26'-2458,"-1"1"0,-1 5 1,3-1-1,-6 5 491,12-1 1,-13 5 0,-6 2 0,-20 7 0</inkml:trace>
  <inkml:trace contextRef="#ctx0" brushRef="#br0" timeOffset="10085">6621 5080 22413,'7'-58'1032,"0"0"0,-3 7 1,-7 10-815,-20 21-100,-19 26-12,-11 19-70,22-4 1,1 5-547,1 4 1,2 2 520,5 0 0,4 2-5,5-3 0,8 0 5,14 0 0,6-3 6,11 7 2,6-19 1,6-5-1,-6-8 1,0-4 25,9-4 0,0-4 16,-2-3 1,-2-5-12,-4-4 1,-5-5-7,-4-2 1,-5-4 17,-6-2 0,-3-1-37,-6-1 0,-4 0 6,-5 2 0,-5 2 2,-21-20-44,-17 21-95,-10 19-314,24 14 0,1 7-3462,-1 4 0,2 4 3400,3 2 1,3-1 0,-5 10 0,15-11 0</inkml:trace>
  <inkml:trace contextRef="#ctx0" brushRef="#br0" timeOffset="11542">4315 6567 25696,'-30'12'59,"0"-1"0,-10 10-3,70 0 0,7-6 44,4-7 18,-2-13 5,-6-9 0,-10-14 57,-8-22-119,-8 12 40,-9-22 50,-6 22-5,-11-4-57,-8 12-16,-19 14-50,11 14-18,-18 17-38,19 14 16,-4 17-170,23-17 1,3 2 166,2 3 0,5 1 17,3 3 1,4 1 4,4-1 1,5 1-42,5-1 0,5-2-499,7-1 0,4-3 235,6-2 1,4-3-200,7-3 1,2-6-118,5-3 1,1-6 63,0-7 1,1-6 290,-4-5 1,-2-5 260,-5-5 1,-4-5 114,-8-2 0,-4-2 106,-7-2 1,-4-3 16,-4-6 0,-4 0 163,1-13-39,-7 18 0,-2 2 292,-2 3 169,-2-1-529,-1 13 588,-1 13-867,0 7 576,1 14-576,1 10-18,0 15 0,0 11 12,0 6 66,0 2-78,0-7 23,0-12 72,0-17 68,3-16 0,6-29-112,0 0 28,8-31 11,0 5-34,-5 17 0,1-1 34,14-27-39,2 10-34,4 9 1,-11 19-7,8 7 6,-10 18 1,18 17-29,-12-1-14,0 3 0,-1 1-25,1 0-37,-2-1 1,3 0-316,13 3 74,-14-12 1,5-2-141,9-2 1,3-4-703,-3-5 0,0-3 1139,-1 0 1,1-3 27,-2-6 1,-2-2 11,15-13 72,-23 8 1,-2-4 123,-2-4 0,-3-3 137,5-22-157,-6 0 197,-12 2-29,-10 11 6,-15-6-236,-10 18-61,-6 8 95,-28 31-117,27-2 829,1 5 0,1 3-841,-4 16-27,-2 13-4,25-19 1,5 1 30,7 19-25,8-6 3,24-16-6,7-18-17,-5-8 1,4-5 22,-5-6 0,0-2-117,1-1 0,-2-2 131,-3-9 0,-3-3-3,10-24 23,-16 16 0,-2-5 16,-4-12 0,-4-2-301,-2 6 1,-3 0 295,-2-7 0,-1 3 103,-1-9 48,-3 9-17,-1 28-84,-4 8-84,2 13 216,-8 34-233,4 8 6,-2 13 341,8-20 0,1 3-386,4 6 1,2 3-650,2 1 0,3 2-135,4 9 0,4-1-1838,5-11 1,4-4 2666,-1-7 0,1-4 0,10 8 0,-13-22 0</inkml:trace>
  <inkml:trace contextRef="#ctx0" brushRef="#br0" timeOffset="11718">6763 6431 26379,'-20'-42'-122,"-1"0"1,8 4 0,13 9-563,49 20-1705,-8 6 1,2 2 973,20 2 0,-8-1 0,-24 2 0</inkml:trace>
  <inkml:trace contextRef="#ctx0" brushRef="#br0" timeOffset="11875">6919 6564 21791,'-10'1'5103,"3"0"-4621,7-1-504,0 0-802,75-58-2826,-39 44 0,4 0 3650,1-9 0,3-5 0,-4 7 0,-5 11 0,-4 4 0,5-4 0</inkml:trace>
  <inkml:trace contextRef="#ctx0" brushRef="#br0" timeOffset="12292">7611 6170 27023,'-14'-47'261,"-1"0"1,0 7-1,9 5-143,40 1-113,1 15 7,23-2-495,2 13 478,3 15 124,-13 3-130,-16 10 0,-4 6 33,5 22-277,-13-11 1,-5 3 248,-12-5 1,-7 1 5,-6-2 0,-6-2-31,-4-3 1,-3-2 36,-3-4 0,-1-2 22,-19 11 392,9-10-252,11-10 34,12-9-51,6-9 463,8-6-585,7-4 26,8 2-55,6 3 0,7 6 0,6 9 0,10 9 0,-7 3 0,-8 3 0,-2 3 0,3 12 0,4 18 0,-39-9 0,-12-10-407,-21-11 1,-7-3-810,-11-1 731,11-7 1,-8 0-1,9-2 1,-1-1-1,9-3 1,0-1-1</inkml:trace>
  <inkml:trace contextRef="#ctx0" brushRef="#br0" timeOffset="13302">1378 8051 22834,'-44'-46'935,"0"0"1,4 5-1,3 8-633,-3 11-195,10 11-74,12 13-16,11 15-34,5 16 34,12 18-17,-3-19 0,3 0-187,5 4 1,1 1 186,2 0 0,0 0-6,2-2 0,-1-1-2,0-4 0,-2-1 2,11 18 40,-10-14 16,-13-9-16,-17-9-12,-17-5 0,-22-5-25,17-3 1,-1 0-303,-6-1 0,-1-1 249,-2-1 0,0-1-171,3-2 1,3-2-1315,-23-10-3588,28-6 5129,25 0 0,8 8 0,6 4 0</inkml:trace>
  <inkml:trace contextRef="#ctx0" brushRef="#br0" timeOffset="13508">1942 7824 18151,'0'-5'6699,"0"2"-5237,0 3-1316,-64 1-62,34 32-70,-11-10 0,2 4-605,22 15 0,7 5 577,-1 2 0,2 2-154,0 3 0,1 1-432,2 1 1,0 0-709,0-1 1,1-1-2396,0-6 0,1-2 3703,0-9 0,0-5 0,1 5 0,1-21 0</inkml:trace>
  <inkml:trace contextRef="#ctx0" brushRef="#br0" timeOffset="14376">1708 8483 17630,'0'-9'2879,"-2"-30"0,-1-5-1871,-5 9-717,2-10 1,0 1-35,-3 21-190,5 10-39,15 8-22,13 5-17,22 4 2,-15-1 1,2 0-3,7 2 0,2 0-393,4-1 0,1-1 384,3 0 1,-1-2 10,-2-3 1,-1-2 25,-7-2 0,-3-1 72,16-15 47,-25-3 20,-25 0 52,-17 1 66,-11 2-11,-6 6 679,0 7-785,0 11-23,-2 13-11,-2 14-33,-1 12-51,6 7-39,11-2-22,21-5 44,17-12 17,17-12-5,7-13 67,1-17 16,-2-11-33,-7-10 17,-10-5 33,-10 0 46,-15 1-68,-12 8-68,-12 8 7,-12 10-34,-5 13-1,-4 14 1,3 13-11,4 13-40,9 10 3,19-15 1,4 1-10,4 16-337,9-12 1,7 0-8,4-12 1,4-2-323,7 8 1,5-2-642,4-4 0,2-4 307,3-6 1,1-6 235,0-5 1,1-6 542,-2-7 1,-1-6 490,-3-4 0,-3-3 433,-2-4 1,-4-4 235,-4 1 0,-3-2 173,-1-5 1,-4 2-513,3-10 364,-2-2-319,-15 28-353,1 2-173,-3 15 77,-8 30-105,1-3-9,-3 6 0,-1 3-12,1-2 1,-2 1-486,-3 14 0,-2 3 458,-1 4 0,0 2-7,5-20 0,-1 0 0,1 1-135,-1 2 1,-1 0 0,2-3 138,0 0 0,1-4 14,0 1 0,2-11 2,6-22 24,6-25-21,3-14 1,1-7-15,1-8 1,0-2 300,0-4 0,1-3-304,-3 11 0,0-2 0,1 2-253,2-12 0,1 1 262,-2 13 0,1-1 1,1 1 16,1 2 0,2 2 0,0 3-539,2-2 1,2 5 515,13-20 1,1 34 11,0 15-6,13 10-28,5 14-25,-21 2 0,-3 4 20,8 13 2,-18-6 1,-8 2-82,-23 19 94,-1-20 1,-6 1-1451,-17 5 1,-6-3-3460,4-8 1,0-3 3441,1-2 1,3-4-1,-1-5 1,29-11-1</inkml:trace>
  <inkml:trace contextRef="#ctx0" brushRef="#br0" timeOffset="14702">3471 8401 27348,'37'-51'-678,"-13"27"1,4 4-2208,14 10 1,3 4 1751,-3-1 1,-3 1 0,14-2 0,-24 3 0</inkml:trace>
  <inkml:trace contextRef="#ctx0" brushRef="#br0" timeOffset="14875">4222 8008 25035,'0'-4'3024,"0"0"-2436,0 4-599,-41 20-34,30 27-3,-10-22 1,1 6-1475,15 13 1,9 8-1,-1-1-3394,-2 9 1,0 0 3645,0-14 1,0 2 0,0-5-1,0-2 1,0-9 0,-1-12 0</inkml:trace>
  <inkml:trace contextRef="#ctx0" brushRef="#br0" timeOffset="15118">1504 9526 21312,'-52'9'141,"1"0"1,0 0 0,-1-1 0,-5 2 0,2 0 0,8 0 59,5-2 1,17 1 1257,31 2-1251,31-5-137,14-6 0,16-4 0,1 0-977,-19 0 0,-1 0 0,2 0 1,3-1 904,-2 0 0,3 1 0,2-2 0,2 1 0,0 0 0,-1 0-261,-1-1 1,1 1 0,0-1 0,0 1 0,0-1 0,2 1-17,-5 0 1,0 0-1,1 0 1,1 0-1,0 0 1,-1 0-1,1 0-1127,0 0 1,2 0 0,0 0-1,-1 0 1,-1 0 0,-1 0-1,-2 1 926,8-1 0,-2 0 1,-2 0-1,-3 0 1,-2 0-1,18-1 1,-5 1-1,-13 0 0,-1 0 1</inkml:trace>
  <inkml:trace contextRef="#ctx0" brushRef="#br0" timeOffset="15725">6653 8270 23998,'-27'-56'650,"0"-1"0,1 7 0,-4 9-415,-21 12-89,-4 15-90,-3 15-28,4 16-6,8 15 0,13 15-33,16 12-6,17-25 1,5-1-239,4 3 0,6-1 255,5-1 0,4-2 0,3-1 0,4-3 0,2-3 0,2-3-9,0-2 1,0-2 5,-3-3 1,-1-3 409,12 8-362,-25-6 164,-34-2-203,-29 0 5,11-5 0,-4 0-253,-5-1 1,-1 0 232,-1-1 1,1-1-15,3 0 1,3-1 119,-24-1-1582,24-1-6759,19-1 8244,17-2 0,3 1 0,4-1 0</inkml:trace>
  <inkml:trace contextRef="#ctx0" brushRef="#br0" timeOffset="16618">6526 8141 19171,'0'-7'4794,"0"1"-4049,0 6-118,0 0-436,-60-42-6,19 49-356,-6-17 0,0 7 277,16 25 1,5 8-26,-1 1 0,3 3-31,3 1 1,5 2-1,4 1 1,4 0 5,5 0 0,5-1-14,6-3 0,6-1-6,6-4 1,6-4-1,6-3 1,5-5-9,6-4 0,2-5-311,4-4 0,2-6 319,0-5 1,-1-5 13,-3-5 0,-2-5-2,-5-4 0,-4-3 10,-7-4 1,-4-2 2,-8-2 1,-4-2-14,-7-2 0,-5 0-250,-7 0 1,-5 1 231,-5 2 1,-5 4-9,-7 3 1,-4 6-9,-5 5 0,-3 6-357,-5 6 1,-2 6 348,-4 7 0,1 6-15,-1 6 1,3 4 8,1 7 0,5 4 16,4 4 1,4 4-25,6 2 0,4 2-4,6 0 1,5 2 11,3-1 0,7 0-79,5-4 0,7-2 70,6-2 1,7-4-6,9-6 0,6-4 2,9-6 1,4-5-478,8-5 1,2-6 493,-18-5 1,1-2 0,-1-2 30,19-9 0,-2-5-231,-5-5 1,-5-5 200,-7-2 0,-5-4 8,-9-2 0,-6-3 2,-7-1 1,-7-1-3,-10-3 0,-6 0 83,-7 0 0,-6 2-75,-6 2 1,-7 4-18,-5 6 1,-4 6-196,-5 7 0,-3 7 212,-3 8 1,-2 7-23,0 6 0,1 6 0,2 6 0,4 5 461,6 2 1,5 5-468,7 2 1,6 3-20,7 1 0,6 2-12,7 1 1,7 1-40,8 0 1,7-1-256,10-1 1,8-3-835,10-2 0,7-5 1165,-7-9 0,3-4 0,-4-1 0,-4-1 0,-2-2 0,0-4 0,1 0 0</inkml:trace>
  <inkml:trace contextRef="#ctx0" brushRef="#br0" timeOffset="16876">7736 8009 26659,'-48'-3'239,"0"0"1,0-1-1,-5-4 1,2 7-165,-4 24 1,5 11-673,18-10 0,4 2 613,-5 7 1,5 2 0,8-2 0,7 2 2,9-3 1,8 0-73,23 24 41,-2-31 1,6-4-9,5-2 1,5-5-23,5-3 0,3-4-107,1-2 1,4-3-597,-9-5 0,1-3 0,-2 1-705,5-1 0,-2-1 1450,15-6 0,-6 1 0,-19 3 0,-1 1 0</inkml:trace>
  <inkml:trace contextRef="#ctx0" brushRef="#br0" timeOffset="17368">8622 8036 22851,'-8'-2'2565,"1"0"-1602,7 2-420,0 0-369,-45-67 184,65 17-333,-28 5 1,4 3-26,25 17 0,9 8 8,1 5 1,0 4 13,27 0-22,-15 6 0,0 2 8,-7 5 1,-3 3-695,4 4 1,-4 4 685,2 14-122,-5 18 116,-19-6 0,-9 12-8,-13-24 0,-5-1 14,-18 17 0,9-23 0,-1-2 6,-9 2 22,-4-4 73,14-11 28,-1-2 1483,11-13-1466,9-3 26,8-5-94,11-2-33,9 4-12,12 0-16,19 5 28,-1 12-39,-1 3-23,4 16-22,-4 10 50,-8 4-11,-10-1-51,-45 5 35,-8-20-26,-7-2 0,-6 0-188,1-8 0,-2-2-875,-11 3 0,-3-2 1105,-7-2 0,3-1 0,-8 0 0,7-4 0</inkml:trace>
  <inkml:trace contextRef="#ctx0" brushRef="#br0" timeOffset="17868">10040 8271 19468,'-3'-49'1566,"1"0"1,0 1 0,-2-16 0,-1 8-884,-4 5-481,-1 24 78,-11 17-174,4 21-44,-7 13-12,10 15-5,19 4-6,7-8 14,19-14 1,8-4-35,-1-7 1,3-5-552,1-1 0,4-2 0,1-2 550,2-5 1,0-3 0,2-3-645,6-2 1,1-2-1,2-2 634,-11 2 1,2-1-1,0-1 1,-2 1-583,7-3 0,-2 0 0,3 0 576,-1 0 1,1-2 0,3 0 0,1 1-11,-8 3 0,1 1 1,1-1-1,0 1 0,0 0-339,1 0 1,0 0 0,-1 0 0,1 1 0,-1 0 318,-1 1 0,0-1 0,-1 1 0,-1 1 0,-2 2-251,1 0 1,-1 2-1,-4 1 1,-4 2-1700,7 0 1,-6 2 1977,-2 3 0,-5 1 0,-6 2 0,-27 3 0</inkml:trace>
  <inkml:trace contextRef="#ctx0" brushRef="#br0" timeOffset="19668">5516 10049 23893,'0'-49'539,"-1"-1"1,1 6 0,0 9-495,0 17 377,0 10-405,10 26 128,-4-2-151,11 32 12,-10 2-1,-3-16 1,-2 2-12,-6 11 1,-3-1-716,1-10 1,-2-1 725,-2-1 1,0-3 235,-7 1-112,13-24-28,11-26-28,11-15-51,-2 2 0,1-1 6,12-19 20,-11 16 0,1 1 30,8-17 0,5-3-38,-6 17-18,-6 19 1562,0 13-1584,-6 10 11,10 12-11,-1 6 28,16 24 0,-4-4-774,-14-16 1,-2-2 739,7 6-11,-2-3 17,-11-17 73,1-6-51,-3-16 46,3-13-57,-3 0 28,4-11-11,-2 8 1458,2-4-1475,-2 8-11,-1 9 11,-2 11-5,-2 5 16,3 10 12,7 8-57,3 4 23,11 3 23,2-7-29,-3-8 12,12-6-6,6-18 17,-2-3 27,0-14 40,-24 1-11,-10 7 174,-7-7-46,-5 13-50,-1-3-100,0 10-62,0 6-6,0 3 17,2 6 0,4 8 28,13 19-34,4 0-229,10 8-829,-1-8-174,-7-9-8593,8 0 7373,-19-16 0,4 1 1,-16-9-1</inkml:trace>
  <inkml:trace contextRef="#ctx0" brushRef="#br0" timeOffset="19825">6806 9748 24827,'23'23'-2909,"-16"-12"1,12 2-1</inkml:trace>
  <inkml:trace contextRef="#ctx0" brushRef="#br0" timeOffset="20192">7547 9976 25451,'-36'-25'388,"0"0"0,1 0 0,-17-7 0,2 8-251,17 17 0,1 6-346,-1 4 0,0 4 248,2 2 0,2 4 0,-18 23 161,19 9-205,21 3 10,15-11-5,14-12 0,8-5 17,26-2-274,-11-6 0,2-5 265,-6-10 1,-1-6-1,-1-3 0,-3-5 0,-3-6 1,-5-4 19,-3-2 0,-4-4-3,-4-4 1,-5-2-1,-3-4 0,-4 0 8,-2-4 1,-3 0 8,-2 0 0,-2 2 25,0 5 1,-2 3-71,-9-16 70,-1 28 239,-3 31-311,-1 25 10,3 27-11,11-20 1,2 3-76,3 4 0,3 2-1027,4 3 0,3 1 1108,6 6 0,1-4 0,-6-21 0,-1-3 0,13 24 0</inkml:trace>
  <inkml:trace contextRef="#ctx0" brushRef="#br0" timeOffset="20401">8411 9797 22996,'-5'-4'2190,"0"1"-1876,5 3-1082,90-57-4148,-56 49 1,2 1 4841,7-12 1,5-4 0,-6 7 0,14 16 0,-25 0 0</inkml:trace>
  <inkml:trace contextRef="#ctx0" brushRef="#br0" timeOffset="20568">8552 10017 24671,'-8'1'3002,"1"1"-2733,7-2-169,0 0-55,65-29-73,-35 20 0,2-1-808,7-3 0,5-3 1,0 2-1930,12 1 1,-1 2 2259,-5 0 1,-3 1 0,14-2 0,-27 6 0</inkml:trace>
  <inkml:trace contextRef="#ctx0" brushRef="#br0" timeOffset="22483">10207 9620 21646,'-4'-8'3400,"0"1"-2935,4 7 34,-16-67-253,17 46-207,-8-15 0,5 9 29,16 40 44,1 24-48,-8-7 0,-1 3 4,2 29-12,-10-2 0,-4 3-793,-2-14 0,-1 0 567,0-2 0,0 3 0,-2-1 170,0-6 0,0-1 0,0-4 0,1-2 0,1-3 0,-5 22 0</inkml:trace>
  <inkml:trace contextRef="#ctx0" brushRef="#br0" timeOffset="24976">6334 3388 17848,'-48'-4'1751,"0"1"1,6 0 0,8 0-1142,16 0-369,10-1-129,15-1-67,12-3-6,21-5-22,20-1-423,-21 6 1,2 1 422,4 0 0,1 1-17,0 1 0,0 0-14,-5 2 0,-3 0-3,17 0 6,-34 9 11,-44 4 5,-5 0 1,-6 0 2,-13 3 1,-6-1-401,13-2 1,-2-1 0,0 1 415,-2-1 0,0 1 1,1 0 39,-19 3 0,3 0-234,12-3 1,3 0 259,-12 2 667,32-6-612,31-7-33,27-7-87,-4 1 1,5 0-10,9-4 1,4-1-330,8 0 1,0-1 323,-9 3 0,-1-1 20,17-4 0,-4 1 207,-26 6 0,-2 1-227,9-3 1,-4 1 27,-9 4-11,-28 5-17,-26 6-22,-24 7 8,15-4 0,-1 2 752,-6 2 1,0 2-1537,-3 2 1,0 1 140,-5 5 1,5-1-1,-7 3 1,8-1-1</inkml:trace>
  <inkml:trace contextRef="#ctx0" brushRef="#br0" timeOffset="44866">4126 11503 24816,'11'42'-235,"0"9"-801,-6-17 0,0 1 499,2 5 0,-1-2 0,-1 5 1,1-5-1</inkml:trace>
  <inkml:trace contextRef="#ctx0" brushRef="#br0" timeOffset="45210">4381 11223 23623,'-39'-25'44,"0"0"1,3 4 0,9 13 111,22 49-150,6 8 0,10 2-6,8-4 0,10-10 106,3-15 29,0-12 100,-6-17 39,-9-12 136,-9-16-51,-10-12-45,-11-4-34,-8 0-62,-7 8-112,-2 12-66,2 14-46,3 18-22,3 18-50,8 19-600,6 17-585,11-21 0,4 2 584,6 7 1,2-2-1,3 6 1,6-5 0</inkml:trace>
  <inkml:trace contextRef="#ctx0" brushRef="#br0" timeOffset="45393">4904 11430 23523,'-25'-44'941,"0"1"0,1 4 0,-1 14-773,-11 32-90,-2 29-61,21-2 0,1 7-2616,1 14 1,1 5 2590,6-9 1,1 3-1,0 2-39,3-7 1,0 2 0,1 2 0,1 0-278,0 6 1,0 3-1,1 0 1,0 1-947,1-10 1,0 2 0,1 0 0,0-1 0,-1-1 1269,1 9 0,-1-1 0,1-3 0,0-3 0,0-2 0,1-3 0,-1-6 0,-1-4 0,0-1 0</inkml:trace>
  <inkml:trace contextRef="#ctx0" brushRef="#br0" timeOffset="45717">4287 13307 20058,'-5'-59'484,"-1"-1"0,1 1 0,3 9 0,1-4 0,0-2 0,2 3 1,2 3-353,3-10 1,2 4-1,3-5-1192,0 6 1,2-5 0,1-3-1,1 3 1,2 4 1073,1 4 0,1 3 0,2 2 0,0 0-12,-1 2 1,1 0 0,1 2 0,1 2-123,9-7 1,3 3-1,-1 3 67,8-4 0,2 3-16,-9 9 0,2 0 0,1 1-262,-3 5 1,0 1 0,1 0-205,5-3 1,1 1 0,-2 1 469,0 1 1,0-1 66,-6 2 0,1-2 0,-5 1 65,-4-2 0,-3 0 134,3-6 1,-3-1 179,-5 5 1,-4 0 1163,4-22-1018,-11 22 2388,-5 4-2394,-7 20 1588,-3 6-1756,-14 34-73,-1 21 284,10-21 0,0 2-508,-2 14 0,2 3-324,2-5 0,2 2 273,1-7 1,1 2-1,1 1-7,2 9 0,1 1 1,4-2-89,3-7 0,2-1 1,1-2-146,4 21 0,6-5-1073,16-10 0,8-6 1308,7-9 0,1-5 0,-17-5 0,0-2 0,1-6 0,1 0 0</inkml:trace>
  <inkml:trace contextRef="#ctx0" brushRef="#br0" timeOffset="49150">6700 11389 26234,'-10'-17'229,"0"4"-190,0 17-22,-8 3 11,-13 4 17,-10-2 22,-4-2 40,4-15-18,8-15-10,16-24-51,13 16 0,4-2-17,5-2 0,3-1 0,3 1 0,4 3-11,2 4 0,2 4 6,24-10 0,3 18 16,5 22 6,0 18-166,-26-3 1,-2 5 128,-3 6 1,-5 4-577,-5 9 0,-8 4 565,-10 10 0,-9 2 3,-1-14 0,-5 1 1,-2 1 10,-6 3 1,-3 0-1,-2-1-445,-2-1 0,-3 0 0,0-3 456,3-5 1,-1-3 0,0-3 36,-11 6 0,2-8 56,11-12 0,4-9 126,-6-20 145,29-28-212,31-23-101,-1 25 0,3 1 180,7 0 1,3 2-212,2 4 0,1 2-8,1 3 0,1 4 481,-1 3 1,1 4-496,1 2 0,-1 3-6,1 3 0,1 2-160,-1 3 1,2 3-1619,9 3 0,-1 1-1476,-15-2 0,0 0 3257,11 3 0,-6-2 0,-14-3 0,0-2 0</inkml:trace>
  <inkml:trace contextRef="#ctx0" brushRef="#br0" timeOffset="49443">7590 11134 25709,'-41'-18'518,"-1"1"0,1 0 0,-15-7 0,8 5-345,18 7-139,12 6 270,19 4-271,11 6 85,16 9-107,2 4 0,3 5-5,-1 3 0,0 1-130,2 2 1,-1 2 114,-1 5 1,-2 1-224,-7-5 1,-1 1 225,6 9 0,1 2-14,5 7 1,-1 1 16,-7-10 1,-2 0-18,1 3 0,-6-3 4,-8 5-40,-32-4-381,-23-17-546,12-12 0,-3-3 533,-5-2 1,2-3-1,-7-1 1,9-4 0</inkml:trace>
  <inkml:trace contextRef="#ctx0" brushRef="#br0" timeOffset="50693">8593 11281 22878,'-24'-49'261,"0"-1"0,10 0 1,13 5-172,40 7-65,-8 17 0,3 3-8,1 6 0,2 3 2,3 2 1,1 2-17,-9 3 0,0 2-6,7 3 0,-1 5-3,-7 8 1,-3 4-9,-3 1 0,-3 3 196,-4 8 1,-8 2-178,-15-3 1,-6 0-6,-14 18 14,1-21 0,-6-2 8,-2-4 1,-1-3 24,0 0 1,1-1 61,-3-4 0,2-2 216,-4-3-174,17-10 479,10-8-490,14-6 240,20-12-284,10 3-18,22-5 395,-14 14-429,16 2-33,-23 12 1,0 2-15,2 3 0,2 2-109,6 3 0,-2 5 89,-10 3 1,-4 4 11,12 26 34,-21-5-32,-31-7 1,-11 0-1,0-10 1,-5-1-496,-14 12 1,-4-2 178,1-10 0,0-3-717,1-3 0,1-4-510,10-5 1,1-2 1551,-24 0 0,36-7 0,3 0 0</inkml:trace>
  <inkml:trace contextRef="#ctx0" brushRef="#br0" timeOffset="50976">9577 10803 26460,'49'-5'3,"0"-1"1,1 1 0,-1 0 0,14 3 0,1 5 0,-7 11-18,-11 14 1,-5 10 0,-3 4-324,0 2 0,-4 4 0,-4 2 290,-4 3 1,-6 2-1,-6 2-615,-9 0 0,-7 2 0,-7-2 10,-7 0 1,-8 0-1,-4-3 489,-1-11 1,-3-1-1,-2-3 1,3-3-1,-9 10 1,2-6 0,1-7-1,-1 0 1</inkml:trace>
  <inkml:trace contextRef="#ctx0" brushRef="#br0" timeOffset="51226">11797 10730 25870,'-45'30'212,"1"0"1,-1 0 0,0 2 0,0 2 0,4 1-202,8 0 0,2 2 0,0 0-1256,-5 5 0,-1 2 0,-1 0 1174,-3 1 0,0 1 0,0 0-267,0 0 0,0-1 0,2-1-609,2-3 1,0-1-1,1-2-1882,5-6 1,1-2-1,1-2 2829,-5 3 0,4-4 0,-5 0 0,18-19 0</inkml:trace>
  <inkml:trace contextRef="#ctx0" brushRef="#br0" timeOffset="51350">10721 11346 16521,'15'-40'2159,"-1"-1"0,1 0 0,3-11 1,2 8-1415,8 12-319,4 23-157,13 27-216,-12 3 0,3 5-1552,11 11 1,3 5 1276,-10-7 0,1 1 0,2 2 222,-4-4 0,1 3 0,0-1 0,-4-4 0,9 8 0,-3-3 0,-1 0 0,0 0 0</inkml:trace>
  <inkml:trace contextRef="#ctx0" brushRef="#br0" timeOffset="55351">4945 14169 21773,'-61'-13'782,"0"0"0,0 1 0,5 4-591,-2 7-107,-1 14-28,17 14-39,11 4-9,14-2 1,4 2 2,3 13 0,12 17 12,29-20-18,-3-23 1,2-3-1,28 5 9,-3-5 0,3-1-6,-18-4 1,0 2 10,15 3 1,-4 4-12,-20-4 1,-7 3-3,-5 20 491,-38 6-478,-4-19 1,-5-1 5,-8 1 0,-4-1-435,-3-1 0,-1-2 429,2-3 1,-1-2-6,5-3 0,2-4 210,-21 1-1412,24-21-1024,18-7 1486,20-20 1,-2 19-1,5-2 1</inkml:trace>
  <inkml:trace contextRef="#ctx0" brushRef="#br0" timeOffset="55558">5685 14071 21495,'-10'2'2053,"-26"4"0,-3 0-1740,13-3 29,-18 3 0,3-1-102,27-5-200,0 1-80,25-5-553,22-3-900,-2 1 0,5-1-3423,11 1 1,0 0 3067,-7 1 0,-3 1 1,20 0-1,-41 2 1</inkml:trace>
  <inkml:trace contextRef="#ctx0" brushRef="#br0" timeOffset="55717">5702 14531 27180,'47'-25'-246,"0"0"1,-1-1 0,1 1 0,9-7 0,-5 4 0,-12 8 0,0 1 0</inkml:trace>
  <inkml:trace contextRef="#ctx0" brushRef="#br0" timeOffset="58592">7016 14031 26273,'2'-22'173,"1"7"-122,3 23 16,-2 5 34,-1 3-23,-9 6-5,-6 0 22,-10 0 17,-4-6 51,-2-7 27,3-12-50,5-14-62,7-19-38,10-16-18,13-11-14,-2 31 1,2 1-9,17-23 17,4 15-1,1 17-27,6 15 28,4 18-28,8 17-1,-25-5 1,-2 4-472,0 6 1,-5 3 476,-4 5 1,-6 3-6,-9 4 0,-8 2 2,-9 3 1,-8 0 9,3-16 1,-3-1 0,-2-1 0,-1 0 0,-3-2 0,0-2 15,-13 10 0,0-4 22,7-11 0,3-6 0,-10-6-22,41-51-28,17 3-283,14-3 0,8 0 288,0 11 1,5 2-817,14-7 0,3 1 557,-15 13 0,0 1 0,4 1-3012,10-1 0,4 1 0,-5 1 2154,0 1 0,-4 1 0,5 1 0,-11 2 0,-26 6 0</inkml:trace>
  <inkml:trace contextRef="#ctx0" brushRef="#br0" timeOffset="59609">7270 3222 25422,'32'-20'61,"2"10"1,5 1-48,6 3 0,3 2-1862,8 0 0,-2 0 1820,7 3 1021,-13 8-1015,-37 6 16,-40 20 9,3-15 0,-4-1-95,-17 6 1,-5-1 102,1-1 0,0-2 3,11-5 0,0 0 17,-3 1 0,2-1-8,-7 2 50,3 0 1999,22-8-1697,24-8-230,25-11-66,12-4-46,-1 1 1,2 0-26,-5 1 1,1 2-361,11-4 1,-1 2 348,-13 3 0,0 1 3,7-1 0,0 0 51,14-3-28,-4 3 10,-40 8-21,-36 12 4,-17 1-5,5 1 1,-3 0 4,4-2 1,-1 0-245,-14 5 1,1-1 232,16-4 1,3-1 16,-19 6 1589,43-11-1600,16-5-17,26-7-89,6 0 0,7-1-2518,4 0 1,4 0 2612,-12 2 0,2 0 0,-4 2 0,-2 0 0,-6 1 0,9 0 0</inkml:trace>
  <inkml:trace contextRef="#ctx0" brushRef="#br0" timeOffset="61326">6329 1311 22300,'-5'-45'907,"0"0"1,2 5 0,-1 12-1287,0 23 226,2 18 100,5 18 20,3 17 14,-2-16 0,1 0-175,0 3 1,-1 0 99,0 0 0,-1 0 69,-2-2 0,-3-2 75,-12 22 1,-15-11 10,-19-14-99,-12-12 216,26-13 0,0-4-10,2-3 1,0-3 104,-23-15 15,14-8 362,15-1-443,11 4-61,10 5-425,6 8 502,5 6-375,8 14 55,4 16 16,2 17 18,-1 13 107,1 4 22,2-5 18,9-10 83,9-15 144,11-12 95,6-18 165,-1-13-7,-8-11-38,-14-7-178,-13 1 166,-11 3-138,-6 8-570,-4 10-1591,-5 13 1851,-8 22 1,5-10-1,-3 9 1</inkml:trace>
  <inkml:trace contextRef="#ctx0" brushRef="#br0" timeOffset="62967">5018 3376 20285,'-46'8'298,"0"0"0,0 0 1,-21 4-1,28-5-192,49-11 17,34-9-77,-6 5 1,8-2 0,1 0-1046,4-1 1,1 1 0,3-1 996,0 1 1,4-1 0,0 1 0,-3 1-9,2-1 1,-4 2 0,3 0-10,-6 0 1,3 1 0,-1 0 0,-3 0-233,0 1 0,-2 1 0,1 0 237,5-1 1,1 1 0,-4 0-184,9 0 1,-10 3 207,-12 9-5,-62 11 11,-34 3-15,1-3 1,-6 1 56,21-8 1,0 1-1,-3 0-37,-12 4 1,-4 0-1,-3 1 31,17-6 1,-3 2 0,-1-1 0,1 0 0,1-1 26,-5 2 0,2-1 0,1 0 0,-1 0-34,2-1 0,1 0 1,0 0-1,3-1 58,-2 0 1,2 0 0,7-2 1358,-21 5-1452,16-4 73,82-22-45,11 0-282,-8 1 1,8-3 0,1 1 253,-2 1 0,1 1 1,3-1-510,-2 0 0,3-1 0,1 0 1,1 1 501,2 0 0,0 0 0,1 0 0,2-1 0,-7 3 1,3-1-1,-1 0 1,0 0 0,-3 1-188,1 1 1,-1-1 0,-2 2 0,-1-1 186,12-2 0,-2 1 0,-7 2 26,-3 1 1,-16 2 36,-26 4-39,-49 10-17,-1 1 1,-10 1-1,-2 2-223,-4 0 0,-2 1 0,-3 1 243,14-3 1,-3 1-1,-1 0 1,1 0-1,3 0 8,1-1 0,4-1 1,-1 0-1,-1 1 46,-9 2 0,-2 0 1,0 1-1,4-1 125,-6 2 1,2 0 0,3-1-262,6-1 1,1 1 0,3-1-48,-16 2 0,25 0-2002,60-1 2100,25-11 0,5 1 0,-15-5 0</inkml:trace>
  <inkml:trace contextRef="#ctx0" brushRef="#br0" timeOffset="67333">2034 15971 24469,'-57'-22'461,"0"-1"0,0 4 1,3 5-381,15 15 0,1 4-476,-4 1 0,-1 3 431,1 3 1,2 2-26,6 1 0,3 1 286,-9 18-292,29 1 150,30 2-161,25 1 14,-11-19 1,4 0-523,7 0 0,4-1 511,5 2 1,2 0 7,1 1 1,-1 0-12,-4 0 1,-4 1 13,-10 0 1,-7 1 454,1 19-401,-43-2-1,-32-5-330,11-19 0,-3-2 294,-5-1 0,-2-3-14,-1 0 1,-1-2-12,2-2 0,2-1 2,8-1 1,2-1 2,-6 1 1,3-1-6,1-1 810,-4 2-1718,28-3-4284,20-7 5192,9-3 0,-2 1 0,-3 1 0</inkml:trace>
  <inkml:trace contextRef="#ctx0" brushRef="#br0" timeOffset="67543">2664 15734 22935,'0'-3'3685,"0"0"-2968,0 3-672,-20 52-40,15 5-809,-5-2 1,0 5 610,7-3 0,2 1-628,-1-16 0,1 2 0,-1-1-714,1 3 0,-1 0 0,1 0 1535,0 3 0,0 0 0,0-5 0,1-2 0,0-4 0,0 25 0</inkml:trace>
  <inkml:trace contextRef="#ctx0" brushRef="#br0" timeOffset="68443">2503 16580 21595,'-10'-52'1258,"-1"0"1,2 5 0,0 8-1029,2 8-197,2 12-5,19 2-33,12 8-6,26-2-43,-17 6 1,1 1-751,8-1 0,1 0 513,4 0 0,1-1 27,0-1 1,-2-1 112,-5 1 1,-3-2 77,20-11 224,-28 0 146,-22 2 56,-20 5 61,-12 6 694,-2 4-699,-20 14 51,12 4-365,-11 13-50,19 1-34,10 1-5,13-4 16,11-4-11,11-9 45,10-7 12,8-15-24,2-10 74,-2-13 28,-8-10 44,-10-4 112,-9-4 40,-11 3-28,-9 5-96,-9 12-78,-10 11-39,-3 10-73,-1 14-6,3 10-16,5 18-6,6 12 11,8 15-306,7-26 1,3 2 168,5 4 0,3 0-275,4 3 1,5-1-390,6 0 0,5-2-812,5-2 0,4-4 339,4-5 0,2-5 467,2-6 1,1-6 730,6-9 1,-3-5 294,-16-1 0,-3-4 584,5-8 1,-5-5 1196,-8-15-398,0-14-492,-8-5-259,-3 1-184,-3 7-180,-3 11-184,-4 14 245,-1 11-531,-1 14 949,-2 16-982,-1 22-1,-3 20 6,3-23 0,-2 2-405,-2 5 0,0 2 410,-1 2 1,-1 2-23,0 0 0,0 0-3,1-5 1,0-2 24,3-8 1,1-4 22,-2 5-11,3-28 11,2-30 28,1-25-34,3 10 1,1-3-530,1-9 1,2-3 522,2-7 1,2-1-14,2-3 0,1 0 14,1 2 0,0 2 5,0 6 0,0 2 336,0 9 1,0 3-345,-2 7 0,1 2-31,14-11-11,1 15 33,1 15-21,3 18 32,7 27-16,-13-4 573,-12-3 1,-4 1-563,-11 17-39,-15 14 14,2-31 0,-5-1-177,-7 1 1,-3-3-230,-9 6-2123,-7-8 2543,29-31 0,3 5 0,8-9 0</inkml:trace>
  <inkml:trace contextRef="#ctx0" brushRef="#br0" timeOffset="68626">4250 16188 26441,'51'-16'-780,"1"-1"0,-16 6 1,-5 1-1,-3 1 1</inkml:trace>
  <inkml:trace contextRef="#ctx0" brushRef="#br0" timeOffset="69017">4804 15995 23567,'-5'0'3445,"1"0"-3182,4 0-212,3-72-46,7 48-5,1-19 0,7 2 0,37 23-11,3 4-122,-24 10 1,-1 5 104,15 14 23,-9 14-6,-16 1-12,-10 17 85,-32 9-62,7-26 0,-3 0-253,-9 6 1,-3-2 255,0-6 0,1-2 8,-18 14 11,19-18 1,0 1 45,-15 16 5,8-2 223,9-2-257,25-17-16,7-7 55,23-5-87,6-9 1,8-3-3,6-1 0,5 0-532,-4-1 1,3-1 0,0 0 392,0 0 1,0-1 0,-2 1-71,-9 2 0,-2 0 0,3-1-3057,15-1 0,3-1 0,-8 2 2102,-16 2 1,-3 0 0,16-2-1,-9 2 1,-29 4 0</inkml:trace>
  <inkml:trace contextRef="#ctx0" brushRef="#br0" timeOffset="69283">1752 17656 25480,'-38'18'53,"-1"1"0,1 0 1,-6 4-1,22-7 232,71-21-240,-6-4 0,10-4 0,3 0-1147,-8 2 0,3-2 0,3 1 0,2-1 1,2 0 1113,-9 2 1,3-1 0,1 1 0,1-1 0,1 0-1,0 1 1,2-1-149,-2 1 1,0 0 0,2 0 0,1 1 0,0-1 0,0 0 0,1 0 0,0 1 139,-2 0 0,-1 1 1,2-1-1,-1 1 0,1-1 1,1 1-1,-1 0 1,1-1-1,0 1-59,1 0 0,2 0 0,-1-1 0,0 1 0,1 0 0,0 0 0,0 0 0,0 0 0,0 0-37,-5 1 1,0 0 0,0 0 0,0 0-1,0 0 1,0 0 0,1 0 0,-1 0-1,0 0 1,0 0-536,6-1 0,1 0 1,0 0-1,-1 0 0,1 0 1,-1 0-1,-1 0 1,0 0-1,-2 1 627,1-1 0,0 1 0,-1-1 0,0 1 0,-2-1 0,-1 1 0,-3 0 0,-2 1 0,10-2 0,-2 1 0,-4 0 0,-3 0 0,-4 1 0,0 0 0,-1 0 0,1 0 0</inkml:trace>
  <inkml:trace contextRef="#ctx0" brushRef="#br0" timeOffset="70676">7813 16899 26553,'-32'3'5,"4"18"1,22 10 0,3 6-524,-4 0 1,-2 1 514,-4-1 1,-1 0 7,-1-2 1,-1-2 349,-14 20-294,9-20 185,10-20-223,16-27-1,13-19-11,-2 7 1,2-2 27,4-5 0,1 0-360,3-1 0,1 0 357,0 2 1,0 0 24,-3 5 1,-1 2 494,15-14-534,-14 16-22,-6 13-22,1 14 22,5 11-12,7 13 35,1 6-6,-1 3-45,-4-2 799,-7-5-737,-6-9 61,-7-10-5,-3-11-51,-1-13 28,4-9-67,7-10-28,9-4 45,10 2-11,5 3 16,2 11 0,-4 10 1,-4 14-23,-3 9-28,-4 12 56,0 5-45,-1 2-5,3-4 38,0-6-49,0-10 38,-4-7 18,-3-12 5,-3-7 28,-2-11-28,0-2 89,-4 0 18,-4 5 89,-4 7-17,-2 6-173,-1 6-23,1 4-6,3 5 1,5 6 5,7 6-22,8 5 22,6 2-11,7 2 0,4 2 23,1-1-51,-2-2 39,-11-6-6,-13-8-5,-14-6 34,-10-7-28,-3-6 5,-1-3-11,4-2-34,1 4-246,4 2-1305,0 4-1692,3 2 0,-1 3 0</inkml:trace>
  <inkml:trace contextRef="#ctx0" brushRef="#br0" timeOffset="70950">9084 16608 21185,'-16'-29'-812,"5"10"-4753,19 29 5565,0 3 0,-2-3 0,-3-3 0</inkml:trace>
  <inkml:trace contextRef="#ctx0" brushRef="#br0" timeOffset="71692">9676 17034 23843,'26'-49'510,"1"-1"0,-2 5 0,-8 4 380,-22 5-705,-11 15 94,-19 13-212,0 16-28,6 3 1,-3 6-4,-4 8 1,-1 4-9,0 1 0,1 3-256,-3 5 1,6 3 241,13-8 0,6-1 169,0 14-183,30-1-56,36-19 59,-21-15 0,3-5-305,10-5 0,1-6 299,-6-8 0,-3-4 8,-7 1 1,-2-3 33,2-11 1,-3-4 4,-8 1 1,-3-4-17,3-12 0,-1-6 2,-6 2 0,-1-4 0,-1 2-392,0-4 1,-1-1 407,-1 9 0,1-5 0,-1 1 1,-1 9-282,-1 5 0,1 2 392,3-25 0,-2 7 78,-3 28-185,-2 16 545,-6 38-589,0 35-6,0-28 0,1 1 28,0 19 1,2 5-160,1-12 0,1 1 1,1 1-700,0 3 1,1 1 0,1 0-2448,1 9 0,1 0 0,0-5 1756,2-1 0,-1-6 0,-1-12 0,0-7 0,-3-11 0</inkml:trace>
  <inkml:trace contextRef="#ctx0" brushRef="#br0" timeOffset="72526">10991 16810 24447,'-50'-4'614,"1"0"0,8-1 1,9-5-481,16-15-72,45-9-60,3 14 1,9 3-873,-3 4 1,5 1 0,2 1 527,9 0 0,3 1 1,2 1-1011,-11 3 1,1 1-1,1 0 1,1 1 1351,2 0 0,2 2 0,-1 0 0,-6 0 0,14-1 0,-6 2 0,-9 1 0,0 0 0</inkml:trace>
  <inkml:trace contextRef="#ctx0" brushRef="#br0" timeOffset="72676">11275 16878 25522,'-45'-1'455,"0"0"1,4-1 0,15-4-445,39-16-95,29-8-524,-4 12 1,6-1 75,-3 3 1,4-1-1,-4 3 1,-3 0 0,-3 2-1,4-1 1,0 0-1</inkml:trace>
  <inkml:trace contextRef="#ctx0" brushRef="#br0" timeOffset="74626">13318 16540 25629,'-5'-22'173,"-1"7"-72,2 24 84,-7 5-118,1-3 45,-9 1 45,4-8-11,-5-1-34,1-9 39,-4-18-106,9 0 22,1-30-39,14 4-23,4 19 1,4 0-3,8 0 0,5 4 2,25-6-5,3 11-11,3 29 0,-10 15-294,-15-2 0,-1 4 296,-3 5 1,-4 6 19,-6 12 1,-8 3-18,-12-4 1,-6 1-396,-2-1 0,-8-1 393,-4-12 1,-6-1 0,-1-2-766,-13 10 0,-4-2 776,10-7 1,-2 0 0,-1-3 7,1-3 0,-2-1 1,4-5 7,-3 1 0,4-7 88,-20-4 525,45-32-503,27-9-79,8 7 1,5 1-32,4 4 1,3 2-532,13 0 1,0 3 505,-11 7 0,0 4-14,11 0 1,1 2 177,-4 3 1,0 2-638,14 0 1,4 1-2799,-8 1 0,3 0 0,-3 0 2999,10 1 0,-3-1 1,-3 1-1,-8-2 0,-6-1 1</inkml:trace>
  <inkml:trace contextRef="#ctx0" brushRef="#br0" timeOffset="74817">14576 16293 27785,'-19'39'-35,"-1"0"0,0 0 0,-8 7 0,10-1-388,25 7 0,10 0-1873,-2-9 0,3 0 2296,8 14 0,1-3 0,-12-21 0,1-4 0,15 20 0</inkml:trace>
  <inkml:trace contextRef="#ctx0" brushRef="#br0" timeOffset="74993">14065 16741 24514,'49'-35'-205,"-1"0"0,1 0 0,-4 4 0,1 1 0,4 8-764,-1 10 0,4 6 0,1 2 0,-3 1 160,3-3 0,-2 2 1,-4 0-1,4 0 1,-6 1-1,6-1 1</inkml:trace>
  <inkml:trace contextRef="#ctx0" brushRef="#br0" timeOffset="75442">15387 16291 18431,'-7'-4'4884,"2"1"-3472,5 3-964,-34-78-173,39 39-208,-14-12 0,6 2 0,43 14-33,9 8-45,6 11-389,-24 12 1,2 3 410,2 4 1,0 3-18,2 5 0,-1 3-11,2 6 1,-4 3 127,-6-3 1,-3 2-216,3 16 1,-6 2 7,-8 18-41,-9-17 1,-8 0 186,-29 13-13,8-32 0,-5-4 33,-2-4 0,-1-4 50,0-3 1,0-2 226,-22 0 6,17-8 212,19-4-509,21-4 5,18 0-38,6 3 7,3 4 1,4 3-3,21 5-142,-13 0 1,1 3 149,-4 2 1,-2 3-32,1 2 1,0 2-178,-2 2 1,-2 2 171,-5 0 0,-2 2-22,7 19 10,-26-1-32,-34-5-214,-27-5-61,-5-11-1070,5-9 0,-3-4 877,15-4 1,2-2 0,-1 2 0,3-1 0,-6-5 0</inkml:trace>
  <inkml:trace contextRef="#ctx0" brushRef="#br0" timeOffset="75667">16741 16036 24195,'-5'0'1977,"2"0"-1932,3 0-174,74-21-2655,-12 15 2093,-21 1 0,6-2 1,-3 4-2318,7 8 0,-3 3 3008,-6 1 0,-3 1 0,11 4 0,-26-5 0</inkml:trace>
  <inkml:trace contextRef="#ctx0" brushRef="#br0" timeOffset="75826">16876 16329 25965,'46'-1'-428,"0"0"0,0 0 0,3 0 0,1 0 0,1-1 428,8-2 0,1 0 0,-5 0 0,-5 1 0,-4 0 0,2 0 0,0 1 0</inkml:trace>
  <inkml:trace contextRef="#ctx0" brushRef="#br0" timeOffset="76450">18820 15725 27163,'2'-42'107,"-18"8"-51,-46 36-37,28-1 1,0-1-6,1 1 0,2 0 25,-18 0 0,16-4 34,17 1-28,9-1-56,6 1 5,1 1 23,0 8 11,0 5-6,-2 15 29,-1 12-12,-3 10-39,0 8-17,-1 1-5,3-3 38,-2-6 1,2-7-11,0-12 50,2-11 89,1-10 57,2-8-96,6-9-72,7-10 33,12-11-11,11-5-22,8-1-6,5 8-6,-1 7 1,-1 10-29,-3 9 0,2 12 1,2 12-4,-21-5 1,1 4-294,1 4 1,1 2 287,0 3 0,-2 2-9,-3 1 1,-3 2 8,-7 0 0,-6 0-197,-9-1 1,-8 0 126,-9-3 0,-6-2-196,-8-2 0,-5-4-473,-5-3 0,-2-3-3346,0-4 1,1-4 4098,5-2 0,5-3 0,-1-1 0,22-4 0</inkml:trace>
  <inkml:trace contextRef="#ctx0" brushRef="#br0" timeOffset="76643">19580 16300 26429,'-21'56'81,"-1"-1"1,1 1 0,6-13 0,0-3 0,-1 0-110,-10 19 0,0-4-1556,6-12 1,1 0 1583,1-4 0,1 2 0,0-3 0,2-4 0,1-3 0,-10 26 0</inkml:trace>
  <inkml:trace contextRef="#ctx0" brushRef="#br0" timeOffset="76983">19957 16520 26676,'19'-44'220,"1"-1"0,2 6 1,5 10-188,23 20-13,-14 11 0,0 5-713,22 12 684,-23-4 1,-2 6-1916,-7 9 0,-5 3 1913,0 13 330,-24-9 0,-12 0-297,-7-11 1,-6-1-40,-10 7 0,-4 0 11,-4-1 1,-1-2 22,-6 3 0,3-2 8,14-8 0,3 0 9,-17 14 117,47-12-11,36-12-109,0-4 0,6-3-381,19 1 0,9-3 274,-12-1 0,6-1 1,2 0-1,-4 0-10,2 0 1,-3 0 0,6 0 85,-14-1 0,6-1 0,2 0 0,0 0 0,-6 0 0,-9 1 0,8-1 0,-5 0 0,0 0 0,1-1 0,0 0 0</inkml:trace>
  <inkml:trace contextRef="#ctx0" brushRef="#br0" timeOffset="77543">21410 15922 25903,'58'-26'103,"0"0"0,0 0 0,-11 3 0,-1 2 0,0 6-107,-3 8 1,0 5-1,1 3-983,2 2 1,1 3 0,-1 0 950,0 0 1,-1 1 0,0 2-79,1 3 0,0 2 0,-7 3 25,-5 4 0,-8 2-275,0 13 414,-45 3-123,-12-21 0,-8-3 104,-4 1 0,-3-1-304,5-3 0,-2-1 1,1-2 451,-16 3 0,3-2-50,11-3 0,1 1 120,-3 0 1,4 0 1405,-6 1-1274,6 0 235,33-5-403,31-5-162,10-1-37,2-1 0,4-2-9,-1 2 1,2-2-781,20-4 0,1-1 783,-19 4 0,-1-3 17,14-13 1,-8-5 2,-18-3 480,-7-5 0,-8-7-461,-17-2 1,-7-2-14,1 0 0,-4-1-207,-7-5 1,-4 3 345,4 17 1,0 4 196,-12-9-236,14 19-16,11 11 1549,12 9-1689,4 4-18,37 32 40,-19-13 0,1 2-206,5 4 0,2 5 194,-3 4 1,-1 6 0,-4 0-505,-4 7 0,-6 3 208,0-4 0,-2 4 0,-9-3-756,-11-8 0,-7-1 0,-3-3 1064,-11 12 0,-2-5 0,4-16 0,1-5 0,-9 2 0</inkml:trace>
  <inkml:trace contextRef="#ctx0" brushRef="#br0" timeOffset="78383">23836 15709 23052,'0'-4'2644,"0"1"-1759,0 3-846,9-21-17,-4 19-10,6-13 27,-7 27 50,-2 1 57,-7-3 22,-8-3-39,-7-5 16,-5-12-16,1-11-50,5-20-23,11-17-401,9 23 0,4 0 345,3 0 0,4 2 2,5 3 1,1 4-8,15-7-203,26 15 202,-15 24-2,-12 2 0,0 5 5,-5 8 0,-2 6-217,-1 7 1,-3 4 216,-3 6 0,-6 4-501,-9 4 0,-9 2 510,-14 3 0,-10-1-470,1-15 1,-6-2 0,-3 0 450,-7 2 0,-3-1 0,-2-2 15,-1-1 0,-2-2 0,1-2-201,5-5 0,0-1 0,2-3 232,-8 1 1,5-5 344,-6-5-305,48-26 22,43-13-42,-3 7 0,5 1 140,10-2 0,3 3-177,7 0 1,2 4 275,-18 4 1,0 2 0,2 1-293,2 1 0,1 2 0,1 0-268,4 3 1,0 2 0,1 0 108,3 2 0,1 0 1,0 2-210,2 1 0,0 1 1,0 0-406,-2 0 0,0 0 0,-2 0-1298,-3-2 0,-2 0 1,-2-1 2070,10 0 0,-7-1 0,10-1 0,-34-5 0</inkml:trace>
  <inkml:trace contextRef="#ctx0" brushRef="#br0" timeOffset="78700">25162 15367 16040,'-29'-43'776,"-1"0"0,1 0 0,0 0 0,-1 0 0,-4-2 0,-3 0 1,0 1-1,-2 4 0,0 6-1903,-14 1 0,-1 8 0,-4 2 1271,2 0 0,-4 1 1,-1 2-1,-2 2-317,11 6 0,-1 2 1,-1 1-1,0 1 1,-1 3 253,0 1 1,-1 1 0,0 2 0,0 2 0,0 2-41,2 2 0,0 1 1,0 1-1,1 3 1,2 2-12,-11 6 1,2 2 0,1 4 0,3 3-1,4 2 1,2 3 0,2 3 0,4 2 4,3 4 0,2 2 0,4 3 0,3 2-4,3 2 0,4 2 0,2 2 0,5 1-111,3 2 0,3 1 0,4 1 0,6 0 91,4 2 0,4 1 1,6-1-1,4 0-229,1-12 1,4 0-1,3-1 1,3-1-1,3-1 223,6 1 1,3-1 0,4-1-1,2-1 1,2-2-49,-4-7 0,2 0 0,2-1 0,1-2 0,1-1 0,1 0 24,3-1 0,2-1 1,0-1-1,2-2 0,0-1 1,0 0 13,1-2 0,1-1 0,1-1 1,0-2-1,0-1 0,0-1 6,-1-2 0,0-1 0,0-1 0,0-2 0,0-2 0,-1-1-2,-3-2 0,0-2 0,-1-1 0,0-1 0,-1-3 0,-1-2 12,5-2 0,-1-2 0,-1-3 1,-2-3-1,-3-3 5,6-7 1,-2-3 0,-3-5 0,-4-3-8,-5-4 1,-4-4 0,-3-4 0,-4-1-8,-2-5 1,-4-3 0,-3-2 0,-3-1-2,-5 9 0,-2 0 0,-1-2 1,-3 0-1,-2 0-36,-1 0 0,-3-1 1,-1 0-1,-3 0 0,-3 1-130,-6-11 0,-4 0 0,-4 2 0,-6 2-465,-1 12 0,-4 2 1,-2 1-1,-3 2 1,-1 2 629,-9-5 0,-3 3 0,-1 3 0,3 3 0,-2 1 0,1 4 0,3 5 0,-2 3 0,1 1 0</inkml:trace>
  <inkml:trace contextRef="#ctx0" brushRef="#br0" timeOffset="81718">13709 620 20260,'-5'49'119,"0"1"0,1-1 0,-1 0 1,0 3-1,1 1 0,1 0 1,1 0-74,2 1 0,2 0 0,1 1 1,-1 1-1044,0-6 1,0 2 0,1 0 0,0 1 0,-1 0 1023,2 5 0,-1 0 0,1 2 0,0 0 0,0 1-176,-1-7 1,0 1 0,1 0 0,-1 1 0,1 0 0,-1 0 162,1 4 0,-1 0 0,1 1 0,-1 0 0,0 1 0,1-1-56,-1-5 0,0-1 0,0 1 0,0 0 0,0 1 0,0-1 0,-1 1 62,1 2 1,0 1 0,0-1 0,-1 1 0,1 0-1,0 0 1,0 1-140,0 1 1,0 0 0,-1 0 0,1 0 0,0 1 0,0 0 0,0 0 130,0-7 1,-1 1 0,1-1-1,-1 1 1,1 0 0,-1 0-1,1 0 1,0 0-1,0 2 1,-1-1-1,1 1 1,0 0 0,0-1-1,0 1 1,0 0 0,0 1 5,0 0 1,0 0 0,0 0 0,0 1 0,0-1 0,0 1 0,-1 0 0,1 0 2,0 1 0,0-1 0,0 2 0,0-1 0,0 0 0,0 0 0,0 1 0,0-1-4,0 1 1,0 0-1,0 1 1,0-1-1,0 0 1,0 1-1,0-1 1,0 1-4,0-7 0,-1 0 1,1 1-1,-1-1 0,1 0 1,-1 1-1,1-1 0,-1 1 1,1 0-2,-1 0 1,1 0 0,-1 1-1,1-1 1,-1 1 0,1-1 0,-1 1-1,1-1 1,-1 1-4,0 0 1,0 1-1,1-1 1,-1 1 0,0-1-1,0 1 1,0 0 0,0-1-1,0 1 5,0 0 1,0 0-1,0 0 1,0 1 0,0-1-1,0 0 1,0 0 0,0 1-1,0-1 6,0 0 1,0 0 0,-1 0 0,1 0 0,0 0 0,0 0-1,0 0 1,0 0 0,0 0-1,0-1 1,0 1 0,1-1 0,-1 0 0,0 0 0,0 1-1,1-1 1,-1 0 0,1 0-2,0-1 1,-1 0-1,1 0 1,0 0 0,0-1-1,-1 1 1,1 0-1,0-1 1,0 1-3,0-1 0,1 0 0,-1-1 0,0 1 0,0 0 0,0-1 0,1 0 0,-1 1 0,0-1-2,1 6 1,0 0 0,-1 0 0,1 0 0,-1 0 0,1 0 0,0 0 0,-1-1-1,0-1 0,1 0 0,-1 0 0,0 0 0,0 0 0,1 0 0,-2-1 1,1 0-6,0-1 1,-1 0 0,1-1 0,-1 0 0,1 0 0,-1 0 0,0-1 0,-1 1-4,1 5 1,0 0 0,0-1 0,-1 1 0,1-1 0,-1 0-1,0-1-2,-1-1 1,1-1-1,-1-1 1,0 1-1,0-1 1,-1 0-1,1-1-2,-2 8 1,1-1 0,-1-1 0,-1 0-1,1 0 1,-1-1-1,-1-2 1,0 0 0,0-1 0,0 0-1,-2-1 1,1 0-4,-1-2 1,0-1 0,-1 0 0,0-1 0,0 0 0,-1-1-23,-2 8 0,-1-1 0,1 0 0,-2-1 0,1 0-182,-1-4 0,0 0 1,0-1-1,-1 0 1,1-1-1176,-3 8 0,0 0 0,0-2 0,1-2 1378,-2 7 0,2-3 0,0-5 0,0 0 0,3-7 0,2 1 0</inkml:trace>
  <inkml:trace contextRef="#ctx0" brushRef="#br0" timeOffset="141583">7537 18151 11631,'-2'-7'6654,"1"2"-4615,1 5 359,0 0-2169,-47-14-21,31 22-74,-35-4-72,44 28-23,4 4-34,9-1 1,6-3-45,11-5 44,7-7 51,6-8 28,2-5-22,-9-8 201,8-14-61,-19-6-12,2-19-44,-16-7 50,-13-4 28,-8 1 5,-9 7-66,-4 13-74,-2 13 1,-1 12-79,0 15-16,1 12-7,3 13-21,5 12-12,8 9-22,8 2 39,14-3-34,12-5-5,16-10 28,12-7-45,13-14 67,-26-14 0,0-3-153,1-6 0,-1-4 173,-1-4 0,-1-3 13,-5-3 1,-1-4-74,15-23 108,-13 0 16,-11 4-45,-6 8 46,-7 8-12,0 9 315,-3 7-382,0 5 59,2 6-48,3 8-39,2 12-23,4 11 23,1 7-12,1 4 23,1 0 12,0-4 4,-1-8 1,-2-12 6,-2-10 38,0-11-10,1-11 33,5-11 11,4-9-67,3-3 28,-1 3 11,1 4-28,-2 6-11,-1 7 6,-2 6-23,1 8-22,-1 10 22,2 6 0,2 8-16,1 3 33,1 5 0,3 0 5,4-4-10,2-5-23,0-10 11,-4-7-17,-5-4-67,-3-4-307,-2-3-595,1-4-924,1-1-1350,2-3-2620,3-3 5897,6-3 0,-15 7 0,1 3 0</inkml:trace>
  <inkml:trace contextRef="#ctx0" brushRef="#br0" timeOffset="142100">8962 18146 9705,'2'-4'7511,"-1"1"-1462,-1 3-5629,-5-43-168,-7 35-101,-12-25-16,-12 54-35,-11 16-460,20-12 1,0 2 389,1 2 1,1 2-133,3 0 0,3-1 97,-6 24 5,17-13 11,18-13 11,13-14 34,16-10 0,9-14 17,9-12-28,-27 4 0,-1-3 234,0-4 0,-2-4-184,-2-3 0,-3-3-289,-2-5 0,-3-1 351,-3-2 0,-4-1 39,-2 0 0,-2 0-190,-2 5 1,-2 2 346,0-18-129,-5 25-168,-2 22 332,-10 35-366,4-1-22,3 3 0,0 4 553,2 20-579,2-18 1,3 1-20,2 0 1,4 1-110,7 8 0,3-2-115,-3-13 0,2-1-1448,13 11 1,6-3 1716,-1-15 0,0-4 0,11 11 0,1-10 0</inkml:trace>
  <inkml:trace contextRef="#ctx0" brushRef="#br0" timeOffset="142300">9872 17956 23668,'-6'0'1596,"0"0"-1736,6 0-1405,77-52-1940,-33 36 3485,0-3 0,8-3 0,-10 7 0,-3 10 0,17 1 0</inkml:trace>
  <inkml:trace contextRef="#ctx0" brushRef="#br0" timeOffset="142459">10091 18209 22574,'-55'31'915,"0"-1"0,3-1 0,14-8-663,29-16 281,30-15-449,22-7-123,-5 1 0,4-2-948,6-1 1,1 0 283,-8 2 0,1 1 310,-1 1 1,3-1 0,-7 2-1,6-1 1,-10 4 0,0 0 0</inkml:trace>
  <inkml:trace contextRef="#ctx0" brushRef="#br0" timeOffset="143200">11347 17949 17641,'2'-8'6246,"0"1"-6022,-2 7 28,0 0-107,13-5-50,-8 11 23,8 1 56,-17 17-102,-12 5-4,-17 7-18,0-7 17,1-7 0,-2-2 147,-13 1-58,15-8 1,1-4 179,-6-12-123,17-21-174,13-6-8,15-4 0,6-2 25,13-12-186,-5 14 0,3 2 163,16-3 7,0 15-7,-3 15-44,3 17-6,-11 5 28,-6 10 1,-4 7-24,-9-4 1,-5 3-636,4 19 1,-6 5 607,-13 3 0,-8 2 5,2-15 0,-3 1 1,-1-1 33,-2-1 0,-1 0 0,0-1 52,0-6 0,1-1 1,0-2 28,-7 8 0,2-4-116,4-12 0,1-4 299,-16 9 120,9-21-541,15-33 202,30-21 25,4 12 0,6 0-428,12 1 0,5 4 374,8 3 1,4 5-21,-15 8 1,1 2-1,2 2-67,3 3 0,1 3 0,2 1-1611,3 1 0,0 3 1,0 0 1681,-3 1 0,-1 0 0,-3 1 0,3 0 0,-6 0 0,9 2 0</inkml:trace>
  <inkml:trace contextRef="#ctx0" brushRef="#br0" timeOffset="148043">16029 1899 20128,'-29'-50'1092,"0"0"0,1 4 1,0 10-611,-8 13-208,3 10-190,7 8-112,8 8 17,7 7 44,6 10-38,8 10-1,2-4 17,20 16-5,-1-10 0,15 15-6,-4-5 5,-2 1 12,-5 3-6,-10 1 23,-9-1-1,-16-3-10,-15-4 33,-18-4-28,13-18 0,-3-1 0,-4-1 0,-1-2-265,-3-1 0,-1-2 279,2-3 0,0-1 19,-25-2-83,18-13-611,20-13-3092,28-18 3725,13-3 0,0 12 0,-3 12 0</inkml:trace>
  <inkml:trace contextRef="#ctx0" brushRef="#br0" timeOffset="148266">16561 1695 26166,'-27'43'17,"5"15"-42,21-15 0,2 3-638,-2 0 0,-3 1-40,0 0 0,-2-1-1297,0-5 1,-2 0 1999,0-3 0,0-4 0,-1 4 0,1-12 0</inkml:trace>
  <inkml:trace contextRef="#ctx0" brushRef="#br0" timeOffset="149176">16442 2117 22094,'1'-44'851,"1"0"1,-1 4-1,1 7-750,2 11-101,9 8-6,14 6 1,17 5-29,17 5-11,-24 0 1,1 0-291,1 1 0,0-1 251,-2 1 0,-1-1 39,22 0 68,-21-8 89,-19-3-51,-13-2 247,-25-7-190,8 10 145,-24-5 502,13 11-546,-4 4-130,5 6-66,7 7-6,7 9 5,9 3 0,13 1 1,11-2-23,15-4 11,6-8 34,2-6 50,-5-14 17,-6-10 0,-11-14-6,-11-9 6,-12-3 34,-13 0 11,-11 7 28,-9 8-17,-3 10-56,-3 9-84,2 12-40,3 10 12,4 13 0,8 12-11,8 10-17,9 6-431,14 5 299,-1-30 0,2 0-196,5 1 1,3-1-158,3-1 1,1-1-32,2-4 1,0-2-504,25 9 487,-6-19 588,-6-20 207,-9-15 197,-6-13 206,-6-6 96,-4-3-79,-3 4-95,-4 5 253,-2 11-617,-3 11-151,-2 9-1,2 15 12,0 14 0,1 20 0,-1 18-323,-5-24 1,-1 2 285,-1 5 1,-2 1-17,-2 3 0,-2 0-6,-1-1 0,0-1-3,-1-6 1,0-3-64,-9 19 153,4-26-5,6-21-12,6-23-39,2-19-11,7-23-20,0 17 0,0-3-211,3-8 1,2-2 218,2-3 1,3-2-18,1 2 1,2 1 17,1 6 0,3 2 19,15-7 0,1 5-20,-17 21 1,1 2-6,18-9 0,-2 7-5,-14 17 97,15 1-103,-15 15-12,6 8 1,-5 12 27,-8 8 57,-18 12-56,-7-13-23,-30 12 17,-7-19 236,13-11 1,-1 0-254,-2-3 0,0-2-277,3-2 0,1-2-3218,-14 0 3512,20-7 0,17 0 0,8-2 0</inkml:trace>
  <inkml:trace contextRef="#ctx0" brushRef="#br0" timeOffset="149376">18003 2101 24438,'40'-20'-605,"0"0"0,1 0 0,5-6 0,-8 7 0,-15 15 1</inkml:trace>
  <inkml:trace contextRef="#ctx0" brushRef="#br0" timeOffset="149842">18428 1842 25309,'0'-48'108,"1"1"1,-3 6-1,7 7-85,36 13-1,-1 10-22,10 3-39,7 13 45,-21 3-12,11 18 6,-20 4 0,3 17 0,-12 9-3,-19-19 0,-5 1 20,-4-6 0,-4-2-9,0 0 1,-4-3 36,-30 14 11,8-18 162,-7 1 532,3-12-318,17-10-141,5-8-185,16-3 23,4-3-51,16 1-44,9 2-40,21 2-10,14 11-1,-5 2 22,-16 4 1,2 3-3,-5 1 0,1 4-12,16 12 1,1 3 2,-17-10 1,-4 2-74,6 21 1,-10 0-79,-24-6-151,-12-2 0,-11-1-269,-11-14 0,-8-3-1204,-7-1 1,-6 0 0,0-2-1497,3-3 0,0-3 0,0 0 2493,1-1 1,-1 0 0,5-3-1,3-2 1,8-2 0,12-1-1</inkml:trace>
  <inkml:trace contextRef="#ctx0" brushRef="#br0" timeOffset="150083">15428 3079 18179,'-4'2'5635,"0"-1"-4627,4-1-510,67 1-389,-19-6 1,7-2-1101,-7 3 1,4 0 0,4 0 0,1-1 998,-3 0 1,1-1 0,2 0 0,1 0 0,2 0-250,-1 2 0,2-1 0,2 1 1,0 0-1,2 1 0,1 0 245,-10 0 1,0 1 0,2 0 0,0 0 0,1 0 0,1 1 0,0-1 0,0 2-207,-1-1 0,2 1 0,0 0 0,1 1 0,-1-1 0,1 1 0,-1 0 1,-1 0-1,-1 0 141,-1 0 1,-1 0 0,-2-1-1,0 1 1,0 1 0,1-1 0,3 1-1,3 0-546,-8 0 1,4 1-1,1 0 1,3 1 0,1-1-1,0 1 1,-1 0-1,1-1 1,-3 1 0,-1 0-1,-3-1 1,-4 1 606,11 0 0,-4 0 0,-3 0 0,-2 0 0,0 0 0,1 0 0,2 0 0,7 0 0,3 1 0,2 0 0,-2 0 0,-2 0 0,-6-1 0,-7 0 0,0 1 0,0-1 0,0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4D10-2350-2CF4-BE8D-07E64B0D0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78850-0AF6-0A88-4354-5008140F5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F227-B06C-531C-79AB-EF761279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91743-9315-FDE2-B441-0E74CEB3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2494-3A4F-38B5-EF47-C878A9F4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4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CB59-F4E5-CD1F-9D66-0AB0F328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D6FC-ABA9-39C2-0040-8601B5E92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A6A1-E295-CC60-05CA-594DC31A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88ED7-E75D-B99B-9AE7-705D7830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B3BE0-C3BC-3EF2-B908-760D8EAB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4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3B4C-5FC5-35D2-1B0D-7C62CE1A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C0A06-EB13-7234-0B13-DCBA70DD0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E9AFC-6B66-7525-7884-FED98BAF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8DF9F-E83C-6350-05CB-41902822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C58B1-8A3B-9E3D-BE89-4984739D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8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BD65-2792-2287-6297-86BF88AC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CAB14-CF57-F9B1-815B-AB50E8FB2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C2EC9-8749-B877-A407-A86C18FD2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500D4-D566-878C-EBB2-0CEE99BE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46102-A8B1-0D89-7BAD-AD61E9B6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AD00A-F262-0443-25EF-667E9BD6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5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EAA2-3E30-1249-386C-494F436E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CBBE7-9DE0-8995-DD28-B6431BEC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C2A3D-6A93-BB0F-6BBF-6010F79CF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B1DEC-749E-7226-6165-6BA26D539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8A482-5ADE-C4D3-A89A-0DF63BFAF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CE8FF-C6D4-95B2-85F1-C1379D03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FEE80-3DD5-3BF3-4122-85DE4FC6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B26CC-142D-E9B2-D373-487128CA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9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F395-C880-9AE2-70FD-28F6E547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AFDF1-41AF-019B-71EE-401EDEE1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D2608-C33B-3052-60DC-71C50E87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82DA7-2BE1-4BD6-6095-CF7B6061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9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5BB3C-54BB-42F0-CD27-D3EDFF92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9D4BA-2349-4B6E-79FC-837E662E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442B5-7A9D-69A5-20CE-4B0FEAB9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B55B-1149-2036-B86D-AB8DC22E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FAA31-8D7C-776E-419C-1510FE487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EB8C-639D-BCAF-A6DF-A69CF6D26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FED79-2310-D7DB-2CA9-4395DA70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387A7-87D8-2735-8402-79093BDD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FE0CD-8938-215E-3BF0-2AB3C801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2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243D-3A60-8B47-3F37-09872C33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17B5F-B9E9-C21B-3506-C8B22B08F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3EDA3-2096-D05E-8730-362DD149F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CE2DB-385D-720D-9DD4-8FC06772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0A723-BCDA-3DCA-9927-84F2BFF5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D56D-B070-2837-2A05-6A120ADA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0229-A685-F827-3554-AEFFAC6C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124AE-0D8C-3555-53A5-40F28FC20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17B76-242D-F45D-96C6-3520B8E8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21A60-40E8-E9D4-D4D9-90641B57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0C974-EB62-80FA-2D8F-1D2E58122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9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10F59-FABE-CF5A-6C02-65907171F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79E60-8CBE-14B2-7E95-E92704B0E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4DB6-CF43-ABF5-A24F-3320A4F9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2960-5572-6A53-25AC-8B28DC70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B2B8-8C28-29E8-7911-3112B113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0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594A9-D057-BE3A-8DA2-9D3195BF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85510-7D49-100B-E479-D2F63584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5EDF3-FDFC-6F95-80D2-8DEBDB4A5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63936-A0E9-184A-A32A-5BF6899B56F5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4E613-8A90-F07A-A525-41CDA2F73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D6FE3-6274-28AD-9560-3D01B7F61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7728F-CBF1-E645-844A-271563AC9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9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A27D12E2-5260-975B-3D2B-AC482B256D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7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D23F1-1E4D-DA2F-E417-224B48FC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1B66A1-B641-927B-14E8-3E46BD18A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B2900F62-1E85-5426-FCEA-229A1772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1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93D50-184C-D4CF-490F-70BD9927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D38366-2154-2ECE-C6B2-DF393149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599E4D5F-2536-A27E-53F9-D4DA6FA2EE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7EA46F-2658-CCCB-F664-F62D73323F54}"/>
                  </a:ext>
                </a:extLst>
              </p14:cNvPr>
              <p14:cNvContentPartPr/>
              <p14:nvPr/>
            </p14:nvContentPartPr>
            <p14:xfrm>
              <a:off x="246960" y="375120"/>
              <a:ext cx="9332640" cy="359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7EA46F-2658-CCCB-F664-F62D73323F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600" y="365760"/>
                <a:ext cx="9351360" cy="36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412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754CC-3EDA-BDC8-2481-97A134CD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1D64120-0613-0518-D4F5-1D1E666EA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31CDAF14-B903-2DA7-9559-D314D2A63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FB4F3B-5E63-93DA-9854-DE57B04FFEC6}"/>
                  </a:ext>
                </a:extLst>
              </p14:cNvPr>
              <p14:cNvContentPartPr/>
              <p14:nvPr/>
            </p14:nvContentPartPr>
            <p14:xfrm>
              <a:off x="195120" y="545400"/>
              <a:ext cx="4556160" cy="616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FB4F3B-5E63-93DA-9854-DE57B04FFE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760" y="536040"/>
                <a:ext cx="4574880" cy="618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692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4F297-B5F9-941E-46ED-8261E419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226F9F-AAF5-3886-E604-737AF2C8F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72E6CC27-EBF4-950D-BFAF-3BE476759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C6D5F7-133C-5F79-4375-FED759FF4AF7}"/>
                  </a:ext>
                </a:extLst>
              </p14:cNvPr>
              <p14:cNvContentPartPr/>
              <p14:nvPr/>
            </p14:nvContentPartPr>
            <p14:xfrm>
              <a:off x="279360" y="108720"/>
              <a:ext cx="10778400" cy="612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C6D5F7-133C-5F79-4375-FED759FF4A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00" y="99360"/>
                <a:ext cx="10797120" cy="61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82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2E5BD-AA24-279C-C8ED-85AC4B8A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58A17F-435E-5461-BF48-C06CCB571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B2B630B7-B297-0360-7977-4815136FC0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42E55D-2892-C871-659A-CBE94CE8B413}"/>
                  </a:ext>
                </a:extLst>
              </p14:cNvPr>
              <p14:cNvContentPartPr/>
              <p14:nvPr/>
            </p14:nvContentPartPr>
            <p14:xfrm>
              <a:off x="252360" y="81720"/>
              <a:ext cx="11130120" cy="670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42E55D-2892-C871-659A-CBE94CE8B4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000" y="72360"/>
                <a:ext cx="11148840" cy="672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067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D028C-C3C9-DB6B-11DF-1E2F1D223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B2F94E-6B44-6E64-14B6-32909F430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DAB0EFC0-293C-0DEE-AE8C-C27ED933F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E023F2-C189-2376-FB69-A68EE0AF5A19}"/>
                  </a:ext>
                </a:extLst>
              </p14:cNvPr>
              <p14:cNvContentPartPr/>
              <p14:nvPr/>
            </p14:nvContentPartPr>
            <p14:xfrm>
              <a:off x="1500480" y="244080"/>
              <a:ext cx="10054800" cy="589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E023F2-C189-2376-FB69-A68EE0AF5A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1120" y="234720"/>
                <a:ext cx="10073520" cy="591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11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8FC7A-6DEF-C0D9-B4CF-DC9114C8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BDE73F-C693-03A7-2F2C-F80C05753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17008E4A-5E7D-DE91-92A4-E95CC0D9A8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530F21-8053-6F0A-5769-A68320729F28}"/>
                  </a:ext>
                </a:extLst>
              </p14:cNvPr>
              <p14:cNvContentPartPr/>
              <p14:nvPr/>
            </p14:nvContentPartPr>
            <p14:xfrm>
              <a:off x="296280" y="223200"/>
              <a:ext cx="8953920" cy="654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530F21-8053-6F0A-5769-A68320729F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920" y="213840"/>
                <a:ext cx="8972640" cy="65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561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2026-01-06T10:39:48Z</dcterms:created>
  <dcterms:modified xsi:type="dcterms:W3CDTF">2026-01-06T11:37:40Z</dcterms:modified>
</cp:coreProperties>
</file>