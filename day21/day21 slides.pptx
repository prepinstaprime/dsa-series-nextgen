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33:16.8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1770 2532 20352,'-3'-56'1236,"1"0"0,0 6 0,1 6-581,1 3-151,0 16-229,0 14-219,0 10 6,0 13 16,0 14-44,-3 19-12,1-15 1,-2 4 10,-3 13 1,-2 3-452,0-5 0,0-1 423,0 0 1,0 0 5,1-5 0,1-3 17,-1 12 11,1 2 57,4-21 296,1-19-303,2-13-38,0-26-7,0-17-22,0 11 1,0-2 210,0-7 0,1-2-180,1-16 0,0 1-42,0 18 0,0 0 9,3-15 0,2 2 8,7-2-14,-6 26 0,3 2 14,15-14-40,0 22 12,-1 9 6,8 17-12,2 12 26,-3 4 0,1 4-20,15 13-187,-11-4 0,-1 4 173,-6 0 0,-3 1-275,-3-6 1,-2 0 232,2 4 0,-1 2-2466,-4 5 0,-3-2 1089,2 7-3483,-3 3 1,-4-3 2945,-7-20 1,-2 8-1,-2-31 1</inkml:trace>
  <inkml:trace contextRef="#ctx0" brushRef="#br0" timeOffset="193">1774 2697 22251,'-40'-25'644,"1"-1"0,1 1 0,13 2-588,26 4-44,18-7-91,12 7 1,6 1-54,5 1 1,5 0-710,-5 4 0,4-1 1,-2 2 655,5-1 0,1 1-792,1 2 1,3 0 0,-3 2-2858,1-1 0,-1 2 3834,-7 0 0,2 0 0,-6 2 0,20-3 0,-30 3 0</inkml:trace>
  <inkml:trace contextRef="#ctx0" brushRef="#br0" timeOffset="543">2540 2280 25959,'2'-27'-28,"11"17"19,11 25 1,4 11-26,-3-2 1,0 2-531,0 1 1,-2 0 423,11 15-37,-17-12 1,-3-1 36,-8 8 342,-12 15-129,-23-19 106,-12-9 141,-2-15-135,11-11 352,-1-26-262,19-3-124,-2-19-101,14 5-50,6 12 431,19-10-632,6 19-298,20-7-565,1 17-890,4 7-2790,1 4-5087,-4 3 8368,-16 0 1,-12 0 0,-17 0-1</inkml:trace>
  <inkml:trace contextRef="#ctx0" brushRef="#br0" timeOffset="1600">3034 2255 19832,'-1'-5'5270,"0"2"-3293,1 3-1904,-16-58-107,13 44 46,-4-39 10,28 64-22,4 3 0,4 4 0,1 4-11,17 15-295,-14-9 0,1 2 272,-8-4 0,-2 1-36,-2-1 0,-2 0-53,8 22 67,-12-13 34,-22 10 61,-11-21 28,-14 6 56,-1-19 12,1-13-18,4-10 568,4-9-623,7-7-28,7-2-40,7 0-22,10 1-22,12 2-6,3 6-121,5 5 1,3 1-199,17-6-48,-12 7 1,2-1 125,-5 4 0,-1 1-73,3 0 0,0 0 23,3-1 0,0 1 145,1 0 1,-1 0 161,-1 0 1,-2 0 146,23-9 162,-19 2 167,-18 1 119,-10-1 62,-9 0-57,-7-1-107,-6 2 241,-10 4-526,-6 4-96,-8 15-21,-7 12-23,-3 18-271,22-13 0,2 3 234,1 3 1,2 2-4,3 0 1,3 2-127,3-2 0,3-1 115,1 25 1,16-15 16,11-15 6,16-16 0,9-19 23,2-14 27,-2-13 256,-11-8-161,-10-4 74,-9 0 33,-9 4 249,-3 7-294,-5 9-73,1 9-78,-1 9-50,0 6-1,1 25 243,1 4-265,2 22 6,0-1-11,3-2-29,6-4-55,8-10-51,11-11-61,10-9 50,7-14 112,-1-9 33,-6-11 29,-10-7 22,-8-3 33,-9-1 51,-7 5 23,-4 9-46,-3 9-61,-2 8-22,-3 12 0,-2 9-6,1 13-12,2 7-16,9 1 17,9-6 22,12-7-39,11-11-5,10-11 27,9-16-222,-26 2 1,1-2 232,0-5 1,0-2 5,-2-2 0,-1-2 6,-3-2 0,-1 0 2,-2 0 1,-1 1 98,14-19 139,-8 12-65,-12 13-192,-9 10 0,-6 11 0,-4 15 0,-4 19 0,-7 24-214,4-21 1,-2 3 213,-1 4 0,-1 1 0,-2 3 0,0 1 0,1 0 0,-1 0-62,1 0 0,1 1-971,1-2 0,1 1 1033,1 4 0,1-5 0,-1 7 0,4-10 0</inkml:trace>
  <inkml:trace contextRef="#ctx0" brushRef="#br0" timeOffset="2017">1257 3441 21159,'-47'8'612,"-1"0"0,1 0 0,-12 2 0,5-1-411,17-3 1,6-1 324,1-2-240,49-12 16,38-8-134,-1 4 1,10-2-978,-20 5 0,3 0 1,4 0-1,1 1 836,0 0 0,3 0 0,2 0 0,1 0 0,2 0-307,-3 1 1,2 0-1,1-1 1,1 1-1,1 0 1,1 0 283,-5 1 0,2 0 0,0 0 0,1 0 0,1 1 0,0-1 0,-1 0-207,-4 1 1,0 0 0,0 0 0,0 0 0,1 0 0,0 0 0,0 0 0,0 0 194,1 0 0,-1 0 1,1 0-1,-1 0 1,1 1-1,1-1 0,0 0 1,1-1-165,-1 1 1,1-1 0,1 1-1,1-1 1,0 0 0,-1 0-1,-2 1 1,-2-1 0,-2 1 137,8-1 0,-4 0 0,-3 1 1,1 0-1,0-1 0,2 0-81,1 0 0,2-1 0,2 0 0,0 0 0,-3 1 0,-4-1 0,-5 1-183,2 0 0,-5 0 0,-3 0 0,1 0-556,6 0 0,1-1 0,-1 1 0,-4-1 854,0 1 0,-4 0 0,-6 1 0,-2 0 0,-7 1 0,-2 0 0</inkml:trace>
  <inkml:trace contextRef="#ctx0" brushRef="#br0" timeOffset="2867">5253 2552 25326,'17'-59'345,"0"-1"1,0 3-1,0 4-236,-2 15 1,-1 2-1723,0-1 0,-1 1 1643,0 0 1,-1 0 22,-1-3 1,-1 0 467,-3 7 0,-1-1-415,1-11 1,-1-1-4,-2 12 1,-1 2 115,0-25 493,-5 32-651,1 14-22,-1 6-11,-2 16 23,-2 15-6,-6 26 460,4-16 0,-1 2-494,1-4 0,-1 1 11,-4 13 1,1 3-15,1-9 1,1 3 4,2-3 0,-1 4 0,2-2 3,0 9 1,3-1-11,3 3 0,4-4 22,8 3-17,20-8-17,16-23 23,6-6-186,-20-16 0,1-4 174,-3-6 1,-1-3-6,18-14 5,-15 6 1,-2-2 34,17-16-21,-16 10 1,-2-2 2,-8 6 1,-2-2 27,15-27-174,-17 11 135,-7 13 875,-2 1-780,-6 13-66,0 4-40,-2 4 371,-1 6-371,0 0 155,-2 4-155,-2 6 0,-5 12 0,-2 8 0,1-3 0,3 18 0,5-23-785,13 28-1125,6-25-6010,17 8 7920,-4-17 0,-9-8 0,-9-6 0</inkml:trace>
  <inkml:trace contextRef="#ctx0" brushRef="#br0" timeOffset="3059">6046 2106 24943,'-42'-24'-3999,"21"11"3999,39 32 0,11 10 0,-3-5 0,5-4 0</inkml:trace>
  <inkml:trace contextRef="#ctx0" brushRef="#br0" timeOffset="3343">6423 2149 24167,'-4'-8'1268,"-12"-25"1,-2-5-916,7 15-12,-8-16 1,1 3-168,13 26-219,-1 1 0,4 15 51,1 12-1,2 15-10,7 13 10,10 8-5,12 0-269,-11-27 0,3-1 154,1-1 0,1-1-112,1-2 1,-1-2-519,17 17-196,-16-4-196,-24-2-370,-26 1-1019,-22-1-1361,17-16 0,-3-3 3128,-23 5 0,19-8 1,18-6-1</inkml:trace>
  <inkml:trace contextRef="#ctx0" brushRef="#br0" timeOffset="3533">6332 2170 17910,'0'-5'6201,"0"2"-4073,0 3-2072,-13-1-17,0 24-55,-13 8-236,6 28-135,7-10-1921,9-11 0,6 0 2308,15 16 0,-8-4 0,8-22 0</inkml:trace>
  <inkml:trace contextRef="#ctx0" brushRef="#br0" timeOffset="3833">6791 2331 23187,'15'-43'650,"0"0"1,-1-1 0,0 2 0,0-1 0,-2 1-422,4-16 1,-1 0-1084,-3 1 0,-1 0 1013,-2 3 1,-2 2 33,-2 7 1,-2 4 836,-7-18-710,-5 27 21,-4 19-341,-1 21 0,-4 17 0,-3 20 0,10-15 0,0 2 218,0 6 1,2 1-219,0 4 0,2 2 0,2 2 0,1 0 0,1 1 0,1-1 0,4-1 0,3 0 0,2-4 0,5 0-23,3-4 0,5-3-319,4-2 1,3-4-552,1-4 0,3-4-782,0-4 1,-1-3 1674,26 2 0,-26-10 0,-11-5 0</inkml:trace>
  <inkml:trace contextRef="#ctx0" brushRef="#br0" timeOffset="4017">6749 2118 27320,'40'-30'-351,"0"-1"0,5 3 0,4 9-372,13 16 1,2 8-2835,-1-1 0,-2 3 3557,-10-1 0,-5 2 0,11 3 0,-29-5 0</inkml:trace>
  <inkml:trace contextRef="#ctx0" brushRef="#br0" timeOffset="4334">5436 2949 20347,'-56'17'644,"0"0"0,0 0 0,7-2 1,3-1-1,4-1-316,4-1 0,7-1 581,0 2-495,43-8-215,15-5 0,10-4-114,2 0 1,6-1 0,2-2-957,0 1 0,4-1 1,1 0-1,2-1 885,-3 0 1,1 0 0,2 0-1,1-1 1,1 0-286,4 0 1,1 0 0,2 0 0,-1-1 0,1 1 273,-10 1 1,1-1 0,-1 1 0,1 0-1,-1 0 1,1 0-203,7-1 1,1 0-1,0 0 1,-1 1 0,-1-1 201,-5 1 0,0 0 1,0 0-1,-2 0 0,-1 1 1,7-1 0,-2 0 1,-1 1-1,-2 0 3,7-1 1,-2 1 0,-3 0-120,9 0 0,-7 1 67,-17 2 0,-8 2 968,-2 4-3645,-41 5 2722,-18 2 0,3-2 0,6-3 0</inkml:trace>
  <inkml:trace contextRef="#ctx0" brushRef="#br0" timeOffset="19867">4456 5171 18196,'0'-8'2131,"-5"-27"1,-3-6-917,1 2-779,-1-8 1,1 1 95,2 10-268,4 13-174,1 11 67,0 20 106,0 21-28,-6 28-140,0-17 0,-2 2-594,-4 7 1,-3 2 531,-3 4 1,-2 0-12,-2-1 1,0-2-4,1-3 1,1-2-17,2-6 0,1-2 2,3-8 1,2-3 140,-2 10 156,5-20-67,7-26-117,5-25-17,4-29-68,-1 19 1,1-3-83,1-8 0,0-2 68,1-4 1,1-2-3,1 0 0,0 0-3,2 5 0,0 2-259,0 6 1,1 3 255,0 9 0,2 4 23,13-16-12,0 19-16,1 15 10,3 21 1,6 17 11,4 23 370,-20-15 1,-1 3-394,-1 5 1,-2 3-12,-2 2 1,-1 2-144,-1 1 1,-2 1 92,0-1 0,0-1-219,-1-1 1,1-2-555,-1-3 1,2-2-1511,0-6 0,0-1 2339,11 13 0,-9-20 0,-7-14 0</inkml:trace>
  <inkml:trace contextRef="#ctx0" brushRef="#br0" timeOffset="20076">4453 5378 16320,'-6'-2'6211,"0"0"-4609,6 2-1210,0 0-420,-14-37-157,40 21-369,7-31-928,19 32 1,7 6 170,-18 0 0,0 0 745,3-1 1,3-1 0,-9 2 0,-1 0-1,15-4 1</inkml:trace>
  <inkml:trace contextRef="#ctx0" brushRef="#br0" timeOffset="21467">5016 5031 26838,'-28'-42'157,"7"11"-146,42 44-22,4 12 11,10 14 5,-15-16 1,1 3-28,7 6 0,0 2-463,-4-6 1,0 0 464,-1-2 0,-1 0-64,6 15 292,-19-15-174,-12 3-6,-22-12 28,-7-18-17,-2-7 56,2-24 28,10-3-11,-1-11 28,7-6-117,11 12 660,7 5-695,13 11-105,12 11-152,13-2-1895,-9 8 1,1 3 1664,13-2-232,-11 4 0,-1 0-1755,12-1-2191,16-3-2492,0-5 5107,-27 3 1,-3-1 3926,11-9 4268,-11-4-2973,-26 7 1141,-14-6-1803,-4 3 2340,-6-7-3449,-1-4-707,5 6-508,3 5-17,7 8-107,4 7-61,7 2 16,8 9-10,14 9 5,0 2 22,15 13-33,-7 0 19,-5-4 1,-1 1-20,11 12-9,-8-7 0,-2 0-2,-9-5 11,8 23-6,-40-20 17,-1-6 17,-33-3 16,15-25 7,-13-9-12,21-4 11,4-13-22,14-5-40,10-1-78,14-1-156,14 11 55,-4 10-319,12 2-431,7 6 235,6-1 128,-22 2 0,2 0 272,-2 0 1,-1 0 42,21-7 109,-8 2 0,-2-1 209,1-2 74,-5 1 0,-2-4 632,0-16 6,-7-1-330,-11 0 392,-17 3 134,-18 6-583,-7 6 344,-17 5-629,-2 21-44,-2 13-40,10 5 0,11 5 0,3 3-6,-4 21-241,8-14 0,3 1 244,5-8 1,3-1-15,4 25 6,5-18-29,26-7 35,3-22 22,17-9-1,-5-19 35,-5-16-12,-13 1 84,-2-12 264,-12 2-63,-2 2-126,-6 4 290,-7 21-488,0 7 0,-1 6 0,1 7 0,-1 5 0,1 11 0,-1 5 0,3 4 0,6-2 0,6-3 0,3-9-141,23-3-223,-3-10 28,22-6 224,-17-4 42,-10-4 0,-1-3 98,7-12 5,10-12-5,-20 4 90,-9 5-23,-10 10 174,-5 7-163,-9 10 6,-5 7-22,-4 7-57,2 8 1,5 3-23,10 0-33,7-2 27,9-1 1,5-6-17,6-3 22,3-6-5,-5-5 10,22-15 1,-9-4-6,-11 3 1,0-1 21,17-15 19,-5 0-52,-9 4 0,-9 8 0,-12 9 0,-6 9 0,-5 14 0,-4 19 0,-6 27 0,1-18 0,-3 4-751,-5 8 0,-3 3 751,4-15 0,-1 1 0,-1 0 0,-1 2 0,-1 1 0,0 1-2045,-1 2 0,0 1 0,1-1 2045,2-5 0,1-1 0,2-2 0,-1 2 0,2-4 0,-1 7 0</inkml:trace>
  <inkml:trace contextRef="#ctx0" brushRef="#br0" timeOffset="23533">7634 4887 17048,'-4'-53'2358,"0"1"0,0 4 0,1 5-1434,5-8-39,1 6-694,0 19 66,1 2-139,-2 18-57,1 2 35,-1 12 38,1 13 12,-1 23-85,-4-14 1,-2 4-441,-1 6 0,-1 3 393,-2 3 0,-1 2-11,2-1 0,1 0-6,3 6 0,3-3 3,1-18 0,3-1-46,6 6 0,4-6 46,17-6 0,16-4 11,-15-19 1,1-7 21,27-13-411,-24-1 1,-2-2 399,10-15 9,-19 10 0,-1-3 464,9-19-442,-14 17 0,-1 0 62,-3-2 0,-2 1 120,3-12-1,-7 8 7,-8 22-118,-2 9-84,0 2 814,-3 16-825,-1 9 354,-2 9-388,-1 15-22,2-4-45,2 13-571,14 3-1215,10-14-242,7-8 2101,5-18 0,-18-13 0,-1-1 0</inkml:trace>
  <inkml:trace contextRef="#ctx0" brushRef="#br0" timeOffset="23726">8270 4719 24831,'-42'-36'121,"0"-1"0,4 2 1,11 13-184,25 23 527,6 10-846,7 10-2072,23 24-7378,6-3 8533,0-2 1,-16-21 0,-17-13 0</inkml:trace>
  <inkml:trace contextRef="#ctx0" brushRef="#br0" timeOffset="24150">8690 4767 26732,'-20'-40'268,"1"0"1,1 2 0,6 17-263,14 35 5,7 15-5,1 3-40,12 22 34,-7-24 0,3 1-17,1 0 1,1 0-187,4 4 0,2-3 96,-4-7 1,-1-3-45,11 10-532,-2 5-230,-25-17-969,-14 4-1692,-24-14-1249,-19-9 2975,6-6 1145,12-8 0,0-5 1364,-8-19 256,15 6 1,2-2 779,11 0 0,3 0-73,4-1 1,3 1 457,0-26-1253,4 21 387,-1 11-516,-2 18-594,1 5-27,-4 17-12,-1 17-61,0 3 544,-6 22-617,6-22 0,1 0-79,1 2 1,1 1-521,1 4 0,2-1-2695,14 19 2746,4-17 0,-2-17 1,-4-14-1</inkml:trace>
  <inkml:trace contextRef="#ctx0" brushRef="#br0" timeOffset="24483">9088 5005 21903,'3'-6'3939,"-2"1"-3550,16-32 0,4-11-1524,3-4 1247,-6 13 0,3-6 0,-3 3-9,-1 4 1,-2 1-26,0-4 1,-2-2 38,-2-10 1,-3 0-71,-2 17 1,-2 0 84,-3-11 0,-3 4 606,-8 5-681,-5 0 206,-3 17-263,3 12 0,5 6 0,0 19 0,5 13 0,-2 32-169,5-20 1,2 4 168,2 10 0,0 4 0,1-16 0,-1 1 0,1 1 0,0 2 0,0 1 0,1 0-430,0-2 1,0 1 0,1-2 429,3 19 0,3-3 0,2-7 0,3-2-483,2-9 1,4-3-599,0-7 1,3-5 1080,2-8 0,-1-5 0,3 3 0,-5-14 0</inkml:trace>
  <inkml:trace contextRef="#ctx0" brushRef="#br0" timeOffset="24667">9272 4734 24424,'-52'-15'888,"0"-1"1,5 2 0,11 2-592,21 5-179,14-1-96,17-2-22,21-5-157,-7 6 1,4-1-3138,10-2 0,2 1 3294,-1 0 0,-2 2 0,16-4 0,-26 6 0</inkml:trace>
  <inkml:trace contextRef="#ctx0" brushRef="#br0" timeOffset="27476">10321 4492 16672,'0'-7'6184,"0"1"-5546,0-27 1,1-5 223,-1 12-548,0-14 0,1 4 33,-1 26-223,-2 7-29,-5 12 106,-22 31-139,3-4-560,-4 3 1,-4 3 555,5-9 1,-1 0-14,-9 10 0,-1 0-20,2-2 0,2-1-11,5-5 0,4 0-50,8-6 0,6 0 41,6 16 1,29-12-17,29-11-43,-13-14 1,4-4-554,9-3 1,3-3 262,6-1 0,1-2-637,-18 1 1,1 0 0,-1 0 980,15-2 0,-5 1 0,-16 1 0,-4 1 0,5 0 0</inkml:trace>
  <inkml:trace contextRef="#ctx0" brushRef="#br0" timeOffset="34758">11203 4605 20615,'0'-7'4291,"-1"2"-4042,-4-24 1,-1-5 517,1 15-773,-2-19 1,1 12-62,4 29 95,1 15-6,4 17-28,3 14-44,5 7-152,5 2-578,6-4 18,8-5-857,7-5-1842,5-10-5092,1-10 8553,-9-10 0,-13-8 0,-11-4 0</inkml:trace>
  <inkml:trace contextRef="#ctx0" brushRef="#br0" timeOffset="35235">11579 4788 22548,'15'-45'976,"1"0"1,-2 5 0,-4 10-776,-11 23-178,-2 9 10,-5 10 1,-9 11-23,-8 14 0,-6 9-384,-4 4 312,1-1-35,3-5 1,5-9 118,7-12 94,8-10 46,6-9-35,6-14-4,5-10 366,4-16-350,2-13 6,2-5-12,-1 1-11,1 9 12,-1 14-102,-3 14-27,-2 12 5,5 14-5,8 12 22,8 13-45,4 7-5,1 2-12,-1-3-50,0-6 22,3-7 40,0-11 5,2-10-5,0-16 33,-1-12 51,-3-15-34,-3-12-23,-8-7-253,-7-3 248,-7 0 0,-5 3-28,-4 4-156,0 10-567,-1 11-1450,-1 14-5719,1 11 7920,1 10 0,0-2 0,0 2 0</inkml:trace>
  <inkml:trace contextRef="#ctx0" brushRef="#br0" timeOffset="35692">12299 4493 27124,'9'-35'22,"5"21"-22,21 66 11,-18-23 1,-2 2-357,0 0 0,-1 0 328,-2 0 0,0-1-28,10 26-11,-5-7 236,-5-10-186,-8-11 154,-9-12-120,-4-15 17,-1-18 28,3-17-23,6-16-10,9-8 6,7-1-51,8 4-152,-5 27 0,2 1-582,19-9 157,2 7-1267,5 17-2223,-4 10 3251,17 8 0,-27-3 0,-3 3 0</inkml:trace>
  <inkml:trace contextRef="#ctx0" brushRef="#br0" timeOffset="36092">13160 4447 24963,'-34'-46'535,"0"1"1,4 5 0,-1 11-458,-21 28-78,15 9 17,-8 21-11,12 9-2609,9-2 1,3 2 2591,-4 17 384,11-8 0,4-1-406,8-9 917,9 25-940,14-34 123,14-3-72,11-13 30,-11-17 0,-1-5 14,14-5 1358,-14-5 0,-1-3-1280,1-16 9,-12 7 0,-3-2 126,3-24-95,-13 25 0,-3 1 0,-4-6 878,-3 4-889,-1 19-146,-1 2 0,0 11 0,-1 14 0,1 3 422,-2 24-556,1 6-113,1 15-128,3 1-163,4-26 1,3-1-1228,12 19 52,4-7 1713,20-12 0,-27-23 0,10 3 0</inkml:trace>
  <inkml:trace contextRef="#ctx0" brushRef="#br0" timeOffset="36551">13519 4719 27908,'-10'-30'190,"3"20"-162,8 49 12,0 19-1,-2-7-42,0-11 0,0 1-204,0-7 1,0 0 194,0 4 1,1-2 0,3 11 117,-1-17-67,1-13 45,-3-20-67,-1-13 11,-3-19-17,-3-19-5,0 2-9,3 15 0,-1-3-726,-1-7 0,1-2 720,0-2 1,1-2 6,0 11 0,1-2 1,2 3-5,2-11 1,2 3 2,0 10 0,3 1-406,11-9 0,6 3 403,-4 17 1,3 2-157,9-9 1,5 5 133,-5 11 0,2 6 22,-1 3 1,1 4 5,27 12 0,-16 5 5,-15 9 1,-3 6-6,8 17 394,-13-9 0,-1 2-394,-9-5 0,-4 1 0,-6 0 0,-5-1-977,-8-1 0,-4-2 966,-19 14-121,-9-16 1,-6-5-220,11-10 0,-1-2-100,-15 4 0,-1-3-1961,16-8 1,3-4 2411,-12-7 0,24 1 0,17 1 0</inkml:trace>
  <inkml:trace contextRef="#ctx0" brushRef="#br0" timeOffset="37042">14088 4367 24435,'5'60'676,"0"0"0,0-2 0,1-4-578,-3-17 0,0-2-387,2 1 0,0 1 325,1-2 0,-1-1-14,0-2 1,-1-1 50,3 20-23,-5-16 466,-1-5-174,-3-21 8,-2-3-261,-3-19-44,-1-15-17,-3-19-23,6 17 1,1-3-156,0-7 1,0-1 149,1-4 0,1-1 0,0-3 0,1 0 0,1 1 0,2 2 0,1 3 0,3 2-9,1 5 1,3 3-133,16-23 135,7 12-33,5 9 22,4 11 12,3 10-18,-3 10-16,-5 18 39,-5 14 17,-6 21-241,-14-19 0,-1 3 229,-2 2 1,-1 2-9,-1-1 0,-4 0-3,-4-3 1,-4-1 506,-18 22-506,-20-12-68,-14-15-42,26-18 0,-1-4-171,0-5 1,1-5-1092,-23-15-3211,15-19 4588,17-1 0,12 12 0,8 11 0</inkml:trace>
  <inkml:trace contextRef="#ctx0" brushRef="#br0" timeOffset="37668">14563 4298 18700,'3'5'5455,"0"-2"-4957,7 25 1,2 6 129,0-3-438,4 9 1,1-2 83,2-10-27,7-8-35,4-7-49,6-7-51,4-6-17,2-8 0,1-7-11,-2-12-33,-4-10-18,-5-8 12,-8-3 33,-10 3 23,-8 5-6,-10 8-5,-7 7 5,-8 9-16,-6 8-1,-5 5-16,-4 11-34,-3 6-6,-1 11-16,3 7-6,9 6-23,11 4 12,18 3 17,18 1-18,18-4 4,-14-22 0,2-2-6,3-2 0,1-2-163,0-1 0,2-1 174,-1-3 0,0-2 9,29 3 16,-6-9 29,-8-10-46,-7-7 18,-6-9-7,-5-10 1,-6-8 17,-5-10 5,-7-1 34,-2 2 22,0 7-17,2 8-49,6 7-29,8 7 321,4 8-321,7 7 0,0 8 0,1 13 0,-4 15 0,-6 16-416,-10 15 416,-12-25 0,-3 0 0,-3 2 0,-3 0-231,-2-1 1,-1-1-946,-3-1 0,-1-1 603,-11 16 0,8-19 1,5-15-1</inkml:trace>
  <inkml:trace contextRef="#ctx0" brushRef="#br0" timeOffset="38701">12295 4557 10528,'-6'-6'7780,"2"0"-6581,4 6 3841,0 0-4177,2-39-678,-2 28 22,2-28-156,-2 38-23,0 1 39,1 4 84,8 6-33,1 3-57,5 2 40,5 2-22,2 0-18,7 6-10,2 3-1,8 10-44,-13-11 22,6 11 0,-15-12-28,4 7 11,-1 3 11,-5-6-22,-3-3 28,-6-6 51,-6-6 33,-5 4 84,-11-2-101,-6-4-50,-2-4 33,-2-4-16,5-4 44,-9-10-33,7-4-12,2-11-21,10 4 21,3-9-10,6 3 5,5-10 16,10-13-32,4 6 4,8-6-21,-7 19-1,5 0-5,-4 10-28,10-5-101,-2 12-364,5 3-174,-10 12-5909,6 7 6559,-12 3 0,-2-2 0,-7-2 0</inkml:trace>
  <inkml:trace contextRef="#ctx0" brushRef="#br0" timeOffset="40809">15948 3985 22481,'-47'-5'1206,"0"0"0,6 1 0,8 1-1004,15 1-107,15 2-5,18 4-6,18 2-23,20 4-44,-20-3 0,1 2 16,1 1 1,1 3-29,-1 3 1,-1 3-281,-2 3 0,-2 4 275,-3 3 0,-2 3-3,-1 2 0,-2 3-6,-2 0 1,-3 2-14,-2-2 0,-3 1-9,-3-2 0,-3-2-134,0 25-171,-10-12-774,-5-16 1110,-6-14 0,6-9 0,2-6 0</inkml:trace>
  <inkml:trace contextRef="#ctx0" brushRef="#br0" timeOffset="41693">15924 4074 25578,'-39'-40'874,"9"9"-818,30 30-50,0 1 22,0 4 0,4 3-17,9 8 6,18 4-6,4-3 8,12-2 1,6-1-9,-8-2 0,1 1-461,0 0 0,3 1 0,-2 1 446,-6-1 0,-1 1 1,-1 2-6,14 8 1,-5 3-100,-10 1 1,-8 3 121,-12 1 0,-10 3-3,-15 1 0,-12 1-544,-10 3 1,-9-2 571,7-11 1,-4-2-1,0 0-13,-3 0 0,0-1 0,-1-1-2,2-1 1,0-1-1,1-1-195,-13 7 0,3-2 151,10-5 1,4-1 964,-9 4-1309,29-12-1494,35-18 1858,13-5 0,-4 0 0,-8 2 0</inkml:trace>
  <inkml:trace contextRef="#ctx0" brushRef="#br0" timeOffset="42367">17312 4525 27337,'17'-49'194,"-1"0"0,0 1 0,-1 3-87,4-13-777,-7 23 1,-1-1 691,1-5 1,0-1-12,1-5 0,0-2-14,-2-1 1,-1-1 16,-2 0 0,-2 0-6,-2 5 1,-2 1 88,-4 7 1,-2 1 14,-6-17 248,-5 21-349,3 17-33,3 14 16,0 19 17,-3 18-11,-3 26-136,7-21 0,0 3 125,0 7 0,1 1 11,0 5 0,2 1 5,1 1 1,1 1-20,5-2 0,3-1-3,4-4 0,4-3 3,7-4 0,5-5-236,6-3 0,4-6 247,6-7 0,4-5 0,4-7 1,1-5-1,1-10 0,-1-5 3,-1-6 0,-2-6 17,-6-5 0,-2-4 8,-6-3 0,-5-2-11,-4-1 0,-5-1-12,-4 1 1,-3 0 65,0-26 60,-7 14-93,-8 17-35,-1 15 925,-1 12-925,0 13 798,2 11-798,0 11 35,1 9-35,6 2 0,6 1-63,6-2-312,8-4-275,4-4-531,9-8-2583,3-11 3764,-4-9 0,-13-6 0,-11-1 0</inkml:trace>
  <inkml:trace contextRef="#ctx0" brushRef="#br0" timeOffset="42560">18243 3834 22492,'-3'-3'2296,"1"0"-3343,2 3-3226,8 26 4273,4-9 0,-2 11 0,1-16 0</inkml:trace>
  <inkml:trace contextRef="#ctx0" brushRef="#br0" timeOffset="42826">18533 4018 23523,'-5'-4'2716,"2"0"-1109,3 4-1607,3-32-22,22 46 22,6-14 0,7 43-192,-18-13 0,-1 1 147,5 21 22,-11-20 1,-2 1-84,2 27-342,-20 3 134,-4-24-1024,-21 4-4711,2-31 6049,-4-1 0,14-10 0,9-1 0</inkml:trace>
  <inkml:trace contextRef="#ctx0" brushRef="#br0" timeOffset="43283">18482 3970 19283,'3'-2'4895,"-2"0"-3775,-1 2-985,37 74-1803,-23-21 1622,8 3 1,-1 4-484,-11-15 0,-1-3-446,0-6 1,2-2 423,-1-2 1,1-2-4065,18 13 201,1-20 2784,14-3 2643,-9-21 1,1-6 714,-1-5 0,-1-2-788,2-3 1,0-3 524,0-9 0,-1-4-696,-8 3 1,0-3-37,-2-3 1,0-4 0,-1 0-449,4-13 0,-2-1-56,-8 10 1,-2-1 0,-2 1 61,0-12 0,-3 2-168,-4 11 1,-2 1-190,-2-7 0,-2 1 262,-4 12 0,-1 2 83,-1-5 0,-1 1 147,-9-17 75,5 28-501,2 14 1199,5 21-1199,0 15 0,0 8 0,0 5 0,0 1 0,0 3-732,-3 15 1,1 0 731,2-16 0,0 0 0,-1 10 0,2 2-1339,5 0 1,3 0 1329,-2-9 1,3 0-185,6-1 1,5 3 0,2-6-825,4-5 1,3-3 621,4 7 0,2-2-1638,3-7 1,0-4 2032,11 2 0,-8-4 0,-19-14 0</inkml:trace>
  <inkml:trace contextRef="#ctx0" brushRef="#br0" timeOffset="43450">19093 3941 25320,'56'-29'-362,"-1"1"0,0-1 1,-11 4-1,-1 1 1,-3 6-1,9 9 1,-7 5-1,-3-1 1</inkml:trace>
  <inkml:trace contextRef="#ctx0" brushRef="#br0" timeOffset="43643">20089 3798 25102,'-6'0'1944,"2"0"-3014,4 0-224,62-20 350,-26 17 1,2 0-1,1-7 1,-2 0 0,22 9-1</inkml:trace>
  <inkml:trace contextRef="#ctx0" brushRef="#br0" timeOffset="43809">20110 4111 25253,'-9'2'2593,"2"0"-2441,7-2-1228,0 0-2934,84-48 3159,-40 30 1,3-8 0,-3 3 0,-21 17 0</inkml:trace>
  <inkml:trace contextRef="#ctx0" brushRef="#br0" timeOffset="45317">21296 3893 23041,'-12'-51'1211,"0"0"1,1 6 0,1 4-590,-4 0-354,5 17-228,4 13-12,3 17 22,4 14-16,3 18-6,1 15-9,-2-21 1,-1 1-155,-1 2 0,0 1 146,-1 0 0,-1-1 6,-1-2 0,-2 0-6,-3 22-22,-3-13 83,2-15 12,2-14 6,3-16 0,1-15-12,1-16-11,3-15-39,4-12-14,-1 27 0,3 0-117,3-2 0,4 1 97,2 1 1,4 1 2,3 3 0,3 4 3,2 3 0,1 4-6,0 4 1,0 3-28,26 0 21,-6 13 1,-9 12-17,-10 11-11,-9 12-56,-9 8-73,-5 4-62,-3 2-128,3-4-118,3-5-28,7-9 157,5-12 728,5-12-437,3-18 72,1-11 57,-1-12 28,-4-6 45,-4-2 10,-3 1 12,-1 4 51,-3 8-29,-4 10-89,-5 9-39,-4 6-23,-2 8-17,0 6-44,3 6-6,5 4 17,7-3 11,9-4 16,9-7-10,9-6 16,3-10 1,3-6 16,-7-9 23,-8-6 10,-11-3 29,-11-4 17,-9-2 16,-13 1 23,-8 5-23,-10 9-16,-7 11-28,-6 11-29,-3 13-27,4 11-40,7 12 12,11 10-12,9 7-5,7 8 11,6 3-34,11 0-382,11-4 187,19-10 13,-13-28 1,3-3-418,8-5 1,2-4 332,5-2 0,2-4 40,0-5 0,0-5 83,-3-3 1,-2-4 122,-5-4 1,-4-4 78,-5-2 1,-4-2 52,-4-1 1,-3-2 173,-3-5 0,-4 1-40,3-13 208,-7-9 0,-9 30 236,-3-1-460,-2 12 589,-1 8-757,2 11 22,0 9-5,2 12 22,0 12-11,2 8-22,2 7-12,5 0 6,9-2 6,12-6 10,14-10-21,11-11-1,4-14-5,1-16 0,-7-14 5,-6-13 6,-8-8 34,-8-2 22,-10 2 45,-8 2-90,-6 18-11,-4 5-34,-2 17 6,-4 9 17,-1 11-34,2 21-5,1-10 22,9 15-11,5-21-1,10 2 18,9-9-17,21-10 16,-12-8-5,21-13 6,-24-8 0,7-12 5,-11-8 0,-9-8-5,-10-4 10,-7-2 18,-9 3-27,-5 6-7,-6 10 0,-7 8-231,2 13-133,-1 6-4682,-2 12 5046,5 4 0,7-3 0,7-1 0</inkml:trace>
  <inkml:trace contextRef="#ctx0" brushRef="#br0" timeOffset="45966">25005 3929 22632,'-3'-58'1282,"0"0"1,0 2 0,-2 4-911,-2 14 1,1 3 69,-3-21-240,6 22-146,3 20-11,2 24 11,5 20 5,3 23-25,-3-19 1,-2 3-328,-1 3 1,-1 1 315,0 1 1,-1 1-29,-2-2 0,0 0-3,0 3 1,0-2 10,0 11 18,0 1 33,0-38 33,-2-4-16,-3-23-6,-3-20-22,1-6 0,1-2-33,-4-23-121,2 10 0,-1-1 109,1 15 0,-1 1 0,-1-9 0,-1-2 0,1-2 0,3 2 0,7 10 0,4 3 0,10-26-205,9 39 0,7 5 205,0 7 0,3 3 0,9-2 0,2 5 0,10 8 0,-1 7 0,-9 3 0,-3 3 0,-2 2 0,-3 4 0,-7 9 0,-7 3 0,-7-3 0,-3 2 0,1 9 0,-3 4-110,-3 8 0,-4 0-176,-3-9 1,-2-2-18,1-3 1,-1-1-2403,-3 23 1962,8-21 0,-2-11 0,2-10 1</inkml:trace>
  <inkml:trace contextRef="#ctx0" brushRef="#br0" timeOffset="46510">25057 3996 26015,'-7'-56'229,"0"1"1,5 6 0,13 8-297,34 16 0,11 9-569,-15 3 1,1 2 352,15 0 0,2 1-577,1 3 0,-1 2 406,-10 0 1,1 1-849,-4 2 1,2 0 0,-5 2-921,-9 0 1,-2 0 1677,6 0 1,-2 0 241,12 1 2033,-28-4-633,-3-1 1378,-19-7 924,-12-9-1286,-5-2-1481,0-2 2008,4 5-1969,7 7-196,0 0-431,5 7-28,8 6-12,4 5-5,20 12 3,-3-1 0,1 3-17,2 0 0,1 3-328,8 5 0,-1 2 311,-7-2 0,-2-2 3,14 17 11,-18-14 0,-5-1 6,-5-3 34,-10 18-1,-29-32 17,-18-2-11,6-13 735,-9-12-522,16-11 22,4-3-39,9-9-56,16 7-123,11-1-27,3 8-18,26-8-46,-2 15-66,20-5-213,-5 11-538,2 6 375,-13 3-2380,23 1 1077,-30 1-3125,2-2 1,-1 0 3243,-9 1 0,6-2 1,-27 3-1</inkml:trace>
  <inkml:trace contextRef="#ctx0" brushRef="#br0" timeOffset="47543">26573 3559 27830,'-19'-43'285,"11"10"-290,30 35-12,12 9 34,13 12-395,-20-6 1,0 4 329,1 3 1,0 2-34,-1 2 0,-2 1-26,-2-1 1,-2 2-139,11 23 144,-14-8 84,-20-10 51,-18-12 28,-13-11 78,-5-11-68,8-7 761,-3-20-648,19-1 194,-2-13-328,17 4-57,12 2-11,2 9-184,25-3-169,-3 14-252,22-5-290,-3 9-1524,5 4 1859,-12 2-50,-17 3 0,2 0-612,3-1 0,2 0 903,1-1 0,1 0 358,7-1 1,-2-2 301,-10 0 1,-3-2 913,19-9 269,-19-2-197,-17-1-363,-14 0 975,-11 0-1446,-8 4 448,-11 3-767,-6 6-84,-4 9-51,-1 11-5,3 13-11,3 12-18,8 9-27,6 2-22,8-1-29,10-7 23,11-7 33,11-8 17,10-10 34,7-9 11,1-13 34,0-11 55,-6-9 63,-5-7 44,-10-1 39,-7 2-189,-7 4-74,-2 7 0,-2 8 0,0 8 0,0 5 0,1 8 0,2 7 0,4 10 0,2 3 0,1 0 0,3-3 0,5-4-209,6-5-351,8-8-67,10-3 157,8-8 268,5-7 219,-1-10 151,-7-6 151,-8-4 152,-13 2 55,-9 6-162,-9 9-218,-9 8-89,-7 5-57,-5 7 0,-3 3 0,2 5 0,6 0 0,11-2-13,13-4-37,11-4-34,12-5 34,8-6 38,6-6-355,3-9 406,-3-7 62,-6-7-33,-11-3-68,-8 0 0,-11 3 0,-6 7 0,-5 7 0,-4 9 0,-1 5 0,-7 41 0,-4 14-360,0-3 0,-1 4 360,-1 2 0,0 1 0,-1 4 0,1 2 0,1 2 0,3 0-1050,1 0 1,3 0 1049,4 6 0,2-5 0,-2-26 0,1-2 0,4 25 0</inkml:trace>
  <inkml:trace contextRef="#ctx0" brushRef="#br0" timeOffset="48242">28928 3178 24463,'46'-41'413,"0"0"0,-2 0 0,-8 16 390,-21 28-546,-3 9 142,-6 16-170,-11 16-21,-4 17-136,-3-6-390,-1-5 1,0 2 331,4-14 0,1 0-6,-3 17 1,2 0-20,6-13 0,3-4 107,5-3 0,4-2-101,22 21-1,15-15 12,7-17 16,3-15 17,-4-21 12,-2-17-15,-27 9 1,-2-4-181,0-4 1,-3-2 193,-2-1 1,0-2 13,-3 1 0,-1 1-1,8-26-63,-4 18 0,-8 17 0,-3 13 0,-4 11 831,-1 8-831,1 11 0,0 11 0,2 9 0,2 5 0,4 3 0,3 1-573,5-4-674,5-6 1247,10-6 0,-15-16 0,2-5 0</inkml:trace>
  <inkml:trace contextRef="#ctx0" brushRef="#br0" timeOffset="48416">29784 3322 25646,'-12'-43'405,"-1"-1"0,2 6 0,3 9-584,5 20-359,5 13-1148,11 12 1686,13 15 0,-9-12 0,4 3 0</inkml:trace>
  <inkml:trace contextRef="#ctx0" brushRef="#br0" timeOffset="48833">30112 3417 24038,'-3'-5'3349,"1"2"-2078,2 3-1271,-30-55 6,32 53-12,-14-28 6,48 76-3,-15-16 1,1 2-288,2 3 0,0 2 287,-2 0 0,-1 0-22,-1-2 0,-2-1-34,-3-3 0,-3-1-126,3 19-184,-19-12-466,-15-11-907,-14-14-1758,-9-15-3059,0-15-1103,0-17 5857,3-11 2205,20 19 1,1 0 3088,1-2 1,1-1 2598,-13-26-2755,8 7-1491,5 11-766,6 13-455,4 11-380,2 6-190,0 11 458,-2 13-520,-4 19-56,0 19-146,5-20 0,1 0-608,2 3 1,3-1 604,5 4 1,2-4-1,-1 5 1,9-8-1</inkml:trace>
  <inkml:trace contextRef="#ctx0" brushRef="#br0" timeOffset="49126">30525 3555 23545,'12'-43'880,"0"0"1,-1 0 0,5-19 0,-1 3-610,-3 10 1,-1 2-331,-2 2 1,-1 1 223,-2 5 0,0 1 139,-1-25-304,-3 19 177,-2 19-177,-1 14 90,-1 9-90,-4 14 0,-5 16 0,-3 22 0,6-15 0,1 3-296,1 7 0,1 2 296,1 6 0,2 3 0,3 3 0,1 1 0,3 1 0,1-1 0,3-2 0,2-2-233,0-6 0,1-1-316,-1-8 1,-1-1-3213,5 21 3761,-6-20 0,-5-21 0,-3-11 0</inkml:trace>
  <inkml:trace contextRef="#ctx0" brushRef="#br0" timeOffset="49283">30466 3468 26654,'12'-41'-38,"1"0"1,3 5 0,7 8-451,12 23 1,5 9-4031,2-3 1,1 1 4517,-4 0 0,-3-1 0,13 3 0,-23-3 0</inkml:trace>
  <inkml:trace contextRef="#ctx0" brushRef="#br0" timeOffset="50026">31477 3264 19585,'1'-4'4985,"0"0"-3657,-1 4-1076,30-22 179,-36 46-174,12-16-153,-24 19 0,-13 4-32,-14 10-19,11-16 1,-2-1-7,8-6 1,-1 0 2,-9 8 1,1-1-46,-9 12 29,13-3 0,36-14-18,7-8 1,24-4-90,24-5-33,-9 0-393,-3-2 1,1-1-2296,11-3 1419,-24 2 0,0 0 575,21-4 0,-34 4 0,-1-2 0</inkml:trace>
  <inkml:trace contextRef="#ctx0" brushRef="#br0" timeOffset="50376">31980 3156 28210,'-24'-29'45,"0"-1"0,-7-13-34,52 55 0,3 1 1,19 9-46,12 2 34,2 3-214,-23-11 0,-1 1 209,18 15-6,-14-4-17,3 10 16,-13 5 7,-6 0-18,-16 5 18,-23-12-6,-5-12-6,-5-5 0,-1-1-61,-18 6-241,14-7 0,0 0-935,-13 6-6352,16-4 7606,15-6 0,11-7 0,4-3 0</inkml:trace>
  <inkml:trace contextRef="#ctx0" brushRef="#br0" timeOffset="50675">32845 3018 27191,'-60'7'91,"0"-1"1,3 4 0,8 10-87,21 11 1,7 7-655,-2 1 1,3 1 645,2 0 0,4 1-5,3-2 0,5 0-59,7-3 1,6-1-44,5-1 1,7-4-149,9-1 1,6-5-270,5-1 1,3-5-726,3-3 0,2-4 1252,2-4 0,-4-3 0,6 0 0,-10-5 0</inkml:trace>
  <inkml:trace contextRef="#ctx0" brushRef="#br0" timeOffset="50933">33089 2944 22543,'-1'-3'3534,"0"1"-2185,1 2-1321,59-14 28,-23 21-36,6-6 0,0 5-424,-1 36 423,-23-14 1,-3 3-20,-2 4 0,-3 1-12,-3 3 1,-3 0-34,-5 0 1,-4-1-158,-4 0 1,-4-3-497,-6 0 1,-4-3 697,-6 0 0,-1-3 0,-4 3 0,0-7 0</inkml:trace>
  <inkml:trace contextRef="#ctx0" brushRef="#br0" timeOffset="51176">33508 3122 27057,'2'1'-1014,"-1"2"0,6 8 0,-4-3 1</inkml:trace>
  <inkml:trace contextRef="#ctx0" brushRef="#br0" timeOffset="51350">33596 3636 27163,'-47'23'-341,"1"0"0,-1 0 1,1 0-1,-11 5 0,2-1 1,6-4-1,5-5 1,6-3-1,-13 4 0</inkml:trace>
  <inkml:trace contextRef="#ctx0" brushRef="#br0" timeOffset="53243">3798 7620 22436,'-59'-4'1055,"1"-1"0,6 1 0,11-3-697,18-7-268,24-3-141,33-4-5,1 8 0,6 1-1171,16-2 0,5 0 1159,-12 4 1,3 0 0,0 2-412,4 0 0,0 0 0,1 2 234,-2 1 1,-1 0 0,0 2-190,-7 3 1,-1 0 0,-3 3-493,9 3 0,-9 7-552,-3 21 890,-61 15 691,-13-19 1,-9 0-258,5-8 0,-2 0 0,-2 0 421,-4 2 0,-2 0 0,0-1 89,-1 0 1,0 0-1,0-1 1,2-1 0,1-1 0,2 0-5,-14 5 1,3-2 322,14-5 0,5-2-625,-7 1 1693,42-10-1625,35-17-124,0-1 1,5-1-21,12-8 1,5-1-465,-13 3 1,2 0-1,0-1 471,2 0 1,1-1-1,-1 0 15,-1 1 1,0-1-1,-2 0 249,-5 2 0,-1 0 0,-2 0-195,7-6 1,-5-2 31,-12 4 1,-8-1 124,-9-21 112,-32 1 101,-19 0 118,-10 7-6,3 6-73,11 11-128,12 6-202,13 8 1652,7 3-1786,6 3 646,10 9-608,11 7-44,15 13-6,11 9-224,-22-17 1,-1 0 105,0 3 1,-1 1-140,-2 0 0,-4 2-826,-3 0 0,-5 3 1100,-8 3 0,-4-1 0,1 4 0,-13-3 0</inkml:trace>
  <inkml:trace contextRef="#ctx0" brushRef="#br0" timeOffset="54100">6334 7604 24374,'-10'-53'674,"0"-1"0,0 5 0,-2 5-338,-13 5-123,-1 8-112,-4 13-45,-4 14-23,-8 20-10,-9 18-327,24-8 0,1 3 312,-1 3 1,2 2-18,3 1 1,3 1-3,4-1 0,4-1-45,0 26 28,18-12 39,13-16 17,18-15 12,10-17 21,10-18-226,-28 2 0,-1-4 252,-1-3 0,-1-3 22,-3-1 0,-2-2-6,-4 0 1,-3 0 679,7-27-604,-11 5-5,-6 9-17,-4 11-123,-1 12-34,0 11 0,0 6 491,0 18-491,3 8-91,2 23-133,6 5-224,7 6 67,-7-29 0,4 0-493,2-1 0,4-2-619,4-1 1,3-3 1492,9-1 0,-1-4 0,5 2 0,0-8 0</inkml:trace>
  <inkml:trace contextRef="#ctx0" brushRef="#br0" timeOffset="54534">6993 7693 15978,'2'-5'8217,"0"1"-7601,0-25 0,-2-8 157,-5 0-485,3-8 1,-2 0 170,-12 5-140,-6 8-168,-5 11-67,-9 12-22,-5 19-34,-6 15-9,22-6 1,2 4-185,0 3 1,3 1 144,2 2 1,3 1-26,-6 28-84,14-5 101,14-11 11,12-12 1,13-15 21,10-15 14,-11-12 1,0-5-14,15-10 8,-13-1 0,-2-4-240,5-19 265,-16 16 0,-2-1 11,-3-2 1,-3-1 2,-3-3 0,-3 0-3,-2-3 1,-1 0 10,-2 0 1,-1 0 25,-2 1 0,0 2-17,0 5 1,-1 3-71,-2-18 93,0 21-93,1 19 0,2 12 0,1 16 0,1 17 0,0 22-1403,1-10 0,-1 1 1385,1-12 1,0 0-148,3 17 0,1 1-345,3-18 1,2-1-23,5 9 0,5-2-544,4-2 1,4-3-1224,4-4 0,5-2 2299,5-4 0,0-3 0,5 2 0,-4-9 0</inkml:trace>
  <inkml:trace contextRef="#ctx0" brushRef="#br0" timeOffset="54960">7680 7557 23349,'21'-56'1051,"0"1"0,-1 4 0,-5 3-463,-8-6 56,-10 4-386,-6 17-191,-5 11 0,-13 19-44,-6 18-23,-16 15-124,21-7 1,1 4 148,-4 13 1,2 1-330,10-12 1,2 1 280,-2 13 1,6 0-40,8 6-22,11 8-50,23-9 78,9-22 45,4-10 5,7-26 40,-7-16-5,-16 6 0,1-5 32,2-13 1,-3-4-32,-4 2 1,-3-1-9,-1-1 1,-3 0 19,-4-5 0,-2 0 8,-3 5 1,-1-1 23,-1 0 1,0-3 0,-1 3-22,0-1 0,-1 1-19,-2-16 1,-1 6-35,-3 15 0,-2-2 602,1 29-602,2 10 0,-2 13 0,-7 38 0,5-17 0,0 3-434,-2 4 0,0 3 434,-1 10 0,-1 2 0,2-6 0,0 2-189,1 1 0,1 4 1,0-1-576,2-7 1,0-1-1,3 1 349,2 9 1,1 3-1,1-9 1,0-11 0,0-5-1,11 27 1</inkml:trace>
  <inkml:trace contextRef="#ctx0" brushRef="#br0" timeOffset="55767">3938 9223 25158,'20'-35'-56,"1"0"0,-7 5 0,5 5 19,33 9 1,9 8-912,-15 2 0,1 2 914,8-1 1,0 5-144,-3 7 1,-5 3 661,8 6-558,-16 27 85,-54-1 7,-3-13 1,-6 1-130,-11 3 1,-7 0 157,4-6 1,-5 1 0,2-1-485,-14 5 1,0-1 520,15-9 1,-1-1 0,4-2-8,5-3 1,2-3 938,-13 4-943,34-14-29,22-12-57,35-14-19,-8 4 1,3-1 132,-3 3 1,2-1-137,3-1 1,4-2-1,-4 1 185,-1 0 0,-1 1-129,16-8 0,-4-1 62,-24 10 1,-5 1-25,5-16 108,-19 10 151,-23-10-56,-13 2-31,0 6 1,-2 0 131,-19-15 6,-2 0 94,23 23-290,11 4 709,9 10-905,10 0 284,12 11-256,20 11-6,14 14 0,-5 1-67,-13-1 0,-4 3-1076,-12-8 0,-2 0 941,5 5 1,-3 3 201,-9 13 0,-5-4 0,0-13 0,-4 26 0</inkml:trace>
  <inkml:trace contextRef="#ctx0" brushRef="#br0" timeOffset="57093">6767 9098 25102,'-22'-40'516,"-1"-1"1,0 1 0,-8-14 0,0 11-299,-7 18-128,2 14-90,1 13-6,0 15-5,2 16 22,5 11-22,8 8-11,10 1 5,5-11-39,15 7 61,2-24 7,12 4 27,2-19 84,6-16 34,6-11 72,5-14 29,-3-2 5,-9 5-56,-13 11-194,-10 10-13,-6 9 0,-2 10 0,0 16 0,0 19 0,-1-15 0,0 2-265,-1 4 0,0 1 265,-1 3 0,0-1 0,0-8 0,1 0 0,0 12 0,1 0 0,0 11-86,1-19 0,-1-1 40,-3 9-66,-7-10 40,-11-8 21,-11-9 29,-8-10 559,-2-17-554,3-18-89,9-17-213,12-15-238,17 26 0,5-2-3,7-2 0,7-1-734,8-2 1,5 0 433,9-1 1,3 2 127,4 0 1,2 2 252,0 1 1,0 3 329,-3 3 1,-2 2 296,-5 3 1,-2 3 286,-6 2 1,-1 2 1038,12-9 94,-16 7-268,-11 9 122,-8 4-890,-4 5 1011,-2 1-1532,0 4 95,0 1-84,4 5-22,3 1 0,6 2 17,4-1 22,3-3 17,2-4 62,0-6 44,0-6-16,-2-8-23,-1-8 0,-4-5 23,-4-3-55,-5 1-91,-4 5 0,-3 5 0,-1 10 0,-2 6 0,-2 7 0,-6 10 0,-7 13 0,-4 12 0,2 10 0,10 3 0,14-1 0,14-4 0,17-11 0,17-12-434,-18-15 1,2-5 433,7-5 0,0-4 0,6-3 0,-1-4 0,2-6 0,0-2 0,-3-4 0,-1-3 0,-5-1 0,-3-4 0,-5-2 0,-4-2 0,-5-3 0,-3-3 0,-5-3 0,-3-2 0,-3-2 0,-3-1 0,-2 0 0,-2 2 0,-4 4 0,-2 2-5,0 8 0,-1 3 5,-8-10 0,2 22 0,3 14 0,1 19 0,-2 19 0,-4 24 0,6-16 0,-1 3 126,1 6 0,0 2-126,2 4 0,1 1-555,1 1 1,3-1 554,3-2 0,4 0 0,3-4 0,4-2-324,5-2 0,4-4-88,4-4 0,3-4-848,3-6 0,2-4 1260,3-6 0,-2-5 0,5 1 0,-7-9 0</inkml:trace>
  <inkml:trace contextRef="#ctx0" brushRef="#br0" timeOffset="57301">7672 8847 27566,'37'-22'32,"0"0"0,0 0 1,14-7-1,-4 6-228,4 12-678,-4 7-2660,-7 7 3534,-11 3 0,-13 1 0,-9-3 0</inkml:trace>
  <inkml:trace contextRef="#ctx0" brushRef="#br0" timeOffset="58118">4098 10757 25993,'32'-31'-138,"-4"16"1,4 4 64,7 7 1,3 3-491,10-1 0,1 3 372,4 5 1,-2 3-726,-17 1 0,-3 3 798,21 15 593,-48 12-453,-34-1 0,3-12 1,-4 0-578,-19 7 1,-3-1 590,4-5 1,1-1-9,0-2 0,1-1 5,9-5 1,3-2 300,-2 1-367,5 0 1364,23-9-1270,23-7-86,13-9 0,4-3-65,22-6-520,-2-4 1,3-3 567,-15 5 0,0-2 59,-5 1 0,3-1 0,-4 0 536,5-3 0,-4-1-385,-4-2 0,-5 1 33,-11-3 164,-20-5-34,-14 3 229,-25-18-135,0 9-630,17 17 0,0 2 429,-3-1 1090,7 6-1180,14 9 239,1 2-485,7 4 84,9 8 39,12 8 1043,2 6-1076,15 16-26,-21-12 1,-2 3-74,1 1 1,-3 2-539,1 7 0,-5 3-1587,-7-5 0,-5 1 2246,-2-4 0,-2-1 0,-3 9 0,-2-18 0</inkml:trace>
  <inkml:trace contextRef="#ctx0" brushRef="#br0" timeOffset="58668">6659 11018 19742,'6'-2'3254,"-1"0"-1535,-5 2-486,0 0-712,-52-59-308,31 41-3,-16-16 0,-3 4-42,10 28-28,-15 6-118,14 4-39,-14 16-11,20-4 11,-3 5 29,21 10-12,19-6-23,14 18 12,20-5-116,-17-19 1,1-1 95,3 1 0,1-1-252,1 1 1,-1 0 268,0-1 0,-2 0 5,-2-2 1,-3 0-26,16 13 57,-19-5 49,-20-6-72,-25 0 0,-22-1 6,13-10 0,-3-1-53,-4-1 0,0-1 49,-1-2 1,3-2 519,-19 1-724,-1-11-744,31-8-2325,-2-15 3271,25 0 0,2 7 0,4 9 0</inkml:trace>
  <inkml:trace contextRef="#ctx0" brushRef="#br0" timeOffset="58878">7125 11106 27712,'2'21'73,"-1"7"-112,-6 1-465,0 25-678,3-14-2576,8 16 2791,5-21 0,0-15 0,-4-11 1</inkml:trace>
  <inkml:trace contextRef="#ctx0" brushRef="#br0" timeOffset="59061">7185 10867 26659,'-23'-43'-79,"1"1"1,-2 1 0,12 15-952,22 32-2354,11 12-2334,3 5 4655,9 10 0,-19-19 0,-1 0 0</inkml:trace>
  <inkml:trace contextRef="#ctx0" brushRef="#br0" timeOffset="60068">7630 11001 19972,'-5'0'5191,"2"0"-2580,3 0-2483,-30-2-66,29-4-51,-11-7-5,49-4 11,18-2-12,-23 9 1,0 1-4,-1 1 1,0 2-14,20-3-6,-12 5 12,-13 10-6,-9 6 5,-6 11 12,-6 10 27,-8 10 1,-12 8-34,1-22 0,-2-1-292,-5 3 0,-2 0 297,-4 1 1,-1-1-1,-2 1 1,-1-1-3,0-2 0,2-1 0,3-5 0,2-1 2,-12 9 6,17-13 34,11-11 274,7-5-218,12-14-62,4-3 562,15-12-590,5-1-5,7 1 5,3 3-11,-1 3 11,-2 5 0,-4 4-11,-6 3 6,-6 1 1,-10 4-7,-6 0 0,-6 2 0,-3 2 0,-1-1 0,-3 2-13,2-1-1039,-1 0 828,8 0 33,5 0-33,10-2 28,1-3 11,1-3 135,-10 2-336,-3-2-1161,-9 5 1547,0-3 0,-1 4 0,0-1 0</inkml:trace>
  <inkml:trace contextRef="#ctx0" brushRef="#br0" timeOffset="60478">7854 11332 27046,'1'-7'392,"8"0"-370,12 6-5,4-2-12,15 11 1,-3 7 0,10 23 22,-16 2 28,-10 15-28,-29-5-263,-8-9 265,-6-15 1,-5-1-23,-1-5 1,-3 0-12,-21 9 1,-5-1-29,7-6 0,-1-3-634,-7 1 0,2-4 550,21-8 0,2-2-1363,-26 0 1478,30-12 0,7 5 0,11-6 0</inkml:trace>
  <inkml:trace contextRef="#ctx0" brushRef="#br0" timeOffset="60918">8254 11270 25259,'-3'1'2543,"1"0"-2090,2-1-425,37-19-17,1 1-3,-2-1 1,2-1-9,12-6 8,-19 8 1,-1-3 5,0-2 0,-2-3-198,-2 1 1,-1-3 227,0-3 1,-4-1 45,-5-16-23,-11 11 45,-14 0-112,-7 14 0,-15-1 0,2 11 0,-5 15 0,4 14 324,6 5-324,4 6 0,2 5 0,-5 24-409,8-13 0,2 3 409,5-6 0,5 0 0,5-1 0,2-1 0,9 17 0,12-22 0,8-6-183,-2-11 1,3-5-1212,17 5 1,3-4 1393,2-9 0,-3-4 0,9 0 0,-10-5 0</inkml:trace>
  <inkml:trace contextRef="#ctx0" brushRef="#br0" timeOffset="61702">7584 11989 9604,'-6'1'8211,"1"0"-6150,5-1 1810,0 0-3082,-16-35-223,9 25-174,-11-26-168,15 35-95,0 1 1042,2 0-1037,0-2-72,-2-1-18,0-2 18,0 1 0,1 1-51,2 1-162,0 2-359,0-2-151,0 1-1087,4-1-5107,5-2 6855,3-1 0,-3 2 0,-3 1 0</inkml:trace>
  <inkml:trace contextRef="#ctx0" brushRef="#br0" timeOffset="61935">7584 11808 15844,'-5'0'4648,"0"0"-2205,5 0-2527,-15-23-308,11 17-516,-10-17-173,14 22-2101,0 1 3182,0 4 0,0-3 0,0 3 0</inkml:trace>
  <inkml:trace contextRef="#ctx0" brushRef="#br0" timeOffset="65511">7503 11760 10086,'-5'8'5113,"0"-2"-3634,5-6 5041,0 0-6285,2-8 0,2-3-39,8-14-67,10-9-62,12-10-391,-11 18 0,3-1 279,6-3 1,0 1-24,-5 6 1,3-1-698,19-12 1,4 1 764,-13 9 0,-1 2 0,-1 0 0,-3 2 0,9-4 0</inkml:trace>
  <inkml:trace contextRef="#ctx0" brushRef="#br0" timeOffset="67254">4246 12777 24979,'-25'-48'-140,"33"5"84,20 34 0,9 6-73,10-1 0,2 3-295,-12 3 1,-1 4 216,-2 2 0,-4 4 191,-4 9-236,-16 14 217,-23 3 29,-6-5 1,-6 1 30,-1-3 1,-3-1-350,-9 7 0,0-1 349,6-9 0,2-2-2,-14 13 200,10-6-290,21-15 11,11-2-325,33-10-28,11-14 252,9-4-125,-20-1 0,-1-2 193,23-16 159,-15 4 0,0-3 92,-10 5 1,-2-2 103,1-6 0,-6 1 53,-4-10 381,-13-11 342,-21-1-364,-3 2-39,-13-1-96,8 23-325,8 13 784,7 8-1002,7 7-34,1 2-67,5 8 113,10 8 10,10 15-28,2 0 397,12 15-441,-2 6-62,-14-18 0,-2 1 5,8 21-30,-17-20 0,-5-2-65,-12 2-521,-16 4 1,-8 0-4084,2-11 0,-2-3 4127,-5 6 1,2-2 0,-8-2-1,31-20 1</inkml:trace>
  <inkml:trace contextRef="#ctx0" brushRef="#br0" timeOffset="69188">6498 12914 17020,'0'-7'5539,"0"1"-4217,4-55-398,-3 40-599,2-13 0,-4 3-22,-3 25-236,-7 11-17,-10 14 6,-11 17-39,11-10 0,-1 2-6,-14 21-17,11-7 1,3 2-79,3 15-177,6-18 0,5 1-19,19 11-51,18-11 163,4-14-143,2-16 1,2-3-273,24-2 437,-24-3 1,1-1-197,8-5 1,-1-2 145,12-2 207,-20 2 0,-1-1 337,-1-2 251,-16 4-34,-13 2 791,-5 1-1165,-8 5-74,3-1 265,-3 3-382,5-5 78,4 0 107,6-6-51,12-7-72,16-11-12,13-14-458,-19 12 1,0-1 437,3-5 1,-1-2 17,1-3 0,-2-2 10,-1-3 1,-3-1-3,-3-2 0,-4-2 5,-3-1 1,-4-1 11,-5 1 0,-2 0 16,-3 2 1,-2 1-17,-4 4 1,-1 2 117,-9-24 22,-3 17-34,1 18-118,5 14-66,2 11-6,2 14 863,-3 16-852,-2 23-6,4-18 1,1 2-301,1 7 1,0 1 293,0 3 1,1 1-42,1 1 0,2 0-71,3-2 1,2 0-104,3-3 1,4-1-200,5-5 1,5-3-295,5-4 0,4-5-193,6-4 0,4-5-23,2-4 1,2-5 238,0-5 0,0-3 450,-4-5 1,-2-3 292,-5-2 0,-4-4 861,15-19 414,-17-6 18,-14-3-230,-7-3-162,-6 2-129,-2 5 465,-1 9-796,-2 10-12,-1 9-374,1 7-85,0 7-21,-1 5-18,0 7-38,1 5-12,5 0-5,9-3-18,9-4 29,7-7 28,7-6 45,5-9-18,5-10 35,0-9 38,-3-8 35,-8-5 27,-11-2-6,-10-2 1,-15 4 5,-9 4-11,-12 10-5,-6 9-46,-5 10-33,-2 14 6,0 13-29,2 16-10,6 14-12,17-21 0,3 1-208,1 3 1,3 1 160,2 0 0,3 0-46,4-1 1,4 0-45,4-3 0,3 0-98,5-4 0,5-2-174,6-3 1,3-4-242,6-4 1,3-3-803,5-2 1,2-3 250,3-5 0,0-3 332,0-3 1,-1-2 647,-3-3 0,-2-3 282,-6-2 1,-4-2 540,-6-2 1,-4-1 743,11-27 100,-14-2-197,-9-3-185,-5 2-206,-6 5 81,-7 8-491,-4 11 680,-8 12-960,-6 11 478,-8 14-578,-6 12 5,-5 16-48,19-15 0,2 2-93,0 2 0,2 2 82,1 0 0,3 2-19,-5 24 10,14-6-27,18-13 34,14-12 5,17-11-12,10-11 24,4-11-12,-2-9 28,-9-10 28,-9-6-6,-11-5 73,-9-3 51,-7 2 360,-6 4-287,-4 7-68,-5 10-73,-3 8-55,-5 7-29,-5 12 0,-4 8-22,-2 14 12,1 8 4,7 6-21,6 0 10,8-2-44,13-8 0,19-4 45,-1-13-29,26-2-5,-8-12-5,12-2 33,-4-7 33,-5-9-38,-21 3 21,-3-11 7,-18 3-6,-1-9 11,-5-6 5,-1-15-16,2 15-11,4-14 16,6 21 28,3-5-10,1 8 17,1 5-57,-5 9 0,3 1 0,-1 7 0,9 0 0,7 6 0,16 11 0,-7 7 0,-2 6 0,-11 8-69,-16 3-978,-7 17 1047,-11-22 0,-3-1 0,0 6 0,-7-4 0</inkml:trace>
  <inkml:trace contextRef="#ctx0" brushRef="#br0" timeOffset="87264">4136 14385 22123,'-44'15'963,"1"-1"0,5 0 0,8-5-840,20-9-134,11-4 6,37-21-32,-10 11 1,3-2-651,16-6 0,5 0 597,-1 3 1,2 3-23,-3 4 0,-1 3 11,-7 2 0,-2 4-79,22 10-100,-20 12 34,-18 15 78,-26 15 148,-9-19 1,-5 1-241,-9 5 0,-4 0 279,-6 4 1,-3 0-28,-2 0 0,-1 0 86,2-2 1,1-1-34,5-5 0,3-1 117,-12 15-201,22-14 0,15-15-241,30-11-252,14-17 139,-6 1 1,3-3 34,2-5 0,0-2 260,1-3 0,-1-1 187,-3 0 1,-2-2 156,-6 1 1,-4-1 442,6-25 898,-24-2-808,-24-2-418,2 27 0,-4 0-19,-4-1 0,-3 2-17,0 1 0,-1 1 11,2 3 0,1 1 246,-16-12-196,13 10-195,14 10-202,9 7-12,8 6 718,13 10-701,15 11 18,18 16-15,-20-10 0,1 1-129,1 5 0,-1 2 76,-2 2 0,-2 2-414,-3 1 1,-3 0-13,-5 1 1,-4 1-2157,-5 2 0,-6-1 2638,-3-5 0,-3-2 0,-4 11 0,0-21 0</inkml:trace>
  <inkml:trace contextRef="#ctx0" brushRef="#br0" timeOffset="90063">6379 14590 26318,'-3'-41'16,"11"19"-21,32 58-23,1 10-14,-21-20 0,-2 0-104,12 27-16,-9-2 72,-12-4 57,-19-4 21,-16-5 96,-11-10 135,-2-11 55,8-15-55,9-14-68,9-12-45,8-8-100,14-4-62,14-2-101,17-1-243,-14 20 0,3 2 181,2 1 1,1 1-132,1 1 0,1 2-269,-2 2 0,-1 1-647,27-4 291,-6 1 628,-5 0 565,-20 5 449,-7 0 151,-17 3 184,-2-2 29,-3 0 304,0 1-826,-1 2-141,2 2-430,0 1-50,4 0 73,9 3 22,11-1-50,11 1-11,9-1 38,3-7 29,1-2 34,-6-8 44,-10-7 73,-11-4-11,-12-5-1,-14-2 29,-9 0-17,-14 4 23,-21 5-51,1 13-56,-1 8 5,5 17-38,13 11-1,-2 15-33,14 12-54,17-15 1,3 0-59,7 16-318,4-16 1,5-1-226,18 7 139,-10-18 0,4-1-879,11-1 1,3-4-147,-2-6 1,-1-2 487,1-1 0,0-4-1118,1-7 1,-2-6 52,22-11 2593,-26 3 1,-2-4 1151,-4-2 0,-4-3 1316,-5-8 1,-5 0-1488,3-12 594,-11-16-728,-13 26-382,-2-4-245,-6 8 426,0 10-959,5 10-162,2 5-68,5 6 12,2 7 56,0 21 16,0 7 7,0 8-7,3 7-10,0-8-18,2 9-10,0-7-1,1-10 56,1-12 23,-3-12 67,1-8-33,-2-11-40,3-10 0,2-15 17,6-26-11,-3 15-9,-4 11 1,0 1-9,4-9 11,8-11-28,-1 16-22,4 7-12,1 18 7,-4 5 10,12 5-11,-2 8-5,8 7 11,1 9-29,0 13 29,-12-10 6,0 8-23,-16-15 33,-1 3-10,-3-9 44,-4-5 6,-2-6 100,0-2-10,0-5-74,-3-11-50,1 0 29,-3-25-29,4 19-6,9-21-21,14 4-12,8-1 16,18-2 1,0 16 17,5 11-12,-3 9-11,-5 15 6,-7 12 11,-6 14-22,-9 8-6,-7 5 5,-6-10-105,-3 5-371,1-6-16,2-5-118,4-6-61,2-18 341,-1-10-572,17-17 696,-5-5 206,13-15 102,-8 1 27,-2-2 29,-3 2 61,-1 2-6,-3 10-22,-7 10 90,-7 9 78,-5 15-39,-3 11-196,-1 3 112,-6 30-157,1-11-51,-2 20 18,6-14-18,10-5-5,1-14-11,22-1 22,-1-18 62,19-4-11,-4-19 106,-4-10-23,-13 0 174,-6-12 23,-15 2 117,-4-21-207,-11 6-33,-10-5-134,-9 16-85,-9 9 0,-8 10 0,-2 10 0,4 9 0,11 7 0,10 9-197,11 11-515,7 8-609,10 9-1653,8 1 2974,10 1 0,-11-21 0,0-5 0</inkml:trace>
  <inkml:trace contextRef="#ctx0" brushRef="#br0" timeOffset="90730">9135 14456 23506,'0'-6'4447,"0"1"-3729,0 5-718,-5-46 0,3 55 0,-3-23 0,4 68 0,2 6 0,4-1 0,6-6 0,9-8 0,9-10 0,10-14 0,7-17 0,5-20 0,-1-16-209,-27 11 0,-1-4 209,-3-1 0,-2-2 0,14-26-90,-8 4 90,-6 9-40,-5 13-548,-7 11-286,-3 10 130,-2 6 598,2 9-437,3 5 245,3 5 125,4 2 151,4 1 85,1-2 38,3 1 91,1-4 167,-1-3 141,-2-3 156,-4-5 78,-6-1-134,-2-3-202,-1-1-162,6-1-95,7-3-67,9-2-12,7-2-5,4-2 0,3-1 28,-3-2 61,-5-2 90,-9-2-77,-8-5-119,-7-4 0,-4-3 0,-7 0 0,-2 3 0,-5 5 0,-1 8 0,-3 6 0,-6 6 0,-7 12 0,-7 12 0,-3 19-269,4 10 269,18-22 0,3 1 0,-3 29 0,17-3 0,17-6-582,23-6-874,-12-26 0,2-2 821,0-4 0,-1-2 1,12 1-1,-18-8 1</inkml:trace>
  <inkml:trace contextRef="#ctx0" brushRef="#br0" timeOffset="91180">6005 15696 22110,'52'-2'105,"0"1"1,0 0-1,-1-1 1,6 1 0,-2 0-1,3-3-1034,-8-2 1,3-2 0,1-1 0,3-1 0,0 0 963,1 1 1,1-1-1,1 0 1,1-1 0,1 1-1,0 0-234,-5 1 1,-1 0 0,1 0 0,1-1 0,0 1 0,1 0 0,1 0 153,1-1 1,1 1 0,1-1 0,1 0 0,1 1 0,-2-1 0,0 1 0,-2 0-93,2 0 1,-1 0 0,0 1 0,-1 0-1,-1 0 1,-2 0 0,0 1 89,-3-1 0,-1 1 1,-2 1-1,0-1 1,1 1-1,3-1-376,2 0 1,4 0 0,1 0 0,0-1 0,-2 1 0,-2 0 0,-4 1-934,9-1 1,-6 0-1,0 1 1,2-1 1342,-2 0 0,4 0 1,0 0-1,-5 0 1,-7 2-1,13-2 1,-13 1-1,-3 0 0</inkml:trace>
  <inkml:trace contextRef="#ctx0" brushRef="#br0" timeOffset="91396">7129 15847 12778,'-59'17'580,"1"1"0,-1-1 1,0 0-1,1 1 1,-4 0-1,2 0 0,1-1 1,3 0-70,-8 2 1,3-1 0,7-2 45,7-2 0,11-4 1782,14-7-1944,56-18 0,28-9-255,-15 7 0,3 0 0,6-2-609,-6 2 0,4-1 0,4-1 0,0 0 0,1 1 505,-5 1 1,1 1-1,0 0 1,1 1-1,2-1 1,-1 0-154,-3 1 0,1 1 1,0-1-1,1 0 0,0 1 1,1-1-1,-1 1 117,2-1 0,1 0 0,0 0 0,0 0 0,0 1 0,0-1 0,0 1-158,-1-1 0,1 1 0,0 0 1,-1 0-1,0 0 0,0 0 1,0 1-35,-4 0 0,1 1 0,-1-1 0,-1 1 0,1-1 0,-1 2 0,0-1 113,6-1 1,2 0 0,-1 1 0,-1 0 0,-3 0 0,-5 2 0,15-4 0,-7 2 0,-2 1 0,-11 3 0,0 0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36:31.33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6697 2842 15356,'0'-3'4162,"0"0"-1743,0 3-2296,-5-18-162,4 13 33,-4-11 175,7 28-90,3 7-46,1 3 23,6 10-11,0-1 0,6 11-12,-4-12 1,-1 0-12,6 13 0,-5-9 1,-1 0 56,2 17-400,-7-17 1,0 1 336,-3 2 1,0 0 2,-2 2 1,0 1 5,-2 12 1,-1 2-15,1-8 0,-1 1-11,2 10 0,1-3 0,-1-18 0,1-2 11,3 8 1,3 0-12,-1-7 0,2 1-6,6 19 0,1 4 20,-2-7 0,0 0-620,0-2 0,-1 1 617,-1 1 1,-3 1 2,-2-7 0,0 2 10,-2 0 0,1 5 1,-1-2-1,-1-5 0,-1-1 0,0 1-927,1 9 0,-1 1 0,0-4 903,0 3 0,-1-2 2,1-8 0,-1 2 0,1-2-305,2 13 1,1 2 303,0-1 1,0 5 0,1-2 9,0-7 0,-1-2 1,0 2-358,0-8 1,0 3 0,-1-2-1,0-3 349,3 18 0,-2-3 2,-1-9 1,-1 2 0,0-2 13,-2-8 1,0-1 0,0 3-6,0 4 0,-1 5 0,0 0 0,0-1-11,0 8 1,0 0 0,-1 1 139,0-9 0,0 2 0,-1-1 0,1-1-140,0 9 1,-1-3 0,1-2-4,-1-10 0,1-3 0,0 4 4,1 1 0,0 3 1,0 1-1,1-4-6,-1 0 0,1-3 0,0 2 2,0 9 0,1 1 0,0-1 0,0-3 0,0-1 0,0 1 0,1 3 0,0 0 0,0-1 3,-1-9 1,-1-1 0,1 3-4,0 0 0,0 2 0,0 1 0,-1-4-21,1-2 1,-2-3 0,1 3 20,1 4 0,-1 4 0,0 1 0,0-2 3,1 9 1,-1-2 0,0 2-4,0-10 0,0 3 0,0-1 0,-1-5-2,0-2 0,0-4 0,0 2 4,0 7 0,0 3 0,-1 0-143,1 1 1,-1 0-1,0 1 139,1 1 0,0 0 1,-1 2-1,1-10 1,-1 2-1,1-1 1,-1-1-5,1 7 1,0-3-1,0-1 8,0-9 0,-1-3 0,1 3-1,0 7 1,1 2 0,-1 1 2,0 2 0,0 0 0,-1 1 7,1 2 0,0 1 0,-1 2-2,1-9 1,-1 1 0,0 1 0,0-3-5,-1 10 1,0-2 0,0 0-6,0 3 0,0 0 0,0-2 7,-1-12 1,1-1 0,-1 3 24,0 5 0,-1 4 0,0 0 0,0-3-17,0 1 0,0-3 0,0 3-60,0 2 1,0 5 0,0 0-1,0-2 49,0-9 0,1-2 1,0-1-1,0 0-2,0 2 1,0 0 0,1-1 0,-1-2 1,0 5 0,1-2 0,0 1-3,0-7 0,1 2 1,-1 1-1,1-1-6,0 2 1,1-1 0,-1 1 0,0 0-14,1 2 0,0-1 0,0 1 0,0 1-65,0 6 0,1 2 1,-1-1-1,1-3-786,1 8 0,0-3 0,0-3-877,0-10 0,-1-3 1,0-1 1745,2 2 0,0 0 0,-1-9 0,2 10 0,0-4 0</inkml:trace>
  <inkml:trace contextRef="#ctx0" brushRef="#br0" timeOffset="3250">6761 2867 9134,'-4'0'3769,"1"0"1748,3 0-4783,-36-7-622,27 5-325,-27-5 101,37 8 231,4 4-41,4 3-4,11 4 11,9 0 35,14 1 72,16-1-62,-22-6 1,2-1-468,7 1 0,2-1 455,8 0 1,3 0-584,-15-2 1,1 0 0,1 0 509,5-1 1,2 1 0,1-2-21,5 1 0,2-1 0,1 0-18,-12 0 1,1 0 0,0-1 0,1 1-544,3-1 0,1 1 1,-1-1-1,2 1 534,1-1 0,0 1 0,1-1 0,0 1 1,2 0 0,0-1 0,0 1 1,0 0 3,1 0 1,0 0-1,0 0 1,0 0-4,1 0 1,0 1-1,1-1 1,-1 0 0,-12 1 1,1-1 0,-1 1-1,0-1 1,1 1-332,-1-1 1,1 1 0,0 0 0,1 0-1,-1 0 332,0 0 0,1 0 1,-1 1-1,1-1 1,0 1-5,0-1 1,0 1 0,1 0 0,-1 0 0,1-1 11,0 1 0,0 0 0,1 0 0,-1 0 0,1 0 2,1 0 1,-1-1-1,1 1 1,0-1-1,1 1-5,0-1 1,1 1 0,0-1 0,0 0 0,1 1-197,1-1 1,0-1-1,0 1 1,1 0-1,0-1 208,1 1 0,1-1 0,-1 1 0,1-1 1,0 0-96,-10 0 0,1 0 0,-1-1 0,1 1 0,0 0 0,0-1 100,0 1 0,1 0 0,0-1 1,-1 1-1,1-1 0,0 1-5,0-1 1,0 1 0,1-1 0,-1 0-1,0 1 1,1-1-5,-1 1 0,1-1 0,-1 1 0,1-1 0,0 1 0,-1 0-35,1-1 0,0 1 0,-1-1 0,1 1 0,0-1 1,-1 1 30,1 0 0,0-1 0,0 1 0,0-1 1,-1 1-1,1-1-12,-1 1 0,1 0 0,-1 0 0,1-1 1,-1 1-1,0 0 13,1-1 0,-1 1 0,0 0 0,0-1 0,1 1 1,-1-1 1,0 1 1,0 0 0,0 0 0,0-1 0,0 1 0,0 0 2,0 0 1,-1-1 0,1 1 0,0-1 0,0 1 0,0-1-3,0 1 0,0-1 0,0 1 0,1-1 0,-1 1 0,0-1-1,1 0 1,-1 1 0,1-1 0,-1 1 0,1-1 0,-1 1-6,1-1 0,0 0 1,0 1-1,0-1 1,1 1-1,-1-1-3,0 1 1,0-1 0,0 1-1,0-1 1,0 1 0,0 0-1,0-1 1,0 1-1,0 0 1,0 0-1,0 0 1,0 0 2,-1 0 0,0 0 1,0 0-1,1 0 0,-1 0 1,0 0-1,0 0 0,0 0 1,0 0-1,-1 1 0,1-1 1,-1 0-15,0 0 0,0 1 1,0-1-1,0 0 0,-1 1 1,1-1 2,0 0 0,-1 1 0,1-1 0,-1 1 0,1-1 1,-1 1 1,1-1 0,-1 1 0,0-1 0,0 0 0,0 1 0,1-1-4,-1 1 0,0-1 0,0 1 1,0-1-1,0 1 0,1-1 29,-1 0 1,0 1 0,0-1 0,1 0 0,-1 1 0,0-1-31,11 1 1,-1-1 0,0 1-1,1-1 1,-1 0 4,-1 0 0,0 1 0,0-1 0,-1 0 0,1 0 4,-2 0 1,0 0-1,0 0 1,0 0-1,-1 0-4,-2 0 0,0 0 0,0 0 0,0 0 0,-1 0 5,-1 0 1,-1 0 0,1 0 0,-2 0-1,1 0 8,-2 0 1,0 1-1,-1-1 1,0 0 0,0 0 74,11 0 0,-1 1 0,0 0 0,0 0-73,-2-1 1,-1 1-1,1-1 1,-2 1 5,0 0 0,-1 0 0,-1 0 0,0 0-12,-1 0 1,-1 0 0,-1 0 0,1 1-8,-2-1 1,-1 0 0,1 1 0,-1-1-12,-2 0 1,0 1 0,0-1 0,-1 0 156,14 0 1,0 1 0,-1-1-146,-1 0 1,0 0 0,-1-1-4,-1 1 0,0-1 0,0 0 181,-1 0 1,0 0 0,0 0-173,-2 0 1,0-1-1,0 1 2,-2-1 1,-1 1-1,0-1 426,-3 0 1,0 1-1,-1-1-432,-3 0 1,0 0 0,-1 1 2,18-1 1,-2 1-4,-4-1 1,-1 1 2,-4 0 1,-1 0-1,-5 0 1,1 0 16,2-1 0,-3 0-2,14 0 10,-25-2 1,-2 0 1656,-4-1-1466,-1-4 1136,-11 2-1035,-8 1 1707,-5 2-2021,-2 1 852,1 0-835,4 1 12,2-1-24,3 1 12,2 0-16,-3 0-12,0 0 16,-5 0-4,-2 0 1730,-1 0-1731,1 1-11,3 8 0,3 1 0,3 9 6,0 0 16,0 3-28,-4-4 12,3 15 11,-5-6-40,2 14 23,-4-3-11,0 2 11,-2-6 6,2 8-12,0-4 12,4 21 5,-2-8-1556,2 12 1545,-3-21-17,1 14 17,-4-24 0,-1 1 0,1 2 0,0 1-249,-2 7 0,1 0 254,-1-5 1,0-1-6,-2 23-6,2-22 1,0 2 10,0 4 1,1 1-6,0 1 0,0 1-399,1 10 0,0-1 401,0-8 1,0 0-6,2 2 1,-1 0 10,-1-10 0,1 1-6,-1 1 0,-1 4 0,1-3-11,0 6 1,-1 0 65,1-2 0,-1 3 1,0-1-67,1 12 1,-1-1 11,2 3 0,-1-3 2,1-13 1,0 0 10,2 11 1,1 2-10,-1-18 1,1 1 0,0-1-7,0 3 1,0 1 0,0 0-6,1 7 1,0 1-1,0-2 6,-1-6 0,0-2 0,0-2 0,0 8 1,0 2-5,-1-2 0,0 3 1,-1-2 3,0 5 1,-1 1-400,0-4 1,-1 4 0,1-2 394,-1-8 0,-1-2 1,0-1 4,0 1 1,-1-1 0,0 1 1,1-2 1,-1 0 0,0 0 8,-1 20 0,1 0 2,-1-2 1,1 1-268,0-1 1,1 0 255,-1-1 1,1 1 2,0-2 1,0-1-4,1 0 1,0-3-9,-1-12 1,2 0 2,1 18 0,2 1 14,-1-18 0,1 0-7,-1-1 1,1 1-1,1 0 4,2 11 0,0-2 6,2 3 0,0-3-12,-2-11 1,1 0-3,2 8 0,0 1 36,1 0 0,-1 0-25,1 3 0,0 1-7,-4-14 1,1 2 0,-1-2 0,2 12 1,0-1 7,-1 1 1,0 1 2,-1-1 1,0 1-14,-2 0 0,0 0-9,0-1 0,-1 0 11,-1-1 1,0 1-15,-1-1 1,1 0 7,-1 1 1,0-1 11,0 1 0,1 1-9,0-1 1,0 1 11,0-1 0,0 0-14,1-1 0,0 1-1,-1-1 1,0 0-6,1-1 1,-2 0-1,1 0 0,-2 0 17,0-1 0,0 1-28,-1 0 0,0 0 11,-1 0 0,0 0 9,-1 0 0,2-1-4,-1 0 1,1 0 5,0-1 1,0 0-12,1-1 0,1-1 3,0 0 0,0-1 0,0 1 0,0 0-14,-1 1 0,1-1 247,-2 1 1,0 1-237,0-1 0,0 1 11,-2-1 1,1 1 5,-2-1 0,1 1-3,-1-2 0,0 0-3,1-1 1,-1-1 5,1-2 0,0 0 5,1-1 1,0 0-9,2-1 1,0 0 4,0 0 1,2 0 5,0 0 1,1 0-18,1 0 1,-1 0 27,1 0 1,-1 1-23,1-1 1,0 0-21,0-1 1,0 0 19,0-1 0,0 0-8,-1-1 0,0-1 11,1 0 0,-1 0-6,0 0 1,0 0-9,1 0 0,-1 1 11,0 0 0,1 0-6,-1 1 1,0-1-6,0 2 0,0-1 11,-1-1 1,0 0-4,-1 0 1,-1 0 2,0-3 0,-2 1 511,-2-2 1,-3-1-495,-7 28-5,-9-6-34,-2-5-6,3-5-11,5-5 1085,10-5-1213,14-2 586,13-4-1976,16-5 1546,11-4 0,-20-10 0,-3-4 0</inkml:trace>
  <inkml:trace contextRef="#ctx0" brushRef="#br0" timeOffset="5167">7579 14132 7458,'-3'0'5456,"0"0"-678,3 0-3523,-28-13-242,20 10-772,-20-9-190,28 12-259,0 0 130,3 0 285,5 4 174,10 1 196,27 4-432,-6-3-517,-2-3 0,3-1 417,-4-1 0,2-1-17,4-1 0,5 0 0,-1-1-25,-3 1 1,0-1 0,1 0-1027,12-2 0,1 0 0,-2 0 1023,3-1 0,-1 0 5,-8 1 1,3-1-1,-2 1-196,-5 0 0,-1 1 1,4 0 199,4-1 1,6 0 0,0 0 0,-1 0 1,-5 1 0,-1 0 0,0 0 1,2 0-457,10 0 0,2 0 0,-1-1 1,-4 1 462,-2 0 1,-4 1 0,3-1 6,-5 1 0,3 0 0,0 0 0,-1 1-227,7-1 0,-1 0 0,3 0 224,-5 1 1,3-1-1,1 1 1,-1 0 0,0 0 1,1 0 0,0 0 0,2 0 7,-4 1 0,3-1 1,1 1-1,-1 0 0,-1 0-7,-6-1 1,-1 1 0,0 0 0,0 0 0,-1 0-8,-1 0 1,0 0 0,-1 0 0,1 0 0,-1 1-108,0-1 1,1 0 0,-1 1 0,-1-1-1,-1 0 121,5 1 0,-3 0 0,2 0 0,4-1-14,-4 1 1,4-1 0,3 1 0,0-1-1,-1 1 1,-1-1-8,4 1 0,-1-1 0,-1 0 0,1 1 0,2-1-36,-3 0 0,2 0 0,0 0 0,1 1 0,-3-1 0,-4 0 37,7 0 0,-6-1 1,1 1-1,2 0 5,-3 0 1,2-1 0,1 0 0,-1 1 0,-1-1 8,3 0 0,-2 0 1,2 0-1,4 0 3,-14-1 1,3 1 0,3 0 0,1-1 0,0 1 0,-3-1 0,-3 1-13,3 0 1,-4 0 0,-2-1 0,3 1 0,3 0 7,3-1 0,5 1 0,3-1 0,1 0 0,-2 0 1,-5 1-1,-8-1 7,14 1 1,-10-1 0,7 1 5,-12 0 0,7-1 0,2 1 1,1 0-1,-3-1 0,-4 1-15,2 1 1,-5-1-1,1 1 1,4-1-10,-5 1 0,3-1 0,2 1 0,1-1 0,0 1 0,-3-1-9,2 1 1,-1 0-1,0 0 1,-1-1-1,3 1-2,-5 0 0,2 0 0,1 0 0,0-1 0,-3 1 0,-3 0-2,3 0 0,-3 0 0,-2 0 0,3 0 27,9 0 0,3 0 0,-1 0 1,-2 0-27,-10 0 0,-1 0 1,0 1-1,3-1-18,7 0 1,3 0 0,3 0 0,-1 0 0,-2 0 15,-8 1 0,-1-1 0,-1 0 0,0 0 0,1 0 3,7 0 0,1 1 0,1-1 1,-2 1-1,-2-1 39,4 0 1,-1 1 0,-3-1 0,-1 1-37,4 0 1,-2 0-1,2 0 74,-8 0 1,1 1-1,0-1 1,-3 1-73,5 0 1,-2 1-1,3 0-24,3 1 0,3 0 0,1 0 0,-2 1 26,-10-1 1,-1 0 0,0 1 0,0 0-5,6 0 1,2 1 0,-1-1 0,-6 1 215,-3-1 0,-5 0 0,2 0-216,6 1 1,2 1 0,1-1 7,1 1 0,0 0 0,1-1-6,1 1 1,1 0-1,1-1 91,-10 0 0,2 0 0,0-1 0,-2 0-89,6 0 1,-1 0-1,-3-1-3,11 1 0,-1 0 5,-13-1 0,2 0 0,0 0 4,1-1 0,1 0 0,0 1-15,1-1 0,1 1 0,1 0-6,6 0 1,2-1-1,-3 0 6,-11 0 0,-1-1 0,-3 0 5,9 0 1,-1 0 7,-4-1 0,2 0 1,-3 0 316,1-1 1,0 1-313,-4 0 1,3 0 0,-3 0 14,7 0 1,-3 1 11,-3 1 0,-2 0 838,-5 0 1,-2 0-839,19 2 2,-23-1 1,-1-1-8,11 1 968,17 2-996,-15-4-1,0 1 0,2 0 0,4 0 0,5 2 6,4 1 610,-28-4 1,1 0-620,2 0 1,-1 0 975,22-1-1001,-10-1 1,0-1 16,-12 0 0,0-2-25,15 1 0,2-1 22,-10-1 1,-1 1 4,0 0 1,-3 0-8,22 0 16,-28 2 0,3 0-979,7 0 0,5 1 0,-5 0 973,-6 0 1,0 0-1,10-1 1,6 1 0,-10-1 311,-5 0-326,1-1 1,2 0 31,14-2-147,-15 2 1,1 0 146,21-1-18,-3 1-10,-17 1 434,14 0-441,-17 1 24,20 0-12,-8 0-6,0 0 3262,-3 1-3250,-8 0 22,-7 1-12,-8 0 378,-8-1-310,1 0 0,-8-1 73,10 0-56,-6-2 5,8 1-22,-1-2-11,-2 1 62,-3 0-12,-6 2-90,-5-1 158,-2 1-96,-1 0-616,-1-2-3562,5-5 4083,1-3 0,-1 2 0,1 2 0</inkml:trace>
  <inkml:trace contextRef="#ctx0" brushRef="#br0" timeOffset="7359">7098 5238 9615,'-6'3'6979,"2"-2"-2358,4-1-3765,-9-4-284,7 3-269,-7-4-146,9 5-124,0 0-22,6 2 17,2 1 28,11 3 62,10-1-17,16-2-68,17-3-444,-25-1 1,2-2 415,5 1 1,0-1-1,3-1 1,1 1 2,2 0 1,1 1 2,2-1 0,1 1 25,4 0 1,1 0-565,-17 1 0,1-1 0,1 1 585,3-1 1,1 0 0,1 0-26,4-1 0,1 0 0,0 1-18,4-1 1,1-1 0,0 1-407,-12 1 0,1-1 0,0 0 1,0 1 400,1-1 1,1 1 0,0-1 0,0 1-373,1 0 0,0 0 0,0 0 1,0 0 374,0 1 1,0-1-1,1 1 1,-1 0-6,0 1 0,1-1 0,0 0 0,-1 1 4,1 0 0,0 0 1,0 1-1,0 0 3,0 0 0,0 0 0,0 0 0,1 1-3,0 0 0,0 0 0,0 0 1,0 0 2,1 1 0,0-1 0,0 1 0,1-1 7,0 1 0,1-1 0,0 0 0,0 1-3,2-1 0,1 0 0,0-1 0,0 1 0,2 0 0,0-1 1,1 0-1,1 0-2,-12 0 1,1 0 0,1-1 0,-1 1 0,1-1-241,2 0 0,0 1 0,0-1 0,1 0 1,-1 0 247,2 0 1,0 0-1,1-1 1,-1 1 0,1-1-3,1 1 0,0-1 1,0 1-1,0-1 1,0 1-7,0-1 1,1 0 0,-1 0 0,1-1 0,-1 1-124,0 0 1,1 0-1,-1-1 1,1 1-1,-1 0 119,0-1 1,1 1-1,-1-1 1,0 0 0,0 1-2,0-1 0,-1 1 0,1-1 0,-1 0 1,1 1-5,-1-1 1,0 0 0,0 0 0,0 0 0,1 0-56,-2 1 1,1-1-1,0 0 1,0 1-1,0-1 59,0 1 0,0-1 1,0 1-1,0-1 0,0 1-6,1 0 1,-1-1 0,1 1 0,0 0-1,0 0-52,-1 0 1,1 0 0,0 1 0,0-1 0,0 1 53,-1-1 1,1 1 0,0-1 0,0 1 0,-1 0-4,1 0 1,-1-1-1,1 1 1,-1 0 0,0 0-1,-1 0 0,1 0 1,-1 0-1,0 0 1,0 1-4,-1-1 0,0 1 0,0-1 0,0 1 1,0-1-1,-1 1 0,-1 0 0,1-1 0,-1 1 0,0 0 32,-1 0 1,-1 1-1,1-1 1,-1 0-1,0 0-36,11 1 0,-1 0 1,0 0-1,0 0-2,-2-1 1,0 1 0,0 0 0,-1-1 6,-2 1 1,1 0 0,-2 0 0,1 0-29,-1-1 0,0 1 0,-1 0 0,1-1 28,-1 1 1,0-1 0,-1 1 0,-2-1 203,4 1 0,-2-1 0,3 0-202,1 1 0,5-1 1,0 0-1,-4 0-1,-1 0 1,-3 0 0,3 0 113,1 0 0,4 0 0,1 0 0,-4 1-126,-9-1 1,-3 1 0,0-1 0,0 1 8,15 0 0,0 1 0,-1 0 9,0 0 0,0 0 1,0 1-7,0 0 1,-1 0 0,1 0-1,0 1 1,0-1 0,0 1-2,-1 0 0,-1 0 0,0 0-2,0-1 0,-1 0 0,0 0 187,-1-1 0,-1 0 0,0 0-184,0-1 1,0 0 0,0-1-10,0 0 1,1-1-1,0 0 165,0 0 0,1 1 0,0-1-152,0 0 1,1 0 0,-1 0-5,1 0 1,-1 0 0,0 0-163,-2 1 1,0-1 0,-1 1 152,-3-1 0,-1 1 1,-1-1 146,-3 1 1,-2-1 0,0 1-137,14-1 1,-1 0 199,-4-1 0,-3 0-200,-3-1 1,0 0-1,-3-1 1,1 0-3,-1 0 0,-1-1 556,1 0 1,-1 1-558,-1-1 1,1 0-11,-2 1 0,0 0 13,-1 0 1,-1 1 2,-1 1 1,-1 0 812,-2 0 1,-1 1-814,0 2 1,-1-1-9,-2 1 0,1 0-3,0 1 0,0 1 3,1 0 0,0-1 340,1 1 1,1-1-344,0 1 0,1-1-8,1 0 0,-1 0 5,1 0 0,0 0 3,-1 0 1,0-1-10,-2 0 1,1 0-3,-3-1 0,-1 0 810,27-1-807,-10-2 687,-12 0-642,-12-1 126,-12 1-172,-8 0 458,-2 0-502,2 1 17,7 0-12,9 1 29,8 2 0,6-1 10,2 2 40,-3-1-22,-5-1 16,-6-2-10,-5-2-1,-3-1-6,-2-2-21,1-1 21,3 1-10,3 0 5,4 1 28,1 0-12,1 0-4,-3 1-7,-2 0-10,-6 2 21,-4 0-21,-1 0 5,1-1 11,3 0-11,5 1 11,0 0-22,-3 2-11,-2 0-141,-6 0-1545,-4 5-8123,-9 0 9223,1 1 1,-3-2-1,4-2 1</inkml:trace>
  <inkml:trace contextRef="#ctx0" brushRef="#br0" timeOffset="9143">7320 7307 13063,'-48'4'1723,"1"0"1,3 0 0,6-1-671,5 2-369,9-2-257,9 1-383,7-2-87,5-1 40,3 0 101,9 1-63,8-2-106,18 2-41,13-3-5,14-2-207,-27 1 1,2 0 328,4-2 1,2 0 11,2 1 0,1 0 16,4-1 1,1 0-530,3 1 1,1 0 587,2 0 1,2 0 19,4 1 0,1 0-28,-20 0 0,1 1 0,1 0-433,1 0 1,1 0-1,0-1 403,3 1 0,0 0 1,0 0-521,4 0 0,1 0 0,0-1 516,5 0 1,2 0 0,0 0-40,-11 0 0,0 0 0,1 0 0,0 0-11,4-1 0,1 0 0,0 0 0,1 0-341,4 0 1,-1-1 0,2 1 0,-1-1 344,-10 2 1,0-1-1,0 0 1,0 0 0,1 0-208,0 0 0,1 0 0,0 0 0,0 0 0,0 0 210,1 0 1,0 1 0,0-1 0,1 0 0,-1 1 6,0-1 1,0 1 0,1 0-1,-1 0 1,1-1-117,-1 1 1,0 0 0,0 1 0,0-1 0,1 0 131,-1 1 0,1-1 0,-1 1 1,0 0-1,1-1-1,-1 2 0,0-1 0,1 0 0,-1 1 1,0-1-9,1 1 0,0-1 0,-1 1 1,1 0-1,0-1-8,0 1 1,1 0-1,-1 0 1,1 0-1,-1 0-9,2 0 1,-1 0-1,0 0 1,0 0 0,1 0-88,0 0 1,1 0-1,-1 0 1,1 0-1,0 0 78,1 0 1,0 0 0,0-1-1,1 1 1,-1 0-18,2-1 1,-1 1 0,1-1 0,0 1 0,-1-1 24,-8 1 1,-1-1 0,0 0 0,0 0-1,1 1 1,-1-1-2,0 0 1,1 0 0,-1 1 0,1-1 0,-1 0 0,1 1-3,-1-1 1,0 0 0,0 1 0,0-1 0,0 1 0,0-1 9,10 1 0,-1-1 0,1 1 1,-1 0-1,0-1-1,-2 1 0,1 0 0,-1 0 0,0 0 0,0 0 1,-2 0 0,0 0 0,0 0 0,0 0 0,-1 0-1,0 0 0,-1 0 0,0 0 0,1 0 0,-2 0-7,0 0 0,0 0 0,0 0 1,0 0-1,-1 0-2,0 0 0,1 0 0,-1 0 0,0 0 0,0 0 20,0 0 1,0-1 0,0 1 0,0 0 0,0 0-20,0-1 0,0 1 0,0 0 0,1-1 1,-1 1-4,0 0 1,1-1 0,-1 0 0,0 0 0,0 1-1,1-1 1,-1 1 0,0-1 0,0 1 0,0 0 5,0-1 1,-1 1-1,1-1 1,-1 1 0,0-1 2,-1 1 1,0-1 0,-1 1 0,1-1 0,-1 1 1,12 0 1,-1 0 0,0 0 0,0-1 4,-2 1 0,0 0 0,-1-1 0,1 1 1,-2 0 1,-1 0-1,1 0 1,-1 1-19,-1-1 0,0 1 0,-1-1 1,1 1-7,-1 0 1,0 0-1,0 0 1,0 0 5,0 1 0,0-1 0,0 1 1,1 0 3,-1 0 0,1 0 1,-1 0-1,1 0 41,1 0 1,-1 0 0,1 0 0,0 1-42,0-1 0,1 1 1,-1-1-1,1 1 7,0-1 1,0 1-1,0-1 1,-1 1 52,1-1 0,0 1 0,0 0 1,-1-1-65,0 1 0,-1-1 0,1 1 0,2 0 8,-5 0 1,2 0 0,0 0 0,-1 0-1,-3 0-1,11 0 0,-3 0 0,2 1 4,0 0 0,3 0 1,0 0-1,-5 0-5,-4 0 1,-4 0 0,2 0 4,-5-1 1,3 1-1,-1 0 1,0 0 0,-1-1 1,-2 1 0,1-1 0,0 1 1,14 0 0,0 0 1,0 0 3,-1 0 0,-1 1 0,0-1 100,-1-1 1,0 1 0,-1 0-105,0 0 0,-1 0 1,0 1 3,-2-1 0,0 0 0,-1 0 3,-1 1 1,0-1 0,0 1 22,9 0 0,0 1 0,-3-1-22,2 1 1,-1 0 15,-8-1 1,3 1-1,-5-1 418,-2 0 1,-1-1-424,12 2 1,1 0 319,-3 0 0,0 0-328,-1 0 1,0 0-14,-13-1 0,1 1 1,-3-1-2,1 1 0,0 0 0,12 2 1,-2 0 1611,3 4-1612,-21-5 1,-1 1 8,11 6 1672,-6-1-1683,-23-5 1332,-4-1-1327,-5-3 1225,-2-1-1208,-2-1 213,-2-1 683,0-1-851,1 0 17,-1 0-40,1 0-27,4-2-46,5-2 12,5 0 17,-1 0-12,3 3 12,-7-1 10,3 2-100,-6-1-476,-2 0-286,-5 0-6424,-6-2 7270,-4 1 0,2-1 0,0 2 0</inkml:trace>
  <inkml:trace contextRef="#ctx0" brushRef="#br0" timeOffset="10776">7368 9259 9649,'-4'1'4139,"1"1"705,3-2-4154,-2 2-679,1-1-117,-1 2-107,2-2 202,1 0 386,4 5-213,5 1-66,7 5 16,6-1 16,6-1-60,-5-3 16,11 1 128,11 1-105,8-1-307,-19-4 1,0 1 235,0-1 0,-1 0 4,23 3 38,-10 0 0,3 0 56,-11-2 1,1 1-1337,22 1 1,1 1 1296,-18-3 1,2-1-9,8-1 1,6-1 0,-5 0-71,-7 0 0,3-2 0,-8 1 1,8-1 0,3 0 0,-1 0 0,-4 0 8,7-1 0,-3-1 1,4 0-2,2 1 0,4-1 1,1 0-1,-1-1 18,-9 1 1,-1-1-1,-1 0 1,2-1-464,1 1 1,0-1 0,0 1 0,1-1 447,2 0 0,-1 0 0,2 0 0,-1 0-384,3 0 1,-1 0 0,2-1-1,-1 1 372,-10 1 1,0-1 0,1 1 0,-1 0 0,1 0 4,1-1 0,0 0 1,1 1-1,0-1 1,0 1-238,1-1 1,1 0 0,0 1-1,1-1 1,-1 1 237,2-1 0,0 0 1,1 0-1,-1 0 1,1 0 35,1 1 1,1-1-1,0 0 1,0 1-1,0-1-47,-9 1 0,0 0 0,0 0 1,0 0-1,0 0 0,1 0-40,0 1 1,0-1 0,0 1-1,0-1 1,1 1 0,-1-1 43,1 1 1,0-1 0,-1 1 0,1 0 0,0 0 0,-1 0-5,1 0 0,0 0 0,-1 0 0,1 0 1,0 0-1,-1 1-5,1-1 1,-1 0-1,1 1 1,-1-1 0,1 1-1,-1-1 44,0 1 1,0 0 0,1-1-1,-1 1 1,0 0 0,0 0-44,1 0 1,-1 0-1,0 0 1,0 0-1,1 0 1,-1 1-48,1-1 0,-1 0 1,1 1-1,0-1 0,-1 1 1,1-1 50,1 1 0,-1 0 0,1 0 0,-1-1 1,1 1-1,0 0-3,0 0 0,0 0 1,0 0-1,0-1 1,0 1-1,1 0-1,-1 1 1,1-1-1,0 0 1,0 0 0,0 1-1,-1-1-7,2 1 0,0-1 0,0 1 0,0-1 0,-2 1 0,-1 0-3,-1-1 1,-2 1 0,-1 0 0,2 0 0,3 0-35,-3 0 1,3 0 0,2 1 0,1-1-1,-1 1 1,-2 0 0,-2-1 36,3 1 0,-4 0 0,-1 1 0,1-1 0,4 0-2,-4 0 0,3 0 1,2 1-1,0-1 1,0 0-1,-1 1 1,-3 0-3,10 0 1,-3 1 0,0 0-1,-2 0 1,1 0 6,0 0 0,0 0 1,0 1-1,-1-1 1,-3 1 1,1-1 1,-4 1 0,2-1-1,3 1 9,-6 0 0,3 0 0,3 1 0,-1-1 0,-1 0 0,-2 0-9,8 0 1,-4 1 0,1-1 0,5 0-2,-8 0 1,3 0 0,2 0-1,1 0 1,-1 0 0,-2 0 10,3-1 1,-1 1 0,-1-1-1,0 0 1,0-1-10,1 1 1,0-1 0,1 0 0,-1 0 0,0 0-1,0 0 1,0-1 0,-1 0-1,1 0 1,0 0 2,0 0 0,1 0 0,0-1 0,-2 1 0,-2-1-7,2 1 1,-4-1 0,1 0 0,4 0 5,-6 0 1,3 0-1,2 0 1,0 0-1,-2 0 1,-3 0-1,8-1 0,-4 1 1,-1 0-1,5 0-3,-8-1 1,4 1 0,1 0-1,1-1 1,-2 1 0,-2-1-2,0 1 1,0 0-1,-2-1 1,-2 1-1,-1-1 130,2 0 1,-4 1 0,1-1-1,3 0-138,2 1 1,5-1 0,0 1 0,-1-1 0,-5 1-9,-4 0 1,-4-1 0,0 1 0,4 0 64,2-1 0,4 1 1,0-1-1,0 1 0,-3-1-48,0 1 1,-2 0 0,-2 0 0,0 0 3,-2 0 1,0 0 0,0 0 0,-1 0 142,12 1 0,-1-1 1,0 1-122,-4 0 1,-1-1 0,0 1 275,-3-1 0,-1 1 0,0 0-277,-2-1 0,0 1 0,-1 0 39,-1-1 0,0 1 1,-1 0-61,-1 0 0,0 0 1,-1 1-5,18 0 1,-1 0 469,-5 0 1,-1 1-476,-6-1 0,-2 0 737,-5 0 0,-3 0-737,23 2 1280,-12-1-1252,-10 1 1149,-1 1-1165,4 3-12,6 0-6,8 0 670,1-2-647,-1-3 296,-6-2-285,-12-2 46,-14 0 32,-10 0-22,-10 0-649,-2 0-72,-5-2 637,-6-4 0,4 3 0,-3-2 0</inkml:trace>
  <inkml:trace contextRef="#ctx0" brushRef="#br0" timeOffset="14526">7433 11394 8433,'-8'0'4716,"1"0"-2991,7 0 740,0 0-1810,-45 1-201,32 1-141,-33 0-99,44-1-91,1 0-488,1 0 382,2 2 157,3 1 56,6 2-17,5 1 0,7-1-29,6-1-77,10-1-46,6-1-16,8-1 11,7 0-25,-28-1 0,1 0-253,3 0 0,0 0 261,2 0 1,0 0 2,2 0 0,1 0 19,3-1 1,0 1 5,3-1 0,0 1-5,4-1 0,1 0 36,4-1 0,1 0-646,4 0 1,2-1 642,-16 1 0,0-1 1,1 0-22,3 0 1,1-1 0,3 1-18,-1-1 0,3 1 1,0-1-1,-4 1-620,0 0 0,-3 0 0,3 0 574,3 0 0,5 0 0,-1 0 0,-3 0-504,-1 1 0,-3 1 0,2-1 500,-3 0 0,2 1 0,1-1 0,0 0-6,-1 1 1,1 0-1,0 0 1,3 0-4,-3 0 1,2-1 0,1 1 0,0 0 0,-1 0-2,7-1 0,0 1 1,-1 0-1,0 0-312,-2 0 0,0-1 1,1 1-1,-1 0 322,0-1 0,1 0 0,-1 0 0,-1 0 0,-8 0 0,-1 0 1,0 0-1,3 0-1,-2-1 1,1 1 0,2 0 0,1-1 0,2 1-135,-2-1 1,3 1 0,1-1 0,0 0-1,-3 0 1,-2 1 135,7-1 1,-4 0-1,0 0 1,4 0 7,-7 1 1,2-1 0,3 0 0,-1 0 0,-1 0 0,-5 1-112,7-1 0,-3 0 1,-2 0-1,4 0 110,-2 0 1,2 1 0,2-1 0,-1 0 0,0 0-75,0 0 1,-1-1 0,1 1 0,0 0 0,-1-1 60,1 1 0,-1-1 0,1 1 0,0-1 1,2 0-21,-1-1 1,1 1-1,2-1 1,-1-1-1,-1 1 1,-4 1 17,7-2 0,-3 1 0,-1 0 0,4-1 0,-9 1 0,4-1 0,2 0 0,-1 0 0,-1 0 0,-5 1-5,7-2 1,-5 1 0,0-1 0,2 0-2,-1 0 1,1 1-1,1-1 1,1-1-1,2 1 7,-4 0 1,2 0 0,1-1 0,0 1 0,-1-1 0,-2 1 0,5-1 0,-1 0 1,-2 1-1,1-1 1,-1 1-2,-2-1 0,1 1 0,-1 0 0,-1 0 0,0 0 3,-2 1 1,-1 0-1,0 0 1,-1 0 0,-1 0 2,3 0 0,-2 1 0,0 0 0,3 0-2,-4 0 1,2 0-1,2 0 1,0 1 0,2-1 26,-5 1 1,3 0 0,0 0 0,1 0 0,-1 1 0,-2 0-40,4 0 0,-1 0 1,-1 0-1,0 1 1,0-1 4,-2 1 1,0-1 0,-1 1 0,0 0 0,0 0 9,10 1 1,-1 1-1,0 0 1,-2 1-5,-9-1 0,-2 1 0,1-1 1,2 1-5,-2 0 0,1 0 0,1 0 0,1 0 0,-1 0 2,-1 0 0,-1 0 0,1 1 1,0-1-1,1 0 5,8 0 1,3 0 0,0 0 0,-2-1 0,-3 1-3,-6 0 1,-3-1 0,0 1-1,3-1-13,1 0 1,4 0-1,0-1 1,-1 1-1,-5-1 21,8 1 0,-5-1 1,3 0 87,-6 0 1,3 0-1,0 0 1,-1 0-88,-3 0 0,0 0 0,0 0 0,1 0-13,6 0 0,2 0 1,-1 0-1,-3 0-3,-3 0 0,-4 0 1,3 0 1,-2 0 0,2 0 0,0 0 0,-4 1 313,15 0 0,-1 1-313,-12-1 0,3 1 0,-1 0-17,-4 1 0,1 0 0,0 0 6,6 2 0,1 0 0,-3 1 5,-8-1 0,-2-1 1,-1 1 481,18 3 0,-2-1-476,-10 0 0,-2 0-274,-2-1 0,-2-1 279,-7 0 1,0 0 22,18 0 0,0-1 1309,10 0-1332,-26-2 1,1 0 2,1 0 1,0-1 407,-5 0 1,0 1-403,20 1 0,1 0-6,-8 0 1,0 0-452,8 1 0,-3 0 446,-18-2 0,-2 1-3,6 0 0,-1 1 2358,18 0-2339,-16-1 1,1 0 8,23 0-20,-28-2 1,-1-1 619,22-1-628,-12 0-9,0 0 1,-1-1 8,0 1-456,2 0 1,0 0 450,-11 1 867,-1 1 1,1 0-858,1 0-2,-4 0 0,2 0 14,19 0 5,-1-1-22,-3-1-11,3-2 5,-23 1 6,3 0 0,2-1 6,7 2 5,19-1 0,-13 2 1,-1 0 1357,-12 0-1363,7 0 5,2-1-11,3 0 22,6-2 1,-10 1 370,-3-1-387,-10 3 28,6-2-1,-15 2 6,3-2 6,-12 2 0,-6 0-17,0 0 28,0 0 11,5 1-16,5 1 5,6 1-6,1 1-28,-5 0-10,3 0-40,-10-1 5,2 0-5,-8-1-745,-3-2-1854,11 4-381,-1-1 3008,13 3 0,-13-4 0,2 1 0</inkml:trace>
  <inkml:trace contextRef="#ctx0" brushRef="#br0" timeOffset="16893">7529 13050 6271,'0'-6'1966,"0"2"3960,0 4-5254,-5 0-56,0 0 264,-6 1 201,2 0-146,-3-1-352,4 1-376,0-1 247,0 1-185,2-1 44,-2 0-139,5 0-639,2 0 515,9 0 96,7-4-96,15-3-44,11-3 16,12-3-14,-20 7 1,0 0-14,23-3 16,-5 4 0,3 0-538,-12 2 0,2 1 536,-1 0 0,2 1 1,0-1 9,16 1 1,-2 0 8,4 1 0,1 0 3,-21 0 1,1 0 0,0 0-449,2 1 1,0-1 0,0 0 466,3 0 1,-1 0-1,1 0 0,2 0 1,0 0-1,0 1-11,2-1 0,1 0 1,0 0-3,2-1 0,0 1 1,1-1-1,3 1 0,1-1 1,1 0-434,-14 0 0,1 0 0,1 0 0,0 0 411,2 0 0,1 0 1,0 1-1,1-1-396,1 0 0,1 0 1,0 1-1,1-1 393,0 1 1,2 0 0,-1 0-1,1 0-4,1 0 1,0 0-1,1 0 1,-1 0-4,1 1 1,0 0 0,0 0-1,0 1-3,0-1 1,0 1 0,0 0 0,0 0 5,0 1 1,-1-1-1,0 1 1,0 0-199,0 0 0,0-1 0,0 1 0,0-1 229,0 0 0,1 0 1,-1 0-1,1-1-13,2 0 1,-1 0 0,1 0-1,1 0-14,-12-1 0,1 0 1,1 0-1,-1 0 1,1 0-169,2 0 0,0-1 0,0 0 0,1 0 0,0 0 156,2 0 0,-1 0 0,2 0 0,-1-1 0,0 1-89,2-1 0,0-1 1,0 0-1,0 1 1,0-1 84,0 0 1,1 0-1,-1-1 1,1 1 0,-1-1-17,1 1 1,0-1-1,0 0 1,-1 0 0,1 0 23,-1-1 0,1 1 1,-1 0-1,0 0 1,1-1-10,-2 1 1,1-1-1,-1 1 1,1 0-1,-1-1 24,0 1 0,0 0 1,-1 0-1,1 0 0,-1 0 14,0 0 1,-1 0 0,1 0 0,-1 0 0,0 0 10,0 0 1,-1 1 0,0-1 0,0 1 0,0-1-2,0 1 1,-1 0 0,0-1-1,0 1 1,0 0-9,0 0 1,-1 0 0,0 0 0,0 0 0,0 0-21,0 1 1,0-1 0,-1 0 0,0 1 0,1 0-8,-1-1 1,0 1 0,0-1 0,1 1 0,-1 0 8,-1 0 1,1 0-1,-1 0 1,1 0 0,-1 0-26,1 1 0,0-1 0,-1 0 0,1 0 0,-1 1 7,0-1 0,0 1 0,0-1 0,0 1 0,0 0-4,0-1 1,0 1-1,0-1 1,0 1-1,0-1 2,-1 1 1,0 0 0,0-1 0,0 1 0,0 0 2,0-1 0,0 1 0,-1-1 0,1 1 0,-1-1 11,13 1 0,-1-1 0,0 1 0,0 0-6,-1 0 1,0 0 0,0 0-1,-1 0-1,-1 0 0,0 1 1,0-1-1,0 1-2,-2 0 1,0-1 0,0 1 0,0 0 1,-1 1 0,0-1 1,-1 0-1,0 1-3,0 0 1,-1 0-1,0 0 1,0 0-1,0 0 0,-1 1 1,0-1-1,-1 1 3,1 0 0,-1 1 1,0-1-1,0 0 51,-1 1 1,1-1-1,-2 0 1,1 1-58,0-1 1,1 1 0,-2-1-1,-1 1 2,3-1 0,-2 1 0,3-1 2,2 1 1,3 0 0,1-1 0,-4 1 1,-1-1 0,-3 0 0,3 1-7,1-1 0,4 1 0,0 0 0,-3 0-1,6-1 1,-3 1-1,0 0 4,-1-1 0,-1 1 0,-1 0 3,-1-1 1,-2 0 0,1 0 227,-3 0 1,0 0-1,-1 0-231,-2 0 0,-1 0 0,-1 0 2,-2-1 0,-1 1 0,-1 0 3,17 0 1,-1 1 613,-5 0 1,-2-1-617,-3 1 0,-2 0-6,-3-1 0,-1 1 3,-3 0 0,-1 1 0,-2-1 0,0 1-6,-3 0 1,0 0 1663,27 3-1675,-7-1 12,-8-2 16,-4-2 1974,-4-2-1957,1 0-6,1-1 1534,-2-2-1534,1-1 440,-1 1-451,-1 2 50,-1 0-39,-2 1 1,-1 1 5,0-1 5,4 2-5,5-2-5,7 1 5,8-1-9,-17 0 1,-1-1-20,18 1-160,-18-1 1,0 1 176,8-1 16,8 1 12,-7 0-6,-7 0 1,-3 0 16,-2 0 5,1-1-5,2-1-5,3-2-12,2-1 6,-2 1 22,-3-1 330,-6 2-268,-9-1 72,-9 2-27,-5 0-51,0-1-100,-4 2 10,7-2 1,0 2 5,8-1 0,3 0 23,6 0-34,-10 0 39,1 0 11,-13 1-10,-1 0 10,-3 0-33,-1 0-28,-2 1-45,2-1-124,13-3 63,-2 1-186,19-6-486,-6 2-3479,8-2 4240,-9 1 0,-11 3 0,-8 2 0</inkml:trace>
  <inkml:trace contextRef="#ctx0" brushRef="#br0" timeOffset="21442">10455 3109 8136,'-2'-4'6206,"0"1"-761,2 3-4941,-3-25 375,0 14-146,-3-19-116,3 21 246,-3 0-393,2 2-263,-1 2 135,4 1-68,0 3 342,0 0-666,0 6 67,1 4-17,-1 3 11,4 9-6,1 0 7,3 11 10,2 14-28,-3-2 1,1 0 5,-2 2-6,-1-6 3,0-9 1,-1 3-10,2 22 9,0-22 1,-1-1 7,4 9-10,4 13 5,5 6 2,-8-30 1,1 2-186,2 5 1,0 0 182,-2-6 0,-1-1 0,6 21 8,-6-19 1,-1 0 30,5 25-34,-3-12 1,0 3-6,0-6 0,-1-1 0,-1-2 0,1 2-9,2 12 1,0-2-1107,0 6 1123,-1-3 1,0 3-9,-4-18 0,0 1 17,0 0 0,0 3 0,0 0-3,1 13 0,1 1-447,-2-11 0,0 1 1,-1-4 432,2 2 0,-1-1-6,2 11 1,0 3 7,3 3 1,-1 0-3,-1-11 0,-1 2 2,3 5 0,0 5 0,0-4-2,0-3 0,-1-1-6,-2-11 1,0 1-1,0 2-4,2 8 1,0 3-1,-1-6 13,-2-9 0,1 2-6,-1 1 0,2 6 1,1 2-1,-2-6 14,4 13 1,-1-1-775,0-2 1,0 4 0,0-4 762,1 0 0,-1-2 3,-3-10 1,1 2 0,1 1-419,-1 1 0,1 1 0,-1 1 413,1 1 0,-1 1 0,1 2-97,-2-9 1,1 2-1,-1-1 1,0-1 92,1 8 0,-1-2 1,-1 0 1,1 3 0,-1 1 1,-1-3-5,0-10 1,-1-3-1,-1 4 5,0 4 0,0 3 1,0 1-1,-1-7 3,1 6 0,-1 0 2,-1 3 1,0 9 0,1 1 0,-2-6-1,0-9 0,-1-3 0,1 3-1,0 1 0,-1 4 1,1 1-1,0-3 1,1 7 0,-1-3 0,0 0 0,2 0 0,0-1 0,0 1-1,1-2 1,1 0 0,0 1 0,1-2 0,1 0 0,0 0 3,1-1 1,1 0 0,0-1-257,0 0 1,0 0-1,0-3 251,2 10 0,0 0-4,-1-3 0,1 5 0,-2-5 345,1 6 0,-1 1-341,0-5 0,1 4 0,-1-1 2,-3-11 0,0-2 0,0 0-4,1 0 0,-1 1 0,-1-3 2,1 9 0,0 1-2,-1-3 0,1 4 0,0-3-12,-1 4 0,1 1 17,-1-5 1,1 5 0,0-3 3,-1-11 1,1-1 0,-1 0 173,1-1 1,0-1-1,1 1-173,2 18 1,2-1-12,-1-2 0,1 0-3,-1-3 1,1 0 10,-1-1 1,0-1-3,-1 0 0,0-1 260,-1 0 0,-1 0-255,0-1 1,-2 0 2,0-2 0,0 0 3,-1-1 0,-1-1 857,0-2 1,-1 0-864,1-1 1,0-1-9,0-1 0,0-1 568,1-4 1,0 0-569,1-3 0,1 0-12,5 25 12,-1-4 6,-2-5 11,-1-4 1035,-2-3-1052,-2-6 920,0-2-925,-2-3 728,0-2-717,0-4 169,1-1-175,0-4 0,0-1-6,2 0 17,-2 1-11,1 5 6,-1 3-40,-1 6 12,-1 4 39,1 1-17,1-1 11,2-2-5,2-5-12,1-5 17,0-3-28,-1-4 23,0-3 5,-1-1 0,-1-3 40,0 0-29,-1-2-5,-1 1 17,0 1-18,-2 3 24,1 2-18,-1 3-11,0 1 23,0-2-29,0-2 23,1-3-22,-1-3-34,2-3 34,0 0-12,0-2 6,-1 1 0,0 0-6,0 1-16,0-1-180,-1-1-515,0-3 2,0-2 0,0-2 0</inkml:trace>
  <inkml:trace contextRef="#ctx0" brushRef="#br0" timeOffset="23033">14622 3267 21803,'-12'-43'618,"1"0"0,-1 1 0,4 12-349,7 25-213,-1 0-297,2 4 280,1 12 0,5 6-16,3 17-12,5 7 6,0 10-6,-1 6-136,-8-24 1,-1 0 127,0 2 0,-2 1 0,0 3 0,0-1-311,-1 3 1,0 0 310,-1 1 0,1 1-3,1 1 0,0 0-3,0 3 0,0 0 6,2 1 0,0 1-9,1 2 0,1 1-501,0 2 0,1 0 510,1 3 0,0 1 2,1 2 1,-1 0-6,0 2 0,1 0 5,-4-19 1,1 0 0,-1 0-436,1 0 0,-1 1 0,1 0 443,0 1 0,1 1 0,-1 0 4,0 1 0,1 0 0,0 1-6,0 1 0,0 1 0,1 0-4,-1 0 1,1 0 0,0 0 3,0 1 0,0 1 0,1-1 15,-1 1 0,2-1 1,-1 1-11,0 0 1,1 0 0,-1 1-392,2 0 1,-1 1 0,0 0 389,0 0 0,0 0 0,1 0-1,-1 1 1,0 0 0,0 0-4,0 0 0,0 1 1,-1 0 1,0 0 0,-1 0 0,1 1-11,-1 0 0,0 0 0,0 0-2,-1 1 0,0 0 0,-1 0 16,1-1 1,-1 1 0,0 0-12,1 0 1,-2 0 0,1 0-12,0 0 1,1 0-1,-1 0 6,0 1 0,1 0 0,0-1 11,0 1 0,0 0 1,0 0-3,1 0 0,0 1 1,-1-1-333,1 0 1,-1 1 0,0-1 322,1 1 0,0 0 0,-1 0 7,0 0 1,-1 1 0,1-1-176,-1 0 1,0 1 0,0-1 157,-1-1 1,1 1 0,-1-1 13,-1 0 0,0 0 0,0 0-6,1-1 0,-1 0 0,0 0 2,1-1 0,-1 0 0,0 0 7,1-1 1,0 0-1,0 0-7,1-2 0,0 1 1,0-1 6,1 0 1,-1 0-1,1-1-2,1 1 1,0-1 0,-1 0 1,1 0 1,-1 1-1,1-1-2,-1 1 1,1-2 0,-1 1-18,0 0 1,-1-1 0,1 0 7,-1-1 1,-1 0-1,1 0 9,-1 0 1,0-1 0,-1 0 5,1 0 0,-1 0 1,-1-1 1,1 1 0,-1-1 0,0 1-6,0-2 1,0 0-1,0-1-4,0 0 1,0-1 0,1-1 124,-1 0 0,1-1 0,1 0-125,1 19 0,2-1 5,-1-1 1,2 0 2,-1-3 0,1 0 3,0-1 0,0-1 3,-1-1 0,1-2 462,-2 0 0,1-1-457,-2-2 1,0-1-18,1-1 1,-2-1 5,0-1 1,0 0 18,0-2 1,0 0-23,-1-2 1,1-1 2,-1 0 1,1-1 18,-1-1 1,1-1-3,0 0 0,0 0 537,1-2 0,-1 0-548,0-1 0,1-1-3,-1-2 0,0-1 1112,5 30-1108,0-3-24,-2-2 6,-1-3-6,0-2 24,-1 1-2,-3 2 12,-1 3-11,-5 0 6,-3-1-7,-3-3-16,-1-6 1034,1-8-1034,2-8 661,3-7-639,1-6 458,1-3-430,1 0 248,0 0-270,-1-1-11,1 2-112,0-8-1574,1-1 1669,1-27 0,-1 15 0,1-15 0</inkml:trace>
  <inkml:trace contextRef="#ctx0" brushRef="#br0" timeOffset="24842">18513 3377 22884,'-10'-22'90,"1"6"-62,12 21 5,1 4 12,5 8 17,0 9-17,-1-2 72,0 16-5,-2 12-67,-2 9-324,-2-23 0,-1 1 279,0-3 0,-1-2 12,-1 23-10,1-21 1,-1 1 0,1 6 0,0 1 11,0 3 0,0 2-564,2 10 0,1 0 558,1-6 1,2 0-4,1 5 1,1-1-1,-2-11 1,1 1-3,2 13 0,1 0-20,-3-10 0,2 2 6,-1 0 0,1 5 0,-1-1 12,0-7 1,0-1 0,0 2-656,1 9 0,0 2 0,0-4 676,0 1 1,0 2 12,0-1 1,0 5-1,0-3-446,-3-14 1,0-3 0,-1 3 439,1 2 1,0 3-1,0 1 1,0-2-2,0 9 0,-1-1 0,0-1 0,0 3 0,-1 1 0,1-3-2,-2-11 0,0-2 0,1 4 14,-1 2 1,1 4 0,1 0 0,-1-3-12,0 0 1,1-2 0,0 2-283,0 3 1,1 3 0,-1 1 0,1-3 259,-1-8 0,0 0 0,0-2 0,1 1 4,-1 1 0,0 0 1,0 0-1,0-3 0,1 5 0,-1-2 0,0 3 20,0 3 0,1 4 0,0 1 0,-1-4 0,0-1 1,-1-2 0,1 3-13,0 2 1,0 4 0,0 0-1,-1-2-1,0-9 0,0-2 1,-1-1-1,0 1-4,0 0 0,0 0 0,0-1 0,0 1-6,0 0 1,-1 0-1,1 0 1,-1-3 0,1 4 0,-1-2 1,1 3 6,-1 1 1,0 3 0,1 0 0,-1-3-174,0-1 0,1-2 0,0 2 164,-1 2 0,1 3 0,0 1 0,0-3 9,1 6 1,0-2 0,0 0-13,1 0 0,-1-1 0,0 1 1,1-2 1,0-1-1,0 1 12,0-2 0,0 1 0,1-1-12,0 0 1,0-1 0,0 0 90,1-1 0,0 1 1,0-2-99,-1 0 0,1-1 0,-1 0-2,1 0 0,-1 0 1,0-3 8,0 9 1,0 0 14,0-2 1,-1 3 0,0-3 4,0 3 0,-1 1-3,1-4 1,-1 4 0,1-3 139,-1-10 1,0-2 0,-1 0-148,1 0 0,-1-1 0,1 0-1,1 19 0,1 1-9,0-2 1,-1 0-3,1 0 0,-1-1 2,1 0 1,-1 0-1,-1-1 1,0-1 5,0-1 1,0-1 2,-1-2 0,0 0 468,0-2 0,1-1-471,-1-2 1,1-1 13,0-1 0,0-1-14,1-1 0,1-2 616,0-3 1,2-1-614,0-2 0,1-2-3,0-3 1,0 0 27,10 25 1353,-3-4-1353,-2-4 17,-3-3-5,-5-2 1014,-3 0-1048,-2-3 808,-1-3-802,0-4 360,1-4-361,1-5 4,2-3 2,1-4-5,-1-3 10,2 8 12,-2-5 11,0 9-22,-2-4 38,1 0-32,-2-2-35,0-1 29,0-3-12,1-2 29,0-1-1,1-1 17,0-1 28,-1 0-50,0-1 17,0 1-23,1 0-22,-1-1 11,1 1-23,0-1 29,-1 1-6,1 0 6,-1 0 27,0 1-38,-1-1 10,0 1-10,0-1-29,0-1 17,0 0-11,2 0 6,0 0 16,0 1-11,0-2 12,-1 2-12,1-2 0,-2 1 12,1 1-35,-1-1 35,0 0-6,-1-2-23,0 0-50,0-1-526,0-2-2717,-2-2 3299,0-1 0,-1-2 0,2 0 0</inkml:trace>
  <inkml:trace contextRef="#ctx0" brushRef="#br0" timeOffset="27451">18452 3467 8002,'0'-4'5007,"0"2"2219,0 2-6106,-1-21-100,4 7-52,2-18-116,6 12-236,-1 0-219,1-3-94,0-2 28,-1-1 21,0 2-38,-2 4-152,-4 8 208,-1 2-258,-2 8-112,-1 0 0,4 15 28,0 8 0,2 20-6,-3 8-22,-1-4-3,-3-11 1,1 1-93,-1 10-885,-1 16-2140,2-29 3120,3-5 0,-2-19 0,3 0 0</inkml:trace>
  <inkml:trace contextRef="#ctx0" brushRef="#br0" timeOffset="28759">8476 4316 20257,'0'-50'2011,"0"1"0,0 4 0,-2 4-1317,-5-4-431,2 15 180,1 5-119,3 14-161,0 3-118,1 7-29,0 11 40,4 12-39,-1 4-12,0 6 1,-1 3-146,-5 26-623,-1-15 0,-1 2-570,0-3 0,-1-2 933,1-4 1,1-3 0,-1 11 0,5-21-1</inkml:trace>
  <inkml:trace contextRef="#ctx0" brushRef="#br0" timeOffset="29443">11912 4185 24939,'-22'-49'353,"1"0"0,4-3 0,10 5-263,24 4-45,6 3 39,11 13-11,-4 13-40,8 4-5,10 15-17,-8 12-16,-3 7-1,-8 20 17,-13 1-3,-9-14 1,-4 3-9,-10 9 0,-6 0-399,-2-5 0,-4 0 401,-10 8 1,-2-2 0,7-16 0,1-2-9,-6 5 1,2-1-1,-6 9 28,2 5 12,20-18 5,22-12-16,9-10-18,28-10-184,10-5-1034,-8-1 1,4-2-3704,-7 1 1,-2 0 3423,0 1 1,-5 0 0,1 0 0,-30 9 0</inkml:trace>
  <inkml:trace contextRef="#ctx0" brushRef="#br0" timeOffset="30176">15673 4049 20336,'-4'-4'3803,"1"1"-2812,3 3-643,-15-60 357,16 21-596,-5-1 1,5 1-4,19 0-44,9 16-23,5 6-28,-6 8 23,17 5-29,-12 10 6,16 7-11,-11 11-11,-4 11 11,-9-4-5,-2 13-7,-5 3 1,-5 1 11,-7 4 11,-15-15 17,-9-7-16,2-9 88,-7-2 152,14-12 107,-1 1-51,8-11-140,4-4-84,4-5-28,7 0-39,7 2-6,5 4-11,3 4 0,0 9 28,-7 1-34,7 13 1,0 9-7,0 2-49,0 7-1,-13-10 34,-8-6-112,-23 7-56,-12-9-229,-26 10-138,22-20 0,-1-2-3132,-5-1 1,1-1 3694,3-3 0,2-1 0,-10 0 0,19-3 0</inkml:trace>
  <inkml:trace contextRef="#ctx0" brushRef="#br0" timeOffset="30809">20397 4095 21517,'1'-47'1551,"1"0"1,1-5 0,-1 6-785,0 15-397,1-4-303,-2 26-61,-1 11 44,-2 15 12,-5 18 5,-5 19-20,3-20 1,-1 1-222,-1 2 0,-1 2 191,-1-1 0,1 0-14,2-2 0,2 0-48,-1 26 39,17-12 6,13-16 39,16-16 79,10-19 22,7-17-48,-25 3 1,-2-3 16,0-1 0,-2-1 98,19-19-144,-9 6-63,-10 10 0,-10 10 0,-8 11 404,-3 14-404,0 13 0,0 15 0,-2 12-145,-3-20 0,-1 1-376,0 5 1,-2 1 520,-1 7 0,-1-3 0,-1 8 0,0-6 0</inkml:trace>
  <inkml:trace contextRef="#ctx0" brushRef="#br0" timeOffset="31776">9362 6376 19854,'-3'-9'3853,"1"2"-3276,2 7 1020,0 0-1452,-13-44-61,3 33-33,-18-33-18,-5 50 40,-16 4-23,18-3 1,-1 1 33,-3 1 0,-1-1 84,-6 0 0,1-2 50,-19 3-128,11-5 78,26-8 17,13-2-68,3-2-94,4 2-18,3 2-5,1 5 12,4 7 10,2 8-5,3 10 16,5 17-33,-5-11 17,4 17 0,-4-17-62,2 7 40,-2-3 16,-3-6-6,-3-2 12,-2-12 22,-2-2 124,0-12 33,0-1-67,0-12-85,3-4-55,7-12 17,3 4 22,17-6-23,5 6 23,21-3-28,-9 13 12,3 9-12,-22 10-28,1 13 5,-10 4-100,8 17-23,-11-4-33,-2 8 28,-13-16-465,-15 8-1373,-17-7 1989,2-9 0,-1-1 0,-3 2 0,-6-3 0</inkml:trace>
  <inkml:trace contextRef="#ctx0" brushRef="#br0" timeOffset="32916">12984 5997 15614,'0'-9'6127,"0"3"-4866,-10-55-455,-4 41-529,1-13 1,-4 5 198,-20 36-84,-10 16-261,22-4 1,0 4-336,-2 4 0,3 3 257,0 4 0,3 2-39,2 1 0,3 1-3,3-1 0,4 1-22,2-3 0,3 0-28,11 25-45,14-11-28,19-11-1329,16-13 1430,-5-12-138,-11-11 1,1-3 282,7-9-17,-15 2 1,-3-3 675,0-16-513,-14-6-30,-11-4-93,-15-1 1372,-14 0-1473,-14 2-45,-13 8 66,-9 11-52,28 14 1,0 4-29,-1 4 0,1 5-76,1 5 1,2 3-378,3 5 0,3 3 456,5 7 0,2-1 0,-1 5 0,9-1 0</inkml:trace>
  <inkml:trace contextRef="#ctx0" brushRef="#br0" timeOffset="33375">16349 5925 27163,'2'-51'104,"0"-1"1,3 6 0,6 7-66,30 15-11,7 10-6,5 19 12,-1 19-574,-26-1 1,-2 5 539,1 8 0,-3 3-497,-1 8 1,-3 2 484,-2 4 1,-3 2-34,-3 0 1,-3 0-80,-2-3 1,-2 0-192,-4-4 0,-2-1-352,0-4 0,-2-1-999,-1-4 0,-1-2 1666,0-3 0,0-3 0,0 4 0,1-11 0</inkml:trace>
  <inkml:trace contextRef="#ctx0" brushRef="#br0" timeOffset="33542">16499 6295 23674,'-41'-17'702,"1"0"0,1 3 0,17 0-573,55-10-230,23-1-283,-7 7 0,5-1-2275,-12 6 1,1 1-1,0 0 2659,19-3 0,-3 1 0,-17 4 0,-4 1 0,7-1 0</inkml:trace>
  <inkml:trace contextRef="#ctx0" brushRef="#br0" timeOffset="34242">20697 6036 21741,'2'-8'2997,"0"2"-2633,0-57 230,-11 41-423,5-14 0,-3 5 19,-19 26 6,-5 16 112,-18 28-241,13-3-25,7-3 0,1 3-305,10-8 1,2 1 267,-3 7 1,3 2 2,5 7 1,7-1-12,7-7 0,4-2 3,0-2 0,7-3-6,10-3 1,6-5-4,-1-5 1,3-3 8,10 3 0,3-2 0,10-3 0,0-3 3,-12-3 0,-1-3 5,0-3 1,-4-4 7,-3-4 35,-17-15-29,-16-4 12,-23-27-23,6 27 0,-3-1-309,-10-10 0,-1 1 304,5 11 0,1 0 10,-7-9 1,1 0 22,8 9 1,0-2-113,-4-10 0,2 0 174,-4-19 0,11 1-84,18 25 496,15 0-502,14 12-20,0 9 1,3 3 8,15 2-183,-11 9 0,-2 6 166,4 19 0,-18-6 1,-3 4-54,-5 4 0,-5 5-423,-9 16 0,-8 3-1403,-6-5 0,-4-1 1383,-6 6 1,-1-5 0,-10 1 0,13-24-1</inkml:trace>
  <inkml:trace contextRef="#ctx0" brushRef="#br0" timeOffset="35083">9195 8449 20548,'-6'-60'1295,"0"0"1,-1 5 0,-3 7-724,-13 2-231,-6 13-172,-1 13-85,-6 15-28,-4 18-34,6 3-1175,3 21 0,-3 15 0,7-7 1131,-2 7 18,4-7 0,-2 9 0,14-12 10,28-9 16,14 2 6,15-16 28,8-14 96,4-17 116,-5-13-52,-6-12 215,-11-7-73,-10-2-66,-9 0-57,-5 9-73,-5 12 3216,-3 11-3362,-1 10-27,-1 27 0,0 8-17,-3 31 14,0-26 0,-1 1-388,-1 6 0,-3 3 212,-1 6 0,-1 2-1318,-1 5 1,0 2 1507,4-16 0,0 1 0,1-5 0,0-1 0,1-5 0,-1 28 0</inkml:trace>
  <inkml:trace contextRef="#ctx0" brushRef="#br0" timeOffset="35583">12876 8247 22929,'3'-45'879,"0"1"0,0-1 1,1-15-1,0 7-218,2 3-286,-3 19-285,-2 18-140,0 11 22,-2 16 16,-1 14-4,-2 21-12,1-17 0,-1 0-252,0 5 1,1 0-7,-1 1 1,1 0-407,0 0 0,2-1-1232,5-1 0,2-2 1337,8 19 1,0-21-1,-4-17 1</inkml:trace>
  <inkml:trace contextRef="#ctx0" brushRef="#br0" timeOffset="35926">13453 8145 22083,'1'-8'3591,"0"1"-3127,-1 7-212,0 0-240,-49 10-12,25 19-12,-6-9 1,2 4 0,15 33-6,13-4-39,12-9 39,11-12-27,10-12 21,5-13 79,1-16 56,-3-10 84,-7-13 51,-10-8 27,-8-6-16,-6-3-85,-8 1-44,-5 4-73,-7 6-106,-3 10-230,-2 11-936,0 10-1080,3 9 2296,-1 9 0,10-5 0,0 2 0</inkml:trace>
  <inkml:trace contextRef="#ctx0" brushRef="#br0" timeOffset="36350">16964 7988 24351,'2'-8'1182,"6"-30"0,-1-7-611,-3 9-358,2-10 0,-2 3-6,-7 23-190,-4 15 0,-2 23-17,-7 21-39,-3 21-37,8-24 0,0 2-449,2 0 0,2 1 68,1-1 1,3 1-564,5-2 1,4-1-3341,3-2 0,3-3 4360,17 17 0,-8-22 0,-8-14 0</inkml:trace>
  <inkml:trace contextRef="#ctx0" brushRef="#br0" timeOffset="36533">17315 7979 24727,'19'-50'894,"0"1"0,-3 7 1,-2 5-464,-1 5-274,-7 17-174,-4 11 22,-2 29-16,0-4-90,1 39-307,0-3-728,-2-18 1,-1 3 1135,-3 6 0,0-3 0,-1 8 0,-3-6 0</inkml:trace>
  <inkml:trace contextRef="#ctx0" brushRef="#br0" timeOffset="36959">20716 8235 23052,'3'-62'1241,"0"0"1,-2 6 0,-4 9-727,-9 6-274,-4 16-219,2 15-27,3 19 10,-4 18-55,-1 23-23,8-18 0,0 3-311,1 3 0,1 2 90,2 2 0,1 0-314,3 0 0,1-1-1106,4-2 1,3 0 1713,4-2 0,1-3 0,3 5 0,2-11 0</inkml:trace>
  <inkml:trace contextRef="#ctx0" brushRef="#br0" timeOffset="37267">21074 8182 22895,'9'-50'1064,"-1"-1"1,0 6-1,3 5-717,11-2-196,8 14-95,5 11-44,18 14-7,-14 8-5,14 19-28,-23 10 28,-1 19-361,-20-22 0,-5 3 363,-6 2 1,-6 1 28,-13 10 0,-4-1-17,6-14 0,-2-1 28,-14 10 0,-1-3-20,-4 3 73,-1 2-83,19-13-52,30-9 7,9-11-186,40-4-232,-23-8 1,3-2-1749,12-1 1,3 0 2198,-3-3 0,-2 1 0,14-3 0,-28 3 0</inkml:trace>
  <inkml:trace contextRef="#ctx0" brushRef="#br0" timeOffset="37799">9241 10230 23931,'-2'-6'2252,"0"1"-1143,2 5-1187,-24-48 22,18 46 61,-21-21-50,24 69-55,-1 1-343,1-2 1,1 2-295,1-13 0,2 0-2104,2 14 1,2 0 2840,7 12 0,0-25 0,-4-18 0</inkml:trace>
  <inkml:trace contextRef="#ctx0" brushRef="#br0" timeOffset="38266">9596 10285 25965,'2'-51'270,"1"0"1,0 5 0,4 7-238,16 12-27,9 5-23,10 7-5,5 7-62,-1 13-39,-4 10 5,-7 13-28,-5 8-55,-7 7-40,-8 2 39,-8 1 135,-15-1 95,-9-1 62,-10-8 67,-3-8 128,3-13 85,5-9-96,9-11-123,5-6-117,11-7-28,8-2-1,8 3 12,5 4 28,-1 7-40,1 9 1,0 6-6,1 9-22,2 7 33,0 5-123,0 1-140,-6 1-11,-8 1-79,-16-1-375,-19 1-1143,-20-2-750,-2-8 1762,-9-2 0,32-14 0,0-1 0</inkml:trace>
  <inkml:trace contextRef="#ctx0" brushRef="#br0" timeOffset="38676">12804 10300 26217,'14'-50'603,"-1"0"0,-1 7 0,-3 8-503,-7 20-111,-1 15 22,-1 17 34,-1 19-73,-4 21-37,2-23 1,-1 3-304,-1 1 0,1 0-307,0 0 1,1 0-1752,5-3 1,1-2 2076,7 18 0,0-22 1,-2-16-1</inkml:trace>
  <inkml:trace contextRef="#ctx0" brushRef="#br0" timeOffset="39033">13255 10223 25970,'11'-45'625,"1"1"1,-3 4-1,-1 12-602,-6 23-12,-2 13 23,0 11-18,0 16 1,0 11 11,0 6-22,2-1-34,4-4 11,6-8-5,9-11 27,8-13 23,7-16-5,5-15 55,1-15 112,-4-6 113,-7 0-173,-9 8-130,-9 9 0,-7 10 0,-4 6 0,0 11 0,3 10 0,4 17 0,2 17-121,-5-19 0,0 3-1826,-1 5 0,0 0 1947,-2-3 0,0-2 0,0 11 0,-2-20 0</inkml:trace>
  <inkml:trace contextRef="#ctx0" brushRef="#br0" timeOffset="39443">16609 10200 27505,'1'-39'145,"-1"1"1,0-17-157,0 76-90,0 19-263,0 19-34,0-23 1,0 0-564,3 2 0,2-1-3955,3 0 1,1-2 4871,15 19 0,-6-22 1,-6-18-1</inkml:trace>
  <inkml:trace contextRef="#ctx0" brushRef="#br0" timeOffset="39993">17652 10036 26099,'-1'-47'323,"0"1"0,1 5 0,-6 9-273,-12 22-27,-8 7-51,-24 16 17,11-3 8,5 1 0,-1 2 3,-14 5 34,-9 3-12,11-5-44,14-3 33,16-7-22,7 0 16,8-2 18,-1 7-1,0 5 0,-1 16-5,2-7 50,0 16-39,1-15 17,1 7-22,1-6 66,-1 0-66,1-11-7,0 1 12,-1-10 107,0-3 178,0-2 74,0-8-286,0-4-45,1-4-23,2-6 1,7 1 27,6-4-66,16 0 5,1 8-6,2 5-11,3 9 12,-5 8-23,9 8-34,6 17-16,-11 4 27,-5 0-83,-14 3-51,-13-7-140,-14 9-4887,-33 4 3196,2-16 2016,7-14 0,1-2 0,10-7 0,-1-1 0</inkml:trace>
  <inkml:trace contextRef="#ctx0" brushRef="#br0" timeOffset="40416">20433 10097 24116,'11'-41'683,"0"0"0,1-1 1,2-10-1,-3 11-582,-8 25 310,-3 21-388,-4 22-1,-4 24-33,2-16 0,0 3-391,-1 5 1,1 0 177,0 0 0,1 0-496,3-1 1,2-2-2426,3-2 0,4-2 3145,8 20 0,-1-24 0,-4-17 0</inkml:trace>
  <inkml:trace contextRef="#ctx0" brushRef="#br0" timeOffset="40766">21258 9955 27023,'-39'23'46,"0"1"0,0-1 0,-1 4 0,1 2 0,8 1-38,11 2 1,4 2-652,-4 8 0,2 1 648,4-4 1,4 1-1780,2 1 1,4-2 1728,2 11 877,12 0-921,13-33 50,15-3 22,14-14-140,5-13 303,-6-8 321,-29-7 1,-6-3-390,-1-3 429,-13-22-401,-25 25-111,-2 9-74,-7-4 2758,-3 16-8510,3 12 5006,-3 3 0,13 1 0,9-1 0</inkml:trace>
  <inkml:trace contextRef="#ctx0" brushRef="#br0" timeOffset="41425">9367 11986 23719,'-1'-5'2279,"0"1"-1679,1 4-326,-22 43-106,11 7-663,-4-5 1,-1 3 488,7-4 1,2-1-135,-1 0 0,1-1-563,1-2 0,2 0 703,5-1 0,1-4 0,-1 6 0,8-10 0</inkml:trace>
  <inkml:trace contextRef="#ctx0" brushRef="#br0" timeOffset="41692">9670 12124 26788,'12'-49'140,"-1"-1"0,2 5 0,6 11-112,32 22-6,3 13-10,-2 14-1,-3 15-9,-25-7 1,-2 3-433,-1 6 0,-2 1 385,-3 4 0,-2 2-379,-4 0 1,-3 1-81,-1-2 0,-4 1-1129,-2-4 1,-3 0 1632,1 1 0,-2-4 0,-2 4 0,1-7 0</inkml:trace>
  <inkml:trace contextRef="#ctx0" brushRef="#br0" timeOffset="41859">9839 12354 23355,'41'-27'0,"1"0"0,-1 0 0,9-5 0,-1 0 0</inkml:trace>
  <inkml:trace contextRef="#ctx0" brushRef="#br0" timeOffset="42276">12875 12278 22218,'0'-5'3814,"0"1"-3131,0 4-621,-10-15-62,6 34-118,-9-1-44,10 27-846,-1 15-3216,5-10 3376,4 1 0,-1-19 0,1-16 0</inkml:trace>
  <inkml:trace contextRef="#ctx0" brushRef="#br0" timeOffset="42766">13361 12282 26469,'6'-39'389,"0"-1"0,2-17-338,-12 74-23,-3 19-17,-1 1 0,3-6 0,0 1-22,2 5 0,2 0-20,1 1 0,2 0-244,2 5 1,4-3 128,16 15 142,0-19-203,14-7 5,10-17 163,1-5 61,6-14 45,-20-9-11,-13-3 79,-10-8-12,-10 0-11,-19-19-45,-10 3-239,4 18 0,-3 1 211,-1 3 1,-1 3 293,-19-10-263,12 10 0,2 0 31,-7-5-22,-7-12-46,28 7-27,19-4-6,7 7 22,28-11-22,-12 21 430,34-9-430,-26 20 0,14 7 11,-19 6-45,15 28-22,-13 2-292,-8-8 0,-3 4-192,-5-1 0,-5 2 540,-5 7 0,-3-2 0,1 6 0,-8-3 0</inkml:trace>
  <inkml:trace contextRef="#ctx0" brushRef="#br0" timeOffset="43216">16883 12088 22475,'11'-41'994,"0"0"0,1 0 1,2-15-1,-2 3-594,-3 12 1,-3 4 142,1-16-297,-6 23-218,-3 17-61,-3 19 50,-6 21-6,-10 26-42,6-16 0,-1 3-537,-2 6 1,0 2 194,1 1 1,2 1-421,3 0 1,4-1-1096,7-3 0,3-2 1267,4-8 1,2-3-1,7 6 1,-3-20-1</inkml:trace>
  <inkml:trace contextRef="#ctx0" brushRef="#br0" timeOffset="43599">17606 11909 22963,'10'-60'1109,"0"0"0,-2 7 0,-4 7-779,-13 5-168,-9 19-106,-11 18-11,-10 21 34,-12 17-454,22-9 0,0 3 378,-1 3 0,2 1-12,3 1 1,2 0-4,6-1 1,3-1 188,1 23-217,18-13 46,14-15 33,15-14 6,12-18 45,8-12-6,-26 4 0,0-3 168,23-18 22,-8 0-5,-9 4-17,-10 8-73,-10 7 518,-7 9-681,-4 5-32,-2 7 38,-3 12-28,-2 18-5,-6 21-90,-3-11 1,-1 1-26,4-13 0,-1 0-736,-8 17 0,0-1 862,6-13 0,0-4 0,-5 15 0,4-8 0</inkml:trace>
  <inkml:trace contextRef="#ctx0" brushRef="#br0" timeOffset="44416">20554 11929 20744,'2'-5'3092,"0"1"-2636,14-25 1,5-8 232,3-5-615,5-5 1,3-2 126,-11 21 1,1 3-76,0 1 0,2 3 20,23-12-107,-4 13-22,-6 14-23,-3 26 0,-14-1 29,-5 40-6,-22 1-6,-2-19 0,-5 2-8,-6 1 0,-5 0 0,0-9 1,-3 2 0,1-4-4,-2 2 0,0-1-12,-11 9 1,3-2-22,5-2 33,2 0 148,16-18-131,26-14-27,19-14-102,11-4-56,11-6-729,-8 5 1,2-2 355,-6 3 1,2-1-358,5-3 0,3-1 0,-3 1 270,-6 2 1,-2 0-804,17-8 0,-3-1 380,-21 8 1,-2-1 985,6-5 1,0 0 848,-6 2 0,-2 0 11,17-22 371,-21 15 771,-7-3-592,-15 16 11,-2 0-1003,-5 6 125,-10 6-338,-8 11-79,-4 2 51,-10 17-67,4 3-39,-4 15-23,20-19 0,3 2 17,-2 20 3398,17 2-3387,8-25 28,20-5 34,4-14 101,23-11-1,-5-14-219,-22 1 1,-2-2 140,8-15 68,1-17-40,-16 4-79,-10 12 1,-2 1-123,-2-16-471,-15 5-347,-7 28-1345,-11 8 2241,-4 10 0,13-2 0,-1 3 0</inkml:trace>
  <inkml:trace contextRef="#ctx0" brushRef="#br0" timeOffset="45299">9274 13376 25590,'31'16'369,"-7"1"-195,-20 3 61,-11 2-22,-8-1-51,-15-1-44,-10-4-17,-2-7 61,3-6 40,9-9-29,11-5-38,9-10-68,6-8-22,10-5-17,7 1-23,10 2 12,5 10-51,1 7 23,0 8 34,-1 11-35,1 9 1,-2 13-28,-4 13-11,-12 11 50,-20 8-6,-4-26 0,-4-1-376,-8 2 0,-4-1 384,-4 1 1,-4-2-12,-2 2 1,-1-2 8,0-1 0,0-1 6,5-4 0,1-3-53,-19 8 120,22-20-23,17-24 18,18-16-24,14-13-21,15-5-15,-11 24 1,4 2-18,3 3 1,2 3-292,3 2 1,2 3 89,2 3 0,1 2-322,1 1 0,1 2-695,-1 3 0,0 1 1227,2 0 0,-3 0 0,5 3 0,-8-2 0</inkml:trace>
  <inkml:trace contextRef="#ctx0" brushRef="#br0" timeOffset="45483">9844 13380 27981,'15'51'-2028,"0"0"0,-3 1 1,-1-4 2027,-2 14 0,-5-22 0,-3-17 0</inkml:trace>
  <inkml:trace contextRef="#ctx0" brushRef="#br0" timeOffset="46099">12957 13587 23394,'0'-8'1243,"-4"-28"1,0-8-718,8-2-731,-2-6 1,5-1 254,9 22 1,5 5-29,6-1 0,4 4-11,5 3 1,2 3-15,2 3 0,1 4 14,-2 3 1,-1 5-7,-5 3 1,-1 5 5,20 15 17,-16 18-11,-17 15-15,-17-21 1,-6 1-14,-5 2 0,-5 0-301,-5 2 0,-3-1 309,-4-1 1,-1-2 4,0-2 1,-1-1 11,3-5 0,1-2 410,-12 11-177,13-16 49,13-10-83,8-10 128,4-1-319,4-5 611,4 0-745,12-2-258,17-3-403,0 4 1,3-1 122,-11 2 1,1 0-1555,22-4 1,0 0 1375,6-3 1,-8 3 0,-25 4 0</inkml:trace>
  <inkml:trace contextRef="#ctx0" brushRef="#br0" timeOffset="46459">13842 13378 25825,'27'-47'169,"1"1"1,-2 3 0,3 10-130,30 16-40,-19 8 5,16 5-5,-22 14 17,7 10-23,-10 17-2,-19-6 0,-4 1-15,-3 14-8,-9-11 1,-5-1 13,-19 9 22,9-16 1,-2-1 16,-23 19 34,2-5 17,17-18 11,9-7 168,20-12-11,13-9-135,15-3-140,-2-1 1,3-2-552,0 1 0,1 0-1608,2 0 1,-1-1 2192,-1 2 0,-3 1 0,-6 2 0,1 0 0</inkml:trace>
  <inkml:trace contextRef="#ctx0" brushRef="#br0" timeOffset="47049">16860 13315 24631,'-4'-3'2196,"2"0"-1949,2 3-130,5-65-83,4 44-20,1-17 0,7 3-9,30 22 1,5 3-17,11 7-17,-17 15 17,-14 4-1,-5 21 12,-17 6-22,-10-5 0,-5 3 2,-6-6 0,-3 1-852,-8 7 0,-2-2 872,5-15 0,-2-2-97,-9 8 0,1-2 119,-2 2 1,-8 5-6,24-24 16,13-8-33,16-8 1649,4-3-2217,10-3 0,4-3-2950,28-9 3092,-20 7 0,-2 0 0,6-1 0,-20 6 0</inkml:trace>
  <inkml:trace contextRef="#ctx0" brushRef="#br0" timeOffset="47549">17710 13197 21080,'-4'-4'4510,"0"1"-3312,4 3-1181,2-51-17,16 35 11,8-38-28,17 50 12,3 2-23,-3 4-23,-2 2 12,-6 6-28,-6 4-6,-6 4-22,-8 4 44,-8 2 91,-12 1-1,-9 1 45,-11-2 33,-4-2 23,-2-6 79,4-5 33,8-5-17,8-3-61,8-2-90,8-1-12,7 0-49,13 0-6,11 2-6,5 7-34,2 5 29,-6 7 0,-2 1-40,-8 2 17,-8-6-145,-10 10-113,-16-7-346,-15 8-931,-19-5-5489,-13-4 7041,1-7 0,19-6 0,14-5 0</inkml:trace>
  <inkml:trace contextRef="#ctx0" brushRef="#br0" timeOffset="48159">20904 13557 21948,'-1'-48'1365,"0"1"0,3 2 0,4 4-1046,14-7-190,5 12 106,21-1-44,-3 14-127,-10 11 1,2 2-32,20 0-22,7 13-11,-29 6 0,4 19 0,-15 8-3,-11-3 1,-5 4-1,-7-3 0,-4 1-283,-5 8 0,-6 0 292,-6-8 0,-2-3 2,4-6 0,-1-2-8,-5 2 0,0-1-70,-20 13 109,7-6 6,8-8 56,22-18-40,7-4 74,7-1 526,8-5-639,17-1-50,18-6-17,-16 5 1,1-1 42,25-3-382,-7 2 0,3 0-305,-15 2 0,2 0-1223,19-4 1,2-1 1911,-5-2 0,-6 1 0,9-2 0,-9-2 0</inkml:trace>
  <inkml:trace contextRef="#ctx0" brushRef="#br0" timeOffset="48459">22060 13294 23489,'0'-4'3848,"0"0"-2823,0 4-1009,-22-14-4,12 21-12,-24 17 16,23 18-19,4-11 1,2 1-21,5 17 12,5-13-39,19 5 61,4-20-33,18 2 38,-1-17 40,2-11-11,-11-2 196,7-13-234,-20 10-7,3-3 0,-17 10 0,-4 12 0,-1 13 0,0 22-623,-1-13 1,-3 5-57,-2 12 1,-1 0 0,1 7 0,-5 2-1</inkml:trace>
  <inkml:trace contextRef="#ctx0" brushRef="#br0" timeOffset="56849">5822 1248 14460,'0'-5'3271,"-5"-29"0,-2-5-2694,-1 9-135,-3-17 1,-2-1-84,-1 19 273,-10-13 80,-16 16-628,10 8 33,-5 19 1,0 8-45,1 8-442,-1 9 1,0 5 387,10-5 1,3 4-9,-9 15 1,3 3-32,8-9 0,4 1-2,2 4 0,6-3-1,10 8-57,21-1 52,14-19 14,-3-15 0,3-2 8,15 1 54,-10-16 0,-2-4-4,-9-4 4,-3-5 0,-2-5 80,0-15-19,-9 5 1,-1-4-52,-5 4 1,-2-1 19,0-6 1,-2 0 0,-3-11 134,-2-2 34,-1 22 66,-1 1 333,-2 15-696,2 11 254,-2 12-198,0 3 5,-1 21 11,0 16-5,0 4-11,5 8-6,7-16-6,2-13 17,10-3-11,10-10-28,4-5 34,9-5 27,-7-15-16,-11-1 22,2-12 29,-6-10-12,0-5-45,3-12-39,-6 2 33,-4 7 7,2-9 60,-4 7 1,-1 5 45,-4 5-62,-6 19 5,-2 5-329,0 4 251,3 6 45,3 3-28,1 4 5,7 7 12,3 9-17,-1 4 11,0 7 1,-8-8-12,-4-9 5,-3 3 6,0-13 6,-1 3 0,0-11 5,0-2 6,0-2 135,0 0-163,0 1-17,0 2 17,0 1 50,1 4-38,1-2-18,2 2 0,-1-4 29,4 0-34,0-2 11,3-2 39,2 0-6,1-1-5,2 0-11,-1 0 34,0-1 10,3-4-5,2-2 6,2-6 11,0-2-1,-1-4-16,-2-3 17,-1-3 11,-4-1-5,-3 0 10,-6 0-33,-5 0-39,-7-2 17,-7-2-6,-6 1-12,-1 5 1,0 6 17,5 7-17,6 5-23,6 4-22,2 0-140,3 2 179,5 4-5,4 1 5,11 3-11,6-2-11,9-4 22,5-2-17,3-3-10,-3-2 38,-5-2-11,-10 1-5,-9 2-1,-9 3-16,-4 1-6,-3 0 6,0 5 17,2 5 5,2 9 28,3 6-16,-1-1-7,5 22-16,-3-12-11,5 16 28,-1-13-28,-3-10 0,9 3-1,-4-16 29,7 2 11,-2-11 0,2-9 17,5-7-28,3-9 16,-1-4 29,-4-2-12,-8-3-5,-5-1 11,-6-3-28,-2-2 34,-6 1-23,0 4 11,-3 9 6,0 8-61,3 7 16,0 4-17,2 1-61,0 1 0,-1 0 61,1 3-27,-2 1 44,2 2-28,-1 0 17,1-1 0,-1-2-17,2 0-2144,-1-3-2354,-1 5 4515,0-1 0,-1 1 0,2-2 0</inkml:trace>
  <inkml:trace contextRef="#ctx0" brushRef="#br0" timeOffset="57383">7534 1036 32239,'-40'-5'-87,"0"-1"1,-22-3-523,67 6 1,21-2-1642,29-5-1181,-12 4 1,4 0 2651,1-1 0,-2 1 0,-11 2 0,-3 1 0,7-1 0</inkml:trace>
  <inkml:trace contextRef="#ctx0" brushRef="#br0" timeOffset="57559">7490 1303 24760,'-43'5'704,"0"0"0,-2 0 0,7-2-469,19-3-324,8-4-275,36-3-219,12-2-1453,4 1 0,4 1 1327,-8 1 0,0 1 1,-4 0-1,-2 0 1,8-1-1</inkml:trace>
  <inkml:trace contextRef="#ctx0" brushRef="#br0" timeOffset="58875">8821 598 29397,'1'-4'2788,"0"1"-2206,-1 3-771,-13-18-1451,6 18 1601,-10-12-605,9 23 377,-5 3-1149,0-2 1047,-23 9 71,-3-4-45,8-4 0,-2-1 281,0-1 1,0-2-351,0 0 0,0-1 154,-25 4-166,11-6 28,13-3 18,12-3 310,8-3 19,4 0 295,6-3-129,1 3-32,2 1-69,0 1 12,-1 10 28,-1 9 23,-2 18 28,1 15-57,1-20 1,0 1-262,0 5 1,0 2 288,-1 1 1,-1 1-6,-1 1 0,-2 0-20,0-1 0,0-2-28,-1-4 1,2-2-4,-4 22 0,11-13 1,21-15-6,24-11-57,-9-12 1,4-3-722,11-4 1,3-2 168,-14 0 0,3 0 0,0-1 592,5-1 0,1-2 0,-4 2 0,-3-1 0,-4 2 0,-4 0 0,1 0 0</inkml:trace>
  <inkml:trace contextRef="#ctx0" brushRef="#br0" timeOffset="59859">10001 655 28415,'1'-3'2658,"-1"1"-2641,0 2-88,9-24-333,-8 19 149,3-16-241,-10 24 735,-14 6-1549,-8 1 611,-18 3 353,-12-2 53,18-7 1,-1-1 146,7-1 0,1-1-71,-29-1 191,23-4-568,20-2 329,0 1 338,10 2-73,5 1 11,2 2 17,-1 6 5,-4 9 29,-5 15-17,0-1 0,0 2-31,0 1 0,0 0 0,-1 0 0,2 2 16,-1 2 1,2 0-104,3-5 1,0 1 97,0 5 0,1 2 11,1 2 1,2-1 25,5 21-51,4-9 39,9-15-16,2-12 5,9 0-89,18-7-247,9-10-822,-14-9 1,1-2 166,-7-1 0,0-1 375,8-4 1,-3 0 0,-6 1 0,0-1 0</inkml:trace>
  <inkml:trace contextRef="#ctx0" brushRef="#br0" timeOffset="63649">10707 1195 31186,'-8'-55'132,"1"-1"1,1 6-1,1 7-1214,2 9 3348,2 13-2266,-1 10-201,2 8-225,0 14 182,0 12-1445,0 22 1271,0 14-171,0-25 0,0 0-505,0 1 1,0 1-1908,0-1 0,1-1 2465,3 24 1,-2-24 0,1-15 0</inkml:trace>
  <inkml:trace contextRef="#ctx0" brushRef="#br0" timeOffset="63875">11138 1294 23093,'0'-6'2970,"0"1"-1573,0 5-1659,3-35 80,-3 46 14,1-30-407,-5 66-3011,1 10-6245,4 0 8093,0-6 0,2-27 1,-1-18-1</inkml:trace>
  <inkml:trace contextRef="#ctx0" brushRef="#br0" timeOffset="64466">11970 1085 26478,'0'-3'1175,"0"1"-1903,0 2 463,3-7 217,-2 12-57,-1-5 104,-7 12-56,-3-3-466,-18 3 337,1-9 272,-13 3-76,6-9 57,5-5 39,9-3 63,6-10-41,10-15-83,8-6-28,10-13-11,14 9-12,-2 13 9,0 13 0,1 3-15,13 0 18,20-2-6,-13 18-11,-5 14 16,-5 11-38,-8 17 16,-10 10-1559,-10 11 1548,-10-11-276,-11-12 0,-8-1 287,0-10 1,-5-1 21,-13 11 1,-5-1 5,0-6 0,-2-2-339,-1-3 1,0-2 357,5-3 1,1-3 33,7-6 1,3-2 170,-13 0 12,17-14 1207,14-6-1392,6-8 544,13-2-617,9 1 851,16 3-913,14 7-61,10 4-471,7 11 112,-1 6-404,-6 12-900,-6 5-3138,-3 4 4114,-9-4 0,-13-11 0,-11-9 0</inkml:trace>
  <inkml:trace contextRef="#ctx0" brushRef="#br0" timeOffset="64649">12499 1333 22856,'0'-4'3109,"0"0"-2852,0 4-419,-6 2-426,7 18-857,-3 7-3730,12 18 5175,0-8 0,-2-14 0,-3-11 0</inkml:trace>
  <inkml:trace contextRef="#ctx0" brushRef="#br0" timeOffset="65149">12978 1089 22873,'13'-52'388,"0"-1"0,2 5 1,5 8-210,31 9-39,4 9-84,-14 11 118,9 8-113,-20 16 1,-1 6-324,19 11 265,-18-1 0,-5 3-3,-6 17-17,-10 1 17,-14-2 39,-12-5 17,-13-6 181,-6-10 65,0-8 113,5-11 22,5-4-67,7-9-57,6-3 104,6-6-294,4-3-55,12-1-46,7 1-5,12 2 5,5 5-5,1 5 0,-4 7-28,-1 7 5,-4 9 0,0 7-16,-2 4-51,-5 4-84,-7 0-128,-17 3-326,-17 0-739,-21 3-434,15-21 0,-1-1 1608,-27 11 0,21-12 0,16-9 1</inkml:trace>
  <inkml:trace contextRef="#ctx0" brushRef="#br0" timeOffset="65376">13825 1165 25113,'11'54'-191,"0"1"1,-2-5 0,-5-5-4106,-15-11 3728,0-5 1,4-12 0,3-9 0</inkml:trace>
  <inkml:trace contextRef="#ctx0" brushRef="#br0" timeOffset="65799">14260 870 26402,'-9'34'59,"0"0"1,-1 1 0,1 0-52,-2 3 1,1 0-351,2-2 1,1-1 352,1 23 215,13-9-204,9-12 183,13-13-76,7-12 16,7-18 57,4-13 11,2-15-127,-25 14 1,0-2 5,0 0 1,-2 0 109,20-20 22,-10 10-45,-10 10-84,-12 11 258,-6 8-386,-5 11 38,-4 10-22,-4 13-111,-7 20-147,3-3 23,1 0-521,8-5-638,6-10-1171,8 5 1734,12-6 0,-9-14 0,3-8 0</inkml:trace>
  <inkml:trace contextRef="#ctx0" brushRef="#br0" timeOffset="66183">15032 915 20576,'-1'-6'2415,"0"0"-1615,1 6-357,11-66-236,5 40-140,2-14 0,4 4-11,18 25-22,1 4 28,2 10 72,-7 2-16,11 4 5,3 4 106,11 3-155,-20-5 55,7 3-57,-26-4 141,2 13-73,-10 4-28,-3 16-50,-8-9 61,-1 20-39,-5-5-56,1-18 0,-1 2-17,-1 6 0,-2 0-595,1-6 0,1-1 562,-7 29-232,2-9 215,-4-14-79,-12 8-64,1-22 0,-3-2-603,-27 11-568,20-17 1,-1-1 1352,-14-1 0,19-6 0,15-5 0</inkml:trace>
  <inkml:trace contextRef="#ctx0" brushRef="#br0" timeOffset="66426">16176 1400 32767,'10'57'-111,"0"0"0,-3-5 0,-6-9 1,-12-13-1,-1-13 0</inkml:trace>
  <inkml:trace contextRef="#ctx0" brushRef="#br0" timeOffset="67842">17158 1105 32767,'18'-46'0,"1"1"0,-1 4 0,-7 8 0,-14 20 0,-2 7 0,-7 4 0,-8 9 0,-6 4 0,-11 6 0,-7 3 0,-7-1 0,-7 0 0,-1-2 0,4-4 0,10-5-549,14-5-289,14-5-278,10-1-54,5-1 378,1 1-88,1 2 659,-1 10-315,-2 7 20,-4 13 354,-2 9 196,-4 10-12,-3 5 6,0 7-367,3 1 339,6 1 0,7-5-6,10-6-5,11-7 0,14-9 22,16-8-76,-20-16 1,3-3-180,5-1 1,0-3-452,3-2 0,1-2 39,4-3 1,-2-2-1,5 0 1,-7-4 0</inkml:trace>
  <inkml:trace contextRef="#ctx0" brushRef="#br0" timeOffset="68292">17943 867 21971,'0'-6'3619,"0"2"-3076,0 4-302,-61-42-51,22 51-131,-7-16 0,0 6-6,12 39 0,7 10-446,5-16 0,3 2 410,-6 18 0,5 1-17,11-17 0,4 0-6,-2 8 1,4 0 5,5-3 0,4-1-6,2-3 1,4-2 79,3-3 1,3-3-89,2-3 0,1-3-3,25 13 12,-1-13 38,-4-13 12,-6-16-11,-5-12 44,-3-15 51,-7-8-34,-7-7 642,-7-1-591,-16-3-85,-9 15-33,-7 9 28,-21 19-33,-2 13-29,10 6 0,-1 2-16,-13 8-138,17 6 1,7 1-110,11 1-750,-1 27-1188,32-19 2207,18 7 0,-10-20 0,6-6 0</inkml:trace>
  <inkml:trace contextRef="#ctx0" brushRef="#br0" timeOffset="69792">18040 917 24178,'-30'-41'308,"-9"11"-280,0 38 39,-22 6-20,23-7 1,-1 0-635,-1 0 0,-1 0 643,-6 0 0,2-2 146,-16 0 475,18-4-537,22-1 375,12-1-408,8 1-202,1 0 123,0 9 682,1 10-665,1 16 10,0 10 1,1 7-5,-1 3-12,0 3-17,-1 0-1439,2-1 1417,0-15-6,4 10 6,-2-25 23,3 7 61,-3-21 168,-2-8 229,0-4 1385,1-3-1709,5-8-113,9-9-21,11-10-18,10-7 18,11 0-239,-23 19 0,1 2 221,26-9-5,-7 11-22,-11 8 16,-12 15-5,-7 13 33,-6 15 6,-5 13-11,-7 6 6,-7 3-23,-3-16 8,-3-13 0,-3-1-2,-16 9-103,6-11 1,-3-1 98,-1-7 1,-2-3 11,-4-1 0,-2-3 0,1-3 0,0-2 5,2-2 1,2-3 14,-25-5 11,17-5-6,11-3-5,15 2-18,7 4-49,7 3 440,2 1-457,5 0 83,7 1-27,11 0-12,11 1 6,9-2 6,8-3-1,7-5-13,-27 3 0,1-2 5,0 0 0,0-2 8,-1 0 1,0 0 0,23-12 5,-11-2-5,-12-2-12,-11-2 23,-11-3-6,-6-1-11,-6 5-17,-11-15 23,-2 12 5,-8-10-11,3 14 45,0 7-28,2 6-23,-2 5 23,-2 2-34,-2 2 6,-2-1 28,-1 0-6,1-2 17,1-1-23,4-1 18,5 0-23,6 0 0,3 2 11,3 1-17,3 3-22,1 0-3993,1 2 4021,16 2 0,-12-2 0,12 3 0</inkml:trace>
  <inkml:trace contextRef="#ctx0" brushRef="#br0" timeOffset="70092">18510 1626 27636,'4'-6'1525,"-1"1"-1039,-3 5-559,24-60-39,-16 43 16,5-19 0,-1 11-91,-11 31-28,-1 11-351,-7 19 38,-6 13-100,2-19 1,-2 1-1323,-1 1 1,0 0 1930,-11 22 1,9-21 0,8-16 0</inkml:trace>
  <inkml:trace contextRef="#ctx0" brushRef="#br0" timeOffset="70525">19333 1138 25578,'-13'-42'566,"1"0"1,1 4 0,-3 10-478,-11 19-76,-7 20 2,-11 18-7,17-6 0,-1 5-676,-3 5 0,2 3 667,0 3 1,2 2-14,3 2 1,4 1-10,5-1 1,4 0 11,5-3-1,4 0-8,7-5 1,4-2 104,4-3 1,5-4-117,6-4 0,3-4 0,3-3 1,2-4 30,1-2 0,1-5 8,-2-4 0,-1-3 26,22-13 50,-13-12 304,-16-8-231,-14-3-34,-20 1 11,-14 3-44,-17 9-73,-10 10-12,-5 9-21,3 15-108,7 10-279,11 14-21,15 8-2399,17 6 2019,23 2 0,-8-21 0,6-5 0</inkml:trace>
  <inkml:trace contextRef="#ctx0" brushRef="#br0" timeOffset="70716">19807 1521 26822,'-24'37'-804,"-1"0"0,4-5 0,7-4 0,17-9 0,2-9 1</inkml:trace>
  <inkml:trace contextRef="#ctx0" brushRef="#br0" timeOffset="70992">20225 1169 24710,'29'-38'420,"-1"0"0,0 0 0,11-12 0,-1 11-224,8 23-78,3 27-90,-17 4 50,4 32-27,-19 4-937,-8-15 1,-2 3 882,-1 3 1,-3 2-85,-2 11 0,-2-1-20,1-16 1,-3 0-530,-1 11 1,-3-1-5061,-6 9 5696,-2 1 0,5-23 0,5-18 0</inkml:trace>
  <inkml:trace contextRef="#ctx0" brushRef="#br0" timeOffset="71176">20269 1493 22470,'-3'-6'3024,"1"1"-2581,2 5-354,9-65-161,15 39-718,5-13 0,6 3-3484,2 27 1,2 7 3836,6-2 1,-2 1-1,6 3 1,-22 0-1</inkml:trace>
  <inkml:trace contextRef="#ctx0" brushRef="#br0" timeOffset="71343">21158 1328 19591,'-7'0'694,"1"0"-1819,6 0 441,0 0 1,0 0-1</inkml:trace>
  <inkml:trace contextRef="#ctx0" brushRef="#br0" timeOffset="71592">21297 1414 29200,'-8'3'2515,"1"0"-3409,7-3 791,0 0-344,-33 55-371,11-19-1617,-2 6 1,0 1 2354,0 0 0,10-17 1,7-11-1</inkml:trace>
  <inkml:trace contextRef="#ctx0" brushRef="#br0" timeOffset="72175">21785 1383 26704,'-34'14'97,"1"0"0,0 1 0,1 3-78,6 5 1,2 3-42,-13 25 28,19 1 16,27-2-16,22-7 16,6-12-39,1-14 0,2-4 23,17-3-214,-16-2 1,-1-4 218,16-11 0,-14-9 76,-12-11-70,-14-9 11,-11-11-6,-15-8-256,2 23 1,-3 0 241,-2-2 1,-2 1 7,0 0 1,0 0-73,1 3 1,-1 1 106,-8-22 356,6 9-362,9 7-6,5 5 17,11 3 453,10 3-498,13 4-27,12 8-12,8 9-17,0 12 6,-5 12 208,-9 14-203,-12 14 23,-15 12-255,-13-26 1,-4 0 225,-6 2 1,-3 0-261,-5 0 1,-4 0-1950,-3 0 1,0-1 1657,2-5 1,2-3 0,-7 8-1,15-17 1</inkml:trace>
  <inkml:trace contextRef="#ctx0" brushRef="#br0" timeOffset="72959">22368 1090 27731,'-6'-4'799,"0"1"-819,6 3 1538,0 0-1782,54-54-82,-17 38-224,4-13 0,2 3 40,13 24-1030,5 1 890,0 6 242,0 2-54,-7 8 6,-11 1 149,-12 3 273,-13 2 211,-9 2 22,-6 7 428,-3 4-467,-2 7 178,-2 5-206,-1 6-5,0 4-28,1 4-236,1 3 207,2-1-11,1-4-11,1-4-39,-1-6 0,-5-5-34,-15-3-22,-20-3-380,13-19 1,-4-2 222,-4 0 0,-1-3-602,-1-1 0,0-3 826,-2-2 0,3-1 0,-5-1 0,8-4 0</inkml:trace>
  <inkml:trace contextRef="#ctx0" brushRef="#br0" timeOffset="73233">23253 1590 32767,'3'42'-335,"0"0"1,1 0 0,1 15 0,-7-10 0,-19-19 0,8-13 0</inkml:trace>
  <inkml:trace contextRef="#ctx0" brushRef="#br0" timeOffset="73859">24308 1134 30127,'-10'-41'-944,"1"0"1,-4 1 0,-4 9-142,-18 15 803,-18-1 139,17 10 0,-1 1-20,-24-1 4,6 4 65,21 8-735,18 7 895,2 9 84,8 17-134,3 1 180,5 13-100,0-15 77,0 14 79,-3 8-179,-1-27 0,-2 1-151,0 6 0,-1 0 128,0-6 1,-2-1-12,-2 19 22,2 8-21,6-15 10,14 15-39,-2-23 6,32 10-62,-18-32-185,4-2 1,2-1-1827,23-6 2056,-13-4 0,-1-1 0,6-1 0,-2-2 0</inkml:trace>
  <inkml:trace contextRef="#ctx0" brushRef="#br0" timeOffset="74682">24908 1339 13127,'3'-5'7321,"0"0"-6543,11-26 0,2-9 343,-7 2-675,6-10 1,-5 1 155,-24 7-228,-15 9-101,-17 12-98,-11 15-115,25 8 0,1 5-30,1 2 1,1 4-17,2 4 0,2 2-3,3 2 1,2 2 16,-14 28-6,10 1-22,9-4 0,8-7 17,13-9 11,9-10 45,12-10 44,11-10 46,11-15 33,5-10-302,-26 6 0,-1-2 313,22-21 29,-8 0-68,-8 4-45,-9 7-39,-8 8-56,-6 9-6,-7 9 1,-1 15 373,-5 14-374,-5 18-11,-4 12-292,4-26 0,-1 1 242,1 0 0,0 0-160,1-1 0,1 0-898,-2 28-2068,14-7 3165,18-6 0,-9-22 0,7-8 0</inkml:trace>
  <inkml:trace contextRef="#ctx0" brushRef="#br0" timeOffset="74849">25347 1556 25489,'-46'40'-3384,"11"-1"3384,37-3 0,-2-16 0,6-4 0</inkml:trace>
  <inkml:trace contextRef="#ctx0" brushRef="#br0" timeOffset="75092">25785 1223 27046,'8'1'61,"-2"14"-122,-11 47-74,1-29 1,0 0-590,-2 1 0,1-1-1450,-2 30-7657,5-9 9233,3-19 1,2-15-1,-1-15 1</inkml:trace>
  <inkml:trace contextRef="#ctx0" brushRef="#br0" timeOffset="75466">26319 1246 22425,'1'-4'3355,"0"1"-2767,-1 3-549,-10 2-11,-2 18 0,-10 9-5,2 20-12,4 3 0,5 0-22,6-6 5,11-7 12,8-11 22,11-12-28,4-9-11,4-15 72,3-10 62,-1-12 45,-4-9-22,-7-8-34,-8-7-6,-7-2 12,-5 3-12,-8 9-66,-5 12-40,-7 12-84,-7 10-213,-5 14-526,-2 13-1496,4 14 1471,10 16 0,8-20 0,7-1 0</inkml:trace>
  <inkml:trace contextRef="#ctx0" brushRef="#br0" timeOffset="75692">26763 1497 24620,'0'-3'2375,"0"0"-1988,0 3-443,-7 4 16,1 6-200,-12 17-488,-1 9-1351,-4 12 1231,1-2 0,10-21 0,3-5 0</inkml:trace>
  <inkml:trace contextRef="#ctx0" brushRef="#br0" timeOffset="75942">27272 1230 27309,'18'-11'0,"-7"15"-59,-16 27 0,-7 8-53,0 11-135,1-12 1,0-1-885,-3 9-1692,0 11 2823,6-7 0,4-22 0,3-8 0</inkml:trace>
  <inkml:trace contextRef="#ctx0" brushRef="#br0" timeOffset="76159">27580 1278 26318,'20'-39'246,"0"0"0,-2 0 1,-5 16-258,-11 31-1,1 11-111,1 29-129,-1 6-536,-2 3-69,-7 3-969,-3-12-4386,-5 10 6212,2-13 0,4-18 0,5-14 0</inkml:trace>
  <inkml:trace contextRef="#ctx0" brushRef="#br0" timeOffset="76332">27834 1632 22761,'4'-3'3310,"-2"1"-3075,-2 2-358,-1 11-437,-6 9-1339,0 12 1899,-3 8 0,6-19 0,3-3 0</inkml:trace>
  <inkml:trace contextRef="#ctx0" brushRef="#br0" timeOffset="76583">28285 1360 23259,'1'-6'2767,"0"1"-2431,-1 5-352,23-3-7,-17 27-61,11 6-33,-22 15-354,-11 10-1713,-3-3-4067,0 0-2734,3-8 8137,9-21 0,5-16 0,1-4 0</inkml:trace>
  <inkml:trace contextRef="#ctx0" brushRef="#br0" timeOffset="76932">28546 1343 20946,'1'-8'3428,"-1"2"-3104,21-25 1,10-5-870,6 7 668,4-12 0,2 4 6,12 22-118,-13 7 310,6 11-287,-23 6 133,6 12-144,-19 9 16,-11 12 28,-8-5 28,-11-5 0,-5 1-50,-19 12-316,10-12 1,0 0 281,5-9 1,1-2-12,-15 19 455,16-8-478,13-9 34,13-8 6,14-7-73,14-4-162,17-3-455,12-4 688,-8-1-1757,-11-2 0,0-2 1742,21-10 0,-6 4 0,-21 1 0</inkml:trace>
  <inkml:trace contextRef="#ctx0" brushRef="#br0" timeOffset="77349">29122 1072 24021,'37'-21'41,"0"0"0,-7 2 0,-1 6 10,13 17 55,0 4-44,1 0 55,1 2 68,-12-3-11,-9-1-46,-6 0-32,-6 0 38,-3 4 12,-2 4-34,-1 7 6,0 6-23,-3 6 6,0 8 5,-4 8 23,-4 9-289,1-26 1,-1 0 195,-1 3 0,0-1-11,0 1 1,1-1-18,1 0 1,2 0-15,0 29-195,4-6 111,-1-7-117,-7-6-325,-13-6-891,-22-7-974,10-19 0,-2-3 1788,-1-1 0,1-3 0,-14 1 0,19-5 0</inkml:trace>
  <inkml:trace contextRef="#ctx0" brushRef="#br0" timeOffset="78316">29902 1802 27162,'31'-9'-36,"-21"20"-762,-26 15 1,-13 7 796,-5 4 1,1-2 0,-8 5 0,2-6-1</inkml:trace>
  <inkml:trace contextRef="#ctx0" brushRef="#br0" timeOffset="79850">30548 1717 16902,'0'0'0</inkml:trace>
  <inkml:trace contextRef="#ctx0" brushRef="#br0" timeOffset="80124">31722 1649 17910,'8'0'857,"-2"-1"-543,-6 1-291,69-29-411,-15 18-865,5-5 1,3 1-92,-15 12 0,-2 3-891,1-1 0,0 0 303,-3 1 1,-2 0 1587,-7 0 0,-3 0 344,12 0 2508,-21 0 1094,-23 0-213,-15 0-139,-11 0-2118,-3 0-726,4 0-983,9 2-2436,13 0 3013,12 2 0,0-1 0,1-2 0</inkml:trace>
  <inkml:trace contextRef="#ctx0" brushRef="#br0" timeOffset="80900">32941 1177 23269,'-46'-22'682,"0"0"1,2 1 0,10 3-716,23 10-43,4-1-170,14 3 83,22 0-13,-3 3 65,29 1-518,-5 2 273,-17 1 1,2 0 292,1 1 1,2-1 12,8 2 1,1 1 28,-8-1 0,-1 0 23,-1-1 1,-3 1 8,21 5 130,-21-1-101,3 5 55,-12 3 95,-6 10-100,-10-6 106,-2 14 421,-6-6-437,0 11 3,-1 6 24,-3 19-151,2-18-23,-1-9 1,0 0 0,1 16-252,0-19 0,1 1 218,-1-1 0,1 0 11,0 4 1,-1 0-29,-1 11-304,-6 12-535,-12-28-1939,-25 3 2795,3-19 0,-1-4 0,-5 2 0,-11-5 0</inkml:trace>
  <inkml:trace contextRef="#ctx0" brushRef="#br1" timeOffset="104992">3283 4074 25674,'-12'-38'173,"10"55"-156,4 15 0,3 7-1035,0 17 1,0 3 874,-2-5 0,-1-1-202,0 3 0,0-3 26,-1-11 0,1-1-2546,4 16 0,1-3 2865,3 4 0,-5-24 0,1-5 0,-1-7 0</inkml:trace>
  <inkml:trace contextRef="#ctx0" brushRef="#br1" timeOffset="105575">3017 4535 22559,'-40'-45'480,"-1"0"0,4 5 0,17 7-441,40 15-22,21 7-15,-10 7 1,3 2 2,7 0 1,3 2-546,7 1 0,2 1 500,6 0 1,2 0-435,-18-1 1,1 0-1,1-1 422,0 1 0,1-1 0,0-1-18,-1 0 1,0-1 0,-1-1 42,16-2 1,-3-1 6,-9-1 1,-3-2 96,-11 1 1,-3-2 79,8-7 690,-21-1-590,-14 1 1510,-13 1-1498,-7 1 697,-7 6-848,-4 6 18,-2 13-119,-2 12-23,3 15 1,3 14-1,9 7-348,9 4 303,16-5-22,14-8 1,19-14-30,12-13 82,-23-15 1,1-3 70,31-6 67,-7-9 55,-13-11 57,-13-10 55,-15-8 7,-12-6-35,-15-3-61,-14 1-382,-10 3 326,-10 5-45,-1 9-50,1 12-45,13 10 214,0 14-404,21 12-202,-2 17-286,22 12-369,15 9 145,-5-26 0,5-1-1260,3 0 1,3-1 2161,5 0 0,-1-3 0,5 3 0,-5-7 0</inkml:trace>
  <inkml:trace contextRef="#ctx0" brushRef="#br1" timeOffset="106009">4558 4519 21271,'3'-9'2097,"5"-24"1,0-6-1230,-5 9-540,5-9 0,-2 0 108,-8 17-256,0 10-147,-1 9-10,2 16 5,1 16-28,2 21 5,-1-18 1,0 2-238,1 2 1,-1 1 225,1 1 1,0-1-7,-1-2 1,1 1-75,0-3 0,1 0-4,1 27 23,-1-10 56,-3-14 39,-4-16 0,-6-14 5,-1-17 7,-2-15-1,3-19 22,4-16-98,4 24 1,1-2 44,1-5 1,1-2-367,1-4 1,1-1 376,1-1 1,1-2-15,2 2 1,2 1-3,2 2 0,2 3-227,3 4 1,3 4 220,2 5 1,3 3 7,0 7 1,3 3 0,25-7 16,-2 16-11,-3 18 504,-6 12-492,-5 14-1,-10 9-11,-13 6-16,-24 6-26,-5-24 0,-5-1-57,-11 2 1,-5-2-437,-8 1 1,-4-2-4393,-4-1 1,-2-3 4877,5-4 0,4-2 1,14-6-1,4-2 1,-5 0-1</inkml:trace>
  <inkml:trace contextRef="#ctx0" brushRef="#br1" timeOffset="109066">4405 13966 18666,'-3'-2'4974,"0"1"-3136,3 1-1738,-19-26-16,36 13-22,1-22-40,14 25 1,7 6-15,5-4 1,3-1-518,5 1 0,3 0 526,3 0 0,2-1-9,2 0 1,1 0-11,-21 3 0,1 0 0,0-1 2,0 0 0,0 0 0,-1 0-6,18-4 1,-1-1 13,-5 0 1,-4 0-204,-9 1 1,-3 0 273,14-8 100,-24 4 6,-16 2-73,-8 2-45,-10 0 930,-4-1-963,-9 0 469,-8 2-463,-8-1 4,-8 1-10,-6-1 16,-2 0 68,4-1 33,4 0 51,9 2 33,10 1-22,9 2-56,9 3-90,3 2-34,5 0-33,6 1-22,13 0 16,16 3 6,15 6-5,8 6-1,-30-3 1,1 2-227,-1 1 0,0 1 232,-2 2 0,0 2-59,-3 0 0,0 2-312,15 23-503,-12 5-778,-19 9-336,-14-25 0,-6 0 1988,-11 7 0,-3-3 0,-4 6 0,-8-5 0</inkml:trace>
  <inkml:trace contextRef="#ctx0" brushRef="#br1" timeOffset="110215">5205 15348 20420,'-3'-7'2019,"-3"-23"0,3-6-1185,6 7-585,-3-8 1,3 0 92,14 14-113,2 8-111,2 7 72,6 15-128,-7 3 89,14 36-89,-19-15-12,-4 4 1,-2 4-296,-6-7 0,-2 1 270,-2 11 0,-2 2-392,-1 1 1,-1-1 371,-2-2 1,-1-1-15,1-4 1,0-2 14,-5 23 5,5-18-11,2-16 168,3-14 574,1-9-646,1-7 782,0-11-850,0-9 11,0-14-39,3-9 5,3 14 1,1-1 0,6-11-20,0 11 0,3 1 14,15-4-166,-8 15 1,2 2 165,3 2 0,2 4 5,2 2 1,0 4-20,8 2 0,-1 4 14,13 4-11,-18 5 0,-2 4-40,3 16 51,2 15-11,-21-10 0,-4 1 0,3 25 5,-11-1-5,-14-9 28,-11-12-29,-10 7-4,-6-4 16,10-13-23,6-9 40,15-11 5,5-6 29,0 1 280,1-6-309,0 2-10,-2-5-24,1 4 46,-1 0-17,1 2 50,-1 1-45,1 1-16,0 0-12,-4 0 1,-4 3-12,-16 6 6,0 0 28,-7 5-17,13-6-17,0 0 28,-1-2 0,-3-1 6,-8-1 0,2-2-12,4-2 29,-2-3-28,9-3 5,-2-2 11,3-4-16,5 1 5,2-4-28,4 5-33,2-3-135,2 1-1260,1-5-1652,5 4 3097,4 1 0,-2 8 0,1 1 0</inkml:trace>
  <inkml:trace contextRef="#ctx0" brushRef="#br1" timeOffset="110815">5240 15349 11558,'-2'-6'9237,"1"0"-8708,0-25 0,1-9 1096,4-1-1077,-2-7 1,1-1 718,8 4-601,-4 18-240,0 9-292,-6 13 12,0 4-135,-2 16 17,-1 10-6,0 10-19,0 3 0,0 2-6,0-6 0,1 1-378,-1 17 1,1 1 372,1-6 0,0-2 2,3-4 0,0-1-17,0-6 1,1-2 39,5 15 17,-2-19 55,-3-14 163,-1-8-5,-2-13 566,0-11-790,-1-17-7,0-2 4,1-3 0,0-3-9,-1 9 0,1-1-252,0-16 1,0 0 262,0 11 1,0 2-7,1-21 1,-1 22-28,-1 20-168,0 13 151,-2 32-95,1 11-171,0-4 0,0 3-1241,1 2 1,1-1 716,0-5 1,2 0 817,2 14 0,2-3 0,-2-12 0,4 14 0</inkml:trace>
  <inkml:trace contextRef="#ctx0" brushRef="#br1" timeOffset="111332">6296 15649 24923,'16'-45'638,"0"-1"1,-2 5-1,-2 8-139,-6 18-158,-3 8-100,-2 5-95,-2 2-96,-2 1-44,-3 5-1,-10 9-5,-11 10 23,-9 11 5,-4 5-11,5 1-12,9-2-22,10-7-5,8-6-6,9-7 6,7-6 16,9-6-5,12-5 50,24-14-39,-2-3 11,1-6 17,-16 0 0,-19 4 0,-2-6 0,-9-4-11,-4-5 28,-5-3 5,-2 0 6,-4 4 6,-2 7-34,-1 6-34,-1 6-16,-2 6-51,0 2-95,-2 9-258,-1 5-638,-1 10-997,2 8-2151,7 4 4212,7-5 0,2-10 0,3-8 0</inkml:trace>
  <inkml:trace contextRef="#ctx0" brushRef="#br1" timeOffset="111799">6813 15461 21254,'12'-55'1628,"0"0"0,-1 4 0,-2 3-1228,-4 14 1,-1 4 243,1-20-179,-4 19-185,-1 16-218,0 10-96,-2 10 17,0 10 0,-1 21 17,0 21 0,0-20 0,-1 3-626,0 5 1,0 1 591,-2 2 1,-1 1-96,0-1 0,-1-1-563,0 1 1,0-1-228,0 0 1,-1-1-732,0 0 1,0-1 1649,-1 1 0,1-4 0,-1 6 0,1-12 0</inkml:trace>
  <inkml:trace contextRef="#ctx0" brushRef="#br1" timeOffset="111992">6673 15781 18975,'-5'-6'5399,"1"1"-4514,4 5-532,0 0-280,-33-66-118,39 36-50,-11-12 0,7 0-417,23 23 0,7 6 39,4-4 0,2 0-379,3 0 1,1 0-877,0 0 0,0 1-2070,-1-1 1,-1 1 3797,-6 1 0,-2 2 0,7-5 0,-18 8 0</inkml:trace>
  <inkml:trace contextRef="#ctx0" brushRef="#br1" timeOffset="112182">7336 15199 28630,'3'-46'41,"-3"19"-41,-4 58 0,-2 21 0,2-19 0,1 2-12,0 4 0,-1 1-33,2 3 1,0-1-419,0 1 1,1-1 114,0-2 1,1 0-395,0-4 0,0-1-2596,0 27 2567,1-5 1,-1-27 0,0-6 0</inkml:trace>
  <inkml:trace contextRef="#ctx0" brushRef="#br1" timeOffset="112691">7163 15770 25113,'-28'-45'461,"-1"1"0,8-4 1,13 9-462,23 23 17,34-16-12,4 10-331,-18 9 0,3 0 303,11-2 1,1 1-333,-7 3 0,-1 0 355,-1 1 0,-1 0-25,-3 0 0,-1 1-20,21-5 199,-23 5 1,0 0-158,-2 0 1,-1 1 63,7-2-21,-11 3 32,-21 6 152,-7 5 389,-8 8-204,-18 20-247,-5 5 519,-4 6-625,2 4-17,16-7-27,0 9-1,12 4-22,12-14 11,4-5-6,15-14 12,4-11 10,13-2-4,5-12 105,4-13 68,-14-7-62,-6-2 152,-17-5-68,-9 0-161,-10-23-46,-8 6 0,-9-7 0,3 24 0,-5 1 0,8 15 0,-2 0-46,9 9-649,2 10 147,6 4-1172,0 15-1220,1 3 2940,3 9 0,-2-14 0,1-3 0</inkml:trace>
  <inkml:trace contextRef="#ctx0" brushRef="#br1" timeOffset="113325">8092 15579 28070,'21'-34'174,"-1"0"0,14-16-102,-30 60-27,-1 5 6,6 13-18,1 12-10,-1 1-7,1 8-3,-4-12-13,-1-4 0,-2-10 0,-2 3 0,-1-15 0,0 1 0,0-8 0,-1-8 0,0-1 0,-1-19 0,2-3 0,5-18 0,6-2 0,7-4 0,-2 12 0,7-2 0,6 12 0,3 3 0,7 6 0,-8 12 0,-6 6 0,6 11 0,-13 5 0,6 13 0,-12 4 0,-4 4 0,-5 0 0,-4-3 0,-2-10 0,-5 0 0,1-13 0,0 2 0,2-10 0,2-9 0,1-8 0,1-2 0,11-23 0,5 10 0,12-12 0,5 14 0,2 9 0,1 8 0,0 6 0,-2 11 0,-1 7 0,0 11 0,-2 5 0,-3 6-248,-7 2-3852,-10 5 4100,-12-6 0,0-12 0,-5-10 0</inkml:trace>
  <inkml:trace contextRef="#ctx0" brushRef="#br1" timeOffset="118667">8565 2462 15905,'-1'-8'2845,"-3"-36"0,-1-8-2138,2 13-187,0-2 1,-1-10 0,1 8 263,1-4-162,-1-11-235,2 31-230,-1 14-113,2 10 7,-1 14 16,5 12 28,1 19 0,4 20-383,-4-23 1,0 2 312,-1 4 0,0 2 6,-1 2 0,0 0-12,-1-2 1,0 0-12,0-3 1,0-2-1,0-5 1,1-1-181,3 21 189,1-17 78,-2-17 179,-3-12-22,-1-16-190,-1-14 613,0-19-647,0-15-20,0 20 1,0-2-221,-1-4 0,1-1 215,-2-3 0,1 0 5,-1-1 0,-1 1-8,1 3 0,-1 3 17,-1-20-6,1 24-27,2 20 10,-1 22 0,2 17 12,0 20 5,4 17-6,-2-27 1,1 1 27,1 1 0,1 1-42,-1-1 1,0 1 11,0-2 0,1 0-6,-1-2 0,0-1-8,3 24 22,-2-13 28,-1-18 56,-3-13-39,-1-19-33,-6-15 570,-5-20-599,-5-17 9,6 22 0,0-2-405,-2-4 1,0 0 409,0-2 1,0-1-1,-1 1 1,1 0 2,2 3 0,0 1-6,3 4 1,1 2-6,0-12-17,3 8 6,6 25 11,5 6 0,7 20 39,8 17-39,1 18-14,-11-18 0,-1 2 96,-1 4 1,-2 2-83,-1 2 0,-1 1-14,-1-1 0,-2 1 22,-1-2 1,0-1-1,-2-3 1,0 0-20,-1 24 16,-7-13 1,-2-16-6,-9-13-17,-6-11 11,-10-14 6,-11-12 6,-8-12 72,22 12 0,1-1-73,0-1 1,0 1-1,2 0 1,1-1-42,1 0 0,2 1 41,-7-7 12,4 0-17,18 15 6,1 2-1,5 5 495,1 7-495,4 3 107,4 11-101,7 9-6,7 13-10,10 7-7,-5-17 1,3-1 23,13 9-15,-6-14 0,3-5 9,22-5-375,-21-6 1,1-2 370,0-3 1,0-4 11,5-4 0,-2-2-14,14-5-99,-21 1 0,-3-2 105,0-3 22,2-3 17,-14 6-6,-10 7 62,-6 4 647,-5 3-692,1 1 198,-5 2-215,-14 7-39,-1 0 34,-27 11-18,-4-2-296,14-6 1,-3 1 296,-2 0 0,-3-1-9,-8-1 1,0-1-4,17-3 1,1-2 10,-8 0 1,3-5 17,2-12-23,-5-13-1601,21-3 0,4-1 1595,-5-15 3,10 11 1,2 2 13,4 1 1,0 3 353,3 13-399,1 10 29,8 19-1,-1-6 3382,11 19-3382,1-5 1,16 21-17,-1 0-293,-11-15 0,-1-2 304,9 9-90,8 3 84,-2-16-5,-5-9 0,2-2-112,29 1-213,-23-11 0,-1-2-599,15-5 935,-17-4 0,-3-1 0,-9 3 0,10-6 0</inkml:trace>
  <inkml:trace contextRef="#ctx0" brushRef="#br1" timeOffset="119674">8839 1892 17278,'2'-5'9830,"0"1"-4171,-2 4-5659,16-66 0,-13 45 0,5-16 0,-2 5 0,-8 27 0,0 3 0,2 8-266,0 8-180,0 12 211,2 12 65,1 8 38,2 4-110,2 0 589,7-2-358,4-6-985,0-14-1435,17 1 330,-6-19 630,16-1 678,-3-16 938,1-7 473,-2-6 532,-5-1 583,-8 0 298,-10 2-42,-8 5-708,-6 4-1281,-5 5 0,-3 3 0,-3 6 0,-3 3 0,0 7 0,3 2 0,5 1 0,10-1 0,5-2 0,9-5 0,5-5-137,5-8-172,0-8 505,-3-9 54,-7-8-250,-8-5 0,-7-5 0,-6-2 0,-5 3 0,-4 6 0,-3 9 0,-3 9-713,-1 8-33,-3 9 825,-2 9 510,-2 11-33,1 10-321,3 8-235,5 6 0,6 1 0,12-2 0,9-4-1019,17-6-2867,15-6 3497,-15-17 1,0-3 0,5 2-1,0-5 1</inkml:trace>
  <inkml:trace contextRef="#ctx0" brushRef="#br1" timeOffset="120010">9940 1969 21589,'0'-8'5264,"0"2"-5004,-7-25 0,-3-4 263,-2 12-472,0-14 1,-2 4-163,0 26 270,0 14 472,1 12-595,3 19 158,3 18-72,5-23 1,1 2-200,2 2 0,0 0 126,0 1 0,0 0 0,0-2 1,0 0-145,0 0 0,0-1-291,0 0 1,0-1 35,-1-2 0,1 0-518,-1 27-392,-9-7-323,-10-9 477,-15-7 707,-10-14 440,-1-13 198,5-23 53,10-19 1,16-21-212,15 19 1,5-2-466,5-3 1,5 0 274,6-2 0,3 1-364,3 2 0,3 1-2446,2 4 1,0 3 2918,-3 5 0,-3 4 0,8-4 0,-16 14 0</inkml:trace>
  <inkml:trace contextRef="#ctx0" brushRef="#br1" timeOffset="120367">10178 2121 26984,'29'-34'74,"1"1"1,-2 0 0,-2 0 9,6-17-585,-5-5 551,-8-4 1,-9 7 27,-6 8 203,-8 13-169,-1 11 128,-5 9-106,3 6-38,0 3-29,1 8 530,-3 7-355,0 12-48,-1 12-33,3 11-36,3 10-250,5-26 0,1 0 144,1 0 0,1 0-96,11 29-621,5-4-545,6-5-1079,6-7-3972,5-10 6261,-3-12 0,-13-11 1,-8-8-1</inkml:trace>
  <inkml:trace contextRef="#ctx0" brushRef="#br1" timeOffset="120574">10280 2085 25865,'48'-31'100,"0"0"1,0 0 0,-4 2 0,-1 2 0,-5 6 45,19-1-249,-12 7-294,-16 7-5219,-14 6 4624,-10 6 1,-5 0-1,-3 0 1</inkml:trace>
  <inkml:trace contextRef="#ctx0" brushRef="#br1" timeOffset="125191">22152 2852 21971,'-9'-43'620,"0"-1"1,0 0-1,0 0 1,1-1 0,2 6-100,3-13-174,1-11-61,6 11 11,3 13-252,-1 19 5,2 10 12,-3 20 10,7 15 46,2 22-1747,-6-4 0,0 1 1637,-3-11 1,-1 1 16,0 19 1,-2 1-364,-3-18 1,-1 0 348,0 7 1,-1 1-10,-1-4 1,0-2 0,-1 0 0,0-3 8,-2 9 51,0-5 111,5-30 3020,-2-8-3149,2-17-4,-1-33-29,0-9 325,2 26 0,0-1-331,0-5 1,0-1 5,0 5 1,0-1-1,1-6 0,-1-2 6,1 1 0,0 3-12,1-10-16,0 14 5,1 28 1,1 19 16,1 15-11,1 3 0,-1 4 5,1 1 1,-1 0-9,0 2 1,-1 0 4,0 2 1,0-2 8,0 21 185,-2-23 1,1 1-203,0 0 0,0-1 6,0 15 0,0-10 40,-1-22-12,-1-16-12,-1-15 7,-3-28-18,0-11-5,1 15 0,-1 0 0,-1-17 0,0 20 0,1 1 0,-5-17-11,-4-9-6,4 24-50,-2 14 50,5 24 6,-8 15 6,-1 13-7,-13 24 12,2-4 0,11-22 0,-1-1 6,-4 5 5,-6 0 0,1-15 40,-15-4-23,6-15 5,-2-13-21,17-6 16,3-11 5,11 3 1,0-12-6,7 12 5,0 4-27,4 17-12,-2 5 29,6 11-6,12 17-29,5 5 7,13 12 27,2-6-279,-5-9 262,-9-12 1,2-3-1,6-2 1,2-2-12,1-1 1,2-2 19,6 1 0,-1-4 2,-11-4 1,-2-2-17,13-2 0,-7-8 56,-19 1 56,-2-5-61,-10 3 22,-6 0 201,-4 8-235,-3-1-22,-1 4-11,-7 1-6,2 1-6,-45 10 23,27-4-23,-15 5 1,-5-1 27,-6 2-262,14-4 0,0-1 240,7-2 0,2-1 12,-28-1-12,17-5 0,-4-14 39,21-4-39,-8-14 11,12-3 0,5-5-39,5 7 34,2-7-6,6 24-28,-1-3 507,5 18-479,-1 13 6,3 2 0,7 25 5,4 0-11,7 17-23,4-2-269,5-3 292,9-4 5,10-8 3,-20-21 1,2-4-12,2-2 1,1-3 2,0-4 0,0-2 11,30-11 0,-8-10-5,-7-8-40,-9-4 45,-9 0-11,-9 3-89,-8 4-875,-7 5-7549,-2 5 8513,-3 5 0,-1 6 0,0 2 0</inkml:trace>
  <inkml:trace contextRef="#ctx0" brushRef="#br1" timeOffset="126241">23074 2585 26239,'-3'-40'409,"0"-1"0,1 0 0,0 18-348,1 24-5,3 13-11,2 14 5,2 16-5,0 12-11,-3 7-20,-3-31 0,-1 0 3,-2 29-12,-2-6-5,0-13 11,-1-10 62,3-15 28,0-9-28,3-15-45,0-13-6,4-18 1,3-16-9,-2 21 0,1-1-174,0-4 1,0-1 170,1-2 1,0 0-4,0-1 0,0 1 3,1 2 1,1 2-7,-1 5 1,2 1 11,10-14-28,3 15 5,1 14 0,0 9 6,3 9 6,-1 10 318,-1 12-335,-3 10 5,-7 10 12,-8 4-17,-10 3-1,-12-1 35,-13-4-18,-12-5 7,-8-6 4,-1-9-10,12-9 28,1-8-12,22-12-16,0-2 5,16-5-11,9-1 11,12 5 11,11 1-22,8 3 0,8 7-11,3 3-11,0 5 16,-1 2 6,-4-1 6,1-4-17,0-4 22,2-8 0,-4-7-50,-6-9 39,-9-5 17,-10-4-1,-9-1 1,-7 0 34,-3 2 21,-5 8 102,-1-3-167,-1 13-7,0-2 0,2 7 0,1 10 0,1 5 0,0 12 0,3 6 0,3 3-29,4 1-503,1-2-852,2-3-1814,2-4 3198,6-7 0,-10-9 0,1-4 0</inkml:trace>
  <inkml:trace contextRef="#ctx0" brushRef="#br1" timeOffset="126407">23892 2397 26004,'7'-42'-638,"13"18"1,5 42 0,0-2 0</inkml:trace>
  <inkml:trace contextRef="#ctx0" brushRef="#br1" timeOffset="126891">24462 2417 27609,'-56'-6'39,"-1"1"0,5 1 0,7 8-50,6 33-6,11 2 188,12 0-188,11-4 69,15-1-58,-2-13 24,10-2 5,-6-12 86,4-2-115,1-7 46,6-9-35,-7 1 12,9-10-6,-9 6 6,5-2 17,-1 4-1,1 5-22,-8 7 6,4 10-11,-8 11-6,-1 13 5,-4 11 1,-9 5 0,-4 9-23,1-19-22,-4 10-62,4-21-118,-6 6-279,-18 0 263,-3-14 190,-2-4 6,6-17-118,13-15-319,3-10-3260,17-27 3736,7 11 0,2 2 0,-1 24 0</inkml:trace>
  <inkml:trace contextRef="#ctx0" brushRef="#br1" timeOffset="127550">24710 2259 22767,'1'-5'2783,"0"2"-582,-1 3-2117,54-38 84,-34 44 0,40-16-76,-53 42 1,-9 10-57,1-5 1,-3 1-1002,-2 11 1,-2 0 972,1-16 1,-1-1-242,-1 6 0,0-1 238,0 19-72,4-20 0,1-1 62,2 11 27,5-11 17,1-25 17,8-14-44,2-13-12,17-29 0,-1-4 661,-10 15 1,1 0-662,-3 6 0,0 1 0,11-15 0,8 1 576,-3 18-576,-1 6 189,2 15-189,-8 17 0,-6 3 0,4 12-2855,-3 4 2855,-3-6 0,11 10 0,-10-21 0,4 0 0,3-10 0,6-19 0,1-7 0,5-23 0,-11-12 0,-7 5 0,-12 15 0,-1-2 0,-1 1 0,-1 1 0,-2 2 0,0 1 0,2-25 3392,-5 34-3392,-2 14 0,1 6 0,-4 14 0,0 5 0,-1 16 0,1 5 0,2 7 0,3-7 0,6 23 0,-1-27 0,2 5 0,0 1 0,4 9-368,-3-15 1,0 0-378,4 7-3831,11 6-1143,-10-26 4871,10 9 0,-18-23 0,0-1 0</inkml:trace>
  <inkml:trace contextRef="#ctx0" brushRef="#br1" timeOffset="127724">25413 2454 23623,'-3'-2'2891,"1"0"-1777,2 2-800,85-52-169,-36 34-123,3-11 1,1 3-264,7 20-822,-30 4 0,1 1 0,-22 1 1</inkml:trace>
  <inkml:trace contextRef="#ctx0" brushRef="#br1" timeOffset="145433">10287 16799 23366,'13'-7'1495,"-3"1"-1383,-11 7-17,-6 1-134,-11 0 50,-17 5-11,-18 4 0,13-2 0,-1 1 11,-17 4-8,18-5 0,2-1 31,-4 1 38,-5-1 40,12-4 46,11-2-1,10-4-34,7 2-90,5-1-212,1 1 179,-1 9 45,-2 11-23,-5 20 29,-7 17-170,5-20 0,-1 3 200,-9 19 0,-1 1-782,7-17 0,-1 1 723,0-1 0,-1 3 1,2-4 5,3-1 0,1-2-77,-2 7 0,4 2 60,9 0 0,3-3-11,7 14-6,5-24 1,5-3-1,17 4-8,-11-15 0,3-2-45,3 0 1,4-4-561,17-2 0,5-3 223,3-5 0,-1-3 1,-14 1-1,-3-2 0,-10-3 1,1 0-1</inkml:trace>
  <inkml:trace contextRef="#ctx0" brushRef="#br1" timeOffset="150190">7834 4921 6344,'-5'0'2643,"1"0"1077,4 0-3048,-21-16-246,15 10-163,-16-12-319,22 16-879,0 0 1019,3 2 117,9 1-100,4 0-39,11 0-23,3 1-34,7 0-10,6 1-1,6-1 23,4 1 22,4 1-451,5 0 420,-29-2 1,1 0 5,1 0 0,1 0-3,2 0 1,0 0 4,1 0 1,1-1 11,1 0 0,0-1-325,1 1 0,0-1 313,0 0 1,1 0-14,0 0 0,1 1-12,-3-1 1,0 2-6,-1-1 0,-1 2 0,-1 0 0,-1 0 0,-1 1 0,0 1-89,0 0 1,0 0 127,0 0 0,0 0-5,2 0 0,0-1-359,2-1 0,1-1 364,5 0 0,2-1-11,4-2 0,3-1-329,4 0 0,2-2 322,-17 1 1,0-1 0,0 0-7,1 0 1,1 0 0,-1 0 9,1 0 0,0 0 1,0 0 6,-1 0 1,1 1 0,-1-1-4,-1 0 0,-1 1 0,1-1 21,19-1 0,0 0 0,-2-1 1,0 0-9,-1 0 0,-1 1-23,2-2 1,-1 1-3,3 0 0,0-1-3,-19 3 0,2 1 0,-1-1-196,3 0 1,0 0-1,1 0 198,2 1 0,1-1 0,0 1-10,1 0 1,-1 0-1,1 0-3,-1 1 0,0 0 0,-1 0 11,-1 0 0,-1 1 0,-1 0 7,-2 0 1,-1 1-1,0-1 40,19 1 1,-2 0 86,-4 0 1,-1-1 58,-2 1 0,-2 0-33,-1 0 0,0 0-286,-2 0 1,1 0 198,0 0 0,0 0-31,1 0 0,1 0-20,1-1 0,-1 0 6,2 0 0,1 0 6,-1-1 0,0 1-15,-1-1 1,-1 0-4,-1 0 1,-1 0 3,-2 0 0,0-1 8,-3 1 0,0-2 8,-2 1 0,0 0 63,-1-1 1,0-1-61,-1 1 1,1-1-1,1 0 0,-1 1-6,1-1 1,0 0-12,1 1 1,-1-1-9,0 0 0,0 1 0,-1 0 0,0 0 3,0 1 0,0 0 2,-1 0 1,0 1-9,0 0 0,0 1 3,0 0 0,-1 0-3,0 0 1,-1 1-4,0-1 1,0 1 5,-1 0 0,-1 0 5,0-1 1,-1 0 306,-1 1 0,0 0-293,-1 0 1,0 0 16,-1 0 1,0 0 21,0 0 1,0 0 8,-1 0 1,1 0-21,-1 0 1,0 0-17,1 2 0,0-1-17,1 2 0,0 0-9,0 1 1,1 0-4,2 1 1,1-1-3,0 1 0,0-1 6,2 0 0,-1 1 8,2-2 0,0 0 8,1 0 0,0 0 318,2-2 1,0 1-313,0-1 0,1 0-3,0 1 1,0-1-7,0 1 1,0 0 2,0 0 1,0 1-4,-1-1 1,0 1 8,1 0 0,0-1 3,-1 1 0,0 0-17,0 0 0,0-1-9,0 1 1,-1-1-6,-1 0 0,0-1 2,-1 1 1,0-1-9,0-1 1,0 0-4,1 1 1,0 0 5,0-1 1,1 1-9,0 0 0,1 1 2,-2 0 1,1 1 8,-3 1 0,-1 0 0,-3 0 0,-1 1 14,26 4 534,-8 0-551,-8 0 12,-5-1 16,-1-2 11,4-1-16,8-2 10,10-2-22,-28-1 1,2 0-12,3 0 1,1 0-7,1 0 1,2 0-143,0 0 0,0 0 137,0 0 0,0 0 11,-2 0 1,0-1-15,5 1 0,0-2-2,15 1 19,-20-1 0,0 1-71,16-1 65,-21 2 0,1-1-8,1 0 0,0 1-3,0 1 1,1 1 2,-1 0 0,-1 1-6,0 1 1,-2 1 13,-2 0 0,0 0 381,27 5-384,-3-1 3,-21-5 1,-1 0-9,14 0 11,-14-3 0,0 0 12,12-1-23,15-1 17,0 0 5,-3 0 0,-4-1 1,-7 2-1,-8 0 218,-5 0-218,-5 0 919,-2 0-930,0 0 479,4 0-479,3 0 1,3 0-18,1 2 236,5-1-230,-10 2 6,-6-1 5,-11 0-5,-8-1 10,0 0 18,4 0-34,2 0 0,3 2-6,5 1-5,-3 0 17,7 1-1,5 2 7,-7-2 10,-2-1 28,-6-1 18,-4-2-1,6-1-28,2 0 11,10 0-22,-4-1-16,0 0 10,-2 1-33,-5 0-17,8 0-308,2 4-1457,-12 1 1793,-5 2 0,-11-3 0,-4-2 0</inkml:trace>
  <inkml:trace contextRef="#ctx0" brushRef="#br1" timeOffset="156559">25565 4237 25158,'-38'-14'532,"1"0"0,-11-12-341,94 17-155,-15 5 1,3 0-18,16 0 1,3 0-963,2 2 0,-1 1 948,-9 0 1,1 1 2,12-1 1,-1 2-319,-11-1 0,0 0 313,9 0 0,0 0-148,-5-1 1,-3 0 239,11-4-39,-21-2 6,-34-10 1203,-18-4-1254,-12-13 22,0 10 1,-3 0 36,3 1 0,0 2 574,-1 1 1,1 0-354,-16-10 560,15 12-672,6 3-111,8 6-57,12 7 11,2 1-11,6 7 6,17 15-6,10 8-5,-8-8 0,3 1-337,1 0 1,0 1 313,5 1 1,-1-1 2,-5-4 0,-2 1-28,5 3 0,-3 1-154,2 14-376,-19-8 1,-8 2-476,-25 24 33,-5-21 0,-4-4-496,2-8 1,-2-4 1509,-5 3 0,2-4 0,7-4 0,1-2 0</inkml:trace>
  <inkml:trace contextRef="#ctx0" brushRef="#br1" timeOffset="157275">27199 4022 24385,'3'-51'1047,"1"-1"1,-2 7-1,0 5-554,1 3-331,-3 16 1,0 12-118,0 15-6,0 14 22,0 21-16,0 22-40,0-25 1,-1 1-368,0 5 1,1 0 321,-2 1 1,2 0-101,3 0 0,2-1-274,2-2 0,4-1-376,3-3 1,3-3-549,2-4 0,0-4-2331,20 14 398,-3-20 2380,-3-19 2202,-4-21 1338,-3-16-1221,-7 0 1670,0-25-1765,-9 20-353,1-15 482,-7 21-958,-4 10-336,-2 10 235,-1 8-392,1 5-17,1 7 17,6 4-16,7 8-6,13-1-6,8-1 11,5-6 23,0-4 0,-3-12 56,-7-8-12,-7-11-61,-8 2 146,-5-20 22,-7 12 39,-4-11-88,-6 15-119,-4 9 0,-5 8 0,-3 8 0,-6 13 0,-6 11 0,0 14 0,4 12 0,11 9-387,14 4 157,10-30 0,3 1-414,5-2 0,3-1-664,3-1 0,4-3 1308,5-1 0,0-3 0,3 3 0,-2-8 0</inkml:trace>
  <inkml:trace contextRef="#ctx0" brushRef="#br1" timeOffset="157515">28319 4047 27886,'-4'-42'261,"1"-1"1,0 2 0,0 17-262,1 36 0,1 20 0,1 28 0,-1-17 0,-2 3-878,-1 9 0,-1 2 878,-1-15 0,0 1 0,-1 0 0,-1 2 0,-1 0 0,0 0 0,0-1 0,0 1 0,1-1-182,0-2 1,0 0-1,1-1-703,-2 15 0,-1-1-541,0-7 1,-2-1 1425,-4-4 0,-1-5 0,-2 4 0,-4-11 0</inkml:trace>
  <inkml:trace contextRef="#ctx0" brushRef="#br1" timeOffset="157665">27961 4918 16558,'3'-55'1432,"0"-1"1,0 0 0,1 6 0,0 1 0,3 5-1176,4 3 1,4 4-180,3 6 1,3 2-57,5 4 0,2 2-434,6 3 1,3 2 343,4 0 1,1 3-157,3-1 0,1 2-387,-1 0 1,1 0-894,-1 0 1,-1 0-3413,-1 0 1,0 0 4804,-8 1 1,-2 2-1,8-4 1,-20 6-1</inkml:trace>
  <inkml:trace contextRef="#ctx0" brushRef="#br1" timeOffset="157965">28829 4166 27936,'-5'-46'482,"3"-1"-387,16 4-17,-3-6-55,-5-5 10,-10-2-9,-4 5-24,-4 11 0,2 16 0,5 13 0,3 11 0,0 12 0,1 15 0,-1 18 0,1 16-120,0-25 1,1 1 119,2 4 0,1 0-581,0 2 1,3 0 492,1 1 1,3-1-280,1-1 1,1-1-523,2-2 0,1-2-553,1-6 0,1-3 1442,19 13 0,-16-21 0,-3-12 0</inkml:trace>
  <inkml:trace contextRef="#ctx0" brushRef="#br1" timeOffset="158126">28850 4140 26766,'-21'-42'136,"0"0"0,4 3 0,12 8-253,42 14-359,16 4-1210,10 6-1009,-10 4 2695,-1 6 0,-40-4 0,-4 2 0</inkml:trace>
  <inkml:trace contextRef="#ctx0" brushRef="#br1" timeOffset="158415">28498 3802 26071,'-10'-9'577,"-9"14"-532,-9 26-107,-7 17-288,17-20 0,2 2-1770,1 2 0,3 2 1057,-6 25 0,10-21 0,6-18 0</inkml:trace>
  <inkml:trace contextRef="#ctx0" brushRef="#br1" timeOffset="159391">29985 4099 22620,'0'-57'759,"0"0"0,1 1 0,-1-10 0,0 5-463,1 11 1,-1 6 56,-1 5 440,-1 20-781,0 13 260,1 31-255,1 17-12,1-5 1,-1 4-424,1 6 0,0 1 418,-1 7 0,1-1-9,0-10 1,-1 1-89,0-1 0,0 2 0,0-2-214,0 1 0,0-1-193,1 18 0,0-2-216,0-18 0,1-5-569,0 21 253,-5-24 822,-10-22 439,-11-25 301,-9-18-112,13 6 1,1-1-81,0-4 0,1-2 66,1 0 1,3 0 958,-6-18-542,9-10-587,13 24-168,12-11-62,19 17-12,22 5-264,-2 10 265,-13 7 0,4 1-34,3 3 0,2 0-195,-1 0 1,0-1 230,4 2 1,-3-1 14,14-2-12,-18-3 62,-15-2 11,-16-4 34,-9 0 309,-12 1-208,-4 2 707,-7 4-763,-3 4-23,-5 10-90,-1 9-72,1 14 39,8 0 17,6 28-23,17-14 6,0-12 0,4 1-16,20 15 10,9-8 12,-7-13 44,8-10 28,-17-20 6,5-11 79,-13-19 66,-4-11-38,-5-8-12,-5-2-60,-5 3-3511,-3 7 3392,-2 16 0,-7 6 0,3 17-181,-7 6-765,5 16-1754,5 15 2700,10 17 0,1-20 0,5 1 0</inkml:trace>
  <inkml:trace contextRef="#ctx0" brushRef="#br1" timeOffset="160132">30960 4087 28317,'41'-3'67,"-10"18"-50,-30 18 0,-7 8-23,2-2 0,0 0-568,-1 0 0,-1-1 588,0-3 0,-1-3-14,-9 22 208,-1-18-186,4-17 275,-5-17-263,9-17 5,-3-20-11,8-21-17,4 21 0,2-2-65,2-4 1,3-2 53,3-1 0,3 0 0,3 0 0,4 2 0,2 0 0,2 3 0,1 4 0,2 2 0,-1 4 0,1 2 64,0 6 1,-1 2-65,24-8 0,-4 13 0,-8 9 0,-7 13 0,-10 8 713,-8 12-713,-9 10 0,-16 9 0,-14 6-309,6-26 0,-3-1 309,-2 0 0,-1-1 0,0-3 0,0-1 0,-21 14 0,10-9 0,13-7 0,7-4 0,7-1 0,4 2 618,3 0-618,4 2 0,11-1 0,12-1 0,15-6 0,12-4 0,5-10 0,1-5 0,-3-9 0,-7-5 0,-8-3 0,-10 2 0,-11 4 0,-8 3 0,-7 3 0,-2 4 0,-2 4 0,1 2 0,-2 3 0,1 0 0,0 6 0,0 4 0,0 8 0,2 5 0,4 4-181,3 4-1560,3 0-3754,1 1 5495,-1-6 0,-4-11 0,-3-7 0</inkml:trace>
  <inkml:trace contextRef="#ctx0" brushRef="#br1" timeOffset="160325">31818 4002 24060,'-4'-5'3092,"0"1"-2566,4 4-195,0 0-359,-31-60-90,24 49-190,-21-36-705,35 73-1418,6 13 2431,8 11 0,-9-21 0,1-3 0</inkml:trace>
  <inkml:trace contextRef="#ctx0" brushRef="#br1" timeOffset="160742">32169 4128 22274,'0'-5'4508,"1"1"-3813,-1 4-275,-18-64-151,-2 42-197,2-14 1,-4 4-17,-21 32-45,13 5 12,-3 19-23,20 6-11,2 12-1,8 4-16,12 4 23,3-14-6,5-7 27,2-15 24,-4-9 60,3-8 81,-1-11-181,-2-9 0,-1-5 0,-4 1 0,0 5 0,0 6 0,6 10 0,-4 6 0,8 17 0,-11 14 0,0 16 0,-11 11 0,-4-20 0,-4 0 0,0-6 0,-1-1 0,0-1 0,-2-1 0,-16 19 0,-2-15-364,-19 5 13,21-22 1,-3-4-742,-10-3 0,0-4 139,-15-2-896,20-9 1,4-5 1848,9-10 0,4 3 0,13 5 0</inkml:trace>
  <inkml:trace contextRef="#ctx0" brushRef="#br1" timeOffset="161358">32450 3780 28367,'-10'47'76,"0"-1"0,-1 1 0,-1 10 0,1-5-76,2-14 0,1-2 0,-3 17 0,-2 6 0,4-12 0,4-21 0,3-10 0,9-20 0,11-13 0,13-15 0,-4 1 0,1-3 0,-3 4 0,0 0 0,0-1 0,0 1 0,14-15 0,-15 23 0,-2 3 0,-7 13 0,-5 14 0,2 12 0,-2 2 0,7 13 0,1-5 0,13 13 0,-2-13 0,6-4 0,-10-16 0,9-12 0,3-23 0,2-12-312,-18 7 0,-2-4 312,-4-4 0,-4-1 0,-1 6 0,-2-1 0,0-13 0,-2-2 0,-2 3 0,-1 0 0,0 4 0,-1 0 0,-3 1 0,-1 6 0,-4 3 0,0 16 0,-1 10 0,-5 16 0,2 2 0,-15 37 0,10-1-111,5-10 1,2 2 110,1 19 0,11-8 0,6 1 0,0-14 0,3 1 0,8 17 0,2 1-575,-1-13 1,1-1-608,0-4 0,-2-3-1181,8 17 2363,-6-14 0,-17-27 0,-1-3 0</inkml:trace>
  <inkml:trace contextRef="#ctx0" brushRef="#br1" timeOffset="161525">32802 3859 27214,'40'-17'158,"0"1"0,-1-1 0,10-4 0,-4 4-141,-10 11 0,-3 3-4072,24 0 4055,-9 0 0,-13 2 0,-25 1 0</inkml:trace>
  <inkml:trace contextRef="#ctx0" brushRef="#br1" timeOffset="165174">11209 17373 24620,'1'-52'1193,"0"0"0,-1 11 0,1 6-986,2 6 6,-3 23-174,0 4-55,1 20 38,1 12-39,0 26-3,0-22 1,-1 0 2,-2 22-59,0-22 1,-1 0-860,1 18-3981,2-13 1,2-1 4059,0 8 1,4-5 0,-5-35 0</inkml:trace>
  <inkml:trace contextRef="#ctx0" brushRef="#br1" timeOffset="165400">11783 17577 28283,'2'40'-269,"1"0"0,-1-1 1,1-3-3922,1 20 3511,-1-11 1,0-17 0,-2-14 0</inkml:trace>
  <inkml:trace contextRef="#ctx0" brushRef="#br1" timeOffset="166067">12642 17235 27079,'-3'4'163,"-3"1"10,0 4-100,-2 0 140,-11 5-68,3-6 46,-7 1-96,9-5 213,0-9-157,7-5-78,-2-12-66,5-10-7,3-10 0,7 0 0,5 3 0,7 10 0,5 7 0,5 10 0,8 7 0,7 12 0,6 11 0,-1 15-319,-9 13 310,-25-17 0,-4 2-328,-7 5 0,-6 1 225,-11 7 0,-6 0-779,-10 6 0,-7-1 790,7-14 0,-2 0 1,-2 0 32,0-1 1,-2 0 0,1-1 63,2-4 0,0-1 1,2-3-55,-7 5 1,3-5 297,-11-1 315,22-29-308,15-18 424,12-13-586,9-5 1427,9 4-1512,5 10 337,5 13-337,9 16 0,10 13-353,-18-4 1,2 2-860,5 0 0,2-1 641,-2-2 1,-3-2-1,13 1 1,-20-6-1</inkml:trace>
  <inkml:trace contextRef="#ctx0" brushRef="#br1" timeOffset="167157">13437 17638 22912,'0'-4'3770,"0"0"-2734,0 4-1076,8-36 35,-5 37 44,7-17-50,-9 42-572,4 28-1164,-2-13-5546,5 19 6771,0-20 1,-3-16 0,-1-12 0</inkml:trace>
  <inkml:trace contextRef="#ctx0" brushRef="#br1" timeOffset="167666">14032 17289 24805,'-2'-56'528,"1"0"1,1 5-1,5 6-376,17 5-63,11 6-22,10 7-22,9 9-45,4 9-39,-1 11 39,-5 13 6,-8 11-34,-9 12 16,-11 8 12,-12 7 12,-17 5-667,-13 2 621,-10-5 17,-5-8 266,5-12-126,5-12 272,8-12-36,6-6-18,4-5-55,2-3 229,3-1-414,1-3-68,4 0-27,6-2 11,9 3-17,9 1 39,4 6-50,0 9-34,-1 7 62,-3 9-73,-4 6-23,-7 3-5,-10 5-123,-16 3-258,-14 3-31,4-22 1,-3 0-766,-2-2 0,-3-1 1261,-1-1 0,0-3 0,-4 2 0,7-8 0</inkml:trace>
  <inkml:trace contextRef="#ctx0" brushRef="#br1" timeOffset="167873">14994 17437 25634,'-5'46'-773,"1"1"0,0-4 0,1-5 773,0-3 0,2-16 0,1-4 0</inkml:trace>
  <inkml:trace contextRef="#ctx0" brushRef="#br1" timeOffset="168257">15407 17125 28671,'4'16'0,"-4"15"0,-3 6 0,-2 3 0,2-3 0,0 0 0,1-5 0,2-1 0,8 18 0,9-14 0,12-16 0,11-15 0,9-18 0,6-16-318,-27 10 1,0-3 317,-1-2 0,-1-2 0,-3 1 0,-1 0 0,14-20 0,-12 12 0,-8 15 0,-9 14 0,-4 15 0,0 19 0,1 23 0,-2-16 0,0 2-269,0 6 0,-1 1 269,0 4 0,-1 2 0,2 2 0,0 1 0,1 1 0,2 1-501,2 6 0,1-4 1,-3-24-1,-1-3 1,6 26-1</inkml:trace>
  <inkml:trace contextRef="#ctx0" brushRef="#br1" timeOffset="187724">5298 4317 20421,'-6'0'3265,"1"0"-1480,5 0-1774,-15-38-632,43 18 288,10-29-720,6 39 0,7 6-56,1-1 0,1 3-1054,-3 4 0,-2 3-1343,-9 4 1,-3 2 3463,11 14 1,-25-6 0,-16-7-1</inkml:trace>
  <inkml:trace contextRef="#ctx0" brushRef="#br1" timeOffset="188116">5415 4593 17834,'-46'19'2312,"-1"0"1,8-3-1,6-4-1058,17-7-966,25-13-142,24-12-60,-2 4 1,3-2-1102,12-4 0,3-2 970,8-2 1,1-2 77,-17 10 0,1 0 0,-1-1-53,-1 2 1,0-1 0,-2 1-118,15-5 1,-2 1 139,-9 3 1,-3 2 35,15-9 120,-22 9 3,-21 8-2,-20 5-175,-12 6 1887,-13 7-1502,-7 8-91,1 8-103,5 6-139,12 4-112,11 3 286,19-3-158,16-5-387,19-10 142,15-11-149,-24-8 1,0-4 325,2-3 0,0-2 122,-2-3 0,-1-3 121,-4-3 1,-2-2 456,13-23 64,-16-4-76,-16-2-423,-18 0-390,-13 6-358,-12 13-422,-7 19-6123,-10 30 7045,3 11 1,17-3 0,13-8 0</inkml:trace>
  <inkml:trace contextRef="#ctx0" brushRef="#br1" timeOffset="203723">9375 15502 26312,'21'-29'-275,"0"-1"1,2 4 0,2 6-606,31 10-699,-1 6-981,-9 9-1730,-12 7 4290,-13 12 0,-11-11 0,-7 2 0</inkml:trace>
  <inkml:trace contextRef="#ctx0" brushRef="#br1" timeOffset="203866">9545 15628 22117,'-45'17'1280,"0"1"1,6-2 0,8-5-855,18-10-314,9-1-230,2-2-207,8 0-426,11-4-1074,22-3-2740,23-4 3886,-29 7 1,-1-1 0,14-2-1,-18 4 1</inkml:trace>
  <inkml:trace contextRef="#ctx0" brushRef="#br1" timeOffset="204433">10348 15259 26967,'-4'-28'185,"-9"9"-174,-16 25 28,-16 4-5,-7 1 16,-2-1 46,9-4 66,12-3 28,13-5-27,10-1-40,6-2-78,3 2-73,1 2 5,0 5 40,1 7 6,3 10-12,-1 7-22,3 4-1,-4 2 24,1 0-12,-2-6 5,-5 15 18,-2-11-18,-6 12 12,1-15 17,2-9 16,4-10 107,3-7 22,3-7-78,4-4-55,4-9-46,6-5 0,6-2 0,5 0 0,4 2 0,8 4 0,6 5 0,6 5 0,3 4 0,-3 10 0,-7 4-35,-9 10-88,-13 5-146,-10 7-386,-15 3-908,-15 2-2245,-15 1 3808,-1-10 0,10-11 0,11-9 0</inkml:trace>
  <inkml:trace contextRef="#ctx0" brushRef="#br1" timeOffset="204667">10400 15198 27124,'53'-9'394,"1"0"0,-6 1 0,-6 2-148,-16 6-127,-4 0-119,-5 0 0,-3-1-1844,-2-1 1844,-4 0 0,-3 0 0,-3 2 0</inkml:trace>
  <inkml:trace contextRef="#ctx0" brushRef="#br1" timeOffset="206348">11085 1989 24385,'6'-47'-209,"1"0"0,5 5 0,8 9-256,35 18-258,-14 9 0,1 4-4193,0 5 1,-2 2 3070,23 1 1,-10 6-1,-45-9 1</inkml:trace>
  <inkml:trace contextRef="#ctx0" brushRef="#br1" timeOffset="206749">11288 2111 26110,'31'-27'269,"0"-1"1,23-6 0,1 8-107,-24 16 0,1 3-853,11-4 0,5 0 0,-5 2 308,19-3 253,-22 5 0,-3 1 25,-5 2 761,-12 3-197,-15 4-278,-4 4-155,-12 10 612,-11 13-171,-2-1 88,-13 17-312,11 1-420,10-1 762,24-2-604,30-22 104,23-11-130,-24-12 1,0-4-190,2-1 0,-1-3 303,-2-4 0,-1-2 159,-5-2 1,-2-1 322,12-21 333,-19-3 132,-20 0-650,-10 9-374,-10 9 0,-6 3 29,-22-7-243,12 11 1,-2 2-245,5 6 1,0 4-9367,-26 4 7695,21 4 1,15 1 0,17-1-1</inkml:trace>
  <inkml:trace contextRef="#ctx0" brushRef="#br1" timeOffset="210891">26159 2507 21069,'-4'0'1434,"1"0"-1439,3 0-388,57-54-912,-2 36-1868,-1-10 1,3 1 3172,-17 23 0,-3 4 0,13 0 0,-24 1 0</inkml:trace>
  <inkml:trace contextRef="#ctx0" brushRef="#br1" timeOffset="211041">26205 2692 22197,'56'-17'-297,"0"0"1,-1 0 0,-5-2 0,-5 4 0,-9 8 0,-1 0 0</inkml:trace>
  <inkml:trace contextRef="#ctx0" brushRef="#br1" timeOffset="211648">26936 2297 19031,'-3'0'3831,"0"-1"-2549,3 1-1069,2-68-135,12 42-72,-4-14 0,5 3-12,28 25 0,-6 5-22,23 14 0,-23 6 12,14 10-46,-19 7-5,-11 3 5,-9 3 12,-9-6-6,-16 13 95,-5-14 39,-15 11 51,2-15-62,5-7 303,-3-7-23,15-7-72,0-4-79,13-7-78,9-4-68,1 0 90,21-5-67,-3 9 11,12-2-28,-3 12-56,0 7 6,1 10-6,-3 8 0,-3 8-56,-12 13-12,-11-15-251,-27 13-1031,-26-17-3566,9-12 1,-3-2 3747,7-3 0,1-3 0,-19 3 1,35-10-1</inkml:trace>
  <inkml:trace contextRef="#ctx0" brushRef="#br1" timeOffset="220800">2413 6639 21699,'-3'-56'1124,"1"-1"0,-1 7 0,4 7-698,6 14-223,-1 11-152,0 9 9,1 18-10,3 15-11,1 25-39,-5-15 0,-2 2-320,-1 8 1,-1 1 285,-2 3 1,0 2-99,-1 1 1,0 0-290,0-1 1,1 0-658,3-1 0,2-1-967,1-2 1,2-2-1155,3-5 1,-1-1-2425,6 23 4900,-12-17 2700,-24-17 3339,-20-14-583,-22-18-3635,27-4 1,-1-4-248,0-6 1,2-5-290,3-3 1,3-4-174,4-4 1,5-3-180,5-1 0,5-2-143,6 0 0,5 0-48,7 0 1,5 2-26,7 2 1,6 2-1,7 3 1,5 3-1,5 4 1,5 3-478,4 3 0,2 3 486,3 3 0,1 4-15,1 2 1,-1 3-6,-4 1 1,-1 2-4,-6 2 0,-3 2 175,-8 0 0,-3 2-244,11 7 77,-20 5 74,-16 4 661,-15 5-527,-9 7 1107,-9 4-1140,0 2 4,6-4-128,8-6 34,12-8 112,17-8-95,1-6 38,19-12-21,-2-8 27,12-10 68,1-6 55,-8-5-5,-11-3-28,-14-4-61,-16-6-34,-15 0 11,-14 2-1758,3 22 0,-2 4 1658,-12-6-101,-17 5 45,28 17-52,3 2-161,14 11-286,21 11-644,15 11-1586,19 11 2745,-14-17 0,-1-1 0,5 4 0,-3-2 0</inkml:trace>
  <inkml:trace contextRef="#ctx0" brushRef="#br1" timeOffset="221266">3705 6865 27841,'-18'-47'45,"5"27"-45,17 61-6,4 16 3,-1-18 0,1 1 0,-1-6 1,0-2 2,0 0 0,1-1-23,2 15 18,-6-22 33,-1-1 101,-7-13-34,-6-15-11,-8-13-45,2-4 51,-5-21-34,5-10-282,7 17 1,0-4 242,-1-16 0,2-1-613,1 8 0,2 0 612,1 2 1,0 1-9,1 6 1,3 4-20,7-14-6,2 17 0,3 2-33,19-12-758,14 10 802,-12 21 372,11 9-378,-12 12 1160,12 19-1154,-12 7-16,-5 14-1,-16-16 1,-11 8 11,-17-6-6,-5-6 0,-4-1 0,-16 10-64,-2-10 0,-2-3 72,0-7-696,-9 2-4001,31-18 4706,18-6 0,2 1 0,4-1 0</inkml:trace>
  <inkml:trace contextRef="#ctx0" brushRef="#br1" timeOffset="221490">4230 6626 26894,'54'-29'-3008,"0"0"0,-11 5 1,0 5 3007,5 13 0,-3 5 0,-5 1 0,-20 0 0</inkml:trace>
  <inkml:trace contextRef="#ctx0" brushRef="#br1" timeOffset="221640">4367 6822 27628,'38'-8'-305,"1"0"0,8-2 0,-1-1 1,-13 3-1,-2 0 0,28-6 0</inkml:trace>
  <inkml:trace contextRef="#ctx0" brushRef="#br1" timeOffset="222674">5291 6793 20935,'-3'-59'1473,"0"0"0,-1 4 0,1 3-1134,0 15 0,1 3 215,-2-26-134,1 16-212,2 17-141,1 14-50,0 16 5,2 15 17,2 18-11,3 21-17,-3-21 1,-1 1-290,-1 4 0,0 1 286,-1 1 0,-1 0 0,-1-3 1,0 0 2,0-4 1,0-1-7,-1 20 1,1-16 78,1-18 129,2-12-62,2-20-90,4-16 12,0-18-40,-3 14 1,-2-2 43,0-4 1,-1-2-56,-1-2 0,-1 0 3,-1 0 1,-1 2-4,0 4 1,0 2-29,-3-14-11,1 20-33,3 16 27,1 19 7,6 12 16,4 18 22,4 14-36,-8-21 0,0 1 3,-2 2 0,0 1 8,-2-2 0,-1 1 3,-1 26 475,-2-14-442,0-17 34,-4-14 23,-4-16-17,-5-16-28,-4-17 16,1-19-19,10 19 0,1-2-254,3-3 0,0-1 212,3-1 0,2 1 0,2 2 0,2 3 0,7-22 0,0 17 0,-3 19 0,-3 14 0,-2 20 0,-1 17 0,0 27-813,-2-19 1,0 4 223,0 11 0,0-1 0,0 8 0,0-1 1</inkml:trace>
  <inkml:trace contextRef="#ctx0" brushRef="#br1" timeOffset="237523">25729 5825 24195,'38'-7'29,"0"1"1,12-2 0,1 0-30,-6 4 0,1 0-2367,13-3 1,1 0 2349,-14 2 0,-1-2-25,13-2 0,-4-2 1283,4-4-1202,-22 2 0,-5 0 11,-7-6 864,-29-18-757,-21 7 50,-6 6 0,-3 1 0,-17-3-137,12 11 1,0 2 355,-3 1 2498,0 0-2700,19 4-113,15 3-100,16 3 0,14 5 1,21 6-18,17 8-282,-25-5 1,-1 2 287,20 11-6,-19-1 0,-2 3-729,7 18 715,-14-11 1,-2 2-223,-10-4 1,-3 0-123,-3 0 0,-4 1-1124,-6-1 1,-2-1 1487,-9 20 0,4-26 0,5-16 0</inkml:trace>
  <inkml:trace contextRef="#ctx0" brushRef="#br1" timeOffset="238657">27704 5914 22263,'4'-58'1349,"0"-1"1,-1 5 0,-1 4-1006,0 11 1,0 3-110,-1-12 247,-4 6-382,1 28-100,-1-1 6,2 26 0,3 17 10,3 25-16,-2-16 0,1 1-20,-1 8 1,0 2-599,-1 4 1,-1 1 415,0 2 0,-1 0-218,0-1 0,0 0-395,0-3 0,0-2 158,0-12 0,-1-1-1592,-3 8 0,-3-1 255,-5 2 2095,-9 8 1187,4-38 404,7-29-791,5-7 163,6-10 1,3-4-253,8-25-389,-1 15 1,1-3-225,3 7 0,1 1-71,1 1 1,1 1-70,2 5 0,2 2-45,0 4 0,2 4-3,27-11-152,3 13 102,-1 12 28,-3 6-12,-3 6-10,-1 2 5,-4 2 11,0 1-50,-8 1-45,-6 3 45,-10 3 816,-8 8-715,-9 6 276,-7 6-288,-3 3-16,0 1-6,3-1 0,8-6 0,7-6 22,11-8 1,8-7 33,4-7 95,-2-9 90,-4-7-84,-9-5 392,-4-26-185,-12 4-207,-3 8 0,-2-2 111,-14-22-16,-8 3-56,-5 10-78,-1 11-51,0 13-67,3 8 0,5 9-73,7 10-291,8 10-963,8 12-3541,15 9 4868,5-2 0,-2-13 0,-5-11 0</inkml:trace>
  <inkml:trace contextRef="#ctx0" brushRef="#br1" timeOffset="239140">28926 6084 25141,'-2'-5'2593,"1"1"-1831,1 4-689,-22 5-34,8 34-39,-18 13-435,24-11 1,3 2 437,0-2 0,2-1-6,2-1 0,1-2 0,2-1 0,1-2 185,3 25-182,-1-13 34,-3-19 12,-2-14-46,-1-18-13,-1-15 695,1-5-679,0-8 1,3-4-4,2 4 0,1-1-496,3-20 0,2-3 496,2 3 0,2-1 0,1-1 0,0-1 0,-1 3 0,1 2 0,-2 6 0,1 3-96,-3 6 0,2 4 96,10-16 0,2 17 0,1 15 0,3 10 0,3 12 970,-1 10-970,-2 14 0,-4 10-23,-7 6 180,-8 4-224,-12-2-67,-18-2-135,-21-6-491,11-20 1,-2-3-1118,-6-1 1,-2-1 1240,5-3 1,1-1 0,-11 1 0,21-6 0</inkml:trace>
  <inkml:trace contextRef="#ctx0" brushRef="#br1" timeOffset="240100">30232 6119 23153,'6'-63'1027,"1"1"0,0 2 0,1 2-703,1 9 1,1 2-406,0 6 0,-1 3 490,4-22 72,-6 21-352,-4 18 4,-3 13-150,-1 15 17,0 17 28,0 22-11,1-14 0,-1 2-198,1 6 0,0 2 175,1 4 1,1 1-26,0 3 0,1 2-56,2 1 1,1 0-85,1 0 0,0-1-118,2-3 1,-1-1-107,0-6 1,-1-1 4,-1-8 1,-3-2-104,-8 14 325,-11-22 190,-11-23 107,-3-19 95,0-20 51,6-13 5,4-8-135,14 28 1,1-1-26,1 1 1,2-1 30,9-27-89,6 9-45,13 10-12,9 12-33,11 8-22,10 8 146,-23 9 0,0 1-150,3 1 1,0 1 33,0 0 1,-1 1 2,-2 0 0,-1 0 1,23-1 38,-17 0 51,-15 0 44,-14 0 96,-6 1-118,-18 5 6,-5 4 457,-17 9-519,3 4-56,7 5 17,13 1 6,27 8-6,2-12 6,30 4-1,-4-16 18,10-2 33,3-7 5,-18-10 6,-8-3 96,-18-13-18,-10-3-16,-7-11 6,-9-2 66,-15-6-139,8 16 39,-8-3-85,18 20-105,1 1-286,12 11-533,13 10-32,4 4-3318,21 13 4258,-7-8 0,-4-2 0,-12-9 0</inkml:trace>
  <inkml:trace contextRef="#ctx0" brushRef="#br1" timeOffset="240590">31361 5837 24301,'0'-9'1658,"-2"-26"0,0-3-1322,1 17-292,-1-16 1,0 7 23,2 27-29,7 59-17,1-1-1530,-1-1 1,1 2 1501,-4-19 0,1 0 6,0 9 0,0 1 329,-2-12 1,0 0-336,-1 11 1,-2-1 55,-4 18-39,-4-12 17,-1-29 17,2-12 28,2-11 2357,1-19-2408,1-7 17,1-21 12,9-6-29,1 8 23,13-11-34,11 6-22,5 4 11,11 6-22,-6 23 10,-9 9-16,3 12 0,-9 9 40,10 21-29,-10 6 11,0 15 6,-15-16-45,-8 6 45,-16-15 12,-29 8-12,-10-16-223,15-11 0,-1-4 186,5-5 1,1-3-25,-17-4-858,-2-16-1046,29-1 1965,-1-14 0,16 19 0,6 2 0</inkml:trace>
  <inkml:trace contextRef="#ctx0" brushRef="#br1" timeOffset="241550">32012 6155 26066,'24'-38'300,"-1"1"1,1 0-1,-11 14-227,-19 28-28,-6 6-17,-10 9-11,-5 11-1,1 6 12,5 2-33,9-2-6,10-5 16,12-6 1,9-6 5,10-7 11,6-7 29,1-8 27,-3-8 1,-5-9 55,-6-7-28,-8-7-55,-7-6 44,-8-1-17,-5 1-10,-5 6-12,-4 10-12,-2 9-21,0 7-40,-2 8-39,-1 7-246,2 8-628,2 8-1283,8 6-5488,4 3 7701,8-5 0,-3-10 0,4-10 0</inkml:trace>
  <inkml:trace contextRef="#ctx0" brushRef="#br1" timeOffset="241790">32460 5819 25096,'0'-51'969,"0"1"0,0 5 0,0 7-594,0 4-201,0 15-129,-1 10-40,1 17 1,-1 15 16,1 22-19,0-12 0,0 2-440,0 7 1,0 2 388,0 4 1,0 1-107,0 3 0,1-1-280,1 1 0,2-2-580,0-3 0,2-2-2002,0-4 0,2-3 3016,4 17 0,-6-24 0,-3-17 0</inkml:trace>
  <inkml:trace contextRef="#ctx0" brushRef="#br1" timeOffset="242157">32295 6064 23709,'43'-28'-357,"0"0"1,0 0 0,-4 2 0,1 1 0,-3 6-358,3 9 0,-3 3-194,-2-1 1,-2-2-1754,23-15 1087,-14-4 1714,-15-4 1550,-14-3 1173,-14 2 111,-6 2-1148,-4 5-398,3 3-543,2 4-207,4 3-191,2 4-246,0 6-146,0 4-67,0 25 33,0 10-33,1 29-169,1-26 0,0 2 115,0 3 1,2 0-79,1 2 1,1 0-519,1 1 1,0 0-360,1-3 1,-1 0-1661,-2-4 1,0-1 2640,0 18 0,-4-30 0,0-16 0</inkml:trace>
  <inkml:trace contextRef="#ctx0" brushRef="#br1" timeOffset="242616">32765 6155 24435,'4'-54'426,"1"1"0,0 4 0,5 8-409,18 13-62,10 6-84,6 7-84,4 5-79,0 5 7,-2 3 122,-2 0 163,-16 1 73,-2 0 134,-17-1 118,-3 1 79,-3 0 638,-3 1-958,-6 3-45,-3 5-45,-6 9 17,-1 16 12,6-7-34,5 14 5,14-15-5,5 6-6,8-7 73,5-7 22,-5-13-33,-2-7 73,-1-16 27,-5-6 40,3-11 78,-3-14-72,-7 7-102,-1 2 46,-7 10-40,-4 14-73,-3 0-33,-5 10-179,-4 13-6,6 2-644,-4 15-1199,11 0-3332,-1 7 5371,7-3 0,-1-11 0,1-7 0</inkml:trace>
  <inkml:trace contextRef="#ctx0" brushRef="#br1" timeOffset="243149">33442 5945 27729,'0'-15'45,"0"13"-73,-3 44 39,-4-1 28,-4 10-39,2-18 22,1 0-5,2-12 17,3-6 162,0-7-157,3-11 23,2-13-40,2-8 51,3-14 128,8-15-111,0 9-45,4-1-23,-6 22-11,4 5-16,-1 12-40,13 7 39,-2 10-10,5 10 10,-12 1 34,-3 10-28,-9 6-17,-1 1 23,-7 2-12,-7-15 6,0-10 0,-7-6 73,2-11-38,2-3-35,1-20 0,8-2 0,3-5 0,8-2 0,6 13 0,10-2 0,-1 12 0,2 10 0,-7 15 0,-5 4 0,-3 32-337,-12-4-941,-4-12 0,-4 3 1278,-8-2 0,-2-2 0,-3 5 0,-6-5 0</inkml:trace>
  <inkml:trace contextRef="#ctx0" brushRef="#br1" timeOffset="252499">22477 5906 7447,'0'-4'5008,"0"0"3013,0 4-6223,19-27-863,-13 17-319,14-19-442,-18 26-113,-1 2-16,-1 13-11,1 4-23,-1 7 6,2 8-6,2 6-6,0 6 18,2 12-18,-2-4 1,-1-6 0,-1 15 5,-1-7 5,-3-10 1,1 1-331,-1-5 1,1-1 307,-2 9 1,1-2-6,0 15 8,1-23 0,1 1 9,2-7 0,0 1-6,1 9 0,1 2 28,4 11 0,0 1-12,-1-6 1,0 1-668,3 10 1,-2-1 655,-2-19 1,-1-1 5,1 9 1,0 3 18,1 5 1,0 1-28,0 3 0,0 3 6,-1-14 1,1 2-1,0-1-2,-1-6 1,1-1-1,0-2-1,1 9 0,0 1 13,3 9 1,0 2 6,-5-19 0,0 1 0,0-1-13,0 3 0,-1 0 0,0 2-9,0 6 0,0 1 0,-2-1 1,-1-6 1,0-2-1,-1-2 1,-1 10 0,1 0-10,-1-11 0,-1 1 0,1 0 8,0-1 0,0 0 0,0 0 3,0 2 1,0-1-1,1 2 2,1 4 1,0 0-1,1-1 13,2 11 1,1-4-18,-1-11 1,1-2 5,3 9 0,0 0-470,1-2 1,1 1 461,-1 1 0,0 1 14,2 6 0,-1-1-3,-3-10 0,-1-1-3,0 1 0,-1-2-6,-2-10 1,1 1-297,1 17 0,1 1 282,-2-17 1,0 1 13,3 16 1,1 1 8,-2-11 0,0-2-3,1 0 1,0-2-10,-3-9 1,0 0 19,3 16 1,-2 1 5,-2-14 0,-1 1 3,2 15 0,-1 1-3,-1-9 0,-2-1 5,1 1 1,-1-1-26,0-10 1,-1 2 26,1 14 1,0 0 0,0-14 0,-1-1-16,2 15 0,0 1-4,-1-9 1,1-1-9,0 0 1,1-1 1084,0 22-1091,0-15 1,0 0 37,1 16 233,-3-16 1,1 1-266,-1-10 1,0 0 30,-1-1 0,0 1-8,-1-1 0,-1-1-12,1 1 1,0-3 3,-2 19 760,-1 6-744,2 0-6,0 2-25,1-26 1,0-1 36,1 19-11,0-5-12,0-3 594,0-2-616,0 0 17,0 0 6,1-1 473,1-2-468,1-1-28,5 8 0,-3-15 11,5 13 6,-5-14 5,1 6 1,-4-2-6,0-2 27,-2-3-16,-2-3 17,-1-3 17,-2-4 22,-1-6 22,0-2-5,-2-3 0,-2-2-17,-3-2-28,-3-1-6,-1-1-11,-2-1-22,0 0 0,-3-1-6,-2-1 17,-2-2 6,0 0-17,0-1 16,1-1-10,3 0 10,-1-2 12,2 0 17,1-2 22,4 1 11,5 1 6,6 4-34,3 1-106,2 3-17,0 5 56,0 12 5,2 14 6,0 1 17,11 25 0,7-20 28,18 11 12,16-24-353,-19-16 1,3-4 348,5-6 1,2-3 2,2-2 0,0-4 20,-1-2 0,-2-2 25,-5 1 0,-3-1-56,18-12-56,-19 5 0,-16 4 0,-6 2 0,0 0-717,6-2-6391,10 0 7108,0 4 0,-8 6 0,-9 5 0</inkml:trace>
  <inkml:trace contextRef="#ctx0" brushRef="#br1" timeOffset="254123">16618 17454 21198,'0'-4'3965,"0"1"-1685,0 3-2274,-4-22-29,2 19 18,-7-6 16,2 36-84,-5 15-968,-3 18-1816,6-7-2565,4-5 5422,10-13 0,-3-23 0,3 0 0</inkml:trace>
  <inkml:trace contextRef="#ctx0" brushRef="#br1" timeOffset="254632">17042 17273 22167,'0'-6'4201,"0"0"-3126,0 6-1047,-25-10-39,6 40 22,-20 2-11,21 25-9,10-23 1,3 0-31,11 17 16,7-17 1,6-1-50,26 11-783,-12-24 1,3-5 821,15-5 7,-18-9 1,0-4 25,26-15 84,-6-4-33,-7-14-12,-29 0 39,-14-4-38,-9 7 10,-21-7-50,2 17 0,-4 1 3,-2-2 0,-2 1-228,-8-5 1,-1 0 263,8 7 0,1 0 17,-15-10 56,5 0 1636,25 7-1692,5 0-33,18-2-40,20 4-5,5 1 16,-1 9 0,3 2 0,5 3 1,1 3-1,0 1 1,0 3 108,4 3 1,-3 5-88,14 21-27,-16 0-28,-5 25-1615,-23-19 0,-4 1 1575,6 26-890,-12-8 1,-5 1 570,1-19 1,0-2-1,-8 28 1,5-24-1</inkml:trace>
  <inkml:trace contextRef="#ctx0" brushRef="#br1" timeOffset="254840">17896 17587 23545,'4'-3'3719,"-1"0"-3153,-3 3-600,-9 35-341,0-7-1339,-5 30-8117,7-20 9265,4-13 1,3-9 0,0-13-1</inkml:trace>
  <inkml:trace contextRef="#ctx0" brushRef="#br1" timeOffset="255482">18804 17277 23276,'3'-59'1200,"-1"-1"1,1 5 0,2 3-910,1 18 0,1 2 219,4-20-146,-4 17-185,-4 17-207,-2 12 17,-2 9 5,-7 28-5,-4 15 13,2-9 1,0 4-482,0 3 0,2 1 252,2 1 1,2 1-382,2-1 0,4-1-1008,3-2 1,2-2 1615,4-2 0,0-3 0,3 3 0,0-8 0</inkml:trace>
  <inkml:trace contextRef="#ctx0" brushRef="#br1" timeOffset="255849">19042 17207 24896,'-3'-43'421,"-1"0"1,1 1-1,2-18 1,8 8-299,27 1-513,-9 29 0,4 2 412,3 2 1,2 3-4,2 4 1,0 2 49,-1 2 1,0 4-92,27 8-17,-8 13-12,-12 17 57,-14 16 2,-20-20 1,-6 1 21,-6 5 1,-7 0-301,-7 4 0,-5-2 267,-8 1 1,-2-2-1,-4 0 0,0-3 6,3-5 0,1-2 11,6-5 0,2-3 125,-8 6-66,16-13 467,9-7-500,7-5 121,8-1-195,16 0-212,27-6-113,-13 2 1,3-1-142,6-2 1,2-1-1156,1 1 0,-1-2 1166,0 0 0,-4 0 0,3 0 1,-10 0-1</inkml:trace>
  <inkml:trace contextRef="#ctx0" brushRef="#br1" timeOffset="256033">20005 17288 27650,'3'40'-292,"0"1"1,-2 1 0,-1-5 0,-1-11 0,-3-1 0</inkml:trace>
  <inkml:trace contextRef="#ctx0" brushRef="#br1" timeOffset="256757">20725 17071 20914,'13'-54'1215,"1"0"1,0 0 0,2-12-1,-2 9-520,4-1-109,-11 37-373,-4 14-76,-2 5-148,-1 12 124,-2 27-113,0 13-11,-1 10-37,2-25 1,0 1-700,1 25 41,2-23 1,3 1-1609,1 0 1,2-2 2313,12 23 0,-5-23 0,-5-18 0</inkml:trace>
  <inkml:trace contextRef="#ctx0" brushRef="#br1" timeOffset="257140">21448 16936 22723,'0'-54'905,"1"0"1,1 14-1,-3 5 498,-8-1-1190,3 28 169,-7 10-388,1 7 40,-23 42-40,13-16-22,0 4 0,2 3 14,8-11 0,3 1-6,-2 16 1,4 2-140,5-10 0,4 0 142,4 5 1,5-4-1,5-12 0,3-4 11,16 12-50,19-12 40,-8-16 49,7-6 556,-5-20-500,-19-6-16,-8-3 118,-15-6-18,-19 1-100,-6 1 5,-17-1-72,-8 16-23,7 6-5,-24 10-118,27 8 329,-8 8-1001,27 8-1507,21 6-1361,5-4 3680,13 2 0,-13-17 0,2-2 0</inkml:trace>
  <inkml:trace contextRef="#ctx0" brushRef="#br1" timeOffset="257317">21990 17186 25511,'1'-6'2750,"0"2"-2340,-1 4-820,-13 39-2121,-10 9 1861,8-12 0,-1 0 1,-7 7-1,10-19 0</inkml:trace>
  <inkml:trace contextRef="#ctx0" brushRef="#br1" timeOffset="258707">22650 16822 15154,'3'6'4482,"-1"-2"1617,-2-4-5550,-29-28-157,22 8-112,-19-27-134,37 13-29,21-17-100,-3 16-6,-3 10 0,2 3 1,14 0-29,9 4 6,-7 9-17,-5 22 28,-18 1 22,-2 31-33,-18 7-6,-7-13 0,-4 2-322,-5 5 1,-6 1 297,-4-6 0,-3 2 0,0-3 24,-2 2 0,-2 0 13,1-3 0,-3 2 1,3-5-6,4-4 1,2-2 2,-3 3 1,3-2-1,-4 9 62,25-27-44,13-15 10,32-22-11,-14 8 0,4 0-503,10-5 1,2 0 398,4-1 1,1 2-149,9-2 0,0 2-39,-11 3 0,-2 1 81,-2 3 0,-2-1-322,-5 2 0,-2 0-392,21-8 397,-21 7 1,2-2 120,4-3 1,-1-2 424,-7 1 1,-2-1 53,-1 1 0,-2-1 522,13-25 402,-12 6 1041,4-13-889,-14 16-505,-5 7-492,-12 21 865,-5 6-978,-8 10 348,-12 10-336,-15 26-90,8 2-147,15-16 0,2-1 175,4 10-28,8 3 33,13-14 40,18 8-11,8-16 11,15-7 11,-14-16 112,4-12 0,-15-7 260,2-14-249,-10-7 90,-10-15-185,-8 18 63,-11-11-147,-6 27 0,-8-2 0,6 12-125,2 5-26,11 10-437,1 11-817,2 10-8425,6 26 9830,2-10 0,2-2 0,-2-23 0</inkml:trace>
  <inkml:trace contextRef="#ctx0" brushRef="#br1" timeOffset="258899">24203 16992 28182,'-11'36'-1094,"0"0"0,0 0 0,0-1-8737,-4 18 7634,4-16 1,6-13 0,4-18 0</inkml:trace>
  <inkml:trace contextRef="#ctx0" brushRef="#br1" timeOffset="259450">24491 16850 24755,'1'-8'1274,"9"-26"0,5-4-770,-1 11-375,1-11 0,1 3-6,-4 22-67,-5 8-50,-3 4-23,-3 3 6,0 1 33,3 11-16,-2-1 5,3 5-22,-5-6 11,1-4 67,-1-5 287,0-2-354,0-8 0,0-6 0,1-13 0,4-8 0,6-4 0,6 1 0,5 8 0,0 10 0,-1 10 0,3 7 0,4 13 0,3 13 0,0 19 0,-6 11-222,-17-22 1,-2 0 221,-5 2 0,-4 0 0,-5 1 0,-4-1 0,-6 2 0,-4-2 0,-6 1 0,-3-1-365,-4 0 1,-2-2 364,2-4 0,-1-2 0,6-7 0,3-3 0,-9 1 0,21-22 0,16-12 0,14-12 0,15-4-12,16 2-296,6 7-174,-1 8-363,-7 8-247,-7 5-1557,-1 0-3568,3-3 6217,-3-1 0,-12 1 0,-10 3 0</inkml:trace>
  <inkml:trace contextRef="#ctx0" brushRef="#br1" timeOffset="259756">25227 16753 21097,'35'-53'1878,"0"1"1,-4 8-1,-9 7-624,-19 11-946,-9 18-196,-5 0-78,-4 14 11,-3 9-40,2 14-10,4 10-1,7 10 12,9 3-12,5 1-50,6-5 67,6-10 12,3-9 33,4-14 102,2-10-158,2-15 0,2-10 0,1-8 0,0 0 0,-5 5 0,-10 8 0,-9 8 0,-8 12 0,-2 16 0,-1 7 0,-4 17 0,-2 5-732,2-19 1,-1 1 52,-6 29 1,0-4 0,2-17-1,-1 0 1</inkml:trace>
  <inkml:trace contextRef="#ctx0" brushRef="#br1" timeOffset="267573">25525 7157 23164,'22'-4'123,"25"-1"-115,4 2 1,5 0-365,-11 0 0,2 0 373,-2-1 0,2 0 0,-3 0-266,-3-1 0,-1 1 291,14-3 0,-2 0 294,1-5 437,-26-4-414,-21-8 4,-25-7 97,-19-5-202,12 16 0,-2 2 360,-17-8-271,15 10 0,2 2 569,3 1-798,-3-3-141,22 12-27,6 3 39,8 7 27,10 6 1,15 13-22,11 14-294,-18-16 1,0 1 264,1 4 0,-1 0-50,0 0 0,-1 2-76,-3 0 1,-3 1-373,-3 0 0,-5 1-645,-9 1 1,-8-1 1176,-12 3 0,-5-2 0,-4 4 0,-12-5 0</inkml:trace>
  <inkml:trace contextRef="#ctx0" brushRef="#br1" timeOffset="272408">16319 2680 17445,'0'-8'2871,"0"-25"0,0-6-1583,0 9-815,0-9 1,-1 2 52,1 18-397,-2 12-96,2 7 51,0 11 12,4 14-1,2 17-34,2 12-36,-5-22 1,0 1-286,-1 1 0,1 1 271,-1 0 1,0 0-1,0-3 0,0 0-5,3 27-1,-2-26 146,0-6 163,-2-23-84,-1-11-152,1-11-5,-1-18-6,2-15-45,0 20 1,0-2 64,1-3 1,1-1-82,0-1 0,1-1-4,-1 0 1,2-1 36,5-6 1,0 2-18,8-15-14,-2 23 1,3 4 8,14 1-40,10 1 12,-1 14 0,-3 9-6,-8 13 389,-7 8-406,-7 12 12,-9 10 0,-10 9 5,-17 10-144,-1-25 1,-4 0 163,-6 2 0,-5-1-465,-5-1 1,-1-1 469,0-2 1,1-3 5,6-5 0,2-1 36,-10 3 0,21-11-44,15-8 22,18-5 273,18-1-284,22-1-17,-19 3 0,3 0-571,11 2 0,0 1 568,-15 0 1,0 2-24,11 2 1,-2 2-325,8 8 106,-19-4 0,-1-1-853,26 12-3244,-23-11 0,-2 0 4341,16 2 0,-8-2 0,-24-10 0</inkml:trace>
  <inkml:trace contextRef="#ctx0" brushRef="#br1" timeOffset="272641">17150 2519 20817,'-5'-1'3366,"2"-1"-3198,3 2-873,62-31-278,-27 22 112,15-8 0,4 1-5500,5 16 6371,2 3 0,-26-2 0,-19 2 0</inkml:trace>
  <inkml:trace contextRef="#ctx0" brushRef="#br1" timeOffset="272775">17284 2721 27471,'55'-9'-672,"0"1"1,-7 0 0,-4 0 0,10-4 0,-24 4 0</inkml:trace>
  <inkml:trace contextRef="#ctx0" brushRef="#br1" timeOffset="273798">17900 2552 24603,'-22'-42'1205,"11"0"-891,23 6-34,9-1-96,4 5-111,0 7-28,1 7-11,-2 9-18,0 7-4,0 13-18,-3 13 0,-5 14 29,-10 16-15,-10-22 1,-5 2-1,-4 3 0,-4 0-363,-6 1 0,-3-1 366,-1-3 1,0-2-10,3-4 1,2-3 9,-6 10 189,28-14-100,11-13 89,31-5-100,11-12-438,-15 2 1,2-1 274,4-2 1,2-1-4109,10-2 0,-1 1 4181,-13 3 0,-3 1 0,-4 1 0,-6 1 0,-6 3 0</inkml:trace>
  <inkml:trace contextRef="#ctx0" brushRef="#br1" timeOffset="288007">27164 7493 11732,'0'-9'7607,"0"2"-5099,0 7 1593,0 0-3541,29-55-409,-22 41 28,21-39-11,-28 73-106,0-3 0,0 25-23,0-5-6,1 13-16,1 3 50,0 0-44,0-6-40,-2-8 107,-3-13 117,-1-11 0,-4-9-78,-1-14-40,-4-11-5,2-16-22,-1-13-23,6-13-34,4 26 1,2-1-369,3-4 0,1 0 360,3-1 1,1 1 2,5-1 0,2 1-215,3 4 0,3 2 206,2 5 1,2 3-74,1 5 0,2 4 76,26-2 1,-4 12 10,-6 16-16,-7 10-39,-7 13 27,-10 8 18,-8 7-1,-18 3 28,-15 2 83,3-26 1,-4-2-84,-5 0 1,-2-2-4,-2-2 1,-1-1-20,-1-3 0,1-3 444,-24 6-411,15-8 146,18-7-167,13-3-40,7 1 5,8 3 527,11 5-487,17 3-40,19 1-8,-19-8 1,2 0-191,3-2 1,1-1 175,1 0 0,0-2 20,0-1 0,-2-2 30,-2-1 1,0-2-12,-4-1 1,-2-3 22,20-13 67,-14-4 5,-13-1 29,-13 1 27,-5 2 85,-5 0-156,-1 3 283,-1 3-357,-1 5 0,2 7 0,0 3 0,1 3 0,-2 16 0,2 8 0,0 21 0,4 6-192,4 5-872,7-1-835,4-5 1899,6-9 0,-12-20 0,1-7 0</inkml:trace>
  <inkml:trace contextRef="#ctx0" brushRef="#br1" timeOffset="288198">28284 7257 26248,'-47'-33'157,"0"1"0,6 1 0,8 11-314,23 22 86,6 12-613,9 12-856,14 16-3316,13 11 3826,4-5 1,-10-16-1,-12-15 1</inkml:trace>
  <inkml:trace contextRef="#ctx0" brushRef="#br1" timeOffset="288625">28503 7521 21097,'0'-5'5053,"0"1"-4600,-3-27 1,-4-7 117,-2 5-384,0-10 1,-4 3-9,-10 17-106,-7 11-34,-9 14-33,-2 14-12,4 11-5,10 9 0,14 4-11,13-2-46,9-5 46,7-7 50,4-10-6,2-8 29,2-12 33,2-7 33,1-10 68,-4-1-161,-5 0-24,-8 5 0,-5 7 0,-3 5 0,-2 5 0,0 10 0,0 12 0,0 19 0,0 13 0,-1-22 0,-1 2-336,0 1 1,-1 0 335,-1 2 0,-2 0 0,0 0 0,-1-1 0,0 1 0,-2-1-312,-4 7 1,-1-3-131,-8 14-233,3-18 0,-3-3-1608,-16 1-776,-11-2-3275,5-19 6334,13-18 0,15 0 0,10-4 0</inkml:trace>
  <inkml:trace contextRef="#ctx0" brushRef="#br1" timeOffset="289265">28591 7420 20526,'35'-44'1785,"-1"-1"0,-3 7 0,-8 7-1007,-14 19-358,-7 7-241,0 3-78,-1 8-17,3 8-45,0 5 6,5 19 6,-1 8-40,-4-14 0,0 2-352,0 12 0,-2 2 333,-4-8 0,0 0 5,0-1 0,-2-1 31,-13 21-28,5-24 22,-1-2 326,5-15-57,9-17-174,3-8 18,12-19-34,9-8-44,12-14-57,-16 22 0,1 0 0,8-4 0,-1 2 162,19-13-162,-4 7 0,-15 22 0,-14 11 0,5 21 0,-9-3 0,4 37 0,-9-26 0,6 24 0,1-23 0,10 7 514,-1-16-514,7-10 0,-10-14 0,7-18 0,0-12 0,-7-1 0,1-4 0,-3-1 0,-2-2-1297,4-14 1,-2-1 1296,-6 16 0,-1-1 0,3-10 0,-1 2-190,-3 14 1,0 2 189,0-3 0,0 2 0,1-12 0,-6 25 0,-4 13 0,-3 13 2464,-6 13-2464,-7 29 0,1 9 0,8-17 1,2 2-1,4-3 0,3-2 0,5 21 0,1-23 0,3 1-141,2-4 0,2 0-143,-1 0 1,1-1-353,1 1 1,0-3-1858,3 4 73,-7-13 1637,-5-8 1,-6-8-1,0-1 1</inkml:trace>
  <inkml:trace contextRef="#ctx0" brushRef="#br1" timeOffset="289415">29379 7473 24004,'-41'-30'646,"1"0"0,1 6 0,16 1-657,34 3-185,24 7-126,-4 5 0,4 0-1100,8 3 1,3 2-2200,5 1 0,0 1 3302,-5 1 1,-3 0 0,13 0 0,-26 1 0</inkml:trace>
  <inkml:trace contextRef="#ctx0" brushRef="#br1" timeOffset="289698">30504 7259 26318,'-5'-59'741,"-1"-1"0,1 8 0,1 8-611,4 17-130,0 12 0,-1 8 0,-1 13 0,0 16 0,-3 23 0,2-12 0,-1 3-953,-3 9 1,0 0 952,1-8 0,0 2-93,-5 21 0,2 0-521,5-19 0,0 0-33,-1 16 0,3 0-597,3-16 1,3-3-6526,4 24 7769,0-22 0,-2-19 0,-4-13 0</inkml:trace>
  <inkml:trace contextRef="#ctx0" brushRef="#br1" timeOffset="290124">30436 7671 23562,'-13'-59'1208,"0"0"0,1 6 0,1 6-716,1 3-262,4 10-185,6 12-17,21 6-67,12 11-68,23 4-38,6 8 72,-29 0 0,-1 0-118,0 1 1,-1 0 56,27 6 67,-5-3 56,-7-3 16,-14-3 130,-4-3 33,-20-3 11,0-1 6,-16-1-6,-7 0-45,-7 1-22,-4 5-73,6 0 213,-3 15-246,14 0-23,-1 9 6,15-1-6,8-2 11,11-3 40,8-5-34,6-5 39,1-5 17,-4-8-17,-8-9 57,-9-9-7,-9-10-65,-8-4-24,-10-3 0,-7 3 0,-8 6-102,-5 8-1057,-5 10 1159,-7 16 0,17-4 0,3 7 0</inkml:trace>
  <inkml:trace contextRef="#ctx0" brushRef="#br1" timeOffset="290898">31531 7335 18621,'15'-48'2059,"0"1"1,-1 3-1,1 6-1173,10 3-130,-4 7-146,-6 8-240,-8 9-213,-5 6-135,-2 6 12,-5 8 38,-8 22-60,1-3 16,-11 31-372,8-8 344,6-17 0,2 2-34,1 1 1,2 1-65,4 0 0,3 0-95,4 0 0,4-1-143,4-1 0,4-2-272,1-2 0,3-2-610,0-4 0,0-3 400,20 11 1,-20-17 0,-6-9 0</inkml:trace>
  <inkml:trace contextRef="#ctx0" brushRef="#br1" timeOffset="291274">31934 7516 17288,'1'-6'7343,"0"2"-4772,-1 4-2565,9-41 11,-7 32 28,9-24-6,-4 45-50,9 8 16,18 7-10,-7-9-18,18 0 23,-16-14 39,4-8 29,-9-9 94,-8-16-100,-8 4 89,-4-12 73,-7 12 17,-3-6-34,-3 7-34,-6 6-150,6 10-1,-8 7-22,3 13 11,-8 9-22,3 13-207,4 19 72,8-13-246,16 21-257,9-19-904,16 8-1186,11-6 2739,-14-25 0,-2-3 0,5 2 0,0-6 0</inkml:trace>
  <inkml:trace contextRef="#ctx0" brushRef="#br1" timeOffset="291958">32680 7428 20179,'2'-10'2439,"1"-21"0,0-6-1094,-2-2-763,1-5 0,-1 0-122,-4 8-348,-1 11 0,-2 18-90,1 9-11,-1 12-11,-2 33 6,1 13-106,4-26 1,0 2 90,0 7 1,-1 0-337,0-6 0,0 1 300,0 10 0,0 2-179,1 9 0,0-1-84,1-9 0,0-1-218,-2 5 0,-2-4-220,-7 9-1268,-20-6 1012,-6-29 829,-15-5 405,22-23 0,1-7 384,-12-21-347,10-11-223,26 13 0,8-2 29,5 2 1,6 0-99,12-15 1,8 0-65,-1 8 0,5 2-973,11-3 0,0 4 934,-14 15 0,-1 2-140,5 0 0,0 3 33,14-3-84,-16 8 1,-1 1 170,14 1 185,-5 5 51,-23 6 263,-3 2 286,-10 2 609,0-1 113,-4-1 2141,-1-2-2606,-1-1-521,1-2 152,3-3-146,11-11-230,2-7-22,11-13-45,-1-6-62,-8 5 40,4-18-46,-15 19 1,-1-2 0,-1 1 0,-1-1 6,0-4 0,-2 1-23,-2-11 0,-2 19 0,-3 10 0,1 14 0,-2 1 0,-2 12 0,-4 13 0,-5 20 0,0 1 0,5 4 0,1 4-436,4-11 1,2 1 435,1 18 0,4 2 0,3-9 0,5-2-96,4-1 1,1-1-3,-2-12 0,0 0-412,8 7 0,-1-4-100,-3-5-3532,14 10-14,-22-37 4156,3-9 0,-9-1 0,0-2 0</inkml:trace>
  <inkml:trace contextRef="#ctx0" brushRef="#br1" timeOffset="292124">33093 7354 28087,'47'-29'170,"-1"0"0,-2 3 0,0 7-184,-7 16 0,-2 6-171,19 0-1030,-21 0 1215,-23 5 0,-7-4 0,-7 2 0</inkml:trace>
  <inkml:trace contextRef="#ctx0" brushRef="#br1" timeOffset="312198">19000 13747 7184,'3'9'3249,"0"-1"-443,-3-8 3367,0 0-5171,18-9-308,-14 7-195,12-7-147,-18 9-116,-3 0-56,0 0-52,-2 0-49,-4 0-6,-4 0 11,-6 0-28,-7 0 0,-9 0-6,-7 1 6,-6-1 6,-2 0-6,3-3 5,7-1-10,9-2-29,6 1-11,5 1-11,1 2 6,1 1-1,-3 1-16,-3 2 0,-6 1-23,-8 3-38,-9 2 32,-10 1-214,25-5 1,-1 1 250,0-1 0,-2 0 3,1-1 0,0 0 0,1 0 0,1 0 17,-18 0 11,16-1 0,0-1-5,-11-1-15,13 1 0,1-1-13,-19 0-18,4 0 1,0 0-17,2 2 16,2-1 12,1 1 6,2-1-18,-1 0-10,-1-1 33,-5 1 22,-5 0 17,-5 2-28,26-2 1,0 2-12,-2 0 0,0 1-331,-3 1 1,1 1 327,-1 0 1,-1 2-1,-1 0 0,1 0-3,-1 1 1,1-1-12,1 0 0,0 1 22,1-2 0,0-1-30,1 0 0,1-1-3,-1-1 0,0 0 30,-1 0 1,-1-1 31,-1-1 0,-1 0-1,-2 0 1,0 0-4,-2-1 1,-1 1-3,-1-2 0,0 1-14,-2 0 0,1 0 0,-1-1 0,1 0-405,0 0 0,1 0 391,1 0 0,-1 0-3,2 0 0,-1 0-254,2 0 1,0 0 270,-1 0 0,2 0-12,0 0 1,0 0-6,1 0 1,-1 0 2,-1 0 0,0 0 0,0 0 0,0 0 11,-2 1 0,0 1-14,-1-1 0,-1 1 6,-1 1 0,0 1 2,-1 1 1,1-1-6,-1 1 0,0 1 5,2-1 1,0 0-20,2 0 0,1 0-3,1 0 1,1-1 18,1 0 1,1-1 3,0 0 0,1 0 2,1-2 0,-1 0-5,1 0 0,0 0 145,0-1 0,0 0-142,-1 0 0,0 0-9,0 0 0,0 0-6,-1-1 1,0 2-1,-1-1 1,1 1-3,-1 0 0,1 0 14,-1 0 0,1 0 2,1 0 1,0-1 5,1 0 0,1-1 0,1 0 1,0-1 2,2-1 0,0 0 0,1-1 0,0 0-12,0 0 1,1-1 8,-32-4-22,2 0-22,1 0 16,2 0 6,1-1 11,1 1 0,14 2 16,-19-3 7,17 3-21,11 2 1,-1 1 3,-27-2-1,28 5 1,0 0-9,-2 0 1,-1 0 2,-2 1 0,-1 0 2,0 0 1,-1 0-3,0 1 0,1 0 5,1-1 1,1 0 2,3 1 1,1-1 8,-29 0 288,8-1-288,2-2 11,2-2 5,1-2 18,3-2 810,3-2-794,4-1 595,3 0-623,2-1-6,2 2-21,8 3 394,-9-2-395,9 3 103,-13-4-91,6 3 16,-2 0 22,0 1-10,1 0-29,0 0-11,-2 2-11,-1 1-5,-3 2 5,-1 1 5,1 1 7,-1 0 10,0 2-11,-1 0 6,1 1 5,0 0-10,3 1 16,-3-1-17,14-1 11,-6 2-11,13-1 17,-3 1 28,3 1 40,2-2-68,6 0 39,1-2 22,5 0 1,1-1-17,1 0-1025,1 0 885,4-3 83,-1 0 136,2-2-35,-1-1-78,1-4-27,-1-1 49,2-4 68,-3 5 67,1 0 34,-2 4 78,0 3 711,-1 2-996,-2 0-57,-1 2-39,-1 1-11,0 1 62,-1-1 28,1 0 27,-2 0 6,0-1 6,-2-1 34,-2 1 10,-1-4-22,1 1 101,1-3 6,6 1-6,0-3-112,2 1-11,1-1-28,0 2 5,0-2 6,0 0 6,0-4-1,0 1-10,0-1 21,0 4-21,0 2-46,0 3 23,1 0-761,-1 1 750,2-1 39,2-1 39,14-8-56,11-7 28,25-13-39,-6 5 6,2-3 5,-20 12-17,-13 8 46,-8 4-7,-7 5-178,-2-1-35,-3 4 119,1-1 10,-4 6 74,-6 8-1,-2 1-16,-8 5 39,0-4-34,1-6 28,-12 3 39,-8-1-38,0 0-7,-2-1-27,21-6-17,10-3-6,7-2-6,4-1 23,-1 6 6,0 4-12,0 8 40,1 6-3426,2 6 3381,2-4 39,15 19-6,1-10 12,15 14 11,2-12-40,-5-10-162,20 8-1994,-16-10 2041,9 9 0,-24-17 0,-10-7 0</inkml:trace>
  <inkml:trace contextRef="#ctx0" brushRef="#br1" timeOffset="313656">25930 17070 22038,'3'-3'3798,"-1"1"-3619,-2 2-72,11 17-225,-25 26-364,3 13-445,-6-18 0,-4 0 927,1-4 0,2-2 0,-4 4 0,5-8 0</inkml:trace>
  <inkml:trace contextRef="#ctx0" brushRef="#br1" timeOffset="314566">26778 16875 25601,'5'-20'106,"-1"4"-27,-4 17 27,0 0 45,-1 1-72,0-1 77,-4 1-16,-10-1 56,0 0 90,-4-3-28,9-6-141,5-1 113,8-25-152,7 2-50,8-18-39,7 12 28,3 8-17,-6 10-11,7 7 44,-4 8-10,14 1-12,0 12-34,5 7-10,-10 5-29,0 16-27,-17 19 61,-14-23 0,-4 2-469,-8 9 0,-7 1 401,-11-2 1,-6-1-14,-8 3 0,-4-1 44,-2-2 1,-2-2 83,4-7 1,2-3 36,7-7 0,3-4 174,-12-1-6,19-18-101,15-11 6,7-9-51,8-2-5,3 1 887,6 6-920,2 1-35,4 5-16,1 0 17,-4 5-40,4 1 23,-10 4 44,3-1 1,-8 1-23,-3 0-9225,-1 0 9214,0-1 0,0 1 0</inkml:trace>
  <inkml:trace contextRef="#ctx0" brushRef="#br1" timeOffset="315473">26717 17164 24592,'-24'-20'1580,"5"4"-1434,22 15-85,-3 1-44,3 2 33,2 3 12,9 7-56,11 4 22,18 4-79,-13-10 1,3-1-578,8 0 0,2-1 188,6 0 0,2-2-862,3 1 0,-1-1 1302,3 1 0,-5-1 0,7 1 0,-14-1 0</inkml:trace>
  <inkml:trace contextRef="#ctx0" brushRef="#br1" timeOffset="316016">27549 16851 17837,'0'-5'5254,"0"1"-4262,0 4-360,36-70-172,-15 41-309,5-13 1,1 2 32,5 20-66,2 5-90,2 7-6,-2 5-10,0 9-24,-9 1-38,8 17-23,-13 1-56,5 23 90,-14-16-106,-12 19 60,-16-17 74,-13 10 56,-9-5 45,-3-6 50,3-10 140,8-8 112,11-8-95,11-8-124,6-6-83,12-9-96,-1 3 45,16-4-16,2 10-6,10 0-17,3 8-12,-2 6 12,-5 9-33,-6 8-12,-6 6-11,-7 2-6,-6 1 12,-14 0-336,-23 6 106,2-13-807,-25 4-2179,17-20 3266,-3-1 0,17-6 0,11-3 0</inkml:trace>
  <inkml:trace contextRef="#ctx0" brushRef="#br1" timeOffset="316239">28456 17095 25853,'-3'52'-3277,"1"0"0,1-8 0,1-7 2652,2-6 1,1-19 0,-2-9 0</inkml:trace>
  <inkml:trace contextRef="#ctx0" brushRef="#br1" timeOffset="316823">29036 16826 26418,'10'-2'555,"-3"1"-359,-25 3-6,3-1-89,-10-1 101,7-4-40,11-9-140,1-6-33,10-13 0,11-7 17,15-5-6,-2 10 5,23-1-5,-16 21 23,17-2-7,-10 13-32,0 10-1,-9 3-50,11 27 33,-22 1-130,-8-7 1,-5 1 140,-11 0 1,-6 0-3,-8 4 0,-5-1-359,0-6 0,-3-2 353,-16 10 1,-5-2 16,-3-3 0,-1-1 25,2-2 0,0-2 39,-1-1 1,4-5 139,-2-6-83,22-9 94,12-9 34,10-7-195,9-5 237,12-5-299,16 5 0,1 6-62,23 4-135,-2 3-78,-13 4 1,3 0-58,-7 0 1,-1 0-569,8 2 1,-2-1-2247,-6-1 1,-3 0 3167,26 1 0,-23-3 0,-18 0 0</inkml:trace>
  <inkml:trace contextRef="#ctx0" brushRef="#br1" timeOffset="317323">29829 16738 26110,'-14'-22'1098,"3"2"-1008,10 14-62,2-6 5,7-4-5,9-10-17,13-6 6,10-1-11,5 3-1,0 8-10,-4 8-1,-4 6 1,-5 9 5,-1 8 22,-4 10-16,-4 12-1,-9 11-10,-7-5-23,-12-2 0,-3 0-6,-4 5 17,-11 4 0,-5 1-5,-12 4-93,10-16 0,-1-1 121,-15 7 22,7-11 11,8-11 12,9-8 27,9-5-16,7-5-68,6-3-5,14-5 207,16-3-224,23 0 8,-21 5 1,1 0-18,0 2 1,1-1-26,22-5-173,-10 3-342,-12 2-930,-6 2-4334,-1 3 5841,-3 1 0,-9 0 0,-6 0 0</inkml:trace>
  <inkml:trace contextRef="#ctx0" brushRef="#br1" timeOffset="318190">30775 16900 26234,'-19'29'-70,"0"-1"1,-1 0 0,1 0-866,-14 25-5620,2-4 6555,8-10 0,10-16 0,8-12 0</inkml:trace>
  <inkml:trace contextRef="#ctx0" brushRef="#br1" timeOffset="318766">31279 16694 23439,'0'-3'2767,"0"1"-2594,0 2-117,4-4-50,-3 7 5,4-1 51,-4 7-1,-2 2 23,-6-1 23,-5-2 16,-8-3 56,-1-4 17,0-9-17,6-7-33,7-13-45,9-12-29,12-6-44,12-3-5,14 8-34,10 9-392,5 14 436,2 9-33,-24 11 0,0 3 0,11 3 28,9 18-44,-25 7 16,-1 16 0,-14 11-59,-19-19 0,-7 0 14,-8 17-546,-10-15 1,-6-3 590,4-12 0,-4-2-23,1-1 1,-4 1 0,2-3 41,-8 3 1,2-3 27,-2-1 1,4-5 19,4-7 68,17-12 83,15-8 6,9-9-145,9 0-7,12-2-49,3 11-23,22 3-79,8 5-165,-17 2 0,0 0 112,2 1 1,0 1-275,7 2 0,0-1-174,-7 0 1,-2 0 77,-2 1 1,0-2-1468,-3-2 0,-1-2 1455,19-10 0,-15 6 0,-9-6 1</inkml:trace>
  <inkml:trace contextRef="#ctx0" brushRef="#br1" timeOffset="318940">32057 16663 26021,'19'-49'883,"-1"1"0,0 2 1,-5 11-884,-9 26 0,-1 1 0,-2 8 0,-1 24 0,0 0 0,0 6 0,0 4 0,0 0 0,-1 2-284,-1 11 1,-1 5-2994,-2-7 0,-1 1 0,0-3 2250,-1 0 0,1-3 0,-3 3 0,2-8 1,3-22-1</inkml:trace>
  <inkml:trace contextRef="#ctx0" brushRef="#br1" timeOffset="327656">3600 12554 18117,'-2'-7'2616,"-3"-24"0,0-4-1406,2 8-1012,-1-7 1,0 1 289,3 18-359,1 10-180,0 3 119,4 22 4,0-1 52,7 38-54,-7-26 0,0 1-14,0 11 0,-2 4-606,-3 12 0,-3 1 555,0-10 1,-1-1-1,-3 5 1,-1-4 22,-4 4 34,0-8 145,6-25 622,0-4-527,5-11 118,1-10-240,1-10 1082,0-14-1184,10-31-72,-3 14-6,9-1 0,4 1-348,13-4 345,-8 15 0,2 4 3,19 2 12,-3 16-24,0 17 12,-3 10-16,-4 12-7,-5 4-16,-7 1 325,-8-2-325,-10 1 5,-20 4 6,-22 7-140,7-19 1,-5-1 114,-6 1 0,-3-1-340,-1-3 0,-1-2 337,2-3 0,2-4-90,7-2 1,2-3-813,-16-6-2543,18-17 3501,13-6 0,9 3 0,6 7 0</inkml:trace>
  <inkml:trace contextRef="#ctx0" brushRef="#br1" timeOffset="327889">4455 12503 27914,'36'-30'-779,"1"1"0,-1-1 1,-1 4-1,1 0 1,-1 7-2771,11 10 1,-2 6 2922,-6-1 0,-5 2 0,6 0 0,-20 2 0</inkml:trace>
  <inkml:trace contextRef="#ctx0" brushRef="#br1" timeOffset="328016">4481 12807 26956,'47'-19'-147,"-1"1"0,1 0 0,6-2 1,1 0-1,-5 2 0,-4 2 1,-4 2-1,-1 0 0,0 1 1</inkml:trace>
  <inkml:trace contextRef="#ctx0" brushRef="#br1" timeOffset="329349">5853 12197 20610,'3'-3'3691,"-2"0"-1814,-1 3-1681,4-17-107,-7 15-44,-3-11 11,-17 22 11,-14 3-5,-14 4-358,-9 0 431,-1-1 83,5-5 85,10-4 16,12-9-50,11-4-34,8-4-67,7 3-84,4 2 318,4 4-542,0 1 128,2 12 35,5 7 16,4 16-17,2 10-5,-2 5-34,-5 4-11,-3-2 17,-2-4 6,-1-7 10,0-12 12,0-12 56,1-9 85,1-5-158,0-8 0,5-7 0,4-13 0,8-7 0,9-4 0,8 2 0,7 6 0,3 10 0,0 10 0,-1 15 0,-6 10 0,-5 12 0,-8 6 0,-8 5-35,-9 5-385,-11 5-330,-16 5-75,2-26 1,-2-1 182,-4-2 1,-2-3-1325,-29 12-4189,-1-15 6155,10-14 0,16-5 0,13-3 0</inkml:trace>
  <inkml:trace contextRef="#ctx0" brushRef="#br1" timeOffset="329606">5808 12238 22179,'1'-6'2716,"0"0"-1305,-1 6-604,78-37-2326,-28 17 1726,7-5 0,1 1-39,-26 14 0,-2 1 737,24-5-905,-13 3 336,-12 3-336,-11 3 0,-10 2-9831,-5 2 8642,-10 3 1,5-1 0,-5 1-1</inkml:trace>
  <inkml:trace contextRef="#ctx0" brushRef="#br1" timeOffset="331872">5565 12165 12987,'1'-5'8076,"-1"1"-6344,0 4-478,9-68-246,-6 42-652,2-13 0,-1 4 137,-3 26-426,0 5-56,-1 6 11,-1 6 191,-3 34-134,-1-4 2,-2 19 0,-1 2-354,4-27 1,-1-1 289,-1 9 0,0 6 0,1-5-374,1 0 1,2-1 359,0 8 0,1-1-3,4-5 0,3-3-6,6-3 1,3-4 27,9 6-63,23-10 147,-4-31-31,-12-5 1,0-4-1411,10-12 1,-3-3 1384,-10 6 1,-1-2 114,13-23 0,-5 0-301,-6 1 203,-5 0 1,-1-1-18,-9 15 0,-1 0 252,3-5 1,-1 0-171,-1 4 1,-2 2-62,3-4-71,-6 13 3078,-7 22-3078,3 14 0,5 31 0,-2 14-749,-3-15 0,-2 0 749,-2-10 0,-3 0 0,0 11 0,-3 1-168,1-9 0,-1 3-314,-1 20 0,1 2-779,1-10 1,0-1 1260,1 10 0,1-6 0,0-4 0,1-14 0</inkml:trace>
  <inkml:trace contextRef="#ctx0" brushRef="#br1" timeOffset="332366">5547 12230 23803,'-2'-52'970,"1"-1"1,-1 3 0,1 12-775,1 29-179,0 3 73,1 19 89,1 22-101,1 6-275,-1-2 1,-1 4 235,-1 11 0,-1 2-555,0 1 1,0 2 516,0-15 1,-1 2 0,2-4-5,3 8 1,1-5-102,-1-11 0,3-2 90,6-1 0,5-5 53,34 2 11,-20-18 1,1-6-18,11-7 1,1-9-955,0-9 0,-3-4 935,-6 3 0,-1-5 38,-1-3 0,1-4 0,-5 3-4,-5 5 0,-2-2 36,5-10 0,3-5 0,-5 3-33,-6 6 1,-3 2 55,7-12 0,-2 3-107,-1-2 881,-5 15-881,-11 19 176,-1 7-176,-3 17 0,0 21 0,-5 23 0,0-21 0,-1 3 0,-3 5 0,-1 2 596,-2 4 0,0 0-596,0 1 0,2 1 0,0-2 0,3 0-463,2-2 1,2-2-1960,5-5 1,1-3-760,4 16 3181,7-14 0,-8-30 0,-1-2 0</inkml:trace>
  <inkml:trace contextRef="#ctx0" brushRef="#br1" timeOffset="332806">5677 12131 22010,'-5'-6'3630,"0"1"-2622,5 5-414,0 0-522,-39-3 57,29 39-84,-10-13 0,0 5-358,18 17 1,8 6 329,-3 2 0,1 0-17,3 1 0,1-1 14,2-2 0,3-1-3,2-4 0,4-4-8,2-6 0,5-5 39,4-7 0,3-7 3,4-6 0,2-7-3,5-10 0,0-7 8,3-7 0,0-6 6,1-7 0,-2-7-472,-15 11 0,-2-2 1,-1-2 482,-1-1 0,-1-2 0,-2-1-13,8-18 0,-3-1-391,-6 3 1,-4 2 336,-5 9 0,-4 4 0,1-12 0,-13 27 529,-4 26-529,-12 25 0,-7 25 0,7-15 0,0 2 206,-2 8 0,1 2-206,0 5 0,2 1-248,1 4 1,2 0 247,6-17 0,1 1 0,1-1-1621,1 3 0,1 0 1,1-2 1185,0 17 0,0-5 1,2-17-1,1-5 1,0 5-1</inkml:trace>
  <inkml:trace contextRef="#ctx0" brushRef="#br1" timeOffset="338532">25510 8402 22335,'-50'0'743,"1"-1"1,-1 0-1,-13 0 1,13 0-391,26 1 28,34-1-246,9 1-1,43 0-1131,-8 0 0,5-1 1002,2 0 1,4 0 9,-12 0 0,2-1 0,-3 0-1201,13-1 1,-5-1 1182,-14 1 1,-1 0-4,7-4 0,-3-1 42,-1-5 98,6-7 6,-40-5-28,-21-8-22,-6 2 81,-6 5 0,-2-1 181,-10-10-4,-10-11-52,20 20 949,9 11-1200,8 8 3310,4 7-3360,4 5 47,10 10-30,13 14-24,14 15-501,-18-17 0,0 1 412,14 20-126,-17-18 0,-1 3-1114,-3 4 0,-2 1 1341,-4 5 0,-1-1 0,7 18 0,-18-19 0</inkml:trace>
  <inkml:trace contextRef="#ctx0" brushRef="#br1" timeOffset="339706">26973 8793 22015,'6'-59'886,"1"0"0,-1 0 1,1 4-1,0 1 0,0 8-726,0 9 0,1 5 83,1-2 1,1 4 75,1-3-134,0 5-208,-5 18 35,-3 20-7,1 6 18,6 31 10,1 11-509,-4-16 1,-1 3 475,0 4 0,-2 3 5,-2-9 1,0 1 0,-1-2-15,0 2 1,-1 0 8,-2 14 0,-2-3 23,-6 7-23,3-29 0,0 0 39,-6 15 174,5-24-45,4-11 72,4-21-178,0-13-23,5-19-22,2 5 0,2-2-17,5-17 5,0 14 1,3 0-17,10-6 311,-8 17 1,2 2-296,26-15 18,4 12-23,-20 21 0,1 3-17,20 7 11,-6 6-22,-8 19-11,-12 6 25,-8-5 0,-3 3 8,4 23-5,-15-19 0,-5-2 11,-10 8 6,-29 7-15,6-27 1,-4-3-427,-3 1 1,-2-2 426,-10-1 0,0-4-40,11-6 0,3-4-86,-16-4-509,14-14-449,30 0 1092,13-22 0,1 24 0,8-9 0</inkml:trace>
  <inkml:trace contextRef="#ctx0" brushRef="#br1" timeOffset="340432">27895 8876 22060,'5'-46'1152,"0"-1"0,-2 4 1,1 7-599,2 8-375,-4 12-22,0 7-207,-4 14 83,-2 12 18,-5 18-23,-4 14-17,1-6 17,2 13-11,13-1-6,9-2-39,13 0 22,10-22 6,-8-13 219,11-7 139,-15-15-39,8-9-44,-12-12-51,-5-12-95,-7-9-45,-10-9-23,-7-5-239,2 28 1,-1 0 205,-11-26 28,1 11 39,2 16-117,3 17-62,4 12 0,-2 15-168,0 13-325,0 15-683,4 10 156,7-9 1104,10-7 0,3-3 0,-4-10 0,12 17 0</inkml:trace>
  <inkml:trace contextRef="#ctx0" brushRef="#br1" timeOffset="340666">28559 8653 26072,'-6'-43'527,"0"0"1,0 0 0,-2-13 0,0 8-292,1 16-131,2 16-161,2 15 110,2 19-48,-2 25-26,1-9 1,0 4-1068,-1 10 1,0 1 1030,0-8 0,1 2-185,-1 0 0,1 3 0,1-3-631,0 1 0,2 0-442,1 19 1,0-1-51,0-25 0,2-2 1364,0 0 0,-1-6 0,-1-14 0,-1-5 0</inkml:trace>
  <inkml:trace contextRef="#ctx0" brushRef="#br1" timeOffset="341456">28369 9060 22739,'0'-51'1161,"-1"1"0,3 4 0,2 5-1093,11-3-141,18 9-106,22 9-893,-20 15 0,3 2 705,6 2 0,0 0 104,-9 3 0,1 1-967,14-1 1,-3 0-76,8-3 826,-20 1 0,-1-2 602,-3-10 1184,-14-5 323,-15-5 96,-9-2-276,-3 1 508,-1-1-1179,3 3-148,2 5-245,4 4-285,0 10-118,0 11 29,-2 20-24,-1 23 6,1-12 1,1 3-302,1 6 0,0 1 290,0 3 1,1 0-52,1 1 1,1-1-51,1-2 1,0-2-51,1-3 0,-1-1-95,1-6 1,-2-2-74,2 19 190,-7-20 135,-1-15 11,-5-20 84,-3-14 649,-3-17-643,-1-8 67,2-5 56,5 0-34,5 4 36,9 6-192,8 7-35,12 5-60,16 7-35,14 3-171,-22 10 1,2 2 168,1-1 0,0 2 27,0-1 1,-1 1-19,29-3 60,-11 1 91,-15 0 128,-15 4 79,-13 0-90,-9 2-124,-7 0 399,-7 4-381,-7 3-34,-3 5-17,3 4-5,3 6 11,7 4-12,5 4-5,6 2-17,6-2-27,7-6 55,8-4 22,5-9 40,4-6 56,3-11 17,0-9 22,-2-12 0,-4-8 11,-8-5 6,-7-1-40,-7 2-16,-8 3-66,-3 4-63,-6 6 0,-6 8 0,-4 7-164,-4 12-401,-2 10-903,3 13-8363,8 16 8685,8-13 1,7-1 0,2-22 0</inkml:trace>
  <inkml:trace contextRef="#ctx0" brushRef="#br1" timeOffset="342056">29730 8882 27992,'-10'15'28,"-1"7"-17,-7 34-28,6-17-16,-3 11 33,10-27 5,0-1 51,4-11 73,3-10-67,5-12-12,5-10 68,4-11-68,0-9-27,1-5 5,2-14-6,-5 19 28,9-8-61,-2 27 17,11 1-23,7 9 0,13 12 0,-17 5 12,10 16-18,-25 5 7,0 11 4,-9 4 63,-12 5-51,-5-11 11,-4-6 0,0-13 34,5-10 46,1-5-91,3-10 0,1-4 0,3-16 0,6-3 0,7-10-3392,12-4 3392,-8 17-324,16-2 324,-20 24 0,12 0 0,-9 16 0,4 7 0,4 24-208,-6 2 3232,-2 2-3724,-8 1-683,-4-12-1650,2 8 3033,-1-11 0,-4-16 0,-3-10 0</inkml:trace>
  <inkml:trace contextRef="#ctx0" brushRef="#br1" timeOffset="342299">30698 8729 24323,'4'-7'3507,"-1"1"-3323,-3 6-38,0 0-146,34-24 22,-25 49 6,21-5-45,-30 16 1,-8 7-15,3-11 0,-1 1-188,-4 17 1,-1 0-143,3-15 0,2 0-543,-3 13 0,2 0-270,3-15 1,2-2-2927,3 18-740,0-20 4840,1-14 0,-2-11 0,0-3 0</inkml:trace>
  <inkml:trace contextRef="#ctx0" brushRef="#br1" timeOffset="342689">30670 9153 15782,'0'-8'7035,"0"1"-6167,5-24 0,2-5 146,6 4-748,-2-9 0,4 1 14,11 13-185,-4 10-5,10 3-73,12 4-40,7 2-327,-17 5 1,1 0 321,-2 1 0,0 0 8,3 0 1,0 0 13,18-1 14,-17 0 1,-3 0 69,0-1 257,6-1-77,-29 3-40,-11 1-67,-9 2 6,-10 3-28,-10 5 443,-6 8-533,-3 8-17,7 9-10,8 6-46,11 4 23,12-1-12,12-3 23,13-6 40,11-8-12,-4-9 72,11-9 169,-3-19-73,0-8-5,0-18-51,-17-7-111,-8-5-29,-8-3 0,-11 4 0,-13 7-1760,-17 11 1240,-5 13 1,11 10-1,11 6 1</inkml:trace>
  <inkml:trace contextRef="#ctx0" brushRef="#br1" timeOffset="344116">32001 9000 18644,'16'-45'1223,"-1"-1"0,1 1 0,-2 2 1,1 1-1,-1 3-674,2-3 0,-1 3-135,-2 5 1,-1 1 207,5-16-208,-9 19-251,-4 16-180,-3 12 17,-1 16 17,0 20-23,0 27 3,-1-22 0,0 2-503,-1 5 1,-1 2 387,0 1 1,-1 1-138,-1 0 0,0 0-832,-1 11 1,1-2 254,1-19 1,0-1 831,-2 16 0,0-7 0,1-21 0,-2 9 0</inkml:trace>
  <inkml:trace contextRef="#ctx0" brushRef="#br1" timeOffset="344599">32090 9220 22347,'-5'-59'1215,"-1"0"1,1 6-1,-1 6-767,-1 6-169,2 14-250,5 12-22,13 8-153,34 11 62,-5 1-39,-1 1 0,3 3-453,-10-3 0,-1 1 419,9 1 0,-1 1 36,-3-2 1,-2-1 108,22 3 213,-17-5-89,-20-6 157,-11-6 5,-15-5-16,-7-3 833,-11 1-767,-16 4-251,10 5-6,-10 5-61,22 10 11,2 7-45,10 11 50,20 12-27,-1-10-29,23 9 17,-5-19 17,8-1 17,7-6 50,-9-13-11,-5-4 90,-8-16 33,-12-4 23,-1-13 72,-14-13-196,-2 16 113,-13-16-163,8 33 5,-4-6-128,8 20-67,2 4-73,-1 14-600,1 28 359,0-5-252,2-5 0,0 2-2600,1 15 3328,0-15 0,0-2 0,0 4 0,0-5 0</inkml:trace>
  <inkml:trace contextRef="#ctx0" brushRef="#br1" timeOffset="345023">32854 9327 22397,'3'-5'3876,"-2"2"-1838,-1 3-2049,22-42-6,-14 53 23,14-32 33,-19 81-17,-10 3-25,0-13 1,-1 2-385,-1-8 1,-1 1 369,-2 6 1,1-1-23,-3 11-1,8-27 1,0-2-72,-1 10 71,2-10 40,4-14 34,12-43-23,-3 3 3,2-7 0,1-5 17,-3 2 0,-1-2-645,2-26 0,-2-5 628,-2 5 0,-1-2-13,-3 12 1,-2-2 0,0 4 6,-1-1 1,0 1-4,-3-7 1,1-1-3,5 5 0,3 0 5,3 2 1,4 0-15,7-2 0,7 5 49,5 17 1,5 5-50,3 6 1,2 5 13,-6 3 1,-1 5-9,6 4 0,0 7-53,-5 9 0,-3 5 50,0 2 0,-3 4-3,-1 8 1,-6 4-174,-13-3 1,-5 0 206,-9 19-23,-9-22 1,-6-3-155,-3-7 1,-5-2-4000,-18 10 1,-3-2 4147,11-9 0,1-3 0,3 0 0,4-4 0,7-5 0</inkml:trace>
  <inkml:trace contextRef="#ctx0" brushRef="#br1" timeOffset="357098">10855 12500 23948,'8'-22'885,"1"-2"-627,-1-6-18,0-2-43,-3-1-1,-1-2-28,-2-2-50,-2-5 5,-3-4-34,0-4 7,-2-1-18,0-2-249,-1 0 244,0-3-6,-1-4-39,3 29 0,0-1-3,0 0 0,-1 0 3,-5-29 12,0 6-12,-2 6-12,-1 5-4,-2 2-12,1-1 11,1-2 6,3-3-23,4-5 6,2 0-11,2 0 0,3 5 22,0 3-34,1 6-10,0 2-29,1 1-16,1-3 11,2-3 11,4-4 22,3-2 23,2-2 28,0-2 50,-3 0-39,-6-2-17,-5-1-62,-7-2 73,-5-2-16,-3 1-15,6 10 1,2-2 5,5 8 0,1 0 3,0-4 0,1 2 6,11-17 5,0 14-33,0-2 16,-1-13 17,-4 2 6,-4 3-11,-7 2 10,-5 1 12,-7 0-22,-3 0-6,1 1-6,3 1 6,3-3 12,2-2-18,4-2 6,0-1 17,2-1 5,-1-1 12,1 0-34,-1 0-45,-1 0 45,0 1 0,1-1-11,2 0 11,1-1-6,1 1 23,1 0-11,0 0 10,0 0-10,-1-1-23,-1 1 23,-3 2-6,0 0 0,-1 3 22,1-1-16,0 0 5,0-1 0,-1-1-44,-1 1 27,-1 3 12,-2 3-1,-2 4 18,0 1-19,1 1 18,2 1-10,1 0-1,1 2 0,0 1-22,-1 3 11,1 2 311,-1 3-299,0 2 6,0 3-18,1 3 28,1 2-6,1 2 1,-1 4-1,2 1-5,0 6 17,2 2 10,-1 3-21,2 1 5,1 2-17,0-2 0,-1 0 0,1-2-22,-1-2 17,1-3 11,0-1-1,0-2 35,0 0-34,0-1 5,-1-1 0,-1-1-16,-2 0 5,-1-1-28,1-2 12,0-2 33,0-3-11,2-2 27,0-1-27,1 2-22,-1 2 55,-2 4 6,0 5-17,-2 2-5,-1 3-12,0 0 12,1 2-1,0 2-21,3 1 4,0 4-21,2 1-29,0 2 1,-1 5 21,-2 6 29,-5 10-6,-5 11 1,-6 8-7,-3 2-44,-1 1 39,0-3 6,2-3-6,0-3 16,3-6-21,3-5 22,5-8-1,5-7 7,3-5 117,2-3-56,2-8-51,0-5-21,0-13 38,2-8-39,1-6 0,4-2-5,3 0-6,4 1-6,4 5-22,3 4 34,2 8 22,-1 8-45,-1 7 6,-2 5 11,2 6 6,1 4-12,5 4-11,5 3 17,7 0-39,6-1 22,3-2 40,-1-1-23,-9-3 11,-8-1-11,-15-3-11,-6 0 27,-9-2 63,0 1-40,-5-4-28,-2-2-33,-6-5 22,-4-1-23,-12-2 23,7 5-28,-22 0 12,4 5 55,-14 2-34,-1 3 1,-4 4 0,20 1-40,-6 6 28,20-1-10,-4 8-7,4 4 1,3 12 33,8-4-5,3 1-6,7-3-6,2-9 6,1 2-17,2-4 23,-1-9 5,2-4 0,-2-5 84,0 0-16,1-7-74,-1-6-5,3-3 0,0-12 0,4-1-5,5-11 5,7-2 0,5 0 11,7 5-11,3 7 0,-1 8 0,-1 7-34,-2 6 29,7 5 33,-4 8-34,-2 1 1,-2 9-7,-5 1 7,11 12-6,-8-1-79,1 4-106,-15-11-1299,2 4 1495,-6-1 0,-2-7 0,-2-2 0</inkml:trace>
  <inkml:trace contextRef="#ctx0" brushRef="#br1" timeOffset="359682">32461 17008 26889,'38'-8'0,"-35"27"-961,-23 5 0,-11 3-3955,-5 7 1,0-2 2457,-13 7 0,16-13 1,24-19-1</inkml:trace>
  <inkml:trace contextRef="#ctx0" brushRef="#br1" timeOffset="361149">32678 16713 22032,'32'-53'1029,"0"0"0,-4 5 0,-2 10-581,-5 22-157,-10 9 23,-5 14-40,-7 12-178,-4 18-52,-3 12-55,1-4-230,2-8 1,2 2-870,4 18-301,2-13 0,3-1-3505,2-8 1,1-2 3518,8 14 1,-6-18 0,-7-22 0</inkml:trace>
  <inkml:trace contextRef="#ctx0" brushRef="#br1" timeOffset="361448">33027 16716 20022,'0'-9'1966,"-7"-23"0,-3-4-740,0 6-839,-1-8 0,0 1 49,4 10-234,7 6-112,13 4-57,17 5-5,20 5-20,-18 7 1,1 3-189,2 3 1,0 3 190,0 3 0,-3 4-8,-3 2 0,-3 3 16,-5 3 1,-3 2-6,-5 4 0,-3 2-31,-3 3 0,-3 2-61,-3 1 0,-2 1-152,0 1 0,-1-1-333,-1-1 0,2-1-574,2-2 1,2-1-3531,9 26 4667,6-6 0,-6-25 0,-3-8 0</inkml:trace>
  <inkml:trace contextRef="#ctx0" brushRef="#br1" timeOffset="361599">33132 16939 23450,'37'-47'498,"1"0"0,-1 5 1,3 7-620,-7 18 1,2 7-2789,1 0 0,-1 3 2909,24 0 0,-23 4 0,-17 3 0</inkml:trace>
  <inkml:trace contextRef="#ctx0" brushRef="#br1" timeOffset="364064">33542 17231 16969,'0'-9'4822,"-1"2"-2917,1 7 672,0 0-2146,61-59-173,-43 44-200,15-17 1,-4 6-36,-26 25-18,-4 10 40,-5 11-179,-11 20-1816,-16 12 1546,7-20 0,-1-3 0,-5 6 0,0-8 0</inkml:trace>
  <inkml:trace contextRef="#ctx0" brushRef="#br1" timeOffset="365590">11214 18488 14785,'1'-10'5747,"1"2"-4538,-2 8 1497,0 0-1911,0-74 96,1 39-771,-1-7 1,1 3 243,0 17-191,0 17-128,-1 2-101,0 4-17,0 10 73,0 0-39,1 21-118,1 2-442,2 13-1306,2 2-7926,10 6 7373,-5-22 0,2-6 1,-9-22-1</inkml:trace>
  <inkml:trace contextRef="#ctx0" brushRef="#br1" timeOffset="366097">11803 18346 25203,'-3'-58'168,"1"0"0,2 5 0,8 8-129,15 23 1,6 5-1960,23-9 1942,3 7 310,-2 12-337,-9 7-7,-12 4 1,1 2-39,17 10-45,-1 12-1,-26 5 57,-11-3 378,-14 13-411,-15-5 60,-14 8 34,7-20 1,-3-3 61,-16 9 0,4-5 179,15-17 85,13-8 1050,3 0-1225,5-4 103,6-2-242,0-1-6,10-2-17,9-1-16,24-2-23,-3 4-17,10 6 39,-23 5-5,0 7-11,-11-1-23,0 7-22,-9 2 27,-16 6-122,-16 4 5,-5-5-397,-18 7-2454,-1-5-6823,5-5 8283,7-6 0,24-12 0,7-4 0</inkml:trace>
  <inkml:trace contextRef="#ctx0" brushRef="#br1" timeOffset="366290">13026 18365 16056,'4'0'4599,"-1"1"-113,-3-1-4497,-36 70-986,13-32-3919,-1 10 1,1-2 2899,6-15 1,9-10-1,7-16 1</inkml:trace>
  <inkml:trace contextRef="#ctx0" brushRef="#br1" timeOffset="366908">13773 18464 24206,'18'-59'571,"-1"0"1,0 5-1,-6 7-196,-13 6-72,-8 7-147,-6 10-72,-12 11-106,-11 20-12,-13 19-261,23-5 1,0 3 268,1 4 1,2 2 17,3 1 0,3 0 8,4-1 0,3-1-34,-4 25 34,8-8-67,9-9 11,8-10 17,7-9 634,11-10-567,9-13-28,8-11 84,2-13 11,0-7-158,-5-6 259,-7 1-23,-5 2 23,-5 7-44,-5 9-91,-7 11-50,-5 6 1,-3 7 219,-1 7-170,3 8-38,3 15-57,-2 11-33,-3 10-427,-4 6-581,0 2-3036,0-2 4111,4-13 0,-1-20 0,1-13 0</inkml:trace>
  <inkml:trace contextRef="#ctx0" brushRef="#br1" timeOffset="367081">14363 18535 27678,'-27'48'-1639,"1"-1"1,1-4-1,7-7 1,14-19 0,1-7-1</inkml:trace>
  <inkml:trace contextRef="#ctx0" brushRef="#br1" timeOffset="368807">15145 18371 24071,'16'-32'549,"0"0"0,9-19-454,-29 54 12,-8 7-51,-1 0 107,-20 14-85,-5 0 3,5-5 0,-1 0-25,-15 8 22,10-8 1,2-4 16,9-5 163,-13 2 22,30-12 17,2-3-174,6 1-50,2-1-79,1 9 17,2 5-16,2 7-1,1 0-50,5 6 45,-1 0 11,2 7-56,0 3 34,-4 3 61,-1-9-6,-6-5 79,-2-9 45,-2-10 78,-2-1-139,1-6-40,-1-4-23,2-2 34,-1-7-55,4 0 32,6-9-66,1 8 0,23-10 16,2 13-16,6-2 16,10 4 0,6 9 1,2-1-34,6 9-124,-19 4 1,-16 2-325,-6 9-1233,-19 11-817,-6 1-5585,-12 6 8122,-3-13 0,8-12 0,5-7 0</inkml:trace>
  <inkml:trace contextRef="#ctx0" brushRef="#br1" timeOffset="369057">15099 18377 24301,'48'-30'371,"0"0"1,8-3 0,-6 6-148,-10 10-67,13-5-101,-24 9-67,-11 5 22,-10 5-207,-5 2-1681,-3 8-5505,0 6 7382,-1 5 0,1-5 0,-2-4 0</inkml:trace>
  <inkml:trace contextRef="#ctx0" brushRef="#br1" timeOffset="369298">15763 18592 27393,'-25'51'-1639,"0"1"1,6-9-1,2-8 1,-6-11 0,16-17-1</inkml:trace>
  <inkml:trace contextRef="#ctx0" brushRef="#br1" timeOffset="374624">12422 2512 19769,'1'-46'1092,"0"-1"0,0 0 0,0-16 0,4 6-369,10-2-196,-2 16-83,-4 19-382,-4 12 27,-3 15 23,-3 17 17,-5 19-79,0-9 0,-1 3-427,-5 8 1,-1 1 401,-4 7 0,-1 0 22,4-10 0,-1 2-28,-3 18 1,3-1-9,9-22 0,3 0-3,0 13 1,5-2-3,19 8-17,13-20-23,10-18-251,11-16-508,-23-7 1,1-2-460,3-4 1,0-3-2740,-1-4 0,-1-1 3991,-5 2 0,-3 0 0,6-7 0,-18 11 0</inkml:trace>
  <inkml:trace contextRef="#ctx0" brushRef="#br1" timeOffset="374857">12969 2295 19966,'0'-4'5069,"0"1"-3350,0 3-1618,-8-11 17,4 33 27,-5 4-111,8 4 0,1 5-43,0 10 1,-1 0-425,2 17 315,-1-17 1,1 0-897,-1 14-375,1-24 0,-1 1 1389,0-1 0,-1-3 0,1 3 0,0-8 0</inkml:trace>
  <inkml:trace contextRef="#ctx0" brushRef="#br1" timeOffset="375690">12610 2489 24413,'9'-43'-538,"8"9"-1086,20 28-2375,10 3 3999,10 6 0,-24-2 0,-4 4 0</inkml:trace>
  <inkml:trace contextRef="#ctx0" brushRef="#br1" timeOffset="375814">12645 2672 20123,'-7'2'4363,"2"0"-3882,5-2-1080,0 0 599,96-49 0,-72 37 0,24-13 0,0 1 0</inkml:trace>
  <inkml:trace contextRef="#ctx0" brushRef="#br1" timeOffset="384940">24392 4811 24302,'16'-12'416,"0"8"-359,-5 28 5,5-1 156,6-6 68,6-5-25,10-7-41,6-4-91,-11-4 0,1-3-69,0-2 1,0-1-323,1-1 0,1-1 338,7-8 0,2-1-560,-3-2 0,1-1 529,-5 3 0,1-2 0,0 0-4,1-1 0,0 0 0,0-1-2,6-4 0,1-1 1,-4 2-35,2 0 1,-1 0 2,9-5 1,-3 3-324,3 8-55,7 3-874,-9 16-1915,-8 17 3159,-7 19 0,-16-13 0,-8 4 0</inkml:trace>
  <inkml:trace contextRef="#ctx0" brushRef="#br1" timeOffset="391097">12475 6814 12927,'-5'0'4789,"1"0"-1116,4 0-3148,-41-26-134,30 17-161,-31-19-195,40 26-139,2 0-181,3 1 164,9-2 245,14-2-23,13 0 54,13-1 12,7 2-353,-27 2 0,1 0 260,2 1 0,0 0-8,4 0 0,1 0-54,3 0 0,1 1 9,4 0 1,2 0 0,2-1 1,2 2-613,2-1 0,1 0 620,4 0 1,0 0 3,2 0 0,1 0-9,-21 0 1,1 0-1,0 0-1,1-1 0,0 0 0,0 1-8,0-1 1,-1 1 0,1-1-6,-2 0 0,1 1 1,-2-1 2,20 0 1,-1 1-457,-5 0 1,0 0 460,-5 0 1,-1 0-289,-3 0 1,0 0 293,-3 1 0,0-1 5,-1 0 1,-1 0-4,0 0 1,0 0-6,0 0 0,1 0-29,-2 0 0,-1 0 0,-2 0 1,-1 0 126,-2 0 0,-3 0-99,24-1 1085,-10-2-1046,-7-1 984,-4-2-1023,-1-1 18,-7 2 45,18-2-61,-9 4-12,17 0 0,-6 2 778,-1 1-772,-1 0 168,-4 0-185,-3 0 11,-4 0-11,-3 0 17,-1 0 16,-1 0-10,3 0 10,2 0-10,-2 0-18,-1 0 1,-5 0-23,-5 0 17,-4 0 17,-4 1 0,-2 0 11,-1-1 0,-3 1 123,6-1-112,-5 0 12,9 0-18,-5-1-33,2 1 6,-2 0 11,-3 0-17,-3 0-6,0 0 17,-1 0-5,0 1-1,1 1 1,2 0 11,1 1 22,4-1 0,1 0 12,1-2-40,-2 1-6,-4-1 7,-4 0-18,-2 0 12,-1 0-1,0 0 40,3 1 61,6 0 1,4 0 28,3 0 10,1-1-5,-4 0 40,-4 0-12,-5 0-6,-3 0 6,-1 0 336,-1 0-280,1-1-106,7-4-68,4-3-72,4-3-57,-2 3-806,-6 4 885,-6 10 0,-2-4 0,0 6 0</inkml:trace>
  <inkml:trace contextRef="#ctx0" brushRef="#br1" timeOffset="394031">16836 18304 13799,'2'-6'7052,"-1"2"-4504,-1 4-1792,9-63-207,-9 45-415,5-18 1,-4 8-40,-13 31-61,-12 14 16,-17 21-39,14-12 1,-1 4-450,-4 6 0,1 3 418,1 1 1,3 2-40,4 1 1,5 1-7,5-3 1,5-2 86,4 18-50,25-1 0,10-27 39,-6-10 0,3-1 17,3-6 0,2-2-11,2-2 0,2-2-37,0-1 1,1-5-43,1-5 0,-3-3 54,-4-3 0,-3-3 164,13-21 29,-22-3-39,-24 4-34,-14 4 0,-14 8-78,-13 8-17,-13 11 151,25 8 1,0 2-191,-3 3 0,0 3-1,2 2 1,2 2 191,-19 16-472,17-3-1629,19 0-6879,11-1 8811,10-3 0,-2-9 0,2-7 0</inkml:trace>
  <inkml:trace contextRef="#ctx0" brushRef="#br1" timeOffset="394264">17588 18596 26262,'-42'8'-1345,"8"8"-1489,25 27-6997,4-6 9020,4-14 1,1-10 0,0-10-1</inkml:trace>
  <inkml:trace contextRef="#ctx0" brushRef="#br1" timeOffset="394564">18048 18309 20974,'-3'-5'3741,"1"2"-3380,2-26 1,6-7 42,10 4-250,-3-9 0,3 1 64,26 11-61,6 5-51,5 8-72,2 6-29,1 13-505,-4 20 474,-28-3 1,-3 6-301,-2 8 0,-4 3 261,-4 5 1,-2 3-45,-3 3 0,-4 2-269,-2 0 0,-3-1-541,0-3 1,-2-2-1107,-1-3 0,0-3-2361,0-3 1,0-2 4385,-1 17 0,2-19 0,3-15 0</inkml:trace>
  <inkml:trace contextRef="#ctx0" brushRef="#br1" timeOffset="394731">18355 18533 25270,'38'-45'-2892,"0"-1"0,1 4 0,2 7 2892,-5 22 0,-2 5 0,12-4 0,-22 5 0</inkml:trace>
  <inkml:trace contextRef="#ctx0" brushRef="#br1" timeOffset="399140">2882 8645 21441,'42'-26'-14,"0"0"1,1 0-1,-2 2 1,1 1 0,-1 5-276,8 5 1,-1 4-1074,-2 2 0,-1 2-803,-7 1 0,-1 3-7071,15 5 9236,-23 0 0,-15 1 0,-12-3 0</inkml:trace>
  <inkml:trace contextRef="#ctx0" brushRef="#br1" timeOffset="399340">3155 8598 24503,'-27'-17'151,"7"25"-132,19 23 1,6 9-15,-4 5 1,1 1-927,-2 5 0,1 0 700,0 2 0,2 0-432,0-1 1,2-1-1009,3-2 1,1-3-108,-1-10 1,1-3 1767,3-1 0,-1-4 0,-1-8 0,-1-2 0</inkml:trace>
  <inkml:trace contextRef="#ctx0" brushRef="#br1" timeOffset="400131">3560 8988 20929,'4'-47'1299,"0"1"1,-1 4-1,-3 10-1091,-3 23-248,-1 8 24,-2 13 38,0 13-5,-1 6-6,2 1 0,2 3-11,-1 17-229,1-14 0,2 0 195,6 15 91,3-12-85,8-14 135,3-14 117,2-13 11,2-15 51,1-15 50,-3-13-62,-12 5 1,-3-2-57,0-21-109,-7 21 1,-3 3 58,-7-5 278,-6 11-396,-1 14-78,-2 10 11,-2 17-33,2 12-101,2 19-196,8 8-292,16 6-442,14-2-1106,17-2 963,-14-29 0,2-2 272,3-3 0,2-3 638,1-4 1,2-5 537,2-6 0,0-5 504,1-4 0,-1-5 272,-1-5 0,-2-3-107,-4-1 0,-2-3-227,-4 2 1,-4-2 336,7-19-202,-13 8-241,-7 14-280,-5 10-280,0 9-129,0 7 101,0 10 28,0 14-16,2 15 4,0 14-57,-1-23 0,0 0 80,1 2 1,-2 0-29,1-1 0,-2-1-44,-2 24 21,-1-14 74,-1-17 84,1-13-62,-3-16-40,-4-12 506,-5-14-483,-4-15 0,0-12-327,11 22 1,0 0 284,1-4 0,1-2 14,2-2 1,0-1-29,1-1 0,2 0 14,4 0 0,3 2-5,1 2 0,5 3-23,3 4 0,5 2 34,2 5 0,3 4-96,3 4 1,0 3 47,29-6 6,-2 14-57,-6 17 52,-5 12 10,-10 16-72,-10 10-85,-15 9 31,-13-26 1,-5 1-107,-6 2 0,-4-1-303,-8 0 1,-3-1-3195,-4-2 1,-1-3 3762,3-4 0,1-3 0,-7 4 0,18-13 0</inkml:trace>
  <inkml:trace contextRef="#ctx0" brushRef="#br1" timeOffset="400673">4723 8724 24883,'36'-44'-655,"-12"24"0,4 4 58,11 7 1,2 4-561,3 1 1,0 2-1054,-2 5 1,-3 4-1987,-6 3 1,-4 3 4195,9 18 0,-21-9 0,-13-8 0</inkml:trace>
  <inkml:trace contextRef="#ctx0" brushRef="#br1" timeOffset="400806">4931 8967 19921,'-49'14'1602,"-1"1"0,4-4 0,18-8-1698,47-24-212,28-13-154,-8 12 0,6 1-1966,9-3 0,5 1 2428,-12 5 0,1 1 0,-4 1 0,-2 2 0,-4 1 0,-3 1 0,0 1 0</inkml:trace>
  <inkml:trace contextRef="#ctx0" brushRef="#br1" timeOffset="401140">5572 8507 26424,'4'-48'20,"0"0"1,3 3 0,8 8-44,40 11-5,5 10-11,-3 13-6,-11 17 12,-14 18 44,-15 19-6,-17-18 1,-5 1-529,-6 6 1,-5 0 519,-6 2 0,-3 0-8,-4 0 0,-1-2 19,1-4 1,1-1 118,6-8 0,2-1-116,-5 10 68,16-16 145,21-11-17,20-10-204,-2-5 0,3-2-623,9-2 0,3-2-3326,7-3 0,0-1 3517,-6 3 1,-3 0 0,12-2 0,-28 7 0</inkml:trace>
  <inkml:trace contextRef="#ctx0" brushRef="#br1" timeOffset="410239">18268 8137 13721,'-3'-46'1939,"-1"1"1,1 4 0,0 6-680,3 14-330,0 2-252,0 5-157,0 1-90,0 4-84,0 3-139,0 3 49,0 2-240,1 7 17,2 3-1,3 8 12,2 1 17,0 4-23,0 1 22,-1 2-33,2 2-22,0 3 16,1 1-10,1 1-1,0 0 6,-1 0 5,-1-1 28,-2 1 1,0-1-12,-3 0 6,0-2-28,1-2 22,-1-1-11,1-1 28,0-1 11,-2 1 0,1 1-5,-2-1-12,0 1 6,-1-1-28,0 0-28,-1-2 11,1 0 6,-1 0 11,1 1 0,1 1-11,-1 1 5,0 1 1,1 0-23,-2 0 12,1-3-12,-1 1 11,0-1 22,0 0-27,0 2 5,0-1 12,0 3-18,0 0 1,1 1-1,1 2 1,1 1-17,0 2 11,-1 2 17,0 1-29,-1 1 18,0-1 11,-1 0-28,0-2 33,0-3-11,0-1 0,0 0-5,0-1 5,0 1 12,-1 2-23,0 2 0,-1 2 16,-1-1-27,2 0 11,0-1 0,0-3 6,1 0 22,0-3-23,0 0 7,1-2-7,0-1-22,1 0 23,-1 1 16,0 1-10,-1 2 10,0 0-11,-2 0 0,0 1 1,-1-1-35,1 0 6,1-1 34,1-1-11,0-1 16,1 6-22,0-10 11,1 9 1,-1-8-1,-1 9 11,0 3-22,0 3-5,-1 1 27,0-2-5,0 0-17,0-4 11,0 1-5,1-3-6,1 0 11,2-1 6,1 3-23,0 2-28,0 3 23,0 17 17,-2-17 11,0 21 16,0-18-22,1 9-3403,2 7 3392,-1-21-100,3 20 95,-4-34-7,1 20 40,-2-17 6,-1 5-45,1-1 3384,-2 8-3373,0-12 130,0 11-130,0-12 6,0 7 5,0-3 17,0 3-28,0-12 0,0 7 11,0-11-28,0 6 34,0 0 17,-1 5-29,0-8 12,-1 6-6,1-10 6,0 3-11,0-4 22,0-4 17,1-4-1,-1-4 1267,1-1-1166,-6-5-105,-3 0-29,-8-2-11,3 3-23,-8 1 18,1 5 22,-7 2-1,-2 3-21,10-2 27,5-2 6,11-3 6,1-1-6,-3-2 22,-9-8 17,-1-2 6,-4-9-39,6 7 44,1-2 40,6 5-68,1 3 51,2 2-84,4 5-12,-1 0-16,1 4 0,0 2 17,3 10-6,4 7 0,5 8 5,10 10 18,1-11 10,3-5 40,10-13 5,4-13-44,-5-4 1,0-4-35,-4-1 0,-2 0 0,28-16 0,-13-3 0,-26 17 0,6-7 0,-19 15-444,-1 0-9387,-3 3 7949,0 1 1,0 0 0</inkml:trace>
  <inkml:trace contextRef="#ctx0" brushRef="#br1" timeOffset="411232">19160 18654 19490,'1'-4'4055,"-1"1"-1568,0 3-2353,6-38-156,-4 28-17,2-19-45,-10 51-263,-5 17-1222,-7 7-6060,-4 5 7028,2-8 1,7-16 0,6-12 0</inkml:trace>
  <inkml:trace contextRef="#ctx0" brushRef="#br1" timeOffset="411481">19608 18374 22655,'0'-8'1587,"1"-25"1,3-3-1140,1 10-364,-1-10 0,1 3-33,2 22-57,0 17 29,1 14-12,1 18-28,-3 13-207,-2 10-205,-3-30 1,-1 1-852,0 0 0,0 0 1280,0 2 0,0-3 0,0 4 0,0-5 0</inkml:trace>
  <inkml:trace contextRef="#ctx0" brushRef="#br1" timeOffset="411706">20079 18345 26144,'12'-55'578,"-1"1"1,-1 5 0,0 10-372,-4 20-145,-2 10-96,-2 10-5,2 12 0,3 27-17,0-4-37,-4-3 1,0 3-877,-4 20 160,-1-20 0,0 2-1732,0-1 1,0-1 2540,0 26 0,1-26 0,2-16 0</inkml:trace>
  <inkml:trace contextRef="#ctx0" brushRef="#br1" timeOffset="411938">20786 18667 21495,'1'-8'4145,"1"2"-3675,6-27 1,2-6 117,-3 9-373,5-13 1,-2 3 53,-6 23-247,-1 8-78,-3 5 23,0 23-130,-1 5-246,-4 24-2033,-4 11-22,2-19 2464,-1 12 0,6-40 0,1 5 0</inkml:trace>
  <inkml:trace contextRef="#ctx0" brushRef="#br1" timeOffset="412149">21170 18375 22257,'0'-8'3478,"0"2"-2845,0-25 0,0-3-359,0 16-81,0-18 1,0 5-178,0 28-44,-1 4-5,-1 12 33,-1 16-163,0 33-137,1-30 1,1 1-20,0 1 0,1 0-1208,1-2 1,1 0 678,5 21 0,-3-17 0,3-6 0</inkml:trace>
  <inkml:trace contextRef="#ctx0" brushRef="#br1" timeOffset="412739">22088 18256 23602,'17'-47'343,"-1"1"1,0 1 0,0 9-198,-6 21 449,0 1-461,-7 8 58,-15 10-158,-5 2 67,-30 13-12,-11 3-468,10-5 1,-3 0 425,9-3 1,1-1 47,-1 0 0,3-2 295,0 0-278,21-6 79,11-4-29,6 0-78,0-1-101,1 5 918,0 0-878,0 8-46,1 10 1,1 5-1,4 10 57,2-2-34,-1-6-11,2 5 5,-4-9-5,-1 10 39,-2-10-17,-4-3 28,0-10 34,-1-6 157,1-2-34,3-7-135,2-3 18,13-22 5,7-1-73,16-12-3386,1 11 3392,-7 9-45,9 5 28,-15 9-12,8 1-4,-15 6-24,2 10-105,0 19-118,-4 8-264,-5 21-352,-19-3 3767,-4-10-4269,-7-15 1,-3-2-2272,-18 11-1264,9-11 1,-1-1 4904,-19 9 1,17-14-1,14-13 1</inkml:trace>
  <inkml:trace contextRef="#ctx0" brushRef="#br1" timeOffset="412999">22049 18082 22223,'52'-28'760,"0"1"0,-5 2 0,-5 5-217,-2 11 45,-6 3 34,-9 2-101,-9 2-45,-8 1-112,-5 1-930,-3 0-6978,4-3 7544,3 0 0,-2 0 0,0 1 0</inkml:trace>
  <inkml:trace contextRef="#ctx0" brushRef="#br1" timeOffset="413498">22629 18505 27152,'9'28'-2274,"-21"11"2274,-11-9 0,-4-1 0,-6 8 0,4-8 0</inkml:trace>
  <inkml:trace contextRef="#ctx0" brushRef="#br1" timeOffset="414698">23282 18219 18257,'4'-10'2526,"9"-27"1,3-7-1362,3 4-771,0-7 1,0 1 194,-1 14-231,-8 15-229,-5 9-39,-4 14 27,-4 11-44,-4 17-51,-3 0 1,-1 2-107,-7 17-657,3-8 1,2 0-1108,1 15-1311,7-22 0,3 0 3159,9 20 0,0-23 0,2-17 0</inkml:trace>
  <inkml:trace contextRef="#ctx0" brushRef="#br1" timeOffset="415106">24235 18071 24284,'13'-60'704,"-1"0"0,0 6 0,-4 9-334,-10 17-71,-14 12-265,0 11 34,-26 17-12,-3 15-54,14-6 1,-1 5-42,-6 9 0,2 3-872,8-5 0,3 0 902,2-1 1,4 0-46,4 22 21,14-18-6,11 1 39,13-13-2724,29-17 2736,-12-11 496,-4-5 1,1-4-403,12-14-2,-21 10 0,0 0 181,17-14 143,-15 9-249,-14 11-100,-8 7 61,-8 15 3240,-3 15-3380,-6 19 0,-3-7 0,-1 3 0,0-3 0,0 0 0,-1 1 0,1-1-309,2 1 1,3-1-3327,1 22 3635,6-26 0,0-4 0,1 2 0,1-21 0</inkml:trace>
  <inkml:trace contextRef="#ctx0" brushRef="#br1" timeOffset="419172">16527 2823 7822,'-10'3'5512,"3"-1"-1026,7-2-2189,0 0-779,-61 28-818,40-18-507,-13 6 1,4-2-9,24-10-12,5-2 1,4-2 324,11-2 40,47-13-454,-6 1-755,-4 0 1,9-3 0,-1 0 698,-12 4 0,-1 0 0,1-1-644,9-2 1,2-1 0,1 0 630,-11 4 1,0-1-1,0 1 1,-1 0-5,7-3 0,0 1 0,3-1-19,-10 3 0,4-2 0,2 1 1,-1-1-1,-2 2 6,3-2 1,-2 2 0,0-1 0,0 0 3,4 0 1,2-1 0,-3 1 0,-4 2 2,11-2 1,-5 1-1,0 1 1,-4 2-109,7-2 114,-4 1 29,-26 6-74,-18 3 1565,-9 2-2119,-5 4-9243,-10 9 9811,3-4 0,-3 5 0,10-11 0</inkml:trace>
  <inkml:trace contextRef="#ctx0" brushRef="#br1" timeOffset="422506">13462 2840 23321,'-12'-44'578,"0"-1"1,1 4 0,3 11-450,8 24-280,-1 4-113,-1 21-1466,-7 13 1730,0 1 0,0 1 0,-2 3 0,-3 3 0</inkml:trace>
  <inkml:trace contextRef="#ctx0" brushRef="#br1" timeOffset="423331">13775 2478 16947,'0'-6'5232,"0"1"-3093,0 5-2061,11-34-39,-2 42-5,11-17-6,-4 53-6,0 7-16,-2 2 11,-2-2 5,-5-6 40,-3-9 139,-4-11 96,-5-12-16,-3-9-24,-5-12-27,-2-10-40,0-11-55,0-10-62,2-7-1,4-8-402,3-7 347,5 29 0,1-1-17,4-2 0,2 1-12,2 1 1,4 0-79,4 3 1,3 2 80,3 4 1,3 3-1,2 3 1,1 4-14,27-3-1,-3 12 35,-11 16-12,-9 11-28,-10 15 39,-11 11-11,-9 6-11,-11 3 27,-10-3-4,-9-6 10,-4-9 381,3-13-347,5-10 174,9-10-180,6-4 23,5-2-34,2 0-139,2 0 55,4 0 6,15 0-169,19 0-324,24 0-51,-24-2 1,2 1-937,2-2 0,0 1 1519,1-2 0,-3 1 0,5-1 0,-11 1 0</inkml:trace>
  <inkml:trace contextRef="#ctx0" brushRef="#br1" timeOffset="423514">14357 2364 19686,'43'-16'-894,"-1"1"1,0 0-1,6-6 1,-8 5 0,-16 16-1</inkml:trace>
  <inkml:trace contextRef="#ctx0" brushRef="#br1" timeOffset="423697">14466 2578 19300,'-3'1'4167,"0"0"-2689,3-1-2374,44-28-773,1 12-23,-5-4 1,3 0 840,-6 8 1,-3 1 0,4-1 0,-9 1 0</inkml:trace>
  <inkml:trace contextRef="#ctx0" brushRef="#br1" timeOffset="423897">14865 2258 19014,'0'-6'4850,"0"2"-3500,0 4-370,12-64-190,-9 40-415,4-15 0,-1 5-223,-6 23 16,0 5-135,-1 5-16,0 9 17,-2 11-34,-1 19-68,1 19-282,1-20 0,0 1-4345,1 5 0,1 0 4695,1-3 0,0-3 0,0 13 0,2-23 0</inkml:trace>
  <inkml:trace contextRef="#ctx0" brushRef="#br1" timeOffset="454681">15658 12398 12186,'7'-1'4766,"-1"0"-2256,-6 1 1041,0 0-3265,-65-49-969,14 37 943,-5-12 1,-5 2-37,14 23 0,-1 6-51,6-2 1,-3 2 0,1-1-51,-14 4 1,1 0-68,2 0 0,1 1 33,7-1 1,1-1-15,12-2 1,-1 0 78,-5 1 1,-2 0-55,0-1 1,2-1 17,-16 1-73,11-2 11,25-4-45,14-1-22,2 0 442,4 0-554,3-3 110,3-6-93,4-8 11,4-9 44,-2 2 12,3-10 50,-4 9 23,4-14-17,-3 8 22,-1 2 6,-4 12 89,-1 4 45,-5 7 51,1 2-174,-4 3-51,0 3-5,-7 4 6,-8 6 5,-13 10 0,-16 14-5,3-3 28,-1 4-12,14-12-5,9-6-12,2-2 1,7-2 0,1 1-18,3 1 12,6-3 6,1-3-6,1 0 11,0-3-16,0 0 16,2-1 17,3 0-17,0-2 23,6 5-12,3 1 34,15 10-34,1-1 18,11 4-12,-13-9 0,7-1 0,-2-3 11,-1-1-22,-1-1-17,-14-6 0,-3 1-17,-7-2 34,-1 0-1,-4-1 768,0 1-772,-11-10 4,-4 1-21,-4-6-18,-12-2 46,-9-5-12,-2-2 23,-6-7-29,17 1-27,8 5 33,2-16-22,11 17 28,-3-26-1,9 20-27,-1-13 34,5 11-23,2 2-12,0 3 24,3 3-63,0 3 57,3 1 5,4 0-28,0 6 6,8-2-34,-10 9 17,1-1 17,-9 6-11,-4 7 38,-1 8 1,-6 13 0,-8 9 11,-6 6-45,-3 2 34,1 1-6,4 1-16,5 1 27,6-1-50,4-2 45,2-5 39,5-7-45,4-8 0,7-5-61,11-6-740,16-5 790,-9-9 0,0-1 0,6 0 0,3-4 0</inkml:trace>
  <inkml:trace contextRef="#ctx0" brushRef="#br1" timeOffset="455747">24850 18415 24839,'-4'-44'808,"0"1"0,1 3 1,1 10-613,-1 21-174,2 5-27,-3 12 27,0 2-50,-7 24-291,-10 21-90,11-25 0,0 2-1274,-2 8 0,2-2-3695,0 12 5378,11-2 0,1-32 0,2-1 0</inkml:trace>
  <inkml:trace contextRef="#ctx0" brushRef="#br1" timeOffset="455980">25415 18170 27986,'-10'-14'-106,"-2"18"-247,-3 54-515,3 1-1812,5-1-5543,12-7 8050,2-12 1,1-16 0,-3-13-1</inkml:trace>
  <inkml:trace contextRef="#ctx0" brushRef="#br1" timeOffset="456447">25773 18233 25511,'6'-42'659,"1"-1"0,-1 5 0,-5 10-530,-7 20-79,-3 11-5,-3 11-11,-2 14-29,-4 15-61,2 13 28,6-10-45,8-9 1,5-1-80,11 11 116,-1-14 0,3-2-37,30 7 28,11-12 59,-26-18 0,1-3-36,30-4 27,-7-12 23,-12-8 11,-10-7 85,-15-2-35,-9-3 29,-12-4-6,-12-4-107,-14-1 63,-15-3-163,17 21 0,-1 1 134,-3 0 1,-1-1 49,1 0 1,0 1 16,4 1 1,2 0 33,-8-17-40,21 1-9,31 2-91,24 3 0,-10 18 0,3 3-263,4 2 0,2 3 263,-1 4 0,0 4 0,-3 4 0,-1 4 0,-4 5 0,-3 4 0,-4 6 0,-6 5 0,-3 4 0,-8 3-149,-9 6 0,-9 2-3494,-11 5 1,-7-2 3642,-4-3 0,-2-3 0,7-14 0,2-3 0,-9 3 0</inkml:trace>
  <inkml:trace contextRef="#ctx0" brushRef="#br1" timeOffset="459240">3785 10804 14570,'-5'-53'1455,"0"0"0,1 0 1,0 7-1,1 2 1,0 2-796,-2-11 1,0 4-227,3 15 0,1 3 205,1-13-38,2 19-355,0 11-96,0 11-94,6 11 78,6 15-67,8 18-39,-2 1-9,-5 3 1,-2 0-14,-1 9-311,-5-14 1,-1 8 0,-2-3 304,-3-3 0,-4 0 14,0 18 0,-2 0-16,-4-15 1,-1-3 49,-2-5 0,-1-3 148,-9 15 173,5-19 118,7-18-201,4-15-197,0-14 1096,-3-15-1163,1-14 6,7-8-217,12-3 189,14 1-5,10 8-23,5 9 5,0 10-10,3 10-1,-2 9 17,1 11-39,-1 11 17,-10 4-45,4 21 23,-21-5 33,-2 18-12,-25-5 29,-15 1-6,-17-2-61,-4-5-17,-1-10-168,9-11-442,8-12-3693,9-18 4398,8-5 0,7 0 0,6 6 0</inkml:trace>
  <inkml:trace contextRef="#ctx0" brushRef="#br1" timeOffset="459464">4635 10419 23110,'46'-20'-1639,"-1"-1"1,1 1-1,0 0 1,10-4 0,0 2-1,-6 5 1428,-2 8 1,-5 4 0,10 1 0,-30 4-1</inkml:trace>
  <inkml:trace contextRef="#ctx0" brushRef="#br1" timeOffset="459597">4712 10778 19848,'-4'3'5742,"0"-1"-5759,4-2 17,107-67 0,-81 51 0,27-18 0,0 1 0</inkml:trace>
  <inkml:trace contextRef="#ctx0" brushRef="#br1" timeOffset="461240">5640 10138 22783,'-1'-51'252,"1"-1"0,1 6 0,5 7-212,22 12-46,4 10 6,-5 8 17,19 14-40,-10 9 18,15 11-29,-13 11-5,-9 5 17,-11-5 10,-12 12 57,-25 7-20,7-26 1,-2 0-131,-8 5 1,-4-3 247,3-7 0,-1-3 243,-22 14 141,8-11-253,13-11 404,6-10-420,12-6-174,1-4-84,15-5-6,14-4 12,23 0 10,-14 9 1,2 1-114,6 0 0,1 4 85,2 2 1,-1 3 8,-1 3 1,-2 2-15,-5 3 0,-4 4-50,14 21-51,-24 7-128,-36 9-709,-7-22 0,-8-1-969,-16 7 0,-6-3 1460,-1-1 1,0-3 0,14-7 0,4-4-1,-12 5 1</inkml:trace>
  <inkml:trace contextRef="#ctx0" brushRef="#br1" timeOffset="474665">14454 11397 10237,'0'4'4480,"-1"0"-99,1-4-3608,2 7-129,0-4-6,2 6-11,-3-6-10,1-2 1164,-2 0-532,1 1-795,1-2-51,-1 0-117,3-2-124,-3-4-84,0-1-27,0-3-12,0 0-5,-1 2-23,1 0 0,0-1 17,1 0-6,-1-3-5,2-2 22,0-2-11,1-6-11,-1 7 17,0-7 16,-2 8-5,0-4-28,-1 1 78,0-3-78,0 6 39,0-7-6,0 4-22,0-7-17,0-2 17,0-3-16,1 1 4,0-1 12,2 2 28,0 0 12,-1 5-52,0-7 24,-1 5-29,0 0 11,-3-1-5,-1 3-6,-2-8 23,1 1-6,0 1-6,1 5 12,1 2-29,1 4 1,-1 1 11,1-2-6,0 0 0,-1 1 12,0-3-7,-2-1 7,-1-9-34,-3-11 11,4 6 0,-1 2-17,2 9 84,1-3-61,-1 8-1,0-6 23,-2 3 6,0 1-29,0-5 1,-2-4-23,1 2-28,-2-9 68,0-5 27,2 8-50,2 4 11,3 6-11,1 5 0,0-11 12,1 4-35,1-7 23,-1 11-11,2-10 33,1-8 1,0-6-23,1-12-6,0 8 12,-1 11-17,0-5 11,-2 9 11,0-8-28,-2-8 34,-1 7-6,-3-9-5,-1 19-1,1-10 23,0 8-17,1-17-33,2 10 33,-1 6-33,2 5-6,0 9 17,-1-14-1,-2 4 40,0-6-11,-1 3-22,2 7-18,-2-10 6,3-2 29,-1-1-7,1-1-16,-1 13 28,0 5-6,0 8 0,0-5-11,0 9-22,-1-7-1,0 4 18,0 0 10,0 3 29,1-1-17,1 3 5,0 2-22,0 0-22,0 5 22,1 2 5,-2-1-10,1 2 16,-1-1-11,0 0 0,1 2-146,-1-1-61,1 1 73,-2 7 123,-7 19-6,-1 8 11,-6 16 17,4-13-11,-5 9 23,1-10-12,-11 17-33,5-12 22,-4 0 5,13-21-10,0-1 21,9-11 40,0-1 140,3-6 56,2-1-196,-1-9-50,-1-2-17,-3-12 28,-2-10-12,2-1-5,1-1 28,3-7-17,0-3-16,4 0-23,4-4 28,4 18-11,3 3 11,-2 10 11,3 0 22,6 1-33,2 2 6,8-1-28,1 8 5,-4 2 11,13 4 6,9 7 11,3 3-16,6 6 38,-19 0-38,-15-4-6,-7-1-34,-11-3 28,-1 0 11,-3-3-5,-3-1 286,0-1-208,-4-4-90,-6-3 29,-9-3-17,0 0-28,-23-2-1,10 8-4,-21 1 77,7 12-33,-1 5-17,11 1-27,-9 14 4,20-5 12,-9 13 40,14-1-12,5 3 0,6-7-23,1 8 29,7-12-6,0 8-45,3-12 34,1-3 11,0-14 33,0-3 57,-2-3 113,1-2-203,-2-10 0,1-6 0,-4-16 0,0-10 0,0-5 0,2-2 0,9 4 0,6 8 0,2 12 0,16 0 0,-7 13 0,12-2 0,-4 7 0,1 4 0,0 2 0,2 4 0,5 7-410,7 11-886,-20-5 1,1 2 1295,5 5 0,-3 0 0,7 4 0,-6-2 0</inkml:trace>
  <inkml:trace contextRef="#ctx0" brushRef="#br1" timeOffset="478655">13863 1809 22657,'0'-6'3624,"0"1"-2379,2-30 1,0-7-52,-1 8-705,1-13 1,0 3 289,-2 21-365,0 10-279,0 7-637,0 5-50,-2 12 768,1 7-102,-2 16 38,0 8-67,0 5 62,1 2-55,3-2-122,5-4 359,5-5 114,11-5-443,11-8-1183,13-10-1599,12-13-972,-24-6 1,-1-4 3965,28-8 0,-22 2 0,-18 5 0</inkml:trace>
  <inkml:trace contextRef="#ctx0" brushRef="#br1" timeOffset="478888">14308 1716 32379,'7'-20'-2364,"11"3"1854,31 14-4601,2 1 5008,-3 7 1,-22-3 0,-7 4 0</inkml:trace>
  <inkml:trace contextRef="#ctx0" brushRef="#br1" timeOffset="479031">14376 1874 27372,'38'-18'538,"0"0"0,-8 4 0,1 0 1</inkml:trace>
  <inkml:trace contextRef="#ctx0" brushRef="#br1" timeOffset="481339">14082 1847 10556,'-58'14'1589,"0"0"1,0-1-1,0 1 1,0 0 0,9-3-758,13-3 0,5-2-37,-20 5-599,20-9-68,45-14-77,26-10-51,-5 6 0,7-1-1215,2 2 1,5-1 0,1 0 1182,-3 3 0,0-1 1,1 1 16,0 0 0,0 0 0,0 1-63,-1 2 1,0 0-1,-3 0 78,6 0 0,-1 1-48,7 0 1,-2 0-157,-12 3 1,-5 2 253,-3 4 75,-28 6 24,-49 15 123,11-7 0,-4 0 701,-14 7 1,-3 0-760,14-5 1,-2 0 0,0 0 93,-10 4 1,-2 0 0,3-1-6,8-3 1,1-1 0,2-1 39,-18 8 0,6-3 15,17-9 0,7-2 1229,7-1-669,17-8-717,35-11 250,1-1 1,3-1-328,-1 1 1,2-1 99,1 0 0,3-2 0,0 0-542,15-4 1,1-1 583,-9 4 0,2-1 0,0 1-229,5-1 0,1 0 0,-2 2-1625,8-1 0,-4 2 1705,-2 2 1,-7 3-1,-10 6 1,-23 4-1</inkml:trace>
  <inkml:trace contextRef="#ctx0" brushRef="#br1" timeOffset="482198">15500 2052 16740,'0'-5'4643,"0"0"-1841,0 5-2696,-4-38 40,-1 50-47,-9-15-20,-4 64-76,8-27 1,-1 1-171,1 0 0,3 0 141,1-3 0,5 0-97,14 21-75,19-12 11,4-16-666,-2-15 1,3-3-3556,17-3 4049,-19-4 1,-2 0-1,1-3 1,-17-1-1</inkml:trace>
  <inkml:trace contextRef="#ctx0" brushRef="#br1" timeOffset="482415">16014 2101 17675,'-9'-8'3988,"2"3"-2576,7 5-292,0 0-275,-65-11-363,46 7-412,-19-2 0,10-2-159,34 2-117,17-5-142,24-2-225,-13 5 0,2 1-573,4 1 1,1 1-2760,0 1 0,-2 1 3945,21 5 1,-28-1-1,-18 3 1</inkml:trace>
  <inkml:trace contextRef="#ctx0" brushRef="#br1" timeOffset="482571">15958 2289 20685,'-4'0'3882,"0"0"-4855,4 0-1647,76-60 1919,-46 44 0,2 0 1,12-17-1,-2 2 1,1 15-1</inkml:trace>
  <inkml:trace contextRef="#ctx0" brushRef="#br1" timeOffset="482905">16475 1926 27845,'38'-42'531,"0"1"0,-5 2 1,-3 15 263,6 35-1192,-16 14-380,-10 18 352,-18 13 228,-3-25 1,-3 0 222,-5 1 1,-2-1 78,-2-3 1,-1-1-219,-18 18-32,14-13 462,15-12 368,25-12-492,21-11-58,23-11-764,-20 2 0,1 0-1693,3-3 0,0 0 1955,-5 2 0,-2 1 0,9-3 1,-20 7-1</inkml:trace>
  <inkml:trace contextRef="#ctx0" brushRef="#br1" timeOffset="493565">26976 18488 23909,'10'-42'442,"1"-1"1,-1 5-1,-3 10-358,-6 24-28,-1 10-50,-3 8-45,-5 12-337,-7 11-1074,-4 7-3351,0 1 4801,7-8 0,5-14 0,5-11 0</inkml:trace>
  <inkml:trace contextRef="#ctx0" brushRef="#br1" timeOffset="494348">27649 18055 16208,'0'-3'6480,"0"0"-3640,0 3-2683,8-41-84,-6 31-73,5-30 56,-7 42-12,0 1-10,0 2 5,0-2 6,0 0 946,0-3-812,3-3-27,0-2-68,2-4-34,-2 0 0,0 2-5,-1 1 50,-1 2-39,1 1-50,-2 3 11,1 5-40,-4 12-16,-4 18 34,-6 20-21,3-21 1,0 1-204,-1 2 1,-1 1 135,1 0 1,1-1-199,1-2 0,2-1-1362,-2 28-2900,7-8 4553,6-15 0,0-17 0,0-11 0</inkml:trace>
  <inkml:trace contextRef="#ctx0" brushRef="#br1" timeOffset="494739">28105 18098 27202,'-18'1'0,"1"21"28,12 25-16,1 13-68,10-6-73,11-6 95,0-19 6,13-7 56,-6-19-11,8-11 50,3-12 56,8-22 23,-9 2-40,-3 2 102,-10 12-12,-10 14-90,-3 1-156,-5 11 50,-7 13-12,1 3 24,-6 18 38,2 1-196,1 13-414,5-16 0,3 0-1943,10 25-785,4-1 3288,8-14 0,-14-26 0,0-2 0</inkml:trace>
  <inkml:trace contextRef="#ctx0" brushRef="#br1" timeOffset="494922">28928 18419 23198,'2'-3'3450,"-1"1"-2700,-1 2-783,-2 6-214,-1 9-609,-1 9-4079,2 13 4935,4-10 0,-1-4 0,2-16 0</inkml:trace>
  <inkml:trace contextRef="#ctx0" brushRef="#br1" timeOffset="495148">29312 18197 26833,'1'-41'399,"0"0"1,0 4-1,-2 10-376,-3 20-1,1 13-39,-1 14 0,0 5-39,-5 24-126,3-16 0,1-1-86,-3 22-228,4-16 0,2 0-5195,14 17 5031,-1-7 1,3-10-1,-8-26 1</inkml:trace>
  <inkml:trace contextRef="#ctx0" brushRef="#br1" timeOffset="495505">29654 18316 25760,'16'-38'414,"0"0"1,7-16-39,-29 68-309,-3 16 59,-3 12-120,1 6 5,3-10 11,2 4 11,3-7-89,2-4 230,3-5-152,5-16-5,5-8-6,11-15 57,2-8 4,4-16 68,-8-5-22,-7-4-17,-6 1 33,-7 5 1,-9 11-7,-7 10-55,-10 7-78,-4 5-12,2 4-196,7 5-437,8 5-1158,13 6-6029,17 8 7837,5-1 0,-3-6 0,-6-7 0</inkml:trace>
  <inkml:trace contextRef="#ctx0" brushRef="#br1" timeOffset="496047">30354 17945 26726,'-39'-22'416,"1"0"1,1 3-1,13 2-259,23 7-112,1 3-34,1 2 6,1 3-34,4 1 51,5 2-1,13 1 6,16 0-5,16 1-303,-23-2 1,0-1 265,4 0 1,-2-1-32,21 0 31,-19 0 1,-2-1 46,2 1-10,8 2 0,-29 3 16,-11 5 28,-6 5 526,-3 5-576,-3 5 6,-3 4-16,-1 2-18,1 3 0,0 6 0,0 7 0,4 7 0,1 8-221,5-29 1,2 0 208,0 1 1,1 0-1,0-1 1,1-1-50,1 26-280,-10-5-802,-13-7 1143,-24-5 0,17-18 0,-5-6 0</inkml:trace>
  <inkml:trace contextRef="#ctx0" brushRef="#br1" timeOffset="524172">27405 4949 18352,'-20'-41'1614,"37"6"-1361,23 25 1,17 9 0,-1 0-1955,4-3 1,3 0 1742,-10 1 0,5 1 0,2 0 0,-3 0-514,-7 1 1,-2 1-1,0-1 1,4 1 469,0-1 1,3 1 0,1 0 0,1-1 0,1 1-162,-7 0 1,0 0-1,1 0 1,0 1-1,3-1 1,1 0 141,-2 0 1,2 0 0,2 0 0,1 0-1,0 0 1,-1 0 0,-2 0 0,-2 1-206,3-1 1,-4 0 0,-1 0 0,0 1 0,2-1-1,3 0 179,2 0 0,3 0 0,2-1 0,2 1 1,0 0-1,0-1 0,-3 1 0,-4-1-137,4 1 1,-4-1 0,-1 1 0,0-1-1,0 1 1,4-1 55,-8 0 1,1 0-1,1 1 1,1-1-1,1 0 1,-1 0 0,2 0-1,-1 0-87,5-1 0,1 1 1,2 0-1,0-1 1,-1 0-1,-2 1 0,-2-1 1,-2 1 165,-1-1 1,-3 1-1,-2 0 1,0-1-1,0 1 1,2-1 6,8 0 1,4 0 0,0-1 0,-1 1 0,-4-1 0,-7 1 150,7-2 0,-7 1 0,0 0-59,5-1 0,0 0 1,-5 0 986,1-1 1,-9 0-226,-4-3-178,-72 0-450,-2 5 1,-4 2-115,-6-2 0,-4 1 313,4 2 0,-2 0 0,-1 0-385,1 0 0,-1-1 0,-3 1 161,1 0 1,-2-1 0,-2 1 0,-3-1-252,-5 0 0,-3 0 1,-2 0-1,-1 0 0,2 0-195,0 0 1,0 0 0,0 0 0,0 0 0,0 0 260,9 0 1,0 0 0,1 0 0,-2 0 0,1 0-1,-2 1-244,-3-1 0,-2 0 0,0 1 0,0-1 0,0 1 0,1 0 276,5 0 1,2 1 0,-1 0-1,1 0 1,-2 0 0,-2 0-68,-1 0 0,-1 1 1,-3 0-1,0-1 1,0 2-1,0-1 0,0 1 111,1 0 1,0 0-1,0 0 1,0 1-1,-1 0 1,0 0-1,-2 1-32,3 0 1,-2 0-1,-2 1 1,1 0 0,-1 0-1,3 0 1,1 0 0,3 0-1,0 0 1,3 0 0,2-1-1,0 1 1,-1 0 0,-2 0 3,-2 1 0,-2 0 1,-2 1-1,0-1 1,1 1-1,4 0 1,3-1 6,-8 1 0,6 0 1,1 1-1,-3-1 9,3 0 1,-1-1 0,-1 1 0,0 0-1,1 0-10,-8 0 0,2 1 0,-1-1 0,0 0 1,10-3 0,-2 1 0,0-2 1,3 1-1,3-1 6,-9 1 1,4-1-1,-1 0 140,-8-2 1,0-1 0,10-3 1489,-5-7-1452,34-14-146,62-5-11,8 9 0,10 3 208,-8 4 0,3 1 1,1 1-247,-6 2 1,0 0 0,3 0-23,5 1 1,3 0-1,3 1 1,-1 0 17,1 1 0,-1 0 0,2 1 0,4-1-15,-10 2 0,2-1 0,2 0 0,2 1 0,2 0 0,3-1-9,-9 2 1,2 0 0,3 0-1,1-1 1,1 1 0,1 1 0,0-1-1,-1 0 1,-1 1-129,-2-1 1,1 1 0,-1 0 0,0 0 0,0 0 0,0 0 0,1 1-1,-1-1 1,0 0 132,2 0 0,-1 1 0,0-1 0,0 0 0,1 1 0,-1 0 0,1-1 0,0 1 1,-1 1-46,-4-1 0,1 1 1,0 0-1,0 0 1,-1 0-1,1 0 1,-1 0-1,0 1 1,-2-1-1,-1 1 35,5 0 0,-2 0 1,-2 0-1,0 0 1,0 0-1,1 0 0,2 1 1,2-1 9,-6 1 1,2-1 0,2 1 0,1 0 0,0 0 0,1-1 0,0 1 0,-1 0 0,-1 0 0,-1 0 0,-3-1 6,9 1 0,-3 0 0,-1 0 0,0 0 0,-2 0 0,1 0 1,-1-1-1,0 1 0,1 0 0,0-1 0,1 1 0,-1-1 0,-1 1 0,-2-1 0,-4 0 1,-4 0-2,12 0 0,-7 0 1,-3-1-1,0 0 331,11 0 1,-3-1 0,-7-1-5,-8-1 0,-6-1-143,20-5 281,-52-7-466,-58-4 0,20 7 0,-12-1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59:11.9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13539 802 7481,'0'-3'5607,"0"1"-712,0 2-3590,-11-37-588,8 21-56,-8-30-96,11 29-307,1 2 190,0-2 1,1 5 4,0-2 141,-2 3-308,-1 5-186,0 1 80,0 3 296,0 1-420,1 6 16,0 4-55,1 3-34,0 9 17,1 1 34,1 9 5,4 14 0,1-3-11,2 10-11,-2-17 28,0 11 0,-2 6-17,-2 6-201,-3-23 1,-1-1 205,-3 25-10,0-15-7,-2 10 12,3 4 12,0 4-18,2-25 0,0 1 6,1 24-16,-1-13-1,0-12 0,0 0-5,-1 16-1,0-15 1,-2 1 22,-4 24-23,-4-2 12,2-12 6,-5 8-40,2 1 28,1 1-17,5-24 1,2-1 10,0 23-5,3 3-11,1-13 22,0 12-11,2-27 0,0 1 20,0 2 0,0 1-15,1 7 1,1 0-6,-1-5 0,1-2 0,1 23 11,0-14 0,2 0-6,-3-12 1,1 0-309,2 16 1,1 1 302,-1-7 0,0-1-6,1 3 0,-1-1 6,0-9 0,-1 1 20,4 20 0,-1-1-4,1 6 10,-4-15 1,0 9-1,-1-4 10,-1-1 1,0 1-281,-1-1 0,0 2 1,0 0 265,-2-6 0,1-2 1,-1 1-443,1 1 1,-1 1 0,1 0 430,0 1 0,-1-1 1,2 1-12,-1-1 0,1 1 0,1-1 3,-1-1 1,1-1 0,1 1-224,0-2 0,0-1 1,1 0 210,2 19 1,1-2-20,-2-15 1,-1 0-419,0 18 0,-2-2-1094,-2-21 0,-2 0 1403,0 17 1,-2-3 0,0-7 0,-1-13-1</inkml:trace>
  <inkml:trace contextRef="#ctx0" brushRef="#br0" timeOffset="1817">13662 768 13547,'-39'-16'890,"-1"0"1,3 1 0,9 4-471,20 10-303,4-1 102,9 1 139,9-2-27,13-1-74,14 0-83,14 1-124,-23 3 1,2-1-15,3 1 0,2 0-2,3 0 0,1 1-360,3 0 1,1 1 409,2 0 0,2 0-481,4 2 1,1 0 617,3 0 0,2 1-74,-16-2 1,0 1 0,0 0-27,4 0 0,0 1 1,1-1-5,3 0 1,1 1-1,1-1-566,2 1 1,1-1-1,0 0 538,1 1 1,1-1 0,1 0-505,0-1 0,1 1 0,0-1 486,0 0 0,0-1 0,0 0-15,0 0 0,0-1 0,1 1-10,-1-1 1,0-1 0,-1 1 9,2-1 0,-1 1 0,1-1-23,-15 0 1,-1 0 0,2-1 0,-1 1-5,2 0 1,-1-1-1,1 0 1,0 1-5,2-1 0,-1 0 0,1 0 1,0 1-18,1-1 0,0 0 1,0 0-1,0 0 1,0 0 1,1 0 0,0 0 0,0 0 1,0 1 0,-1-1 1,1 1-1,0-1-13,0 1 1,-1-1 0,0 1 0,1-1-2,-2 1 0,1 0 0,-1-1 0,0 1 13,-1 0 0,0-1-1,0 1 1,-1-1 4,0 0 0,0 1 0,-1-1 0,-2 0-3,3 0 1,-2 1-1,3-1 35,0-1 0,3 1 1,0-1-1,-3 1-11,-3-1 1,-2 1-1,2 0-14,1-1 0,3 1 0,1-1 0,-3 1-163,4-1 0,-3 1 0,0-1 159,-1 1 0,0-1 0,-1 1-21,-1 0 1,-1 0-1,0-1 2,-2 1 0,-1 0 1,-1-1-8,21 0 1,-2 0 19,-3-1 0,-1 0-5,-2 0 0,0-1 36,7-1 0,-2 0-31,-20 2 0,-2 0 17,13-1 0,-3-1 828,6 0-817,-22 1 0,0 1 1607,26-4-1621,-25 3 0,-1 0 9,11-1 44,14-3-38,-18 1 4,11-2 29,-1-1-34,5-2-16,-21 4 1392,2-1-1320,-24 5 1183,-2 0-1183,-5 3 689,-3 0-303,-2 0-481,0 6 23,0 1 5,0 7-67,0 7 44,0 1 6,0 0-5,-3 3 0,0-1 5,-4 7 11,1 5 6,-1 15 0,1-3-22,1-1-1,-1 6-5,1-5 14,0-9 0,-1 2-11,1-6 0,-1 1-273,-1 6 1,0 0 275,-3 12 8,4-19 0,2 0 31,-3 26-1616,2-12 1,1 1 1578,2-16 1,-1 1 13,0 26 1,-1-2-207,2-3 204,0-3 0,0 2-9,1-17 0,1 1 8,-1 19 1,-1 3-9,1-9 1,0 1-799,-2 9 0,1-2 798,0-20 0,0 0 0,0 9 1,0 0-58,1-9 1,0 1 59,0 10 0,1 4-11,1-12 1,0 1 0,1 0 2,1 12 0,0-1 634,1 11 1,1-3-639,-2-22 1,0-1 5,1 9 1,-2 0-238,0-8 0,-1 0 240,2 10 0,-1 2-6,2 10 1,1 0-3,0-9 0,1-1 2,0-2 1,1-1-6,1-4 0,2-1 8,-2-9 1,1 1 2,5 18 0,1 1 0,-3-9 1,1 1 7,2 6 1,-1-2-9,-5-18 0,0-1 14,0 5 1,0 2 16,-1-1 0,0 1 5,0 0 1,0 2-1,0 4 1,0-1-12,-1-8 1,0-3-9,4 18 1829,3 9-1823,-1 1-15,-7-29 1,0 1 177,-1 5 1,-2 0-187,-2 22-106,-6-4-241,0-15-9495,-2 3 8230,4-26 1,1 3-1,2-18 1</inkml:trace>
  <inkml:trace contextRef="#ctx0" brushRef="#br0" timeOffset="3367">13864 5029 17339,'-11'-37'1033,"1"1"1,-7-21-614,20 56 207,0 9-5,0 8 156,-1 23-593,0-7 56,-2 26-61,-3-12-35,-1 14-50,-3 3-39,2-26 0,2-2-5,-2 14 72,2 11-5,4-26 10,6 5 40,6-7 185,27-2-230,-7-12-36,0-8 0,4-3-28,-4-4 0,1-2-481,12 1 1,4-1 451,5-3 1,1-1-819,7-1 1,1-1 796,-18 1 1,1-1-1,0 0-4,3 1 1,1-1 0,0 1-4,1 0 0,1 0 0,0 0 3,1 1 1,-1-1-1,1 1-1,-2 0 0,1 0 0,-1-1-4,-2 1 0,0 0 0,1 0 1,7-1 1,2 0 0,-4 0 1,3 0 0,-2-1 2,-6 1 1,3 0 0,-4 0-4,1-1 1,-1 0-219,-9 1 1,2 0-1,1 0 212,8-1 1,2 1-1,-1 0 0,-5 0 0,-1 2 1,0-1 1,-2 1 0,0-1 0,0 2 2,0 0 0,0 0 0,-1 1-11,12 0 0,2 0 3,-11 0 1,3 1-1,1-1 0,8 1 1,2 0 0,-1-1 5,-8 1 0,-1 0 0,0-1 2,-3 1 0,0 0 0,0-1 4,-4 1 0,0-1 0,-1 0 1,10 0 1,0-1-402,-9 0 1,1 0-1,1 0 396,-2 0 0,0-1 0,1 1 2,9 0 0,2-1 0,-3 1-2,2-1 0,0 1 5,-3 1 1,2-1-1,-4 1-11,2 0 1,-1 0-5,-9 1 1,2 1 0,0-1 44,19 1 0,0 1-43,-13 0 1,1 0 0,-2 0 7,15 1 0,-3 0 240,0-1 1,-3 0-241,-3 0 0,-4-1 6,10 0 2,-1-1 1,3 0-1,-20-1 0,1 0-6,5-1 0,3 0 0,-4-1-5,-4 1 0,-2 0 3,18-2 0,-1-1-6,-19 2 1,1 1 3,1 0 0,2 0 1,0 0-2,12 0 0,0 0 5,-13 0 0,2 1 0,-4-1 6,-1 0 0,-1 1-8,6-2 0,-1 1 139,-10 0 0,-2 0-133,7-1 0,1 0-1,1 0 1,-1-1 11,21-2-6,-8 0 1358,-9-1-1336,-8 0-5,12-1 23,1 0-18,10-2 1,-11 2 658,-4 1-597,-12 2 1282,-14-2-1131,-4 1 393,-6-4-499,-10 1-71,-1 2 21,-4-2 55,0 2-72,1 0-17,2-2-67,3 1 16,1-1-5,1-1-723,0-1 723,-4-3 0,2 5 0,-4 1 0</inkml:trace>
  <inkml:trace contextRef="#ctx0" brushRef="#br0" timeOffset="5200">13454 2101 18408,'-32'-6'686,"0"1"1,-18-4-513,50 9-141,0 1 169,0 5 5,2 0 157,3 4 67,8-3-61,9 0-96,10-3-67,11-2-43,12-1-114,-24-1 0,2 0-369,4-1 1,1 1 351,5-1 1,0 0-26,-7 0 1,1 0 6,5 0 0,4 0 0,-2 1-4,7-1 0,1 1-11,-2-1 0,4 1 0,-1-1-507,-7 1 1,-1 0 0,0 0 515,1 0 1,0 0-1,0 0 2,1 0 0,-1 0 1,1 0-5,-1 1 1,0 0-1,1-1-274,-1 1 0,0 0 0,0-1 284,0 2 0,-1-1 0,1 0-1,-1 1 1,0-1 0,0 0-325,-1 0 0,1 0 1,-1 0 308,1 0 1,0 0 0,-1 0 2,1 1 0,0-1 0,-1 0-1,1 1 1,0 0 0,0 0 3,0 0 1,-1 0-1,0 0 8,0 0 0,-1 0 0,1 1-8,-1-1 1,-1 1-1,1-1-5,-1 1 0,1 0 0,-1-1 0,0 1 0,1 0 0,-1-1 3,1 1 1,0-1-1,0 0-1,0 0 0,0 0 0,0-1-4,1 1 0,0-1 0,-1 0 0,2-1 0,-1 1 0,0-1 1,1 0 1,0 0 0,0 0 1,0 1 1,0-1 0,0-1 0,0 1 0,0 0 0,0 0-1,-1-1 1,0 1 0,0 0-10,19-1 1,-1 0 2,-3 0 0,-1 0 0,-2 1 0,0-1-5,-3 1 0,1-1 8,-2 1 0,1 0 2,-1 0 1,1-1-96,-1 1 1,1 0 95,-1 0 0,0 0-3,0 0 0,0 0-14,-1 1 0,0 0-3,0-1 0,-1 1 17,0-1 0,-2 1 0,-11-1 0,1 1 3,15-1 0,-1 0-1,-16-1 1,1 0-6,14 0 1,2 0 13,-11-1 0,-1 0 483,0-1 0,0 2-497,0-1 1,0 0 7,-1 0 1,1 1-12,-1 0 1,0-1-4,-1 1 1,-1 0 13,0 0 1,-1 0-3,-3-1 0,0 1-3,-1 0 0,-2 1 11,26-2 6,-6 0 11,-4 1-34,-4 0 17,1 0 6,2 0 5,4 1 34,1 0 0,0 0 34,-4-1 61,-6-2 866,-9 0-714,-10-2 1215,-9 3-1299,-6-1 859,-2 1-1056,0 0 243,0-1-243,3 3-16,-4-1 11,2 1-17,-5 0-4543,0 0 4543,-1-3 0,0 2 0,0-2 0</inkml:trace>
  <inkml:trace contextRef="#ctx0" brushRef="#br0" timeOffset="6809">13591 4038 21607,'-30'-31'1339,"6"6"-1104,20 19-162,3 3-79,0 2-44,2 0 72,12 0 40,12 0-40,25 0-14,-17 1 1,3 0 8,8 0 0,1 0-216,-8 0 0,3 0 212,3 0 0,5 0 0,-5 0-16,-7 0 0,1 0 18,17 1 0,8-1 0,-5 0-1611,-2 0 1,-1 1 1595,-11-1 0,0 0 0,1 0 7,0 1 1,-1-1-1,1-1-414,5 1 0,1 0 1,1-1 408,2 1 0,1-1 0,2 0 3,-7-1 1,2 1-1,0-1 1,-1 1 5,10-1 0,-1-1 1,-2 1-9,-10 0 1,-1 0 0,1 0 3,10 1 1,1-1-1,0 1 6,-1 0 0,0 0 0,0 0 4,0 0 0,0-1 0,1 1-6,5 0 0,0-1 0,-3 0-2,-12 0 1,-2 1-1,-1-1-7,1 0 0,0 0 0,0-1 0,0 1 0,0-1 0,0 1 9,1-1 0,1 0 0,0 1-2,1-1 1,0 0-1,1 0 13,0 1 1,1-1-1,0 1-5,1 0 0,0 0 0,0 0-6,1 1 0,-1 0 0,-2 0 9,9 0 0,-1-1-17,-7 2 1,3-1 0,-5 1-303,0-1 0,-2 0 303,-3 0 0,3 0 0,-3 0-10,8-1 0,-2 0 14,2 0 1,-2-1-4,-9 0 1,0 1 3,1-1 1,4 1-1,-3 0-1,4-1 1,1 1-7,-4-1 0,3 1 0,-1 0 6,8-1 1,-1 1-7,-2 0 1,-3 0-6,-10 1 1,-1 0 7,4 0 1,1-1-1,-3 1 1,0-2-6,-8 1 0,2 0-18,18-1 0,-1-1 35,9-2-12,-17 2 1,2 0-1,-8 1 1,-1 0 2,1 0 1,0 0-20,-1 0 0,0 1 1041,0 0 0,-2-1-1030,0 0 0,-1 0 0,15 0 6,-14-1 0,-1 0 5,11-1 1573,17-3-1579,-13 2-5,1 0 12,2 2-12,-2-1-17,-11 2 1073,7-1-1028,-21 1 547,7-1-541,-13 0-12,-3 1-5,-4 0 325,7-1-319,-3 1 14,8 0-43,-1 0 23,0 1 5,-1 1 1,-2-2 38,-2 1 18,-3-1-12,0 1-28,0 0-16,4 0-1,1-1-16,-2 1 33,7-1-28,-9 1 6,3 0 11,-9 1-17,-5 0-11,-2 1 0,0 0 11,3 0 6,8 1-6,2 0 12,5 0-7,-5 0 18,-4 0 67,-5 0 72,-1-1-38,-1 0-95,4-3-29,8-2-28,7-3-112,5-2-588,0 2-3226,-3 1 3943,-8 2 0,-7 3 0,-5 1 0</inkml:trace>
  <inkml:trace contextRef="#ctx0" brushRef="#br0" timeOffset="8243">15210 1007 10864,'-1'-6'7556,"1"1"-4235,0 5-2290,7-63-286,-7 40-476,2-13 0,-2 2 156,-6 21-117,-1 5-89,2 2-91,3 3-27,1 2-90,3 11-5,2 1 16,2 13 29,1 1 10,-1 7 24,0 7-7,0 11-5,1 8-234,-3-27 0,-1 2 189,1 1 0,0 1 0,0 1 0,-1 0 0,1 3 0,0-1 8,0 3 1,0-1 5,0 2 0,0-1-6,0 1 1,0-1 5,0 0 0,1-1-17,-1 0 0,0 0-6,0 0 1,0-1 11,-1 2 0,0-1 8,-1 0 0,-1 0 3,1 1 0,-2-1 6,-1 0 0,-1 0-12,-1 1 0,1-1 9,-2 1 0,-1-1 16,2 1 1,1 0-20,-1-1 0,2-1-6,3 0 1,1-1-9,1-1 0,2 0-3,2-1 0,2 0 23,1 0 0,1 0-6,0 1 0,1-1 0,-1 1 0,0 0 2,-1 0 1,0 0-9,-2 2 1,-2-1-1,0 2 1,-1 1-9,-3 0 0,-1 1 2,-1 1 1,-1 0-9,-2 2 1,-1-1-349,-2 2 0,0 1 359,-2 0 1,1 1-17,-2 0 0,1 0 2,0-1 1,0 1-9,0-1 1,1 0 7,0 0 1,0 0 2,1 0 1,1 1-9,0-1 0,0 0-3,1 0 0,1-1 0,0-1 0,1 1-5,0 0 0,0 0-1,1 1 1,0-1 2,0 1 1,0 0 2,0-1 0,0-1-6,0-1 1,1-1 2,0-1 1,0 0-54,0-1 1,1-1 58,-1-1 0,0 0-6,0-2 0,0 0-5,0-1 0,-1 0 2,1-2 1,-1-1-17,1-1 0,0-1 22,1 26 6,2-3-12,1-5 12,1-6-11,1-5 16,-1-3 346,-1-4-379,-2-10 750,0-4-767,-3-14 80,0 0-220,3-13 33,0 2-279,5-15-90,1 6-420,2-3-1838,-1 6 2762,-4 2 0,-2 8 0,-3-1 0</inkml:trace>
  <inkml:trace contextRef="#ctx0" brushRef="#br0" timeOffset="9793">17939 971 7794,'-2'-4'9080,"0"1"-3944,2 3-4312,-26-58-225,19 34-389,-7-10 0,2 0 165,11 19-11,1 4-117,0 6-91,0 3 35,0 2-79,0 12-16,0 4-35,0 14 29,0 4-12,-2 6-5,-2 4-11,0 5-12,-1 5 17,0 2-387,-1 3 348,0 1 11,0-1 6,0 1-61,0 0 100,0 1-11,0-2-338,0 0 321,0-1-17,1 0-5,1-1 5,0 2 11,1-1-11,2 2 6,1 0 17,0-1-29,0-1-33,-2 1 17,1 1 8,-1-28 1,1 0 2,-1 0 0,0 1-3,0 1 0,0-1-11,0 1 0,0-1-8,-1 21 13,2-14 1,0 1 2,0 19-104,1-16 0,1 0 76,-1-7 1,1-2 10,1 0 1,-1 0-101,0 0 0,-1-1 117,1 0 0,0 0 3,-2 0 1,-1 0 293,-1 19-300,-1-14 1,-2 1 14,-3 16-150,4-15 1,-1 0 126,2-8 0,1-2-6,1 1 1,0 0 5,0 31 12,1-2-12,2-1 0,2-5 17,0-1 0,2-2-5,0 0 5,-2-1-17,-2 0 17,0-1-6,-2-1-11,1-1 481,-1 0-503,1 0 22,2-1 6,0 1 309,1 1-304,0 2 6,-1 2 6,-2 0-23,0-1 11,2-4 6,0-2-33,2-4 21,0-1 7,1-2-1,-1-1 282,0-4-287,-1 0 21,-2-1-16,0-2 0,-1 3 6,0-1-11,-1-3-6,0-2-5,0-8 56,0 7-23,0-10-17,-1 9-11,1-7 6,-2 3-6,0 0 17,-1 1-33,1-2 16,0 0 17,0-3-22,1-2-1,1-4-5,-1-1-17,1 3 12,-5 4-1,-3 4-39,-6 2-296,-3 1-897,-4-2-3546,2-5 4784,5-5 0,7-7 0,5-4 0</inkml:trace>
  <inkml:trace contextRef="#ctx0" brushRef="#br0" timeOffset="10500">14145 1740 31968,'11'-60'266,"0"1"0,-1 2 1,-1 5-267,-3 17 0,-1 3 0,5-28 0,-3 13 0,-2 16 0,-2 14 0,-2 12 0,0 16 0,1 16 0,2 23 0,-2-16 0,1 2-377,0 5 0,1 1-1398,0 4 0,1 0 964,0-5 1,0-2 0,2 11 0,-1-22 0</inkml:trace>
  <inkml:trace contextRef="#ctx0" brushRef="#br0" timeOffset="11060">16367 1230 22484,'0'-8'661,"0"-22"0,2-7-433,16 2-383,-5-7 0,5 1 452,34 8-313,-22 21 1,1 3-6,2 5 0,-2 3-89,19 6-19,-20 12 0,-4 5 153,-5 22-32,-10-10 0,-6 3-37,-13-2 1,-7 0-299,-5 1 0,-6 0 368,-5 0 0,-3-1 3,-2-3 0,-1 0 3,3-4 0,2-1-17,5-5 0,3-1-14,-5 11 67,21-10 360,26-10-382,26-7-149,-8-6 0,3-3-1101,12-1 0,3-2-968,-13 1 0,2-1 0,-1 1 1788,18-4 1,-5 2-1,-15 2 1,-6 0-1,8 0 1</inkml:trace>
  <inkml:trace contextRef="#ctx0" brushRef="#br0" timeOffset="11667">18902 1272 24979,'-6'-44'291,"-1"-1"0,2 3 1,7 8-247,26 12-6,9 3-22,7 6-6,7 6-11,4 10-17,0 10 11,-7 13-27,-11 10 16,-15 8 6,-17 4-17,-22 4 67,-17-2-22,9-26 0,-2-2-168,-1-1 0,-2-1 181,1-4 1,1-1 71,-19 8 228,12-11 196,16-11-408,10-4 39,10-10-56,53-14-79,-23 13-726,10 1 1,1 4 714,-9 9-7,19 9-15,-14 7 6,5 11-40,-10 14 17,-15-12-101,-21 11-392,-25-13-1378,-24 6 1338,14-16 1,0-2 0,-6 2 0,1-4 0</inkml:trace>
  <inkml:trace contextRef="#ctx0" brushRef="#br0" timeOffset="12883">14058 3237 17832,'3'-48'1284,"-1"-1"0,1 0 0,1-17 0,3 8-629,9 9-240,3 13-286,-4 15 67,4 11-135,-9 12 124,9 15 140,-10 28-146,-4 12-95,-7 6-23,-4-26 1,-3-1-20,-2 1 1,-2 0-167,2-1 1,0 0 145,-1 1 0,1-4 1,1 3 117,6-16 207,9-15-78,13-17-180,18-11 40,14-12-282,-21 15 0,0 1 231,-1 2 0,-1 0 57,16-11-118,-15 12 345,-11 7-334,-10 9-17,1 9-5,2 9-6,5 13-6,6 9-218,7 9-432,-12-22 1,2 1-3255,3 0 0,0 0 3201,17 21 0,-13-20 0,-10-14 0</inkml:trace>
  <inkml:trace contextRef="#ctx0" brushRef="#br0" timeOffset="13550">16745 2847 23489,'-13'2'1053,"0"3"-700,0 6-141,-11 4-83,-15 0-22,-15 2-414,23-9 0,-2 0 363,-1 0 0,0-2 62,-28 4 145,13-4-179,19-4-50,14 0-45,11-2 11,4 2 17,3 1 529,4 5-512,4 6 16,5 8 34,1 7 11,-2 7 23,-2 5-29,-4 1-21,-4-1-7,-2-1 6,-3-6-22,-2-5-17,0-8 17,1-9 84,1-6 56,1-5-68,2-8-72,3-7-17,5-10-22,5-6-12,9-3 6,11 0 0,9 4 0,8 6 11,3 8-22,0 8 22,-12 8-11,-11 8 0,-1 3-28,12 16-135,-12-6 0,-3 4-22,3 24-157,-16 6-117,-27 0-246,-23-5 69,7-28 0,-4-2-1356,-4-2 1,-2-4 1329,3-2 1,2-2 0,-11 1 0,21-6 0</inkml:trace>
  <inkml:trace contextRef="#ctx0" brushRef="#br0" timeOffset="14126">19145 2876 21187,'19'-46'1318,"0"-1"0,-2 5 0,-12 9-878,-30 21-210,-16 14-57,-12 17-106,23-3 1,0 4-361,0 5 1,2 3 311,2 2 1,3 3-9,5 3 0,4 2-8,3 1 0,4 1 5,6 0 1,3 2-12,6-1 0,4 0-11,6 0 0,4-1-247,6-2 0,4-2 258,2-4 0,2-3 0,-1-7 1,0-3 77,24 0 9,-17-19 0,-18-17-22,-15-13-1,-20-8-49,-21-2-15,4 21 0,-4 3 6,-8 2 0,-3 3-180,-4 2 0,-2 4-333,-2 3 0,1 3-1848,1 4 1,3 3 2357,7 0 0,3 1 0,-7 6 0,22-6 0</inkml:trace>
  <inkml:trace contextRef="#ctx0" brushRef="#br0" timeOffset="14676">14258 4750 20296,'-5'-2'2947,"0"0"-2231,5 2 113,-7-76-358,24 38-1050,-9-12 0,4 3 747,26 17 202,13 4-162,-9 17-136,-10 9 1,2 4-17,21 18-42,-22-1 0,-3 4-3,8 18-5,-18-9 0,-3 2-6,-8-4 0,-3 2-124,-1 21 1,-5 2-224,-5-9 0,-2 1-830,-4 7 1,-3 0-743,0-13 1,0-3-642,3-9 1,1-2 2559,-10 24 0,13-35 0,1-2 0</inkml:trace>
  <inkml:trace contextRef="#ctx0" brushRef="#br0" timeOffset="14826">14329 5111 23653,'6'-50'22,"0"-1"1,7 3-1,12 7-565,23 17 0,7 8-1414,-9-1 1,1 2 1956,10-2 0,-5 3 0,-10 2 0,-2 2 0</inkml:trace>
  <inkml:trace contextRef="#ctx0" brushRef="#br0" timeOffset="15476">16288 4711 21595,'1'-5'3736,"0"1"-2335,-1 4-1216,-20-50-174,6 49 6,-20-27 0,10 67-6,3 12 0,7-7-25,13-9 0,6 0-20,19 12-170,-4-15 1,6-1 197,5-10 0,4-4-710,4-1 0,0-4 710,-8-4 1,1-1-6,7-2 0,-3-4 34,-2-7 5,4-6-11,-29-10 337,-16-6-331,-14-7-12,-16-4-11,2 6 5,1 7 1,-1 0 0,-14-10 619,14 10 1,1 0-592,-8-11 8,16 4-19,14 4 5,18 3-12,11 4-4,16 4-7,8 4 6,8 6-5,3 5-6,-2 11 6,-5 8-18,-6 14 259,-13 14-269,-11 15-144,-15-24 1,-5 2-1107,-3 3 1,-3 1 1271,-5 4 0,-2-2 0,-3 7 0,2-8 0</inkml:trace>
  <inkml:trace contextRef="#ctx0" brushRef="#br0" timeOffset="16093">18651 4715 22403,'7'-47'553,"0"-1"1,-1 0-1,0 4 1,0 1-1,-2 4-298,-4 5 0,0 4 159,-6-22 160,-5 15-434,-7 16 50,-8 12-162,-8 19-16,-6 13-18,-2 22-306,21-15 0,2 2 315,1 5 0,4 2-15,2 0 1,4 1-6,2-1 1,5-1 4,6-3 1,3-2 20,22 21 8,14-16-1,6-17-32,-3-22 38,-5-17 96,-6-16 100,-7-10-72,-9 10 352,-2-12 478,-11 23-779,1-3-62,-6 17-135,-2 9 0,0 13 0,0 16 0,-1 24 0,-1-18 0,0 2-322,-2 7 0,-2 1-423,0 6 1,-1 1 286,-3 10 0,1-3 0,3-24 0,1-3 0,0-1 0,-1 1 0</inkml:trace>
  <inkml:trace contextRef="#ctx0" brushRef="#br0" timeOffset="21701">12825 6487 18134,'-17'-57'1781,"-1"1"0,4 12 1,0 3-147,-7-8-1259,12 31 105,-3-6-458,10 20-18,2 11 7,7 17-7,5 23-5,-2-14 0,0 3-364,0 6 0,0 3 294,-1 5 0,0 1-795,-3 4 0,0 2 109,-3 2 0,0 1-1062,-3 2 1,-2 0-3099,0-4 1,-2-2 4874,0-10 1,0-4 0,-2 7 0,2-27 0</inkml:trace>
  <inkml:trace contextRef="#ctx0" brushRef="#br0" timeOffset="22184">12590 6958 18880,'-20'-53'1504,"-1"-1"1,4 6 0,3 3-1068,7-8-247,16 11-100,15 9-68,21 10-33,15 11 2,-24 8 1,1 2 2,3 3 1,2 2-489,2 1 0,0 1 471,1 3 1,0 1 8,-1-1 0,-2 0 45,-5-1 1,-1 0-43,15 4 101,-22-4 39,-17-4-34,-14-2 22,-11-1 835,-15 1-622,-12 5-78,-6 4 29,2 6-236,12 2-27,14 1-7,11 2 0,15 0-11,11-1 6,15-2-1,13-7 6,8-5 40,0-10 50,-7-8 55,-14-11 12,-14-8-22,-12-7 11,-14-3 0,-9 1-17,-9 3-28,-4 7-40,-1 7-55,4 9-50,6 7-51,7 12-163,6 9-458,5 15-601,13 9-1159,13 7-4866,14 3 7110,2-8 1,-14-14-1,-11-13 1</inkml:trace>
  <inkml:trace contextRef="#ctx0" brushRef="#br0" timeOffset="22608">13597 6773 20783,'0'-6'4515,"0"2"-3675,-4-57-319,1 40-280,-4-42-168,4 58-23,0 18-39,2 16-39,0 21 31,0-18 0,0 1 5,2 4 1,1 0-340,-1 1 0,1-1 334,0 0 0,0-2-9,1 26 23,-2-16 28,0-18-40,-3-15 23,-2-20 11,-4-14-39,-2-21 6,-4-18-68,7 24 0,0-2 70,-2-3 1,0-1 2,1-2 1,0 1 10,1 1 0,1 0-5,1 2 0,2 1-12,3 3 1,2 2-12,4 1 1,3 3-30,18-22 29,14 13 6,7 16-17,5 14 12,0 11-6,-4 11 5,-15 3-22,0 24-17,-24-4 17,-8 20-39,-25-8-79,-18-3-229,-9-7-633,2-9-1602,11-11 1960,16-9 1,12-5-1,8-3 1</inkml:trace>
  <inkml:trace contextRef="#ctx0" brushRef="#br0" timeOffset="22841">14081 6471 18857,'-7'1'3865,"1"0"-2152,6-1 41,0 0-1855,3-12-381,23 5-627,13-10-1053,24 12-4093,-1 3 6255,-13 5 0,-21-2 0,-15 2 0</inkml:trace>
  <inkml:trace contextRef="#ctx0" brushRef="#br0" timeOffset="23267">14219 6621 18649,'-7'3'5366,"2"-1"-4598,5-2-169,0 0-846,11-1-413,31-13 220,-12 5 0,2 0-81,11-6 1,2-1-215,-3 0 1,-1 0 482,-4 0 0,-1-1 221,-4 1 0,-2 0 250,18-14 397,-14 4 964,-15 4-1060,-10 9 219,-8 4-324,-6 7-152,-5 2 360,-8 5-483,-10 13-112,7-1-28,-5 17 6,18-5-6,2 10 0,9-8-6,12 6-22,18-7 28,3-3 28,11-6 107,-12-14 100,-5-12 213,-7-14-291,-10 0 128,-5-16-16,-10 6-101,-5-7-123,-4 4-314,-8 2-2106,2 13 2375,-1 3 0,9 11 0,4 3 0</inkml:trace>
  <inkml:trace contextRef="#ctx0" brushRef="#br0" timeOffset="24591">12828 8202 18767,'-8'3'3069,"2"-1"-1987,6-2 94,0 0 286,-2 3-1115,7-9-246,-3 2 78,9-16-44,-2-2 21,3-24-105,-5 12 7,-3-5 1,-1 0-14,-2-1-12,0-1 1,0 0 67,1-13 17,1-8 78,1 3-56,-2 22-79,-1 7-61,-1 20-33,-1 9 22,-2 14 22,-5 17-14,0 7 0,0 4 0,1 2 1,0 1-10,-1 2 1,2 2-48,5 12 1,3-1-513,5-18 1,1 0 312,5 17 1,4-1-309,3-12 0,3-4-426,2-4 1,1-2-12,-6-9 0,1-1-2691,4-2 0,-1-2 3694,6-2 0,-6-3 0,-12-10 0</inkml:trace>
  <inkml:trace contextRef="#ctx0" brushRef="#br0" timeOffset="24942">13203 8323 18515,'0'-48'1977,"-1"1"0,0 4 1,-1 8-1603,-2 14 140,-2 6-262,4 9-259,0 2 0,7 2-3346,8 4 3368,5 0 29,30 1-17,-9-2 0,16-1 39,-18-4 79,-11-4 50,-11-5 3392,-8-3-3370,-7-5 12,-8-2 0,-5 0-34,-7 2-40,-4 6-116,4 6 32,-12 4-55,9 12-17,-11 9-11,10 16-6,5 10 0,7-5-45,10-5 1,3 1-224,13 14-234,-2-12 0,5-1-167,5-7 0,3-3-810,7-1 0,1-3-1775,23 9 3271,-11-17 0,-3-4 0,-12-2 0,16-1 0</inkml:trace>
  <inkml:trace contextRef="#ctx0" brushRef="#br0" timeOffset="25151">13912 8102 21286,'-2'-62'1453,"0"-1"0,-1 7 0,-4 8-865,-13 8-190,-1 15-303,2 13-58,5 19-26,5 18-22,2 24 2,5-13 1,1 1-107,0-5 1,0 3 97,1 7 0,0 4 0,0-4-240,0-6 0,0 1 46,0 18 0,-1 8 1,-1-3-1204,0-4 1,-2 0 287,1-3 0,-2 3 1,-1-3 1125,-1-7 0,-1-2 0,0-4 0,2-2 0,-1-4 0,-8 19 0</inkml:trace>
  <inkml:trace contextRef="#ctx0" brushRef="#br0" timeOffset="25301">13593 8839 17434,'5'-50'1134,"-1"0"1,0 0 0,1 3 0,1 0 0,0 2-852,6-12 0,1 3-2982,1 6 1,1 3 2728,-4 11 1,2 2 456,9-8 0,2 4-653,-3 12 1,2 1-261,11-8 1,3 2-463,-2 9 0,2 5-1058,0 2 0,2 3-1776,-3 3 0,0 3 3722,19 0 0,-23 3 0,-18 2 0</inkml:trace>
  <inkml:trace contextRef="#ctx0" brushRef="#br0" timeOffset="25641">14215 8171 13900,'-2'4'7281,"0"-1"-3819,2-3-2700,-7 35-325,17-34-241,1 20-62,20-48-11,3-10-33,-2-8-1,-6-12-388,-16 23 1,-2 0 317,-3-5 1,-1 0 19,-2-1 1,-2 1 2,-2 2 0,-3 1 114,-7-25 57,-5 13 34,0 14-63,3 11-167,6 11-28,4 8 22,2 12 637,1 12-637,1 17-3425,2 19 3408,1-3-22,3-5 0,1 2-312,-1-11 0,1-1 79,4 17 1,0 2-390,0-12 1,0-2-620,0-3 1,-1-1-2656,0-5 0,0-2 3924,5 14 0,-6-21 0,-4-14 0</inkml:trace>
  <inkml:trace contextRef="#ctx0" brushRef="#br0" timeOffset="25808">14353 8113 25124,'-9'-43'-263,"0"1"0,6 2 0,11 9-575,20 22 1,8 8-1199,3-4 0,1 2 2036,5 1 0,-3 0 0,7 0 0,-8 1 0</inkml:trace>
  <inkml:trace contextRef="#ctx0" brushRef="#br0" timeOffset="25968">14869 7877 20016,'-9'0'4828,"2"0"-3881,7 0-476,0 0-712,11-62-863,23 43-369,-10-14 0,5 3 794,10 24 1,0 8-1,6-2 1,-6 0 0</inkml:trace>
  <inkml:trace contextRef="#ctx0" brushRef="#br0" timeOffset="26425">14954 8068 22800,'-7'2'2700,"2"0"-2392,5-2-824,0 0-525,71-36-208,-15 13-60,0-3 0,2-2 110,-17 11 1,-4 1 262,-2-2 1,-1-1 784,15-11 464,-20 7 1,-3-1 1137,1-7 459,6-11-78,-22 14-393,-6 6-342,-5 5 435,0 6-1140,-2 5-286,-3 7-72,-9 13-12,-7 13 1,-2 17-18,2 12 1,10 3-12,13-3 1,12-7-1,12-11-11,6-11 56,4-13 141,5-16-96,-14-6 151,6-19 34,-19-5-12,0-17-66,-7-9-391,-9-3 289,-6 3-72,-6 10-230,-6 11-1024,-6 14 1237,-8 12 0,15 8 0,-1 4 0</inkml:trace>
  <inkml:trace contextRef="#ctx0" brushRef="#br0" timeOffset="29001">12875 9433 22363,'-8'-32'1366,"1"1"1,-5-19-823,14 45-169,-1 3-134,-1 1-252,4 11 22,-1 1 23,5 24 5,0 12-23,-4-15 1,0 3 3,0 2 0,-2 2-12,-3 4 0,-1-1 4,-2 13 44,-8 6 50,-2-35 34,-2 2 6,0-13 10,2-7-55,1-13-56,1-8-11,0-13-12,4-9-5,2-13 2,5 10 1,2-2-1,2 2 1,1 1-271,-1-2 1,1 0 241,4 2 1,1 1-3,7-16 19,-1 18 1,1 0-3,13-13-18,9 7 7,-12 23-23,8 9 11,-5 12 6,6 10 0,-1 23 16,-15 9 6,-6 2 12,-23 7-12,-10-8 242,4-19 1,-3 0-240,-5 2 0,-2-1 2,-14 10-10,3-7 28,18-20-6,13-10-28,1-1-23,6-1 51,6 1-33,10 1 5,1-1 0,19 2-6,4-2 3,-6-1 0,2 0-3,-3-1 1,0-1 10,6-1 1,-1 0 6,10-6-1,1-5 11,-21-3 1,1-4 27,-10-8 40,-11 5-46,-4 1 96,-6 3 34,-3 6 117,-4-5-100,0 7-74,2 1-83,3 7-23,3 3-78,0 1-12,1 6-10,6 5-124,4 12-235,8 6 34,-3-3-1110,2 7-2302,-3-5 3826,3 8 0,-8-16 0,-2-5 0</inkml:trace>
  <inkml:trace contextRef="#ctx0" brushRef="#br0" timeOffset="29185">13730 9324 24760,'-16'-41'356,"-1"1"1,1 2 0,2 9-289,9 22-270,0 2-331,3 5-900,1 10-3205,3 11 4638,-1 4 0,0-6 0,0-7 0</inkml:trace>
  <inkml:trace contextRef="#ctx0" brushRef="#br0" timeOffset="30268">13935 9401 21614,'2'-51'681,"0"0"1,-2 8 0,-1 6 810,-7 1-1279,-8 18 316,-8 10-484,-7 8 235,-4 11-241,1 11 638,4 13-722,7 8 34,6 7 33,8 1-33,13-5 28,9-8-12,11-9 6,2-11 51,0-10 44,-4-9-33,-6-4 213,8-17-180,-11 7 169,18-22-169,-13 15-22,8-6-56,-8 13-50,-6 7 22,-2 17 0,-3 17-6,-3 22 9,-6-15 0,-3 2-232,-3 6 1,-3 1 230,-5 4 1,-2 0-601,-4 5 1,-1 1 370,-2 4 1,-1 0-649,-1 1 0,0 0 634,0-5 1,1-2 158,2-11 1,0-4 81,-12 4-16,13-40 27,13-34 8,11 3 1,6-4-174,2-10 1,5-2 142,6-9 0,3-1-6,-3 10 0,3-2-32,5-1 1,5-4 0,0 4 23,-9 15 1,-1 2 0,3-2-151,8-13 0,3-2 0,-2 4 152,5-5 1,-2 4 8,-4 6 0,-2 3 383,-5 5 0,-1 2-347,-4 5 1,-1 2 78,15-16-17,-6 7 751,-6 10-661,-5 7 1540,-7 8-1658,-5 6 447,-5 5-391,1 10-23,-1 11-38,0 18 16,-4 13-53,0-22 0,-1 1-142,-2 3 1,-1 1 124,0 0 1,-1-1-12,1-3 0,1-2 2,-3 20 35,4-18 89,4-17 73,2-11-68,3-15-22,4-9 17,5-11 238,2-6-254,4 1-12,12-7-51,17 17-33,-12 4 6,5 20-6,-20 16-17,3 4-5,6 8 16,1 1-5,1-3 11,0-6 39,0-9-17,-3-11 1,0-18-18,-1-17 1,1-18-246,-15 19 0,-2-2 231,1-6 1,-2-1-330,0-3 0,-2 0 369,-1 0 0,-1 3 13,-3 7 1,0 3 67,-1-12-50,-10 25-40,-8 17-27,-11 18 16,-5 15-11,0 17-44,9 13 2,15-26 0,4 2-45,6 1 0,3 0-154,4 1 1,3-1-248,4-2 1,3-1-339,-1-2 0,1-2-1756,16 20-3182,-9-11 5764,-11-13 0,-10-13 0,-4-7 0</inkml:trace>
  <inkml:trace contextRef="#ctx0" brushRef="#br0" timeOffset="30501">14850 9041 18526,'-11'-2'3033,"-22"-3"0,-2 0-1963,16 2-515,-38-6-135,71 5-123,27-3-222,-9 3 1,4-1-158,6-1 1,1 0 137,1 0 0,-1 0-6,-2 0 1,-1 0-9,-6 1 0,-2 0 8,19-3-67,-18 1-498,-15 3-1446,-11 2 1961,-12 1 0,4 0 0,-5 1 0</inkml:trace>
  <inkml:trace contextRef="#ctx0" brushRef="#br0" timeOffset="35934">4250 3200 12349,'-44'1'1850,"0"0"0,1 0 0,7-2-713,16-1-61,0-3-147,7 2-834,7 0 28,10 2-55,4 0 144,21-2-108,3-1 0,4 0-54,5 0 0,3 0-647,16-2 1,3 0 641,-2 2 0,-2 0-20,-10 0 0,1 1 1,-8 1 1,2-1-1,-1 1 8,13 0 0,3-1-15,-13 2 1,5-1-1,0 0 1,0 1-17,9-1 1,-1 1 0,1 0-736,-6 0 0,1 0 0,-1 0 0,-3 1 732,-4 0 0,-3-1 0,0 1-4,6 0 1,2 0-1,-4 0-138,5 1 1,-1-2 159,-7 0 1,3-1 0,-3 1 14,5-2 1,-4 0 28,0-2 0,-4 0 33,-1-2 106,-7-1 85,-14 4 693,-5 0-912,-6 3 3078,-8 0-5027,-2 2-3293,-2 2 5175,-2 3 0,2-2 0,-1 1 0</inkml:trace>
  <inkml:trace contextRef="#ctx0" brushRef="#br0" timeOffset="40934">15650 9113 19092,'-4'0'2884,"1"0"-811,3 0-2090,22-40-28,-1 24-284,7-9 1,6 1-34,-3 16 1,3 5-729,16 0 1,1 2-370,-12 5 0,-2 2 371,-2 0 0,-5 4-4721,-7 24 1726,-36 0 4083,-21 12 344,6-24 0,-2-3 1672,-1-1 0,0-2 2880,-23 9-3743,25-14 435,12-4-1296,27-13-2045,34-13-8078,14-4 8934,-26 10 0,-2 2 0,11-3 0,-29 11 0</inkml:trace>
  <inkml:trace contextRef="#ctx0" brushRef="#br0" timeOffset="42925">16345 8923 17322,'-5'0'5372,"0"0"-4961,-3-27 1,3-9-104,6 9-76,-3-15 1,5-3 125,31 1-229,6 4-45,10 3-39,-8 23-17,-10 10 17,4 15 22,1 27-22,-4 10-201,-16-15 1,-4 2 177,-7-2 1,-3-1-7,-6 19-8,-6-21 1,-4-1 30,-20 17 14,1-15 1,-3 0-165,6-9 1,-1-1 160,-4 0 1,2-3 10,-4 0-49,17-9 38,15-5 322,9-3-249,37-1-145,15-5-835,-9 2 0,2-2 590,-9 1 1,-1-2-1120,14-1 0,1-1 946,-7 1 0,-4-1 1,-10 3-1,-3 0 1,22-4-1</inkml:trace>
  <inkml:trace contextRef="#ctx0" brushRef="#br0" timeOffset="45758">12787 10483 23327,'-13'-45'625,"1"0"0,0 5 1,4 9-413,8 22-118,0 6-67,0 0-5,3 7 5,8 22 44,1 12-49,1 10-190,-8-17 0,-3 2 212,-1 25-37,-4-14 1,-2 2-1,1-9 1,-1-2 10,-3 4 1,0-3-9,-1 3 12,-1-9 100,5-16 420,0-5-252,2-9-162,0-10 339,-1-2-362,0-11-11,1-2-39,3-8 0,5-1-16,11-5-35,-1 12 12,21-7-17,6 16-17,-4 9 0,4 1 0,-4 3 1,1 3-198,7 4 0,-2 4 194,-10 3 1,-4 2-4,12 13-16,-10 12-34,-27 8 34,-18 1 33,-11-2-2,-12-19 0,-3-5-9,-6 0 5,1-3 1,-3-2-31,10-8 0,1-2-174,1-1 0,1-1-101,-1-3 1,3-3-1235,-1-10-1,16-1 1552,12-10 0,4 16 0,3-5 0</inkml:trace>
  <inkml:trace contextRef="#ctx0" brushRef="#br0" timeOffset="46158">13422 10597 25842,'-47'17'78,"10"5"-72,32 3 5,4 8-6,16-1 7,4-1 16,14 0 33,-4-15 79,-3-8 56,-7-10 6,-6-11-1,-4-10-10,-3-11-12,-5-5-11,-6-2-17,-4 5-16,-3 8-40,-1 11-84,-1 8-50,-2 8-17,-3 7 5,5 1-677,-1 17-795,14-2-1883,10 10-778,7-10 3336,13-3 0,-17-12 0,1-1 0</inkml:trace>
  <inkml:trace contextRef="#ctx0" brushRef="#br0" timeOffset="47241">13985 10357 20638,'0'-7'4593,"0"1"-3630,0 6-380,-18-62-298,11 46-246,-3-20 1,1 10-29,5 33 0,1 10 6,0 19-34,1 16 6,4-19 0,0 2-389,1 3 0,1 0 237,2 4 1,0 1-208,0-1 1,-1 0 63,-1-9 1,-1 0-1269,0 10 0,-3-2-1434,-6 7-1059,-3 11 695,-4-33 2207,2-17 1960,5-20 2276,4-12-203,2-16-482,-1-9-521,-2-5-464,-3 0-449,-4 7-7,-3 8-620,-1 10-146,2 9-140,5 6-72,10 5-57,16 2-123,17 0-128,20-2 83,-23 4 0,1-2-224,2 0 0,1-2 168,0-1 1,1-1 86,-1-2 0,-1-1 129,-1-2 0,-1-2 100,-3 0 1,-2-1 255,15-19 286,-15 0 284,-16 2 80,-7 0-119,-8 2-66,0 0-398,-2 9 258,0 3-40,0 9-66,0 2-444,2 5-61,-1 10 23,1 9-12,-1 4 11,-5 39 40,5-20-62,-1 13 0,0 6-51,2-20 1,1 1-1330,-1 26 1,2-1 1216,0-27 1,2 0-1552,6 21 0,2-4-291,1-5 1170,0-15 1,-1-3-152,-4-11 835,-5-16 313,-9-19 2625,-7-6-1616,-8-9 604,-1-3-514,0 1-197,2 0-285,4 3-298,6 2-268,8 3-129,13 0-56,16 4-118,19 0-55,14 3-152,-25 10 1,1 0 186,2 1 1,1 0 47,-2 1 1,0-1 55,0 0 1,-2-1 39,25-8 87,-10 0 126,-16 2 178,-13 5 57,-10 4-39,-6 3-152,-3 2 280,-4 5-359,-5 6-36,-9 10-76,-3 9-21,0 5-51,7 1 0,10-1 11,14-4-28,10-4 12,13-6-18,7-7 23,2-5 28,-4-8 51,-8-11 77,-9-6-4,-10-12-1,-6-5-6,-9-6-33,-4-1 0,-6 1-56,1 6-28,1 10-56,6 9-168,2 9-375,3 7-1053,2 9-3159,6 7 4783,1 5 0,-1-7 0,-1-6 0</inkml:trace>
  <inkml:trace contextRef="#ctx0" brushRef="#br0" timeOffset="47834">15351 10431 22094,'0'-11'3372,"0"1"-2341,0 10-219,0 0-801,-2-12 6,0 32-28,-1-2-1,1 35 7,0 0 5,-2-5 17,0-8-6,-1-12 39,0-12 45,1-8-50,-1-14-11,0-8-6,-1-14 0,1-8 33,2-7-5,1-3 0,4 2-11,5 3-62,19-2 6,-7 19 0,12 1-11,-3 19 10,2 2-10,10 8-6,-4 6-11,1 21 39,-13 1-11,-4 1-6,-14 0 6,-8-11 16,-4 3 23,-6-8 34,2-9-29,2-7 35,2-13-7,4-7 1,0-14-12,7-6-33,9-11-6,0 15 23,13-7-34,-3 21 11,10 0 11,5 7-27,13 8-23,-3 12 17,-2 2-73,-3 17 11,-20-8-4498,-15 26 1,-8 5 3891,-7-12 1,0 5-1,-2-7 1,-3-25 0</inkml:trace>
  <inkml:trace contextRef="#ctx0" brushRef="#br0" timeOffset="48425">16261 10168 24771,'47'-15'-878,"0"0"1,-2 3 0,-4 5-691,3 14-8263,4 16 8580,-30-11 1,3 5 0,-18-13 0</inkml:trace>
  <inkml:trace contextRef="#ctx0" brushRef="#br0" timeOffset="48567">16309 10435 24777,'57'-9'-265,"0"0"1,-23 6 0,-3-1 0,17-9-1</inkml:trace>
  <inkml:trace contextRef="#ctx0" brushRef="#br0" timeOffset="53166">16978 10249 21948,'20'-54'763,"-1"-1"1,0 4 0,2 5-444,16-1-68,2 8-129,-2 13-73,-3 14-22,-4 14 0,-4 16 23,-8 19 21,-11 15-519,-12-19 1,-5 1 457,-4 4 0,-7 0 3,-13 10 0,-4-1-3,11-14 0,0-2 6,-11 9 0,1-4 33,2-3 209,1 0-264,16-10 27,10-7 96,15-4 38,14-3-77,25-5-96,-11-6 0,4-2-673,11-2 1,4-1-670,-10-1 0,0 0 0,0-1 878,19-3 0,-4 1 0,-16 2 1,-5 2-1,7-3 0</inkml:trace>
  <inkml:trace contextRef="#ctx0" brushRef="#br0" timeOffset="57434">12876 12343 18207,'-3'8'4308,"1"-2"-2735,2-6-738,0 0-241,40-66-101,-17 27-735,5-8 1,0-3 493,-2-7-171,-14 26 1,-1-2-32,-1-3 1,-1 0-12,5-25 11,-6 10 1,0-2-18,-3 17 1,-1 0 10,2-13 1,-2 0 239,0-13-116,-6 19 0,-2 18-73,-4 11-78,1 9-62,1 3 644,-1 9-599,-2 9 0,-5 18 0,-5 19-3,10-20 1,0 3-10,1 3 1,1 2-347,1 3 1,2 0 346,1-1 0,2 1-23,3-4 1,3 0-9,1-4 0,4-2-14,5-3 0,5-4-28,2-2 0,4-4 0,4-3 0,1-5-161,2-2 0,1-4 217,-2-3 0,0-3 16,25-15 12,-11-11 51,-12-18 27,-8-8 477,-8-6-392,-5 1 33,-4 6 33,-4 7-21,-3 11-18,-2 10 323,-2 9-479,1 6-40,-1 5-72,1 4 329,-1 7-245,0 11-23,1 14-67,2 8-196,6 5-370,7-2-722,8-4-1966,4-6 3338,3-7 0,-13-14 0,-3-6 0</inkml:trace>
  <inkml:trace contextRef="#ctx0" brushRef="#br0" timeOffset="57601">13709 11569 21696,'12'3'-1066,"-13"-9"0,19 21 0</inkml:trace>
  <inkml:trace contextRef="#ctx0" brushRef="#br0" timeOffset="57891">14033 11699 20420,'-1'-4'5282,"1"0"-3989,0 4-1293,-48-46-61,36 41 83,-33-25-28,49 50-10,9 20-1,3 0-6,10 14-10,4 1-105,-10-24 1,0-1-81,6 10-482,3 7-258,-22-23-145,-14 5-348,-19-5-1019,-4-14 0,-3-3-2017,-14 2 4487,-15-11 0,44 0 0,2-2 0</inkml:trace>
  <inkml:trace contextRef="#ctx0" brushRef="#br0" timeOffset="58051">13852 11717 19664,'0'-3'5180,"0"0"-4642,0 3-622,21 10-375,-6 13-1350,19 17-762,-14-1 2571,3 5 0,-13-28 0,-1 1 0</inkml:trace>
  <inkml:trace contextRef="#ctx0" brushRef="#br0" timeOffset="58341">14392 11941 23778,'22'-53'453,"0"-1"1,1 1 0,-1-5 0,-2 0 0,-2 5-298,-4 4 1,-3 2-516,-1-5 0,-2 4 544,-1-3 842,-5 12-769,-4 26 113,0 4-371,-5 19 0,-6 15 0,1 4 284,-8 23-284,9-16 0,2 1-12,0 3 0,1 2 55,1 9 0,2 0-169,5-7 0,3-3 22,0-8 1,3 0-236,4 3 1,3-1-716,3-4 1,2-3-1277,18 23-5018,7-11 7348,-15-27 0,-10-9 0,-8-4 0</inkml:trace>
  <inkml:trace contextRef="#ctx0" brushRef="#br0" timeOffset="58491">14571 11823 24150,'-41'-15'825,"-1"1"0,3 1 1,14 0-843,26 6-319,33-12-970,20 2-3307,-7 3 1,3 1 4612,-3 2 0,-2 2 0,-12 2 0,-4 1 0,8-1 0</inkml:trace>
  <inkml:trace contextRef="#ctx0" brushRef="#br0" timeOffset="58691">15198 11576 25600,'56'-16'-1380,"0"1"0,-8 2 0,-5 2 0,6 6 1,-23 4-1</inkml:trace>
  <inkml:trace contextRef="#ctx0" brushRef="#br0" timeOffset="58858">15317 11782 21971,'-7'3'3276,"2"-1"-2737,5-2-657,0 0-2632,42-9 2750,19-9 0,-6 5 0,-5-2 0</inkml:trace>
  <inkml:trace contextRef="#ctx0" brushRef="#br0" timeOffset="59434">16436 11369 12436,'-8'-5'2800,"0"2"242,8 3 1349,0 0-2951,6-14-801,-5 9 71,4-9-453,-5 12 799,-1 1-955,-2 0-67,-1 1-29,-1 0-16,-5 0 39,-10 0-11,4 1-28,-13 1 22,13-1 39,-25 0-11,7-1 6,-18-1-6,8-3 34,5 0 0,7-1-11,12 1-1,9 2-44,8 1-45,2 1 34,1 6-23,0 5 39,0 11-22,0 7 0,-2 8 28,0-4-17,-7 30-11,1-15-3,2-12 1,-1 0-4,-2 20 6,3-7-17,9-7 6,10-9-6,14-7-111,14-10-292,12-9-728,11-7-1368,-29-3 1,1-1 2515,24-7 0,-21 3 0,-19 3 0</inkml:trace>
  <inkml:trace contextRef="#ctx0" brushRef="#br0" timeOffset="59867">17032 11362 20800,'-3'-2'4408,"2"0"-3002,1 2-1400,20-36 11,3 23-12,21-26 7,-5 34 4,-3 3-16,-8 1 12,-7 4 10,-4 1-11,-4 3 0,1 4-11,-1 5 17,-1 7 6,-3 8 21,-4 9 24,-3 8-12,-7 4-34,0-8 23,-5 18-62,5-20 6,0 17-28,4-15-101,2-5-34,0-5 17,-5-6-145,-12-4-163,-16-4-420,-19-5-807,19-9 0,-1-2 844,-29 1 0,21-4 0,18 0 0</inkml:trace>
  <inkml:trace contextRef="#ctx0" brushRef="#br0" timeOffset="63326">11954 13003 21136,'6'-57'1111,"-1"0"0,0 5 0,-5 7-573,-9 11-214,-8 5-161,-6 7-79,-10 9-33,-12 8-12,-13 14-31,26 0 1,-1 2-176,-1 4 1,1 4 143,3-1 1,3 2-62,-12 22 22,19-1 12,27-1 55,22-1 17,-3-21 1,5-1-451,7-1 1,3-1 421,6-1 1,1-2 2,2 0 0,-1 0-6,-3-2 1,-1 0-154,-7 0 0,-4 0 100,15 7 329,-25 1-278,-24-1 33,-24 2 52,-21 0-55,14-9 1,-2-1 234,-5-2 0,0 0-243,-3-1 0,0-2-14,2-1 0,0-1-163,4-3 1,1-1-1319,-20-8-5069,18-6 6553,16 0 0,11 5 0,8 5 0</inkml:trace>
  <inkml:trace contextRef="#ctx0" brushRef="#br0" timeOffset="63575">12379 12777 26200,'12'55'-50,"-5"-20"-110,2 5 0,0 3-1648,3 13 920,-4-21 1,-2 0-1222,0-3 0,-1 0 2109,1 26 0,-4-27 0,-2-7 0</inkml:trace>
  <inkml:trace contextRef="#ctx0" brushRef="#br0" timeOffset="64526">12395 13242 15956,'-1'-6'6407,"1"2"-4895,0 4-660,0-75-393,3 43-355,0-15 0,3 2-82,9 21-22,2 6-34,14 9-39,6 7-95,18 5-140,6 3 53,-26-1 0,0 0 143,10 2 12,2-1 212,-32-4 134,-3-1 168,-8-11-83,-7-1-158,0-6 226,-5 2 9,1 7-139,-1 2-146,-2 4-83,-6 17-35,5-4-10,-4 20-7,10-9 7,9 4 5,11-5-11,24-4 22,-1-9-6,2-3 18,-9-12 44,-13-4 135,-2-16-6,-10-1-23,-11-10-106,-3 12 96,-12-5-18,1 11 29,-10-1-118,2 11-45,4 6 6,-1 13-17,6 7 0,-3 10-78,6 21-62,8 0-163,11 13 46,3-20-505,15 9-392,8-12-134,19 3 129,-12-22 1,3-5 894,-5-4 1,1-3 257,5-3 1,-2-4 178,7-5 595,-5-12 1058,-17-3-778,-5 0-275,-8 1-236,-8 11 313,-3 6-626,0 1-180,0 22-10,4 4-34,4 25 0,3-12 0,7 22-11,-2-1-381,-4-11 1,-1 1 377,-4-7 0,0-1-6,-2 5 1,-1-3 8,-7 5-6,-9-3 45,-5-24 6,-8-7-6,2-23 33,1-19-61,6-18 0,10 16 0,2-2 0,1-7 0,2 0 3,2 6 0,1-2 11,5-20 0,1-2-41,-1 19 1,0 0 28,3-16 1,0 2-14,1-9 16,-4 30 1,0 1-134,14-24 111,7 3-11,9 2 0,-1 24 17,-7 12-11,10 12-6,-15 11 22,7 13 12,-17 12-6,-16 9 45,-8-6-45,-12-8 0,-6-1-45,-17 8 242,11-12 0,0 0-371,-16 3-228,15-11-1088,16-9 12,11-9 1478,16-11 0,-5 7 0,6-7 0</inkml:trace>
  <inkml:trace contextRef="#ctx0" brushRef="#br0" timeOffset="64733">13728 13087 26508,'14'4'-885,"11"-3"-1238,21-10-5601,10-3 7724,-6 0 0,-18 5 0,-14 2 0</inkml:trace>
  <inkml:trace contextRef="#ctx0" brushRef="#br0" timeOffset="64942">14307 12845 20912,'0'-3'4773,"0"1"-2147,0 2-2592,-14-25-45,11 20 22,-3-4-6,19 35-100,13 23-126,-9-19 0,-1 1-747,3 3 0,0 1-1612,-1 3 1,0-1 2579,-3-5 0,-2-2 0,3 9 0,-9-17 0</inkml:trace>
  <inkml:trace contextRef="#ctx0" brushRef="#br0" timeOffset="65209">12766 14000 22034,'-49'2'267,"0"0"0,0 1 1,-12-1-1,3 0-113,10 0 0,4-1 109,-7 2 692,28-1-775,40 1-46,16-2-697,12-1 0,13-1 1,0 0 660,-1-1 1,1-1 0,4 0-427,-8 1 1,3 0-1,3-1 1,1 0-1,-2 0 344,-1-1 1,0 0 0,0 0 0,0 0 0,-3 1-15,4-2 1,-3 1 0,1 0 0,3 0 8,-7 0 0,4 0 0,2-1 1,-1 0-1,-2 1 0,-4 0-1,3-1 0,-5 1 0,0-1 0,3 0-8,0 1 0,4-1 0,0 0 1,-3-1-1,-5 2-151,3-2 0,-5 0 0,-5 1-2218,-1-1 0,-8-1 2316,-7-1 1,-24 4 0,-7 1-1</inkml:trace>
  <inkml:trace contextRef="#ctx0" brushRef="#br0" timeOffset="68600">14422 13135 22531,'-5'-56'901,"0"1"1,1 4 0,2 8-296,6 11-125,-1 8-145,0 8-168,-3 7-134,1 6-129,-1 4 67,-1 10 89,-4 16-61,-1 19-17,-5 15 23,7-27 0,-1-1-9,1-1 0,1 0 3,-1 23-6,3-11 6,0-13 28,1-13 191,0-10 128,0-9-173,0-12-135,0-14-11,0-15 11,1-13-28,-1 24 0,0-2-5,0-2 0,0 0-181,0-2 1,0 1 182,0 2 1,-1 1 47,0-18 11,-1 20-56,1 16-72,-1 12 16,1 11 45,0 13-6,2 18 6,0-1 191,2 0 0,1 1-168,4 16-12,-2-16 0,1 1 6,4 16-17,1-13 6,-2-13 55,-4-15 23,-3-12-56,-2-18-5,-2-16-1,-3-21-14,1 10 1,0-2 2,-3-18 3,3 24 0,1 0 8,-1-22 6,1 21 17,-2-6-34,2 31-95,0 13 51,0 7 16,-3 17 6,1 13 28,0 20-9,2-22 0,1 0-2,2 2 0,1-1-4,0-2 1,1-2-8,6 22 5,0-15 5,-2-14 90,-3-12 129,-2-15-190,-2-12-28,-3-5-1,-2-20-10,0 11-23,0-15 0,0-3 22,1 1 11,0-8 1,0 1 0,3 19-6,-1-14-51,2 37-66,-2 4 33,0 23 95,-2 12-5,1 6-6,-1 16 0,3-6-6,3 13 17,5-3-386,8 5-258,-4-21-4284,9 9 4917,-8-24 0,-1-4 0,-5-9 0</inkml:trace>
  <inkml:trace contextRef="#ctx0" brushRef="#br0" timeOffset="71059">15985 12905 21545,'12'-40'1155,"0"-1"1,-1 6 0,-4 8-657,-5 20-376,-2 6 12,-2 2-6,-12 11-90,-7 9 34,-16 17-12,-3 9-42,20-20 1,2 1-26,1 0 1,3 1-6,-4 25 22,15-8-22,19-9 39,18-11-17,3-11-11,-1-10 0,2-4 79,12-8-1,-14 1 0,-2-3 6,1-9 213,-3-19-202,-20 13 31,-4-6 0,-2-4-8,-10-11-59,1 12 0,-1 0 58,-12-16-61,-4 11 11,-3 13-16,-6 12-46,-9 12-10,-6 11-68,1 8-101,7 7-274,16 3 23,10-4-2090,29 19-2302,13-14 4817,-1-8 0,1-2 0,5-2 0,-1-7 0</inkml:trace>
  <inkml:trace contextRef="#ctx0" brushRef="#br0" timeOffset="71300">16742 12803 16398,'6'-6'7931,"-1"2"-6777,-5 4-202,0 0-817,11-12 44,-23 26-11,-1 0-107,-7 8 1,-4 5-256,-2 1 1,0 0 226,-1 1 1,1-1-12,2-2 1,2-1 5,-12 16-50,16-10 5,21-7 0,20-8-28,25-6-20,-13-8 1,3-1-778,6-3 1,1-1 642,-8 0 1,1 0-2698,18-4 0,-3 0 2896,4 0 0,-23 2 0,-5 1 0,-8 1 0</inkml:trace>
  <inkml:trace contextRef="#ctx0" brushRef="#br0" timeOffset="72376">17268 12815 25203,'51'-38'-630,"-22"21"0,2 4-199,4 8 0,2 4-1591,2 0 0,0 2 2420,0 3 0,-2 0 0,5 1 0,-10 4 0</inkml:trace>
  <inkml:trace contextRef="#ctx0" brushRef="#br0" timeOffset="72509">17489 12993 20050,'-8'1'2672,"2"0"-2734,6-1-1462,0 0 1,0 0-1</inkml:trace>
  <inkml:trace contextRef="#ctx0" brushRef="#br0" timeOffset="73566">18231 12557 19031,'-10'-9'3898,"2"2"-2644,8 7 113,0 0-1299,14-62-46,8 41-14,-2-14 1,5 4-4,27 26-10,5 13-18,-4 12 12,-11 18-17,-16 14 14,-20-21 0,-5 2 11,-9 3 1,-7 0-396,-5 1 1,-6-1 405,-7-1 1,-3-2-4,-3-2 1,0-3 11,2-2 0,1-3-3,6-4 0,3-1-3,-10 11 0,21-9 34,23-5-6,21-5-72,29-5-189,-18-6 0,4-3-809,6-1 0,2-1-3268,4-2 0,-2-1 3850,-6 0 1,-5 1-1,11-3 1,-26 5 0</inkml:trace>
  <inkml:trace contextRef="#ctx0" brushRef="#br0" timeOffset="74176">17423 13052 25528,'13'-18'364,"5"1"-314,3 6-33,13-3-28,14-1 28,7 0-6,1 3-5,-9 5 5,-14 3-17,-15 3-27,-11 1 5,-6 1 61,-5 3 6,-7 4-44,-8 1 27,-10 2 17,-8-1-22,-7-1 22,-2 0 6,1 0-17,5-2 17,8 0 17,11-3-34,8-1-34,7-2 6,6-1 45,6 0 11,13-2-6,19-3-33,22-4-321,-23 4 0,1-1 304,0 0 0,0 0 0,-5 1 0,-1 0 17,15-3-6,-22 3 96,-12 2-63,-17 3-150,-11 0-370,-14 3-1056,-6 2 1532,-1 1 0,16-2 0,8-2 0</inkml:trace>
  <inkml:trace contextRef="#ctx0" brushRef="#br0" timeOffset="74950">19260 12835 21254,'0'-4'3596,"0"1"-2649,0 3-914,23-44-5,-15 40 23,15-29-12,-20 49 51,-9 7-12,-9-1-11,-13 7-28,2-11 1,-4-1-7,-27 9 1,-2-5 27,5-12 35,18-12 44,-4-16-73,19-9-6,7-19-38,15 8-12,4 8 0,2-1 14,9-8 1,2-1-24,1 0 1,2 1-561,5-7 0,0 4 597,-5 13 0,-2 4 85,12-14-52,-13 17 74,-8 8-6,-8 10 6,0 2-141,-2 2-22,-3 9 1206,0 11-1183,-2 8 5,0 10-5,1 0-1,1-7-5,2 10 0,4 9 0,8 6-296,-1-20 1,4 0 292,5-3 0,3-1-6,-3-6 1,1 0-28,14 7 0,1-1-121,-3-6 0,1 0-577,15 11 1,0 2-374,-13-9 1,-3 1-2367,-1 2 1,-7 0 3472,-13 10 0,-10-17 0,-7-11 0</inkml:trace>
  <inkml:trace contextRef="#ctx0" brushRef="#br0" timeOffset="75516">19711 12941 26088,'7'1'274,"-1"3"-134,-6 4 40,0 0-52,0-4 533,0-3-526,-4-23-102,2-3 46,-2-28-68,6 12-3,2 9 1,2-1-249,1 2 0,1-1 251,4-8 0,1-2 3,-1 3 0,1 0 22,0 0 1,-1 2-4,2-10 35,-3 0 38,-10 28 51,0 1-112,-2 9-40,-1 5-22,-1 5 492,-1 1-475,-4 8-6,-8 15 1,-1 4 49,-3 11-49,9-1-1,6-8-16,7 15-6,16-1 42,6-6 0,7 1-375,2-3 0,4-2 357,-4-6 0,2 0 1,0-2-3,3-1 1,0-1-21,8 3 1,-2 0-73,-13-7 0,-6 1-972,-3 11 0,-11 3-8761,-30 23 9139,-17-6 1,-8-25 0,30-20-1</inkml:trace>
  <inkml:trace contextRef="#ctx0" brushRef="#br0" timeOffset="82083">20702 12600 17591,'1'-8'5299,"0"2"-4683,3-25 0,0-4 151,-2 15-594,3-17 1,-2 6-123,-5 27-29,-3 11 12,-5 13-23,-6 16-11,0 13 0,5 5 0,11-1-17,13-4 11,14-6 6,14-9 0,10-8 17,1-12 34,-4-10 44,-11-13 73,-9-11 51,-11-14 16,-9-8 6,-12-7-6,-13-1-28,-11 1-56,-11 2-44,-5 7-6,0 8-23,8 11-84,12 9-106,12 7-72,9 11-472,2 12-1243,5 17-4833,9 14 6732,5 0 0,-8-24 0,-5-16 0</inkml:trace>
  <inkml:trace contextRef="#ctx0" brushRef="#br0" timeOffset="82409">21539 12578 21063,'0'-7'4196,"0"1"-3429,0 6-78,0 0-678,-14-52 6,1 53-6,-20-30 1,-2 70-1,6-9 0,-2-1 0,-12 13 3,11-13 0,2-1 20,3 2-57,2 3-38,13-8 50,21-8 16,32-5-33,-1-6-358,0-5 1,3-2 222,-10-1 1,1 0-211,7-2 1,2 0-1244,4-2 1,-1-2-2094,14-2 3709,-25 1 0,-5 0 0,-12 3 0,-1-1 0</inkml:trace>
  <inkml:trace contextRef="#ctx0" brushRef="#br0" timeOffset="82626">22263 12468 25707,'7'-46'-1708,"35"8"789,13 33-1145,-12 3 0,0 1 2064,8 6 0,-13-4 0,-11 3 0</inkml:trace>
  <inkml:trace contextRef="#ctx0" brushRef="#br0" timeOffset="82792">22196 12732 19031,'-4'3'4531,"1"-2"-2812,3-1-3259,68-19 1540,-13 4 0,-15 4 0,-2 1 0,-1-1 0</inkml:trace>
  <inkml:trace contextRef="#ctx0" brushRef="#br0" timeOffset="84099">22694 12468 23646,'28'-23'67,"0"0"0,1 5 0,1 7-44,26 25-6,-5 14 11,-10 11-12,-17 7-10,-19 6 5,-20 1 6,-16-2 56,-11-6-175,-2-7 455,3-11 92,9-9-244,13-9-94,10-5 100,13-1 23,16-2-101,20 0-99,-9-1 1,3-1-180,8-1 1,1-1-43,6-1 1,2-1-1384,1-2 0,2-1 1574,7-2 0,-4 1 0,-24 3 0,-3 1 0,27-5 0</inkml:trace>
  <inkml:trace contextRef="#ctx0" brushRef="#br0" timeOffset="86174">23722 12625 20162,'0'-5'4895,"0"2"-4178,0 3-213,-21-60-324,15 44-105,-6-18 1,2 8-71,9 26 23,-1 16-28,1 8 40,0 20 10,1 4-39,4 2 12,3-5-23,4-9 61,2-11 253,-1-13-96,-2-7 141,10-15-247,3-9 0,3-4-54,4-4 1,3-3-577,-3 1 0,3-3 0,0 1 546,1-2 0,-1 0 0,0 1-3,9-9 1,1-1-2,1 1 0,4-2 0,-4 3 12,-2 2 1,0 2-17,-6 5 1,3-2 0,-4 4-27,-6 4 1,-3 6-29,7-4-168,-13 16-363,-8 20-863,-3 16-3748,-5 23 5176,-6 3 0,1-16 0,-3-16 0</inkml:trace>
  <inkml:trace contextRef="#ctx0" brushRef="#br0" timeOffset="92567">12934 14881 12993,'2'-3'7650,"-1"0"-5274,-1 3-1520,10-82-273,-7 36-594,3-8 1,-2-1 475,-4 9-149,-2 15 126,-8 1-307,-7 16-85,-12 0-39,-10 12 12,-11 12-12,-8 10-17,26-4 1,0 2-276,0 4 0,2 2 278,0 1 0,3 1-11,4 1 0,3 0-19,-4 23 44,25-7-22,23-11-6,7-11 8,7-13 1,2-4-20,23-8-259,-18-1 0,0-2 290,-12-3 0,-3-4 47,18-16-1,-15-3 23,-11-4 872,-8-1-826,-5 0 0,-3 4-46,-2 10 186,0 3-140,-3 14 524,1 0-614,-2 7 13,0 16-36,-1 8 1,0 10-29,0 25-105,0-15-161,3-12 1,0 0-1622,8 18-6705,11-5 8615,2-9 0,-6-14 0,-7-11 0</inkml:trace>
  <inkml:trace contextRef="#ctx0" brushRef="#br0" timeOffset="92751">13510 14855 22991,'4'-6'3920,"0"2"-3326,-4 4 72,0 0-688,-13-19-197,10 15-559,-9-10-2779,12 24 3557,1 2 0,-1-1 0,1-5 0</inkml:trace>
  <inkml:trace contextRef="#ctx0" brushRef="#br0" timeOffset="95842">14349 14539 16325,'3'-4'7662,"-2"0"-5578,-1 4-1871,18-28 17,-15 34-90,10-12-51,-19 48-61,-3 10-73,0 7-712,2 1-234,3-1-1586,9-6 2577,7-5 0,-2-22 0,0-6 0</inkml:trace>
  <inkml:trace contextRef="#ctx0" brushRef="#br0" timeOffset="96216">14688 14504 16090,'0'-9'6273,"0"3"-4817,0 6 28,0 0-1456,-29-34-16,13 39 16,-19-21-17,26 48-34,9 4 29,5-12-12,12 5 18,6-17 22,11-2-23,7-14 28,2-11 12,-4-11 100,-8-8 106,-12-3 35,-11-3 27,-15 1 17,-15-4-135,-5 12-105,-2 5-1,3 12-73,9 9-72,-1 0-381,3 14-695,5 7-140,2 5 1266,9 16 0,0-23 0,2 8 0</inkml:trace>
  <inkml:trace contextRef="#ctx0" brushRef="#br0" timeOffset="96442">15182 14498 23730,'-3'0'2571,"1"0"-2627,2 0-1014,67-39 252,-36 30-580,17-12 1,0 5-6836,-11 25 8233,1 2 0,-19-1 0,-11-3 0</inkml:trace>
  <inkml:trace contextRef="#ctx0" brushRef="#br0" timeOffset="96599">15239 14689 22688,'-39'24'1068,"0"0"0,4-3 0,9-6-374,23-12-223,4-3-197,17-7-229,12-2-62,23-9-95,-5 1-255,-14 6 1,1-2-2597,4 0 0,-1-1 2471,-3 1 1,-2 0 0,24-8 0,-37 13 0</inkml:trace>
  <inkml:trace contextRef="#ctx0" brushRef="#br0" timeOffset="97359">16102 14477 18958,'0'-3'5169,"0"1"-3124,0 2-1922,-1-35 6,-4 35-11,-8-17-6,-10 51-51,-6 9-83,5-6 44,-1 19-22,17-20-17,9 13 34,18-19 0,19-12 5,12-11-5,8-13-204,0-12 260,-9-11 44,-11-9-10,-18 6 229,-10-24-140,-16 16-23,-7-17-27,-10 16-34,-5 10-90,5 12-44,-9 7 5,16 9-240,-17 11-239,17 7-1728,-7 17-1126,11-4 2502,4 8 0,6-22 0,1 1 0</inkml:trace>
  <inkml:trace contextRef="#ctx0" brushRef="#br0" timeOffset="97759">16673 14765 23719,'0'-4'3108,"0"1"-2402,0 3-701,16-32 23,-11 24-5,12-25 16,-16 33 331,0 0-410,-2 6 35,-1 2 5,-2 9-6,0 3-72,-5 7-544,-7 7-2324,-9 7 2946,-5-3 0,9-12 0,7-12 0</inkml:trace>
  <inkml:trace contextRef="#ctx0" brushRef="#br0" timeOffset="99959">17509 14674 21724,'-1'-53'592,"0"0"0,1 11 0,0 5 857,2 6-1398,1 21 541,-2 8-570,0 11 305,3 13-304,-1 32-118,-1 7 448,-2-29 1,-2 0-771,0 2 0,-2-2-1628,-1 18-2871,2-16 1,2-1 2745,0 6 0,2-8 0,0-26 0</inkml:trace>
  <inkml:trace contextRef="#ctx0" brushRef="#br0" timeOffset="100326">17797 14364 18817,'0'-6'4314,"0"0"-3435,0 6-274,0 0-566,-45-12-28,34 22-11,-32-12 39,57 37 0,4-14 29,12 6 100,-3-15 190,-5-6-145,-8-9 286,0-17-225,-8-6-78,1-16-45,-6 0 17,-4 2-78,-1 11 128,-5 0-150,1 17-52,-5-1-44,-4 14-50,-4 13-12,1 1-1114,-9 30-1747,17-3-2270,0 9 5221,19-6 0,-3-27 0,3-2 0</inkml:trace>
  <inkml:trace contextRef="#ctx0" brushRef="#br0" timeOffset="100809">18343 14522 25797,'28'-53'263,"-13"22"-168,-43 65-62,7-12 1,-3 1-17,-6 3 0,-1 0-334,-2 1 1,-1 0 322,3-3 0,1-1 5,-16 15-17,21-13 12,14-10 168,18-5-191,16-7-157,25 1-101,-15-6 1,3-1-609,6 0 0,1-1 23,3-3 0,0 0-1308,1-1 1,-1-1 2167,4-3 0,-5 0 0,7-2 0,-8 1 0</inkml:trace>
  <inkml:trace contextRef="#ctx0" brushRef="#br0" timeOffset="101033">18919 14417 24984,'28'-28'-661,"-1"-1"0,0 3 1,2 7-1004,31 19-1770,-10 6-3830,-14 6 7264,-14 1 0,-12-3 0,-6-3 0</inkml:trace>
  <inkml:trace contextRef="#ctx0" brushRef="#br0" timeOffset="101183">18923 14606 25018,'50'-9'-1344,"6"-2"206,-23 2 1,1 0-2912,2 0 1,-1-1 4048,23-5 0,-22 5 0,-16 5 0</inkml:trace>
  <inkml:trace contextRef="#ctx0" brushRef="#br0" timeOffset="101549">19565 14332 21254,'-4'-3'4066,"0"1"-3236,4 2-685,-12-61-72,20 36-56,-6-11 0,4 2-17,30 21 0,5 5 0,1 8-12,-4 9-4,-9 10 10,-10 11 0,-10 9-16,-18 9 33,-13 6-6,4-25 1,-4-2-191,-1 0 0,-1-2 187,1-1 1,1-2 3,-15 14-1,13-9 29,13-8 44,10-6 57,12-6-29,14-3-78,13-6-106,14-5-482,9-6-591,-26 6 0,0-2 546,7-3 1,-3 1 0,6-1 0,-3-1-1</inkml:trace>
  <inkml:trace contextRef="#ctx0" brushRef="#br0" timeOffset="102126">20536 14342 24099,'4'-59'846,"0"0"0,-1 14 0,-1 7-477,1 4-212,-2 27-151,0 2 27,-1 18 1,0 9-34,0 9 11,0 15-5,1-3-6,5 10 11,9-7 0,23-5 12,-6-19 16,27-9 17,-10-24-283,-16 1 0,0-4 266,2-4 0,1-5 6,12-11 0,1-3-45,-3 3 0,-1 0-501,-1-1 1,2 1 503,0 1 0,0 3-9,-9 9 1,1 2-23,6-2 0,1 2-600,1 7 0,-3 5-1327,18 11-464,-13 8 2419,-27 17 0,-16-17 0,-2 1 0</inkml:trace>
  <inkml:trace contextRef="#ctx0" brushRef="#br0" timeOffset="117166">2341 17973 11049,'1'-6'7135,"-1"1"-4440,0 5-2337,-6-17-207,2 13-67,-11-9 23,-1 23-12,-11 6-6,-13 3-27,-10 3-306,20-11 1,-1-1 257,-1 1 0,-2-1 8,0-1 1,1-1 111,-26 6 96,16-6 129,17-5-79,16-1-168,7-2-112,2 0 537,2 2-486,1 4 22,1 8 50,-1 9-17,-2 11-44,-3 8 33,-3 6-33,0 6-51,0 0-50,3 1-6,2-2 56,6-5-45,6-8-122,9-8-404,12-12-892,13-9-2423,13-12 3196,-20-4 1,-2-2-1,6-1 1,-3-4 0</inkml:trace>
  <inkml:trace contextRef="#ctx0" brushRef="#br0" timeOffset="118692">2968 18062 8674,'4'-4'5898,"0"1"-370,-4 3-5074,8-8-90,-6 6 39,6-6 51,-8 8 510,0 0-808,-5 0-88,-7 0-46,-11 1-22,-9 2 28,-5 3-22,-3 0 16,10-1 73,-6 0 0,18-3 51,-4-1-28,12-2 22,3 1 5,2-2-44,3 2 50,1-1-117,1 4-68,2 4 12,0 8 22,0 8-39,0 11 33,-2 10 6,-1 8-6,-4 5-268,0 0 240,-2-3-5,3-7-22,9-7-57,9-9-112,14-9-335,13-7-623,7-8-1792,3-4-6851,-7-3 9089,-16-1 0,-11 0 1,-13 1-1</inkml:trace>
  <inkml:trace contextRef="#ctx0" brushRef="#br0" timeOffset="118983">3481 18176 20263,'-3'-3'4301,"0"1"-3556,3 2-207,-17-62-140,13 39-247,-5-12 0,1 2 17,8 25-61,0 3-85,0 7-44,-1 5 78,-3 11-84,-3 12-56,-5 14-79,-3 9-442,2 6-1249,5-1-5494,6-1 6500,6-13 0,0-18 0,1-13 0</inkml:trace>
  <inkml:trace contextRef="#ctx0" brushRef="#br0" timeOffset="119916">4210 18081 15529,'-2'-6'6150,"0"2"-4060,2 4-2034,-7 6 11,3-2 51,-5 6 39,3-3 22,-1 0-39,-4 0-6,-3 0-27,-2-3 49,1-3 130,1-1-28,4 0 11,3-1-39,2-3-96,2-2 40,1-4-62,1-3-45,1-4 34,0-3-23,2-2 12,3 1-1,3 3-27,1 5-17,1 5-73,-1 4 16,3 2 1,3 4-28,3 4 39,4 7-28,4 17 22,-9-6-22,-1 19-16,-15-7 55,-10 15-67,-13 4-3,0-21 0,-2-2 20,-11 13 25,10-19 0,0-2 8,-1-2 46,-1 0 77,10-10 152,8-6-191,6-6 29,3-4-79,2-2-56,5-3-45,10-1-397,24-1-533,4 3 163,6 2-1911,5 3-4648,-6 2 6551,5-1 0,-20 1 0,-15 0 0</inkml:trace>
  <inkml:trace contextRef="#ctx0" brushRef="#br0" timeOffset="120749">3741 18304 8220,'10'-6'4677,"-3"1"-2487,-7 5 2947,0 0-4421,2-9-469,-2 6 111,1-7-280,0 9-50,-1 3 6,1 0 84,1 5-34,0 8-62,0-2 0,-1 10-111,-3-2-208,-5 1-806,-8 6-2902,-6-4 4005,-7 3 0,12-13 0,2-2 0</inkml:trace>
  <inkml:trace contextRef="#ctx0" brushRef="#br0" timeOffset="121516">4615 18244 15238,'5'-2'6077,"-2"0"-4558,-3 2-1542,-2 10-33,-1 1-308,-4 12-1479,-2 1-7988,-3 2 9209,3-8 1,3-6 0,4-9-1</inkml:trace>
  <inkml:trace contextRef="#ctx0" brushRef="#br0" timeOffset="122299">4878 18081 11855,'-9'2'7534,"2"0"-5776,7-2 371,0 0-1770,0-31-57,6 16-33,0-23-34,6 23-101,-1 5-33,1 1-28,2 3-90,3 1 23,5 3-45,4 5-34,4 4 17,-1 6-56,-3 6-17,-5 3-39,-7 3 56,-6 3 50,-11 1 1,-5 1 50,-8-2-6,3-6 22,-10 6 79,8-13 96,-7 4 172,9-13 12,5-3-44,4-3-62,3-5-118,1-1-62,3-3-50,8-1-17,0 3 6,10 2-6,-2 6 23,8 5-45,1 3-23,-1 5 17,-3 7-11,-11-6-16,-4 8 10,-17-6-39,-10 7-56,-14-3-930,-19 0 259,14-10-3071,-13-3 3871,26-7 0,5 0 0,9-1 0</inkml:trace>
  <inkml:trace contextRef="#ctx0" brushRef="#br0" timeOffset="122816">5547 17958 18358,'-3'-1'5036,"0"0"-4039,3 1-857,27-28-101,-10 20 6,32-20-6,-14 27-28,5 1-11,-2 3 17,-3 6-28,-8 1-6,-4 5 17,-11-5 22,-3 4 40,-4-1 11,0 7 27,-3 9-77,-2-1-12,-1 1 11,-1 3 6,-1-2-67,1 18 62,3-8-46,4 8 12,1-19-11,1 3-18,-4-9-290,-14 9-381,-10-7-1037,-21 5-464,2-10 2212,4-7 0,2-1 0,9-4 0,-16 4 0</inkml:trace>
  <inkml:trace contextRef="#ctx0" brushRef="#br0" timeOffset="123549">6268 18377 25040,'3'-24'-823,"-6"17"-1446,-10 47 2269,-6 8 0,8-21 0,1-4 0</inkml:trace>
  <inkml:trace contextRef="#ctx0" brushRef="#br0" timeOffset="124042">7019 17989 15659,'4'-6'5707,"0"1"-4206,-4 5 297,0 0-1776,-22-16-5,-6 18-6,-29-11-5,25 14 0,0 3-1,-22 2 9,16-4 0,2 0-14,-3-1-11,-8 0 11,30-4 11,9-1 6,6 0-28,2 1 44,0 4-16,3 4 6,0 8-23,0 7-17,-1 10 17,-3 6-6,-1 7 23,0 4-39,1 0 33,2 0-39,3 3 11,1-18-22,6 6-68,0-21-44,8 1-207,3-6-701,8-8-1579,10-8 1790,15-12 0,-24 6 0,0-6 0</inkml:trace>
  <inkml:trace contextRef="#ctx0" brushRef="#br0" timeOffset="125249">7347 18102 22632,'-6'0'252,"2"1"-95,4 2 11,0 0-11,1 1-23,0-1 12,-1-1 733,1-1 790,0 0-1523,-2-4-112,1 0-18,-1-3-27,1 2-6,0 1 68,0 0-29,1 0 29,1-2-7,1-2-21,1-2 94,-1-1-5,-1 2-22,-1 2 5,-1 2-33,0 3 89,0-1-151,0 8-11,0 0 16,1 4-27,-2 4-34,-2 5 28,-3 9-34,-4 16 68,2-4 5,0-2 6,3-6-34,5-11 17,5 4 0,5-8-33,15-7 21,-6-8 18,16-12 11,-8-7-23,9-8 101,1-10-16,-10 6-57,-6 2 73,-9 8-33,-7 11-51,-2 1-22,-2 6 45,-1 8-34,1 6 0,0 1 28,2 10-101,0-4-599,6 17-1311,-1-3-7848,3 8 9195,-4-16 1,-3-8 0,-3-14-1</inkml:trace>
  <inkml:trace contextRef="#ctx0" brushRef="#br0" timeOffset="125449">7975 18347 22901,'0'-3'3025,"0"0"-2885,0 3-135,-10-1-290,7 18-1004,-5-1-3057,9 18 4346,0-9 0,0-10 0,0-7 0</inkml:trace>
  <inkml:trace contextRef="#ctx0" brushRef="#br0" timeOffset="126042">8630 18087 18308,'0'-4'4901,"0"0"-2885,0 4-1926,-34-34-57,10 33 18,-32-23 5,17 42-56,5-3 23,-17 3 5,18-10 22,-6 2 140,8-5-55,18-3-62,-3-1 22,7 3-62,6-2 57,-5 7-79,5-2 28,-1 4-44,2-3-40,-1 11 56,0-2-33,-1 10 55,0-2-10,0 0-29,0 1 51,2-3-79,0-2 6,2-5 28,0-6 28,0-5 107,1-4-57,1 0 57,9-11-74,3-4-10,11-10 10,5 1-55,8 2-12,1 5 34,-2 5-45,-8 6 6,-7 7 22,-7 9-22,-5 6 34,-4 10-63,-6 5-21,-9 5 5,-8 0-207,-8 0-516,-5-3-1058,-4-4-3462,-2-9 5299,5-8 0,12-8 0,10-5 0</inkml:trace>
  <inkml:trace contextRef="#ctx0" brushRef="#br0" timeOffset="126242">8602 18325 14678,'10'3'6385,"-3"-1"-4855,-7-2 223,0 0-2649,-16 44-6990,11-27 7886,-12 31 0,16-42 0,1-3 0</inkml:trace>
  <inkml:trace contextRef="#ctx0" brushRef="#br0" timeOffset="126659">9220 18126 26637,'-49'11'0,"0"-1"0,3 3 0,7 6-37,17 8 1,5 3-270,-1 1 0,2 0 250,-7 28 39,13-8 23,19-12-6,5-14-135,22 0 74,-16-15 289,18 4-172,-22-16 96,1-6-46,-10-9 6,-8-5-56,-2 3 90,-18-10-140,0 11 270,-15-5-293,3 12-5,0 5 16,4 6-78,5 5-308,6 3-1053,8 5-3411,9-1 4856,10-3 0,-2-3 0,1-5 0</inkml:trace>
  <inkml:trace contextRef="#ctx0" brushRef="#br0" timeOffset="127075">9482 18083 24665,'25'-22'333,"0"-1"0,24-13-52,-22 36-169,3 0-67,5 2-34,-4 3 17,-2 5 11,-7 1 17,3 21-5,-13-1 33,1 19 0,-14-4 11,-7 2-45,-7 0-55,-1-3 16,3-1-17,5-3-39,4-3-134,3-3-179,1-5-74,-3-6-352,-11-7-666,-16-6-2269,-22-6 3040,13-7 1,1-1-1,-6 1 1,0-6 0</inkml:trace>
  <inkml:trace contextRef="#ctx0" brushRef="#br0" timeOffset="128083">10281 18138 22134,'34'-27'1344,"-5"4"-1171,-22 18-38,5 0-34,5 2-62,4 2-11,7-1-45,-9 2-5,1 0 10,-14 2-10,-2-1 123,-3 2 291,-1-2-146,-3-1-162,-2 0-5,-7 0 10,-5-2 18,-7 1 5,-14-2-51,2 3-33,0 1 11,3 2 51,13 1-40,1 0-4,10-2-52,6 0-22,3-2 16,0 3 58,0 9 4,-2 5-16,0 3 39,-5 5-6,0-1-45,-3 10-22,-1 9-17,2-1 6,0 7 17,4-15-6,1 7-34,4-6 40,5 0-68,5 0-196,10-15-61,-1-8-689,13-4-947,5-6-2961,-4-5 1,1-2 3508,9 1 1,1-5 0,-36 7-1</inkml:trace>
  <inkml:trace contextRef="#ctx0" brushRef="#br0" timeOffset="129116">10794 18196 7246,'-6'1'4531,"0"-1"-2963,6 0 6940,0 0-8233,3-2-73,-1-2-45,3 0-6,-1 0-28,-1 2 0,-1 0-50,0 1 224,-2-1 1276,0 1-1483,-2-2-12,0 0-66,-4 0-12,1 0 61,-3 2-55,-2 1 22,-2 0 0,-3 0-6,-2 0 40,-2 0-29,0 0 7,3 1-24,4 2-44,3 2 40,2-1 4,4-1-32,1-1 44,4 0 67,5 0 40,10-1-85,2-2 68,25-4-45,-12 1-29,15-2 18,-16 4-23,-7 2 6,-6 3 17,-4 4-57,-1 5-10,0 4-12,-2 6-6,-2 4 1,-3 6-28,-3 4-90,-2 3-606,-1-2-1460,-2-2-5726,0-3 7932,-2-7 0,1-10 0,0-7 0</inkml:trace>
  <inkml:trace contextRef="#ctx0" brushRef="#br0" timeOffset="129283">10717 18427 17384,'-3'-2'4323,"1"0"-4692,2 2-1423,57-64-4145,-7 42 5086,-6-13 1,0 2 0,-3 27-1,-18 4 1</inkml:trace>
  <inkml:trace contextRef="#ctx0" brushRef="#br0" timeOffset="129475">11225 18276 25320,'-7'53'-498,"3"-6"-1479,2-25 1977,1 4 0,1-13 0,0 0 0</inkml:trace>
  <inkml:trace contextRef="#ctx0" brushRef="#br0" timeOffset="129982">11626 18325 18627,'0'-5'5971,"0"1"-4240,0 4-1692,0-33-11,-6 37 34,-5-16-57,-9 49 29,-5 7 5,1 1-67,6-6 22,9-4-61,15-8 22,2-9-128,28-5 38,-2-10 68,18-4 67,-9-6-17,-12-2 79,-1-12-12,-19 2 1,-2-12-29,-18 3-33,-12-1 33,-12 0-5,-7-1 62,1 1 5,6 3 0,12 2-6,10 3-33,13 0 5,8 1-50,7 4-33,6 2 38,3 5-10,1 4 21,0 10-21,-6 7-34,-5 10 11,-9 9-90,-7 7-352,-6 5-1278,-3 1-5562,2-1 7310,3-10 0,4-13 0,0-10 0</inkml:trace>
  <inkml:trace contextRef="#ctx0" brushRef="#br0" timeOffset="130216">12206 18402 17955,'-4'2'5114,"0"0"-3854,4-2-1467,-18 30-779,10-14-2604,-14 26 3590,14-22 0,5-8 0,-1-3 0</inkml:trace>
  <inkml:trace contextRef="#ctx0" brushRef="#br0" timeOffset="130659">12469 18221 25225,'-12'-38'271,"0"-1"0,-1 4 0,-3 11-193,-17 32-33,-2 9-56,3 8-34,6 11 28,13-10 39,7 8-33,14-19-6,5 3 34,19-9-39,1-5 5,1-6 39,-3-9-5,-10-4 45,2-5 173,-7-9 112,-7 5 62,-5-3-263,-3 13 94,-1 5-116,0 6-96,0 2-28,-3 13 22,2-2-11,-5 20-11,2-1-67,-2 24-420,3-5-941,1 9-62,3-21 1490,2 7 0,-1-28 0,1 6 0</inkml:trace>
  <inkml:trace contextRef="#ctx0" brushRef="#br0" timeOffset="131092">12849 18108 25506,'38'-36'364,"-2"7"-331,8 22-33,-14 4-11,1 3 61,-10 3-16,-2 2 11,-6 6-17,-9 3 56,-3 4-45,-1-1 56,0 19-44,0-7-63,0 18 40,1-4 0,0 3-84,0 2 45,-3-11-39,-8 13-12,-5-17-27,-11 12-281,-7-16-73,5-9-3875,-27-6-5513,19-9 7634,-7-2 1,24-3 0,15-1 0</inkml:trace>
  <inkml:trace contextRef="#ctx0" brushRef="#br0" timeOffset="131549">13190 17988 25007,'38'-8'37,"1"0"0,-3 2 1,-1 2 12,9 9-44,-3 4 5,-8 1 34,-8 0 11,-8 1 33,-5 1 13,-3 6 15,-2 5-61,-2-2 112,-2 22-39,-5-7-39,-3 21-74,-3-8-4,0 1-24,1-3-4,2-3-24,2-5 1,1-5 22,0-9-571,-12 5-975,-8-14-4284,-23 5 5847,-1-12 0,11-5 0,14-3 0</inkml:trace>
  <inkml:trace contextRef="#ctx0" brushRef="#br0" timeOffset="132142">9905 18576 16432,'3'-5'5309,"0"2"-3695,-3 3-1614,4 16-577,-2 8-863,2 6 377,-4 2 0,0-21 0,0-1 0</inkml:trace>
  <inkml:trace contextRef="#ctx0" brushRef="#br0" timeOffset="134784">2657 17907 20380,'1'-9'560,"-1"2"-274,0 7 723,0 0-931,-3 1-28,0-2-5,-3-1 50,-1-6-22,-1-2 62,0-6-46,2 2 225,0-12-85,3 7-33,-1-7-33,3 7-46,1 4-16,0 4-67,0 5-51,0 4-28,0 2 12,2 0 38,3 3-16,2 3 45,2 2-12,0 1-16,0 1 22,2-2-51,-1 1 12,1-2 5,3 0-22,3-1 28,5 0 28,5-3 6,6-1-17,7-2-12,7-5 23,5-6-366,5-4 321,2-3 17,-1-1-28,-3 3-57,-6 1 85,-6 4 0,-4 1-45,-3 3-22,2 3 44,1-2-55,8 0-23,6-1 65,8-1-48,-28 4 0,0 0 42,0 1 0,0 1 3,28-2 5,-6 2 40,-6 1-28,-6 0 119,-4 1-75,-1 0-27,0-1 49,5-1-16,-8-1-20,-4 0 1,2 0 2,19-2-206,-13 1 0,1 1 201,-6 0 0,0 0-12,0 2 0,-1-1 9,-1 1 0,0 0-9,24 0 205,-7 1-176,-9-1-46,-5-1 46,0-1 5,4-2-34,6-1 34,5-1-45,2 0 12,-2 1 16,-2 2-28,-7 2 404,-3 0-381,-7 1 15,-2-2-10,0 0-28,1-1 12,4-1 5,0 1-12,-1 1 12,-8 2 23,0 0-23,-3 2 11,-5 0 6,10 0-12,-9 0-16,12-1 0,-1-1 22,4-2-11,0 0 11,-2-3 1,-3 1-1,-8 0-11,-7 2-11,-7 1 5,-4 2-16,-2 1 10,1 2 91,3 0 16,3 1 0,3-1 17,2-3-56,-1 1-11,0-3-23,-5 1 1,-3-1 122,-3 2-100,2 1 78,3 0 34,5 1-56,5-5-45,4-1-22,0 0-23,-4 2 6,-6 2-23,-4 2 28,-4 2 34,-1 2 0,-1 2-11,-2 5-398,-5 6-3606,-5 7 3959,0 0 0,5-9 0,3-6 0</inkml:trace>
  <inkml:trace contextRef="#ctx0" brushRef="#br0" timeOffset="135724">2618 17820 11900,'-5'1'4733,"1"0"582,4-1-4855,-28-22-191,19 16-151,-24-16-29,24 20-44,-1 4-28,-3 4 22,-2 3-39,-2 7-28,-4 5-17,0 6 0,2 4 45,6-1 6,6-4-12,8-6 57,4-7 106,4-7 218,-1-3 73,0-7-135,-1-3-72,2-5-50,1-6-35,3-3-21,3-5 10,0-3 29,-2-1 28,-2 6 45,-5 5-107,-4 8-124,-2 7-16,-1 3-22,0 1 44,0 5 12,0 3-23,-2 9 12,0 4-91,0 3-610,2 0-3086,6 1 3764,3-5 0,-1-7 0,-2-7 0</inkml:trace>
  <inkml:trace contextRef="#ctx0" brushRef="#br0" timeOffset="136517">5783 17568 25208,'27'-54'852,"-5"12"-785,-22 41-151,0 2 39,0 5 73,0 5-28,0 8 12,0-2 21,-2 7-16,-1-5-17,-1 4-6,1-3-16,2-9 22,0-2 6,1-8 582,0 0-443,0-11 18,0-3-91,1-4 57,1-5 17,-1 5 100,0 1-134,-1 6-89,0 5-51,0 5 22,0 5 34,-1 3-62,-1 15-89,-2 1-879,-4 10-869,0-9 1871,-3 3 0,6-16 0,0-1 0</inkml:trace>
  <inkml:trace contextRef="#ctx0" brushRef="#br0" timeOffset="158642">6223 5945 19300,'-29'1'1405,"6"0"-733,6 1-235,3 1-342,2-1 225,-5 1-152,5-1-17,-9 0-22,-4 0 33,-3 1 62,-1-1 0,5-1-33,8 0-40,8-1-33,5 0-1,3 0-50,5 1 12,3-1-40,7 3 17,2 0-28,2 2 0,5 1 28,6-1 28,9 0 28,12-2-45,-18-1 0,3-1-470,6-1 0,2-1 461,7 0 1,1 0-6,6-1 1,0 0-10,3-1 1,-1 1-526,0 0 1,-1 0 494,-4 1 0,0 1 3,-6-1 0,-1 1-124,-4 0 0,-2 1 121,-2-1 0,-2 1-9,-1 0 1,0 1 8,0-1 0,-1 0 3,1 0 0,0 0-6,0-1 0,0 1-8,-1-1 0,-1 0 2,-1 1 1,-2-1 16,28 0-59,-8 1 65,-4-1 6,-4-3-6,-1-1 0,1-4-22,-10 1 5,23-3 0,-16 6 0,16-3-11,-17 4 802,-10 2-779,-7 0 1082,-7 1-1110,-6 0 303,-1 1-298,-1 0 93,3 0-65,5 0-5,5-2-1,4 0 0,3-2 18,-2-1-18,-5 1 6,-8 2 45,-5-1-12,-6 2 544,-1 0-577,-10 0-330,-5 1-2930,-11 0 3232,1 0 0,8 0 0,7-1 0</inkml:trace>
  <inkml:trace contextRef="#ctx0" brushRef="#br0" timeOffset="161842">8869 6153 21775,'10'15'605,"2"-3"-493,12-9-28,-3-2-22,-3-1 72,-7 0 230,-4 0-45,-6 0-179,-10-1 34,-13 1 89,-18-1 45,-13 3 28,-7 2 17,2 4-73,10 2-111,14-1-97,13-1-44,11-4 28,7-2 34,5-1 44,9-1-5,11-2-73,14-4-28,10-6-11,8-4-39,2-1-359,-4 1-1837,-9 4 2218,-8 1 0,-17 6 0,-6 1 0</inkml:trace>
  <inkml:trace contextRef="#ctx0" brushRef="#br0" timeOffset="173284">14503 15939 16023,'-3'5'4178,"0"-1"516,3-4-4134,36-77-123,-21 35-532,7-12 0,-1-1 302,-10-6-106,-6 30 0,0-1 129,2-26 205,-2 12-211,-3 17-27,-1 16-197,-2 9-45,-3 10 62,-6 11-1,-10 18-60,-9 19 44,11-22 1,0 3 1,-1 1 1,1 2-255,1-2 0,1 1 249,4-3 0,2 0-30,-1 28-255,18-12 221,14-9 33,17-13 40,10-11-17,5-11 67,1-14 11,-3-12-45,-3-10 73,-8-8 1,-10 0 16,-9 0 315,-10 6-253,-5 8 496,-4 7-586,-2 8 158,0 5-264,0 3-34,0 7 50,-1 7-50,1 9-117,3 8-242,5 3-470,5 2-823,5-3-2291,3-4 3999,3-6 0,-11-11 0,-2-4 0</inkml:trace>
  <inkml:trace contextRef="#ctx0" brushRef="#br0" timeOffset="173466">15026 15668 19972,'-3'-4'4083,"2"0"-4431,1 4-576,-22-12-1876,27 21 2800,-8-4 0,16 11 0,3-2 0</inkml:trace>
  <inkml:trace contextRef="#ctx0" brushRef="#br0" timeOffset="173791">15356 15734 17743,'2'-10'5635,"-1"2"-4043,-1 8 71,0 0-1509,-21-26-160,15 20 92,-18-14-86,19 34 251,-3 6-228,0 8-46,3 0-10,4 0-29,10-3-27,9-1-23,7-4-12,1-2 12,-7-3 28,-9-2 68,-15-1 4,-15 1-100,-17 0-336,-11-3-790,-2-4-1529,6-9-5953,13-11 8720,11-5 0,12 3 0,6 5 0</inkml:trace>
  <inkml:trace contextRef="#ctx0" brushRef="#br0" timeOffset="173957">15202 15655 16499,'2'-3'7684,"-1"0"-6496,-1 3-1065,5 10-67,-5 9-61,5 14-51,-6 0-494,1 10-1919,1-7-7362,3 7 8776,-1-12 1,1-13 0,-3-13 0</inkml:trace>
  <inkml:trace contextRef="#ctx0" brushRef="#br0" timeOffset="174240">15735 15822 23926,'3'-7'1403,"8"-27"0,2-8-1056,0-10-839,1 4 0,0-2 604,-5 12 0,-1 2 174,3-16 423,0-2-446,-6 24-56,-5 17-207,-2 13-12,-8 12 1,-4 10 17,-12 27 5,3 3-661,11-18 0,2 1 639,0 12-115,6 13 20,9-9-48,-1-21 0,5 3-3994,21 20 1,4-3 4147,-2 0 0,-1-12 0,-5-8 0,-19-25 0</inkml:trace>
  <inkml:trace contextRef="#ctx0" brushRef="#br0" timeOffset="174424">15638 15710 25441,'45'-17'-569,"1"-1"1,-1 0 0,1 1 0,7-5 0,-2 1 0,-9 8-1,0 12 1,-21 1 0</inkml:trace>
  <inkml:trace contextRef="#ctx0" brushRef="#br0" timeOffset="174607">16142 15602 23394,'60'-13'-856,"0"1"0,-11 0 0,-11 3 0,-21 9 1</inkml:trace>
  <inkml:trace contextRef="#ctx0" brushRef="#br0" timeOffset="174767">16183 15784 24889,'43'-7'-1405,"0"1"1,0 0 0,8-1-1,-7 1 1,-11-2 0,-25 6-1</inkml:trace>
  <inkml:trace contextRef="#ctx0" brushRef="#br0" timeOffset="175200">17247 15377 27415,'-20'-25'-67,"-2"5"11,3 20 45,-17 0-17,-11 1 11,-6 2 6,8 0 0,14 2 22,12-2-39,9 0 11,6-1 51,2 2-34,2 5 5,-1 5 1,0 8 16,1 7-5,0 11-17,0 5 22,-3 3-10,0 1-12,-2-5-6,2-3-11,6-5 12,6-7-1,9-5-5,8-4-12,5-6-16,-4-6-1081,17-3 1120,-8-6 0,-5 1 0,-11-3 0</inkml:trace>
  <inkml:trace contextRef="#ctx0" brushRef="#br0" timeOffset="176892">17575 15555 19406,'-1'-5'4419,"1"1"-2570,0 4-1844,0-25 46,3 35-85,0-8-381,2 43-1271,1 5 1686,3 3 0,-5-25 0,3-4 0</inkml:trace>
  <inkml:trace contextRef="#ctx0" brushRef="#br0" timeOffset="177342">17822 15445 23534,'-2'-46'676,"-1"1"0,1 4 0,4 7-553,14 11-22,6 8-68,9 7 1,11 5-1,10 6-16,6 2 11,1 5-33,-3-1 5,-9-1 28,-10-2-28,-13-3 28,-11-1 5,-8 0-10,-4 0 21,-1 3 24,0 6-1,0 7-39,0 9-11,0 5 11,-1 3-12,5 3 12,2 4-22,7 4 16,2 4 6,2 1 0,-4 1 6,-4 1-34,-11 1-34,-14-1-184,-13-4-320,8-25 0,-3-3-3088,-5-1 1,-1-2 3625,0-4 0,1-2 0,-10 2 0,16-8 0</inkml:trace>
  <inkml:trace contextRef="#ctx0" brushRef="#br0" timeOffset="178933">12933 16806 17540,'0'-6'5871,"0"1"-4791,5-58-301,-1 37-502,-1-11 1,0 3 2,-1 22-202,-2 6-67,0 11 1,0 2 49,0 17-10,2 8-23,1 16-23,2 7-44,2 2-6,1-3 28,-2-7-11,-1-10 45,-3-12 0,-1-11 168,0-8-28,-1-5 201,2-1-89,-1-5-168,0-5-73,1-9 0,1-7-12,5-2 29,6 2-39,8 4 11,8 7 16,8 6-38,6 4-7,3 8-16,0 5-28,-1 8-5,-5 5 10,-9 4 12,-12 4 11,-29 13 45,-5-12 0,-9-7 0,-5-2-422,-25 6 391,19-11 0,-1-1-20,2-4 1,1-2-667,-24 3-73,26-11-3802,10-14 4575,24-3 0,-2 1 0,4 5 0</inkml:trace>
  <inkml:trace contextRef="#ctx0" brushRef="#br0" timeOffset="179134">13924 17017 23523,'-3'0'2711,"0"0"-3512,3 0 801,-19-21 0,15 15 0,-15-15 0</inkml:trace>
  <inkml:trace contextRef="#ctx0" brushRef="#br0" timeOffset="181475">14643 16985 23892,'9'-41'711,"0"-1"1,-1 6-1,-2 8-621,-4 20-101,-2 8 5,0 13 17,2 14-5,0 18-96,1 14-350,-1-26 0,1 1-202,1 1 1,1-1-1272,0 0 1,2 0-7919,10 25 8596,-4-20 0,-4-16 1,-6-17-1</inkml:trace>
  <inkml:trace contextRef="#ctx0" brushRef="#br0" timeOffset="181848">15014 16696 25219,'-20'-36'-16,"7"19"10,22 54 6,8 4-11,11-4 33,9-7-5,3-8 39,-2-9 57,-8-8-52,-12-7 158,-6-15-68,-9-5 11,-3-13-11,-9-1 40,-6 1-57,-2 9 169,-8 1-180,6 15-101,-9 0-44,5 9-40,1 7-134,5 5-392,4 7-1423,7 9 2011,10 9 0,-2-15 0,5 0 0</inkml:trace>
  <inkml:trace contextRef="#ctx0" brushRef="#br0" timeOffset="182841">15334 16967 24379,'45'-24'-334,"0"0"0,-14 4 0,1 3-605,11 13 1,-1 4-3906,8 1 4844,6 4 0,-27-3 0,-12 3 0</inkml:trace>
  <inkml:trace contextRef="#ctx0" brushRef="#br0" timeOffset="183009">15499 17037 13429,'-4'1'8458,"1"1"-6621,3-2-1943,19-15-443,19 4-266,-7-1 0,4 0-1970,4 2 1,2 2 2784,4-3 0,-2 1 0,5-1 0,-9 0 0</inkml:trace>
  <inkml:trace contextRef="#ctx0" brushRef="#br0" timeOffset="183208">16208 16716 27846,'11'-37'40,"-2"16"-46,-9 45-151,3 16-375,3 15-672,0-23 0,1 2 1204,3 6 0,0-2 0,3 6 0,0-4 0</inkml:trace>
  <inkml:trace contextRef="#ctx0" brushRef="#br0" timeOffset="184082">16897 16984 26222,'13'-7'-39,"-2"10"-168,-3 28-151,-3-3-2057,-11 11 2415,-13-1 0,7-13 0,-6-2 0</inkml:trace>
  <inkml:trace contextRef="#ctx0" brushRef="#br0" timeOffset="184542">17583 16834 17235,'7'-42'509,"0"1"1,0 5 0,-3 9 2128,-3 21-2655,-1 5 1443,2 22-1426,3 5-6,2 25-150,3 2 382,1 5-2209,1 1-7848,1-4 9579,-4-18 1,-2-14 0,-5-17 0</inkml:trace>
  <inkml:trace contextRef="#ctx0" brushRef="#br0" timeOffset="184982">18310 16734 21226,'0'-5'4033,"0"1"-2879,0 4-1093,9-49-61,-7 37-11,6-33 6,-17 58 55,-11 13-39,-18 14-14,13-15 1,-3-1 10,-2 1 0,-1-1-19,3-2 0,2-1 28,-11 11-23,19-10-5,15-7 45,15-5-62,17-2-28,19-4-20,-17-2 0,1-1-241,4-1 1,-1 1-208,1-1 0,0 0-826,-2 0 1,0-1 1349,1-2 0,-2 0 0,4 0 0,-6-2 0</inkml:trace>
  <inkml:trace contextRef="#ctx0" brushRef="#br0" timeOffset="185192">18826 16587 25113,'43'-28'-366,"0"-1"0,-3 3 0,0 8-2367,21 18 1318,-8 5 0,-26-2 0,-9 2 0</inkml:trace>
  <inkml:trace contextRef="#ctx0" brushRef="#br0" timeOffset="185375">18841 16745 23097,'50'-9'-530,"-1"0"0,0 0 0,0 0 0,-2 0 0,-7 0 0,8-3 0,-11 1 0</inkml:trace>
  <inkml:trace contextRef="#ctx0" brushRef="#br0" timeOffset="185716">19410 16447 24674,'41'-25'5,"0"0"1,0-1 0,14-7 0,-6 14-18,-10 39 532,-17 17-492,-17 11-22,-25 9-646,2-26 0,-4 0 645,-6 0 1,-2-1-15,-2-1 1,0-1 127,3-3 1,0-1-76,-14 15 267,18-10-98,16-10 84,22-10-123,22-7-152,27-11 81,-20 3 1,2-2-407,6-1 1,1-1-1816,3 0 1,0 0 2117,-7 1 0,-3 1 0,12-3 0,-26 6 0</inkml:trace>
  <inkml:trace contextRef="#ctx0" brushRef="#br0" timeOffset="195807">14804 18043 24637,'-2'-15'1160,"2"-3"-908,7-10-62,0-5-44,2-4-57,1-8-117,3-8-616,1-6 661,2 3 67,-3 9 61,-2 15 12,-7 14-28,-1 8-34,-3 4-28,0 4-50,-2 1 527,0 4-611,-5 9 50,-6 16 73,-6 20-40,9-17 1,0 2-332,1 4 1,1 1 291,2 0 1,3-1 10,2 0 1,4-2-25,3-2 0,3-1-88,21 23 18,-9-29 0,3-3-283,4-2 1,3-3 211,1-1 1,3-4-29,8-2 1,0-4 125,15-3 51,-19-8 0,-3-5-129,4-17 264,3-14 61,-11-8 600,-11-5-415,-9 1 17,-7 8-34,-3 10 404,-4 13-555,-1 10 38,-1 7-268,0 6 34,-4 8 5,-6 11-72,-4 11-17,0 6-415,6 13 23,5-18-1586,11 11-5348,7-21 6573,3-1 0,-4-10 0,-4-7 0</inkml:trace>
  <inkml:trace contextRef="#ctx0" brushRef="#br0" timeOffset="195974">15534 17735 21752,'-30'-9'-1591,"-1"-2"1,42 18-1</inkml:trace>
  <inkml:trace contextRef="#ctx0" brushRef="#br0" timeOffset="196250">15767 17803 20638,'-3'-2'5108,"1"0"-4357,2 2-762,-16-12-17,27 24 50,-16-11-28,36 36-50,-8-4-33,3 10-398,-11 7-124,-14-10-392,-14 3 354,-5-18-959,-12 0-733,3-11-3787,-11-3-1265,11-15 7393,5-7 0,15-1 0,6 4 0</inkml:trace>
  <inkml:trace contextRef="#ctx0" brushRef="#br0" timeOffset="196407">15707 17858 10668,'2'-6'9830,"-1"2"-4374,-1 4-5322,1-33-117,-1 26 22,1-18-73,-2 42-430,5 21-1732,2 3-7635,4 8 8957,-2-18 1,-2-13-1,-4-13 1</inkml:trace>
  <inkml:trace contextRef="#ctx0" brushRef="#br0" timeOffset="196707">16256 17921 26486,'16'-41'292,"0"0"1,0-1-1,5-9 1,-3 2-156,-7 9 0,-3 3-58,2-3 16,-1 4 0,0 3 101,-2 8-67,-2 3-90,-7 20-28,-8 17 34,-8 15-28,2 2-23,2-1 1,1 3 51,-3 20-1061,5-14 1,2 0 963,0 15-307,8-13 1,3-2 77,7 4-2107,10 3 1,5-1 823,6-7-3030,3-4 0,3-1 4156,3-2 1,-4-5-1,-18-14 1</inkml:trace>
  <inkml:trace contextRef="#ctx0" brushRef="#br0" timeOffset="196867">16391 17883 21125,'-6'-5'4336,"0"2"-3748,6 3-723,0 0-823,23-54-3035,32 36 3378,-21-11 0,0 1 0,23 23 0,-23 2 1</inkml:trace>
  <inkml:trace contextRef="#ctx0" brushRef="#br0" timeOffset="197083">17095 17735 26077,'53'-28'-2982,"0"0"0,-4 4 1,-2 9 2981,11 21 0,-24 0 0,-18-1 0</inkml:trace>
  <inkml:trace contextRef="#ctx0" brushRef="#br0" timeOffset="197223">17066 17949 20134,'-5'0'5288,"1"0"-5556,4 0 1,0 0 0</inkml:trace>
  <inkml:trace contextRef="#ctx0" brushRef="#br0" timeOffset="197857">18171 17549 26446,'-22'-28'-4,"-1"0"1,-1 3-1,-1 9 21,-21 24-17,-4 1 34,4-1 5,7-1-28,12-2 11,9-3-55,8-1-34,2 1 44,-1 2 18,-4 5 10,2 1-16,-11 14 0,9-5 61,-2 12-61,9-1-11,5 4 27,5 5-22,3 6 23,3 5-17,0 3 33,-1 2-33,-2-2-34,0-4 51,-1-4-85,5-8-100,11-9-106,15-11-192,18-12-185,-21-6 0,1-4 29,3-1 1,0-2-1589,1-4 0,-2-1 2221,-5 0 0,-3 1 0,8-5 0,-20 7 0</inkml:trace>
  <inkml:trace contextRef="#ctx0" brushRef="#br0" timeOffset="198117">18571 17616 27578,'20'8'134,"-10"11"-140,-25 33-352,-6 6-679,10-27 0,1 1-2122,1-1 0,0-1 2337,-1 20 1,5-19 0,4-16 0</inkml:trace>
  <inkml:trace contextRef="#ctx0" brushRef="#br0" timeOffset="198324">18988 17883 21517,'0'-5'4784,"0"2"-3569,0 3-1226,3-16-34,-4 24-56,2-6-274,-5 30-1059,1 5-5792,0 1 7226,2-6 0,-1-13 0,2-9 0</inkml:trace>
  <inkml:trace contextRef="#ctx0" brushRef="#br0" timeOffset="198724">19257 17725 26306,'27'-45'183,"0"0"0,-1 3 0,0 9-37,13 15 67,-5 5-174,-16 8-28,-6 3-11,-8 6-17,1 9-39,2 10 45,-1 22 39,-2 1-11,-5 1-56,-12 1 11,-11-9 25,-3-10 0,-3 0-14,3-5 0,-1-2-228,-6 3 1,1-3 238,-5 2-39,10-5 40,20-8 50,14-2 11,40-5-62,-15-5 0,2-1-81,3 0 1,2-1-827,5-1 0,1-2-4003,-10 2 1,-1-1 3357,27-3 1,-22 2-1,-28 4 1</inkml:trace>
  <inkml:trace contextRef="#ctx0" brushRef="#br0" timeOffset="201017">19865 17650 10909,'-5'0'8027,"1"0"-4012,4 0-3270,-38-2-246,26-1-175,-28-2-133,37 2-124,2 0-11,7 1-22,12-2-1,18-2 1,18-1-26,-22 3 1,1 0-1,0 1 0,0 0 9,26-1-62,-17 2 62,-15 2 39,-16 0-39,-8 3 17,-7 4-1,-2 10-5,-5 8-45,0 10 17,1 5 62,5 4-90,3 3-6,9 1 29,2 4-29,4 1-11,-4-4-55,-10-3-164,-14-8-704,-16-6-3928,-20-4 4048,-1-8 0,16-8 0,13-6 0</inkml:trace>
  <inkml:trace contextRef="#ctx0" brushRef="#br0" timeOffset="202734">14163 18509 10808,'0'-3'6408,"0"0"-3658,0 3-2285,-9-23-135,6 17-117,-8-17-152,3 25-5,-7 5 90,-10 8 11,-11 11-6,-5 9-78,-1 5-96,8 1 191,10-4-67,12-11-129,11 5-610,12-10-1160,11 9-2890,14-6 4688,17-2 0,-23-11 0,0-3 0</inkml:trace>
  <inkml:trace contextRef="#ctx0" brushRef="#br0" timeOffset="203023">14594 18762 25623,'-33'-46'-588,"8"9"-1535,24 40 2123,5 4 0,-3-3 0,4 2 0</inkml:trace>
  <inkml:trace contextRef="#ctx0" brushRef="#br0" timeOffset="204407">15594 18768 10758,'1'-3'7152,"-1"0"-5640,7-26 1,1-8-169,-1 7-818,3-11 1,-1 3 212,-2 16-380,-3 10-264,-2 7 6,-1 7 112,1 13-129,1 7 67,0 13 34,0 0-544,-1 2-1091,-2 0-2415,0 6 3865,0 4 0,0-20 0,0-4 0</inkml:trace>
  <inkml:trace contextRef="#ctx0" brushRef="#br0" timeOffset="204783">15991 18474 21836,'-43'9'353,"0"1"0,2 0 0,12 5-392,24 8-22,7 5 16,9-3 95,15-4-16,-5-9-12,9-4 17,-16-7 157,10-11 12,-11-4 77,2-13 51,-9-3-5,-4-2-40,-7 2-78,-2 7-57,-4 4-161,4 10-208,0 3 17,5 5-672,1 7-1373,2 6-5141,5 11 7382,2 0 0,0-6 0,-3-8 0</inkml:trace>
  <inkml:trace contextRef="#ctx0" brushRef="#br0" timeOffset="205000">16282 18641 10226,'-8'0'4760,"2"0"-3930,6 0-52,0 0-750,64-27 6,-37 19-65,12-6 0,0 1-904,-14 11-4011,-7 1 4946,-2 1 0,-10 0 0,-4 1 0</inkml:trace>
  <inkml:trace contextRef="#ctx0" brushRef="#br0" timeOffset="205175">16277 18815 23439,'54'-31'-9831,"-10"7"9719,1 9 0,-34 11 0,-2 1 1</inkml:trace>
  <inkml:trace contextRef="#ctx0" brushRef="#br0" timeOffset="205967">17062 18541 7783,'-4'-3'5288,"0"1"-1037,4 2-3310,-21 9 40,15-6-511,-16 7 672,20-9-867,1-1 1489,-1 1-1607,1 1-118,1-2-44,-2 4 10,0-3-21,-1 4 16,1-2-34,-1 2 34,2-3 39,0 1-39,1-2 28,0 1-11,-1 0-6,-1-1 6,0 1 5,1-1 6,0 1 73,1 0 2045,-1-1-1973,0-4-94,0 0 105,0-13-72,3 1-100,8-11 4,8 3 18,11 1-56,7 2 38,1 6 18,-3 4-17,-8 4-51,-7 6 12,-8 9 33,-4 7-50,-3 13 5,-13 8 1,-9 8 128,-10-2 39,-4-3-72,0-4-12,1-4-72,7-7-51,-1 6 67,14-16 57,0 2-79,15-12 17,10-6-208,13-5-896,17-6-3225,12-3 3674,-1 1 1,-18 6 0,-16 3 0</inkml:trace>
  <inkml:trace contextRef="#ctx0" brushRef="#br0" timeOffset="206724">17819 18871 18207,'1'-3'6044,"0"0"-4364,-1 3-1624,8-29-173,-8 34 10,-5 7-750,-14 35-1944,2-11 1,-1-1 1952,-14 13 0,10-18 0</inkml:trace>
  <inkml:trace contextRef="#ctx0" brushRef="#br0" timeOffset="207491">18526 18629 17081,'5'1'5036,"-2"-1"-2790,-3 0-2179,0-2-73,0 1 225,0-1-35,-6 5-72,-8-1-33,1 2 66,-9-2 23,10-1 113,0-3-40,4-4-45,5-7-151,3 1-12,6-8-10,4 9 10,7-1-44,2 6-45,14 12 39,-14 1-5,13 14-79,-21 1 17,0 7 185,-13 7-252,-13-3-29,-3-3 12,-18 3 152,0-5-63,-10 5 264,-2-4-45,18-12-11,7-7 22,16-7-145,5-3-146,15-3 134,2 3-134,10-3-628,10 3-553,5 2-657,20-1-2938,-16 0 1,0 0 2877,12 0 0,0-1 0,-46 0 1</inkml:trace>
  <inkml:trace contextRef="#ctx0" brushRef="#br0" timeOffset="207790">19362 18535 18498,'-4'-8'4168,"1"1"-3059,3 7-135,0 0-918,-49 5 28,19 10-45,-6-4 0,-1 2-11,-10 30 84,13-10 101,3 1-128,19-17-175,7-3 112,3-5 147,13 5-270,7-5-45,18 0 67,8-6-94,-5-1-785,12-2-5220,4-3 6178,-6 1 0,-8-2 0,-26 2 0</inkml:trace>
  <inkml:trace contextRef="#ctx0" brushRef="#br0" timeOffset="208007">19956 18531 23097,'43'-13'-800,"0"0"1,0 0 0,13-3-1,-5 4 1,3 12 0,-24 2-1</inkml:trace>
  <inkml:trace contextRef="#ctx0" brushRef="#br0" timeOffset="208183">19978 18735 24570,'10'-11'-7433,"25"-2"7433,2 5 0,2 2 0,16-4 0,-27 5 0</inkml:trace>
  <inkml:trace contextRef="#ctx0" brushRef="#br0" timeOffset="208557">20561 18529 25259,'13'-43'99,"-1"-1"0,0 5 0,6 9-88,20 23-22,6 4 17,-2 8-12,-4 6 12,-8 7-46,-11 7-32,-10 6-30,-17 6 52,-6-5 50,-16 0 0,-5-2 50,1-2 54,-2 0 0,0-1 2,3-3-162,-3 4 6,7-1 184,13-5 152,19-5-84,16-8-202,21-8-129,18-9-1128,-23 2 0,2-2 1257,8-4 0,-1 1 0,5-2 0,-4 1 0</inkml:trace>
  <inkml:trace contextRef="#ctx0" brushRef="#br0" timeOffset="221901">21925 133 22295,'-1'-12'3,"0"3"-251,1 9 4802,0 0-4162,-3 8 106,9 21-1254,-4-3 512,13 27-1418,-2-11 1178,3 16 204,-7-27 1,0 2-154,2 8 1,0 0-131,-2-4 0,0-1-74,0 0 1,-1-1 489,-1-2 0,-1-1-222,3 22 313,-4-20 0,0 1 31,0 8 1,0-1-4,-1-4 0,0-2-9,-1-1 1,0 0 51,1-1 1,-1-1 85,5 22-6,-3-21 0,1 3 93,4 10 0,0 0-51,1-5 0,0-1-347,1 0 0,0 0 322,2 0 0,1 0-401,0-7 1,0 0 363,4 10 1,2 3 8,-4-9 0,1 1 0,-1 0 0,8 12 0,-1 0-42,-1-2 0,0 0 48,1 0 0,-1-2 2,-4-6 0,0 1-11,4 11 1,0 3-34,-5-10 1,-1 1-1,0 0-31,-3-5 0,-1 0 0,0-1-6,5 19 0,-1 0 17,-3 0 0,-2-1-3,-4-11 1,-2 2-12,0-10 1,-2 3 0,0 1 11,-1 7 0,-1 1 1,-1-1-7,0-5 1,-2-2-1,1 1-458,-1 7 0,-1 0 1,0-3 445,-1 1 0,0-2 9,-1 8 0,0 0-21,0-11 0,-1 0 13,0 0 0,0 2 1,-1-1 4,-3 13 0,-1 0-693,2-14 0,-1 1 0,0-3 687,-2 0 0,0-2 9,-5 10 0,-3 0-10,3-9 1,-2-1 0,-6 9 0,-3 1-6,5-12 0,-2 0 0,-1-2-2,-7 10 0,-1-2 495,1-2 1,0-2-477,1-5 1,1-1 77,6-10 1,0 0-95,-10 12 0,-1-1 5,6-8 0,1-1 754,-4 3 1,1-3-763,-7 5 487,-12 3-476,7-8-3,8-7 1,-2 1-9,5-4 0,1 0 0,-7 2 0,2-1-6,-20 8 0,15-8 6,4-3 12,16-6-7,3-1-10,8-3 1633,7-3-1555,2-1 193,1-1-233,-3 1 18,-1 2-23,-1 1 5,-4 1-16,4-3 33,-8 2-22,4-3-5,-3 0-12,6-1 11,0 0-22,4 0-5,-1 0-46,3 0 40,-2 0 6,-3 3 10,-3 1 6,-5 3-11,-1 1 0,-1-1 6,4-2 0,-3 0 10,2-2-21,0 1 5,1-2-6,5-2-22,3 1-67,0-1-39,0 0 27,-3 1 23,-4 0 11,-5 1 34,-2-1 50,2 1-22,2-2-95,5 0-129,4 0-45,1 0 11,3 0 286,0 2-12,0 2 6,0 1 6,0 1 11,0 0 6,-1-1-23,-2 2 11,-1-1-5,-1 0-6,0 0-5,-1 0 0,1 0 22,0 0 11,-2 2-11,-2 2-11,-4 3-6,-3 3-6,-9 2 1,-5 1-6,-6 0 11,-2 0 0,1-3 12,2-1 10,3-2-10,4-2 22,2-1-12,-2-1-33,-2 0 28,-3 1-17,-3-2 1,-2 1 10,1-2-11,6-3 51,-16 1-45,13-2-6,-17 1 0,8 0-11,-4 3 0,-1 1-22,-6 4-6,-6 2 14,24-4 0,-2 0-450,-8 2 1,-2 0 463,-8 2 0,-2 1-455,15-5 0,-1 1 1,0-1 467,-2 1 0,-1 0 0,0-1 0,0 1 0,-1 0 0,0 0-8,0-1 1,1 0 0,0 1-3,-1-1 1,1 0 0,0 1 1,0-2 1,0 0 0,0 1-3,1-1 1,-1 1 0,2-1 4,-8 1 1,0 1-11,3-2 0,-4 1 1,3-1-8,-3 1 1,0-1 4,3-1 0,-4 1 1,2-1-1,9-1 0,2-2 0,-1 1 1,-20 2 1,1-2-400,1 0 0,1-1 422,3-2 0,1 0 2,3-2 0,1 0-11,5-1 1,0-2-188,4 1 0,1-2 187,4-1 0,1-1 3,3 0 0,1-1-2,-27-8 664,4 0-676,2 0 0,4-3 0,2 1 11,4-2 11,2 0-33,3 2 17,9 3 1287,-9-3-1282,13 5 999,-8-1-993,10 3 533,4 1-544,1 2 0,3 1 16,2 2-5,3 0 16,3 1 40,2 1 28,2-1 5,2 0-44,1 1-40,1-1-330,0 1 342,1 6-6,3 2-34,3 9 12,4 1 5,3 3-16,0 4-1,2 4 12,0 2-6,0 2-6,1 2 23,1 2-12,2 2-27,1 1 22,3 3 22,2 3-22,2 2-1252,1 3 1252,-5-9-230,-6-8 1,-1 1 240,9 19-6,-7-14 1,0 1-3,-3-4 0,0-1-9,1 2 1,1 0 10,-1 2 1,0 0 5,1 0 0,1 0-5,-1 2 0,0-1-369,0 1 1,0 0 384,0 1 1,-1 1 13,0 1 1,-1 0-7,1 2 1,-1 0-26,1 0 1,-1 1 11,1 1 0,0 1-17,0-1 0,0 1 5,1 1 1,0-1-1,0 1 1,0-1-12,-1 0 1,0 0 13,-1 0 1,0 0-4,-1 0 1,-1 1 2,0-1 1,-1 1-4,0 0 1,-2 0-3,0 0 0,0 0-1,-3 1 1,0 0-17,-1 0 0,-1-1 20,0 0 0,-2 0 10,1 0 1,-2-1-17,0-1 0,0 1 3,0-1 0,-1 0 5,1-1 1,-1-1 7,1 1 1,-1 0 2,0-2 1,0 1-202,-1-1 0,0 0 190,0-1 1,0-1-1,-1-2 1,0 1-4,0-2 1,0 0 2,1 0 1,-2 1 5,1-1 0,-1 1 0,0 0 0,-1-1-3,1 2 0,-1-1 0,1-1 1,0 1-10,0 1 1,1-1-6,0 1 1,0-1 521,0 0 0,0-1-513,0-1 0,0 0 19,1 16 0,0-1-421,-1-21 1,1-2 389,-1 13 1,1-2 5,-1 10 483,0 3-481,1-20 1,-1 1-3,1-1 0,1-1 8,-1-1 1,0-1 8,2 0 0,0 0-6,1 27 6,1-4-6,-1-4 346,-1-4-362,1-4-18,-2-1 40,0-3 1433,0-2-1445,1-3 309,0-3-303,1-2 61,0-3-72,0-1-11,0-3 0,-2-3 0,0-2 16,0-3-5,0-5-5,-1-2 5,0-4 95,-1-2-168,1-1 23,2 0 61,4 0-11,8 2-6,10 1 12,12 4-1,10 1 1,9 3-216,3 1 201,-28-6 1,2 0 2,9 1 1,0 0 5,17 1 0,-15-2 0,0 0-315,-12-2 0,-1-1 312,11 1 1,3 0 2,0 0 0,1-1 8,4 0 0,0 0-2,2 0 0,0 0-9,1 0 0,1 0-661,1-1 1,0 1 657,0-1 1,1 1-4,1-2 1,1 1 14,1-1 0,1 0-6,2-1 0,0 0 0,-19-1 0,1 0 0,0-1 3,0 0 1,1 0 0,0 0-1,1-1 1,0-1 0,1 0-2,0 0 0,-1 0 0,2 0-4,-1-1 0,1 1 0,0 0 0,0-1 0,0 1 0,1-1 4,-1 1 0,-1 0 0,1 1 0,-2-1 0,1 0 0,-2 0-2,0 0 0,-1 1 0,0-1-20,20-1 0,-2 0 9,-1 0 0,0 0 13,-12 2 0,1-1 0,-2 0-2,2 0 0,0 0 1,-2 0 1,2-1 0,-2 1-8,4-2 1,1-1 1,-8 1 0,3 0 1,0-1 1,2-1 0,-1 1 0,1-1-486,2 0 1,0-1-1,0 0 491,0 1 1,1 0 0,-1 0 1,-2 0 1,0 1 0,0 0-1,-3 0 1,-1 1 0,0 0-299,17-2 1,-1 1 283,-5 0 1,-1 0 8,-3 1 0,-2-1-6,0 0 1,0 1 5,-1-1 0,2 0-3,2 0 1,1-1-1,3 0 0,0-1 0,4 0 0,2 0-1,-11 2 1,1 0-1,-2 0 1,3 1 1,-1-1 0,-6 2 0,3 1 0,-5 0 10,-2 1 1,-2 0-12,9 1 0,-1 0-8,-6 1 0,-2 0 12,0 1 1,-2 2 9,22 2 859,-10 1-870,-2 2 0,-1 0 0,-15-3 0,4-1-9,13 2 1,3 0 8,-5-1 0,0 0 3,0 0 0,-1 0-6,-1 2 0,-3 0 589,-11 0 0,0 1-583,5 3 0,-2 2-3,-5 0 0,-3 3-9,-2 6 1,-3 1 8,4 9 902,0 19-890,-15-13-18,2 13-8,-6-17 0,-1 1 31,6 25-75,-6-22 0,0-1 52,1 12 28,-4-16 1,-1 0-1427,-4 3 1,-1 0 1387,-2 25 30,-6-10 0,-5 0-48,2-17 1,-1-2 30,-3 7 0,-2 0-20,-2 0 1,-1-1 33,1-6 1,0 0 2,-5 9 0,-3 1-6,-6 8 1,0-1-4,5-5 1,0-2-9,2-2 0,0-1 0,3-2 1,0-1 7,5-9 1,-2 1 2,-12 13 1,-2 2-1,4-8 0,-1 0-767,-9 6 0,1-3 764,12-12 1,0-1 5,-9 4 1,-1-1-32,6-6 1,-1 1 19,-8 3 0,-4 2 0,-8 2 0,-1-1-6,9-4 1,-1-2 720,-8 3 0,2-2-710,19-8 1,1-1 2,-7 2 1,-1 0 5,-4-2 0,0 0-9,-3 2 1,-1-1-6,-8 1 0,-1 0 2,7-3 1,2-1-9,8-3 1,0 0 8,-11 2 0,-1-1 13,9-2 0,-2-1 2,2-1 1,-4 1 0,2 0-5,-12 1 0,0 0-81,14-3 0,-1 1 0,4-1 69,0-1 1,3 1 0,-9 0 0,0-1 28,9 0 1,-1-1-32,-8 1 0,-3 0 0,-7 0 0,0 0 3,10-2 0,1 1-3,4-1 0,0 0 5,8-1 1,1 0 776,-23-1-771,3 0-11,4-1 362,18 0-362,8 0 2699,7 1-2721,-4 0 769,7 3-742,-7 3 1,6 3 5,-1 4-22,4-2 0,0 8-6,1 2-5,0 3 16,-1 6 17,4-4-11,2-5 28,-1 6-33,3 3-1,0 2 0,3 9-5,5-3 11,1-7 17,9 21-23,-3-12 18,6 19-1,-4-7-256,-2 2 245,-2 2 12,-3-1-18,-2-1-11,-3-13 25,-1-8 1,-2 1 8,-4 15-17,2-13 0,-2 2 0,-11 21 11,6-28 0,-2 0-224,-3 1 0,-1 0 227,-3 1 0,-2-2 11,-2 2 0,-2-2 9,-15 16-6,13-19 0,0 0 36,-1 1 0,-1 1-33,1 0 0,-1 1 0,-3 3 0,1 1-9,7-7 0,2 0-11,1 1 1,1 0-4,2 2 1,2 1-26,1 3 0,2 0 234,-6 22-209,9-13 0,1 1-16,4-14 0,1 1-207,-1 13 1,1 1 211,3-10 1,2-1 7,2 0 1,1 0 5,2-1 0,2-1-8,3 0 0,1 0 16,3 1 1,1 0-9,2 1 1,3 0 13,1 0 1,1 1-7,2 2 1,1-1-1,1 2 1,1 0-1045,1 1 1,1-1 1054,-7-8 1,2 0 36,13 12 1,1-1-36,-12-15 1,0 0-11,12 12 1,0 1-9,-9-8 0,-1-2-6,-1 2 1,-2-1-6,-1 1 0,-1 0 16,-2 0 1,-2 1-9,-3 1 0,-1 1 0,-4 0 1,-1 2 7,-2 1 1,-2 1-26,-1 1 1,-1 0-9,-1 1 0,0 1 5,-1 1 1,-1 1-358,1 4 1,-2 0 351,1 5 0,0 0-23,-1 3 1,0 1 27,0 3 1,0 0 19,0 0 1,-1-1 18,0-4 1,0 0-17,0-5 0,-1 0-62,0-5 1,-2 0-71,-1-2 1,-1 1-262,-3 3 1,-2 0-1200,-3 2 0,5-22 1578</inkml:trace>
  <inkml:trace contextRef="#ctx0" brushRef="#br0" timeOffset="225900">23269 1170 29505,'-3'-3'3262,"1"1"-3582,-13-58-734,11 16 892,-2-4 1,2-4-598,6 16 1,3 1 523,1-6 1,0 0 51,2-1 1,0-1-2209,1-10 1,0 2 2167,-2 16 0,-1 1 70,2-7 1,0 4 118,-3 6-123,-1 4 11,-3 15 23,-2 10 702,-5 12-551,-9 15-50,-9 21-9,9-13 0,0 2 1126,-1 5 1,1 2-1091,1 2 1,3 0-1,2 1 1,3 0-264,3-1 1,4-1 251,4-3 1,3-1 7,3-4 1,4-3-3,4-3 0,3-3-39,27 15-6,-17-26 0,0-4 23,12 3-12,13-13 51,-23-14-6,8-14 29,-4-15-21,-20 7 1,-3-1-20,6-18 19,-12 11 1,-2 1 53,-1-13 22,-3-8 157,0 13-168,-3 23 1091,-2 11-1147,1 17 548,-5 11-571,-1 14-5,-2 16-39,2 12-118,6-18 0,2 1-162,3 15-345,2-16 0,3-1-2724,12 4 3388,8 7 0,-11-22 0,-3-8 0</inkml:trace>
  <inkml:trace contextRef="#ctx0" brushRef="#br0" timeOffset="226090">23851 607 22884,'-37'6'-447,"24"10"0,23-6 1,10 5-1</inkml:trace>
  <inkml:trace contextRef="#ctx0" brushRef="#br0" timeOffset="226324">24190 731 26295,'-48'-28'34,"17"18"-51,41 34 0,10 12-50,-3-3 0,-1 0-865,10 22 719,-13-20 1,-3 0-876,-2 22-2166,-12-17 0,-4 0 3254,-9 15 0,-4-12 0,8-29 0</inkml:trace>
  <inkml:trace contextRef="#ctx0" brushRef="#br0" timeOffset="226533">24172 802 25405,'-32'22'-23,"0"-1"0,-3 5 1,5 5-1524,9 2 1,4 2 412,0 3 1,0-1 0,-9 18 0,17-23 0</inkml:trace>
  <inkml:trace contextRef="#ctx0" brushRef="#br0" timeOffset="226840">24501 1043 21921,'24'-56'396,"0"1"1,-6 10-1,0-1 1,-1 3-308,-3 5 1,0 0 78,0-5 0,1-4 0,-3 6-17,2-14 577,-6 6 1,-3 4-584,-9 18 387,-14-5-481,-6 28 16,-13 22-34,12-1-41,9 13 0,4 3-9,5 4 11,2 2 1,3 4-9,3-10 0,4 1-103,0 9 0,4 2-40,10 9 1,2-1 44,-6-17 0,3-1-311,10 11 0,5-4-1014,-2-14 1,2-4 254,-8-2 0,1-2 1182,13 1 0,-4-5 0,-16-8 0,7-1 0</inkml:trace>
  <inkml:trace contextRef="#ctx0" brushRef="#br0" timeOffset="227016">24623 833 20168,'-51'-19'1362,"0"0"1,8 2 0,8 0-1016,10-5-279,31 2-80,12 4-156,23 4 0,8 2-311,-2 3 1,3 2-1287,-1-1 1,4 1 0,0 1 1764,1 2 0,0 1 0,-4-1 0,-4 2 0,-4-1 0,-4 1 0,-1 0 0</inkml:trace>
  <inkml:trace contextRef="#ctx0" brushRef="#br0" timeOffset="227217">25308 583 21052,'-6'0'3277,"0"0"-3064,6 0-1288,0 0-2157,77-23 3232,-21 17 0,-12-7 0,-2 2 0,-6 11 0</inkml:trace>
  <inkml:trace contextRef="#ctx0" brushRef="#br0" timeOffset="227390">25411 857 26693,'48'-14'-2104,"-6"2"1,-18 9 0,-10 1 0</inkml:trace>
  <inkml:trace contextRef="#ctx0" brushRef="#br0" timeOffset="228040">26245 443 25446,'6'-41'249,"0"0"0,1 3 0,-6 11-271,-8 23-3,-10 2 5,-15 4-13,-17 3 44,-14 3-3,29-3 0,0 0-141,-27 4 128,16-2 21,21-4 57,14 0-11,7 2-6,6 7 28,-2 10-6,2 10 23,-4 9 17,-6 7-46,-4 6-10,-4 3 33,1 3-39,2 0-33,6-3-1,12-5 12,10-5-46,15-7-195,12-5-560,8-6-340,-21-17 1,1-2-8725,30 4 8365,-15-6 1,-16-7 0,-22-1 0</inkml:trace>
  <inkml:trace contextRef="#ctx0" brushRef="#br0" timeOffset="228257">26764 525 26536,'-48'-1'22,"6"19"-44,32 29-90,4-16 0,0 3-547,1 1 1,0 1-201,1 3 1,1-2 0,-1 5 0,2-7 0</inkml:trace>
  <inkml:trace contextRef="#ctx0" brushRef="#br0" timeOffset="228483">27055 841 27438,'2'-8'16,"-2"11"-279,1 43-756,-6-1-242,0 1 1261,-10 3 0,10-33 0,-4 9 0</inkml:trace>
  <inkml:trace contextRef="#ctx0" brushRef="#br0" timeOffset="229024">27418 640 26306,'31'-31'79,"-9"2"-12,-13 57 28,-6-10 23,-3 4 61,-8-4-17,-2-8-100,-3-4 72,0-12-27,4-6 38,-2-18-16,6-2-45,3-11-84,5 13 39,8-6-50,2 12 6,8-3 5,4 9-45,16 8 73,-10 8-45,22 12 23,-17 12-34,6 18-6,-25-7 0,-5 4 34,-7-2 0,-6 1-361,-8 9 1,-7-1 360,0-13 0,-4-2 2,-14 7 1,-4-1-6,1-6 1,-1-1 13,2-2 0,1-1 8,1-4 1,4-3-9,4-6 57,10-10-40,13-13-17,8 0-22,10-7-40,12 7-55,8 2 22,-2 5-247,14 2-531,0 1-1564,-7 1 1,2 0 2425,21-1 0,-8 1 0,-34 0 0</inkml:trace>
  <inkml:trace contextRef="#ctx0" brushRef="#br0" timeOffset="229201">28134 837 25881,'-17'45'-375,"7"0"-1390,18-10 1765,2 2 0,-4-17 0,0-3 0</inkml:trace>
  <inkml:trace contextRef="#ctx0" brushRef="#br0" timeOffset="229707">28417 619 24094,'22'-47'367,"0"-1"1,-2 5 0,1 9-256,12 20-27,-3 8-29,-4 3-34,-1 8-28,-2 5-5,4 11-34,2 9-95,1 7-73,-3 3 67,-7-2 107,-9-4 67,-10-8 51,-12-7 66,-11-5 40,-10-5-100,3-4 172,-11-2-66,20-3 66,-2 2 57,16-2-40,5 0-83,8 0-85,4 2-44,8 4-46,-2 0 29,16 15-39,-7-2-12,16 12 29,-14-9-12,6 12-50,-20-12 11,-1 10 0,-22-11-56,-13-5-118,-16-7-201,-12-8-364,-8-9 94,9-1-3749,13-3 0,2-1 4422,-2-4 0,-4-1 0,28 10 0</inkml:trace>
  <inkml:trace contextRef="#ctx0" brushRef="#br0" timeOffset="230200">29239 462 20761,'-2'-3'3932,"0"0"-2867,2 3-1015,56-50 17,-21 36-39,4-12 0,1 2 23,-1 22-7,-7 2 18,-8 1-6,-8 0-34,-7 2-16,-4 4 33,-1 4-5,-2 6-23,2 3 23,0 4 27,-1 5-61,1 5-28,0 7 45,4 6-6,2 6-28,3 4 34,0 0 0,-4-1 0,-3-4 16,-10-3 1,-7-5-6,-9-6-56,-11-9-308,-10-9-1843,-13-9 2179,1-4 0,17-5 0,14-1 0</inkml:trace>
  <inkml:trace contextRef="#ctx0" brushRef="#br0" timeOffset="239248">2779 5060 19860,'8'-57'442,"-2"11"-414,-10 50 84,-7 6-62,-3 3 23,-13 12 22,-17 9-33,-5 3-29,-3-1 31,20-17 1,0-2 103,-8 2 45,-14 3 39,26-14 22,9-5-27,9-5-6,4-3-50,2-1-79,2-1-56,2 2-101,0 3-33,-1 1 111,-1 7 68,-3 8-11,-5 16 16,-5 16-50,5-16 0,0 2-1138,-1 6 1,0 0 1117,2-6 1,0 1 52,-2 22 1,1 1-264,4-15 1,1 0 226,-2 16 0,2 1-20,4-14 1,2-3-3,4-5 0,3-1-84,19 21 137,16-13-56,-15-28 0,2-3-34,20 1-92,-6-11 0,1-4-218,-14-3 0,1-1-1008,12-3 0,0-1 1324,11-8 0,-23 6 0,-16 5 0</inkml:trace>
  <inkml:trace contextRef="#ctx0" brushRef="#br0" timeOffset="241715">3243 7181 14135,'-55'-4'1105,"-1"1"0,6-1 1,6 2-434,6 3-196,5 3-207,3 1-129,5 2-100,4 1-40,7-1-6,6 0 40,6 0 66,12-1 35,12-1-18,17-2-21,17-1-63,-22-3 1,2 0-357,5-1 0,1 0 337,2-1 0,1 0-3,0 0 0,0 0 6,-2 0 0,-2 0-3,-5 0 0,-1 1 25,15-3 280,-21 2 146,-17 2-263,-20 1-185,-15 0 39,-22 3-20,14-2 0,-2 2 32,-5 1 0,-1 0-26,-2 0 0,0 0 28,1 1 0,1-1-29,7 0 1,1-1 36,-11 1-252,21-2-61,24-2-784,27 0 1019,4-3 0,2 1 0,4 1 0,13-4 0</inkml:trace>
  <inkml:trace contextRef="#ctx0" brushRef="#br0" timeOffset="243900">13369 1931 23934,'-46'-3'145,"0"0"0,0 1 0,-12-2 0,12 1 260,26 3 324,21-2 1644,37-7 228,24-5-4289,-6 2 1,4 0 2164,-9 1 0,5 0-58,-3 2 0,7 0 0,3 0 1,-3 0-351,-7 2 1,-2 0-1,1 1 1,4-1 74,-5 1 0,5-1 1,1 0-1,2 1 1,-1-1-1,-1 1-76,-1 0 0,-1 1 1,1-1-1,-1 1 0,2 0 1,0-1 121,-4 2 1,2-1 0,1 0-1,-1 1 1,1-1 0,-2 0 0,-1 1-191,2 0 0,-3-1 0,0 1 0,0 0 0,2 0 0,2 0 0,2-1 0,3 1 0,1-1 0,1 1 0,1-1 0,1 1 0,0 0 0,-10 0 0,1 0 0,1 1 0,0-1 0,1 1 0,-1-1 0,0 1 0,-1-1 0,-2 1 0,8-1 0,-2 0 0,-2 1 0,1-1 0,0 1 0,2-1 0,3 0 0,-8 1 0,3-1 0,1 1 0,1-1 0,1 1 0,0-1 0,0 0 0,-1 1 0,-2-1 0,-2 1-158,5-1 1,-2 0 0,0 0 0,-2 1 0,0-1-1,0 0 1,0 0 0,1 0 154,0 0 1,1 1 0,0-1 0,0 0 0,0 0 0,-1 0 0,0 0-1,0 0-51,3 0 0,0 0 0,-1-1 0,-1 1 0,1 0 0,-1-1 0,0 1 8,-1 0 1,1-1-1,0 1 1,0-1 0,-3 1-1,-1 0 1,-4 0-155,12-1 1,-5 1 0,-1 0 0,4 0 0,-10 1 0,3-1 0,2 1 1,-1-1-1,-2 1 0,-3 1-41,5-1 0,-3 1 0,-2 1 0,-1 0-217,10-1 0,-2 2 1,-4-1-85,5 1 0,-4 1-184,-3 0 0,-5 0 453,4 2-1536,-16 1-1127,-23 0 2793,-30 2 0,7-3 0,-3 0 0</inkml:trace>
  <inkml:trace contextRef="#ctx0" brushRef="#br0" timeOffset="247058">23559 1989 19546,'-3'-6'2644,"0"2"-1575,3 4-805,48-10-136,-22 32-86,9-3 0,-1 7-25,-19 10 0,-5 4-216,1 0 1,-2 1 24,-5 6 1,-2 0-851,-3-6 0,-1 1-1161,0 9 0,-2 1 2185,-1-1 0,0-4 0,-2 6 0,1-14 0</inkml:trace>
  <inkml:trace contextRef="#ctx0" brushRef="#br0" timeOffset="247532">23601 2404 18380,'-29'-35'886,"0"0"1,0 1-1,-11-10 1,13 7-612,28 8-152,21 10-50,21-2-40,-1 13 1,3 2-226,-11 2 1,1 1 198,7 3 1,6 1-1,-7 0-519,19 4 517,-5 0 1,0 0 28,6 4-32,-26-5 1,-1 1 14,25 4-11,-25-4-12,-10 0 79,-19-2 387,-12 5-46,-19 13-173,-4 3-163,-9 9-66,17-10 631,10 5-610,18-7-3330,26 8 3325,-1-12-466,8-6 0,1-4 477,-3-4 17,-3-2 0,-1-4 185,-3-8 162,0-18-95,-17-5 0,-17-10-95,-17 6-106,-4 9 3002,-18 0-2930,-11 9-145,2 4 1384,3 5-1429,17 10 32,22 3-150,-2 8-891,20 16-1298,13 6-242,6 4 2560,-1-13 0,0-3 0,-6-4 0,11 7 0</inkml:trace>
  <inkml:trace contextRef="#ctx0" brushRef="#br0" timeOffset="248024">24679 2344 26144,'-3'-38'252,"0"1"0,-2-13-246,5 74 5,2 19-6,0-2 1,5 21 0,1-8-1,-1-12 1,-1-1 5,1 14-8,-2-16 0,-1-2 19,-3-10 6,2 17 28,-4-33 17,-2-3-40,-3-21-10,-4-15-18,1-3 23,-5-20-11,5 17 0,1-1-12,-1-2 1,1-2-342,-1-9 1,1 0 349,4 7 0,2 1-11,4 2 0,3 1-9,6-17 3,10 23 1,5 4-4,18 1-123,-12 10 0,3 2 129,21 6 6,-6 11-6,-16 3-11,2 20 16,-22 0-5,-3 16 0,-26-4 6,-17 2 0,-18-3-15,19-20 1,-1-3 176,-2-2 0,-1-3-180,1-2 1,1-1-151,-24-2-555,18-9-163,19-1-8951,23-19 8098,3 12 1,5-6 0,-7 15 0</inkml:trace>
  <inkml:trace contextRef="#ctx0" brushRef="#br0" timeOffset="248241">25296 2097 22291,'-3'0'2788,"0"0"-2513,3 0-930,84-29-264,-53 25 1,3 1-2359,9-6 0,5-2 0,-4 4 3253,-2 7 1,-5 3 0,9 0 0,-22-1 0</inkml:trace>
  <inkml:trace contextRef="#ctx0" brushRef="#br0" timeOffset="248398">25409 2341 26077,'58'-13'-786,"0"1"1,-7 1 0,-5 1 0,4-1 0,-22 6 0</inkml:trace>
  <inkml:trace contextRef="#ctx0" brushRef="#br0" timeOffset="249599">26287 2370 21377,'6'-60'1165,"1"-1"0,-2 4 0,0 6-520,-1-4-141,0 7-101,-1 12-73,0 12-134,-2 10-151,0 9-28,-1 8 11,-1 10 0,1 13-11,0 14-34,0 12 6,1 6 22,1 2-5,1-2 16,0-10-16,0-10 5,-1-13 78,0-9 29,-2-10 190,3-12-258,-2-11 1,3-17-6,0-16-6,1-12-23,-2 26 1,-1 0-3,0-1 0,0 0 14,-1 3 0,-1 1 34,0-20 0,-2 19-40,0 16-56,-1 11 23,1 14 45,-3 12-23,0 16 23,-2 13-29,3 10-44,2 5 28,4-1 5,4-4 17,3-12-11,0-14 68,-2-15 10,-3-11-22,-2-15-34,-2-12 12,0-18 0,-3-13 10,-3-9-10,-4 0 28,0 6 44,2 15-56,2 16-37,3 13-31,1 11-16,2 13-39,0 12-240,7 16-970,9 15 1283,-3-18 0,1-2 0,3 5 0,0 2 0</inkml:trace>
  <inkml:trace contextRef="#ctx0" brushRef="#br0" timeOffset="266432">11221 14387 17076,'-20'-12'-8313,"4"5"5289,18 13 3024,0 0 0,2 1 0,-1-5 0,-1 0 0</inkml:trace>
  <inkml:trace contextRef="#ctx0" brushRef="#br0" timeOffset="266958">11218 14385 9094,'5'-1'9130,"-4"-3"-7203,-6-8-494,-3-2-838,2 2 413,-3-2 179,3-1-605,1 0-144,1-1-108,4 4-196,0 4 107,0 0 11,0 5-196,0 0-61,0 2-18,-1 7 23,-2 12 17,-1 4-3,-2 9 0,-1 4-3,-6 22-283,4-14 1,0 1 279,3-10 1,1-1 19,-2 27-112,4-12 84,4-14 11,0-14 96,2-10 285,-1-6 101,1-6 225,-1-3-511,2-25-18,-2-6-83,1-23-50,-6-1-701,1 27 0,0 1 667,-2-20-5,2 17 0,0 2 0,2 3 28,-1-15-23,1 35-56,0 0-27,0 13 50,0 7 5,2 12 1307,0 13-1295,1 11-12,1 5 17,-2 0-11,2-3 0,-2-13 6,3 6-45,-1-16-101,2 7-476,-1-11-1288,1-7-303,0-6 2207,4-3 0,-6-4 0,1 0 0</inkml:trace>
  <inkml:trace contextRef="#ctx0" brushRef="#br0" timeOffset="268174">11757 14356 25275,'-42'7'41,"0"0"1,4-2-1,10 1-41,24-4 6,4 2 55,6 0 74,7 2 22,15-3-34,13 0-50,10-3-12,6-5 18,-1-2-7,-3-4 1,-6-1-17,-5 0 0,-8 2-28,-10 3 39,-10 4 45,-8 2-5,-7 1-6,-8 3-34,-16 3-17,-21 5-28,15-4 1,-2 0-160,-4 1 1,0 0 153,1-1 0,2-1 5,-24 5-5,19-3 0,17-4-34,12-1-11,7-2 22,3 0 12,5 1 328,5 2-322,14 1 21,13-1 6,16-5-39,8-6-11,0-5 34,-7-2 27,-15 1 112,-15 3 6,-13 5-100,-16 3-74,-13 0 12,-19 1 27,-17 1-30,22 1 0,-2 1-1,0-1 1,1 1 20,-28 3-12,11-1 6,9 0-28,8 2 5,6-2 0,9 1-10,8-2-7,7-2 18,23 0 27,12-1-33,30 1-100,-27-2 1,1-1 113,0-1 0,1 0-6,-4 0 0,-1-1 20,21-5-6,-15 1 56,-14 0 6,-11 2-17,-8 2 45,-3 0-28,-1 2 181,-1 1-237,0 0-12,0-1 7,0 1-24,0-1 24,0 0-40,1 1-73,1 0 90,3-4 11,5 0-17,6-5 22,4 1-5,-1-1 28,-4 3 6,-7 2-17,-4 3 100,-3 1-72,-5-1-11,-6-2-34,-11-3 39,-17-6-39,10 4 6,-16-6 38,15 2 12,-7-3 0,3 0 12,6 4 10,7 3 17,10 5-71,5 2-24,4 2 0,13 0 0,-2 0 0,24 2 0,12 7 0,2 4 0,5 10 0,-18 4-7,-8 9 14,-8 6-7,-6 5 0,-8 0-7,-3-2-10,-5-5-16,-6-4-315,-11-2-1494,-11-2 1842,-14 4 0,19-17 0,0-2 0</inkml:trace>
  <inkml:trace contextRef="#ctx0" brushRef="#br0" timeOffset="269608">23220 3563 23976,'-5'-2'571,"0"3"-397,2 5 0,-4 6-1,-2 1-5,1 1 62,-1-2 112,2-6 11,1-2-51,-1-4-50,-1-8-56,0-6-50,1-10-40,1-5-33,3-5-23,5 0-10,9 3-18,9 5-11,13 8 0,7 7-11,7 10 0,2 11-5,-3 10-6,-8 11-6,-11 8 11,-15 7 17,-19-14 1,-5-1-12,-8 12-6,-8-10 0,-4-3 9,3-10 0,-1-1-405,-9 5 1,-1-1 403,0-3 1,0-2 11,4-4 0,2-1 31,-19 2 56,21-8 0,17-9-57,10-1 57,7-4-73,7 3 781,11-1-809,15 3 6,16 1-363,-19 3 0,2 0 346,6 1 0,2 1-68,2 2 1,1 1-717,12 2 0,-1 0 117,-18-3 0,-1 1 678,17 2 0,-6-1 0,-20-4 0,10 2 0</inkml:trace>
  <inkml:trace contextRef="#ctx0" brushRef="#br0" timeOffset="270599">23948 3723 23859,'-53'-4'685,"0"1"0,2-2 0,8 2-147,21 0-236,3 0-156,12 2-56,15 1-62,2 2 16,22 2-16,8 2-22,-3-2 0,2-1-4,-3 0 1,0-2-852,8 1 0,-1-1 855,12-4-266,6-3 283,-19-4 27,3-3 90,-11-3-101,-17 4 68,-7 0-46,-16 5-16,-9-1-28,-14 2 33,-28 2 1,0 4 581,21 2 0,0 1-599,-10 1-16,-9 7-28,11-1 19,9-2 1,-1 0-4,-22 5 179,-1 0-173,29-6 1,13-3 32,13-3 18,17 0-34,20-1-23,-1 0 1,2 0 95,-3-1 1,2 1-97,16-2 1,3 0-139,-8-1 0,1 0 131,-2 1 0,3-1 1,-2 0-359,9-1 0,-1 0 365,2 0 1,-4 0 22,3-3-5,-11 0 223,-26 3-201,-3-1 398,-15 1-443,-15 2 17,-18 1-12,-4 0 5,3 1 1,-3 1-6,0 0 1,-2 1 16,-20 1 1,-1 1-26,12 0 0,2 1-8,0 1 0,4 0 11,3 2 11,16 2-11,20-3 11,12 4-11,22-2-5,25-3 5,1-2-180,-13-3 1,4-1 173,5-3 1,0-1-1,-9 2 1,1-1 5,2-2 0,4-2 0,-7 1 22,11-4-14,-1-1 1,-3-1-3,-16 1 626,21-14-637,-38 11 5,1-7 11,-12 3 0,-9-1-22,-2 3 388,-24-10-377,-3 8 11,-19-8 1,0 6-1,1 2 132,12 4-92,-7-7-1,21 10-16,-4-4-17,17 10-1,8 4 24,3 0-29,6 4 11,19 9-22,14 5 3,-6-3 0,1 2-3,22 8 11,-6-2 0,0 2-8,-17-7 0,-2 2-131,13 7 1,-4 2 110,-2 18-39,-32 1-162,-19-20 0,-9 0-1331,-17 4 0,-6-2 1320,-5 0 0,0-2 0,12-8 0,3-2 0,-12 4 0</inkml:trace>
  <inkml:trace contextRef="#ctx0" brushRef="#br0" timeOffset="274166">25357 3883 12242,'5'6'6334,"-2"-2"-3701,-3-4 1731,0 0-4034,17-53 135,-13 36-163,13-38-268,-18 51-34,-1 6 28,-7 20-28,2-6-6,-8 27-156,3 7-493,2 3-233,6-21 0,2 0-3867,8 15 4443,2-10 1,0-15 0,-2-12-1</inkml:trace>
  <inkml:trace contextRef="#ctx0" brushRef="#br0" timeOffset="274540">25602 3633 15202,'-12'-42'715,"1"-1"0,-1 2 0,2 11 1890,5 23-2594,0 4 1409,1 16-1392,1 22-11,0 7-23,7 15 1,7-9 858,2-12-881,11-1 3415,5-12-3354,1-5 79,1-11 73,-12-19-84,-6-2 117,-4-17 135,-8-14-157,-7-7-242,0 21 1,-3 0 163,-14-19-40,-4 9-38,5 15-7,-10 7-50,13 13-44,-6 11-186,12 14-811,8 16-253,8-2 1311,19 22 0,-11-35 0,8 11 0</inkml:trace>
  <inkml:trace contextRef="#ctx0" brushRef="#br0" timeOffset="274766">26044 3838 25954,'61'-17'-733,"0"0"0,1 3 0,-6 5 0,-4 10 0,-9 3 0</inkml:trace>
  <inkml:trace contextRef="#ctx0" brushRef="#br0" timeOffset="274923">26093 4049 27650,'47'-8'-1316,"-1"1"0,3 0 0,0 0 1316,-7 0 0,-3 1 0,14-3 0,-24 5 0</inkml:trace>
  <inkml:trace contextRef="#ctx0" brushRef="#br0" timeOffset="276515">26938 3976 20890,'0'-8'2078,"-1"-30"0,-1-9-1316,-1 0-968,1-7 1,0-1 647,0 5 201,2 13-486,0 15 42,0 12-193,0 11 11,1 11-6,3 15 0,0 15-17,3 12 23,-2 8-17,-3-30 0,0 0 6,1 28 11,-1-7 5,0-13 0,-1-14 639,-1-13-414,1-10-102,-1-13-94,0-13 5,-1-15-6,-1-12-22,-1-10 6,-2-3-12,3 0 1,0 9 5,3 16-45,-1 17-28,0 14 45,0 36 11,0 6-11,0-3 0,-1 2-3,0-2 1,0 1 16,0 0 0,-1 1-9,1-2 1,0 0-12,0 22 12,1-11 11,0-15 33,1-13 12,1-19-29,2-15 6,-2-6-50,5-20 45,0-4-12,-2 18 1,1-2-21,0 1 1,0 0-3,6-23 0,-2 17-39,-4 17-39,-3 14 33,-3 15 0,0 13-666,-2 30-107,0-10-2660,-3-5 0,0 0 3478,-4 7 0,0-6 0,4-17 0</inkml:trace>
  <inkml:trace contextRef="#ctx0" brushRef="#br0" timeOffset="284541">27407 4114 25842,'11'-4'207,"-2"3"-213,6 30-380,-8 8-2981,-12-6 1,-5 1 2515,-4 2 1,-2-2 0,-12 15 0,2-17 0</inkml:trace>
  <inkml:trace contextRef="#ctx0" brushRef="#br0" timeOffset="286949">28130 4029 22800,'0'-49'834,"0"-1"1,0 0-1,-1 4-4,-3-1-606,1 9 162,-2 3-319,3 28-33,-1 5-17,1 8 5,-2 18 1,1 25-63,0 7-113,2-19 0,0-1 198,1 21-45,0-16 22,1-4-16,-1-15 66,1-4 102,-1-7 0,0-14-118,0-4 317,-3-25-333,2-3 21,-2-23-27,3-1 2,2 21 1,0 0-4,1-12-10,4-10-18,-3 42 12,0-2-23,-3 16-3419,-1 20 3419,-1-1 29,-3 30-7,2 15-5,1-26 1,0-1-517,0 1 0,2-1 505,1 29 5,1-19-405,1 4 400,-2-17 2791,-2-8-2483,0-20-185,-2-20-106,0-16-6,-1-8-3,4 4 1,2-1 2,4-18 547,-1 17 0,0 1-558,6-10 693,-5 20-783,-2 14-11,-5 14-117,-3 9-493,-3 11-969,2 13-2924,8 8 4604,7-3 0,0-13 0,-1-11 0</inkml:trace>
  <inkml:trace contextRef="#ctx0" brushRef="#br0" timeOffset="287266">28905 3800 22352,'0'-4'3019,"0"0"-2050,0 4-891,-77 33-1701,27 0 1649,14-13 0,-5 2 0,5-1 259,10 0 0,2 0-235,-4 7 0,4 0 272,4 4-277,-1 12 28,23-17 22,12-4 873,15-4-940,20-5-31,-16-9 0,2-2-394,7 0 1,1-2-47,4 0 1,1-2-1889,-1 1 1,-1-1 2330,-7 0 0,-3 1 0,7-1 0,-21 1 0</inkml:trace>
  <inkml:trace contextRef="#ctx0" brushRef="#br0" timeOffset="288457">29364 3856 20313,'-10'-3'4201,"2"1"-3697,8 2-140,0 0-324,12-7-40,8 3-102,17-4-307,10 4-845,5 2-1855,2 0 3109,-4 1 0,-22 1 0,-8 0 0</inkml:trace>
  <inkml:trace contextRef="#ctx0" brushRef="#br0" timeOffset="288615">29528 3920 22873,'-40'20'750,"1"1"1,3-3-1,11-5-335,23-10-146,12-2-196,15-3-280,21-1-553,-14 0 1,2 0 367,11-2 1,-1 0 0,6-1 0,-2 1 0</inkml:trace>
  <inkml:trace contextRef="#ctx0" brushRef="#br0" timeOffset="290708">30037 3835 12326,'4'1'6867,"-1"-1"-1345,-3 0-5236,0-37-40,13-1-198,-5 6 0,4-2-202,7 5 1,3 3 209,12-10 56,9 2 79,-16 20-112,6 5-46,-12 16-10,-2 14-23,-9 1 11,0 20 273,-6 1-282,-5-12 1,-3 2 17,-8 13 0,-6 2-1393,-3-4 0,-3-2 1381,-1 1 1,-3-1 7,-5-3 1,0-4-37,7-8 0,0-1 67,-7 8 1,1-2-14,-5 9 212,17 0-134,27-29 68,35 0-133,-9-11 1,7-3-628,5-2 0,6 0 0,0-1-847,-4 0 1,0 0-1,0 0 1134,4-2 0,1 0 0,-6 1 0,-8 0 0,-6 2 0,2-2 1</inkml:trace>
  <inkml:trace contextRef="#ctx0" brushRef="#br0" timeOffset="298749">7647 8413 20806,'-35'-8'498,"7"2"-739,27 5 191,2 1 162,6 1-39,9 0-62,15 0-22,20 0 33,-3-2-22,-3 0 11,-16 1 152,-17 0 346,-6 0-391,-16 1-107,-17 3 0,-5 0 1,-23 6 27,3 0 20,12-3 0,1 0-8,-13 2 10,19-3 1,3-1-45,12-1-29,-3 0-105,17-3-40,3 0 168,7-1 152,17 1-152,10-1-11,5-3 22,12-2 1,-10-3-12,11-1 196,-20 3 235,-9 2-279,-19 3-90,-13 0 16,-21 1-38,-8-1-1,-16 3 28,7 1 1,12 0 111,2 0-5,18-1-151,4-1-1,7-1 34,5 0-33,18-2-51,-7 1-739,37-2-3612,-8 1 4368,14 1 0,-25 1 0,-11 0 0</inkml:trace>
  <inkml:trace contextRef="#ctx0" brushRef="#br0" timeOffset="299623">8868 8440 14135,'-44'11'1072,"0"0"1,0 0-1,-18 5 1,5-1-510,24-5 0,3 0 78,-18 4 445,-5 2-723,31-10-256,-2 2-18,20-7 220,11 0 222,25-1-391,15 0-101,-10-2 0,3-1-328,1 0 1,0 0 302,4-2 0,-1 0 3,0 0 0,-1 0-17,-2 1 0,-2 0-100,-2 1 0,-3 0 83,24 0 17,-15 0 56,-16 3 123,-15-1-45,-13 1 465,-15 0-587,-20 0 21,-24 1-226,19-1 0,-2 1 218,-5 1 1,-2-1-388,-1 1 0,0 0 440,3 0 0,3 0-33,12-1 0,1 0 336,-27 0-191,37-1-167,-1 0 496,24-1-491,18-1-23,24-3-16,-7 1 0,3 0-258,12-1 1,4 0 240,-14 0 0,2 1 0,1 0-28,0-1 0,2 1 0,-1 0-138,-2 0 0,0 1 0,-2 1-1267,14-2 1,-5 2 1460,-11 2 0,-4 0 0,2 1 0,-21 1 0</inkml:trace>
  <inkml:trace contextRef="#ctx0" brushRef="#br0" timeOffset="321806">24013 5374 17456,'-1'6'5719,"1"0"-4750,0-6 292,0 0-1054,28-66 151,-12 28-151,5-14 1,1-5-133,-11 26 1,-2 1-172,3-9 0,-1-2 135,-1 4 0,-1 1-11,6-23 5,-6 25 1,-1 1 73,2-16 21,-1-6 141,-5 13-146,-3 18-89,-2 10-12,-3 13 0,-4 10-10,-16 22-18,-4 13-648,8-9 1,0 1 653,-8 19-8,11-17 0,1 3 2,5 1 0,2 2-5,1 0 0,3 1-12,5 5 1,6-2-134,6-11 1,4-4 127,6-3 0,4-2 0,18 11 14,-5-20 0,3-4 25,14-5 0,-16-7 0,-1-4-84,15-16 118,-9-18-17,-14 2 45,-2-20 72,-9-6 29,-3 3-62,-5 5 246,-8 17-268,-4 22 1270,-1-3-1372,0 13 511,-1 3-516,-3 19 6,3 7-6,-2 8-157,4 25-246,6-14-62,-1-12 1,2-1-1575,13 17-3668,2-11 5724,-3-14 0,-7-12 0,-5-8 0</inkml:trace>
  <inkml:trace contextRef="#ctx0" brushRef="#br0" timeOffset="321982">24712 4946 16544,'12'3'0,"-2"0"0</inkml:trace>
  <inkml:trace contextRef="#ctx0" brushRef="#br0" timeOffset="322266">25047 5029 22330,'-2'-5'3635,"1"2"-2386,1 3-1238,-18-46-6,13 45-5,-13-28 12,22 62-12,6 7-6,7 8 0,0-9-5,-4-8 0,-1 0-39,2 13-1,-5-12 1,-4-1-169,-9 14-195,-14-9-348,-15-9-599,-9-9-1009,0-8-3841,7-11 6211,11-6 0,12 1 0,8 0 0</inkml:trace>
  <inkml:trace contextRef="#ctx0" brushRef="#br0" timeOffset="322432">24955 5076 18044,'1'-6'6705,"1"0"-6156,-2 6 975,0 0-1508,7-52 18,-7 51-34,3-30-45,-10 72-296,1 11-1105,3 10-2214,2-29 0,1 1 3660,3 23 0,-2-20 0,2-18 0</inkml:trace>
  <inkml:trace contextRef="#ctx0" brushRef="#br0" timeOffset="322699">25324 5270 22800,'28'-45'701,"0"-1"0,0 0 1,-2 2-1,-2 0 1,-2 1-473,-2-10 1,-3 2-562,-3 2 0,-3 1 517,-3 5 0,-1 3 117,-1-21 377,-7 25-606,-2 19 209,-2 16-276,-2 13 113,1 2-79,-4 37-34,3-1-29,3-10 0,1 2 71,1-1 1,1 0-100,1 3 1,2 1-76,3 0 0,3 0-146,0-1 1,3 0-217,3-4 1,0-1-482,-1-5 0,1-3-7208,10 17 8177,-8-18 0,-7-17 0,-5-7 0</inkml:trace>
  <inkml:trace contextRef="#ctx0" brushRef="#br0" timeOffset="322866">25432 5011 24340,'43'-44'-1137,"0"0"0,4 4 0,3 11-3779,0 21 1,1 7 3132,-12-1 0,-3 1 1,12 0-1,-35 1 1</inkml:trace>
  <inkml:trace contextRef="#ctx0" brushRef="#br0" timeOffset="323056">25903 5039 22832,'42'-17'-1405,"-1"0"1,0 0 0,13-6-1,-8 6 1,-5 17 0,-20 0-1</inkml:trace>
  <inkml:trace contextRef="#ctx0" brushRef="#br0" timeOffset="323216">26084 5175 20576,'-4'1'4291,"0"0"-4392,4-1-8485,35-6 8586,-8 1 0,12-3 0,-20 5 0</inkml:trace>
  <inkml:trace contextRef="#ctx0" brushRef="#br0" timeOffset="324189">27006 4879 25298,'5'-39'404,"-10"8"-360,-22 30-10,-11 1 0,-6 1 22,-4 1-34,2 0-22,5 0 22,11-1 6,11-1 0,11 0-22,5 0-40,3 0 62,0 8 6,0 4 5,-1 12 40,-2 7-35,0-3 57,-10 28-45,1-10-223,3-13 0,0 1 195,-4 22-111,4-2 94,6-4-5,12-7 11,9-6 0,14-8-6,11-7-45,9-5-151,5-6-637,2-5-1923,-4-7 2745,2-8 0,-27 4 0,-4-3 0</inkml:trace>
  <inkml:trace contextRef="#ctx0" brushRef="#br0" timeOffset="324406">27419 4893 26654,'14'-4'308,"-3"17"-252,-6 48-48,-3-26 0,-2 1-252,-1 2 1,-2-1-163,0 1 0,0 0-2219,0-2 1,-1-2 2624,0 21 0,3-22 0,1-18 0</inkml:trace>
  <inkml:trace contextRef="#ctx0" brushRef="#br0" timeOffset="324623">27842 5305 22055,'0'-4'3977,"0"1"-3003,0 3-968,-16-9 0,12 22-96,-12-1-487,18 26-1871,0 3 2448,2 2 0,-2-20 0,0-3 0</inkml:trace>
  <inkml:trace contextRef="#ctx0" brushRef="#br0" timeOffset="325166">28236 5187 26726,'23'-49'185,"-6"15"-140,-19 41 67,-8 7-11,-3-5-6,-7 1 11,-1-4 29,-1-8-107,8-3 17,2-12-6,8-4 6,2-12-29,8-9 29,13-11-34,4 12-22,4 6 11,1 18 0,-4 11-11,9 7 0,6 25 5,-11 13 6,-4 9-9,-20-16 1,-6 2-322,-5-3 0,-5 1 330,-4 8 0,-4 1 0,-5-2 0,-3-2 5,-6 0 1,-1-4-17,-12 8-24,19-21 1,2-4 101,1-6 34,-2-2 39,10-9 34,6-6-141,7 0 666,2-4-682,9 6 58,10-2-192,31 3 44,-10 1-67,-5 4 0,0 1-661,14 4-1227,14 5 2028,-26-4 0,-1 1 0,2 1 0,-1-1 0</inkml:trace>
  <inkml:trace contextRef="#ctx0" brushRef="#br0" timeOffset="325349">28800 5347 27846,'-6'-7'-408,"4"18"-1088,8 22-408,1 2 1904,0-7 0,-4-18 0,-1 0 0</inkml:trace>
  <inkml:trace contextRef="#ctx0" brushRef="#br0" timeOffset="325839">29223 5100 21993,'0'-6'2549,"-1"2"-2023,1 4 29,47-68-325,-20 46-149,5-15 0,1 4 65,-2 28-57,-5 7-61,-8 3 40,3 16-52,-10 3-21,2 16 5,-8 3-6,-9 2 1,-1-10 5,-10 5 16,0-16 354,-29 8-258,21-19 17,-18-4 162,24-18-39,4-2-67,1-3-84,7 1-57,11 1-27,2 4 11,24 2-22,-5 5-6,16 7 11,-7 7-22,0 12 5,-1 7-5,-4 6-11,-7 1-1,-11-3-27,-14-4-45,-13-4-185,-13-6-443,-6-7-1069,-1-6 1792,2-7 0,14-2 0,6-2 0</inkml:trace>
  <inkml:trace contextRef="#ctx0" brushRef="#br0" timeOffset="326039">30062 5282 26234,'-26'30'-608,"0"0"1,-8 24 0,46-37 0,-1-4 0</inkml:trace>
  <inkml:trace contextRef="#ctx0" brushRef="#br0" timeOffset="326449">30503 5029 22436,'1'-7'3954,"0"2"-3293,-1 5-185,0 0-397,-33-16-29,6 38-28,-28 0-11,34 9 1,5 6-254,1-1 0,2 2 250,4-1 1,2 0-7,2-2 1,4-2-111,7 24 91,11-11-22,10-10 28,6-11 39,3-11-6,-1-10 492,-3-14-458,-4-6 112,-7-9-78,-10-2-6,-11-2-17,-15 0-34,-11 3 12,-12 5-22,-2 7-29,4 8-22,9 6-101,9 8-235,9 7-554,7 6-1351,12 6 2269,12 2 0,-7-12 0,2-3 0</inkml:trace>
  <inkml:trace contextRef="#ctx0" brushRef="#br0" timeOffset="326840">30957 5034 25528,'17'-42'268,"-1"1"1,-1 2 0,1 11-207,4 22-23,5 4-16,4 2-1,3 3-16,2 4 10,-1 6-16,-3 5 0,-5 6 12,-7 6-1,-7 5 50,-8 6 46,-7 5-6,-4 4 5,-3 3-44,-1 0-329,2 1 290,3-2-12,3-1-11,1-3 6,-5-4-6,-10-7-56,-18-8-482,-22-10-4006,20-12 1,-1-3 4543,1-1 0,1-1 0,-13-1 0,22-1 0</inkml:trace>
  <inkml:trace contextRef="#ctx0" brushRef="#br0" timeOffset="329716">23531 4355 12399,'0'-3'7377,"1"1"-5121,-1 2-1572,1-62-197,-5 37-283,3-12 1,-4 2 92,-8 22-107,-3 5-61,-7 10-39,-7 13-23,-8 11-22,-1 13-12,5 8 7,12 3-12,14-1 11,20-5 28,14-9 39,12-12 85,5-10 33,0-13 5,-4-13 13,-4-11 10,-5-14-17,-6-5-45,-7 0 1,-7 4 16,-5 11-45,-3 10-89,-2 10-50,0 5-23,-1 16 5,1 2-33,-1 16-252,4 2-941,4 2-2515,7 1 3736,4-8 0,-5-11 0,-4-9 0</inkml:trace>
  <inkml:trace contextRef="#ctx0" brushRef="#br0" timeOffset="329883">24009 4406 27494,'-34'-33'-338,"8"10"1,26 24-1,2 2 1</inkml:trace>
  <inkml:trace contextRef="#ctx0" brushRef="#br0" timeOffset="330623">23200 6038 25320,'18'-24'415,"-4"16"-303,-14 45-39,-3 18-48,2-21 0,-2 1-306,0 3 1,0 0 299,0 0 1,0-1-3,1-3 0,-1-1 22,-1 25 140,-1-12-112,1-13 124,1-13 257,2-11-79,2-14-268,5-9 438,5-14-460,8-10-29,7-10-16,7-4-221,2 1 210,0 8-23,-4 10-6,-5 12 12,-4 11-17,-1 10-6,-1 13 11,0 11 17,-1 13-22,-5 9-17,-6 6 34,-10-10-6,-8-12 0,-5-1-17,-19 10 14,8-13 0,-2-2-53,-4-5 0,1-4-100,-11 3-511,-5-3-1254,30-13 1973,5-6 0,6 2 0,6-4 0</inkml:trace>
  <inkml:trace contextRef="#ctx0" brushRef="#br0" timeOffset="330816">23907 6427 28014,'-44'-40'-3047,"9"16"3047,33 33 0,1 1 0,0-2 0</inkml:trace>
  <inkml:trace contextRef="#ctx0" brushRef="#br0" timeOffset="331432">24543 6565 23181,'8'-46'655,"-1"-1"0,1 1 1,2-14-1,-2 8-117,-3 13-59,-3 21-468,-3 11 128,-4 19-144,-3 12 72,-7 19-109,6-8 0,1 3-193,2-4 0,1 0 60,1 1 0,2-1-1925,11 27-4325,8-18 5577,5 0 0,-7-19 0,-6-13 0</inkml:trace>
  <inkml:trace contextRef="#ctx0" brushRef="#br0" timeOffset="331799">24923 6234 16969,'0'-4'6341,"0"0"-4835,0 4-1467,-41-17-11,29 26-11,-30-17 0,39 36-17,9-7 17,5 4 5,16-5 34,3-10 11,7-7-5,-11-8 84,3-10 73,-9-6 49,1-8 164,-8-15-225,-9 3-123,-7 1 50,-9 5-72,-1 12-23,-5 0-61,-3 8-79,2 11-45,3 8-811,-1 16-2657,8 10 2766,-1 7 0,7-11 0,2-10 0</inkml:trace>
  <inkml:trace contextRef="#ctx0" brushRef="#br0" timeOffset="332006">25326 6488 22901,'-4'-1'2543,"1"1"-2313,3 0-1060,46-52-878,-4 39-1426,-3-13 0,1 3 3134,10 27 0,-22 0 0,-14-1 0</inkml:trace>
  <inkml:trace contextRef="#ctx0" brushRef="#br0" timeOffset="332173">25377 6593 17988,'-3'1'6492,"0"0"-5567,3-1-1794,27 0-1775,8-5 2644,0 1 0,0 0 0,3-3 0,-2 1 0</inkml:trace>
  <inkml:trace contextRef="#ctx0" brushRef="#br0" timeOffset="332523">26058 6322 23293,'-4'-5'3153,"1"1"-2257,3 4-890,1-57 5,20 45-5,8-36 5,19 63-17,-5 12-16,-13 11 0,-16 11 22,-15-6-9,-14-7 1,-6-1-37,-21 12-265,9-14 0,-1-1 324,4-9 0,1-2-8,-21 15 0,18-12 33,12 0 28,28-14 11,16 0-55,29-10-7,-16-3 1,3-2-279,7 0 0,1-1 57,3-1 1,0-1-1497,-3 1 1,-1 0 1700,-10 1 0,-4 1 0,6-2 0,-23 4 0</inkml:trace>
  <inkml:trace contextRef="#ctx0" brushRef="#br0" timeOffset="333639">27106 6613 20324,'1'-4'4884,"-1"1"-3819,0 3-936,15-12-45,-10 26-45,9 2-246,-23 33-1424,-10 8 1310,1-22 1,-1-2-1,-3 4 1,-2-3-1</inkml:trace>
  <inkml:trace contextRef="#ctx0" brushRef="#br0" timeOffset="334189">27927 6533 26122,'9'-14'436,"-19"16"-408,-15 16-5,-7 2 145,-8-10-45,18-7-28,-4-5-11,19-12-50,10-12 5,10-11 0,10-5 17,8 1 6,1 7-40,3 11 17,-3 11-50,1 9-45,-1 14 45,-1 12-6,-3 16 0,-10 13-318,-14 9 315,-12-27 1,-5-1-1,-6 3 1,-4-1 2,-6-2 0,-4-1 17,1-3 0,0-3 11,2-5 0,3-3 12,-14 6 83,19-13 23,11-8-90,12-8-39,8-4-5,9-3-18,13 0-33,1 4-258,2 3 1,2 1-1390,25-2 1415,-11 2 0,0-1 1,-4 2-1,-2 0 1</inkml:trace>
  <inkml:trace contextRef="#ctx0" brushRef="#br0" timeOffset="334473">28780 6416 22313,'-1'-3'3932,"0"1"-2863,1 2-1057,-11-11 16,-8 20 11,-18-2-22,-9 28-3,20-16 0,0 1 2,-21 21 1,9-4-34,15-5 1,14-4 21,17-3-16,16-5-51,21-2-167,17-4-474,-25-9 0,1-1-258,0-1 1,1-1 960,3-2 0,-4 0 0,4 0 0,-8-1 0</inkml:trace>
  <inkml:trace contextRef="#ctx0" brushRef="#br0" timeOffset="334682">29269 6432 21926,'-3'-3'2565,"0"1"-2486,3 2-326,71-47-615,-21 34-467,4-12 1,1 3-1335,-21 20 0,-2 5 1906,18 0 1,-21 1-1,-16-1 1</inkml:trace>
  <inkml:trace contextRef="#ctx0" brushRef="#br0" timeOffset="334865">29415 6582 26564,'36'-7'-1135,"1"1"0,0-1 0,2 2 1135,1 1 0,-2 1 0,6 0 0,-4 0 0</inkml:trace>
  <inkml:trace contextRef="#ctx0" brushRef="#br0" timeOffset="335240">30001 6432 22324,'-3'-3'3310,"2"1"-2677,1 2-487,-1-65 83,13 35-139,-6-10 0,4 3 16,21 14-39,15 11-67,-4 12 11,0 6-5,-9 19-17,-14 8 5,-3 17-11,-11 6 31,-13-21 0,-4-2-14,-7 12-3,-2-16 1,-5-4-4,-14 4 12,-9 3 11,6-6 117,19-11 101,11-5-134,15-10 17,12-5-62,16-3-20,1 0 0,3-1-44,0 1 0,2 0-427,9-2 1,0 1 249,15-2-417,-26 5 0,0-1-8400,14-2 9002,0-2 0,-21 5 0,-15 2 0</inkml:trace>
  <inkml:trace contextRef="#ctx0" brushRef="#br0" timeOffset="352707">24299 7865 24312,'41'-44'1412,"-8"9"-1076,-14 5-101,-4 2-16,3-31-152,-4-1-1413,-7 20 0,-1 1 1368,0-17 453,-3-5-396,-2 26 66,-2 1-38,-1 17-90,-1 11-34,-2 12 2107,-1 1-2090,-6 18 188,0 7-185,3-2 0,2 3-14,-3 29-365,6-24 0,2 0 365,4 13-12,6 9-192,11-2 153,5 0 31,-9-28 0,2-3-19,13 6 39,-6-13 39,4-10-11,-7-13 5,13-18 17,-4-11-22,5-20 746,-12 12-707,2-9 165,-7 16-25,1-5-84,-9 18-61,-5 8-68,-4 12-6,-1 4 12,0 16 0,3 3-51,2 16-156,5-2-353,5 1 0,-2-9-3631,14 7-5629,-9-17 7983,3 2 1,-11-15 0,-7-4-1</inkml:trace>
  <inkml:trace contextRef="#ctx0" brushRef="#br0" timeOffset="352873">24971 7497 20470,'-2'-5'3478,"0"2"-3343,2 3-863,-31-28-2381,32 32 3109,-13-14 0,25 25 0,4 0 0</inkml:trace>
  <inkml:trace contextRef="#ctx0" brushRef="#br0" timeOffset="353308">25251 7538 26995,'-18'-12'-50,"5"4"44,24 30 1,11 11 33,6 12-42,-7-13 0,0 0-20,5 9-218,-5 12 78,-14-27-856,-12 25-259,-15-28-503,-15 6-896,-4-16-2936,3-10-2598,8-14 8132,7-15 90,5-16 0,5-14 2387,7 24 1,1 0 3924,3-31-2503,6 8-1613,3 12-796,1 12-464,-3 11-331,-3 7-303,-2 7-240,-1 4-34,-5 10 316,-1 1-338,-19 33-202,2-3-424,6-9 1,1 3-6262,-4 26 6881,9-7 0,8-19 0,2-14 0</inkml:trace>
  <inkml:trace contextRef="#ctx0" brushRef="#br0" timeOffset="353607">25664 7717 25612,'-3'-61'502,"0"-1"0,0 3 0,0 3-387,0 19 0,1 2-31,0 0 0,1 1 112,0-25 11,0 19-140,1 17-44,-3 15 5,-1 13-23,-4 12 23,-1 14-11,-2 14 6,4 9-12,3 6-221,6-27 1,2-1 206,3 1 1,2-1-12,3 0 0,3-2-9,2-1 1,2-1-104,1-3 0,1 0-821,23 18-2273,2-4 3220,-7-11 0,-13-11 0,-13-9 0</inkml:trace>
  <inkml:trace contextRef="#ctx0" brushRef="#br0" timeOffset="353781">25666 7620 20711,'-6'-4'3741,"2"0"-3102,4 4-455,0 0-648,12-50-1457,34 34 1375,-4-14 1,1 4 0,16 20-1,4 2 1</inkml:trace>
  <inkml:trace contextRef="#ctx0" brushRef="#br0" timeOffset="354007">26290 7473 23024,'-4'0'3170,"1"0"-1758,3 0-1418,-11-50-112,38 31-95,-10-9 1,5 1-772,18 20 1,7 7-706,0-3 1,0 2 1688,1 3 0,-3 0 0,5-1 0,-13 4 0</inkml:trace>
  <inkml:trace contextRef="#ctx0" brushRef="#br0" timeOffset="354165">26380 7622 25856,'51'-13'-967,"-1"0"0,1 0 0,-6 1 0,-2 1 0,-5 2 0,18 1 0,-24 3 0</inkml:trace>
  <inkml:trace contextRef="#ctx0" brushRef="#br0" timeOffset="354591">27431 7336 23769,'-1'-9'2868,"0"2"-2191,1 7 264,0 0-913,-39-52-5,21 35-23,-3-12 0,-3 3 0,1 20 0,-4 5 0,-12 2 0,-2 5-23,1 4 12,17-2 0,7 1-28,13-5 39,2 3 16,4 4-21,5 12 16,0-4 0,4 19 28,-8-3-27,-8 17-18,-14 8-434,3-27 1,-3 1 444,-3 0 1,-1 0-14,1-1 0,1-1-121,3-2 0,3-1 90,-3 21 33,21-11 23,16-10-12,34-11-21,-10-9-326,-7-6 1,2-3-342,17-2-415,-21 0 0,1-1 642,1-3 1,-4 0-1,6-1 1,-8-1-1</inkml:trace>
  <inkml:trace contextRef="#ctx0" brushRef="#br0" timeOffset="355064">27859 7672 23747,'12'-54'896,"-1"0"0,-2 8 0,0 9-442,0 17-230,-6 13-157,1 3-56,-4 13-11,0 11-11,-2 6-17,-4 21-300,0-16 1,0 1-757,0 3 0,-1 1 1084,0 13 0,2-4 0,-1-1 0,4-5 0</inkml:trace>
  <inkml:trace contextRef="#ctx0" brushRef="#br0" timeOffset="355257">28238 7944 22711,'2'-4'3668,"0"0"-2733,-2 4-918,17-22-50,-13 29-85,13-19-728,-16 42-8985,0 6 8255,-1-10 0,1-1 0,-1-20 1</inkml:trace>
  <inkml:trace contextRef="#ctx0" brushRef="#br0" timeOffset="355781">28724 7758 23002,'0'-6'3181,"0"1"-2251,0 5-925,0-42 46,0 37 5,0-22-45,-5 45 39,0-1 6,-4-8-16,3-10 77,-2-12-61,5-6 28,-1-13-33,12-5-35,6-3 29,10 2-6,7 7-22,7 10-78,3 10 27,5 9 62,-1 14-39,-3 13 11,-14 4 22,-9 18-36,-21-15 0,-6 0 14,-3 3 0,-4 0-434,-9 7 1,-5-1 439,-2-8 0,-4-4-6,1-2 0,-1-4-52,3-4 0,2-2 125,-16 3 56,15-9 33,16-9-44,9-8-84,5-1 884,9-9-923,5 6 78,17-2-112,10 6-6,-2 4-212,20 4-482,-10 5-1255,-11 1 0,2 1 1698,-5-1 0,-2 0 1,14 6-1,-17-7 0</inkml:trace>
  <inkml:trace contextRef="#ctx0" brushRef="#br0" timeOffset="355947">29322 7899 21472,'5'-9'4711,"-1"1"-3837,-4 8-124,0 0-733,-11 5-23,4 11-251,-8 7-258,7 3 515,4 15 0,2-28 0,1 12 0</inkml:trace>
  <inkml:trace contextRef="#ctx0" brushRef="#br0" timeOffset="356447">29752 7632 25285,'6'-52'250,"0"-1"0,-3 8 1,5 8-57,33 12-149,-6 15 10,20 0-16,-7 12-11,0 6-39,-4 9 11,-8 10-11,-9 8-1,-11 5 62,-16 4-50,-14-2 17,-12-3 11,-7-7-17,-1-6 6,4-8 44,4-6 113,6-6 95,6-4 22,5-6-6,3-3-83,3-2-84,3-3-62,7 1-34,6-1-16,11 3-18,8 4 7,6 6 16,2 9-17,2 9 1,-6 13-12,-7 7 11,-14 4-5,-18-1-28,-18-4-45,-16-6-207,-13-5-1057,-6-6 536,12-8 812,-13-5 0,38-6 0,-10-2 0</inkml:trace>
  <inkml:trace contextRef="#ctx0" brushRef="#br0" timeOffset="356631">30444 7814 21595,'4'0'3451,"-1"0"-2095,-3 0-1323,4 43-358,-11-17-1798,2 35 2123,-10-28 0,7-15 0,2-4 0</inkml:trace>
  <inkml:trace contextRef="#ctx0" brushRef="#br0" timeOffset="357874">30879 7517 23629,'15'-53'444,"1"0"0,-1 8 1,-5 8-137,-13 12-89,-3 12-34,-17 3-118,-9 14 22,-20 11-49,9 7 13,13-5 0,0 3-6,4 2 1,2 2-48,1 0 0,2 2 3,2 2 0,5 0 30,8 12 1,9-13 28,11-3 94,16-13-38,5-4 33,11-13 45,-8-11 101,-4-12-129,-10 2 252,4-22-213,-13 13-16,7-14 5,-9 19-40,-4 9-116,-3 12 4,-4 6-32,-1 11 16,-1 10 16,-2 15-27,-3 16-39,0-5-132,-2-3 0,-1 0-781,-1 20-580,3-17 1,1 1 1514,2-8 0,2-3 0,1 4 0,0-7 0</inkml:trace>
  <inkml:trace contextRef="#ctx0" brushRef="#br0" timeOffset="361641">31032 7271 9632,'2'-6'7572,"0"2"-2536,-2 4-4683,-29-20-28,4 21-68,-29-9-16,8 29-599,-7 10 456,23-12 0,0 2-6,-3 2 1,1 2-26,-1 2 0,1 2-3,1 1 1,2 2-15,2 0 1,3 2-21,3 1 1,3 2-9,4-1 1,4 1-1,3 0 1,4-2-71,5-1 1,5-1 142,18 23-11,20-12-291,-16-26 1,2-4 228,2-2 1,2-3 33,-3-2 0,0-2 162,21-3 68,-14-12 532,-12-9-571,-9-11 128,-9-8-235,-11-5-44,-12-2-40,-16 4-45,-15 7 17,-13 10 101,27 16 0,-2 3-118,1 1 0,0 3 17,-30 8-17,6 5-97,6 7 75,10 2-34,12 1-78,11-1-477,10 0-1640,18-4 2240,23-1 0,-14-8 0,10-2 0</inkml:trace>
  <inkml:trace contextRef="#ctx0" brushRef="#br0" timeOffset="361941">31320 7720 16196,'8'0'6811,"-2"0"-5965,-6 0 403,0 0-1104,2 28-72,-8-5-84,2 23-319,-4-12-1670,4-1 2000,3 2 0,1-16 0,0-2 0</inkml:trace>
  <inkml:trace contextRef="#ctx0" brushRef="#br0" timeOffset="362407">31980 7581 24631,'4'-59'336,"-1"1"0,0 5 1,-11 11-5416,-40 17 5124,10 13 645,3 11 0,-1 5-634,-13 11-23,19-1 1,2 2 17,-21 25-62,12 7 25,23-16 0,3-1-20,-2 13-5,19 10 33,16-23-16,18 1-17,13-11 53,-18-16 0,0-4 30,13-4 43,-16-6 0,-4-4 227,3-14 976,1-7-892,-13 2-34,-10 6-329,-7 12 21,-6 5-84,-2 11 3346,-7 8-3346,-4 11 0,-9 25 0,8-9 0,6-6 0,2 1 0,3 19-275,3-20 1,2 3-3287,2 6 1,0 0-1918,4 12 5478,2 6 0,-4-48 0,-1-3 0</inkml:trace>
  <inkml:trace contextRef="#ctx0" brushRef="#br0" timeOffset="362907">32381 7372 19232,'0'-3'4005,"0"1"-1916,0 2-1870,66-55-3415,-37 38 3213,9-13 0,0 4 1003,-13 23-953,-5 3 498,11 11-571,-4 2-22,3 12 34,-12-5-12,0 9 6,-7 0 1835,0 11-1829,-5 21-6,-3-1-427,-2-21 1,1-1 426,0 18-12,0-20 1,3 2 0,3 2 0,1 1-12,0 1 1,-2 1 5,3-4 1,-3 0-229,-8-1 1,-4-4-120,-10-1-272,-8-7 1,-9-3-2365,-22-11 1,-6-8 2484,6 3 1,0-1-1,0-3 1,6-2-1,2-1 1</inkml:trace>
  <inkml:trace contextRef="#ctx0" brushRef="#br0" timeOffset="365140">19636 1465 18151,'-9'-40'1002,"0"-1"1,-1 4 0,6 10-785,8 22-33,2 2-90,2 5 107,6 6 174,4 15-91,0 8-27,2 16 5,-6 5-117,-5-7 41,-3-4 1,-2 2-99,-1-10 1,0 1-378,0 17 1,0 2 326,-1-8 1,-1 1-822,0 1 0,0 0 818,0-11 1,0 1 103,4 20 0,0 0-488,1-14 1,0 1 386,1-2 0,0 2 0,0-1 25,3 13 1,1 0-12,0 2 0,0-1-31,-2-12 1,-1 1 25,-1-1 1,0 4 0,-1-3-13,-1 4 1,-1 0-24,0-2 0,-1 3 0,0-2 9,-3 12 1,-2-1 5,-1 0 0,-1 0 0,-1 0 0,-2-1 14,0-1 0,0-1-9,1-2 1,-1-2 5,1-3 1,1-1-308,1-4 0,0 0 290,1-4 1,0-1 196,2-3 0,0-1-200,0-2 1,0-1-9,0 28 29,-2-5-18,-1-5 6,-3-5 1435,-3-6-1429,0-2 989,2-12-962,-3 15 845,6-12-867,-2 16 156,5-9-167,5 0 11,2-2 11,4-5 6,0-5-28,-1-2 23,-1-5-12,-1-1-22,-3-3 33,-1 1 23,-1 0-17,-1 1 6,0 2-1,-2 1-5,0 0-22,0 0 11,0-3-12,2-3 6,0-2 12,0-2 22,0 1 22,0 4 6,0 5-17,-1 2-34,1 1 0,-2-1-33,1-7 11,0 2 11,0-9-27,1 2 10,0-2 0,0 4 29,0 6-6,-1 3-29,-1 2 24,-1 0-1,-1-1-11,1-3 11,0-4-22,1-6 0,2-4-549,0-3 532,-1-13 0,1 10 0,-1-10 0</inkml:trace>
  <inkml:trace contextRef="#ctx0" brushRef="#br0" timeOffset="367166">19577 5079 24497,'-28'-40'440,"-1"1"1,2 1 0,9 12-329,18 24-67,0 1-6,0 7 45,3 17-50,-1-3 16,4 25 1,-4-11-18,2 10 18,4-6 55,7-7 68,12-11 33,15-9 34,16-14-554,-23-3 0,2-3 411,4-4 0,1-2-14,0-2 0,1-1-9,-3-1 1,-2 0-106,-6 2 1,-2 0 101,11-10-105,-19 10-1042,-13 8 1075,-12 9 0,1 0 0,-4 3 0</inkml:trace>
  <inkml:trace contextRef="#ctx0" brushRef="#br0" timeOffset="368333">18864 3690 4229,'10'-50'0,"1"0"0,-1 0 0,3-10 0,0-1 0</inkml:trace>
  <inkml:trace contextRef="#ctx0" brushRef="#br0" timeOffset="372074">23759 8792 13172,'-1'-3'8990,"0"0"-5832,1 3-2552,-17-61-91,22 32-429,-10-7 1,3 3-19,17 18-74,-1 13 23,-3 6 16,8 12 29,9 24-40,-1 5-124,-12-15 0,-2 2 91,1 22 6,-8-12 5,-10 6-6,-16-5 23,-4-8 61,-10-7 51,8-24-79,8-9 46,5-15-40,8-5 187,12-20-243,11 5-28,20-6 17,-2 19-3,-7 12 0,3 2-14,6 1 0,2 3 22,0-1 0,2 0-239,6 1 1,-1 1 199,-11 2 0,-3 1 12,24-4 44,-15-1 6,-19 1 50,-9-6 23,-11 4 22,-1-6 39,-3 5 62,0 0-17,0 5 366,-1 2-506,0 3-73,2 2-5,-2 8 5,0 1 17,-3 30-28,0-2-168,-3 21-532,4-6-1138,1-3 142,3-12 1724,6 0 0,-3-24 0,3 2 0</inkml:trace>
  <inkml:trace contextRef="#ctx0" brushRef="#br0" timeOffset="372240">24673 8566 24872,'-27'-42'175,"1"0"1,3 3 0,4 13-557,12 23-885,9 12-3343,9 11 4609,2 6 0,-2-7 0,-3-8 0</inkml:trace>
  <inkml:trace contextRef="#ctx0" brushRef="#br0" timeOffset="373274">24951 8679 26682,'-44'-39'166,"0"1"0,3 4 0,1 11-93,-9 32-56,3 12-23,10 14 0,12 9 1,12 3-6,14-4-6,5-12 22,27-7-21,1-16 38,21-6-5,-16-9 47,-11-6 1,-1-3 181,4-11 79,9-13-51,-19 8-100,-6 5-79,-3 8-22,-4 9-56,-4 6-6,0 15 6,2 16-34,3 21 25,-6-15 1,-1 2-253,-2 4 1,-2 2 231,-4 4 1,-3 0-520,-4 5 0,-2-1 419,-4 3 0,-3-2-123,-3 2 0,-4-2-155,-2-2 1,-3-2-121,-3-5 1,-2-4-56,3-8 0,-1-5-448,-20 3-186,24-36 336,31-30 314,12 6 1,7-3-741,8-10 0,6-1 771,-6 10 1,2-1 0,1-1 135,3-1 1,1-2 0,1 1 397,1 0 1,1-1 0,-1 2 110,-1 2 0,0 2 0,-1 0-110,-3 4 1,0 1 0,-1 2 632,9-8 0,-1 2-36,-5 4 1,-1 2 130,-3 4 1,0 1 296,-3 2 0,-1 1-6,18-14 1192,-10 9-1595,-11 11 1001,-11 8-1544,-6 5 638,-3 8-560,-3 9 146,-5 16-213,-5 14-90,-8 14-11,8-24 0,0 0-315,-2 3 1,0-1 320,1 0 0,1-1 8,2-3 0,1-2-120,-2 18 106,6-17 34,4-15 61,2-11 17,7-14-45,8-12 617,11-12-584,5-9-16,4 0 0,-3 2 101,-2 8-168,-7 9 5,-6 10-27,-5 9 10,0 11 12,3 8-34,4 10 6,3 3 11,0 1 23,0-4-12,3-5-45,3-10 45,4-7 23,5-16-12,2-10 29,-1-15-1,-3-14-33,-19 20 0,-1-3-321,0-2 0,-1-3 346,-1 0 0,0 0-19,-2 4 0,0 2-23,5-19 0,-9 23 0,-5 15 0,-4 10 0,-2 8 0,-5 8 664,-6 13-664,-3 12 0,-1 10 0,5 9-397,6 6 354,7-30 1,3 1-440,2-2 1,3 0-1395,20 26-4358,11-11 6234,0-13 0,-12-15 0,-12-11 0</inkml:trace>
  <inkml:trace contextRef="#ctx0" brushRef="#br0" timeOffset="373431">26108 8708 25175,'-39'-43'358,"-1"0"1,4 4-1,17 6-352,40 17-90,20 1-227,-10 9 0,2 1-1064,7 0 0,1 1 1375,8 1 0,-1 1 0,7-1 0,-8 2 0</inkml:trace>
  <inkml:trace contextRef="#ctx0" brushRef="#br0" timeOffset="373648">26582 8637 26245,'42'-13'-1475,"0"-1"1,0 0-1,16-5 1,-4 6 1474,-18 15 0,-3 4 0,4-3 0,-13 4 0</inkml:trace>
  <inkml:trace contextRef="#ctx0" brushRef="#br0" timeOffset="373814">26675 8770 27678,'60'-16'-566,"-29"9"1,0 0-2415,3 2 1,-2 0 1563,21-2 1,-21 2 0,-18 3 0</inkml:trace>
  <inkml:trace contextRef="#ctx0" brushRef="#br0" timeOffset="377073">27511 8834 21877,'5'-58'579,"1"-1"0,-1 8 0,0 7-198,1 5-235,-1 17-158,-4 13 1298,2 23-1274,0 0-1,0 17 6,1 14-6,-3 10-6,-2-12 1,-2 4-17,-1-3 0,0 0 16,-1-2 1,-1-3-6,-4 20 469,7-34-369,1-9 435,2-13-300,-1-7 599,1-11-744,2-14-34,1-12-34,1 4 51,4-25-6,-2 22 0,2-15-27,-4 27 66,-1 10-168,-2 13 68,-1 11 0,-2 12-40,-8 40 34,4-19 5,1-5 1,0 2-6,2 8 23,1-4-18,2-6 6,2-18-27,1-11 72,-1-5 11,5-24-34,0-10 7,3-23-7,-3 11 12,-3 14 0,0-2-1730,2-4 0,0 0 1713,3-22 22,-1 19 1,-1 4-6,-2 16-45,0-1 0,-5 21-6,-5 23 6,-2 10 28,-5 25-211,6-25 1,0 0-23,1 3 1,1 0-407,-2 22-4305,5-14 1,0-2 3314,1-3 1,0 11 0,0-41 0</inkml:trace>
  <inkml:trace contextRef="#ctx0" brushRef="#br0" timeOffset="386432">21721 10079 14292,'-3'-1'6872,"0"0"-4474,3 1-1765,-12-60-348,17 36-190,-6-13 1,3 4-18,14 19 56,18-1-106,-12 10 28,25-2-28,4 14-28,0 5-16,3 9 16,-22 4-56,-14 4 28,-15 2 50,-19 2 0,-15-2 62,-13-2 28,-9-5 51,0-4 67,2-6 33,7-5 45,12-4-101,12-3-156,11-2-57,7 0 1,14 1 49,26 8-44,15 5-351,-14-2 1,2 1 355,-2 2 1,0 1-34,0 1 0,-2 2 14,-3 0 0,-3 2 3,13 20-17,-25 0 23,-31-2-35,-24-4 20,7-18 1,-4-3-247,-3 0 1,-3-2 164,0-1 0,0-2-129,1-1 1,2-3-981,-26 2-5898,19-9 7108,18-5 0,15 2 0,8-1 0</inkml:trace>
  <inkml:trace contextRef="#ctx0" brushRef="#br0" timeOffset="387216">22641 10244 21976,'-7'1'3260,"2"-1"-2750,5 0-34,0 0-380,-57 3 83,45-3 78,-37 3-66,68-3-113,16-3-39,20-2-22,-20 0 0,2 0-241,4-1 0,0-1 218,0-1 0,-1 1 17,-3 0 1,-3 0 5,19-5 27,-19 4 12,-16 4-16,-10 1 10,-7 3 504,0-2-16,-6 3-510,-1-1 6,-5-2 16,1-1-16,-2-5-23,0-1 28,-3-2-16,-1-2-29,-4 0 23,5 2 67,-5-2-22,8 5 22,-3-1 22,9 0-39,0 1-16,2-5-22,-3-5-29,-1-6 0,-4-6 0,-1 0 0,-2 2 0,3 7 0,1 8 0,6 7 0,2 5 0,2 1 0,6 0 0,0 1 0,34 13 0,9 5 0,-10-3 0,2 1-217,-2 1 0,-1 0 217,-2 2 0,-2 2 0,-5 1 0,-4 1 0,6 29 0,-20 4 0,-24 1-91,1-29 1,-4-1-644,-3-1 1,-3-1 733,-2 0 0,1-2 0,-5 3 0,6-6 0</inkml:trace>
  <inkml:trace contextRef="#ctx0" brushRef="#br0" timeOffset="398305">24564 10296 20936,'9'-44'1061,"-1"-1"1,1 1-1,1-15 1,-1 7-350,-4 3-131,-4 20-346,-1 14-177,0 9-109,-1 7 83,1 9-4,0 13 0,1 17-17,0 18-8,0-23 0,0 2-330,-1 2 1,-1 1 326,-1-1 0,0 1 0,-1-4 0,-1-1-89,-5 21 89,1-21 151,0-11 84,5-19-89,0-11-96,3-20 657,5-18-651,4-16-31,-2 25 1,0-1-172,2-2 1,0-1 184,0 1 1,0 1 10,-1 4 1,-1 1 83,4-13-39,-5 20-89,-3 15-45,-2 12-1,-4 11 18,-2 15 459,-1 14-459,1 12-102,2 9-400,2-29 0,1 0-112,0 1 0,1 1-806,0-1 0,1-1 800,0 2 0,-1-3 1,2 4-1,-1-8 1</inkml:trace>
  <inkml:trace contextRef="#ctx0" brushRef="#br0" timeOffset="398606">25355 10085 20224,'0'-4'4553,"0"1"-3522,0 3-981,-28-3 23,-1 21 22,-29 6-67,30-1 0,1 3-6,0-1 1,1 0-1,2 0 1,1-1-6,-12 20-12,15-6-5,15-6 6,19-7-17,16-7-34,20-6-62,-18-9 1,2 0-239,3-2 1,1-2-723,3-2 0,0-1-2568,1-2 0,-2-1 2985,-4-1 0,-3 0 0,9-3 1,-19 4-1</inkml:trace>
  <inkml:trace contextRef="#ctx0" brushRef="#br0" timeOffset="398822">26043 10069 19059,'-6'0'5113,"1"0"-4094,5 0-1360,28-16-583,13 11 8,-7-4 0,3 1-1493,-2 6 1,0 3 2408,-1 0 0,-3 1 0,2-2 0,-10 4 0</inkml:trace>
  <inkml:trace contextRef="#ctx0" brushRef="#br0" timeOffset="398998">26047 10247 20056,'-5'0'3758,"1"1"-3338,4-1-1428,72 2-1714,-12-4 2013,-18 1 0,4 1 1,-5-1-1,13-3 1,-8 1-1</inkml:trace>
  <inkml:trace contextRef="#ctx0" brushRef="#br0" timeOffset="399372">26792 10026 26502,'2'-48'61,"0"0"1,2 5 0,8 9-23,40 23-22,1 6-6,-2 13-39,-5 8-39,-7 15 50,-12 8 1,-14 9 21,-23 4 34,-16 2-296,6-27 0,-3-1 257,-1-1 0,0-1 11,-21 18-17,10-7 127,15-5-110,10-9 6,16-5-11,12-7 5,21-5-84,19-6-461,-21 0 1,3-2-1209,4-2 0,1-1 1742,-5 1 0,-2-1 0,11-3 0,-23 3 0</inkml:trace>
  <inkml:trace contextRef="#ctx0" brushRef="#br0" timeOffset="400048">27955 10172 23545,'7'-41'669,"0"-1"0,0 0 1,1-9-1,1 5-209,13-9-96,-9 24-129,-1 3-95,-5 15-107,-6 13-21,-1 5 49,-2 12-16,0 10-17,-2 13 11,1 18-16,8-9-18,2-2 12,16-12 50,6-14 34,16-1-12,-13-15 1,2-4-43,-2-4 1,1-3-266,10-6 1,-1-2 239,-11 0 1,0-1-538,13-8 1,2-3 531,-7 3 0,3-2-4,-1-1 0,4-2 0,-1 0-11,-6 4 0,-1 1 0,1 0-849,5-4 0,1 0 1,-3 3 848,-2 2 1,-2 2-6,4-1 1,-4 3-10,10-2-16,0 2-403,-13 12 39,-18 8-736,-4 18-1802,-17 14 2930,-20 24 0,11-23 0,-9 1 0</inkml:trace>
  <inkml:trace contextRef="#ctx0" brushRef="#br0" timeOffset="404606">26145 11189 20912,'0'-3'3624,"0"0"-1977,0 3-1636,-3-22-5,1 21 16,-6 6-10,0 30-12,-7 23-107,-3-1-2412,-1 0 1913,5-15-5992,3 11 6598,9-28 0,0 4 0,3-21 0</inkml:trace>
  <inkml:trace contextRef="#ctx0" brushRef="#br0" timeOffset="404982">26451 11057 20408,'0'-7'3943,"0"2"-3013,0 5-891,-50-42-22,35 40-6,-35-28-11,48 54 23,9 1 0,4 1-18,3-7 23,12 1 23,-6-13 105,8 0 91,-9-15 44,-6-7-5,-6-12-51,-5-8-28,-8-3-33,-5 2-23,-5 4-28,-1 9-84,5 9 0,-3 7-55,4 7-12,-4 9-140,3 9-499,3 12-1221,8 7-6692,20 6 8580,6-5 0,-3-13 0,-6-12 0</inkml:trace>
  <inkml:trace contextRef="#ctx0" brushRef="#br0" timeOffset="405182">26940 11123 22856,'-6'-1'2930,"1"-1"-2426,5 2-1126,21-17-1137,28 11-1554,-15-3 0,3 0 2918,2 7 0,-1 3 0,7-1 1,-22 0-1</inkml:trace>
  <inkml:trace contextRef="#ctx0" brushRef="#br0" timeOffset="405355">26928 11377 25862,'44'-10'-233,"0"0"0,0 1 0,23-5 0,-10 2 0,-19 4 0,-4 2 0</inkml:trace>
  <inkml:trace contextRef="#ctx0" brushRef="#br0" timeOffset="411273">28070 11037 8730,'0'7'4722,"-1"-1"-2454,1-6 2370,0 0-3692,6-9-615,-4 7 420,4-7-561,-5 10 544,-2 4-314,-2 3-174,-1 4-55,-1-1-91,-1-1-38,2-2-6,1-2 45,2-2 44,0-1 57,-1-2 1383,2-1-1573,-3 0 212,3-1-152,-2-1-10,2 0-40,0-2 90,0-1-28,-1-2-5,-1-4 5,-1-4 11,0-3 23,0-3 5,1 0-6,1 3-16,0 4-6,1 4-22,0 4-45,0 3-28,-1 2-5,1 7 10,-1-1-10,0 8-1,1-4 6,0 2 6,0-3-1,0-4 12,0-1 185,0-2-180,0-6-22,0 3 0,0-2 11,0 3-156,0 1 133,-2-1 18,1 1 16,-1 0-22,1 2 12,1-2-40,-2 2 22,1 0 17,-4 3 28,-1 2-44,0-1-1,-3 2 1,3-1-1,1-1 34,-2 1-34,5-4 1,-1 0 5,1-1 22,0-2 68,-3 1-73,0-1 22,-4-5-17,2-2 1,-2-12-7,3-7 1,5-24 0,11 5 22,13-10-357,12 17 334,-3 12-38,22 2 16,-17 17 18,17 4-18,-14 19-22,-6 13-6,-10 2 18,-9 18 24,-18-18 0,-6 1-14,-2 3 1,-5 0-1143,-9 10 0,-4-3 1142,5-12 0,-2-3-8,-7 6 0,-2-2-114,5-6 0,0-2 133,3-2 1,2-2-6,-16 10 17,27-19-17,11-8 28,5-1-22,12-4-1,29-6-10,12-2 686,-13 2 0,3 0-684,0-1 1,1 1-40,5-3 0,1 2-54,-11 1 1,2 0-1185,17-3 1,-1 0 1279,-21 4 0,-3 0 0,3 0 0,-4 1 0,-3-1 0</inkml:trace>
  <inkml:trace contextRef="#ctx0" brushRef="#br0" timeOffset="413774">28239 11192 8651,'0'-7'9830,"0"1"-8564,0-23 0,1-8-5,-1-5-1222,0-7 1,0-3 716,3-9-67,0 3 99,3 10-272,-2 13-61,-1 16-371,-2 10-128,-1 8 72,-4 12 429,-6 14-440,-12 22 0,6-15 0,-2 1-462,-1 5 0,-2 1 450,-1 2 1,1 0-12,3-3 1,1 0-89,3-3 1,2-2 93,-2 20 5,8-16 74,4-15 240,2-13 73,3-10 819,5-16-1116,5-16-28,5-19-42,-8 19 0,-2-2-505,1-4 0,-1-1 516,-1-4 0,-1-1-16,-2 1 0,0 1-11,-1 5 0,0 2 63,0-15-38,-2 25-45,-1 16 16,-7 19-16,-9 16-34,-11 20 34,10-14 0,0 2 60,-2 4 0,2 3-49,1 2 0,1 2-3,2 1 0,2 0 0,2-1 0,2-1 11,2-10 0,1-2-16,2 5 0,2-4 8,4-2 22,0 4 101,2-25 23,0-16 1020,2-19-1144,6-25-8,-6 14 0,-1-4-446,2-7 1,0-3 459,-1-7 0,-1-1-569,0-3 0,0 0 558,0 4 0,0 1-6,-2 10 0,1 4-5,2-14 16,-5 31-22,-3 22-6,-7 23 804,-6 22-812,4-9 0,-1 3-6,-3 8 1,2 4-52,-1 5 0,2 2 62,1 3 1,2 0-1,2 0 1,3-1-454,7 3 1,3-5 461,-4-18 0,3-3-3,8 2 0,2-5 20,6-10 45,3-5 10,-4-20 1214,-1-22-1258,0-27-14,-9 17 0,-2-5-53,0-7 1,-1-4 52,-2-4 0,-1 0 11,0-2 0,-1 1 11,-1 7 1,0 4-23,-1 10 0,1 5-25,0-5-17,-2 24 22,-1 23-11,-1 18-11,0 7 0,0 3 23,0 20 5,-1-7 0,0 3-294,0-15 1,-1 1 299,0 8 0,0 2-6,0-4 0,1 0-6,0-2 0,0-2 6,3 15 1100,0-15-1083,1-26 50,-2-13 1,1-15-45,-1-16-23,0-27 0,-1-12 0,1 20 0,0-1 0,0 1-203,-1-1 1,1 0 0,0 2 202,2-19 0,0 11-318,1 23 318,0 7 0,-3 16 0,1 21 0,1 31 0,-1 14-294,0-25 1,-1 2 293,-1 6 0,-2 0 0,-1-6 0,-2 1 0,-1 7 0,-1 0 495,-3 2 0,0-3-495,-5 16 0,3-12 332,8-30-332,3-11 0,1-17 0,4-18 0,1-24 0,1 4 0,0-3-389,0 0 1,-1-1 388,1-1 0,-1 0 0,0-1 0,1 3 61,-2 16 0,0 1-61,1-4 0,-1 2 0,1-3 0,-2 21 0,-4 24 0,-4 18 0,-4 19 0,2-10 0,-1 2 566,0 7 1,-1 3-567,-2 17 0,0 0 0,3-18 0,1 1 0,-4 17 0,1-2-346,3-25 0,1-3 346,0 5 0,-1-2 0,0 14 0,3-24 0,4-19 0,2-42 0,0 3 0,1-6 0,1-7 0,-1-3-357,1-10 0,0-1 357,-1 7 0,0 2 0,-1 11 0,0 2 0,-1 1 0,1 4 638,-1 4-638,1 10 0,-7 31 0,-4 29 0,-3 5 0,2-7 0,0 5 0,-2 8 0,1 2 57,0-1 0,1 1-57,-1 8 0,2-3 0,5-16 0,1-5 0,-1 15 0,7-10 0,1-21 0,6-11 0,3-25 0,5-28 0,-9 9 0,0-4-440,-1 5 1,0-3 439,-1-17 0,-1-5 0,-3 15 0,-1-1 0,-1 1 0,2-10 0,0 0 0,-2 7 0,0-1 0,0 8 907,0 1-907,0-1 0,-4 43 0,-10 37 0,-3 16-429,3-12 1,0 3 428,1 2 0,2-1 0,2-9 0,1 1 0,0 9 0,1 1 198,4-7 0,0-1-198,1-3 0,1 0 0,2-3 0,0-4 0,3-5 0,1-14 0,3-23-449,6-16-554,0-7 1003,-2 1 0,-2 2 0,-3 7 0,4-13 0</inkml:trace>
  <inkml:trace contextRef="#ctx0" brushRef="#br0" timeOffset="419540">29144 11358 26609,'2'36'-144,"0"1"0,-4 0 1,-3-2-3812,-20 21 2540,-6-4 0,9-20 0,7-14 0</inkml:trace>
  <inkml:trace contextRef="#ctx0" brushRef="#br0" timeOffset="421699">29698 10989 22713,'16'-23'638,"-4"6"375,-10 16 561,-2 1-1102,0-7-332,1-3 163,0-8-146,1-1 500,-2-1-478,0 1-89,0 2 11,0 4 0,0 4-62,0 4-50,0 4-51,0 8 56,0 12-5,-2 16 11,-3 15-5,-2 7-7,-3 1 18,-2-3-12,1-6 1,1-7 16,2-9-11,3-10 22,2-11 40,2-7 16,2-8-33,3-11-56,6-12 28,5-16-23,4-15-184,-8 23 1,0-2 214,0-2 0,0-1 3,0 1 0,0 0-14,-2 4 0,0 3-8,3-15-6,-4 21-17,-6 16-39,-2 7 34,0 11 27,-3 12 313,-3 18-329,-4 15 11,-2 7 11,-1-1-17,3-4-16,2-9 5,4-12 12,2-12 27,1-12 101,1-6-84,5-30-5,0-4-23,3-32 0,-4 30 1,-1-1-10,0-2 1,0 0 20,0-29 10,0 15-16,-2 19 0,0 16-51,-1 10 6,-1 8 23,-2 10-18,-3 14 6,-2 17 1,-2 11-201,6-25 1,1 0 149,0 1 0,1 1-227,0 0 0,2 0-563,0 0 0,0 0-2837,2-1 0,1-2 3694,3 21 0,-1-21 0,-2-16 0</inkml:trace>
  <inkml:trace contextRef="#ctx0" brushRef="#br0" timeOffset="422416">30462 10811 25117,'-46'-37'377,"1"-1"0,4 4 1,4 9-205,6 21 19,8 3-125,8 1-22,9 0-17,4 1 11,7 4 23,8 5 5,13 7-5,15 4 16,11 5-61,3 3-50,-5 1 10,-10 3 18,-15 3 5,-13 4 0,-18 5 5,-16 0-5,-19 0-302,17-23 1,-3-2 301,0 0 0,0-2-177,-21 14-142,11-8-796,17-5-3265,17-8 4380,15-5 0,-3-3 0,2-2 0</inkml:trace>
  <inkml:trace contextRef="#ctx0" brushRef="#br0" timeOffset="423076">30795 10810 5739,'0'0'0</inkml:trace>
  <inkml:trace contextRef="#ctx0" brushRef="#br0" timeOffset="423359">30997 10754 25987,'31'-20'-11,"7"4"-135,2 9 1,3 3-343,-6 1 1,-1 0-527,16-1-3999,-4 5 5013,-25 2 0,-4-1 0,-11 1 0</inkml:trace>
  <inkml:trace contextRef="#ctx0" brushRef="#br0" timeOffset="423532">30966 11017 22638,'-5'2'3232,"0"0"-1877,5-2-1316,38-13-61,-11 6-62,10-3 0,4 0-1228,-5 2 1,0 1 1311,2 0 0,-1-1 0,15-1 0,-25 3 0</inkml:trace>
  <inkml:trace contextRef="#ctx0" brushRef="#br0" timeOffset="424616">31680 10855 14555,'4'-5'8430,"-2"1"-5489,-2 4-2622,20-45-151,-16 33-107,13-31-33,-24 54-11,-6 10-45,-4 17 0,-1 11 28,4 8-11,8 0 0,16-3 11,13-9 11,15-13 23,6-13 16,-2-12 45,-5-17 68,-5-12 49,-3-16 29,-1-11-143,-15 20 0,0 0-34,0-2 1,0 0 75,10-28 17,-6 9-34,-10 13-140,-18 13-268,-20 10-1451,-25 9 1736,13 8 0,0 2 0,-7-1 0,-1 5 0</inkml:trace>
  <inkml:trace contextRef="#ctx0" brushRef="#br0" timeOffset="429168">32508 11005 17333,'0'-8'2896,"-4"-24"0,0-6-1843,2-3-628,-2-4 1,0 1 179,3 7-297,1 16-285,0 12-51,-1 16 95,0 18-39,-2 22-14,2-14 0,0 1-3,-1 4 0,2-1-825,-1-1 1,2-1 813,1 14 45,2-4 229,-1-28 348,2 1-135,0-23-313,7-17-107,13-20-42,-6 11 0,3-3 221,6-5 1,4-2-228,4-3 1,4 0-23,3 0 1,3 2-1,-1 3 0,0 3 6,-3 6 0,-1 4-83,-8 6 0,-2 4-94,12-3-638,-19 18-1456,-14 18-4571,-14 19 6839,-6 7 0,0-11 0,1-11 0</inkml:trace>
  <inkml:trace contextRef="#ctx0" brushRef="#br0" timeOffset="438210">8862 11353 13225,'-55'9'1282,"0"1"1,0-1 0,4 0 0,1 0 0,3-1-827,-2 1 0,3 0-159,6-2 0,3 0 145,-19 3-25,22-4-377,19-3 163,20-1-2,20-2-100,29-3-68,-13 0 1,2-2-622,12-1 0,1 0 593,-14 0 1,0 0 0,1 0-3,2 0 1,-1 0 0,1 1-1,-2 0 1,0 0 0,-1 0-13,17-1 1,-2 1-14,-8 1 0,-2 1 31,-9 1 0,-3 1-65,12 0 67,-22 1 62,-17 1 11,-16 4-28,-18 5-5,-22 4-29,13-5 0,-4-1 377,-6 2 0,-4 0-355,5-3 1,-3 1 0,2-2 0,-2 2 0,1-2 24,3 0 0,-1 0 0,4-2 172,-21 1 22,2-1-95,27-3-174,19-1-27,14 0 66,12-2 1,21-4-28,27-5-360,-18 5 0,4-1 354,7 0 0,1-1-190,2 1 0,0 1 181,-3 0 1,-2 1 11,-6 1 0,-3 1-9,-8 1 1,-4 0-1,10 0 45,-21 1-72,-14 1-197,-9 0 6,-6 3-6318,-7 3 6542,1 2 0,4-3 0,6-1 0</inkml:trace>
  <inkml:trace contextRef="#ctx0" brushRef="#br0" timeOffset="438877">10131 11509 21377,'32'-9'127,"-1"1"0,1-1 0,-1 2-82,21 2-29,0 0-10,-7 3 16,-14 1 118,-14 1 74,-16 0-96,-18 1 27,-21 0 79,-21 2-1744,14 0 1,-2 0 1597,14-1 1,1-1 136,-14 2 1,2 0 93,-3-2-62,-4 1-107,14-2-62,15 0-44,8 1-34,7 0 3281,5 0-3270,6 1 211,12 0-144,20 0-64,3-4 0,2-2-3,21 0-402,-12-2 0,0 0 396,9 0 7,3-1 100,-23 4-45,-21 1-6,-21 3-139,-20 3-600,-25 5 678,10 0 0,0 1 0,-8 0 0,-1 3 0</inkml:trace>
  <inkml:trace contextRef="#ctx0" brushRef="#br0" timeOffset="464210">26112 12756 25634,'11'-30'322,"-1"0"0,13-29-159,6 16-510,4-11 361,-16 23 0,0-2-216,1-1 1,-2-1 226,-2 0 1,-2 0 4,0 3 1,-2 1 293,2-21-116,-5 18-35,-5 15-122,-2 11 148,-2 7-272,0 3 478,-3 7-405,-6 15 0,-2 4 6,-1 6 0,-2 5-12,4-7 0,-1 2-308,-5 15 0,0 3 314,6-8 0,1-1-12,3-1 1,2-1-9,4-4 1,4-2-15,12 22 23,11-17 6,8-19-18,3-15 23,5-18 28,3-13 6,3-16-213,-24 17 0,0-1 207,-2 0 0,0-2 106,11-18 660,-8 10-586,-12 15-102,-7 11-112,-4 6-5,-8 19 22,1 1 389,-3 18-523,5 1-247,8 2-582,6 2-1137,9-5-4168,7-5 6257,-1-10 0,-8-11 0,-7-4 0</inkml:trace>
  <inkml:trace contextRef="#ctx0" brushRef="#br0" timeOffset="464376">26840 12438 18476,'-2'-4'3809,"0"1"-5646,2 3-2717,-9-3 4554,13 9 0,-11-8 0,12 9 0</inkml:trace>
  <inkml:trace contextRef="#ctx0" brushRef="#br0" timeOffset="464660">27124 12467 22699,'0'-5'3467,"0"2"-2576,0 3-886,-31-30 18,23 32-6,-24-13-12,32 35-50,8 29 1,2-9 32,-3-11 1,2 1-11,3 22-40,-4-3-117,-10-5-219,-14-8-464,-13-7-505,-8-8-728,-3-10-4116,5-14 6211,11-9 0,11 0 0,8-1 0</inkml:trace>
  <inkml:trace contextRef="#ctx0" brushRef="#br0" timeOffset="464836">27029 12435 25214,'-49'26'-51,"7"4"-800,26 11-4402,7 3 3837,4-7 1,5-14 0,0-10 0</inkml:trace>
  <inkml:trace contextRef="#ctx0" brushRef="#br0" timeOffset="465169">27248 12755 22291,'2'-5'3142,"0"1"-2509,-2 4-79,55-84-439,-38 58 0,0-1-258,6-8 0,2-4 0,-2 2 213,1-4 0,-3 2-306,-4 5 1,-1 0 380,2-6 1,-1 0 22,-4 3 0,-3 3 33,-1-8-122,-7 14 22,-5 22-45,0 5 288,-1 2-350,-2 7 822,-7 22-822,1 10 45,-2 9-53,10-18 0,1 1-443,1 30 345,3-22 0,1 2-529,3 10 0,0-1 39,0-17 0,0 0-2022,3 13 0,0-4 2624,-1-1 0,-1-6 0,-4-19 0</inkml:trace>
  <inkml:trace contextRef="#ctx0" brushRef="#br0" timeOffset="465359">27516 12488 21097,'-5'-4'4257,"1"0"-3853,4 4-954,0 0-2491,91-59-5417,-29 44 7846,-22-5 1,5-4 0,-7 9 0,6 14 0,-23 1 0</inkml:trace>
  <inkml:trace contextRef="#ctx0" brushRef="#br0" timeOffset="465543">28018 12392 20621,'-4'0'4402,"0"0"-3908,4 0-1699,46-17 102,-19 12-3813,19-5 1,1 2 2730,-13 7 1,11 1 0,-38 0 0</inkml:trace>
  <inkml:trace contextRef="#ctx0" brushRef="#br0" timeOffset="465702">28076 12542 18992,'-4'3'4973,"1"-2"-3399,3-1-3075,71-1-8330,-23-9 8527,-4 7 0,-1-1 0,-11-6 0,-23 8 1</inkml:trace>
  <inkml:trace contextRef="#ctx0" brushRef="#br0" timeOffset="466836">28766 12286 17871,'3'-10'4700,"0"2"-3597,-3 8 633,0 0-1467,7-37-101,-5 28-101,1-27-39,-18 39 6,-14 5-12,-16 3 1,-6 4 5,3-2-17,14-3-11,15-5-11,12-2 0,6-3-23,1 1 40,0 1 33,4 8-17,-1-2 34,7 19-33,-5-10 33,2 30-51,-5-21-1698,-3 7 0,0 0 1687,-3 0 0,-1-2 1,0 2-743,-4 21 754,3-1-12,5-4-33,14-12-219,22-7-167,7-3 21,5-5-859,-15-17 0,-1-4-1045,3-3 3062,18-5 1,-38 2 0,-1 1 0</inkml:trace>
  <inkml:trace contextRef="#ctx0" brushRef="#br0" timeOffset="467086">29303 12253 22716,'-2'-3'3546,"0"1"-2522,2 2-996,-9-17 12,6 22 4,-7-3-21,5 35-29,-3 13-61,-5 10-171,6-28 0,-1 1-873,0 1 0,0 1-1916,0 1 0,0-1 2349,-4 26 1,5-24 0,4-15 0</inkml:trace>
  <inkml:trace contextRef="#ctx0" brushRef="#br0" timeOffset="467293">29602 12580 24318,'0'-4'2593,"0"1"-2279,0 3-337,-1-8 23,4 21-302,-3 0-1216,2 25-8313,-7 7 7701,2-18 1,-2-3-1,3-21 1</inkml:trace>
  <inkml:trace contextRef="#ctx0" brushRef="#br0" timeOffset="467809">29944 12418 22347,'0'-5'3349,"0"2"-2638,0 3-694,11-28-17,-6 25 22,8-17 46,-13 32-35,-3 1 40,-11 0-6,-5-6 34,-6 0 11,2-7 11,4-13-89,10 1 5,6-18-17,11 2 23,10-12-17,18-10 6,-3 15-34,1 4 5,-6 18 7,-7 10-29,7 5 11,6 21 6,-7 10 0,-4 23-391,-14-10 388,-13-15 0,-4 2-19,-21 23-1,6-21 1,-4-1 13,-9 3 1,-2-3 16,7-9 1,2-2-4,1-3 1,2-3 17,-5-1 72,20-12 28,2-6-112,11-6-39,9-5-5,2 3 306,12 1-676,2 5-588,13 1-1244,5 5 2235,-10 2 0,-1 0 0,-1 0 0,10 3 0</inkml:trace>
  <inkml:trace contextRef="#ctx0" brushRef="#br0" timeOffset="467986">30484 12550 27023,'-34'35'-269,"4"0"-1243,16 3-571,4-8 2083,1 1 0,6-20 0,0-1 0</inkml:trace>
  <inkml:trace contextRef="#ctx0" brushRef="#br0" timeOffset="468552">30818 12349 18263,'0'-3'5148,"0"0"-2885,0 3-1944,32-61-129,-22 44-145,8-18 0,0 6-34,-12 27 0,11 0 0,-5 5-22,20 8-6,-10 6-39,8 10 12,-11 5 27,-9-5-22,-6 8 50,-18 0-11,-3-1 17,-12 2 5,3-14 0,2-5 1,8-8 145,2-2 17,10-5-34,0-5-11,4-4 5,2-3-55,3-1-40,4 2-22,0 3 6,12 2-34,-7 4 0,27 5-34,-14 7-10,13 8 16,-12 6 33,-7 2 18,-8 0-46,-8-4-22,-16-2-5,-12-6-135,-15-3-324,-11-5-853,-4-4-5785,0-6 7147,11-2 0,18 0 0,12 1 0</inkml:trace>
  <inkml:trace contextRef="#ctx0" brushRef="#br0" timeOffset="468985">31507 12730 25283,'37'-36'125,"1"-1"0,-3 4 0,-12 15 31,-30 35-111,-4 15-180,-9 14-1226,-6 7 1361,10-21 0,1-3 0,-4 5 0,3-5 0</inkml:trace>
  <inkml:trace contextRef="#ctx0" brushRef="#br0" timeOffset="469426">31962 12280 25270,'-39'18'50,"1"1"1,2 1 0,5 4-57,11 5 0,4 2-206,3 0 0,3 0 223,0 28-22,17-4-12,12-8 12,18-8-11,10-10 22,3-13 44,-2-13 171,-8-14-92,-9-11 131,-9-11 9,-8-5 28,-7 0-16,-8 4 129,-6 9-348,-8 10-39,-11 9-17,-9 13-22,-8 8 5,-4 14-369,2 8-309,6 9-1501,10 5-7320,13 2 9516,12-9 0,4-17 0,4-13 0</inkml:trace>
  <inkml:trace contextRef="#ctx0" brushRef="#br0" timeOffset="469610">32303 12712 21545,'1'-3'5041,"-1"0"-5102,0 3 22,-1-8-337,-3 23-1467,0 0 1843,-1 28 0,3-19 0,1-2 0</inkml:trace>
  <inkml:trace contextRef="#ctx0" brushRef="#br0" timeOffset="470036">32667 12465 21635,'1'-9'1744,"7"-27"1,0-3-1162,-5 12-398,6-12 0,-4 4 5,-14 22-167,0 8-12,-19 12 11,-5 9-16,-15 13-6,23-10 0,0 1 5,-2 8 1,2 1-6,-6 11-22,4 14-34,26-24 50,10 4 28,13-10-10,13-10 16,8-12-17,4-13 84,-3-11 67,-6-8 51,-8-4 252,-6-2-319,-11 15 94,-5 2-172,-6 16-96,-2 1-6,-4 20 45,-1 7-22,-3 10-79,-1 15-419,-2 0-820,3-16 0,-1 2 1329,-3 6 0,0-3 0,-2 7 0,0-6 0</inkml:trace>
  <inkml:trace contextRef="#ctx0" brushRef="#br0" timeOffset="470253">32917 12730 22867,'1'-5'3367,"0"2"-2583,-1 3-852,10-24 63,-9 21-29,0-9-296,-14 35-2409,-11 20-683,8-12 3422,-5 9 0,17-32 0,1-3 0</inkml:trace>
  <inkml:trace contextRef="#ctx0" brushRef="#br0" timeOffset="470760">33158 12594 26883,'-5'-47'62,"-2"11"-57,-11 52-10,-5 14 10,1 5-10,2 11-18,12-5 18,7-10-1,10 6-22,15-6 0,3-2 17,8-4 17,-8-16-1,-8-7-10,1-7 44,-5-13-22,-3-6 11,-4-15-12,-12-4-10,-1 3 22,-12-14 6,1 10 16,-6-9 0,2 8-5,4 12 62,3 7-85,7 14 34,3 4-17,3 7-44,0 0-46,3 0 29,5 5 16,2 1-11,13 11-22,1 7 6,5 9-29,-4 15-95,-12-4-44,-8-2-774,-12-1-1624,-3-7 2599,-4 8 0,6-18 0,3-5 0</inkml:trace>
  <inkml:trace contextRef="#ctx0" brushRef="#br0" timeOffset="471186">33347 12196 25040,'7'-27'269,"-1"5"-230,13 22 12,1 2-6,9 1 5,11 4-16,-8-1-23,2 3-11,-17-3 11,-3 6 23,-6 9-6,0 7 6,-1 15 33,-5 4-22,0-5-17,-2 16 11,-1-4-23,-1-12 1,0 3-253,0-8 0,-1 0 261,-3 6 0,1-3-14,-4 9-17,-1-17 1,-3-3-252,-13 7-477,4-11 0,-4-2-9097,-30 3 8416,13-10 0,10-8 1,23-7-1</inkml:trace>
  <inkml:trace contextRef="#ctx0" brushRef="#br0" timeOffset="479319">23447 10832 22543,'4'-44'754,"-1"0"0,2 2 0,-4 6-284,-4 17-206,-3 0-152,-4 8-89,-7 7-7,-7 11 1,-10 9-22,-9 14-1,-1 10-276,2 6 276,11 0-5,13-1-17,13-7 23,19-8 5,13-10 11,15-11 39,7-13 68,-1-12 100,-5-13 124,-9-13 78,-9-7-79,-5-3-105,-4 3-35,-4 13 193,-3 12-377,-5 13-34,-2 9 12,-2 10 21,1 12-66,1 15-224,0 12-998,0 6-7230,1 2 7981,3-10 0,-2-18 0,0-14 0</inkml:trace>
  <inkml:trace contextRef="#ctx0" brushRef="#br0" timeOffset="479486">23830 10897 25225,'-7'-7'2588,"2"1"-2275,5 6-497,0 0-1093,-16-27-8554,8 28 8292,-11-23 1,15 29 0,3-4 0</inkml:trace>
  <inkml:trace contextRef="#ctx0" brushRef="#br0" timeOffset="480593">24507 14157 20117,'0'-56'1656,"-1"0"0,2 6 0,1 3-737,1-9-281,1 18-279,-1 16-208,-3 13-101,1 6-27,2 22 5,4 5-28,1 23 11,0 7-417,-4 9 389,-4-29 0,-2 1-5,-1 0 0,-2 0-67,-2-3 0,-2-2 72,-9 19 45,0-17 68,6-16 72,6-8-28,3-12 389,5-10-434,3-13-44,6-14 22,8-7-29,5-4-4,3 4 137,-3 10-177,-6 14-12,-5 13-10,-2 9 22,2 12 0,5 9-22,7 15-6,2 7-23,-1 3-50,-6-1 12,-10-5 50,-18-5-68,-18-4-94,-20-5-270,-11-8-643,-3-7-2425,4-13 3539,14-4 0,17-1 0,14 2 0</inkml:trace>
  <inkml:trace contextRef="#ctx0" brushRef="#br0" timeOffset="480803">25122 14108 27202,'13'4'-2026,"-5"-1"1,-5-2-1</inkml:trace>
  <inkml:trace contextRef="#ctx0" brushRef="#br0" timeOffset="481436">26100 14214 23786,'6'-48'789,"0"0"1,1-1 0,-1-11 0,1 10-376,0 19-201,-5 21-219,0 5 6,-3 14 12,-1 13-12,0 3 28,-1 22-140,0 1-129,0-16 0,1 2-3211,0 8 0,0-1-2547,-1 15 5999,3 5 0,0-50 0,0-4 0</inkml:trace>
  <inkml:trace contextRef="#ctx0" brushRef="#br0" timeOffset="481793">26463 13787 22285,'-4'-7'3338,"1"2"-3259,3 5-46,0 0-22,-49-6 6,34 34 0,-34-7-11,54 31-18,10-14 7,1-12 16,12-4 28,-4-14 157,13-10 23,-7-13 61,-1-16-17,-15-11-67,-11-6-101,-6 10 84,-15-10-117,1 26-45,-8-4-73,3 18 22,7 6-207,-9 18-414,10 7-1681,-3 20 2336,14 6 0,2-21 0,4-3 0</inkml:trace>
  <inkml:trace contextRef="#ctx0" brushRef="#br0" timeOffset="482019">26897 13990 23545,'-6'-2'2918,"2"1"-3551,4 1-459,95-34-283,-53 25-259,2-1 0,9-3 1,-9 6-8198,-2 14 8269,6 0 1,-34-2-1,-11-3 1</inkml:trace>
  <inkml:trace contextRef="#ctx0" brushRef="#br0" timeOffset="482160">27034 14064 22778,'-42'17'515,"0"1"0,3-3 0,13-2-436,25-7 5,26-2-2327,19-4 0,5-1 1534,-14 1 0,0-1 1,14 0-1,-7-1 1,-17 0-1</inkml:trace>
  <inkml:trace contextRef="#ctx0" brushRef="#br0" timeOffset="482526">27542 13946 27057,'23'-38'20,"1"-1"1,-1 5-1,1 9-25,16 26-6,0 11-12,-4 12 1,-5 13 11,-11 11-1,-13 7-307,-19 3 319,-15-1 6,8-30 0,-4-2 8,-1-2 0,-1-1-9,-24 17 12,8-10 70,13-8-59,14-8 84,19-6-39,23-3-56,26-2-51,-16-2 1,4 0-604,5 1 1,3-2-888,1-2 1,1-2 1227,5 0 0,-4-2 0,5-2 0,-8-1 1</inkml:trace>
  <inkml:trace contextRef="#ctx0" brushRef="#br0" timeOffset="483119">28505 14057 23747,'-2'-7'3455,"1"1"-3057,1 6-286,-19-61-56,14 44-165,-6-19 0,3 10-300,8 30-554,6 14-2096,4 18 3059,3 23 0,-5-24 0,-3 1 0</inkml:trace>
  <inkml:trace contextRef="#ctx0" brushRef="#br0" timeOffset="483269">28501 14450 24956,'5'-2'2913,"-1"-1"-2751,-4 3-201,-28 69-594,-1-17-1720,10-16 1,-4 5 0,0-3 2352,-4-1 0,0-5 0,-11 11 0,13-18 0</inkml:trace>
  <inkml:trace contextRef="#ctx0" brushRef="#br0" timeOffset="492086">27734 13978 11760,'2'-5'8066,"-1"0"-5181,-1 5-2337,16-60-408,-12 45-72,12-46-24,-20 66 186,-19 19-118,-9 9-869,7-8 0,-1 2 813,-15 13-239,16-14 1,1 1 272,-11 19-45,15-19 0,2 3-37,5 1 0,3 1 126,5 18 40,18 4-90,6-22 90,24 4-68,-10-20 0,3-3-50,2 0 0,3-1-248,8-1 0,1-5 287,-9-6 0,-4-3 45,19-4 1612,-6-18-1281,-20-19-230,-6-9-167,-14 18 0,-3-3-32,-4 3 0,-2 1 86,-3-22-94,-1 24 0,-3 1 5,-11-12-11,-10-6-12,3 27 1,-3 3-5,-24-6 619,-2 8-648,4 17-11,6 18 17,6-2-6,6 9 0,2 3 0,-5 17-155,11-12 1,3 1 171,-1 14-11,16-14 0,5 0 11,14 9-3,-1-12 0,5-3-3,31 10 12,-19-22 0,2-4-6,20 4 2,-14-11 1,0-5 31,10-11 482,8-3-471,-31-7 0,-4-4 33,2-19-44,5-11-1,-20 23 1,-2 0 22,-2-1 0,-2 0 11,-3-28-16,-12 2-29,-14 29-11,-2 12 12,-18 9-29,-12 15 0,29 2 1,-1 2-185,-5 4 0,1 5 182,8 2 0,2 3-1,1 3 1,2 1 2,-11 18-5,18-17 0,2 2-23,5 32 25,9-31 1,3-1 3,10 28 79,11-30 0,7-4-119,24 2 25,-14-10 1,3-3 24,-6-9 1,-1-5 2,-3-4 1,-1-4 30,23-20 28,-15-15-33,-17 3 19,-15 3 0,-5-2-2,-6-22-298,-1 17 1,-4-1 260,-3 10 0,-4 3-14,-20-21 0,-12 19-11,-10 18 38,-5 21-22,0 15-5,31-3 0,3 4-3,0 4 1,3 3-4,0 2 0,3 3-2,2 2 0,2 0-6,3 0 0,2 1-6,4-2 0,5 0 4,15 23 4,21-10 15,-7-30 0,5-4 5,4-3 1,3-5-209,3-6 0,0-4 231,-1-4 0,-1-4 16,-4-6 1,-3-5 27,-5-4 1,-5-3 5,-4-5 1,-5-1-46,-4 6 0,-4-2 56,-5-17 1,-6 2 2,-19-10-78,3 20 0,-5 4-15,-4 16 1,-4 6-23,-3 4 1,-2 5-211,0 6 1,0 3-2412,1 5 1,0 4 2415,6 0 0,4 2 1,-8 7-1,16-9 0</inkml:trace>
  <inkml:trace contextRef="#ctx0" brushRef="#br0" timeOffset="494594">29253 14153 23943,'16'-33'621,"0"0"1,9-18-449,-24 49-54,-4 6-13,-8 6-56,-2 4 40,-26 25-51,6-3-1727,9-8 1,1 1 1693,-4 11-42,5 19 64,21-21 6,13 16-1,20-20 6,16-7 6,9-12 56,1-9 84,-5-17 33,-10-10 34,-11-16 3229,-12 4-3206,-4-28-130,-12 15-95,-2 13 1,-2 0 44,-6-16-16,-6 9-46,0 13 115,-7 5-120,-7 10-28,5 4-39,-21 8-90,15 9-274,-10 8-11,16 0-2768,8 17 186,17-15 2996,8 11 0,-3-21 0,3-1 0</inkml:trace>
  <inkml:trace contextRef="#ctx0" brushRef="#br0" timeOffset="494935">29934 14034 23450,'-42'-27'1125,"0"0"1,5 3 0,7 6-1008,17 13-113,7 3-21,4 2 27,4 7-17,9 6 6,11 8-5,12 6-7,10 1 12,3 4-11,-1 0 11,-2 3-11,-8 1 0,-9 0-6,-12-2 23,-13-1-12,-9-7 45,-26 13-61,1-13-152,-18 12-419,12-11-920,9-4-3270,14-6 4783,11-5 0,5-7 0,2-3 0</inkml:trace>
  <inkml:trace contextRef="#ctx0" brushRef="#br0" timeOffset="495161">30349 14049 26077,'59'-14'-1121,"1"0"1,-2 1 0,-3 4-2728,-14 11 0,-3 2 2715,-5 0 1,-3-1 0,7 4 0,-19-3 0</inkml:trace>
  <inkml:trace contextRef="#ctx0" brushRef="#br0" timeOffset="495318">30521 14257 20280,'-3'1'4872,"0"0"-4205,3-1-1356,46-3-1574,2-3 1412,1 1 1,1-1 0,-3-1 0,-3 0 0</inkml:trace>
  <inkml:trace contextRef="#ctx0" brushRef="#br0" timeOffset="495644">31134 14032 21618,'0'-7'4100,"0"1"-3724,0 6 83,0 0-336,-74 28-84,40-2-225,-12-2 0,4 3 231,22 13-52,13-2 18,18-3 11,15-4 12,18-7 16,10-8 40,5-7 72,-7-15 68,-9-7 83,-12-12-10,-14-8-74,-11-6-55,-17-3-101,-10 1-34,-12 4-22,-1 8 190,2 11-509,9 8-797,6 12-7623,7 10 8722,3 4 0,3-4 0,3-3 0</inkml:trace>
  <inkml:trace contextRef="#ctx0" brushRef="#br0" timeOffset="496168">31736 14132 20302,'-3'-4'5041,"0"1"-4229,3 3-229,-5-68-169,10 37-199,-5-12 1,2 3-132,6 22-5,-1 5-74,-6 12-5,0 6 45,-1 9 0,0 12-17,-2 11-23,2 4-10,0 0-12,10-4 34,11-7 5,20-7 17,-7-14 1,2-5 4,18-1-5,-12-7 1,-1-5-334,-10-3 0,0-2 322,10-6 0,2-3-674,5-3 1,1-1 650,5-3 1,2 0-14,-17 10 1,1 2 0,0 0-5,18-5 1,1 3-296,-8 6 1,-2 5-67,-12 5 1,-5 6-1981,-1 19 2353,-47 23 0,5-18 0,-17 4 0</inkml:trace>
  <inkml:trace contextRef="#ctx0" brushRef="#br0" timeOffset="509143">25045 15562 20201,'2'3'3915,"0"-1"-1557,-2-2-2038,34-71-91,-14 32-184,0-3 0,2-4 22,-7 10 0,-2 1-34,-2 5 1,-2-1-190,7-16 0,-1-2 164,-3 6 1,-1 1-736,-1 2 1,-1 1 732,4-16 50,-7 11-39,-4 31-45,-5 2 17,-6 21 16,-12 15-10,-2 7 7,4-3 1,-2 3-14,4-1 0,-1 3-336,-7 20 1,2 4 343,5-8 1,3 2-1,-1 7 0,6 0 307,9-12 0,3-2-313,0-11 1,5-1-184,12 7 1,6-3 129,17-1 45,-17-14 1,3-3-50,4-11 1,0-6 54,11-12 22,8-3 11,-25-9 1,-3-4 44,6-21-17,-9 13 1,-1-1 61,3-24 73,-6 10-84,-6 18 1156,-5 10-1184,-4 16 723,-1 1-785,-1 12 395,-1 9-418,-1 3 129,1 26-206,4-9-242,7 19-621,9-11-1232,9-5-6128,5-7 8312,-3-12 0,-11-9 0,-9-8 0</inkml:trace>
  <inkml:trace contextRef="#ctx0" brushRef="#br0" timeOffset="509319">25829 15235 26267,'-24'-25'-5265,"4"6"3850,28 47 0,-6-21 0,-1-2 0</inkml:trace>
  <inkml:trace contextRef="#ctx0" brushRef="#br0" timeOffset="509626">26145 15255 22032,'-3'-4'4006,"1"0"-3054,2 4-941,-24-32-11,18 37 5,-15-16-16,24 51-11,3 7 27,2 6-5,3 1-16,4 1-40,2-6-101,-2-6-78,-5-8-62,-12-9-101,-16-4-235,-16-5-554,-15-5-864,-7-6-2760,2-10 4811,8-14 0,21 8 0,9-6 0</inkml:trace>
  <inkml:trace contextRef="#ctx0" brushRef="#br0" timeOffset="509792">26006 15278 22576,'5'52'24,"0"0"0,2-3 1,5-6-737,19-2-3108,13-5 3237,9-8 1,-22-13 0,-3-5-1</inkml:trace>
  <inkml:trace contextRef="#ctx0" brushRef="#br0" timeOffset="510060">26557 15463 24639,'26'-40'416,"-1"-1"1,1 0 0,-2 2 0,1 1 0,-2 3-303,0 0 1,-2 2-263,1 0 0,-2 1 279,-2 3 1,-2 1 381,7-16-317,-12 16 58,-6 14-237,-6 9 39,-3 10-39,-5 12-28,-8 17 0,-5 18 27,9-19 1,1 2-107,1 3 1,2 2 69,2 3 1,1 0-54,4 0 1,2 1-110,4-2 0,3 0-345,3-4 1,3-1-659,2-3 0,3-2 541,3-4 0,1-2 0,2 2 0,-1-8 0</inkml:trace>
  <inkml:trace contextRef="#ctx0" brushRef="#br0" timeOffset="510219">26612 15377 25662,'21'-42'24,"-1"0"1,8 4-1,6 9-554,14 21 1,5 9-4387,6-3 1,1 1 4519,-5 1 1,-4 0 0,-15 0 0,-4 1 0,5 0 0</inkml:trace>
  <inkml:trace contextRef="#ctx0" brushRef="#br0" timeOffset="510410">27518 15258 22912,'-6'-2'1574,"2"0"-1826,4 2-1131,75-42-5210,-13 32 5742,-6-11 1,-1 3 0,-5 18 0,-25 2 0</inkml:trace>
  <inkml:trace contextRef="#ctx0" brushRef="#br0" timeOffset="510576">27607 15426 20224,'-5'1'4743,"2"0"-3493,3-1-1603,74 0-1384,-25-2 886,10 0 1,-2 1 0,-18-2 0,-5 0 0</inkml:trace>
  <inkml:trace contextRef="#ctx0" brushRef="#br0" timeOffset="511259">28392 15154 25679,'24'-31'241,"1"1"0,6-16-185,-63 58-67,-1 0-1,-5 2 1,5-2 28,8-3 11,0 0 73,4-5-56,12-3 89,3-7-72,6 2 27,0-2 18,0 4-46,0 1-27,1 9-34,0-1 11,1 15 51,-2 12-46,-3-3 12,-1-1 0,-2 2-16,-4 13 10,-3 8 0,2 1 6,6-11-39,5 17-34,10-13-5,12-3-51,2-21-392,16-1-1428,14-10-885,5-1 2425,-22-9 1,-3-2-1,-1-1 1,-6-2 0</inkml:trace>
  <inkml:trace contextRef="#ctx0" brushRef="#br0" timeOffset="511486">28761 15198 27494,'-9'-6'61,"2"8"-134,4 28 1,3 12-312,-3-9 0,-2 0-1834,-1 2 1,-2 0 2217,-1-3 0,0-2 0,-3 7 0,3-16 0</inkml:trace>
  <inkml:trace contextRef="#ctx0" brushRef="#br0" timeOffset="511709">28940 15507 22582,'0'-3'4021,"0"0"-3254,0 3-733,17-3 0,-8 14-40,12 1-117,-15 17-516,-6 2-1696,-9 1 2335,-6 0 0,3-15 0,1-3 0</inkml:trace>
  <inkml:trace contextRef="#ctx0" brushRef="#br0" timeOffset="512286">29512 15388 21892,'-2'-3'3428,"1"1"-2033,1 2-1305,-2-25 16,0 20-5,-4-17-51,-4 28-22,0-1 0,-10 3-39,5-3 45,-5-1-1,7-3 12,3-7 11,4-5-28,2-9 6,9-6 5,5-7 0,8 1 12,5 3-35,1 6 18,0 8-23,-4 7-5,-1 6 16,-1 10-22,-2 10 0,-3 13-45,-5 11-11,-16 11-149,-1-23 1,-5-1 181,-5 3 1,-2-1 16,-4-2 1,-1 0 5,-1-4 0,0-2 6,-22 13 44,9-13 73,14-12 62,12-7-78,12-6-85,9-3-22,8-3 381,8 1-381,7 3-67,6 5-179,4 6-432,3 3-67,-7 2-9086,23 4 9690,-23-8 0,3 1 0,-23-7 0</inkml:trace>
  <inkml:trace contextRef="#ctx0" brushRef="#br0" timeOffset="512452">29864 15534 26911,'-39'49'-403,"6"-2"-1938,21-16 2341,2 0 0,5-13 0,2-4 0</inkml:trace>
  <inkml:trace contextRef="#ctx0" brushRef="#br0" timeOffset="513043">30278 15288 25275,'-12'-44'293,"0"-1"1,1 5-1,8 8-203,14 20-51,7 4-17,7 8-33,-8 4 22,9 10-22,-8 5 11,3 11 11,-5 6-22,-6 4 17,-10 0-12,-12-1 1,-11-4-1,-10-6-16,-5-4 33,2-6 34,6-4 44,11-6 135,9-5 0,6-3-73,7-5-27,1 0-40,5-3-23,5 0-38,5 1-12,5 3 11,1 2-16,1 7 16,0 8-22,-2 10-11,-4 5 0,-8 6-6,-8 0-5,-17-2-40,-12-5-22,-15-4-112,-7-7-353,-3-7-812,5-4-3361,8-9 3874,14-2 0,11 0 0,9 0 0</inkml:trace>
  <inkml:trace contextRef="#ctx0" brushRef="#br0" timeOffset="513226">30491 15558 8475,'8'12'4822,"-2"-3"-1198,-6-9-2705,0 0 182,-1 48-4389,-2-32 2935,-1 35 1,1-47 0,1-2 0</inkml:trace>
  <inkml:trace contextRef="#ctx0" brushRef="#br0" timeOffset="513636">30980 15129 26436,'-47'39'46,"0"1"1,3-3 0,8 1-39,20-8 1,4 0 193,-5 29-197,13-26 1,2-1-6,4 10 42,13 8-87,3-24-44,16 6 72,-5-13 0,3-5 17,-14-15 63,0-8-35,-7-8 45,1-17-39,-6 8 72,-10-19-72,-1 26 111,-9-8-117,0 18-28,-5 3-22,-7 11-17,5 6-241,-2 10-101,12-2-1714,2 8 2095,6 0 0,2-8 0,1-2 0</inkml:trace>
  <inkml:trace contextRef="#ctx0" brushRef="#br0" timeOffset="513852">31180 15570 22503,'2'-3'3131,"-1"0"-2123,-1 3-946,-2 22-96,-6 0-61,0 12-2061,-13 9-7675,9-15 9010,-1 2 1,8-16 0,4-10-1</inkml:trace>
  <inkml:trace contextRef="#ctx0" brushRef="#br0" timeOffset="514586">31805 15361 24295,'-9'-43'334,"0"-1"0,0 5 1,-4 6-133,-18 12-124,5 8 68,-14 6-73,10 11-28,-14 10-6,7 14-17,9-1 23,-7 23-28,19-13 0,0 17-1,22-11 1,10-3 6,10-7 44,3-9 34,-2-12 16,-2-11 12,-1-12 17,0-9 61,-1-10 11,-3-6-16,-4 1-17,-2 3-1,-5 9-27,-3 9-90,-3 8-55,-3 4 4,-1 8-27,-3 11 6,0 3 16,-9 34-45,1-4-39,3-14 1,-1 2-418,0-4 0,-1-2-448,0 0 0,-2-2-4506,-13 25 5301,4-15 1,8-18-1,7-12 1</inkml:trace>
  <inkml:trace contextRef="#ctx0" brushRef="#br0" timeOffset="514786">31919 15599 26301,'-7'44'-902,"-3"-1"-2482,-8-4 3384,1-7 0,6-12 0,5-10 0</inkml:trace>
  <inkml:trace contextRef="#ctx0" brushRef="#br0" timeOffset="515326">32230 15461 26670,'-18'-1'135,"-1"10"-135,-6 33 5,4 2 18,9-1-29,6-10 40,19 11-12,6-15-33,17 10-34,1-13 23,-1-10 11,-3-6 22,-5-10 28,-5-9-11,-5-8 39,-7-8-50,-8-8-39,-10-6 33,-1 6 11,-23-17 12,2 16-23,7 9 0,-1 0 17,-16-14 17,5 1-23,9 2 29,11 2-40,8 1-45,13 3 51,8 4-28,11 6 0,3 8 16,2 6-5,-2 11 12,-4 7-12,-1 11 16,-6 10-38,-4 10-152,-6 9-402,-4 7-780,-5-28 1,-1 1 1355,-3 4 0,1-4 0,-2 5 0,-2-6 0</inkml:trace>
  <inkml:trace contextRef="#ctx0" brushRef="#br0" timeOffset="515559">32668 15757 25858,'-35'40'-588,"3"0"-1557,15-5 2145,1 2 0,7-16 0,3-4 0</inkml:trace>
  <inkml:trace contextRef="#ctx0" brushRef="#br0" timeOffset="515860">32797 15553 24267,'15'-50'502,"1"0"1,-3 5-1,4 11-143,18 23-23,-4 8-275,-11 5 29,1 9-34,-8 9-11,6 15 0,-1 11-26,-9-14 1,0 0-20,2 15-9,-5-14 1,-1-1-233,2 12-487,-3 10-1680,-5 4-942,-9-15-408,-1-7 3758,-7-15 0,11-14 0,-1-1 0</inkml:trace>
  <inkml:trace contextRef="#ctx0" brushRef="#br0" timeOffset="516052">32844 15734 19462,'-4'-6'4934,"1"2"-3752,3 4-1030,0 0 21,-4-62-156,13 45-28,0-16 0,6 3-309,31 30-327,-14 3 0,3 1-4269,9 2 1,-2 2 2836,13 4 1,-6 0 0,-41-10-1</inkml:trace>
  <inkml:trace contextRef="#ctx0" brushRef="#br0" timeOffset="516443">33133 15307 20543,'-2'-5'3758,"0"2"-2750,2 3-946,58-39-17,-29 35-34,5-15 0,0 5 45,-5 27-28,-7 1 12,10 12-12,-6 1 11,1 9-17,-12-9 29,0 13 5,-5-1-20,-4-8 0,0 2 20,4 25-246,-5-23 0,-1 0 235,2 24-34,-2-12-1612,-3-13 1,0-1 1578,-4 2-29,-1 1 1,-2 0 62,-9 1-35,-10 12-61,5-23-1098,-10-1 1182,5-9 0,7-5 0,4-3 0</inkml:trace>
  <inkml:trace contextRef="#ctx0" brushRef="#br0" timeOffset="520043">18591 4929 18302,'-62'-1'2011,"3"-1"-1557,19 2-96,-4 0-72,-7 1-74,-6 1 18,-6 3-115,29-2 0,0 0-858,-1 1 1,1 0 837,-2 1 1,1-1-18,0 2 1,-1-1-22,0 1 1,1-1 37,-1 0 1,0 1-4,0-2 0,0 1-14,0-1 1,0 0-26,-1-1 1,1 0-15,-3-1 0,0 0-14,-2 0 0,-1 0-3,-3 0 1,-1-1-1,-2 1 1,-2 1-9,-2-1 0,0 1-300,-2 0 0,-1 0 308,-1 0 1,-1 0 22,0-1 0,0 1 22,0-1 0,0 0-327,1-1 0,2 0 361,2 0 0,1-1-6,4-2 0,0 0-42,4-1 1,1 0 132,3-2 1,0 0-148,0-1 0,2 1-8,0-1 0,0 0-12,0 0 1,0 0-6,0 0 0,0 0 8,0 1 1,0-1-15,-1 1 1,0 0-1,-1 1 1,0 1-1,0 0 0,0 1-14,0 1 1,1 0 114,2 1 1,1 0-104,2 0 0,1 0-18,-22 3 1008,8 0-963,9 2 816,6-2-821,6-1 482,2 0-488,2-1 226,-2 1-248,0 1 17,-2 0-6,-1 3 29,1-1-35,1 2-10,-2 1 16,-1 0-28,-2 2 39,-2-3 18,-1 1-18,-1-3 17,2 0-10,3-2-24,4-1 1,4 0-12,3 0 12,3 1-17,1 1 11,0 0 17,-1 1-6,-1 0 0,-3-1 0,-2 1 0,-5-2-11,0 1 17,0-3 6,5 1-40,7-2 22,4 1 1,1-1-6,-1 0 6,-3 2-1,-4 0 12,-3 1-11,-2-1-12,-3 0 23,-1-1 0,0-2-1,3-2 24,2-2-24,1-3 1,2-1 39,1-1-17,2-1 6,1-3 0,3-2-6,0-2 0,-1-4 1,3 1-1,1 2 0,2 5-22,2 4-17,0 6-62,3 3-201,-1 1 263,1 9 11,0 5-11,0 11 23,0 6-18,-2 7 6,-1 5 6,-2 4-6,0 1-11,1-2 0,2-4 12,1-8 4,5-6 12,3-8 28,8-6-5,6-2 5,8-4 11,7-2-22,1-2-17,-4-3-6,-10 1 1,-10-2-1,-7 0 51,-4 0 504,-1 0-521,-4-7-28,-2-3-6,-6-11 0,-6-2-16,-5-4 11,-6-3-12,-2-1-5,-1 0 23,4 1-29,5 1-5,7 1 5,7-1 18,4-1-12,8 0 0,4 1 0,5 4-6,1 4 12,-1 7-6,-4 4 5,-4 5-5,-2 3-89,-3 2 72,-3 4 6,-2 6-1,-3 9 12,-4 10 0,-1 10 12,-2 19-12,5-4-6,2 0-5,5-3-12,10-12-178,10 8-1639,11-22 0,4-3 1840,-4-6 0,1-3 0,26 10 0,-26-17 0</inkml:trace>
  <inkml:trace contextRef="#ctx0" brushRef="#br0" timeOffset="524718">3926 12618 14011,'-63'0'717,"1"1"0,-1-1 0,8 0 0,1 0 0,9 0 509,-11 0-384,27 0-1078,24 1 992,51 7-504,-2-3-818,14 2 0,9-2 644,-24-3 0,0 0 1,4-1-25,13 0 0,4 0 1,1-1-378,-14-1 1,1-1-1,0 0 1,0 0 350,1-1 0,0 0 0,0-1 0,-1 0-7,1-1 0,0 0 0,-1 0 0,0-1-12,-1 1 1,0-1 0,-1-1 0,1 1-9,-2 0 1,0 0-1,0-1 1,-1 1-12,13-2 1,0 0 0,-2 1-29,-5 0 0,-1 0 0,-1 1 28,-5 1 1,-1 0 0,-4 1 9,-3 0 0,-4 1 23,14-1 100,-59 7-129,-26 3 3,0 0 1,-7 1-436,-8 0 1,-8 2 0,3-2 446,13-1 1,1 0-1,-4 0 2,-7 0 0,-6 1 1,0 0-1,3 0-178,-3-1 0,4 0 0,-3 0 203,5 0 1,-2 0-1,0 1 1,0-1-78,2 0 0,2 0 0,-1 0 1,0 1 80,-1-1 1,-1 1-1,2 0 1,3-1 7,-2 0 1,4 1 0,1-2-2,-14 3 1,6-1 159,1-1-56,35-4 1858,5-1-2116,10-1 2884,8 0-2771,3 0 179,26-1-115,-4-1 0,6-1-3,19-2 0,10-1-95,-13 0 0,6-1 0,2-1 0,-4 1-860,3 0 0,-3 1 1,5-1-84,-7 0 1,5 1 0,2-1 0,-2 1 0,-6 0 970,6 0 0,-6 1 0,-3 1 0,9-1 0,-11 0 0,-10 2 0</inkml:trace>
  <inkml:trace contextRef="#ctx0" brushRef="#br0" timeOffset="527461">24927 16332 24906,'-6'-61'61,"0"26"-10,4 78 5,-2 20-26,1-25 1,-1 1-391,-1 2 1,-1 0 370,-1 0 0,0 0-8,-2-3 0,1-1-17,1-4 0,-1-1 204,-5 19-162,4-16-6,3-16 449,4-10 22,3-10-235,6-8-124,5-12 558,7-11-558,3-9-72,3-4 11,2-3 0,3 4-40,3 5-5,1 10-22,2 11 5,-2 9-28,-1 12-22,-1 10 33,-3 9-22,-4 9 12,-7 2 21,-10 3-5,-16-1 23,-17-3-35,-18-4-21,-15-3-154,26-15 0,-1-1 22,0-2 0,1-2-446,-25 2-974,15-6-4330,19-9 5915,13-2 0,9 0 0,1 3 0</inkml:trace>
  <inkml:trace contextRef="#ctx0" brushRef="#br0" timeOffset="527834">25549 16495 24976,'-47'32'56,"1"0"0,4-3 0,10 1-45,23 13-16,10-4 55,12-3 34,9-6-4,9-7 38,2-8 202,-4-7 77,-5-11-27,-8-10-73,-4-11-67,-4-6-79,-4-6-28,-3-2-22,-1 2-28,-2 5 11,-2 8-50,-3 10-68,-3 7-61,-4 4-202,-5 8-862,-4 4-3983,3 9 4294,5 0 0,8-6 0,5-6 0</inkml:trace>
  <inkml:trace contextRef="#ctx0" brushRef="#br0" timeOffset="528094">26124 16423 26379,'-23'-45'496,"0"0"1,2 5 0,6 9-402,11 21-106,2 10-12,0 14 12,-2 18 6,3 23-9,0-18 0,1 0-131,1-6 0,1 2-286,3 19 0,2 2-869,-3-15 1,1 0-720,2 17 0,-1 0-2897,-4-16 1,-1-3 2964,-1 14 0,-1-23 0,0-22 0</inkml:trace>
  <inkml:trace contextRef="#ctx0" brushRef="#br0" timeOffset="528444">25880 16717 25124,'5'-44'-99,"1"0"0,4 3 0,9 10-231,14 22 0,6 7-780,14-2 1,1 0 257,-16 2 1,0 0-656,14-1 1,-1-1-1171,4-3 2061,7-7 3803,-12-13-213,-21-2-432,-9-9-1719,-15 12 390,-3-5-372,-1 9-113,2-4-179,-1 7 115,-1 7-653,-1 7-5,0 6-1,0 13 1,0 15-9,3 2 0,0 2-293,0 19 229,2-9 0,1 0-515,-1 18-180,-2-25 0,0 1-1126,-2-3 1,0 0 1061,1 25 1,-2-28 0,0-9-1</inkml:trace>
  <inkml:trace contextRef="#ctx0" brushRef="#br0" timeOffset="528911">26404 16714 16947,'-3'-6'7477,"0"2"-6323,3 4-879,-25-61-191,32 42-82,-15-14 1,4 3-19,44 23-46,8 3-1760,-5 2 0,2 0 1763,-14 0 0,2 1-84,21-2 0,-3 1 110,-9-1 44,-8 1 0,-2-2 90,-6-1 213,-6-4-152,-15 3-27,-9 1 3313,-4 3-3359,-6 5 18,-1 5 10,-4 14-49,6 6 27,4 11 0,16 2-61,3-8 50,15 7-12,13-5-77,4-4 27,1-6 197,5-17-130,-25-10 79,11-10 123,-23-19-117,-5-6 22,-13-16-84,-8 4-62,0 10 57,-5-2-23,-2 14-73,4 5-17,-14 7-10,14 16-18,-4 2-156,6 9-1250,9 10-2295,4 2 3735,7 2 0,1-12 0,0-7 0</inkml:trace>
  <inkml:trace contextRef="#ctx0" brushRef="#br0" timeOffset="529603">27454 16609 26200,'-18'-34'185,"4"8"-101,11 41-23,2 6-10,0 14-29,1 3 29,0 1-46,0-2-22,0-6 29,0-7 60,-3-8 119,0-7-90,-2-5 218,2-5-196,3-7-56,-1-7 6,3-9 5,4-8 18,4-5-7,6-4-16,2 0-17,4 5-22,2 7-23,3 10 17,3 8-39,1 7-12,1 10 23,-3 7-33,-5 12 38,-8 17-16,-7-10-9,-12 6 1,-3-1-4,-1-10-27,-11 27 5,12-43 51,2-1 67,2-9-34,2-10 0,4-7-5,4-11 5,6-8 0,5-4-22,5-1 0,4 5-6,2 8-22,3 9 16,1 9 6,0 4 6,2 9-28,1 6-34,4 11-72,1 7-488,-4 5-1440,-8 3 2045,-14 1 0,-9-16 0,-7-4 0</inkml:trace>
  <inkml:trace contextRef="#ctx0" brushRef="#br0" timeOffset="529818">28432 16575 23472,'-3'-3'2532,"2"1"-2342,1 2-234,70-22-264,-16 25-1007,4-9 1,4 4-1347,-19 12 1,-3 4 2660,-3-3 0,-4 0 0,9 4 0,-22-7 0</inkml:trace>
  <inkml:trace contextRef="#ctx0" brushRef="#br0" timeOffset="529994">28549 16798 26749,'56'-5'-1332,"0"0"1,-1 1 0,-1-1 1331,-10 3 0,-3 0 0,6 0 0,-6-2 0</inkml:trace>
  <inkml:trace contextRef="#ctx0" brushRef="#br0" timeOffset="530177">29372 16507 25281,'0'-4'2689,"0"1"-2241,0 3-426,-12 18 0,4 19-42,-1-8 1,0 4-48,5 7 0,1 2-613,0 1 1,1 2-2004,2 0 0,0-1 2041,2-6 0,1-3 1,0 10-1,1-22 0</inkml:trace>
  <inkml:trace contextRef="#ctx0" brushRef="#br0" timeOffset="550410">22581 17549 23175,'20'-57'999,"0"-1"0,-2 5 0,-2 5-478,-1 3-163,-4 11-106,-5 13-123,-4 11-129,-1 8-22,-2 11 22,-2 14 22,-4 18 40,-5 17-235,5-25 0,-2 1 156,1 1 0,0 0 3,0-2 0,1-1-8,-2 25 16,4-12-5,4-14 17,3-11 22,0-10 100,8-12 7,5-13 339,10-12-378,4-13 27,3-3 28,-3-2 0,-4 8-28,-7 11 1,-8 11-80,-6 10-44,-3 8 34,-1 9-40,2 14-55,-1 10 27,1 9-22,1 2-129,3 2-403,6-3-767,8-2-1641,5-7 2996,3-4 0,-13-15 0,-2-4 0</inkml:trace>
  <inkml:trace contextRef="#ctx0" brushRef="#br0" timeOffset="551293">23407 17681 27090,'-30'-16'174,"0"1"0,-9-11-141,62 21-10,24-1-23,-14 2 0,3 0-487,8-1 1,1 2 497,4-2 0,0 2-20,-1-1 1,-1 1 22,-7 0 0,-2 0 297,13 0-300,-25 1 0,-23 2 39,-17 0-66,-16 0-7,-17 0 46,-14 1-23,26 0 0,-2 1 143,-1 0 0,-1 1-143,-1 0 0,1 0 5,3 1 1,1 1-12,-25 6-39,15 2 57,13 1-7,12 1-10,8-2 10,10-3 6,16-4 506,17-4-495,22-8-33,-20 1 0,1 0-140,2-2 0,0-1 154,-2 1 0,-1 0 25,21-8 17,-16 5-45,-17 4 22,-11 3-11,-15 3-22,-14 1 6,-21 5-7,-20 3 4,23-3 0,-1 2 10,-3-1 1,0 1 21,1 0 0,2-1-18,-22 7-12,21-5 12,21-2 5,21-5-22,22 0 5,26-2-2,-15-1 0,3-1-641,6-1 1,3 0 654,1-1 0,1-1-20,-2-1 0,0-1-90,-4-1 1,-1 0 97,-4-2 1,-2 0-1,-4-1 1,-3 0-27,15-13 43,-18 0-5,-15-1 5,-20 0 1311,-12-1-1283,-17-1-22,-12-2 11,20 15 0,-1 0 214,-1 0 1,-1 1-237,2 1 0,0 0 61,-24-8 28,8 5 65,11 6-48,13 3-23,11 4 12,7 1-62,28 1-16,11 4-35,-4 0 1,3 0 22,0 2 1,-1 2-12,0 2 0,-3 2-12,20 16 12,-16 10-5,-16 8 33,-11 8-39,-18 4 5,-3-21 0,-2-1-190,-10 12-708,5-15 0,0-2 904,-5 7 0,8-12 0,3-5 0</inkml:trace>
  <inkml:trace contextRef="#ctx0" brushRef="#br0" timeOffset="555326">25049 17701 24671,'2'-40'427,"0"0"1,0 2 0,-6 12-311,-8 28-100,-13 11-17,-13 13 17,-8 14-373,21-16 0,2 2 325,1 0 0,3 2 61,-10 27-2,14-5-34,14-15-5,26 3 33,10-21-16,24 2-6,-2-19 11,-4-10 107,-10-11 139,-15-10 85,-11-8 56,-10-7-96,-10-4-156,-6-1-18,-7 5 428,-3 8-562,0 13 88,3 10-98,2 10-1,0 12-90,1 11-346,0 13-1054,7 8-3663,17 3 5170,6-6 0,-1-15 0,-3-10 0</inkml:trace>
  <inkml:trace contextRef="#ctx0" brushRef="#br0" timeOffset="555609">25869 17589 27152,'-32'4'102,"0"0"1,-3 2 0,2 6-86,1 10 0,1 4-766,-6 1 1,-2 0 734,-1 2 0,0 0 11,4-3 1,2 1 170,7-4 1,5 1-119,0 13 268,36-9-374,31-10 48,-8-11 0,6-3-502,9 0 0,3-3 308,8 0 0,0 0-319,-19-1 0,-1 0 0,0 0-370,20 0 1,-1 0-1485,-3 0 1,-2 0 2374,-10 0 0,-5 0 0,12 0 0,-27-2 0</inkml:trace>
  <inkml:trace contextRef="#ctx0" brushRef="#br0" timeOffset="555819">26674 17660 20991,'-10'-3'2347,"-23"-4"0,-4-2-1675,14 1-527,-13 0 1,7-3-73,26 3-62,19 0-112,21 0-272,-6 4 1,3 1-690,10 1 1,2 0-3855,8 0 1,0 2 4609,-4 0 0,-3 1 0,13-1 0,-29 2 0</inkml:trace>
  <inkml:trace contextRef="#ctx0" brushRef="#br0" timeOffset="556092">26653 17880 22263,'-6'2'4251,"1"-1"-2835,5-1-1332,24-3-61,1 0 27,22-3-61,-5 4 11,-5 0 73,-7 2-112,-11 0 44,-10 1 62,-6-1-151,-2 0-274,0-2-1468,5-1 1826,5-5 0,-4 4 0,2-1 0</inkml:trace>
  <inkml:trace contextRef="#ctx0" brushRef="#br0" timeOffset="558559">27455 17727 22554,'0'-6'3243,"0"2"-2888,18-27 1,7-4-87,-3 10-219,3-11 1,-1 3 16,-9 23 39,-6 11 34,-6 10-45,-1 13-33,-14 32-73,3-12-122,-1-6 1,-1 0 182,-4 18-39,8-22 0,-1 0 1,-1 24-24,6-9 12,4-23 112,2-6 168,-1-17-39,1-6-50,-2-11-3389,-1-28 3237,0 5-14,-2 3 0,1-3 42,-1-21-45,3 22 1,2 0-35,1 3 1,2 1 34,10-20 10,1 14-38,-1 12 38,-6 9-50,-4 8 3316,-3 7-3260,-3 10 233,-4 20-278,0-3-55,-8 29 10,-2-8 28,5-15 1,-1 1-6,1 5 0,1-1 68,-3 19-46,5-9 17,11-21-16,0-15 21,3-3 68,-2-10 0,-2-22-43,-1 2-41,1-32 0,-3 3 0,1 17 0,0-1 0,0-1 0,0 1 0,1-11 0,0 15 0,-3 27 0,-2 14 0,-3 11 0,-9 33 0,-1 4-111,6-19 0,1-1 111,-2 13-3114,1 4 3114,4-24 0,1-5 0,1-13 0</inkml:trace>
  <inkml:trace contextRef="#ctx0" brushRef="#br0" timeOffset="573886">24805 18442 19216,'1'-5'4682,"0"0"-3175,-1 5-1406,24-58-12,-16 49 68,19-36 5,-24 82-134,-2-5 0,-10 26-44,-7-10-187,6-18 0,-1 2-274,-7 26-2401,9-2-6953,13-16 8455,1-11 0,3-16 1,-5-10-1</inkml:trace>
  <inkml:trace contextRef="#ctx0" brushRef="#br0" timeOffset="574276">25363 18199 17496,'-3'-3'4503,"0"0"-2744,3 3-1614,-62-3-105,42 13-38,-15-9 1,5 3-14,25 21 0,7-4 28,11 12 5,5-10-39,7-1 62,-8-13 129,-1-6 117,-8-6 246,0-11-201,-6-5-66,-6-14-85,-5 1-118,-2 5 56,-2-3 34,3 12-140,2 4-118,2 7 17,0 13 33,1 2-458,-5 17-1978,5 3 2487,3 12 0,1-17 0,4-3 0</inkml:trace>
  <inkml:trace contextRef="#ctx0" brushRef="#br0" timeOffset="574502">25691 18487 21119,'-7'-1'3820,"1"1"-2576,6 0-1014,0 0-1115,55-57-26,-26 49 1,4 2-1811,21-22 1,4 4-2196,-10 26 1,-2 6 3272,16 2 1,-27-1 0,-26-6-1</inkml:trace>
  <inkml:trace contextRef="#ctx0" brushRef="#br0" timeOffset="574659">25571 18682 26368,'49'-29'-716,"-1"0"1,2 1 0,3 6-2015,0 12 0,0 4 1647,-5 0 0,-5 1 1,14-2-1,-28 4 1</inkml:trace>
  <inkml:trace contextRef="#ctx0" brushRef="#br0" timeOffset="575459">26513 18533 25489,'15'-51'535,"0"0"1,0 0 0,-4 11-284,-9 25-162,1 1-118,-3 15 5,-1 9 40,-1 11-23,-1 9 29,-2 11-18,-1 6-21,-1 3-12,-1 0 16,-2-6 74,1-8 0,0-12-1,4-7-27,1-9 128,2-4-89,1-8-163,1-3 163,4-15-73,4-16 11,5-10 34,4-12-39,3 8 5,-2 10 28,-4 15-5,-6 14-12,-6 11-39,-6 12-11,-4 9-5,-4 12-40,-5 7 101,2 5-34,0-1-50,6-4 96,4-9 44,5-11-68,3-9-10,3-13 44,4-11-44,2-12 22,1-12 50,0-8-55,-1-6 27,0 0 1,-3 15 5,3 3 11,-5 20-112,0 3-5,-3 11 22,-2 13-6,-1 10-5,1 14-269,-2 9-739,-2 4-2364,-1 4 3411,0 3 0,1-24 0,0-5 0</inkml:trace>
  <inkml:trace contextRef="#ctx0" brushRef="#br0" timeOffset="575819">27061 18666 27141,'8'-37'-437,"1"0"0,5-18-2128,-15 68 2565,-1 14 0,0-11 0,0 4 0</inkml:trace>
  <inkml:trace contextRef="#ctx0" brushRef="#br0" timeOffset="575976">27099 18853 25386,'-31'44'-535,"0"-1"1,0 1 0,1-3 0,12-17 213</inkml:trace>
  <inkml:trace contextRef="#ctx0" brushRef="#br0" timeOffset="578800">28045 18547 23053,'18'-59'810,"0"1"0,-2 5 1,-1 8-391,1 11-143,-5 12-227,-4 10 11,-2 12 6,-3 13-9,-1 16-24,-4 16-40,-8 15 23,3-26 0,-2 0 2,-2 1 1,0-1-725,1-2 0,1-2 738,-4 13-83,5-4-40,7-21 152,0 3 28,6-12-107,4-12 39,8-16 1507,1-18-1411,-1-13 5,-5-11-84,-8 29 0,0-2-788,0-1 1,-1 0 759,1-19-59,1 21 1,0 3 103,-2 2-6,2-3-16,-4 25-45,-1 10 33,-2 11 1509,-3 15-1620,-3 13 66,-4 12 18,1 5-220,-1 1 214,3-3 22,2-10 107,3-12-85,3-15-156,1-6 101,0-12 78,1-4-6,3-13-11,1-12-11,4-12 40,0-8-1,1-6-34,-1 1-16,-1 6 432,-2 10-410,-3 13-39,-1 10-6,-2 7-11,-3 11 17,-5 10-5,-5 15 10,-3 11-21,0 5-119,4 2-262,6-4-1452,4-7 1849,8-8 0,-3-14 0,3-7 0</inkml:trace>
  <inkml:trace contextRef="#ctx0" brushRef="#br0" timeOffset="579334">28822 18349 19266,'-4'-5'4744,"0"2"-3988,4 3-263,-68-42-67,37 27-264,-10-9 1,2 2 72,20 15-112,9 3-84,7 2-5,4 1 11,5 5 22,9 5-22,10 6-1,12 6 1,8 5-95,5 3 22,0 3 61,-5 2-38,-8 0-12,-8 1-5,-12 0-12,-8-7-5,-17 12 95,-14-12 17,-19 11-45,-9-12-152,-3-7-396,8-4-1816,16-5 2336,17-5 0,8-2 0,7-3 0</inkml:trace>
  <inkml:trace contextRef="#ctx0" brushRef="#br0" timeOffset="581118">29400 18428 24681,'55'-19'-181,"0"-1"0,-6 1 0,-8 6-4137,-11 15 2913,-8 2 1,-7-1 0,-7 1 0</inkml:trace>
  <inkml:trace contextRef="#ctx0" brushRef="#br0" timeOffset="581327">29451 18574 26273,'36'-10'-387,"0"-1"0,2 1 1,0 1-1143,2 5 0,1 2 510,3-1 0,-2-1 0,6 1 0,-7 0 1</inkml:trace>
  <inkml:trace contextRef="#ctx0" brushRef="#br0" timeOffset="581544">30037 18419 20856,'0'-6'5215,"1"1"-4815,13-28 1,4-8 232,-3 8-359,4-12 1,-1 4 72,-10 21-129,-4 11-166,-3 8-52,-5 10 0,-3 11 0,-6 18-13,-2 19-320,7-23 1,1 2 113,1 2 1,2 1-507,0-2 0,3-1-1740,0-2 1,2-2 2464,0 18 0,1-22 0,-1-12 0</inkml:trace>
  <inkml:trace contextRef="#ctx0" brushRef="#br0" timeOffset="593076">9588 14863 1769,'4'-6'6386,"0"2"-975,-4 4-1311,0 0-2526,-7 1-1076,3 0 503,-3 1-805,7-1 2280,13-3-2336,15-5-79,21-2-10,12-2-43,-27 7 0,0 0 6,-1 2 0,-1 0-2,20 1-24,-15 4 52,-17 1 55,-16 4 22,-17 2-27,-15 1-34,-18 0-17,16-5 0,-3-2-201,-6 0 0,0-2 226,-4 1 1,-1-2 49,1 0 1,2-2 19,4 0 1,3 0 151,-15-2-169,23 0 41,13 1-147,11 0-28,3 2 34,11-2-6,17 1-11,25-3 5,-17 0 1,3 0-140,5 0 0,0-1 131,2-1 0,-1 0 8,-4 1 1,-1-1 0,-6 0 0,-4 1-1,11-3 130,-13 3 5,-21 3-79,-11 1-61,-17 1 11,-19 5-11,-16 2-161,23 0 1,0-1 188,-29 6 614,16-3-631,20-4-33,19-4 22,40-6-84,7-2-143,-4 1 0,2-1-713,-3 0 0,0 0-1093,2 0 0,-1 0 2033,25-5 0,-24 6 0,-19 2 0</inkml:trace>
  <inkml:trace contextRef="#ctx0" brushRef="#br0" timeOffset="599927">7163 14854 8808,'-9'1'3030,"1"-1"-2043,8 0 2653,0 0-2475,-22 5-303,6 0 46,-23 5-258,10-3-180,-1 0-95,2-3-39,4-2-61,1 0 33,2-2 219,4 1 5,6-1-218,6 0 61,4 0-325,14-3-5,1 1 28,16-2-45,1 3-11,9 0 16,11 2-16,12 2-304,-26-1 0,3 1 309,19 1 1,0 0-428,-16-1 1,0 0 419,2 0 0,4 0 0,-2 0-757,9 0 1,-1-1 754,-8-1 0,3 1 0,-1-1-4,1 0 1,-1 0-1,1-1-805,6-1 1,1-1-1,-4 0 802,2 0 0,-2 0-1,11-4 1,-5 0 58,-3-3-25,3 0 465,-20 2-443,-14 2 1123,-9 1-1173,-7 3 3239,1-1-3228,-7 2 1148,0-1-901,-8 1-196,-2 0-28,-19 0-11,-12 0-6,-21 0-9,13 0 1,-2 0-20,3 0 0,1 0-177,-1 0 0,0 1 177,-2 0 0,0 0-449,6 1 0,0 1 449,-13 0 0,-3 1 0,1 1 0,-2-1 5,15 0 1,-2 0 0,1 0-1,-9 0 1,2 1-6,4-2 0,2 1-71,-16-2 88,28-1-23,2-1 18,13-1 302,8 0-314,5-1 907,1 2-947,-1 0 114,-3 0-164,-1 2-11,3 0 34,1 0-23,7-1 107,11 0 39,19-1-39,9-2 0,5-2-17,4 1 0,1 0-371,5-2 1,2-1 372,-15 3 0,1 1 0,0-1-726,13 1 0,1 0 718,-10 0 1,2 1-1,1-1 0,8 0 1,2 1-1,-2-1-2,-10 1 1,-1-1 0,-1 1 1,4-1 1,1 1-1,-7-1-38,-4 1 1,-5 0 37,23 0 51,-35 1 11,-6 0 678,-12 0-566,-7 0 1392,-8 0-1571,-7-3-23,0 1-1446,-4-3-8351,15 4 9118,0 0 1,4 1-1,1 0 1</inkml:trace>
  <inkml:trace contextRef="#ctx0" brushRef="#br0" timeOffset="659693">14677 4659 10858,'3'3'7483,"-2"0"-3640,-1-3-2880,16 0-78,-10 0-274,15-6-259,-10-7-94,9-10-17,5-9 6,1-7-46,-3-4-27,-5-2-6,-7 0-6,-3 1-22,-5 0-22,-4-1-28,-4-4-29,-4-2 6,-3-6-39,5 26 0,0-2-176,0-3 1,1 0 169,0-3 1,2 0 13,0 1 1,2-1 30,0 4 0,0 1 62,-2-25-186,-1 10 124,-2 6-33,0 12 44,-4-9-44,4 13-6,-1-16 0,5 8 324,3 1-312,0 5 122,1 8-146,1 6 18,0 7 16,-1 5 74,-1 1-40,0 2-34,0-4-28,0-6-10,1-6 10,0-3-16,1 0-6,0 3 11,1 3-6,-1 5-21,-1 2 27,-1 4-157,0 1 85,0 13 61,0-1 5,1 35 6,2-3-14,-1-9 1,1 2-242,0-2-1,1 1 245,0 3 0,-1 1 0,1 1 0,0 0 3,-2 2 0,0-1 8,0 0 0,-2-1-8,0-2 0,-2 0-3,0-1 0,-1-1 0,-1-3 0,0-1-22,-8 29 5,-2-8 17,0-8 5,1-10-5,3-12 73,5-12 62,3-8 375,3-15-504,3-13 22,2-19-11,5-15-390,-4 22 0,0-1 364,1-5 1,0-2 16,0-3 1,-1-3 2,1-2 0,-1-1-6,-1 0 1,0-1 11,-1 0 0,-1 2-9,0 2 1,-2 1-4,0 5 1,-2 1 2,-1 6 1,-1 1-111,-2-20 113,-4 17-16,1 18-51,2 12 5,3 11 51,1 14 761,4 18-784,3 20 9,-2-17 0,2 2-1217,0 7 1,1 2 1230,-1 5 0,-1 2 0,0 3 0,-2 1-508,0-1 0,-2 0 508,-1-3 0,-1-2-176,-1-4 0,0-3 176,-1-6 0,-1-2-17,-2 20 11,2-21 2155,1-18-1958,3-12 1121,-2-41-1307,0 10 6,0-23 1,0-7 2,0 12 0,1-1-353,0-1 1,-1-4 0,2 0 340,-1 3 0,1 0 0,-1-1 7,1 0 1,0 0 0,0 1-10,-1-17 0,1 4-163,-1 10 1,0 5 162,-3-17 0,0 28 0,0 17 0,1 11-34,4 13 1523,6 15-1617,9 25-108,-4-12 1,1 4-1005,3 10 0,0 4 1240,-3-9 0,-1 3 0,-1-5 0,0-2 0,-2-4 0,0 1 0,-1 1 0</inkml:trace>
  <inkml:trace contextRef="#ctx0" brushRef="#br0" timeOffset="752983">14958 3296 11995,'-5'-1'4465,"1"1"-3788,-25 0 1,-7 2 387,0 1-435,-11-1 0,-1 1 114,9 1 18,-1-1-359,20-2 326,6-1-85,9 0-515,4 0 100,12 0 135,32-1-269,-2 1-495,5-1 1,5 1 455,-3 1 0,5 0-739,-6-1 1,6 1-1,3-1 1,-1 0 696,3 0 0,0-1 0,2 1 0,3-1-3,-10 0 0,5-1 0,0 1 0,1-1 1,-1 1-1,-2-1-5,-2 0 1,-1 0 0,-2 0 0,2 0-1,3 0 0,4-1 1,2 0 0,3 0-1,0 0 1,-1 0 0,-2 0-360,-8 1 0,-2-1 0,0 1 0,0 0 1,1-1-1,3 1 359,-3-1 0,3 1 1,1-1-1,1 0 0,1 1 1,-2-1-1,-1 1 0,-3-1-203,4 1 0,-2-1 0,-1 0 0,-2 1 1,0-1-1,0 1 200,8-1 0,0 0 1,-1 0-1,-4 0 1,-7 0 21,12 0 0,-11-1 221,6-1 314,-47 4-425,-36 0-74,-18 2-47,9-1 0,-2 1-3,1 0 1,2 0-7,-20 0 1540,2 0-1556,18-1 2490,4 1-2467,4-1 2781,9-2-2788,3-1 23,-15-4-28,10 2 0,-39-2 6,6 5-1099,9 1 0,-3 0 1087,11 2 1,-2 0-18,-18 1 1,-5 0 3,10 2 1,-3 0-1,-2 1 15,-4-1 1,-1 0-1,-3 1-586,7-1 1,-3 0-1,-1 1 1,2-1 579,4 0 0,0 0 0,2-1 0,1 1 6,-5 0 1,2-1-1,-4 1 4,11-1 0,-3 0 0,-1 0 0,1 0 0,4-1 7,-8 1 1,4-1 0,-3 0-242,2 1 1,-4-1-1,1 1 1,5-1 227,-16-1 1,8 0 10,16 1 1,6-2 17,-5 0 1240,26-1-1274,18-2-6,18-2 17,5-1-12,20 1 1,10 0 5,1 0 1,5 1-82,-14 1 1,5 0 0,2 0-1,0-1 82,6 1 1,2-1 0,1 0 0,-3 1-182,-5 0 0,-3 0 0,2 0 0,5 0 187,-6 0 1,4 0-1,3-1 1,2 1 0,0 0-1,-2-1 1,-3 1-280,-2 1 0,-2-1 0,-2 1 0,1 0 0,1 0 0,3-1 262,0 1 1,2 0-1,3-1 1,1 0-1,0 1 1,-2-1-1,-1 1 1,-5 0-189,10 0 1,-4 0 0,-2 0 0,0 0-1,1 1 98,-5-1 1,0 1 0,0 0-1,0 0 1,-1 0 0,-2 0 105,14 0 0,-1 1 0,-4 0 0,-2-1 0,0 0 0,-4 1 0,-2-1 0,-6 1 0,-1 0 0,1 1 0</inkml:trace>
  <inkml:trace contextRef="#ctx0" brushRef="#br0" timeOffset="820716">3730 10066 8500,'26'4'1664,"7"-2"-1255,19-1-56,-1-1-12,-3 0-33,-11-1 168,-12 1 774,-11-1 614,-8 1-351,-5 0-975,-2-1-544,-4-3 12,-4-2 5,-8-1 0,-9 0 28,-7 1 0,-9 2 1,-7 1 10,-7 2 12,0 1 50,3 0-12,12 3-60,13-2-96,13 3-124,9-4-77,4 1 234,3 0 292,6-1 325,22 1-365,17-3-148,-9 0 1,3-1-153,5-1 0,0-1 144,6-1 0,0 0-477,1-1 0,0 0 437,-2 1 1,-1-1-26,-5 1 1,-2 1-21,-8 1 1,-2 1 185,10-1-40,-22 2-10,-16 2-54,-37 7 0,-18 2-59,4 0-286,4-2 1,-8 2 0,3 0 302,3-1 0,1 0 5,-13 1 1,0 0-12,3 0 1,3 0-9,7 0 0,2-1 332,5-1 1,3 0-381,-5 3-22,13-3-168,21-6 146,7-1 308,7 0 10,14 0-66,38-6-146,-10 2 233,-6-2 1,1 1-254,-13 1 1,0 1-6,6-1 0,1 0 88,-4 2 0,-1 0-119,-1 0 0,-1 1-56,8 1 95,-10 1 96,-25 1-1,-20 2 694,-20 4-753,-3-2 1,-6 0 25,2 0 0,-1 0-694,-11 0 1,1-1 642,19-1 1,3-1 44,-28 1-67,31-2-218,3 0-381,15-1 313,8 0-44,11 2-623,18-1-4009,28 0 4962,-23-2 0,0 1 0,15-2 0,-16 1 0</inkml:trace>
  <inkml:trace contextRef="#ctx0" brushRef="#br0" timeOffset="821499">5432 10032 9050,'-52'3'1353,"-1"1"0,0-1 0,-6 2 0,-1-1 1,9 0-845,17-1 1,3 0-639,-14 1 1,1 1 442,-5 1 598,1 1-850,29-4-334,0-1-171,18-1 617,10 1 16,3 0 225,43 1-343,-24-3 1,2-1-353,22 0 1,4-2 287,2-1 1,2-1-1018,-15 0 0,0 1 1,-1-1 996,10-1 1,3 0-27,-1 1 1,4-1 0,-3 0-514,3 0 1,-1 1 509,-5 0 0,4-1 0,-4 1-189,4-1 0,-6 0 230,-8 2 0,-6-1 84,11-1 1069,-23 3-1091,-32 2 2502,-6 1-2546,-54 4 26,29-2 1,-4 2-22,-21 2 1,-2 0 18,13-1 0,1 0 36,4 0 1,-2 0-1,0 0 58,-4 0 1,-1-1-1,0 1-60,-1 0 1,-1-1 0,0 1-25,-6 0 0,0 0 0,3 0-4,-6 1 0,7 0 65,13-2 1,5-1-635,-18 4-1059,45-2-4026,24 0 5606,21 0 0,-4-2 0,-9-1 0</inkml:trace>
  <inkml:trace contextRef="#ctx0" brushRef="#br0" timeOffset="850942">2600 9824 19815,'20'-12'543,"-2"4"-302,-14 14 151,-1 4 100,-3 3-128,-10 7-156,-11 7-62,-19 7-99,12-15 1,-2 0 14,-23 14 36,8-10 0,-2-2-42,14-6 0,0-1-267,-14 5 1,1-1 218,13-6 0,2-1-2,-14 5 5,3-1-50,26-7 17,0 8 16,21 3 0,9 9 500,9 8-471,2 4-29,0 4 6,-3 5 39,-6 3-359,-5 6 351,-7-26 0,0 1 27,-2 4 1,0 0-543,1 25 545,-2-20 1,0 5 19,0 7 1,0 3-53,0-16 1,0 2 0,-1 1-661,-1 8 1,0 2 0,-1 0 648,-1-6 1,0-1 0,0 0-2,-2 1 0,-1 0 0,1-1-455,-1-1 0,0-1 1,1 0 481,0-2 1,0 0 0,0-1-181,1 19 0,0 0 293,2-2 0,0 0-20,2 0 0,0 0-42,1-1 0,0-1-47,0-1 0,1-2-32,-1-14 1,1 1 16,3 13 1,1 0 3,0-21 1,2-2-24,4 13 0,5-3-3,24 3-39,-13-30 0,5-5-78,7-8 0,4-7-292,10-6 0,3-6-1040,-11 1 1,1-2-1,0-1 1438,-3 1 0,0-1 0,-3 2 0,4-3 0,-4 3 0,7-4 0</inkml:trace>
  <inkml:trace contextRef="#ctx0" brushRef="#br0" timeOffset="883142">3673 4895 18565,'-28'-25'117,"0"1"1,-17-15-151,47 42 207,6 3 28,10 7 22,14 4 73,16 2-129,-16-9 0,1-1-484,9 0 1,2-1 514,9 0 0,4-2-67,-12-3 1,2 0 0,2-1-49,9 1 0,3-2 0,1 0-800,-8-1 1,2-1-1,1-1 1,1 1 740,-6-1 1,0 1 0,2-1 0,0 0 0,1 0-422,5 0 1,0-1-1,1 0 1,0 1 0,1-1 409,-8 0 0,0 1 0,1 0 0,0-1 0,0 1 0,1 0-5,0 0 0,0-1 1,1 1-1,-1 0 0,1 0 1,-1 0-238,0 0 1,1 1 0,-1-1 0,0 0 0,0 1 0,-1-1 225,-1 1 0,-1-1 0,1 1 0,-1 0 0,-1-1 0,0 1-2,8 0 1,-1 0 0,-1 0 0,0 0 0,-1 0 5,-3 0 0,-1 0 0,0 1 0,-1-1 1,0 1 2,7-1 1,0 0-1,0 1 1,-2-1-26,-4 0 0,0 1 1,-1-1-1,-1 0 23,12-1 1,-1 1 0,-2-1 5,-6 0 1,-1-1-1,-1 1-2,-6 0 1,0 0 0,-2 0 3,14 0 0,-3 0 0,-7 1 1,-2 0 653,-7 1 1,-2 0-615,21 0 1972,-18 0-2012,-13 2 2930,-11 0-3115,-7 2 515,-4 0-341,-1 1 0,-2-2 0,-2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1:09:35.1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2029 2295 23775,'-5'-50'892,"0"0"1,1 6-1,-3 7-506,-5 15-246,2 11-184,3 10 44,3 8 28,-2 20-28,-2 17-9,2-11 1,0 3-559,-2 18 1,0 2 510,2-5 0,2 0 5,-1 0 1,2-2-82,6-3 1,5-4-171,13 17 153,2-23 1,3-4 103,19 4-868,9-20 964,-21-23 89,3-23 61,-5-11-70,-12 13 1,0-3 492,0 1 0,-2-2-406,0-2 1,-2 1-68,4-8 112,-5 3-111,-12 29 987,0 3-1134,-2 9 18,-1 18-29,-1 6-22,1 5-162,0 9-415,8-4-2515,14 20-6711,7-12 8088,0-6 1,-11-23 0,-12-13-1</inkml:trace>
  <inkml:trace contextRef="#ctx0" brushRef="#br0" timeOffset="175">2672 2388 20944,'-28'-51'523,"1"1"0,1 4 0,3 8-669,4 17 1361,5 9-2229,17 15-1087,13 11-1892,3 4 3993,10 8 0,-16-15 0,0 1 0</inkml:trace>
  <inkml:trace contextRef="#ctx0" brushRef="#br0" timeOffset="609">3036 2369 22845,'-2'-7'1966,"-16"-23"0,-5-5-1501,4 8-292,-6-10 1,1 3 5,9 17-145,5 9-1,4 8-33,1 20-5,2 9-18,8 23-50,15 2-430,-2-25 1,2-2 384,18 15-95,-2-13 0,0-2 29,1 0-151,-2 0 1,-3 1 59,-13 0 46,-11 12 83,-21-17-241,-15-7 1,-7-3-650,-22-1 341,14-6 1,-1-3-97,9-9 0,3-5-1286,-19-24 598,19-5 159,23 8 1,4-2 799,4-23 1967,3 19 1,2 1 1112,1-15 309,1 10-1412,-4 24-770,-2 10 315,0 5-772,0 3-96,-1 8 176,-1 8-276,-2 13-62,-2 13-605,0 13-2327,4-23 0,0-1 2960,2 26 0,0-21 0,2-18 0</inkml:trace>
  <inkml:trace contextRef="#ctx0" brushRef="#br0" timeOffset="900">3583 2536 25186,'1'-60'689,"0"-1"0,0 1 0,-1 2-547,2 9 1,-1 1-867,1-1 0,-1 1 814,0 3 0,0 3-4,0 6 1,0 3 586,-1-10-589,-1 21 186,-1 15-276,-3 15-10,-4 16 4,-5 20 18,5-13 0,1 2 39,-1 7 0,1 2-65,1 5 1,3 1-93,1 4 0,4 1-666,4-1 0,4 1 80,4-3 1,4-1-1538,5-4 0,2-2 2235,-1-8 0,-1-3 0,8 7 0,-13-20 0</inkml:trace>
  <inkml:trace contextRef="#ctx0" brushRef="#br0" timeOffset="1066">3467 2430 23338,'-3'-5'2140,"1"1"-1760,2 4-391,18-69-274,17 38-907,-4-11 1,6 1-2705,8 25 1,4 7 3394,-3-1 1,-2 2 0,17-2 0,-27 6 0</inkml:trace>
  <inkml:trace contextRef="#ctx0" brushRef="#br0" timeOffset="1259">4320 2206 24687,'-9'0'1267,"2"0"-1144,7 0-2005,0 0-3938,107-54 4969,-49 40 1,2-15 0,-5 4 0,-24 25-1</inkml:trace>
  <inkml:trace contextRef="#ctx0" brushRef="#br0" timeOffset="1417">4320 2518 27018,'48'-20'-219,"0"1"1,-1 0-1,2 1 1,-1 0 0,-6 5-1,-7 6 1,-5 3 0,23-3-1</inkml:trace>
  <inkml:trace contextRef="#ctx0" brushRef="#br0" timeOffset="2532">6562 1895 26818,'-18'-36'-702,"1"0"1,-1 6 0,-5 7 1528,-10 23 0,-4 7 93,0-1 1,0 1-363,-2 1 1,0-1-176,-1 1 0,2 0 752,-19 5-893,23-7 0,2-1 535,3-2-498,-16-3-279,31-5 0,0-2 0,11 3 0,2 6 0,1 14-428,-2 18-217,-6 24 379,1-20 1,-1 1-461,-2 5 0,0 0 757,-1 3 1,1 1 21,1-1 1,2 1-148,2-2 1,2 0-210,4-3 1,3-1 138,3-4 0,3-3-117,4-4 0,5-3-133,3-4 0,5-3-96,4-2 0,3-5-226,7-2 0,3-3-760,4-3 0,2-3 1209,8-7 0,-3-2 0,-22 4 1,-3-1-1,25-10 0</inkml:trace>
  <inkml:trace contextRef="#ctx0" brushRef="#br0" timeOffset="2742">7134 1900 32065,'-33'3'-398,"7"1"298,14 40 1,7 15-421,0-16 0,2 1-1078,-1 0 1,1 3 0,1-1-1254,3 18 0,3-3 2359,1-3 0,0-4 0,0-17 0,0-5 0,3 7 0</inkml:trace>
  <inkml:trace contextRef="#ctx0" brushRef="#br0" timeOffset="2942">7763 2432 22895,'-3'-6'3367,"0"1"-2824,3 5-274,0 0-281,-36-15-139,27 35-347,-25 1-354,33 7 1,8 7 172,-2 4 1,0-3-1,2 6 1,0-4 0</inkml:trace>
  <inkml:trace contextRef="#ctx0" brushRef="#br0" timeOffset="3508">8331 2149 25987,'-15'-33'280,"2"11"-84,16 38-5,-8 1-57,-7 1-39,-8 0-33,-4-2-40,0-3 17,6-4 73,7-4 62,7-3-56,2-6-74,4-6 1,3-11-6,5-8-5,6-9-12,5-4-10,3 0 10,2 4 0,0 8-22,0 10-11,2 10 0,0 17-11,3 14 22,-4 18-6,-3 15 0,-16-19 1,-4 3-397,-6 7 0,-5 1 382,-6 7 1,-7-1 8,-7 4 0,-4-4 11,5-10 0,-2-3 14,-13 7 0,-1-6 19,-7-2-68,18-15 0,1-4 141,1-6-11,15-19-50,16-10-34,17-14-22,16-3-62,18 1 232,-21 17 1,1 2-362,3 2 1,2 2-183,-1 2 0,0 2-616,-1 2 1,0 2 999,1 4 0,-3 1 0,3-1 0,-6 5 0</inkml:trace>
  <inkml:trace contextRef="#ctx0" brushRef="#br0" timeOffset="4242">9241 2389 19216,'1'-9'4318,"-1"2"-3825,0 7 705,0 0-1142,-15 1-45,5 12 6,-18 18-101,10 17-210,8-18 0,1 2-3112,3 5 1,2 0 3405,4 14 0,2-9 0,3-28 0</inkml:trace>
  <inkml:trace contextRef="#ctx0" brushRef="#br0" timeOffset="4783">9668 2074 24273,'12'-49'211,"0"0"0,1 3 0,5 9-200,17 16 17,11 1-6,-11 11 1,12 2-18,-12 13-21,-1 10-29,-13 16 17,-5-1-17,-3 14-28,-5-4-28,-4 21 101,-9-13 28,-9 1 0,-4-24 68,-12-1 105,-2-8 79,4-4 158,3-4 10,16-10-252,5-3 207,4-12-246,8 1-40,8-9-66,10 5-35,8 3-4,-5 7-1,9 4-11,-7 10-23,16 13-5,-9 9-11,0 11 6,-18 3-23,-19 11-17,-17-7-527,-8-4 471,-20-7-224,-1-13-256,15-9 1,-1-1-736,-18 3 1344,-10-7 0,39-6 0,-5-1 0</inkml:trace>
  <inkml:trace contextRef="#ctx0" brushRef="#br0" timeOffset="4975">10617 2354 26133,'-31'54'-186,"0"-1"0,9-16 0,3-5 0,2-2 0</inkml:trace>
  <inkml:trace contextRef="#ctx0" brushRef="#br0" timeOffset="6842">11678 2149 19142,'-5'-47'1093,"1"0"0,-1 0 0,-4 1 1,-2 2-1,-2 6-629,-19-12-231,5 27 0,-2 6 30,-12 12-129,-9 15-55,2 17-29,6 19-28,21-7 1,4 2-387,5-11 0,1 1 361,0 19 0,3 2-299,6-12 1,3-1 273,1 11 0,5 2-23,3-3 1,6-1-20,12 2 0,5-5 64,-11-15 1,3-4 5,11 1 0,0-8 126,4-14-25,2-15 156,-7-27-5,-16-5-128,-5-5 150,-9 3 506,-11 12-640,-7-2 763,-9 11-870,-12 13-5,-6 17-39,-3 14-50,3 17-338,6 10-268,14 8-1887,14 4 2554,14-27 0,3-3 0,-1 5 0,9-6 0</inkml:trace>
  <inkml:trace contextRef="#ctx0" brushRef="#br0" timeOffset="7049">12293 2347 23427,'0'-6'3322,"0"2"-2874,0 4-482,-23-3-643,15 39-29,-16-16-145,25 21 1,6 2 0,-4-19 0,8 20 0</inkml:trace>
  <inkml:trace contextRef="#ctx0" brushRef="#br0" timeOffset="7465">13065 2053 21181,'0'-9'2050,"-7"-28"0,-5-6-1366,-7 9-553,5-8 1,-3 2 226,-19 19-190,-2 14-109,5 9 0,-1 6-28,5 2 0,-1 4-207,-4 7 1,2 4 181,8 2 0,3 1-6,-7 20-23,8 11 6,19-1-5,11-4-12,18-5 57,15-29-12,-3-14 45,15-17 22,-9-12 65,-12 1 0,0-3 5,-8 1 1,-1 0-581,2-6 1,-2 1 538,2-8 234,-2-2-134,-12 19-62,-1 1-122,-9 18-12,-10 19 0,0 6-5,-9 29-82,8-13 1,0 4-208,-1 5 1,2 2-221,1-7 1,1 3 0,1-1 155,1 4 0,1-1 1,1-4-1,-1-3 1,1-4-1,0 0 1,1 0-1</inkml:trace>
  <inkml:trace contextRef="#ctx0" brushRef="#br0" timeOffset="7700">13538 2483 25275,'0'-5'1888,"0"1"-1921,0 4-259,8 63-3468,-17-3 3760,4-18 0,0 5 0,-2-6 0,-9 18 0,-6-3 0</inkml:trace>
  <inkml:trace contextRef="#ctx0" brushRef="#br0" timeOffset="10099">14194 2058 23427,'-43'-9'304,"0"0"1,4-1-1,10 5-186,20 11 16,5-3 90,4-1 0,3-1-50,0 0-73,2 0-45,0 0-11,-3-1 28,-1 0-73,1 0 0,0 1 0,1 0 5,0 2-5,-1-2-1546,-2-1 1378,1 2 62,-1 0 83,1 0 68,-1 0 146,0-1-152,3-4-17,-1-1-5,4-2-17,-4 3-6,1 1-1214,-3 2-3452,-12 11 186,7-5 4486,-10 10 0,11-11 0,1 0 0</inkml:trace>
  <inkml:trace contextRef="#ctx0" brushRef="#br0" timeOffset="10858">14053 2125 10444,'5'-5'7841,"-1"0"-5807,-4 5 1427,0 0-3119,32-52-68,-24 38-195,24-38-57,-32 51 84,0 4-22,-1 2 90,-5 11-28,-6 8 66,-16 24-44,-3 5-1223,11-18 1,0 0 1082,-7 16-127,11-19 1,2 0 159,0 18-19,10-15 0,4-1-8,6 9 11,15-14 0,6-5-23,7-6-14,2-5 1,4-2 13,0-7 0,0-4 9,1-1 0,1-1-177,5-4 1,-2-3 181,-12-2 1,-3-2 2084,12-10-2003,-9-7 304,-21 2-372,-10-8-55,-32-8 16,-12 10-393,10 14 0,-2 3 399,-15-3-6,18 9 0,0 0 70,-27-9-53,4-2-22,1-3 27,25 2-22,11 4 17,8-14-11,11 5-22,9-10 5,12 8 797,11 7-780,9 7 11,8 6-28,2 6-17,-4 11 400,-7 8-417,-11 15 1,-11 13-12,-9-3-213,-11-3 1,-4 2-1480,-7 22 1058,1-11 1,0-4 0,1-10-1,2-8 1</inkml:trace>
  <inkml:trace contextRef="#ctx0" brushRef="#br0" timeOffset="11077">14956 2462 23506,'0'-3'2616,"0"1"-2107,0 2-666,-31 31-828,20 0 985,-7 7 0,3 2 0,11-7 0,4 7 0</inkml:trace>
  <inkml:trace contextRef="#ctx0" brushRef="#br0" timeOffset="11382">15225 2094 25085,'13'-44'573,"-1"0"0,2 3 1,5 8-333,26 9-135,8 10-50,7 12 0,-5 15-28,-4 15-791,-11 17 763,-23-17 0,-3 4-3,-2 3 0,-1 2-5,-1 3 0,-2 1-85,-2 1 1,-1-1-141,-1-1 1,-1-1-421,-1-2 0,-2-1-1137,-1-3 1,-1-2 1789,-4 26 0,1-26 0,1-10 0</inkml:trace>
  <inkml:trace contextRef="#ctx0" brushRef="#br0" timeOffset="11542">15246 2437 24752,'45'-32'-283,"0"-1"1,0 1-1,-2 3 1,0 1 0,-1 7 282,10 11 0,-5 5 0,8-2 0,-7 5 0</inkml:trace>
  <inkml:trace contextRef="#ctx0" brushRef="#br0" timeOffset="12800">16199 2592 22156,'0'-4'3063,"0"1"-1959,0 3-992,-23 9-151,3 21-364,-2-5 0,-1 3-4513,3 8 1,2 1 3837,2-7 0,2-2 0,-6 11 0,14-27 0</inkml:trace>
  <inkml:trace contextRef="#ctx0" brushRef="#br0" timeOffset="17675">16645 2179 23019,'12'-56'1047,"-1"-1"0,-1 6 1,-1 8-533,-2 10-252,-3 14-190,-3 11-34,-1 15 17,-5 13-11,-3 19-28,-7 20-390,6-24 0,1 2 373,0 3 0,1 0-20,2-2 0,3 0 17,4-4 1,3-1 7,14 16 12,15-20 45,6-19-6,4-20 112,2-16 45,-2-16-143,-23 18 0,-1-2 86,15-25-16,-7 6-16,-9 11-46,-8 13-56,-6 11 736,-4 10-775,1 13 11,0 16-44,3 18-45,-2-16 0,-1 2-526,2 4 0,-1 1-104,1 2 0,0 1-1415,0 1 0,2 1 2140,1 3 0,0-3 0,0 6 0,1-7 0</inkml:trace>
  <inkml:trace contextRef="#ctx0" brushRef="#br0" timeOffset="18059">17471 2008 24665,'-16'-55'627,"-1"1"1,1 5-1,9 9-481,17 18-96,12 7-16,16 4-12,14 5-19,-20 4 0,1 1 19,3 1 1,0 2-26,0 1 0,-2 3 0,-2 1 0,-2 3 15,19 15-1,-15 11 22,-14 7-27,-12 8 22,-9-8 19,-3-7 1,-1 2-9,-2 19-281,1-14 0,1 1 233,3-7 1,0 0 5,0 1 1,1 0 2,2 0 0,1 1-6,1-2 0,1-1 6,1-1 0,0-1-33,1 28-150,-20-8 88,-27-7-124,5-25 1,-4-4-2049,-10 1 1,-1-3-874,6-4 1,0-1 3139,-5 0 0,4-2 0,10-3 0,0 0 0</inkml:trace>
  <inkml:trace contextRef="#ctx0" brushRef="#br0" timeOffset="20116">3333 4115 26178,'-9'-12'95,"2"19"-112,5 21 0,3 9-109,-2-1 0,0 1-376,0 1 1,0 1-1177,0-1 0,1-1 1678,3 2 0,0-4 0,-1 5 0,3-9 0</inkml:trace>
  <inkml:trace contextRef="#ctx0" brushRef="#br0" timeOffset="20457">3623 3915 25102,'-49'-15'50,"11"13"-50,46 43-33,7-4 21,13-7 7,4-13 55,1-11 107,-3-15 73,-7-11 89,-8-13 40,-7-7-51,-12-5-67,-12-10-225,0 18 52,-7-5-40,10 27-45,0 2-28,4 9-140,2 22-33,4-2-1239,3 27 1457,12 4 0,-6-16 0,5 1 0</inkml:trace>
  <inkml:trace contextRef="#ctx0" brushRef="#br0" timeOffset="20667">4247 4107 25122,'42'-31'-292,"-1"-1"1,0 1 0,-4-8 0,-3 9-1,17 18 1</inkml:trace>
  <inkml:trace contextRef="#ctx0" brushRef="#br0" timeOffset="20841">4339 4359 27970,'49'-25'-895,"-1"0"1,3 1 0,-1 1 894,-9 8 0,-3 1 0,13-3 0,-22 8 0</inkml:trace>
  <inkml:trace contextRef="#ctx0" brushRef="#br0" timeOffset="25692">5400 3973 23439,'-1'-56'855,"-1"0"0,0 6 0,-6 12-609,-16 24-134,-5 16-50,-3 16-40,1 18-5,2 16-931,18-22 0,3 1 914,-3 21-156,14-16 0,6-1 145,14 8 11,-2-15 0,3-2 11,31 1-11,-23-17 0,0-4 5,1-4 1,-1-3 39,25-12 67,-16-11 50,-17-11-16,-16-9-34,-15-7 0,-13-4-62,-3 10 3,3 14 1,-1 3 2,-10-3 1777,-9-6-1856,13 24 297,5 12-459,6 14-728,6 13-3820,12 15 4733,10 0 0,-1-13 0,-1-12 0</inkml:trace>
  <inkml:trace contextRef="#ctx0" brushRef="#br0" timeOffset="27109">6437 4266 24456,'-17'53'-120,"1"-1"1,0 1-1,2 0 1,1-7-1,-10 2 1</inkml:trace>
  <inkml:trace contextRef="#ctx0" brushRef="#br0" timeOffset="27675">7684 4114 21765,'0'-8'3327,"0"1"-2693,0 7-292,0 0-312,-46-14-42,25 41 8,-30-17-1,41 21 1,7 7-41,1 19 43,5-23 1,4 0 13,9-2 0,5-4 5,28 7-12,7-12 3,-23-21 1,0-5 103,17-11 78,5-11 107,-17-9 106,-20-17-229,-18 4-112,-8 0-6,-15 5-28,1 12-269,-16-5-258,13 15-349,-12 9 0,27 11 0,-5 2 0</inkml:trace>
  <inkml:trace contextRef="#ctx0" brushRef="#br0" timeOffset="28683">8464 4090 25359,'-32'-23'98,"-1"-1"1,-8-8-71,64 45 6,23 5-26,-15-7 0,3 0-408,7 2 0,1 1 403,2 1 0,0 2-9,-2 1 0,-2 2 6,-6 1 0,-5 2 0,7 13 58,-29 24-36,-30-17-19,1-11 0,-4-1-419,-6-6 1,-4-2 440,-2-2 0,-1-1-3,1-3 1,0-3-20,7-2 0,2-3-227,-8 1-544,25-9 768,35-12 0,-11 6 0,14-5 0</inkml:trace>
  <inkml:trace contextRef="#ctx0" brushRef="#br0" timeOffset="28909">9285 4085 22951,'-4'0'2151,"0"0"-1837,4 0-555,64-57-1389,-33 48 1,3 1 555,7-11 1,5-4 0,0 7 578,16 14 1,-3 6 0,-22-4-1,-4 1 1,26 4 0</inkml:trace>
  <inkml:trace contextRef="#ctx0" brushRef="#br0" timeOffset="29075">9419 4436 19652,'-4'1'5371,"0"0"-4788,4-1-5893,119-56 4501,-88 45 0,0 0 1,11-8-1,5-4 1,-9 7-1,-6 8 1</inkml:trace>
  <inkml:trace contextRef="#ctx0" brushRef="#br0" timeOffset="29699">10267 4285 21389,'7'-52'577,"1"-1"1,-1 1 0,1 0 0,-1-4 0,0 3 0,-1 5-455,-1 5 1,-1 8 167,-3 2 757,-1 23-1048,-2 10-12,1 40 46,-2 20-792,2-24 1,0 2 765,-1 13 0,-1 1 0,0-6 1,0 1-131,0-2 1,0 3 0,-1-3 121,1 9 0,-1-3 5,0-1 1,0-6 5,1-5 473,0-20-395,2-29-72,0-2 25,0-17 0,2-8-39,2 5 0,-1-2 593,0-7 0,1-2-579,3-6 0,0 1 561,0 9 0,0 1-536,2-12 0,0 2-8,2-11 22,-2 11-78,-7 41 5,-2 7 278,0 25-345,1 33-42,2-24 0,0 2-1065,2 13 1,1 2-205,3-3 1,1-2-1919,-1-7 0,0-2 2735,0 5 1,1-5-1,-2-8 1,-1-1 0</inkml:trace>
  <inkml:trace contextRef="#ctx0" brushRef="#br0" timeOffset="29908">11749 3973 26922,'-45'22'-10,"0"1"0,-1-1 0,3 2 0,0 1 0,6 4-388,2 19 1,6 4-1898,6-15 0,1 1 0,1 0 2295,-9 14 0,4-4 0,8-14 0,2-4 0,-2 6 0</inkml:trace>
  <inkml:trace contextRef="#ctx0" brushRef="#br0" timeOffset="30066">10995 4337 24822,'-14'-52'599,"0"1"1,-1 2-1,11 11-515,25 25-73,11 9 0,7 5-28,7 6 1,4 4-1145,-3 2 1,2 2 0,1 2 484,0 4 0,-1 2 0,0 2-2601,1 3 0,-2 2 0,-2-1 1846,7 5 1,-5-2-1,-14-6 1,-8-4-1,-10-8 1</inkml:trace>
  <inkml:trace contextRef="#ctx0" brushRef="#br0" timeOffset="44749">2674 6224 19344,'8'-61'873,"1"0"1,-1 0 0,-1 6 0,0 2 0,0 7-538,0 6 1,0 7 624,0-11-480,-1 14-143,-6 21-315,2 9 173,-5 19-134,-4 23-68,1-9 1,-2 3 7,-3 10 1,-1 3-479,-2 8 1,-1 2 473,4-18 0,0 0 0,1 0-4,-2 17 1,1-1-250,3-8 0,4-3 149,7-8 0,6-4-650,24 15 47,-5-32 0,5-7-759,7-3 1,4-6 1113,12-8 1,-3-2 0,9-1-1,-4-7 1</inkml:trace>
  <inkml:trace contextRef="#ctx0" brushRef="#br0" timeOffset="45066">3616 6011 21629,'-5'0'3154,"1"0"-2000,4 0-1109,-42-9-23,32 6-11,-29-7 6,43 10-45,4-1-39,-1 0 22,0 1 0,-3 1 0,-1 1 40,-2 2 10,0-2-296,-1 0-1535,3-4-1439,1 0 3265,4-3 0,-4 3 0,0 0 0</inkml:trace>
  <inkml:trace contextRef="#ctx0" brushRef="#br0" timeOffset="45525">3243 6484 26833,'31'-46'67,"1"1"0,-2 2 0,0 9-50,7 12 11,0 1-5,-2-2 10,-4-4 34,-2-7-5,-3-9-12,-3-10 6,-5-4 51,-3 2 94,-7 11-21,-5 14-74,-8 14-72,-5 9-12,-6 6 0,-4 11-27,-4 9 10,-4 16 7,1 12-24,3 10 12,7-7-8,8-12 0,3 1-9,1 12-3,3-14 1,4-1-116,10 13-240,14-6-538,13-8-1182,15-11-2152,-21-16 1,2-4 4246,-2-3 0,-2-1 0,12-2 0,-18-2 0</inkml:trace>
  <inkml:trace contextRef="#ctx0" brushRef="#br0" timeOffset="45749">4180 6115 21773,'14'-47'1040,"1"0"1,-1 1-1,6-17 1,-9 7-492,-19 4 197,-10 13-522,-13 14 57,-4 12-203,-2 11 15,3 16-82,2 17-20,17-4 1,2 5-429,-2 11 0,2 3 431,-1 14 1,3 4-12,3-13 0,1 2 0,1 1-624,1-8 1,1 2 0,1 0 0,-1 1 543,1 4 1,1 2-1,-1-1 1,1-1-52,0 6 1,0-2 0,-1 3-497,1-11 1,0 3 0,0 1 0,-1-1 0,0-4-1874,-2 5 1,-2-3-1,0 1 2517,1-3 0,0 3 0,-1-2 0,1-7 0,-3 1 0,0-8 0,-4 1 0</inkml:trace>
  <inkml:trace contextRef="#ctx0" brushRef="#br0" timeOffset="45882">3645 7419 15105,'8'-57'948,"0"0"1,0 0 0,-1 1 0,1 3 0,0 1 0,1 1 0,0 4-712,2 1 0,1 3 1,1 1-674,6-17 1,2 3 410,0 5 0,3 2-311,3 3 0,3 3-998,5 2 1,4 3 1333,9 0 0,0 4 0,-19 14 0,-3 2 0,29-11 0</inkml:trace>
  <inkml:trace contextRef="#ctx0" brushRef="#br0" timeOffset="46209">4602 6390 21411,'-4'3'4531,"0"0"-2459,4-3-1976,-8-18-35,23-10-27,0-27-18,3 21 1,4-4-1274,1-17 0,-1-2 1268,-7 16 0,-1-1 2,-3 0 0,-1-2 0,-2 2-309,-4 1 1,-2 2 342,2-5 1,-3 1 70,-6-19-67,-3 26-51,-1 21 0,1 12 2355,5 16-2355,-1 17 0,1 26 0,2-3 0,-1 3 76,2-15 1,-1 2-80,1 4 1,1 4 0,0-2-999,1 7 1,1-1 611,0-8 1,0 2 0,1-1-649,-1 0 1,1 0 0,0-2 595,1 14 0,0-6 0,-1-17 0,-2-5 0,1 3 1</inkml:trace>
  <inkml:trace contextRef="#ctx0" brushRef="#br0" timeOffset="46375">4654 6233 26374,'42'-36'-709,"0"1"0,0-1 1,6-10-1,-2 9 1,-3 23-1,-4 6 1,-5 1-1</inkml:trace>
  <inkml:trace contextRef="#ctx0" brushRef="#br0" timeOffset="46592">5365 6076 27690,'37'-22'-926,"0"-1"0,1 0 1,7-4-1,2 5-3393,14 12 1,0 8 4318,-22 2 0,-5 2 0,8 0 0,-21 2 0</inkml:trace>
  <inkml:trace contextRef="#ctx0" brushRef="#br0" timeOffset="46743">5520 6248 28440,'59'-17'-605,"-1"1"0,1 0 0,-4 1 1,0 1-1,-7 3-3715,-6 3 0,-4 2 4320,1 1 0,-4 2 0,-8 0 0,-3 1 0</inkml:trace>
  <inkml:trace contextRef="#ctx0" brushRef="#br0" timeOffset="48475">6579 6005 22262,'2'-58'1090,"1"0"1,-2 8-1,-1 6-675,-4 6 365,-1 18-690,1 12 144,2 17-195,1 16-5,0 23-29,-1-15 1,-1 2-308,-1 7 0,0 0 302,0-6 0,0-1-3,-5 17 0,0-1 48,-4 5 101,4-19 1,1-4-24,0-5 129,5-16-129,2-13 17,3-27-78,6-12-29,-2 6 1,1-2 72,2-3 1,1 0-85,1-5 1,0 1 10,0-1 1,0 3-31,-3 9 0,0 0 27,2-3 1,-1 3 25,-1 3-33,1-2-18,-7 23-16,0 10 586,0 12-575,1 15 0,0 22 0,-4-18 0,-1 3-351,-1 5 1,-2 2 350,-1 1 0,-1-1 0,0-1 0,0-2-13,3-5 1,0-3 12,-1 15 0,4-21 0,1-15 0,0-12 0,3-11 699,-1-3-699,4-17 0,3-17 0,-1-7 0,-2 15 0,0 1 0,0-7 27,-1-12-27,-4 29 0,-3-3 0,-1 8 0,-1 8 0,1 7 0,1 5 0,1 3 0,0 1 0,1 5 0,0 0 0,-1 5 0,2 0 0,1 4 0,-1 2 0,0 7 0,-3 7 0,-5 6 0,-3 6 0,-1-2 0,4-7 0,4-9-13,3-11 26,3-6-13,2-11 0,3-4 0,-1-6 0,0-4 0,-3 0 0,-2 0 0,-2 0 0,0 1 0,0-2 0,0-3 0,0-5 0,1-4 0,1-1 0,1 2 0,-1 7 0,0 10 0,-1 7 0,-1 7 0,0 8 0,-2 7 0,0 10 0,-3 6 0,1 4 0,-1 0 0,0 3 0,0-15 0,1 3 0,2-14 0,1-2 0,0-4 0,1-3 0,0-3 0,-1-9 0,-1-2 0,-1-9 0,0-2 0,0 0 0,1 1 0,0 6 0,1 5 0,1 6 0,0 2 0,0 1 0,0-2 0,0 0 0,0-3 0,0 0 0,0 0 0,0 3 0,0 1 0,0 1 0,0-1 0,0-2 0,0-1 0,0-1 0,0 2 0,0 0 0,0 1 0,0 1 0,0 0 0,0-1 0,0 2 0,0-1 0,0 0 0,0 0 0,0 1 0,0 0 0,0-1 0,0 1 0,0 11 0,-1 8 0,-1 18 0,-4 10 0,-6 11-126,3-24 1,-1 1-789,-2 4 1,-1 1 350,-2 6 1,1-2 0,-4 8 0,4-7 0</inkml:trace>
  <inkml:trace contextRef="#ctx0" brushRef="#br0" timeOffset="51116">906 8405 22811,'-24'-46'752,"0"-1"1,1 1-1,-1 9-208,-7 14-393,-3 6-112,-5 15 1,9 20-29,6 6 17,1 21-17,9 15 0,5 3-192,10-28 0,4 0 181,20 16 0,-4-26 0,2-1-6,19 13-8,-10-13 0,3 0-3,2 2 1,1-1-1,-3 0 0,0 0 6,0 1 0,-6 1 0,-12 8 5,-22-9 9,-20-7 0,-10-2-3,3-4 0,-4-3-416,-16 6 1,-3-2 261,8-6 0,2-3-351,6-3 1,3-3-537,-9-7-5607,22-26 6648,23 0 0,1 5 0,5 9 0</inkml:trace>
  <inkml:trace contextRef="#ctx0" brushRef="#br0" timeOffset="51316">1278 8035 25814,'4'59'36,"0"-1"0,-2-6 1,0 2-1,0-4-131,-1-4 0,-1-1-910,0-1 0,0 3 0,-1-1-110,0 11 1,-1-3-3530,0-3 1,0-3 4258,0-9 0,1-4 0,-1 5 0,1-22 1</inkml:trace>
  <inkml:trace contextRef="#ctx0" brushRef="#br0" timeOffset="51808">1305 8790 15676,'0'-8'6794,"0"2"-6209,-4-26 0,-1-4 210,-2 13-554,1-15 0,0 4-45,1 26-157,12 3-22,13-1-11,21-1-6,18-3-425,-21 3 0,1 0 400,6-1 0,0-1 25,2-1 0,0-1 19,-4 0 1,-3-1 30,-7 1 1,-5 0 190,6-8-84,-21 5 380,-27-1-262,-7 7-51,-20 1-28,-5 14-73,-1 9-11,3 12-62,7 8-38,13 3 848,14-1-899,21-4-11,19-10 44,20-10-11,13-11 17,-31-6 0,1-4-11,25-12 34,-12-11 44,-16-9 39,-14-9 62,-17-4 17,-16-3-28,-14 8-45,-11 10-73,-5 17-22,-3 14-45,3 20 0,9 15 45,10 19-322,19-18 1,4 3 293,1 5 0,3 2-73,5 6 0,4 1-165,4 4 0,4 0-527,7 3 0,5-1-1379,5 0 0,5-3 2155,-6-18 0,1-1 0,-2-3 0,-3-2 0,-2-3 0,27 9 0</inkml:trace>
  <inkml:trace contextRef="#ctx0" brushRef="#br0" timeOffset="52249">2314 8928 24404,'13'-41'754,"-1"-1"1,1 1 0,3-14 0,-3 7-351,-4 6-1,-5 19-274,-3 13-50,-1 18-79,-3 16 6,-2 22-6,2-14 0,0 1-398,-1 7 0,1 2 378,-1 4 1,0 0-68,-2 4 0,-1-1-31,-2 1 1,-1-1 66,-1-5 1,0-3 124,-8 19-40,7-27 5,5-32-33,5-21-1,0-20 18,2-17-4,0 22 1,0-3-476,0-5 1,0-3 466,2-5 1,0-1-1,1-4 0,2 1 11,1 0 1,1 1-1,3 6 1,1 1 186,0 6 0,3 2-212,0 6 0,3 2 20,19-19 0,6 13 0,-1 14-23,-2 13-28,-6 16 34,-8 14 12,-10 19-40,-13 13 22,-17 8 192,2-28 0,-4-1-206,-3-1 1,-4-2-12,-1-2 0,-2-4 200,1-2 0,0-4-174,-22 7-331,12-12-1120,16-12-5294,23-16 6750,14-6 0,-2 3 0,0 6 0</inkml:trace>
  <inkml:trace contextRef="#ctx0" brushRef="#br0" timeOffset="52442">2998 8568 24995,'-3'0'2011,"1"0"-2072,2 0-1250,47-37-4413,-3 23 5724,-5-7 0,0 1 0,0 14 0,-17 4 0</inkml:trace>
  <inkml:trace contextRef="#ctx0" brushRef="#br0" timeOffset="52792">3382 8371 26374,'27'-49'82,"0"1"0,-1 4 0,4 9-60,24 19-16,2 15-17,-2 23 8,-28-2 0,-4 5-478,-2 7 0,-6 4 469,-4 3 1,-7 1 11,-8 0 0,-6 0 22,-5-3 1,-6-2 22,-5-3 0,-3-3 47,-2-1 1,-1-3 24,-1-3 1,1-1-26,3-4 1,1-1 275,-16 6-390,20-11 190,21-6-146,24-5-83,22-6-37,-11 0 0,2-1-405,7-2 1,3-2 34,3 0 1,2-1-648,3 1 1,2 2-460,6 2 0,-1 2 1094,-4 3 1,-4 3 0,-14-1 0,-4 1 0,6 4-1</inkml:trace>
  <inkml:trace contextRef="#ctx0" brushRef="#br0" timeOffset="53108">0 9761 23075,'0'13'1047,"0"-3"-367,30-13 1,19-9-506,1 6 1,6-1 0,2 0-1561,-11 0 1,0 0 0,3-1-1,3 1 1412,-1 1 0,4 0 0,3 0 0,1-1 1,-1 1-1,-1 1-196,-5-1 1,-1 1 0,0-1-1,0 1 1,2 0 0,2-1 171,2 1 0,2-1 0,1 0 0,1 0 1,1 0-1,-1 0 0,1 0-49,-8 1 1,1 0 0,-1 0 0,1 0 0,0 0 0,1 0 0,1 0 0,1 1 54,-3-1 1,2 1-1,1 0 1,2 0-1,-1-1 1,1 1-1,-2 0 1,0 0 0,-3 1-1,-1-1-151,5 0 0,-2 0 1,-2 1-1,-1-1 0,0 1 1,2-1-1,4 1 139,-7 0 1,2 0 0,2 0 0,2 0 0,-1 0-1,1 0 1,-1 0 0,-1 0 0,-3 0 0,-3 1-69,12-1 0,-4 0 0,-3 0 0,0 1 0,1-1 0,2 0-438,-2 1 0,2-1 0,1-1 0,1 1 0,-2 0 1,-1 0-1,-2 0 509,10 0 0,-1-1 0,-3 0 0,-3 1 0,-4-1 0,9 1 0,-6-1 0,-7 1 0,-11 0 0,0 0 0</inkml:trace>
  <inkml:trace contextRef="#ctx0" brushRef="#br0" timeOffset="54899">6297 8553 22520,'0'-61'1124,"0"1"0,0 8 0,-1 5-592,-1-10-241,0 27-235,0 17-78,-1 14 11,1 18 11,-3 21 16,-1 22-517,2-23 1,-1 1 494,0 4 1,-1 0 5,0 0 0,0 0-70,-1-4 0,1-1 47,-3 21 34,4-24 135,3-20 0,1-19-74,1-18 1028,2-20-954,0-17-68,0 24 1,1-3-169,0-2 1,0 0 148,1-1 0,1 1-20,0 2 0,0 2 28,5-19-28,-2 22-39,-4 20-11,-3 23 39,-1 19-28,-2 23-23,1-20 1,-2 2 27,2 4 1,-1 1-200,1 2 1,1 0-667,4 0 1,3 0 859,3 3 0,1-4 0,3 6 0,2-10 0</inkml:trace>
  <inkml:trace contextRef="#ctx0" brushRef="#br0" timeOffset="55182">7167 8385 23984,'-42'10'43,"0"0"0,1 0 1,-21 7-1,7 6-7,17 9 1,4 3-32,2-2 1,4 1-28,5-4 0,4 1 1356,-2 20-1290,17-10 447,21-11-519,26-11-179,7-14 0,5-3-401,2-3 1,2-3-919,-8 1 0,2-2 1,-2 0 1525,8-3 0,-6 0 0,-16 2 0,-5 2 0,4-2 0</inkml:trace>
  <inkml:trace contextRef="#ctx0" brushRef="#br0" timeOffset="55682">7899 8380 20520,'-4'0'3171,"0"0"-1166,4 0-2078,41-35-297,6 25-1671,11-9 0,5 4-1524,-11 15 0,1 6 3327,6-1 0,-5 1 1,3 4-1,-26-2 0</inkml:trace>
  <inkml:trace contextRef="#ctx0" brushRef="#br0" timeOffset="55832">7991 8801 25942,'54'-19'-341,"0"-1"0,0 1 0,0 1 1,3 0-1,-1 0 0,-3 3 341,-2 1 0,-4 3 0,0-1 0,-1 0 0,-2 1 0,-3 0 0,0 3 0,-1-1 0</inkml:trace>
  <inkml:trace contextRef="#ctx0" brushRef="#br0" timeOffset="62641">9264 8193 24463,'-4'-59'889,"1"0"0,0 11 0,1 6-716,2 7 29,0 19-146,-1 12 22,0 44-67,0 5-120,0-10 1,-1 2 105,0 5 1,-2-1-387,1-3 0,-1 0 375,-1 9 0,1 1 14,0-3 0,2-2-3,2-3 0,1-4 3,3 8 17,6-12 67,-1-29 23,5-14-35,3-17-5,-5-3 1,-2-4-32,-2-2 1,-2 0-294,0-1 0,-1-1 288,-5-5 0,-3 1 2,1 7 1,-2 0-6,0-5 0,-1-1-1159,0 7 1,0 2 1174,-2-4-38,1 17-56,3 23 10,1 16 29,0 19 0,2 21-12,2-12 1,1 2 11,-2-14 0,1-1 2,2 18 1,0-2 548,-1-6-532,-1-6 1,-1-1 8,0-2 27,0 3 7,-1-33-23,0-52 17,0-6-3,3-5 0,1-2 1534,-2 24 0,0 0-1548,7-25 0,0 3-11,0 14-17,-2 8 0,0 5 0,-3 13 0,0 7 0,-2 35 0,-1 16 0,2 12-439,-1-15 1,1 2-24,1-4 0,1 2-1568,1 11 0,2 0 2030,-1-5 0,1-4 0,2 12 0,-3-24 0</inkml:trace>
  <inkml:trace contextRef="#ctx0" brushRef="#br0" timeOffset="63141">10388 8183 26844,'-27'45'33,"1"-1"1,-1 1 0,2-4-1,0-1 1,1-8-17,-13 7 61,-6-9 96,14-21-12,-4-12 73,2-32-89,12-18-276,11 23 1,1-2 185,4-11 0,2-4 17,4-9 0,2-1-12,-2 0 1,1-1-292,0 14 0,1 1 1,0 2 301,-1-3 1,0 4 46,1-23-119,-3 25 0,-2 9 0,0 19 0,0 0 0,0 9 288,1 16-288,2-1 0,4 15 0,2 6 0,11 25-33,-5-14 1,3 3 32,0-5 0,2-1 0,3 2 0,2-1 0,-5-8 0,2-1 0,9 8 0,4 2 0,-7-13 0,3 0 0,0 1-16,2 0 1,0 1 0,1 1-527,5 4 0,1 1 0,-2-1 284,4 10 1,-5-3 44,-10-11 1,-7 2-1704,-13 16 1,-12 0 1915,-16 5 0,8-23 0,-1-4 0,-6-6 0</inkml:trace>
  <inkml:trace contextRef="#ctx0" brushRef="#br0" timeOffset="63633">11100 8543 23584,'3'0'3411,"0"0"-2000,-3 0-1338,17-37-6,-25 15-11,8-33-39,-22 30 35,-11-28-52,17 21 0,3-3 0,3-4 0,8 0 0,4-1 0,0-2 0,2 0 0,2 0 0,1 1 0,7-4 0,0 3 0,6-13 0,-8 18 0,0 2 0,-1-4 0,-6 17 0,-5 12 0,-2 6 0,0 3 0,-3 5 0,-1 9 0,-3 12 0,2 19 0,3 14-463,8-21 1,3 1 462,4 6 0,4 2 0,8 6 0,3 1-441,-6-15 1,2 1-1,0 0 441,1 0 0,1 1 0,1-1 0,-2 0 0,0-1 0,-1 1-659,9 15 0,-4-1-360,-4-3 0,-4 0 1019,-8-1 0,-3-4 0,1 5 0,-11-11 0</inkml:trace>
  <inkml:trace contextRef="#ctx0" brushRef="#br0" timeOffset="66682">12398 8291 21814,'0'-50'766,"0"0"0,0 0 1,1 4-1,-1 0 1,0 5-415,-1-2 1,0 5 134,-2-20-240,-1 26-214,1 18-100,1 15 84,1 17 0,0 17-17,1 20 2,1-21 1,0 2-307,0 4 0,0 1 298,1 2 1,-1-1 10,0 1 1,-1-2-108,-1-3 0,0-2 91,-2 21 16,1-18 79,0-20 73,2-15-28,3-18 518,5-16-597,5-20 0,-5 18 1,-1-2-223,-1-3 1,0-3 216,-2-1 0,0-2-9,-2-1 1,-1 1-7,0 1 1,0 3-6,-2 6 1,1 2 7,-1-8-89,-1 22-22,0 19 44,1 18 45,1 18 17,0 17-42,0-22 0,0-1 691,0 21-677,0-15 0,0-1-34,2 13 37,0-17 0,-1-1 36,4 8-22,-2-13 22,0-14-5,-2-7-29,-1-12-44,-3-7-146,-1-10-492,-2-8-1491,1-3 2168,7-2 0,-1 17 0,4 2 0</inkml:trace>
  <inkml:trace contextRef="#ctx0" brushRef="#br0" timeOffset="67099">13451 7922 26390,'3'-42'73,"0"9"-22,-4 41 33,-5 8-12,-9 14 35,-19 11-63,10-16 1,-2 1-683,-8 2 0,0-2 663,6-4 0,-1-1 3,-9 5 0,3 0-28,3 2 12,-4 8 27,32-15 22,17-5-10,13-3-29,17-3-16,-3-4-32,-10-3 1,3-1-255,7-1 0,3 0-236,1-1 1,2-1 515,14-1 0,-5-1 0,-2 0 0,-8-1 0</inkml:trace>
  <inkml:trace contextRef="#ctx0" brushRef="#br0" timeOffset="67508">14170 7968 25746,'-4'-44'-39,"18"7"-135,17 29 0,8 7-1102,3-2 1,3 0-145,5 1 0,2 1 749,5 2 1,-4 1-1,10-2 1,-12 3 0</inkml:trace>
  <inkml:trace contextRef="#ctx0" brushRef="#br0" timeOffset="67666">14219 8266 20739,'-7'2'4677,"2"0"-4313,5-2-549,0 0-762,86-29-3454,-51 19 1,2-1 4400,5-2 0,4-2 0,-5 2 0,17-2 0,-28 7 0</inkml:trace>
  <inkml:trace contextRef="#ctx0" brushRef="#br0" timeOffset="70458">15214 8005 22587,'5'-43'862,"0"0"1,-1 1 0,2-16 0,-2 7-343,0-4-189,-3 20-197,-1 16-151,0 13 29,0 42-29,0 10 14,0-4 0,0 4-235,-1-2 1,0 0 240,0 2 0,-1-1-6,1-1 0,-1-1 11,1-4 1,0-3 25,1 25-46,0-19 130,1-19 123,0-14-90,1-20-106,-1-5 78,2-43-17,-1 3-489,-1 12 0,0-3 405,0 4 1,0-1 2,-2-2 0,-1 1-94,0 2 1,0 3 96,-1 6 0,0 4-12,-2-7-27,1 26 11,0 29 0,0 23-14,1-10 0,1 3 370,0 6 1,1 2-366,0 2 1,0 1 2,0-1 1,2-1 7,0-1 1,1-3-6,0-5 1,0-2-4,3 16 311,-3-23-181,-1-19-40,-4-24-23,-2-20 12,0-23-26,2 23 1,2-2-307,2-3 1,2-1 280,1 1 1,1 0-20,2 4 0,2 2-3,6-17 534,-4 23-534,-4 29-281,-4 30-1875,-4 30 1518,-4-9 0,-1-1 1,2 8-1,-7 3 1</inkml:trace>
  <inkml:trace contextRef="#ctx0" brushRef="#br0" timeOffset="71408">16265 7988 23489,'6'-60'1066,"1"-1"0,-2 8 0,-1 8-584,-1 15-286,-3 16-163,-1 12 1,-4 29-23,0 13-11,2-9 0,2 3 14,3-1 0,3-1 48,15 26 22,20-11-324,-12-27 1,4-4 301,7-4 0,2-5 5,8-3 0,2-5-685,7-7 1,1-4 641,-15 0 0,1-2 1,1-2-546,7-4 0,1-2 1,2-2 531,-7 3 0,1 0 0,2-1 1,1 0-450,-4 2 0,0 0 1,2-1-1,1 1 0,2-1 439,-5 3 0,2 0 0,0-1 0,1 1 0,1 0 0,0 0-222,5 0 1,0 0-1,1 0 1,0 0 0,1 1-1,0 1 213,-8 1 0,1 2 0,0-1 0,0 1 0,1 1 0,-2 0 0,1 0-18,6 0 1,-1 0 0,1 1 0,-1 1 0,-1 1 0,-2 0-138,4 1 1,-1 0 0,-1 1-1,-2 2 1,-4 3-1308,16 2 0,-6 4 1,-6 3 1469,-4 6 0,-10 4 0,-10 11 0,-29-8 0</inkml:trace>
  <inkml:trace contextRef="#ctx0" brushRef="#br0" timeOffset="86216">5349 10312 25741,'-20'1'67,"5"21"-140,12 12 0,3 8-836,-3 1 1,-1 1-666,0 2 0,-1 0 1206,1 2 1,0-3-1,-1 5 1,4-9 0</inkml:trace>
  <inkml:trace contextRef="#ctx0" brushRef="#br0" timeOffset="86574">5725 10103 25247,'-49'-28'51,"11"12"-57,45 50-11,5-3 1,8-3 10,2-8 51,0-9 90,-3-9 33,-2-13 61,-6-10 91,-5-11 4,-11-6-60,-8 1-52,-9 2-94,-5 5-56,0 8-34,2 8-34,5 7-72,3 11-135,5 11-661,5 14-2167,12 14 3041,19 14 0,-10-25 0,9-2 0</inkml:trace>
  <inkml:trace contextRef="#ctx0" brushRef="#br0" timeOffset="86774">5972 10415 25769,'46'-26'-554,"0"0"0,0 0 0,-1 2 1,0 2-1,-5 7 0,20 11 0,-14 4 1</inkml:trace>
  <inkml:trace contextRef="#ctx0" brushRef="#br0" timeOffset="86917">6090 10615 20649,'-5'1'4139,"2"0"-3713,3-1-426,86-31 0,-64 23 0,21-8 0,0 1 0</inkml:trace>
  <inkml:trace contextRef="#ctx0" brushRef="#br0" timeOffset="88440">6878 10486 23321,'-2'-61'1097,"0"1"1,0 8 0,0 8-700,-3 10-303,1 19-106,3 10 5,0 20 1,2 14 16,2 25-6,-1-20 1,0 1 5,2 25-17,-3-22 1,0 1 22,-2-4 0,0 0-29,-1-2 1,1 0-11,-5 25 134,4-33 134,0-16-184,4-47 33,4-6-34,-1 2 1,1-3-357,1 3 1,1-1 327,0-4 1,0-1-15,0 2 1,0 1-137,0 4 1,-1 4 223,4-17-35,-5 24-60,-3 19-12,-3 14 39,0 10 632,0 16-705,-1 14 17,-1 12 6,-2 4 264,-1-2-248,1-9 40,1-12-51,2-15 46,0-11 60,1-7-27,1-11-62,3-11-5,3-19-6,4-12-17,0-5 28,-1 6 23,-3 11-185,-4 17-504,-3 12-1732,-6 15 2387,-6 11 0,4-5 0,-1 4 0</inkml:trace>
  <inkml:trace contextRef="#ctx0" brushRef="#br0" timeOffset="89167">7744 10668 28255,'-10'43'-997,"-1"0"0,-3 4 0,-2 0 997,-3-2 0,-1-3 0,-7 13 0,10-23 0</inkml:trace>
  <inkml:trace contextRef="#ctx0" brushRef="#br0" timeOffset="90599">8683 10514 21999,'0'-9'1731,"2"-24"0,2-6-930,-1 14-558,0-13 1,1 4-31,-2 24-169,-1 8-32,-1 11 4,1 12 7,1 16-102,1 13-520,-1 9-2095,0 3 2015,-2-28 1,0-2 0,0 5-1,0-7 1</inkml:trace>
  <inkml:trace contextRef="#ctx0" brushRef="#br0" timeOffset="90975">9038 10067 21752,'-2'-8'3619,"1"1"-3204,1 7-169,0 0-229,-54 14 5,36 12-14,-11-8 1,3 3-15,31 23 23,9-8 28,8-9 17,4-12-3342,0-9 3352,-6-10 173,9-25-5,-11-6 18,3-22-40,-13 0-72,-11 1-28,-6 7-18,-5 10-55,-2 15-56,2 10 3318,1 8-3369,2 13-52,2 10-883,0 16-2739,4 14 2888,6-1 0,1-14 0,2-14 0</inkml:trace>
  <inkml:trace contextRef="#ctx0" brushRef="#br0" timeOffset="92166">8865 10271 20420,'11'-53'1394,"-1"1"1,0 6-1,2 4-480,15-10-550,-8 23-280,-4 9-11,-10 16 5,-5 14 34,-2 15-45,-5 7 0,-3 4-45,-1 3 1,-2 1-236,-2 3 0,-1 0 224,-3 5 0,1-2 3,4-11 0,2 0-6,-1 13 1,2-1 2,0 10-22,13-21 0,5-5 50,6-9 17,7 2 135,1-19 139,3-28-257,-5 4 109,-2-13 0,-4-6 8,-2-22-516,-4 24 1,-1-3 364,-4-6 0,-2 0-14,-2 7 0,-2-1-159,-1-12 0,0 1 148,0 16 0,-1 4-19,-6-16-1,7 42-16,-7 23 33,-8 41-17,9-25 1,0 4 107,-3 13 0,2 2-105,4-5 0,1-2-3,2-10 1,1 0 5,2 3 0,1-1 354,1 10-365,5 3 56,4-20-11,1-23-12,0-13 0,5-28 20,-6 1 0,1-4-14,-1-5 0,0-3-46,1-13 1,-2-2 33,-2 4 1,-3 1-9,0 2 1,0 2-9,-2 13 0,0 2 58,1-20-103,-2 40 51,-4 14 16,-3 31-27,-5 24 5,0-1-417,2-6 0,-1 3 414,2-14 1,1 0-1,-4 16 0,-1 0 246,4-14 0,0-4-248,-5 21 10,6-23 63,5-14-7,6-26-44,7-16 5,9-27-1500,-6 15 0,0-2 1486,-1 6 1,-1-3 41,5-23 0,-1 0 38,-6 19 1,0 1-72,2-13 0,0 2 224,-1-1-218,-5 23-41,-5 19 2,-7 21 16,-7 18 0,-1 4-23,0 3 1,1 4 13,4-10 1,1 2-31,-4 15 0,2 2-129,4-8 0,3-2 949,5-2 1,5-1-2566,6-6 0,5-2 1492,23 14 1,-9-21 0,-10-14 0</inkml:trace>
  <inkml:trace contextRef="#ctx0" brushRef="#br0" timeOffset="92449">9871 10184 22565,'1'-3'3641,"-1"1"-2902,0 2-689,-67 45-31,41-25 1,-2 1-481,-7 5 0,-5 3 1,3-1 479,-1 5 1,3-1-9,5-3 0,2 0 327,-9 19-332,20-14-34,20-9-56,24-12-140,31-10-82,-16-5 1,4-4-840,8-2 0,3-1 42,4-3 0,0-1-3813,1-1 1,-2-1 4846,-9 2 0,-4 0 0,13-3 1,-29 6-1</inkml:trace>
  <inkml:trace contextRef="#ctx0" brushRef="#br0" timeOffset="92665">10680 10138 24301,'-48'-13'786,"-1"0"0,7 1 0,8 1-500,15 1-253,21-1-195,25-1-426,28-1-163,-15 7 1,4 0-1457,5 2 1,3 0 2206,7 2 0,-3 1 0,7-1 0,-10 2 0</inkml:trace>
  <inkml:trace contextRef="#ctx0" brushRef="#br0" timeOffset="92842">10671 10345 26850,'44'-2'-62,"0"0"0,-1 0 1,21-1-1,-2-4-596,-12-5 0,-2-3-3728,-2 1 0,-1 1 4386,-7 1 0,-4 0 0,7-2 0,-20 7 0</inkml:trace>
  <inkml:trace contextRef="#ctx0" brushRef="#br0" timeOffset="93658">11760 10044 26094,'11'-52'662,"0"0"1,-2 7 0,-1 8-378,-2 15-229,-3 12-61,-6 18 27,-4 16 6,-7 20-17,3-13 0,0 3-413,-3 4 1,0 1 409,3-7 1,0 1-9,-5 15 0,1 0-291,5-17 1,1-1 284,-4 12 1,0-2-153,-6 8 170,3-15 38,5-16 56,5-13 678,8-15-784,8-15 0,11-19 0,-7 15 0,1 0 151,3-5 0,1-1-151,0-2 0,0 0 0,-1 1 0,-2 0 0,-2 3 0,-3 1 0,3-19 176,-9 14-176,-6 15 0,0 13 0,-2 8 0,-1 13 0,-4 12 0,-5 19 0,-6 15 0,7-22 0,-1 1 0,0 2 0,0 1 24,0-1 1,1 0-25,3-2 0,1-1 0,-2 23 0,9-15 0,5-18 0,2-12 0,5-13 0,5-14 0,4-17 0,-6 0 0,-1-2 0,4-18 0,-7 7 0,-2-1-164,-4 11 0,-1 1 164,-1-7 0,1 0 0,-2 7 0,0 2 0,0-10 0,-1 22 0,-1 16 0,-2 17 0,-3 17 0,-4 21-406,4-17 0,0 3 41,-2 7 1,0 2 364,-3 12 0,1-3 0,5-23 0,-1-1 0,-6 29 0</inkml:trace>
  <inkml:trace contextRef="#ctx0" brushRef="#br0" timeOffset="94733">12612 10389 22666,'-6'-59'1081,"0"1"0,0 9 0,2 5-432,0-2-509,2 27-100,0 17 44,5 19 16,4 15-16,8 18-59,-4-21 1,2 2 24,8 6 1,1-1 5,10 12 22,-5-19 0,2-5 158,16-7 27,16-6-362,-25-15 1,3-5 176,0-6 1,3-3-1,-1-1-428,5-3 1,1-2 369,5-4 1,4-2 0,-1 0-569,-13 8 1,-1 2 0,1-2 564,9-4 0,2-1 0,0 1-4,-5 2 0,-1 1 0,0 1-36,-3 2 1,-1 0 0,-3 2-256,2 1 0,-4 3-69,20-5-967,-39 30-4316,-21 21 5115,-11 11 0,1-10 0,-1-11 0</inkml:trace>
  <inkml:trace contextRef="#ctx0" brushRef="#br0" timeOffset="103732">3366 12440 16605,'3'-5'4083,"-2"1"-453,-1 4-3350,0-5-62,0 3 152,2-4-67,2 3-23,3-5-146,-1 0 79,6-11-11,-1-5 44,4-29-201,-9 22 0,0-1-920,0-12 1,-1-2 885,-1 11 1,-2-1-1,0-14 0,0-1-324,-1 10 1,-1 0 331,1-7 1,0 2-1,-1 9 1,1 4 3,0-9-57,-2 27 17,0 15 1687,-4 23-1659,-6 37-14,5-22 0,-1 1 234,1 3 1,0 3-232,2-3 0,1 2 0,1-3-9,0-7 1,1 0 0,3 13 1,3 7 0,2-6-5,2-8 1,4-2-343,9 15 0,4-3 359,2-16 1,3-6-3,5-6 0,1-4 11,-7-6 0,1-3-12,6-3 1,1-6-232,-6-8 0,-2-5 237,0 1 1,-2-4-59,-1-7 1,-4-3 122,1-24-11,-10 10 390,-5-7-228,-6 15 780,-3-4-859,-2 15 416,-3 7-601,2 12 197,0 5-179,0 21-1,0 4-83,4 20-213,7 0-532,7 1-23,2-10-2812,8 5-6145,-5-15 7940,-2-2 0,-8-12 0,-7-11 0</inkml:trace>
  <inkml:trace contextRef="#ctx0" brushRef="#br0" timeOffset="103882">4209 12177 23887,'-42'-40'298,"1"0"1,5 2 0,8 13-747,18 26-1624,17 10-7759,11 10 8863,1-2 1,-3-4-1,-11-10 1</inkml:trace>
  <inkml:trace contextRef="#ctx0" brushRef="#br0" timeOffset="104158">4544 12216 26833,'-42'-33'179,"1"0"0,4 0 0,10 15-167,21 28-18,7 7 12,11 12-6,16 6 5,22 5-5,-18-18 0,3 0-109,2 1 1,-1 1 80,-2 1 0,-4 1-39,-7 0 0,-6 2-174,-13 26-246,-36 0 36,3-27 0,-4-2-415,-6-1 1,-1-4-3095,0-3 0,2-3 3960,-22 2 0,27-10 0,19-6 0</inkml:trace>
  <inkml:trace contextRef="#ctx0" brushRef="#br0" timeOffset="104325">4441 12218 17703,'1'-6'5870,"0"1"-5192,-1 5-242,0 0-1012,6 73-5507,3-27 5685,-2 5 1,1-3 0,1-16-1,-3-14 1</inkml:trace>
  <inkml:trace contextRef="#ctx0" brushRef="#br0" timeOffset="104591">4994 12366 24889,'-2'-44'469,"0"0"0,0 1 1,-1 0-1,-1 0 1,-1 2-288,-4-10 0,-2 2-674,0 1 0,-1 1 629,0 6 1,1 2 119,-6-18 346,6 23-579,5 20 192,3 19-216,2 21 0,1 27 0,0-15 0,1 4-399,2 10 0,2 2 399,2 5 0,4 1-330,4 2 0,5-2 109,3-1 0,4-2-334,4-5 1,2-2-807,0-4 0,1-2 1361,0-2 0,-2-5 0,3 5 0,-9-12 0</inkml:trace>
  <inkml:trace contextRef="#ctx0" brushRef="#br0" timeOffset="104758">4905 12330 24807,'44'-32'-452,"1"0"1,0 1 0,-6 2 0,-1 1-1,-2 8 1,0 11 0,-3 5 0,6-2 0</inkml:trace>
  <inkml:trace contextRef="#ctx0" brushRef="#br0" timeOffset="104958">5657 12145 23850,'46'-18'-676,"0"-1"1,0 0 0,1 0 0,6-5-1,-2 2 1,-7 7 0,12 15 0,-28 0-1</inkml:trace>
  <inkml:trace contextRef="#ctx0" brushRef="#br0" timeOffset="105108">5742 12351 26297,'53'-15'-897,"0"0"1,0 0 0,-7 1 0,-1 1 0,-6 3 0,21-1 0,-29 5-1</inkml:trace>
  <inkml:trace contextRef="#ctx0" brushRef="#br0" timeOffset="106099">7098 11926 23540,'16'-31'364,"0"-1"0,4-19 618,-47 60-954,-11 4-23,5-1 1,0 1-1,-20 9 15,17-7 0,-1 0 145,6-3 0,1-1-148,-12 3 0,1-1 28,-17 1 61,12-5-61,30-8 131,11-1-171,4 0 551,1 2-533,0 5 55,-1 23 12,-3 12-34,0 6-268,-1-15 1,-1 0 284,-8 27-12,4-11 1,1 1-45,1-6 0,2 0-980,1 6 1,2-2 984,8 12-31,2-28 1,11-3-610,24-11 0,14-7 1,-4-1-503,-10 2 1,2-2-871,4-7 0,8-2 1,0-3-1,-8-3 1665,-3-7 1,-6-3-1,-1 3 1,-4 0-1,4-3 1</inkml:trace>
  <inkml:trace contextRef="#ctx0" brushRef="#br0" timeOffset="107458">7906 12309 23097,'0'-44'569,"0"1"0,0-1 0,1-4 0,1 0 1,0 9-122,3-4 27,3-7-413,-5 33 44,-2 19-73,0 21 15,-3 6-68,-3 11 1,-2 5-225,0-7 0,-1 1-1558,-4 18 1,2 3 1801,2-4 0,3-5 0,-3 7 0,8-8 0</inkml:trace>
  <inkml:trace contextRef="#ctx0" brushRef="#br0" timeOffset="107641">8306 12467 27264,'24'36'-731,"-4"9"0,-18-14 0,0-2 0</inkml:trace>
  <inkml:trace contextRef="#ctx0" brushRef="#br0" timeOffset="108132">8884 12242 24094,'0'-4'2537,"0"0"-2167,0 4-331,-6-3 6,3 14 16,-10-1-5,1 11-5,-5-3 22,-3-6 16,1-5 12,3-8-11,4-10 22,5-12 0,4-12-28,11-10-12,8-4-10,13 3-28,5 7-18,3 12 1,1 10-6,0 11-27,-1 16 10,-2 14 0,-7 20-10,-11 16-389,-16-24 0,-4 1 371,-8 7 1,-5-1-1,-6 4 0,-5 0-452,-4-1 1,-2-2 479,0-4 1,0-4 16,4-7 0,1-4 17,-16 6 90,15-16-57,12-14 113,9-17-96,9-3 629,6-8-752,14 10-56,19 6-515,21 7-466,-22 5 1,2 2 1081,10 2 0,-2 1 0,7 2 0,-5 1 0</inkml:trace>
  <inkml:trace contextRef="#ctx0" brushRef="#br0" timeOffset="108315">9763 12453 28490,'-23'28'-3277,"0"-1"0,1 3 0,5 2 3189,7 29 0,5-21 0,2-17 1</inkml:trace>
  <inkml:trace contextRef="#ctx0" brushRef="#br0" timeOffset="108848">10126 12185 25690,'-4'-61'508,"0"0"0,3 4 0,4 4-424,4 20 0,3 3 72,19-23-44,9 13-61,6 15-23,3 11 0,1 12 5,-3 13-38,-2 10-23,-2 14 22,-4 11-14,-21-19 1,-2 2-302,-3 2 0,-3 2 313,-4-1 0,-3 1 196,-11 27-160,-9-7-22,-6-14 110,0-8-111,2-12 1,3-6 84,2-7 364,4-8-297,4-6 5,4-5-55,3-6-34,6-2-29,4 0-44,8 0 17,7 5-17,7 6-5,7 7 5,4 12 0,2 13-6,-4 10-28,-7 8 1,-14 3 10,-13 2-5,-20-1-22,-15-4-101,-17-6-454,-7-9-1422,-3-8 1901,1-9 1,26-4 0,7-4 0</inkml:trace>
  <inkml:trace contextRef="#ctx0" brushRef="#br0" timeOffset="109015">10942 12245 26334,'-21'60'-867,"0"0"1,3-6 0,-1-9 0,-4-18-1,8-11 1</inkml:trace>
  <inkml:trace contextRef="#ctx0" brushRef="#br0" timeOffset="109642">11768 11770 25422,'20'-47'634,"0"0"1,0 4 0,-8 13-479,-15 26-100,-9 15-28,-26 29-17,17-14 1,-1 3-459,-2 3 0,0 2 447,1 7 0,3 3 5,6-6 1,3 1-12,-1 9 1,4 1-9,4-2 0,8-2-11,11 0 0,7-3 2,1-10 1,4-4 11,1-4 0,3-4 113,1-8 1,0-7-64,22-13 6,-6-9 17,-9-21 16,-26-8-5,-13-5-34,-5 11 45,-11-2 632,-6 20-699,-22 5 0,-1 22-23,-11 17 6,21 5-129,1 17-895,21 7-1475,15 2-949,9-3 3448,23-16 0,-19-21 0,2-2 0</inkml:trace>
  <inkml:trace contextRef="#ctx0" brushRef="#br0" timeOffset="109808">12558 12055 27204,'-22'37'-724,"-1"0"0,1 0 0,-9 14 0,9-4 724,24-6 0,-1-16 0,2-12 0</inkml:trace>
  <inkml:trace contextRef="#ctx0" brushRef="#br0" timeOffset="110215">13423 11768 25413,'2'-43'436,"0"-1"1,0 0 0,0-14 0,-3 9-168,-9 15 0,-9 15-229,-12 18-40,-12 19 5,17 0 1,1 2-6,-18 21-12,13-1 1,3 3-418,11-11 1,3 1 422,-5 13 1,4 0 229,8 11-235,16-25 0,6-5 11,19 0 5,-6-11 1,2-4 5,28-15 28,-3-16-133,-6-15 324,-10-9-85,-13 9 198,-7-13 308,-13 23-651,0-3 0,-7 18 0,-3 15 275,-6 15-275,-8 19 0,-4 18-54,10-23 0,0 2-1073,0 3 1,2 2 1126,-1 5 0,2-2 0,-1 7 0,2-6 0</inkml:trace>
  <inkml:trace contextRef="#ctx0" brushRef="#br0" timeOffset="110399">13778 12148 28014,'16'26'-750,"-8"8"-2023,-14-3 1,-5 3 1960,-7 21 0,5-20 0,5-16 0</inkml:trace>
  <inkml:trace contextRef="#ctx0" brushRef="#br0" timeOffset="110999">14296 11810 22800,'54'-12'1049,"0"0"1,-5 2-1,-7 0-562,-4-2-212,-12 5-57,-13 5 56,-8 14 6,-14 12-179,-4 6 5,-9 5 1,-4 2-60,5-6 1,-1 0-597,-9 14 1,2 2 559,7-10 0,5-1-5,4-3 0,3-1-18,6 21 29,18-13-11,17-11-12,16-11 6,11-8-28,3-10 34,-6-8 16,-15-10-11,-18-9 1,-20-11-24,-18-10 20,0 18 1,-3-1 144,-5-4 1,-1-1-143,-2-2 0,0-2 11,3 0 1,2 0-18,4 3 1,3 0-58,6 5 1,4 1 101,9-19-44,16 13 11,15 10-28,9 10 11,10 10-283,2 16 227,1 14 30,-30-5 1,-2 5-6,-4 4 1,-3 4-29,-5 4 0,-4 3-143,-7 3 1,-5 2-452,-5 4 1,-5-1-2184,-5 2 1,-2-2 2835,1-5 0,0-4 0,-6 10 0,12-23 0</inkml:trace>
  <inkml:trace contextRef="#ctx0" brushRef="#br0" timeOffset="111182">15016 12144 25331,'2'-5'2493,"-1"1"-2129,-1 4-370,18 26-134,-10 8-406,3-5 0,0 3 546,-6 3 0,-2-1 0,1 2 0,0-2 0</inkml:trace>
  <inkml:trace contextRef="#ctx0" brushRef="#br0" timeOffset="111475">15684 11729 23898,'0'-9'2828,"0"2"-2500,19-28 0,5-2-216,-7 16-31,10-19 0,3 6-3,-8 36-16,10 14-6,4 17-48,-16-6 1,0 4-188,1 6 0,-2 3 179,0 5 0,-4 3-383,-2 3 1,-3 1 267,-4 0 1,-5 0-354,-4-2 0,-5-2-619,-2-5 1,-5-2-2575,-2-7 1,-2-2 2902,-15 12 0,12-20 1,11-14-1</inkml:trace>
  <inkml:trace contextRef="#ctx0" brushRef="#br0" timeOffset="111632">15759 12107 23131,'-1'-3'3136,"1"1"-2845,0 2-1618,104-71-3076,-55 50 4403,-5-3 0,9-6 0,-12 10 0,-11 17 0,-2 0 0</inkml:trace>
  <inkml:trace contextRef="#ctx0" brushRef="#br0" timeOffset="111832">16620 12059 28014,'-15'43'-1583,"0"0"1,1-11 0,1-2 0,5 15 0,1-28-1</inkml:trace>
  <inkml:trace contextRef="#ctx0" brushRef="#br0" timeOffset="112432">17129 11711 24195,'12'-46'740,"1"-1"1,-1 1 0,3-10 0,-1 6-548,-2 16 0,-1 6-70,0 4-16,-6 13-63,-3 15 18,-3 15 28,-7 37-71,2-25 1,0 1-23,-1 3 0,-1 0 8,-1 2 1,-1-3-28,-1 17 16,6-18 1,4-1 44,8 8-17,14-12 34,14-28-33,-2-7 13,-3-8 1,1-4 86,14-11-73,-18 12 1,-1-2 202,20-18-253,-25 19 0,3-3 0,-17 16 0,-7 20 0,-3 12 0,-4 22 0,-3 12-119,1-7-531,4-19 1,1 2-4267,1 4 1,0-1 2457,-1 20 0,2-3 1,2-47-1</inkml:trace>
  <inkml:trace contextRef="#ctx0" brushRef="#br0" timeOffset="112608">18001 12110 27958,'-3'61'-951,"3"-12"0,4-30 1,-1-10-1</inkml:trace>
  <inkml:trace contextRef="#ctx0" brushRef="#br0" timeOffset="113158">19026 11594 24105,'0'-7'2683,"0"1"-2257,0 6-141,-38-65-150,20 45-102,-6-16 1,-2 4-1,1 28-33,-7 7 6,-9 3 16,-9 5 1,-5 1-12,1 1 6,6-2 5,10 0-11,9-1-16,11 1 22,6 0-12,5 1 29,4 5 16,1 6-16,3 7-12,0 6 17,1 4-22,-5 5-11,-4-1 16,-6-2 6,-3-5-5,1-9 21,4-9 35,6-9 331,21-30-410,-7 7 0,16-20 0,-4 8 0,3 1 0,8-3 0,-1 8 0,1 9 0,1 14 0,6 14 0,6 15 0,-20-12 0,-2 2-113,1 3 0,-3 0 113,13 26 0,-18-1 0,-28-4-656,-25-6-176,9-23 1,-4-3-1598,-2-3 1,-1-2 1732,-25 1 1,24-6-1,18-5 1</inkml:trace>
  <inkml:trace contextRef="#ctx0" brushRef="#br0" timeOffset="113392">18866 11547 23383,'6'-3'3360,"-1"0"-3119,27-10 0,7-3-516,2 2 392,8-5 1,0 1 50,-3 6-45,-5 1 146,-5 1-224,-5 0 60,-4 2-195,-7 2-475,-8 3-2275,-9 8 2916,-8 3 0,1-1 0,-1-1 0</inkml:trace>
  <inkml:trace contextRef="#ctx0" brushRef="#br0" timeOffset="113799">19598 11343 24906,'-3'-8'1210,"0"-26"0,7-4-830,13 7-304,-10-7 0,3 2 181,27 13-106,-5 12-39,22 2-61,1 7-535,2 6 503,-20 2 1,0 2-12,-4 1 1,2 2-4,14 6 1,0 3 0,-10-3 0,-4 2 58,-2-3 0,-3 3-75,7 30 27,-27-6-10,-3 9-12,-18-10 1,-4 0 5,-4 8-245,0 0 1,0 5 252,7-1 0,2 0-502,1 4 0,1 1 494,3-13 0,1 1 0,2-4-3,1 0 1,2-1-32,2 11 1,-2-1-96,-2 5 81,-2-17 1,-7-4-188,-29 3-110,5-25 1,-5-4-1471,-14-3 1,-5-4 1814,5-1 0,-3-2 0,5 0 0,4 0 0,3-1 0,-3 0 0,0 0 0</inkml:trace>
  <inkml:trace contextRef="#ctx0" brushRef="#br0" timeOffset="117399">2750 10403 22604,'-9'-55'980,"0"-1"0,-2 4 1,-3 5-755,-2 18 1,-4 5 20,-24-16-186,5 16 12,4 21 0,-2 7-23,-21 19-466,15-3 1,0 4 426,10 3 0,3 3 3,5 2 0,4-1-8,-3 17 11,26 11-12,13-33 9,16-5 0,6-5-25,11-9 13,-8-9 0,7-3 0,-3-2 17,-3-4 1,0-2 11,16-6 0,-2-4 22,-22 6 0,-4-2 337,8-11-149,-21 8-62,-11 9-112,-6 8-61,-1 5-12,-6 17 666,1 8-654,-2 22-1,3 8-38,10 7-82,1-28 0,3 0-576,3 0 1,3 1-1100,4 1 0,2-2 1517,-2-3 0,0-4 0,6 9 1,-9-18-1</inkml:trace>
  <inkml:trace contextRef="#ctx0" brushRef="#br0" timeOffset="117548">3335 10607 25646,'-8'-9'1657,"2"2"-1584,6 7-1977,0 0 1904,-7-4 0,5 3 0,-5-2 0</inkml:trace>
  <inkml:trace contextRef="#ctx0" brushRef="#br0" timeOffset="118241">2232 13930 25702,'-11'-36'142,"0"0"1,-6-8-59,19 77-5,-1 22-40,0 0 0,-7-2 0,-4 3-727,2-13 0,-2 0 686,1-2 0,-1 2 1,1-2 9,-1 6 1,0-3 171,3-8 1,2-3-148,0 15 191,4-24 118,5-16-101,7-20-107,9-13-44,9-17-12,5-8-28,2-2 755,-1 5-794,2 7 0,2 10-49,7 12 50,4 11-29,7 17 8,-27 0 1,0 3-876,1 5 0,-2 2 884,16 13-99,-21-5 0,-7 3 76,-11 14 31,-9-11 1,-8-1-4,-12-4 1,-6-3-320,-9 2 1,-4-3 248,-5 0 1,-1-3-168,-1 0 0,1-2-670,3-4 0,1-3 425,5-4 0,3-1 0,-3-1 0,13-7 0</inkml:trace>
  <inkml:trace contextRef="#ctx0" brushRef="#br0" timeOffset="118441">3244 14207 25567,'38'24'0,"-8"-5"0</inkml:trace>
  <inkml:trace contextRef="#ctx0" brushRef="#br0" timeOffset="118858">5576 14346 25029,'2'-51'750,"0"0"1,0 8 0,1 6-477,3 10-207,-3 16-50,0 18 17,1 15-17,1 20-45,0 18-313,-5-24 0,0 2-152,-2 4 0,0 0-2154,-2 4 1,1 0 2646,-1-5 0,1-3 0,-1 11 0,3-22 0</inkml:trace>
  <inkml:trace contextRef="#ctx0" brushRef="#br0" timeOffset="119208">6087 13958 23551,'-6'-5'2604,"0"2"-2442,-25-8 1,-6 3-6,5 12-110,-10-9 1,2 6-20,18 26 6,12 7-23,12 4-17,12-1 23,13-5-23,12-10 18,-4-10 83,17-12 34,-22-12 39,8-12-12,-21-9 29,-9-8-28,-5-5-73,-3-2 0,-3 0 0,-3 9-39,-1 12-34,-2 14-73,-1 15-122,-2 14-606,1 17-2128,6 14 2918,22 11 0,-9-25 0,13-4 0</inkml:trace>
  <inkml:trace contextRef="#ctx0" brushRef="#br0" timeOffset="119408">6409 14359 27382,'29'-31'-181,"0"-1"0,0 1 1,3-9-1,4 6-343,15 18 1,3 7-2614,-16 2 0,0 0 3137,2 1 0,-2 1 0,5 0 0,-23 5 0</inkml:trace>
  <inkml:trace contextRef="#ctx0" brushRef="#br0" timeOffset="119566">6526 14501 22996,'-4'1'2717,"1"-1"-3323,3 0-77,78-54-2510,-49 40 1,1 0 3192,7-8 0,4-3 0,-6 5 0,11 3 0,-21 8 0</inkml:trace>
  <inkml:trace contextRef="#ctx0" brushRef="#br0" timeOffset="119891">7379 13957 25298,'-2'-4'2151,"1"1"-2050,1 3 5,15-66-61,29 29-43,-16-5 1,4 3-364,9 22 0,2 9 336,-7 3 0,-1 5 157,18 6-249,-7 23-1,-30 19-29,-13-14 0,-7 2 138,-15 13 1,-8 0-411,0-7 1,-3-2 437,-9 5 1,0-4-3,14-17 0,2-2 41,-2-1 1,1-1 600,-5 1-367,1 0-169,14-12-17,18-7 163,7-5-236,29-5-182,1 1 1,6 0-490,5 0 0,4-1-1444,-7 3 1,4-1-1,-3 1 2082,12 0 0,-6 1 0,-16 1 0,-5 0 0,6 1 0</inkml:trace>
  <inkml:trace contextRef="#ctx0" brushRef="#br0" timeOffset="120448">9855 14076 22705,'-3'-5'2840,"1"1"-2401,-1-31 1,4-9-171,11-4-725,-5-7 0,6 0 509,6 26 1,3 5 319,17-13-354,-5 19 1,2 5-15,14 3-11,-14 7 1,-1 6-6,13 20 5,-15 21 6,-22-15 0,-7 4 3,-8 4 0,-5 0-27,1-5 0,-6 0 15,-21 19 1,-6-2-421,11-16 0,-1-1 429,-12 13 0,1-2 244,17-20 1,4-1-245,-13 18 23,26-22 27,8 3-16,23-14 5,24-8-50,-14-3 0,3-2-408,8-2 1,2-2-333,5-1 1,0-2 493,7-3 0,-4 1 1,-21 7-1,-4 0 0,23-8 1</inkml:trace>
  <inkml:trace contextRef="#ctx0" brushRef="#br0" timeOffset="120765">8987 14405 25772,'30'-54'470,"0"-1"1,-5 7 0,0 12-410,-3 26 77,-7 23-110,-7 20-291,-19 28-1445,-2-19 1,-3 2 1707,-2-5 0,-2 1 0,2-4 0,0-2 0,2-3 0,-2 0 0,1 1 0</inkml:trace>
  <inkml:trace contextRef="#ctx0" brushRef="#br0" timeOffset="121482">11385 13753 17904,'0'-4'5350,"0"0"-3357,0 4-1678,15-59-119,-11 43-146,10-43 96,-13 58 156,-1 1-336,-3 2-10,2-2-46,-1 2 73,0-2 12,2 0-1,-2 0-5,0 0-73,0 1-403,0 2-1496,0 4-885,0 1 2868,-1 4 0,2-7 0,-1 0 0</inkml:trace>
  <inkml:trace contextRef="#ctx0" brushRef="#br0" timeOffset="122132">11334 13787 26032,'11'-32'73,"1"0"0,5-15-17,-41 74-6,-8 9-22,4-6 0,-3 2-485,-3 1 0,-2 0 513,-4 2 0,-1-1 5,1 0 1,1-2-15,5-3 1,2-1 3,-9 16 166,27-11-167,19-14 6,24-10 0,10-5-78,3-2 0,5-3-611,0 0 0,4 0 1,0-1 346,0-1 1,1-1-1,-1 0-597,-1 0 0,1 0 0,-1 0 883,-2 1 0,0-1 0,-6 1 0,-3 1 0,-4-1 0,18 0 0</inkml:trace>
  <inkml:trace contextRef="#ctx0" brushRef="#br0" timeOffset="122349">12229 13671 24766,'-10'0'2095,"1"0"-2017,9 0-201,0 0-543,87-38-1262,-49 32 0,4 2 1928,11-9 0,6-2 0,-7 5 0,-13 8 0,-3 2 0,-5 0 0,1 0 0</inkml:trace>
  <inkml:trace contextRef="#ctx0" brushRef="#br0" timeOffset="122525">12204 13941 25624,'56'-18'-574,"0"0"1,1 1-1,-2 1 1,0 0-1,-3 3 574,12 2 0,-6 2 0,-22 4 0,-3 0 0,25-3 0</inkml:trace>
  <inkml:trace contextRef="#ctx0" brushRef="#br0" timeOffset="122715">13158 13476 26609,'-3'-2'2010,"2"0"-1958,1 2-52,11 93-1640,-8-60 1,1 2 1424,0 13 0,1 7 0,-1-3-1365,-3 4 1,-1-4 1579,-3-2 0,0-4 0,-2 13 0,0-26 0</inkml:trace>
  <inkml:trace contextRef="#ctx0" brushRef="#br0" timeOffset="122966">14557 13494 27179,'-4'62'-56,"0"-1"0,-2-15 0,-2 0 0,-4-4-457,-9 1 1,-5-3-1580,1-3 0,-3 0 1,0 0 2091,-14 13 0,2-5 0,11-13 0,2-5 0,-8 6 0</inkml:trace>
  <inkml:trace contextRef="#ctx0" brushRef="#br0" timeOffset="123125">13797 13963 22213,'27'-51'629,"1"0"1,-1 0-1,-2 6 1,0 3 0,4 12-448,13 15 0,3 13-760,-1 10 1,1 6 585,0 3 1,0 4-19,-8 1 1,1 4 0,-2 0-282,11 10 0,0 4-2986,-3 0 0,0 5 0,-3-3 2146,0-2 1,-5-1-1,-1 3 1,-8-7-1,-19-20 1</inkml:trace>
  <inkml:trace contextRef="#ctx0" brushRef="#br0" timeOffset="135125">4376 16182 21399,'-8'-42'1007,"1"-1"0,-1 1 0,-1-13 0,0 4-391,0-10-403,5 28-39,1 18-180,3 22 23,6 20-34,5 26 6,-2-14 0,0 1-145,-1-5 0,-1 1 69,3 12 1,-3 3-1117,-1 5 1,-2 2-78,0 1 1,0 2-1388,-2-16 1,-1 2 0,0-4 2666,-2 2 0,0-5 0,0 10 0,-1-26 0</inkml:trace>
  <inkml:trace contextRef="#ctx0" brushRef="#br0" timeOffset="135582">4241 16664 17939,'-11'-55'1105,"1"1"1,8-7-1,8 5-993,8 21 1,5 4-683,9-6 0,6 3 603,2 8 1,4 5-26,5 1 1,3 3-12,4 0 1,1 3-1257,1 0 1,0 2 1263,-13 3 1,0 1-15,11 0 1,-2 0 19,2 1-34,7-1 154,-34 5 71,-21 6 709,-10 8-429,-14 9 2498,-12 10-2610,-3 6 1117,4 1-1364,13-2-39,11-4 56,17-6 11,12-8-5,15-7-18,11-10-72,4-10 40,-3-6 106,-13-6 72,-14-4 23,-14-2-28,-15-5 0,-8-3-57,-9-2-49,-3-1 16,2 6-56,5 7-78,8 11-112,5 9-68,4 9-61,1 13-302,2 13-465,9 13-628,9 6-1087,16 3-329,-11-27 1,4-2 3006,5 0 0,1-3 0,4 3 0,-2-8 0</inkml:trace>
  <inkml:trace contextRef="#ctx0" brushRef="#br0" timeOffset="135998">5480 16333 14337,'2'-3'9830,"-1"0"-6363,-1 3-3378,0-38-61,0 36-22,1-13-12,0 62-3,2-13 1,0 2-330,1 6 0,2 2 338,1 0 0,0 0-12,1-3 1,-1 0 8,-1-4 1,0-3-21,0 24-5,-3-18 17,-3-16 33,-2-13 23,-5-19-39,-5-14-6,-4-20 33,-3-17 37,9 20 0,2-2-73,1-5 0,1-3-548,1-6 1,2-3 552,1-2 1,1-2 2,3 1 1,1 0 0,1 5 0,1 2 5,2 8 0,2 3-5,1 9 1,1 4-1,11-12 10,2 19-16,-1 12 447,1 13-458,1 13-17,1 16-6,-6 19 25,-12-20 1,-4 3 490,-5 2 1,-5 1-508,-3 0 0,-4-1-9,-4-3 1,-3-1-107,-1-5 0,-1-3-802,-21 11-1478,6-17 2420,11-19 0,12 0 0,9-7 0</inkml:trace>
  <inkml:trace contextRef="#ctx0" brushRef="#br0" timeOffset="136225">6357 15952 22991,'-10'2'3131,"3"0"-2672,7-2-420,0 0-599,22-14-544,30 5 110,-15 0 0,3 0-2711,5 5 0,0 2 3705,-9 2 0,-4 1 0,5 0 0,-21 2 0</inkml:trace>
  <inkml:trace contextRef="#ctx0" brushRef="#br0" timeOffset="136365">6474 16179 21326,'-44'18'1076,"1"-1"1,-1 0 0,-11 6 0,11-6-679,26-15 131,32-12-507,7-2-182,16-5 1,6-1-620,-5 3 1,1 1-2499,0 0 0,3-1 0,-1 2 3112,7-3 0,-3 3 1,13-4-1,-25 8 0</inkml:trace>
  <inkml:trace contextRef="#ctx0" brushRef="#br0" timeOffset="143091">7029 16045 23903,'23'-47'241,"-1"-1"0,2 6 0,3 10-213,29 23-17,-8 11-17,11 17-8,-33 5 0,-2 4-3,-2 3 1,-4 4-441,-1 10 0,-9 2 457,-11-3 0,-8-1 14,-5 1 0,-5-2 39,-4-3 1,-4-1 74,-1-5 1,0-2 70,3-5 0,1-3 63,-11 7-60,18-16 476,22-13-527,9-7-90,17-7 1,7-3-45,0 1 0,5 0-511,0-1 0,4-1 0,1 1 193,1 1 1,1 1 0,1 0-2747,3 1 0,1-1 1,-2 2 3046,-4 1 0,-2 1 0,-3 1 0,3 0 0,-7 1 0,6 0 0</inkml:trace>
  <inkml:trace contextRef="#ctx0" brushRef="#br0" timeOffset="149958">725 17775 17888,'-38'-2'1425,"0"0"1,-22-1-1281,60 2-22,7 0-11,10 1-50,20 0-23,21-2-34,-18-1 1,3 0-629,8-2 1,2 0 605,7-1 1,1 0-26,2 0 0,0 1 14,-4 0 0,-3 1-3,-9 2 0,-4 0 54,11 1 105,-31 4-27,-36 4 22,-27 5-5,7-5 0,-5 0-259,-9 1 1,-4 0 260,-6 0 1,-2 0-146,17-2 0,0-1 0,-1 1 99,0-1 1,1 1 0,-1 0 40,-17 2 0,1 1-267,7-1 1,3 0 207,12-2 0,3 0-89,-7 2 10,32-4 627,35-6-503,36-5-90,-19 1 0,6-1 1,0 0-244,0 0 1,0 0 0,0-1 218,3 1 0,1-1 0,-2 1-4,-2 0 0,0 0 1,-4 2-68,3-1 1,-2 2 46,4-1 1,-4 2-42,13-1 33,-46 15 56,-23-2-3,-17 5 1,-8 1-21,-7 1 1,-4 0 420,5-2 0,-4 1 0,-3 1-418,0-1 1,-2 0-1,-2 0 1,2 0-769,-8 1 1,1 0 0,1 0 792,1-1 1,0-1 0,4 0 22,-5-1 0,8-1-27,6-2-1,11-3 106,62-15-78,-1 0 1,5 0-484,24-7 0,3 0 444,-9 2 0,1 0 1,-5 2 1,3-1 0,-2 1 3,10-2 1,0-1 12,-6 2 1,3-2 0,-3 1 12,8-2 0,-2 0 8,1-1 0,-6 0 417,4-2-423,-6-2 23,-26 6 2907,-5-2-2929,-25 0-85,-26 5 29,-10 3 13,0 5 1,-4 2 25,-2 1 0,-2 2-242,-14-1 0,-4 1 271,16 0 1,-1 0 0,4 0-17,-2 0 1,2 1 72,-4-1 1,6 0 1527,18-1-1507,4-1 83,15 0-168,14-2 12,12-3-1,19-7-33,1 0-3,-7 2 0,3 0 305,-4 2 0,1 0-322,16-2 1,1 0-4,-9 4 0,0 1-260,3 1 0,-3 1 266,5 5 0,-1 4-11,-16 10 22,-3 2-22,-6 6 0,-8-1 16,-5-6-16,-2 4 11,-2-4 510,-7 5-532,-7 3-6,-11 3-129,-13 3-773,-11 4-1067,19-17 1,1 0 1996,-23 13 0,19-13 0,15-8 0</inkml:trace>
  <inkml:trace contextRef="#ctx0" brushRef="#br0" timeOffset="151141">2239 17883 18336,'-5'-5'3668,"2"0"-2744,-7-29 1,0-8-287,5 8-453,-5-12 0,1 2 28,9 23-157,2 10-84,0 6-6,12 4 23,10 12 0,16 12 22,5 16-28,-23-15 0,-3 2-39,8 30 12,-16 0 16,-22-2-17,-14-5 39,-12-9 23,-1-7 5,9-11-10,11-8 27,11-7 11,4-5-33,4-2 67,3 0 28,6 0-45,11 0 17,11 0-10,11-3-35,7-2-6,6-5 1,2-3 16,0-2-55,-3 1-6,-8 0 11,-14 4 50,-14 5-89,-14 3 56,-34 10-17,-8 1 2,5-1 1,-1 0-25,-28 7-12,3-1-5,4 0-11,3 3 61,1 2-34,3 0 1,9-3 22,14-4-22,13-6 10,9-3 29,7-3 28,12-3-11,17-5-1,21-6-8,-21 5 1,1-1-244,3-1 1,1-1 211,-2 1 1,1 1 16,-4 0 1,0 0 10,23-4 6,-19 4 28,-17 5-34,-16 3-44,-17 2 22,-20 2 11,-25 4-392,18-1 0,-3 1 370,-6 1 0,-2 1 5,-1-1 1,0 1-163,3-1 0,3 1 173,8-2 1,4-1 0,-11 2-23,24-4-17,14-2 23,8-1 1183,3 0-1144,22-2 0,10-1 23,21-7-326,-5 2 1,3-1 240,-12 0 1,-2-2-273,-1 1 1,-2 0-2992,-4 0 1,-3 0 3296,16-6 0,-23 7 0,-13 4 0</inkml:trace>
  <inkml:trace contextRef="#ctx0" brushRef="#br0" timeOffset="152907">20895 417 9145,'-7'-6'4660,"1"2"-2509,6 4-410,0 0 58,4 89-1948,-3-57 1,1 1 333,0 13 0,1 6 0,0-2 11,0 2 0,2-1 0,0 5 0,1 1-53,2 2 0,0 1-95,-2-17 1,1-1 0,-1 2-1,2 2 1,0 1-1,0 0-310,0 4 1,1 1 0,-1 0 298,1 5 1,0 1-1,-1 1-491,-1-12 0,-1 1 0,0 1 0,-1 1 469,0 3 0,0 0 1,0 2-1,-1-1-413,-1 5 0,0-1 0,0 2 0,-1 0 417,-1-9 0,1 0 0,-2 0 0,1 1 0,-1 0 4,0 2 1,-1 1-1,0 0 1,0 0-1,-1 1 9,1 2 1,-1 0-1,0 1 1,0 0 0,0 0-204,-1 2 1,0 1-1,0 0 1,0 0-1,0 0 195,0-8 0,1-1 1,-1 1-1,0 0 0,0 1 1,0-1-131,0 2 1,0 0 0,0 0 0,-1 0-1,1 1 1,0-1 111,0 2 1,0 1-1,0-1 1,0 1 0,0 0-1,0 0-49,0 1 1,0 0 0,0 1 0,0-1-1,0 1 1,0 0 43,0 1 0,0 0 0,-1 0 0,1 1 0,0 0 0,0-1-22,0-7 0,1 0 1,-1 0-1,0 0 1,0 0-1,0 0 1,0 0 19,-1 1 0,1 0 0,0 1 0,0-1 1,-1 1-1,1-1 0,-1 1 0,1 0 0,-1 1 0,1-1 1,-1 1-1,1-1 0,-1 1 1,1 0-2,-1 0 0,0 1 1,1 0-1,0 0 1,-1 0-1,1 0 0,0 0 1,0 1 0,1 0 0,-1-1 1,1 2-1,0-1 0,0 0 1,0 0 0,0 1 1,0 0 0,1 1 0,-1-1 0,1 0 0,0-2-1,1-1 8,-1-1 0,1-3 0,0-2 0,0 2 1,1 1-1,0 3-6,1-2 1,0 3 0,1 2 0,0 1 0,0 0 0,1 0-1,-1-3 1,1-3 1,0 1 1,0-2 0,1-3 0,0 1-1,0 1 1,0 3-3,0-1 1,1 2 0,0 2 0,0 2 0,0-1 0,0 0 0,0-1 0,0-3-3,1 9 1,1-3 0,-1 0 0,1-2 0,-1 1 0,1 0 4,-1 0 1,1 0 0,0 0-1,-1 0 1,1 0 0,0 0-2,0-1 1,-1 0 0,1 0-1,0 0 1,-1 0 0,1 0-5,-1 0 1,0-1 0,0 1 0,1 0 0,-1-1 0,-1 0-13,1 0 0,0 0 1,0 0-1,-1 0 0,0 0 1,1 0 7,-2-1 0,1 0 0,0 1 1,-1-1-1,0 0 0,0 0 2,0 0 0,0 0 0,0 0 0,-1 0 1,0 0-1,0 0 3,0 0 1,0 1 0,-1-1 0,0 0 0,0 0 0,0 0-1,0-1 1,0 0 0,0 1 0,-1-1 0,1 0 0,-1 0-1,0 0 0,0 0 0,0-1 0,0 0 0,-1 1 0,1-1 2,-1-1 1,0 0 0,1 0 0,-1 0 0,0 0-1,0 0 4,-1-1 1,1-1-1,0 1 1,-1-1 0,1 0-1,-1 0 5,-1 0 0,1 0 0,-1-1 0,0 1 1,0-1-1,0 0 2,-1 9 1,1 0-1,-1 0 1,-1 0 0,1-1 19,-1-1 1,-1 0-1,1-1 1,-1 1 0,0-1-27,-1-1 1,1-1 0,-1 1 0,0-1 0,0 0-22,0-2 1,0 0 0,0 0 0,-1-1 0,1 0-72,-1-1 0,0-1 0,0 0 0,1 0 0,-1 0-565,-1 10 1,0 0 0,1-1-1,-1-2 649,1-8 0,1 0 0,0-3 0,0-4 0,-1 18 0,0-8 0,1 6 0</inkml:trace>
  <inkml:trace contextRef="#ctx0" brushRef="#br0" timeOffset="158657">22331 1376 30260,'7'-57'-150,"1"-1"0,-1 7 0,1 4-525,5-1 371,-2 18 43,-5 16 45,-3 23 68,-3 21 51,0 26-318,-2-18 0,-1 2-182,1 6 1,-1 1 33,-1 3 0,0 1-966,1 0 0,1 0 1529,2 1 0,1-3 0,0 7 0,4-13 0</inkml:trace>
  <inkml:trace contextRef="#ctx0" brushRef="#br0" timeOffset="159008">22728 942 23944,'-40'-18'221,"0"0"1,1 1-1,-16-5 1,8 12-172,6 35 269,15 16-313,15 9 28,23 5-788,20-3 760,-7-28 0,3-3-6,3-2 0,1-4 11,0-2 0,-1-4 284,14 3-161,1-17 153,-27-10-147,1-15-34,-23-11 1,-12-9-6,-12-3 55,-6 5-44,-1 9-84,2 15-16,10 13-74,-1 11 540,13 14-1290,1 14-3306,22 16 4118,4 0 0,1-14 0,-6-12 0</inkml:trace>
  <inkml:trace contextRef="#ctx0" brushRef="#br0" timeOffset="159225">23015 1286 26368,'35'-42'-486,"-1"0"1,7 5-1,5 9-119,-5 21 0,5 7 1,-2 2-4290,19 0 0,-4 3 4894,-13 0 0,-4 1 0,6 5 0,-28-3 0</inkml:trace>
  <inkml:trace contextRef="#ctx0" brushRef="#br0" timeOffset="159365">22997 1563 20448,'-7'2'4071,"2"-1"-3578,5-1-610,0 0-1115,97-27-3684,-51 17 1,2-1 4780,5-2 1,4-1 0,-6 2 0,-7 3 0,-7 2 0,9-2 0</inkml:trace>
  <inkml:trace contextRef="#ctx0" brushRef="#br0" timeOffset="159698">23757 1181 25758,'11'-55'216,"1"0"1,3 4-1,8 8-202,8 21 0,6 7-17,2 0 1,2 4 7,6 6 1,-1 4-551,16 6 548,-27 8 0,-5 6 14,-9 25-9,-13-12 1,-6 3-7,-9 4 1,-8 2 10,-5-5 0,-6 1 0,1-3-251,-3 3 1,-3 0 244,-1-4 1,-3 0 0,2-3 6,3-3 0,0-3 44,-3 5 1,2-1 93,-9 14 266,27-13-245,36-14-83,31-9-85,-12-8 1,4-4-727,10 0 0,2-2 179,-17 1 1,1 0 0,1-1 541,3 0 0,-1 0 0,-3 1 0,-4 0 0,-3 1 0,24-5 0</inkml:trace>
  <inkml:trace contextRef="#ctx0" brushRef="#br0" timeOffset="160558">25304 1167 32767,'-27'-57'-3818,"8"22"1201,23 61-2128,1 15 4653,-2 3 0,-2-15 1,-1-12-1</inkml:trace>
  <inkml:trace contextRef="#ctx0" brushRef="#br0" timeOffset="160999">25312 1687 25609,'-14'49'33,"0"0"1,-6 7-1,-6-3-532,-2-17 1,-5-2-2779,0-2 0,-4 1 0,0-1 2953,-1-1 0,-1-2 0,4-3 1,3-3-1,5-4 0,3-4 1</inkml:trace>
  <inkml:trace contextRef="#ctx0" brushRef="#br0" timeOffset="166241">26451 1141 26254,'6'-6'-79,"-2"1"1279,-4 6-1032,-3-5-265,2 0 77,-4-11-9,4-2 10,-1-8-264,2-2 301,5 2-13,5 3-16,7 4-6,13 8-5,11 7 5,10 13 0,4 12-22,-3 14 6,-13 9 44,-18 6 11,-32 7-443,-7-24 0,-8-1 435,-12 5 0,-7-1-5,10-11 0,-2-1 1,-2-1-1,-1 0 0,-1-1 1,1-3 23,-18 7 1,3-4 52,9-7 1,4-3 177,-15 0 55,29-17-235,26-7-56,11-4-6,25-5-5,13 5-28,-14 6 0,5 1-15,13 1 1,3 3-1010,-8 4 1,0 2 958,0 0 1,-2 4-424,-2 6 1,-3 3-711,-5 1 0,-1 2 1209,13 6 0,-3-1 0,7 6 0,-9-6 0</inkml:trace>
  <inkml:trace contextRef="#ctx0" brushRef="#br0" timeOffset="166548">27823 1028 22828,'-1'-8'2773,"1"1"-2079,0 7-55,0 0-617,-46-27-16,25 29-1,-15-6 1,-2 5 39,-10 39-297,16-14 0,-1 2 268,-7 3 1,0 1-784,9-7 0,2-1 775,2-2 1,3-2-20,-1 6-12,17-12 23,12 1-61,34-4-124,20-5-294,-12-3 0,2-2 325,-10-1 0,1 1-392,14-1 0,1 0-3072,3 0 1,-1 0 3617,-6-1 0,-1 0 0,-6 1 0,-6 0 0,-9-1 0</inkml:trace>
  <inkml:trace contextRef="#ctx0" brushRef="#br0" timeOffset="166758">28301 1036 22167,'-4'0'2929,"0"0"-2626,4 0-308,84-45-2464,-41 32 2293,-2-2 1,8-4-1,-1 6-2286,7 12 1,-2 4 2461,-5-1 0,-1-1 0,-3 1 0,-7 1 0,-9 0 0</inkml:trace>
  <inkml:trace contextRef="#ctx0" brushRef="#br0" timeOffset="166932">28599 1190 26110,'60'-10'-1967,"-1"0"1,1 0 0,-4 1 0,-2 0 0,-7 3-1,-11 2 1,-5 1 0,10 1 0,-29 1 0</inkml:trace>
  <inkml:trace contextRef="#ctx0" brushRef="#br0" timeOffset="167391">29560 870 23702,'0'-6'3232,"1"1"-1687,-1 5-1353,6-62-192,-5 46 0,5-42 0,-8 65 0,-5 35 0,0 12-488,1-10 0,0 4 488,1 0 0,0 1 0,0 0 0,0 1 0,1-4 0,1-2-130,1-11 1,0-2 129,0 30 0,2-27 0,0 1 0,-1-19 0,-2-15 948,-1-10-948,-7-19 0,-2-9 0,-2-18 0,10 12 0,3-3 0,4 2 0,3-1 22,-1 0 1,4-1-23,4-2 0,2 2 0,-2 10 0,0 0 0,4-11 0,1 0 0,-6 16 0,-1 1 0,8-18 0,-13 33 0,-4 10 0,-2 18 0,-6 36 0,2-18 0,0 4-283,-4 14 1,-1 2 282,0-1 0,1-2 0,0-8 0,0-2-9,-1 7 0,0 1-1363,2-5 1,-1-2-3545,0-1 1,1-1 3120,-5 23 0,7-37 0,4-17 0</inkml:trace>
  <inkml:trace contextRef="#ctx0" brushRef="#br0" timeOffset="167882">30869 947 31236,'-11'11'-1809,"-9"20"1483,0 11 0,-2 6-1150,-4 3 1,0 2 1095,-3 2 0,-1 1-418,9-17 1,-1 0 0,-1 0-4119,-9 16 1,0-3 3432,8-14 1,2-3 0,-7 8-1,21-33 1</inkml:trace>
  <inkml:trace contextRef="#ctx0" brushRef="#br0" timeOffset="168041">30357 1240 22431,'21'-45'961,"-1"-1"1,1 0 0,6-12 0,-2 7-648,-7 20 0,-1 6-68,14 0-201,9 25-37,-11 11 1,3 5-662,9 9 1,2 4 624,-9-5 0,1 3 0,0 1-1142,3 5 0,0 1 1,-1 0 432,9 7 0,-1 3 737,-9-3 0,0 3 0,-5-6 0,5 6 0,-14-12 0,1 0 0</inkml:trace>
  <inkml:trace contextRef="#ctx0" brushRef="#br0" timeOffset="179100">22524 2928 12953,'0'-4'7914,"0"1"-4368,0 3-2913,10-63-134,-8 43-306,4-16 0,-2 5 42,-4 26-128,0 3-74,0 1-21,0 6 10,2 8-11,4 11-11,5 15 0,7 8-5,3 9-433,-3 3 444,-5 3-20,-12-30 0,-2 0-14,-10 28-82,-9-7 121,-6-15 62,3-16 55,5-13 12,8-18-11,6-12 354,8-4-343,22-32-96,3 11-287,-4 11 0,3 1 237,-2 5 1,2 2-9,3 1 0,1 3-23,2 2 1,-1 3-184,1 3 0,-1 2 116,-1 3 1,-1 2-149,24-2 56,-5 6 112,-10 3 67,-7 1 34,-9 0 67,-8-3 705,-6-3-543,-4-6 343,-2-3-320,-2 1-6,-2 2-112,0 6-111,-2 2-35,-1 12-5,-1 10-17,-1 14-55,0 14-225,2 7-554,1 4-1009,5 2-3702,7-5 5006,4-12 0,-2-17 0,-4-14 0</inkml:trace>
  <inkml:trace contextRef="#ctx0" brushRef="#br0" timeOffset="179282">23524 2684 23852,'-50'-38'235,"1"0"0,6 2 1,10 14-309,22 24-131,22 16-1436,15 18-2206,-5-9 1,0 2 3042,0 1 1,-1-2-1,7 11 1,-12-16 0</inkml:trace>
  <inkml:trace contextRef="#ctx0" brushRef="#br0" timeOffset="179800">24022 2972 21047,'0'-8'3736,"0"1"-3459,-12-23 0,-8-2 15,-15 15-453,1-15 0,-3 6 211,5 27 1,0 10-26,0-1 0,1 4 6,-1 8 0,3 1-26,-6 11 1,5 15 0,24-20 176,9 5-154,13-8 84,15-8-78,10-9-6,-4-11 140,16-19 72,-22-5 35,7-18 27,-21 3-61,-9 0 212,-8 6-330,-6 8-33,-1 7-34,1 9-56,2 6 0,3 4 17,5 6-23,3 9 6,4 11-6,1 16-5,-5 9 17,-7 12-1,-5-28 1,-1 0 8,-2 1 0,-1 0-251,-2-1 0,0 0 214,1-1 1,0-1-17,1 0 0,0 1-23,-4 6 1,1 0 10,-7 15-2,2-17 0,-4-1-115,-17 9 64,10-18 1,-3 0-32,-5-1 1,-1-3-451,-4 0 1,-1-3 166,1-2 1,1-2-678,4-4 0,3-3-8736,-13-3 8470,22-9 0,17-3 0,6 3 0</inkml:trace>
  <inkml:trace contextRef="#ctx0" brushRef="#br0" timeOffset="180483">24226 2700 27085,'22'11'162,"-8"13"-159,-19 14 0,-8 7-491,3 1 1,-1 0 487,3-7 0,1-1-269,-3 8 0,0 1 288,1-6 1,0-2-20,2-6 0,0-3 371,-3 12-304,4-18 68,4-14-51,8-17 22,16-23-44,6-12 435,3-5-455,-14 19 0,1 1 9,11-18-29,-5 15 1,1 2-7,16-11 718,6 9-734,-13 22 6,-10 9-12,2 12 17,-6 11-16,3 12 33,2 19-17,-3-10 11,-1-1-27,3-14 22,2-14-12,20-4-10,-4-20 10,9-17-5,-18-7 11,-14 6 1,0-3 4,-5 0 1,0-2-607,8-22 1,-1-5 608,-3 6 1,-1-2-9,-5 13 0,0-1 1,-2 2-223,1-5 0,-3 4 262,2-14 66,-9 20-44,-7 24-23,-10 10-22,-3 16-22,-4 16 6,6 3-24,3 23 6,11-15 1,4 1-32,4 2 1,3 2-45,7 10 0,6-1-269,7-9 0,4-5 58,-5-8 1,2-1-771,10 2 1,0-1-3514,-11-10 1,0-1 4574,3 2 0,-3-2 0,5 4 0,-18-14 0</inkml:trace>
  <inkml:trace contextRef="#ctx0" brushRef="#br0" timeOffset="180656">25016 2850 21075,'-7'-3'3433,"2"0"-3007,5 3-309,0 0-604,86-49-1744,-50 41 1,3 1 2230,12-10 0,8-4 0,-8 7 0,-15 10 0,-3 4 0,29-2 0</inkml:trace>
  <inkml:trace contextRef="#ctx0" brushRef="#br0" timeOffset="180840">25644 2909 22218,'-8'0'3792,"2"0"-3585,6 0-364,0 0-257,66-18-4502,-19 13 1,3 2 4840,11-7 1,-1 0 0,-13 8 0,-6 1 0,-7 1 0</inkml:trace>
  <inkml:trace contextRef="#ctx0" brushRef="#br0" timeOffset="180999">25889 3126 27202,'61'5'-1356,"-1"1"1,4-1 0,-10-1-1,-17-4 1,-1 0 0</inkml:trace>
  <inkml:trace contextRef="#ctx0" brushRef="#br0" timeOffset="184340">26852 2860 24923,'11'-40'473,"0"1"1,-5-14-368,-36 77-75,7-3 0,-2 3-9,-4 7 0,1 1-14,4-7 1,2 4 15,5 15 1,3 8-1,5-7 10,4 6-135,0 9 0,12-7 202,34-34 28,15-9-54,-19-8 1,2-5 30,-1-3 1,-1-7 147,0-10 1,-3-4-87,6-14-50,-22 6 0,-6-4 16,-13-20-358,-4 22 1,-2-1 245,-4 3 1,-3 2-116,-5 3 1,-3 4-267,-7-2-2676,-15 15 3035,21 23 0,3-3 0,9 2 0</inkml:trace>
  <inkml:trace contextRef="#ctx0" brushRef="#br0" timeOffset="205473">21317 5284 19932,'-7'0'2527,"1"0"-2214,6 0-89,0 0-185,117-63-1177,-72 51 0,4 1 1133,-5-5 1,7-4 0,0 0 0,-3 6-13,-2 7 0,-2 4 1,-1 1-29,17-2 0,-3 1 210,-10 1 1,-4 1-351,16 4 123,-30 3 130,-35 6 44,-30 4-59,3-7 0,-6 0 3,-10 3 0,-4-1 139,13-3 1,-2 0 0,-1 0-138,-1 0 0,-1 0 0,1 0 45,-19 3 1,1 0-187,10-1 1,4-1 135,13-3 1,4 0-15,-2 1 56,39-4-20,25-5 1,9-3-65,-9 3 1,4-1-455,9-2 1,6-1 0,-1 0 447,10-2 1,0 1-6,-11 1 0,3 0 0,-2 0-2,-2 0 0,-2 1 0,0 0-4,12-1 1,-3 2 467,-13 0 1,-5 1-491,6 1 395,-39 5-339,-41 6-17,0-1 0,-6 2-554,4-2 0,-4 1 1,0 0 549,-9 2 0,-2 0 1,-1 0 12,-5 1 1,0 0 0,0 1 20,1-1 0,1 0 0,2 0-6,6-2 1,2 1-1,3-1 626,-7 2 0,9 0-628,5 9-5,39-9 17,61-2-23,-14-9 1,6-2-586,-4-1 1,4 0 0,2-2 567,-8 1 1,0-1 0,2 0-1,-1 0-3,3-2 1,0 0 0,0 0 0,2-1 4,5-2 0,2 0 0,-2 0 0,-3 0-3,-3 0 0,-4 1 0,1-2 10,8-3 1,2-1 0,-10-1-33,-16 1 1,-4-1 154,0-4 1,-6-2 1523,-11-19-1622,-29 16 1,-9 2-23,-17-9-562,-5 12 1,-7 4 560,9 6 1,-1 4 0,-13-1 0,-2 1 755,2 1 0,2 2-755,3 3 0,3 0 11,-10-1 309,15 2-281,39-1 11,3-1 17,25 0-56,19 0-22,11 0 5,-9 0 0,3 1 478,-5 2 1,0 1-487,8 1 0,1 3 205,-5 2 1,-3 4-212,-3 6 0,-5 5 9,6 24-6,-14 2 28,-25 4-23,-10-11-42,1-14 1,-2 0-821,-8 17 857,-6 5 0,16-29 0,0-3 0</inkml:trace>
  <inkml:trace contextRef="#ctx0" brushRef="#br0" timeOffset="207490">23638 5007 24491,'8'27'73,"-2"8"0,-1 6-583,0 2 1,0 3 298,-1 0 0,0 3 0,-2-2-1632,0 3 1,-1 0 94,-1-8 1,1 2 0,-1-2 1391,0 13 0,-1-5 1,0-16-1,1-4 1,-1 1-1</inkml:trace>
  <inkml:trace contextRef="#ctx0" brushRef="#br0" timeOffset="208383">23563 5739 18694,'-10'-44'1055,"0"0"1,-1 0 0,-3-16 0,3 5-734,5 21 0,3 2 47,8-30-341,7 23 11,29 0-27,14 26-26,-14 7 0,5 3-503,5 3 0,4 4 431,-8 1 0,2 1 0,-3 0 36,4 1 0,-1 1-25,-7 0 0,2 0 1,-5-1-111,21 4 704,0 0-323,-26-5 293,-25-3-428,-13-2 107,-22-1 39,-9 0 227,-15 4-342,16 2 1,2 2 715,-11 4-791,-3 26-11,36-17 16,10 23-16,23-15-9,5-7 0,4-2-2,15 8-1,0-11 0,-2-3 18,-7-5 60,23 0 97,-37-14 83,-1-9 190,-9-20-296,-8 6 151,-7-22-73,-7 13-39,-6-10-6,-10 1-101,1 15-3447,-4 8 3374,8 16-22,0 10-39,9 11-95,1 12-689,21 23-364,13 0 313,-1-19 1,3-2 246,19 7 165,-11-17 0,4-3 280,4-6 0,1-3 339,1-2 0,-1-2 303,5-5 0,-4-4 850,8-18 2561,-22 1-2784,-17-6-12,-19 4-660,-5 5-230,-9 4-73,-3 14 463,3 7-525,-3 18-44,5 16 8,7 1 0,3 5-5,3-2 0,3 2-1238,4 12 1,2-1 1245,1-17 0,2-2-20,6 8 1,1-1-21,-2-9 0,0 0 51,2 8 1,-1 0-12,2 14-6,-13-17 23,-18-36 5,-4-12 17,-11-26-11,15 4 0,2-6-14,0-4 0,2-3 626,0-15 1,4-1-630,9 0 1,4 1-7,-1 10 1,3 0 7,5 3 0,4-2 0,1 5-19,2 0 1,1 3 2,9-15 0,3 4-140,-7 20 0,1 5 143,23-10-6,-14 19-5,1 12 5,-14 23-5,-2 8 0,-9 21 5,-14 4-27,-17 2 1192,-4-13-1403,-5-14 1,-4-3-973,-16 2-666,12-10 0,0-2 1482,-12-2 0,19-8 0,14-3 1</inkml:trace>
  <inkml:trace contextRef="#ctx0" brushRef="#br0" timeOffset="209733">26016 5249 25640,'3'-41'454,"-25"25"-398,-14 39 0,-5 14-637,5-11 1,-2 2 604,3-4 0,-1 2 1,-1 0 6,-2 1 1,1 0 0,0 0-276,2 0 1,1-1-1,0 2 297,-17 13 1,9 0 147,13 7 468,50-16-618,17-13-50,2-13 1,9-3 0,-3-1-411,-4 0 0,2-1-33,4-1 1,8 0 0,1 0 0,-6 1 59,11 2 1,-4 0-1,4-3 1,-6 1-1,1 4 1</inkml:trace>
  <inkml:trace contextRef="#ctx0" brushRef="#br0" timeOffset="211373">26697 5358 24144,'54'-23'-1647,"0"1"1,-6 3-1,-2 7-373,-5 14 1,-2 6 604,22 7 0,-39-9 0,-2 0 0</inkml:trace>
  <inkml:trace contextRef="#ctx0" brushRef="#br0" timeOffset="211533">26865 5580 24015,'-38'2'756,"0"1"1,-19-1-796,78-8-379,14-1 1,5 0 58,-8 1 1,3 0-1111,9-1 0,6 0 0,-1 1 1469,-1 0 0,0 1 0,-4 0 0,4 0 0,-2 0 0,0 0 0,0 0 0</inkml:trace>
  <inkml:trace contextRef="#ctx0" brushRef="#br0" timeOffset="212256">27960 5493 19854,'-1'-53'1180,"-1"0"0,1 10 0,1 3-346,4-19-5497,6 9 4926,-1 9 1774,9-13-1718,-8 30-185,1-4 922,-5 15-956,-5 10-128,0 5 45,-5 16 39,-5 18-45,-3 3-11,3-6 0,-1 3 6,0 6 0,0 3 1260,1 0 0,0 2-1269,1 7 1,2-2-1,3-12 0,1-3-53,2-3 0,-1-3 67,1 12 6,-4-6 5,-2-18 113,-4-3-68,3-8 848,-5-12-870,2-9 106,-3-13-117,4-25-34,3 14 11,9 0 0,4 0 1,10-2-12,7-7 22,22 14-16,-19 19-18,9 4 1,3 2-39,15 7-1271,-14 4 1,0 2 1298,13 7-14,-23 0 0,-1 5-82,13 24 51,-11 4 72,-28 9 1,-42-15-20,5-21 0,-5-3 22,-6-1 1,-2-4-268,-2-2 0,1-3 253,4-1 0,2-4-150,-20-8-707,27-10-1601,30-14-1110,15 1 3574,19-6 0,-14 21 0,1 1 0</inkml:trace>
  <inkml:trace contextRef="#ctx0" brushRef="#br0" timeOffset="212606">28697 5375 20884,'9'2'3798,"-2"0"-3137,-7-2 106,0 0-582,-66 23-101,34 0-65,-10-1 1,3 3-8,16 17-12,13 1 22,17-4 23,12-6-23,15-9 17,6-11 17,1-11 17,-3-12 39,-6-10 28,-8-11 39,-10-6 1,-9-6-29,-13-1-34,-11 3-49,-11 5-35,-6 11-44,0 11-73,6 10-330,11 15-1205,11 11-5159,14 14 6778,5 0 0,0-12 0,-4-9 0</inkml:trace>
  <inkml:trace contextRef="#ctx0" brushRef="#br0" timeOffset="212840">29301 5220 25394,'-10'-55'720,"0"0"1,2 7-1,1 10-563,3 20-123,1 15-34,1 20 5,1 24-14,0-9 1,1 5-699,2 9 0,0 3 530,2 8 1,-1 0-491,2 5 1,1 0-1275,-1 2 0,-1-2 1394,0-8 0,-1-5 0,-1 14 0,-1-31 0</inkml:trace>
  <inkml:trace contextRef="#ctx0" brushRef="#br0" timeOffset="213015">29145 5659 23657,'4'-48'463,"0"0"0,3 3 0,7 8-514,31 4-1241,-11 20 1,5 2 666,9 1 1,3 3-869,6 1 1,3 2 1069,-17 1 1,1 1 0,-3 0 0,-4 0 0,-4 1 0,26-2 0</inkml:trace>
  <inkml:trace contextRef="#ctx0" brushRef="#br0" timeOffset="213199">29963 5165 25152,'-10'-50'694,"0"-1"1,0 6 0,3 10-544,7 24-128,0 12 10,-2 17-22,1 22-28,0-8 1,1 4-833,-1 9 0,1 4 549,-1 6 1,0 2-561,-1 4 0,-1-1-1366,-1 0 0,-1-2-2690,-2-7 1,0-3 3401,1-15 1,1-3-1,-4 5 1,7-27-1</inkml:trace>
  <inkml:trace contextRef="#ctx0" brushRef="#br0" timeOffset="213632">29750 5608 21873,'20'-56'823,"1"1"1,0 4-1,4 7-798,-1 21 0,2 5-565,7 2 1,3 3 379,7 2 1,1 3-284,6 3 1,2 2-365,1 1 1,0 1-499,-2 2 0,0 0-104,-6-1 1,-2 0 858,-6 1 1,-3 0 1737,14-3 1614,-21-1-680,-17-3-405,-16-1-580,-9 0-228,-13-1-327,-6 3 468,-5 1-821,0 9-139,4 6-73,9 9-12,12 10-27,12 7-51,18 4-22,18 1-6,15-6 62,4-9 84,-6-13 33,-13-13 51,-14-13 33,-9-11 23,-6-11 5,-10-10-44,-8-4-12,-8-5-33,-2 3-56,1 8-34,7 17-224,0 12-369,3 23-1659,-6 13 2241,2 23 0,5-19 0,5 1 0</inkml:trace>
  <inkml:trace contextRef="#ctx0" brushRef="#br0" timeOffset="214182">30931 5327 20929,'0'-3'4453,"0"0"-3797,0 3-617,7 20-4263,1 23 4236,1 0 431,-5-11 1,-2 0-433,-4 7 23,-3 5 27,-4-12 203,-5-11-130,5-12 101,-1-12-61,4-13 3352,1-12-3419,3-12-18,8-7-16,12-12-51,1 19 6,17-9-22,-4 30-6,11 1 6,15 14 5,-7 12-407,-2 5 379,-1 14 6,-11 1-6,2 10-27,-14 10 32,-14-17-4,-16 6 27,-8-22 22,-6-2 385,2-8-395,7-14 5,8-16-17,5 2-5,13-18 5,6 13 6,12-4-17,20 7 0,0 12-210,-21 12 1,0 3 203,12 5-16,8 14-6,-15 4-95,-13-3 0,-3 3-684,3 23-621,-16-16 0,-6 1 1428,-13 18 0,1-16 0,-1-16 0</inkml:trace>
  <inkml:trace contextRef="#ctx0" brushRef="#br0" timeOffset="215457">24453 7133 19098,'-2'-4'2962,"1"0"-1835,1 4-556,-3 5-314,5 1-161,-4 3 279,4 5-241,-3-5 96,-7 9 95,-14-3-101,-5-1-22,-11-3 89,6-9-134,9-4 84,5-10-118,12-11-45,7-30-55,12-3-18,4-4 3,3 26 1,2 4 2,2 2-8,2 7 0,3 4 2,3 13-5,16 15-16,-7 20-295,-21-6 1,-2 2 277,10 22-1603,-17-3 1,-6 0 1613,-8 6-6,-8-12 0,-5 4 0,-4-3-390,-9-2 0,-4-2 410,1-2 1,-2 1 0,0-3 7,-3-2 0,0-4-230,-10 1 1,2-5 375,1-7 302,-8-6-364,35-27-23,11-15-50,10 0 2612,20-14-2668,25 10-92,2 12 0,8 3-256,-3 6 1,2 4-70,-10 3 1,2 2 0,-1 3-1043,14 3 1,-3 3-3413,-1 1 1,-3 1 3862,-14 0 0,-5 1 1,15 1-1,-38-5 1</inkml:trace>
  <inkml:trace contextRef="#ctx0" brushRef="#br0" timeOffset="215749">25990 6998 24861,'-21'-41'427,"1"1"1,0 3 0,-1 11-400,-1 23 17,-32 23-28,1 9-613,10-3 0,-2 4 607,4 0 1,-1 2-12,1 1 0,1 1-3,3-1 0,4-1 58,4-3 1,4-1-56,-7 18 28,15-10 56,18-8 45,19-6-40,25-6-98,-10-9 1,3-3-252,11-1 0,2-1-118,7-1 0,1-1-429,-16-1 1,0-1 0,0 1 541,3-1 0,1 0 0,-5 0 0,-2-1 1,-5 1-1,28-3 0</inkml:trace>
  <inkml:trace contextRef="#ctx0" brushRef="#br0" timeOffset="216289">26605 6915 26295,'-5'-30'-655,"35"6"150,19 18 1,9 7-1368,5-2 1,1 2-112,-2 2 0,-2 2 1983,-5 2 0,-6 0 0,6 3 0,-21 1 0</inkml:trace>
  <inkml:trace contextRef="#ctx0" brushRef="#br0" timeOffset="216440">26755 7150 26396,'60'-8'-1182,"-22"2"0,3-2-3313,16-4 0,2-1 3551,-4 1 1,-2 0 0,-16 4-1,-4 1 1,7-1 0</inkml:trace>
  <inkml:trace contextRef="#ctx0" brushRef="#br0" timeOffset="217250">28323 7042 21987,'-1'-47'1156,"0"1"0,-1 1 0,-3 8-669,-9 18-235,-12 3-162,-9 12-57,5 14 1,0 5-28,-12 7-9,11 5 0,4 5-8,4 21-450,11-19 0,4 1 455,7 0 0,6-2 1,22 24-110,-3-33 0,7-3 123,6-5 1,3-5 5,5-3 0,1-4-313,-1-5 1,-1-5 379,-4-1 0,-3-7 101,-4-7 0,-6-5-8,4-28-90,-18-2-225,-18 23 0,-7 1 231,-21-19-74,7 22 1,-4 2 5,-5 5 1,-4 5-32,-15 7 1,0 5-20,16 3 0,0 4-157,-16 8 1,3 6-564,21 4 1,3 3-3087,-7 10 1,2 3 3833,6-1 0,4-1 0,-5 13 0,14-19 0</inkml:trace>
  <inkml:trace contextRef="#ctx0" brushRef="#br0" timeOffset="218482">30790 6626 20979,'0'-9'3008,"0"2"-2773,-25-19 1,-12 2 156,-18 24-1434,-2-14 0,-4 5 1087,10 29 0,1 11-34,14-8 0,-1 1 0,0 1-30,-1 2 1,0 2-1,0 1-138,0 1 1,1 2-1,-1 0-876,1 1 0,1 0 0,0 1 1033,-3 2 0,1 2 0,4-5 0,4-2 0,2-3 0,3-3 0,0 0 0</inkml:trace>
  <inkml:trace contextRef="#ctx0" brushRef="#br0" timeOffset="218649">29671 6846 23305,'45'-15'286,"0"0"1,0 0 0,2 3 0,0 3 0,-1 5-245,15 13 0,-1 6-1071,-7-2 1,3 5 836,-9-1 0,5 3 0,0 2 0,-3 0-2474,0 0 0,-4 1 1,2 2 2665,-2-3 0,2 2 0,-1 0 0,-6-3 0,5 4 0,-8-3 0,1 3 0</inkml:trace>
  <inkml:trace contextRef="#ctx0" brushRef="#br0" timeOffset="223248">28462 7003 21327,'-15'-56'1224,"1"1"1,0 4 0,1 6-603,-4-3-219,6 16-279,5 15-141,3 13 6,0 21 50,-3 23-23,0-6 1,-2 5-613,-4 9 1,-2 3 614,-4 7 1,-4 1-16,6-17 0,-2-1 0,0 0-6,0-1 0,0 0 0,0-2 5,-7 17 0,2-2-9,6-7 0,3-3-104,4-6 0,3-3 110,2 17 67,7-20 269,1-16 34,5-23-191,4-20-67,2-28-87,-6 18 0,0-4 300,-2-7 1,-2-1-312,0-6 0,-2-1-271,-1-2 1,-1-1 275,0 2 1,-1 1-3,1 6 0,-1 4 8,1 10 0,-1 5 20,1-8-73,0 24-17,0 17 23,6 23 10,7 24-2,-3-12 0,0 5-367,3 20 0,0 0 381,-5-16 0,0 0-6,-1 18 1,-2-2 175,-3-23 0,-2-3-165,1 5 1,-1-2 17,0 17 33,0-23 0,0-21 33,6-23-55,5-22-23,7-26 11,-2 7 1,1-4-1309,-1 1 1,1 0 1296,-1-3 0,1 1-2,-5 16 1,-1 0-1,1 2 199,2-9 0,-1 2-200,4-6 1,-1 1-9,-4 14 0,0 4 285,2-4-318,-8 33 33,-6 16 0,1 37 0,-1-16 0,0 4 1308,1 12 1,-2 6-1321,-1-6 1,-1 3 0,0 0-292,-1-6 0,1-1 0,-1-1 301,-1 0 0,0 0 0,0-2-9,-4 13 0,1-4-166,2-15 0,1-1 182,0 2 1,1-2 45,-2 12 27,5-29 216,0-18-255,2-31-34,2-23 1,1 1 0,0-6 67,0 1 0,0-3-68,-1 11 1,0-3 0,0 3 2,0-4 1,0 3 13,0-9 1,1 3 161,-2 20 1,1 3-169,-1-2 1,1 3-67,0 0 11,-3 30 5,-3 32 45,-1 8-14,1 0 1,-1 4-205,0-1 1,-1 3 202,0 2 1,-1 3-1,0 0 186,-3 14 0,-1-1-182,3-14 0,0 0 0,0-3 0,-1-2 0,1-3-3,0 0 0,0-2-8,-4 10 22,3-12 51,2-19-12,3-34 364,1-7-409,1-3 1,0-5-1,0-15 1,2-3-119,1-5 0,1-3 118,0 11 1,0-2 0,1 1-9,2-13 1,2 4 4,-2 13 1,0 3 8,0 3 1,-1 5-18,-1 7-67,0 11 51,-9 35 22,-6 32-6,2-11 1,-1 1-367,2-3 0,-1 1 363,-2 14 1,-1 1-9,2 4 0,1-2 14,1-10 1,1 0-4,0 13 1,2-3 864,6 5-853,-1-15 38,3-12 29,-2-43-73,2-21-6,-1 2 1,1-6-1093,0-9 0,0-3 1100,-1 6 1,1-2 8,1-15 1,1-4-171,1-1 1,0 0 163,0 7 1,0 1 154,0 3 1,1 6-194,-1 16 10,-4 27 7,-7 34 4,-1 8 1,-2 6 2,0 3 1,-2 3 369,2-6 1,0 2 0,0-1-365,-2 12 0,0-1 3,1-4 0,0-1 286,3-8 1,0-2-265,-3 20-38,5-25 148,2-18-37,5-28-78,5-22 5,8-30-5,-4 20 0,1-3 125,3-6 1,0 0-127,1 0 1,0 2-3,-1 6 0,-1 3 42,7-13-44,-11 27 545,-11 22-579,-10 23-101,-10 21-328,7-8 0,0 1-573,2-1 0,0 0 1024,-1 7 0,2-2 0,3-5 0,-1-1 0</inkml:trace>
  <inkml:trace contextRef="#ctx0" brushRef="#br0" timeOffset="239449">21628 9311 22907,'58'-16'-123,"0"0"1,-1 1-1,1-1 1,-3 1-1,0 1 1,-2 1-1,-2 3-40,-1 6 1,-3 3 0,-2 0-519,9-1 1,-2 0 170,3 0 1,-4 0-121,-17 1 0,-4 0 934,19 0-214,-37 1 83,-47 3 43,4-2 0,-3 1-100,3 0 1,-2 1 407,-23 1 0,1 1-166,-3 0 115,0 0 1,3 1-228,15-2 298,-19 4-421,46-6 398,0 1-415,18-3 23,10 0-101,16 0-17,14 0-5,-4 0-3,-6 0 0,0 0-9,12 0-17,-13 0 1,-1 0-84,14 1-90,-7 0 67,-12 1 72,1-2-16,-17 0 90,2 0-459,-11 0 172,-21 1 130,-7 4 23,-24 4 10,-9 5-263,23-5 1,-1 0 436,-5 1 0,-1 0 45,-4 1 0,-1-1 59,-3 1 1,0-1 63,-1 0 0,1 0-3,2-1 1,2 0-57,6-1 1,2-2 47,-16 3-135,25-4-5,25-4-11,13 0 117,44-6-156,9-3-561,-12 2 0,4-1 510,0 0 1,1 1-15,5-2 0,-1 1 6,-12 2 0,1 0-65,0 0 0,3-1 1,-4 1-15,3 0 1,-1-1 65,-4 2 1,2-1 0,-4 0 266,0-1 0,-6 1 0,12-3-72,-30 0-129,-34 4 56,-30 2-39,-8 3 72,-7 5 1,-3 3-472,15 0 0,1 2 415,3-2 1,-2 2 0,3 0-3,0 2 0,5 0 948,-14 8-979,28-6 360,20-6-181,19-4-50,21-5-106,27-10-492,-22 3 0,4-2 449,4-4 0,2-1 6,0 0 0,0-2-6,-2 0 1,-3-1-12,-4 1 1,-3-2-4,-6 1 0,-3-1 18,10-10 954,-13-20-887,-29 10 66,-12-20 141,-19 11 156,-6 5 34,0 8-73,9 9-111,10 9-113,9 6-106,6 5-113,4 4 984,1 3-944,4 10 45,1 2-22,20 38-12,-1-2-335,-5-12 1,0 2 283,-3-4 1,-2 1-70,-2-1 0,-3 1-345,-4-1 1,-4 1-261,-6-1 0,-7-1-2314,-7 1 1,-4-2 2783,-4-3 1,0-3-1,-12 9 1,13-18-1</inkml:trace>
  <inkml:trace contextRef="#ctx0" brushRef="#br0" timeOffset="240606">24032 9032 20716,'11'-56'1624,"0"0"1,0 4 0,-1 5-953,1 6-420,-3 13-236,-7 22-16,-2 6-5,-3 11 44,-14 34-31,7-16 1,-1 3-428,-6 16 1,0 2 404,-1 0 0,1-1 3,4-8 0,1-1-65,-1 8 0,4 0-625,10-5 1,4-1 95,3 0 0,4-1-333,9 2 0,6-6-499,5-11 0,2-5 445,-5-5 1,2-4-1020,10-1 1,2-7 607,-1-9 0,-2-4 1730,1-1 1,-3-3 1075,1-7 0,-5-4 2170,2-23-2105,-16 8 1551,-10-16-1692,-8 24-487,-4-8-398,-4 24 501,-5 8-854,-2 10 571,2 2-609,-4 12 121,8-1-166,1 9 10,15-5 1,10-3 17,4-5 5,29-5 6,-13-12 67,15-6 61,-21-11 79,-12-9-117,-9 5 369,-13-21-163,-9 17-72,-10-11-73,-6 18-73,0 10-89,6 7 22,-7 9-39,7 10-23,-9 14-27,7 17-113,3 14-78,13-22 0,3 1-333,1 3 0,3 1-805,4 1 1,4-1-1757,3-1 1,4-2 2784,1-6 0,0-4 0,9 5 0,-10-17 0</inkml:trace>
  <inkml:trace contextRef="#ctx0" brushRef="#br0" timeOffset="241232">25350 9279 22749,'-11'-61'1228,"0"1"1,2 6-1,-6 11-937,-19 24-44,1 12-191,4 18 26,6 15-32,6 25-50,12-15 0,2 3-492,2 10 0,1 3 450,3 10 0,1 3-559,-1-17 0,0 1 0,1 1 270,0 4 1,-1 0 0,0 0-387,1 2 0,-2 0 0,-1-1-831,-3-2 0,-2 0 1,-2-2-1398,-1-5 1,-2-1 0,-3-4 686,-10 11 1,-6-8 2144,0-13 0,-4-8 3165,-29-14 2880,10-42-4073,32 1 1,5-8-1337,6-12 0,6-4-253,5 13 1,4-1 0,3-1-260,3-2 1,3 0 0,4 0 31,3 1 0,4 1 0,1 1-66,4 3 1,2 2-1,1 2-115,0 3 0,2 2 0,0 3-204,0 3 1,1 2-1,0 3-225,17-6 0,1 5-368,-2 5 0,0 4 181,-3 4 1,-1 1 375,-4 3 0,-1 0 637,-6 0 1,-2 0 1947,18-7 1433,-21-4-1337,-18-6 588,-11-2-1771,-7-5 623,1-3-1167,0-4 220,2-5-454,4-5-85,4-8-179,-4 23 1,1-1-29,4-23 23,-5 12 0,0-6 0,-2 5 56,0-17-73,0 3 0,-2 8-62,-6 31-33,-6 21 50,-9 17 11,-10 20-16,11-11 0,2 4-12,0 5 0,2 3-480,3 4 1,3 3 477,3 2 0,3 2-54,5 2 0,2 1-75,3 1 0,1-1-157,5-1 0,2 0-367,0-2 0,0-2-524,0-4 1,1-2-1079,-3-6 0,1-3 2263,12 15 0,-14-25 0,0-13 0</inkml:trace>
  <inkml:trace contextRef="#ctx0" brushRef="#br0" timeOffset="241382">25943 9301 24199,'-35'-48'718,"-1"0"1,3 5 0,12 7-674,23 18-115,20 2-815,29 3-714,-9 7 0,6 3 1076,-3 1 1,4 2 0,-5 0 0,-3 0 0,-2 0 0,3 1 0,0 0 0</inkml:trace>
  <inkml:trace contextRef="#ctx0" brushRef="#br0" timeOffset="241666">27043 8981 23377,'-2'-2'2941,"0"0"-1961,2 2-992,-25-4 18,2 15 16,-26 3-22,7 17-28,-3 3-229,-1-1 246,4-2-51,8-3-50,11-2-56,14-2 11,24 0-257,27 3-337,-5-12 1,6-3-2396,11 3 0,6-2 3146,-12-4 0,4-1 0,-6-1 0,-2 1 0,-3-2 0,-3-1 0,1-1 0</inkml:trace>
  <inkml:trace contextRef="#ctx0" brushRef="#br0" timeOffset="241873">27751 9049 22156,'-5'-3'3434,"0"1"-3328,5 2-896,106-45-1478,-70 42 0,2 1 192,14-9 0,6-4 0,-6 7 2076,-8 13 0,-5 5 0,10 1 0,-25-5 0</inkml:trace>
  <inkml:trace contextRef="#ctx0" brushRef="#br0" timeOffset="242023">27907 9279 26670,'61'-10'-481,"0"-1"1,-23 4-1,-4 0 1,14 3-1</inkml:trace>
  <inkml:trace contextRef="#ctx0" brushRef="#br0" timeOffset="242890">29120 9190 25881,'11'-49'645,"1"-1"1,-3 6 0,0 12-606,-5 23-102,-3 9 62,-1 4-11,0 14-12,1 12 15,-4 0 0,-3 3-6,-2-2 0,-3 0-766,-7 8 0,-3-4 791,-16 11-115,11-24 1,-1-4 108,-7 2 79,2-4 23,15-15-68,19-28-33,4 2 8,5-6 0,3-3 2,2 2 1,2 0-159,7-12 1,4-3 145,-2 7 0,2-1 0,1 1 91,-3 6 1,-1 2-1,1-1-90,5-2 1,1-1 0,-2 4-9,-2 4 1,-1 4 78,0 2 1,-1 4-77,4 3-39,0 9 11,-16 19 328,-16 23-312,-9 1 4,-6-5 0,-6 2 483,-3-1 1,-4 1-484,-1-2 1,-4 3-1,1-1-549,-11 8 0,-1-1 557,12-11 0,0-1 0,2-3 5,3-3 1,2-2-1,-22 16-5,24-19 12,4-3 228,14-6-207,14-2 1167,5 1-1222,25 8 22,14-1 0,-1-2 0,5 0-522,-5-3 1,2 0 523,-10-3 0,1 0 0,-2-1-8,9-1 0,-3-2 3,-12 0 1,-2-1 2,21-5 0,-1-27 22,-21-2-5,-9 5 0,-3-2 61,-7-14-16,-6 11 83,-8 4 135,-5 11-183,1 4-97,-1 4 1065,3 7-1078,1 2-20,4 12-74,5 3-201,6 14-1187,12 10-1305,-5-5 2800,3 5 0,-15-22 0,-5-4 0</inkml:trace>
  <inkml:trace contextRef="#ctx0" brushRef="#br0" timeOffset="243039">30088 9077 23959,'29'-7'-1811,"-11"-6"0,-10 26 0</inkml:trace>
  <inkml:trace contextRef="#ctx0" brushRef="#br0" timeOffset="243473">30424 9174 27522,'-7'-41'222,"0"1"0,-1 3 0,-2 10-194,-6 22-11,-29 15-40,-1 8-393,12-2 0,0 3 418,6-1 1,2 3-14,-13 20 11,18-10 270,14 6-253,11-20 152,7 2-113,9-12 16,8-13-27,5-4 484,1-7-388,-5-1-141,-7 2 0,-7 5 0,-3 4 0,0 6 0,0 5 0,16 28 0,-3 11-344,-7-8 0,0 5 344,-4 2 0,-2 1-90,-2 4 0,-4 1-173,-5 5 0,-6-1-57,-8 1 1,-8-2 101,-5-3 0,-7-4 5,-3-6 0,-4-7-45,3-8 1,-1-6-494,-21-9-645,23-28-974,27-23-363,17 11 0,7-3-1885,8-8 0,2-2 4093,3 1 1,-2 3-1,-6 11 1,-2 3-1,4-7 1</inkml:trace>
  <inkml:trace contextRef="#ctx0" brushRef="#br0" timeOffset="244023">30642 9024 16308,'31'-32'1974,"-1"0"0,1 1 1,9-11-1,-6 7-893,-9 12-549,-13 13-532,-8 6-14,-5 12 42,-2 13 40,-2 20-40,-3 21-14,6-24 0,-1 2-284,2 3 0,-1 1 289,1 0 1,1 0-9,0-3 1,0-1-4,0-4 0,1-3-2,-1 20 16,2-18 242,0-18 189,3-11-190,10-18-184,14-10-1,14-17-45,-17 16 1,0-1-287,2-2 1,-1 1 291,13-14 54,6-3 2,-25 24-45,3-1-61,-16 15 33,0 7-5,6 8 1196,7 9-1201,11 7 16,8 2-28,9-3-12,6-7 29,3-9 50,-2-15-181,-6-16 186,-8-20-33,-23 13 1,-3-3 4,0-7 1,-3-1-34,-3 6 1,-2-2-12,3-25 0,-3-2-436,-4 21 1,-2 0 488,3-15 1,-3 1 80,-6-8-176,-2 26 8,-3 19-11,2 14 45,-4 15 204,-1 14-243,-5 20-23,2 17 114,10-25 0,1 3-167,2 3 1,3 2-166,2 3 0,3 1-384,2 1 1,1-1-1085,1-1 0,0 0 1748,-1-1 0,-1-4 0,1 5 0,-4-11 0</inkml:trace>
  <inkml:trace contextRef="#ctx0" brushRef="#br0" timeOffset="244166">31396 9154 23091,'-1'-7'3143,"0"2"-3037,17-28 0,12-4-1540,21 12 1420,-2-14 0,4 3-196,-5 28 0,2 8-1785,0 2 1,-1 1 1318,-7 0 0,-4 1 0,9 3 0,-24-2 0</inkml:trace>
  <inkml:trace contextRef="#ctx0" brushRef="#br0" timeOffset="250706">23928 11288 25079,'-4'-40'479,"-1"0"1,-2-20-587,5 76 130,-1 25-7,2 4-13,0-7 0,1 2-3,-1-8 0,1 2 33,2 15 1,0 1-230,0-13 0,-1-2 165,1 2 0,1-4 171,-2-2 6,-1-15 313,0-12-89,0-27-230,0-12-62,0 4 0,0-4-971,1-4 0,0 0 913,0 6 0,-1-2 33,2-10 0,-1-1 130,0 11 1,0 1-2,0-7 0,0 2-19,1-7-152,-2 19-67,0 23-28,0 13 101,0 15-23,-1 7 1,1 5 5,0-1 0,1 3 672,1 10 1,2 1-687,0-9 0,2-3 14,5 19-3180,2 5 3191,-8-35 12,2 9 77,-9-29 7,-5-14-96,-1-7-3,-3-13 1,0-5 13,-4-28-84,6 13 0,1-1 56,5 5 1,2 1 19,3 3 0,1 3-9,3-13 3122,2 17-3233,-5 26 33,0 11 62,0 20-62,3 21-11,3-1-527,2-3 1,2 1-978,-2-11 0,2 1 1109,8 19 0,-1-3 0,0-2 0,0-6 1</inkml:trace>
  <inkml:trace contextRef="#ctx0" brushRef="#br0" timeOffset="250973">25167 11235 25965,'-59'-1'72,"0"0"1,-2 5 0,3 7-62,9 12 1,3 5-4,8-5 0,2 1 9,-6 10 0,5 1-454,5 10 434,13-13 1,6 0 2,18 13-11,23-7-135,26-7-151,-17-19 0,5-3-1070,6-1 0,2-4-1484,7-1 0,0-1 2415,-5-4 1,-3 0-1,-15 2 1,-4-1-1,4-3 1</inkml:trace>
  <inkml:trace contextRef="#ctx0" brushRef="#br0" timeOffset="251182">25688 11187 24990,'49'-5'-1456,"-1"0"1,1 0 0,-1 1 0,1 1 0,-4 1 572,10 4 1,-6 1 0,-14-1 0,-5 0 0,3 2 0</inkml:trace>
  <inkml:trace contextRef="#ctx0" brushRef="#br0" timeOffset="251366">25907 11539 27214,'58'-17'-1393,"0"0"0,-1 1 0,-5 4 1393,11 8 0,-23 1 0,-18 3 0</inkml:trace>
  <inkml:trace contextRef="#ctx0" brushRef="#br0" timeOffset="252906">26799 11074 25634,'-58'5'99,"1"-1"0,5 4 0,10 8-99,21 25 34,8 20-20,18-30 0,5 0 2,2-1 1,4-1-784,10 3 1,5-4 771,5-9 1,1-4-9,-5-3 0,1-2 11,8-2 1,0-3 612,18-7-408,-22-8 0,-1-6 190,10-20-776,-27 7 1,-5-3 495,-4-16-360,-10 14 1,-4-1 365,-13-23 158,3 24 1,-7 1-271,-13 2 0,-6 4-23,3 9 1,-2 4-1,-1 1 0,0 5-14,3 8 1,4 6-93,-9 13-305,19 5 0,4 5-1656,4 31 1942,22-14 0,6-1 1,-1-1-1,17-1 1</inkml:trace>
  <inkml:trace contextRef="#ctx0" brushRef="#br0" timeOffset="253116">28356 11001 26480,'-48'-9'63,"0"0"1,7-1-1,5 10-57,5 31 0,5 11-762,3-8 0,1 3 709,0-1 1,-1 3-1,-1-1-1028,-8 16 0,-2 0 475,10-17 1,-1 0 0,-1-1-1377,-2 0 1,0-1 0,0-1 1975,-9 8 0,2-5 0,10-11 0,3-5 0,-1-1 0</inkml:trace>
  <inkml:trace contextRef="#ctx0" brushRef="#br0" timeOffset="253249">27628 11369 21976,'31'-45'801,"1"1"0,-1 0 0,-2 4 0,1 3 1,-3 11-674,7 15-24,5 20 0,3 6-71,12 8-1111,-6 3 1,9 8 0,-4-1 38,-15-7 1,-3 1 0,2 1 673,11 8 0,2 1 0,-5-3 0,-8-3 0,-5-4 0,2 6 0</inkml:trace>
  <inkml:trace contextRef="#ctx0" brushRef="#br0" timeOffset="253999">29071 11082 18968,'7'-52'217,"0"0"0,0 0 1,-5 3-1,-3 1 1,-4 0-73,-4-1 1,-3 0 0,-6 3-985,-6 0 1,-5 3-1,-4 1 934,-7-2 0,-5 2 1,-3 3-447,5 7 0,-2 3 0,-3 0 0,-2 2 412,4 5 1,-2 1-1,-2 1 1,0 1 0,-3 1-139,5 3 0,-2 1 0,-1 1 0,-2 1 1,0 1-1,-1 1 118,-5 0 0,-2 1 0,-1 2 0,-1 0 0,0 1 0,-1 1-179,4 2 1,0 0 0,-1 1 0,-1 0 0,0 2 0,-1 0 0,0 1 159,5 1 0,-1 1 1,0 0-1,0 1 1,-1 0-1,0 1 0,0 1 1,0 0-32,4 1 0,1-1 1,-1 1-1,0 1 1,0 0-1,-1 1 1,1 0-1,0 1 1,0 0 49,0 1 0,-1 0 0,1 1 0,-1 0 0,1 1 0,-1 0 0,1 0 0,0 1 0,0 0-16,0 1 1,1 0-1,-1 0 1,1 1-1,0 0 1,0 1-1,1-1 1,0 2 0,0-1-5,-5 2 1,0 1 0,0 0-1,1 1 1,1 0 0,-1 1-1,1-1 1,1 1-8,2 0 1,1 0 0,-1 0 0,2 1-1,-1 0 1,2 0 0,-1 1 0,2-1-5,-4 3 0,1 1 1,1 0-1,0 0 1,1 0-1,1 1 1,1 0-8,-3 3 1,1 0 0,1 1-1,2 1 1,1-1 0,1 1-3,-2 4 0,2 0 0,1 0 0,3 1 1,3 1-11,-2 5 1,2 0-1,4 2 1,5 0 245,0 8 0,6 2 1,9-1-203,12-3 1,8-1-1,9-2 53,11-2 0,10-2 0,6-4 18,1-9 1,6-3-1,4-2 1,2-2-3,-1-3 0,2-2 0,4-1 0,1-2 0,1-1-36,-10-3 1,1-1 0,1-1 0,1-1 0,2 0 0,0 0 0,0-1-32,0-1 0,0 0 0,1 0 0,1-1 0,0-1 0,1 1 1,1-1-1,0 0-21,-3 0 0,2-1 0,-1 0 0,2-1 1,-1 1-1,1-1 0,1 0 0,0 1 0,0-1-7,-3-1 0,1 1 0,0-1 0,0 0 0,1 0 0,0 0 0,0 0 0,1 0 0,-1 0 0,1 0-74,-4-1 1,0 0 0,0 1 0,1-1 0,0 0 0,-1 0-1,1 0 1,0 0 0,0 0 0,0 0 0,0 0 66,1 0 1,0-1-1,-1 1 1,1 0-1,0-1 1,0 1 0,0-1-1,0 0 1,0 0-1,-1 0 1,1 0-5,4 0 0,0 0 1,0 0-1,0 0 0,0-1 1,0 1-1,0-1 0,-1 0 1,0 0-1,-1-1-1,-2 0 1,0 0 0,-1 0 0,1 0 0,-1-1-1,-1 0 1,1 0 0,-1-1 0,-1 0 0,0 0 0,2-1 1,0 0 0,-1 0 0,0-1-1,0 0 1,-1 0 0,-1-1 0,-1-1-1,0-1-1,9-2 1,-1-1 0,-1-1-1,0 0 1,-2-2 0,-1-1 0,-2-1 1,3-2 0,-2-2 0,-1-1 0,-2-2 0,-2-1 0,-2-2-5,1-4 1,-2-2-1,-2-2 1,-4-2-1,-4-2-28,1-8 0,-4-2 0,-6-2 1,-7-2-368,-9 2 1,-5-2-1,-7-1 1,-7 1 400,-13-4 0,-10-2 0,-3 3 0,3 6 0,6 6 0,2 5 0,-5 2 0,-10 2 0,0 1 0,-1-1 0</inkml:trace>
  <inkml:trace contextRef="#ctx0" brushRef="#br0" timeOffset="264831">6441 13093 14684,'46'-9'266,"-1"1"0,1-1 0,5-3 0,0 2-42,10 4 0,1 2-1475,-9 0 1,2-1 1463,-6 1 0,3 0 0,1 0-47,5-1 0,1 0 0,5 0-88,-15 1 1,4-1-1,2 1 1,-2 0-1,-3 0-512,13-1 0,-3-1 0,5 1 482,-10 1 0,4 0 1,2-1-1,-2 1 0,-3 0-212,-1 1 1,-4 0 0,0 0-1,3 0 212,-1 0 0,3 1 0,0-1 1,2 0-1,-1 0 3,0 1 1,0 0-1,0-1 1,2 1 0,2 0 45,-1 0 0,4 0 0,1 0 0,0 0 0,-2 0 0,-3 0-54,-5 0 1,-3 1 0,-1-1 0,1 1-1,3-1 5,-2 1 0,3-1 0,2 0 0,1 0 0,-1 1 0,-1-1 0,-3 0-318,6 0 1,-3 0-1,-1 1 1,1-1-1,3 0 306,-7 1 0,1-1 0,2 0 0,0 0 0,1 0 0,0 1 0,0-1-95,2 0 0,0 1 1,0-1-1,1 0 0,0 1 1,0-1-1,0 1 89,3-1 0,0 1 1,0 0-1,0-1 1,1 1-1,-1 0 1,1 0-51,-7 0 0,0 0 0,1 1 0,-1-1 1,1 0-1,-1 1 0,1-1 0,0 1 43,0-1 1,1 1 0,0-1 0,0 1 0,0 0 0,0 0 0,0-1-1,0 1-28,0 0 0,0 0 0,0 0 0,0 0 0,0 0 0,0 0 0,0 0 0,0 0 21,-1 0 0,0 0 0,0 0 0,0 0 0,0 0 1,1 0-1,0 0 0,2 0 15,-1 0 1,2 0 0,2 0 0,0 0-1,0 0 1,-1 0 0,-1 0 0,-2 0 0,-2 0-15,8 0 1,-4 0 0,-3 0 0,1 1-1,3-2 1,4 1 13,-11 0 1,4 0 0,3 0 0,2-1 0,0 1 0,0 0 0,-2-1 0,-3 1 0,-4-1 0,-5 1-7,7-1 1,-8 0 0,-2 0 0,1 0 0,6 0 3,-1 0 0,5 0 1,3-1-1,2 1 1,1-1-1,-2 0 1,-3 0-1,-4 0 64,9-1 1,-5 0-1,-2 0 1,1 0 0,6-1-45,-11 1 0,3 0 0,2-1 0,2 0 0,0 1 0,-1-1 0,0 0 0,-3 1-22,0-1 0,-1 1 0,-1 0 0,0 0 1,0-1-1,0 1 0,2 0-14,5 0 1,2-1 0,1 0-1,-1 0 1,-1 1 0,-2 0-1,-4 0-16,-1 1 1,-3-1 0,-2 2 0,-1-1 0,3 1-15,5 0 0,2 0 0,0 1 1,-1 0-1,-4 2-180,-2 1 1,-4 0 0,0 2-1,1 0 197,7 1 0,1 2 0,-1 0 0,-6 0 0,12 2 0,-8 0 0,-19 2 0,0-1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8058-5DFC-967D-37C4-A89F81CE7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1F567-5A90-AEB3-FB58-D9996DAB8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EB6E4-D18E-2004-44EB-91D8176E9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3B18-3930-EC4F-9E50-C3250824749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0AAC8-C798-AFCA-D8E4-6AFFEE473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D80F9-2351-5CEB-4255-C9FDFEF4D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117C-DED3-784B-B9C2-9E8DF0699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81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5010-C83D-CE74-6E94-25E716B8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FB024-BD24-8D1B-2EB9-DEBF675ED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D2150-0454-BE5D-CFD0-8371D867E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3B18-3930-EC4F-9E50-C3250824749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BEBA1-0EE7-3B65-4738-7F075C920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A4F3-1FEE-2B76-A5D3-28DDA6FD7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117C-DED3-784B-B9C2-9E8DF0699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8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2CCC-FB01-380F-14B5-6B5387BB1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8DBAC-97D5-B302-B5B6-AFFA16268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42EFE-67BC-E3E9-A51A-4FD8AD27E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3B18-3930-EC4F-9E50-C3250824749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A2FD3-8C18-4158-62D8-8657F5A90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3F14E-2608-6B8C-5543-FABE819C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117C-DED3-784B-B9C2-9E8DF0699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22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1FE62-331B-400A-1EE7-624EE4F9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35796-019B-D779-02AE-50B5C38808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A07A0-F2DA-C008-0186-A680C0929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FC247-E6C6-0BA8-042D-DF19C192C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3B18-3930-EC4F-9E50-C32508247498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3C9EE-310F-E393-2D10-9874878A5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27FF3-7A5B-A7D5-41C4-D982496FA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117C-DED3-784B-B9C2-9E8DF0699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01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FB8E1-C68A-E846-1A4F-3180B902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29758-5F9A-9968-38CA-04334A2B9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4B6C3-3784-BC37-4FB9-7B69A0F5E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7CFB0E-5BCF-9535-4D72-469F13E241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6A4C7-FE30-F7C6-26DC-8E0B7D48A7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A933E4-7DED-C148-F5D1-17520CED4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3B18-3930-EC4F-9E50-C32508247498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F8BBBA-A257-4F8D-6586-3F94D7F3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BE2525-6444-EBC7-D3F7-54DF6ACC2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117C-DED3-784B-B9C2-9E8DF0699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64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AC15-7616-23DA-1223-253793F4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85C60F-D1BB-F85D-BEC0-AA8B50895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3B18-3930-EC4F-9E50-C32508247498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C71C02-5511-5C29-C48E-DB31200F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E25D4-89B1-853C-ED16-FFD07CD2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117C-DED3-784B-B9C2-9E8DF0699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44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77159-1E58-9F3D-DC94-4AD536E38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3B18-3930-EC4F-9E50-C32508247498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B4A833-557C-5C0C-A181-618C63DD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9695C-118D-EF71-548F-155A9031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117C-DED3-784B-B9C2-9E8DF0699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35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3A5F6-4F9C-9A23-AC32-0849DA5E8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3B43C-C4AA-55E6-AA5B-5AF3869A4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BEB2C-3650-EB75-8FC4-6F0E3FB3B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C4B68-00F0-465C-83EA-34ACB1FFD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3B18-3930-EC4F-9E50-C32508247498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DC010-5075-C1B9-008D-38A283CAA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BF315-AC88-5066-62E6-7E4FC9E8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117C-DED3-784B-B9C2-9E8DF0699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5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5196-9D1E-2729-5F98-53BC5498B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B104C4-417D-2CCE-93EB-6CD4F7E51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ADA22-CE39-3987-96B3-F853AE3F6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33E24-E374-4A90-8FBB-E92B236F6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3B18-3930-EC4F-9E50-C32508247498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BA3FE-20FF-A53F-0767-1F3ED7808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B4BD3-88B8-5CC0-2ECC-CC7AE228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117C-DED3-784B-B9C2-9E8DF0699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96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44C86-92B6-1A90-E1A0-C2B3DCA3E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5CDFE3-8D15-6230-E8C7-AF6E3C5EA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BE86F-7872-C4CA-3379-E8977F010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3B18-3930-EC4F-9E50-C3250824749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6DE0D-F4B9-ECE6-3054-0747592FE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CCF63-1EAD-58D4-8E3C-3FE22E7E9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117C-DED3-784B-B9C2-9E8DF0699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5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870353-4EA5-142B-E666-B45DD94C31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63CD3-EBD2-678C-E19E-C44EDEAEB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9ADD8-1D7E-34FB-CAD2-7D7556D1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3B18-3930-EC4F-9E50-C3250824749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C9538-89DE-45F1-669F-D455A9E5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D6AA1-747F-6381-BC0C-B7AD0083A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117C-DED3-784B-B9C2-9E8DF0699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74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F79241-B426-0BA0-4B42-87EC17538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E8E18-7F17-A7F5-599A-52FFE3B97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96272-BAA7-67DF-CE17-37E00FA2E7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53B18-3930-EC4F-9E50-C3250824749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F50DD-A839-9F34-F92B-A8A553FB3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60438-0AE0-13BB-4E70-B883FE49B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4D117C-DED3-784B-B9C2-9E8DF0699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74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E9BA8-D918-D48C-BD01-7A61B88006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F114C85-4E88-658F-8EDD-534698A129DB}"/>
                  </a:ext>
                </a:extLst>
              </p14:cNvPr>
              <p14:cNvContentPartPr/>
              <p14:nvPr/>
            </p14:nvContentPartPr>
            <p14:xfrm>
              <a:off x="325440" y="557280"/>
              <a:ext cx="11769480" cy="5233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F114C85-4E88-658F-8EDD-534698A129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6080" y="547920"/>
                <a:ext cx="11788200" cy="525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886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1DA82-2ABC-31FA-B77F-D180F01FF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F372EC-7737-B7F0-8D16-CDB53AD05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B8533A-7D4B-ADF0-BE2F-0E84AABBBE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C8CEF24-A821-9AC5-67FC-69222BB46583}"/>
                  </a:ext>
                </a:extLst>
              </p14:cNvPr>
              <p14:cNvContentPartPr/>
              <p14:nvPr/>
            </p14:nvContentPartPr>
            <p14:xfrm>
              <a:off x="769320" y="201960"/>
              <a:ext cx="11374920" cy="6581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C8CEF24-A821-9AC5-67FC-69222BB465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9960" y="192600"/>
                <a:ext cx="11393640" cy="659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5435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E7302C-AB13-EC90-A980-087833149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548CB1-F8FE-80B1-2073-5917BEE31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D669D1-BA50-2DA5-3A80-807638D978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2F07442-1B2D-833A-998C-DD6C0BAD2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624917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64DBC73-9F71-BD87-6586-24E8E24A762A}"/>
                  </a:ext>
                </a:extLst>
              </p14:cNvPr>
              <p14:cNvContentPartPr/>
              <p14:nvPr/>
            </p14:nvContentPartPr>
            <p14:xfrm>
              <a:off x="659160" y="40320"/>
              <a:ext cx="11434320" cy="6817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64DBC73-9F71-BD87-6586-24E8E24A762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9800" y="30960"/>
                <a:ext cx="11453040" cy="683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646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DE404C-4867-C01A-9EB2-4E65EEA1F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A70DC1C-568C-E84F-C93B-9D63B11F7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3893B6-BDA7-BD39-23AE-474827395B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9A278EB-370B-3FD8-8CDD-A4B5D1E483A4}"/>
                  </a:ext>
                </a:extLst>
              </p14:cNvPr>
              <p14:cNvContentPartPr/>
              <p14:nvPr/>
            </p14:nvContentPartPr>
            <p14:xfrm>
              <a:off x="0" y="146520"/>
              <a:ext cx="11490120" cy="6394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9A278EB-370B-3FD8-8CDD-A4B5D1E483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137160"/>
                <a:ext cx="11508840" cy="641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7262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2026-02-09T10:31:37Z</dcterms:created>
  <dcterms:modified xsi:type="dcterms:W3CDTF">2026-02-09T11:30:57Z</dcterms:modified>
</cp:coreProperties>
</file>