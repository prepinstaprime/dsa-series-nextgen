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09:56:48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3074 2522 22834,'-25'-49'582,"0"0"0,3 6 1,6 9-236,14 16-291,2 12-33,2 4 21,5 17-10,6 17-23,-1 4 28,2 26 12,-7-4-18,-3-15 1,-1 1-17,0 13 2,-2-19 1,0-3-3,0-13 118,2 8 302,-2-24 5,3-9-179,4-29-134,3-12-73,2-12-11,-4 21 0,-1-2-3,2-4 0,0 1-672,0 0 1,0 0 651,2-2 1,1 3-17,5-7-23,5 17 6,2 14 11,5 13-6,6 15-22,4 13-34,2 16-280,-21-16 1,-1 1 218,10 19-90,-15-14 0,-3 0 646,2 23-1660,-6-16 1,-2-1-1541,5 18-790,3-10 1669,0-31-1041,14-22 2301,18-29 1300,-21 13 1,0-2 298,6-9 0,-2-2 309,-6 5 0,-3 0 480,8-18-360,-14 17 1,-3 2 55,-2-7-330,1-10-320,-9 22-296,-3 9-257,0 10-209,0 3 1,0 10 450,2 8-484,1 12-5,4 10 5,4 7-11,2-8 0,8 15-6,-4-19 18,8 6-1,-2-20-22,3-11 33,-4-9 62,19-24 22,-7-7-125,-10 8 1,0-2 226,9-26 21,-8-2-128,-10 13 123,-4-3 39,-6 13-173,-4 6-40,-2 6-61,-3 15 149,1 3-306,0 9-308,1 6-930,6 13-3445,9 7 4851,4-3 0,-2-10 0,-4-10 0</inkml:trace>
  <inkml:trace contextRef="#ctx0" brushRef="#br0" timeOffset="865">4492 2304 20834,'-7'-7'4341,"2"1"-3635,5 6-303,0 0-375,-15-1 11,11 23-22,-12 7-51,14 24 40,-1-1 22,-2-4-11,0-9 50,0-15 39,2-11 258,2-12-263,-1-12-28,-1-9-6,-1-12-16,2-7 21,0-6-10,6-1 11,4 1-23,8 6-22,7 7-5,7 7-29,8 7 34,4 6-28,1 7-56,-1 11 50,-4 11 6,-5 14-11,-9 14 17,-9 6-6,-9 5 5,-12-6 1,-3-8 22,-2-14 50,3-12 1,4-12-46,3-7 29,1-21-28,6-5-12,5-20-11,7 3 17,4-1-11,3 6 17,-1 10-46,-3 12-38,-4 9 50,-1 8-22,-1 7 10,1 7 24,0 10-18,-2 6 12,-1 7-18,-1 1 1,-1-1 39,2-3-5,2-8-23,2-7-6,3-10 12,7-15 5,5-10 0,4-12 6,0-9 11,-4-3 28,-7-3 0,-7 0 45,-8 0 78,-5 3 39,-8 1-82,-4 5-136,-4 3 0,-1 8 0,3 7 0,4 8 0,2 6 0,3 8 0,6 8 0,7 11 0,15 13 0,16 10 0,-17-20 0,2 1-348,1 1 0,0 2 348,-3-1 0,-2 0 0,-4 0 0,-4 1-342,6 26-358,-12-1-6,-7-14 706,-22 17 0,13-39 0,-14 12 0</inkml:trace>
  <inkml:trace contextRef="#ctx0" brushRef="#br0" timeOffset="1316">5977 2100 25122,'42'-22'-163,"0"1"1,0 0 0,-1 1 0,0 1-1,0 6-1907,12 6 1,-1 6-2847,-11 1 1,-2 2 3309,-3-1 1,-6 2 0,-5 3 0,-20-3-1</inkml:trace>
  <inkml:trace contextRef="#ctx0" brushRef="#br0" timeOffset="1466">6131 2303 24405,'51'-20'-947,"0"0"0,0 0 1,-4 3-1,-1 0 1,-1 2 946,17-5 0,-5 3 0,-23 8 0,-5 1 0,7-1 0</inkml:trace>
  <inkml:trace contextRef="#ctx0" brushRef="#br0" timeOffset="2065">8141 1700 16885,'0'-5'5557,"0"1"-3754,0 4-1669,-65-55-78,38 41-36,-13-15 0,-1 5-4,11 31 183,-7 6 36,-9 7 47,-6 2-367,-5-1 335,3-3-1,9-6 109,14-3-78,15-5-238,10-2-19,4-1 328,5 3-442,4 10 78,3 8 5,1 6 152,-2 16 130,-6 9-391,-2-16 1,0 3 295,-3 3 0,-1 2-180,-1 12 0,0-2 226,1-16 1,0-2-25,0 14 1,2-3-530,7 3 236,6 6-131,7-16-134,18-14-56,-9-13-628,28-14-4426,2-16 5035,-24 6 0,-1 0 0,14-6 0,-19 5 0</inkml:trace>
  <inkml:trace contextRef="#ctx0" brushRef="#br0" timeOffset="6556">8485 2082 22554,'-39'3'885,"10"0"-717,34-5-45,9-2-50,11-2-45,10-4-17,10 0-11,8 0-79,5-2-513,4 4-377,0 0-2689,-3 4 3658,-12 2 0,-19 2 0,-14 0 0</inkml:trace>
  <inkml:trace contextRef="#ctx0" brushRef="#br0" timeOffset="7006">9149 1883 17199,'-2'0'3377,"-1"0"-1590,3 0-1305,5-61-213,10 31-199,-4-10 0,2 2 14,21 11-17,3 6-17,2 9-27,2 7-46,0 9-16,-2 11 34,-6 15-1,-12 14-5,-13 15-423,-14-23 0,-4 0 448,-4 2 0,-3-1 0,-6 0 0,-1-1-146,0-4 1,-1-3 167,4-4 1,0-3 42,-11 12-18,14-12 107,9-11 179,7-6 821,9-4-1028,6-5 243,12-2-417,11-5-156,12-1-471,12 0-258,-25 6 0,1 0-3521,5 1 0,0 0 4440,-3 0 0,-2 2 0,12-2 0,-21 3 0</inkml:trace>
  <inkml:trace contextRef="#ctx0" brushRef="#br0" timeOffset="7215">10191 1995 19854,'-4'1'3613,"0"0"-1636,4-1-1943,-4 20-6,-5 15-129,0 5-465,1-10 0,-1 1 566,-8 25 0,6-20 0,-2 0 0</inkml:trace>
  <inkml:trace contextRef="#ctx0" brushRef="#br0" timeOffset="7673">10857 1975 19016,'1'-49'1221,"1"1"0,-1 0 0,2-11 0,-2 7-230,-6-11-307,0 26-25,-4-2-524,3 19-91,3 9-44,3 14 25,1 15-8,6 32-12,-4-19 1,0 3-468,1 13 0,-1 3 151,-2-1 0,-1-1-123,-1-7 0,-2-1-2134,0 11 0,-1-1 2568,0-16 0,0-3 0,-2 23 0,3-24 0</inkml:trace>
  <inkml:trace contextRef="#ctx0" brushRef="#br0" timeOffset="7906">11327 2122 21999,'-6'-4'2168,"1"0"-1877,5 4-134,0 0-297,-14 64-734,4-19-2360,-2 5 1,-1 1 3233,-1 3 0,4-20 0,5-16 0</inkml:trace>
  <inkml:trace contextRef="#ctx0" brushRef="#br0" timeOffset="8299">11711 2041 14605,'-5'2'4723,"1"-1"-1004,4-1-3378,18-11-145,11-2-123,21-10-56,-7 7-351,-9 3 1,1 1-2148,17-6-2435,-14 5 1,-2 1 3077,8-3 0,-17 6 1,-19 6-1</inkml:trace>
  <inkml:trace contextRef="#ctx0" brushRef="#br0" timeOffset="8815">12353 1729 18599,'-3'-2'3613,"2"0"-1916,1 2-1501,32-69-45,-10 44-84,2-16 1,3 4 16,7 22 0,2 4-62,2 5-50,0 4 34,-9 5-29,9 18 1,-17 1-23,5 17 0,-16 0 45,-10 3 6,-9 1 33,-7-3 6,-4-5-6,-1-9 79,2-7 122,3-9 80,5-5-34,6-10-45,2-4-79,8-5-56,6-2 12,10 0-40,7 2-38,7 5-7,4 4-10,6 12-12,6 7-259,1 15 254,-3 8-12,-11 5-5,-17-1 16,-22-2-27,-25-6-101,-26-4-645,18-16 0,-3-3-294,-5 0 0,0-2-1106,7-3 1,0-2 1572,-2 0 0,3-1 0,7-2 0,2 0 0</inkml:trace>
  <inkml:trace contextRef="#ctx0" brushRef="#br0" timeOffset="12832">13733 1671 24144,'13'-36'375,"-6"28"-302,-10 33 0,-5 14-54,2-5 1,-1 1-12,-1-1 1,1 1-12,2 2 0,2-2 9,0-2 22,15 22 11,5-41 6,18-3-6,7-22 0,7-14-16,-7-1 7,-17 6 1,0-2 121,14-24-12,-4-1 67,-7-3 85,-15 16-152,-5 11 162,1-1-224,-3 13-22,4-2-22,-1 12-23,0 8 6,2 7-17,-1 10 6,-3-2-62,0 25-112,-4-20-1247,-2 11 1,0 2-8417,-6 14 7963,1 7 0,-1-29 0,2-23 0</inkml:trace>
  <inkml:trace contextRef="#ctx0" brushRef="#br0" timeOffset="13449">13366 2104 24777,'10'-31'174,"-4"22"-163,-11 60-104,-1-19 1,-4 2-1359,-4 5 1,-4 1 1450,-7 7 0,-1-2 0,-4 6 0,-2-5 0</inkml:trace>
  <inkml:trace contextRef="#ctx0" brushRef="#br0" timeOffset="14506">14616 2161 17496,'3'-6'5310,"-2"2"-3261,-1 4-2009,18-43-1,-14 45-17,14-25-72,-21 61-353,0 9-1339,-5 4 1742,0 8 0,3-26 0,0-4 0</inkml:trace>
  <inkml:trace contextRef="#ctx0" brushRef="#br0" timeOffset="14773">15153 1947 24637,'20'-17'-224,"11"3"-930,29 10-2179,-27 3 1,0-1 1917,24-1 0,-28 2 0,-20 0 0</inkml:trace>
  <inkml:trace contextRef="#ctx0" brushRef="#br0" timeOffset="14989">15764 1676 26077,'-43'24'140,"9"-9"-140,29 16 0,6 5-118,-2 20-196,0-21 1,1 3-2110,0 8 1,1 0 1961,1-12 0,0-1 0,0 22 0,1-35 0</inkml:trace>
  <inkml:trace contextRef="#ctx0" brushRef="#br0" timeOffset="15199">16144 2035 22425,'0'-4'3372,"0"1"-2527,0 3-839,0 24-168,-5 9-1284,0 4 1,-3 4-3471,0-6 1,0-1 3075,0 0 0,0-4 0,-2 3 1,8-25-1</inkml:trace>
  <inkml:trace contextRef="#ctx0" brushRef="#br0" timeOffset="15706">16767 1854 17899,'-6'-4'3467,"0"1"-2072,6 3 341,0 0-1277,35-60-207,-17 29-338,5-9 1,1-1 208,-2 4 21,-2 9-116,4 0-17,11 10 17,3 4-17,12 5-5,-11 17-12,-10 0 298,-5 17-281,-14 17-22,-14 10-337,-6-17 1,-5 1 324,-8 0 1,-3-2 11,3-5 0,-2 0 16,-8 5 1,-3 0 13,1-7 1,1-1-3,3-2 0,0-2-1,3-2 1,3-4 45,6-4 168,14-8 100,13-2-112,6-4-100,11-1 565,9-2-711,10-1-201,11 0-231,-21 4 1,-1 0-689,25 0 1148,-3 1 0,-3 2 0,-16-1 0,-3 0 0,0 1 0</inkml:trace>
  <inkml:trace contextRef="#ctx0" brushRef="#br0" timeOffset="15882">17785 1984 23416,'3'4'2000,"-1"-1"-992,-2-3-1338,-25 67-3317,3-21 3171,1 2 1,1-2-1,2-12 1,6-14 0</inkml:trace>
  <inkml:trace contextRef="#ctx0" brushRef="#br0" timeOffset="22368">18497 1720 12483,'0'-5'7125,"0"1"-6258,-2-31 1,0-9 292,1 7-746,-1-12 1,2 1 140,3 18-163,3 7-112,-1 9-101,-1 6-84,-1 5 6,-1 7 61,0 11 12,-1 15-28,-1 17-62,-5 13-356,1-26 1,1 2 290,-2 1 1,0 0-1,-1 2 1,1 0-1,0 0 1,1-1 2,-2-2 1,1-1-1,-3 17 16,-3 4 18,4-30 17,0 5-29,3-21-161,2-6-797,2-5 914,2-7 0,-2 4 0,2-4 0</inkml:trace>
  <inkml:trace contextRef="#ctx0" brushRef="#br0" timeOffset="22952">19107 1956 15664,'1'-3'5836,"-1"1"-4032,0 2-1658,4 12-129,-10 11-180,0 15-610,-12 8-2262,2 1-6796,4-5 8849,6-14 1,5-12 0,1-12-1</inkml:trace>
  <inkml:trace contextRef="#ctx0" brushRef="#br0" timeOffset="23262">19508 1786 15676,'-7'-1'4805,"1"1"-3012,6 0-35,0 0-1724,24-15-90,1 7-291,27-12-975,1 12-7366,8-1 8688,-4 2 0,-20 1 0,-17 3 0</inkml:trace>
  <inkml:trace contextRef="#ctx0" brushRef="#br0" timeOffset="23844">20652 1469 18823,'0'-3'3960,"0"1"-1748,0 2-2105,-30-49-40,12 36-39,-5-13 0,-3 3 34,-9 25-18,-8 5-4,-3 5-6,0 3-17,8 2-6,9 1 6,10 0 22,5 1 17,5 1-17,2 3-5,3 1 33,2 2 6,2 1-51,2-3 56,0-2 57,0-2-46,-1-2-16,-1-2-11,-2-2-29,0-4 7,0-3-24,2-4 432,0-1-246,6-8-174,0 1-28,13-10 0,4 2-11,16-2-6,8 1 6,7 5 11,-21 8 0,-1 0-11,13 4-23,11 11 6,-26 6-22,-1 9 5,-12 8-62,-29 12 35,-2-13-24,-7-11 1,-4-1-174,-19 4-160,15-11 1,-2-1-191,0-4 0,0-2-4297,-1-2 1,1-3 3334,-7-1 1,9-3 0,25-2 0</inkml:trace>
  <inkml:trace contextRef="#ctx0" brushRef="#br0" timeOffset="24078">21244 1810 23478,'-16'45'-701,"0"0"1,0 0 0,1-7 700,1-11 0,4-9 0,0-2 0</inkml:trace>
  <inkml:trace contextRef="#ctx0" brushRef="#br0" timeOffset="24561">21687 1418 26217,'5'20'257,"-6"9"-206,-22 29-29,5-10-22,1 12 23,8-2-18,5-2-22,12-1 12,9-26 16,1-12-5,11-11 22,9-21 0,7-6 0,-16 1 0,1-1-506,-2 0 0,-2 0 523,17-14 100,5-1 197,-16 13-101,-7 5-112,-9 7-96,-14 13 12,-6 11 978,-1 1-1001,-4 30-27,5-4-29,-2 21-291,10-4 73,3 2-3682,4 1 3480,-2-15-2878,-2 7 3332,-5-27 0,0 1 0,-2-18 0</inkml:trace>
  <inkml:trace contextRef="#ctx0" brushRef="#br0" timeOffset="24961">22406 1422 20246,'-1'-4'3573,"0"0"-2402,1 4-863,66-52-134,-27 36-313,7-13 0,1 4 279,1 22 123,-5 2-151,-8 4-51,-8 2-27,-9 4 5,-9 3 40,-5 3 283,-3 8-312,-2 6 18,0 8-18,1 6 6,3 8-482,3 10 434,0-28 1,1 1 16,0 3 0,0 1-28,0 1 1,-1-1 7,-2 2 1,0-2-9,-2-1 0,-2 0-8,-2-4 0,-4-1-264,-13 24 57,-14-12-432,-15-11-681,18-21 1,-3-3 1330,-8-3 0,1-2 0,-6 1 0,0-5 0</inkml:trace>
  <inkml:trace contextRef="#ctx0" brushRef="#br0" timeOffset="44035">9076 3036 20117,'14'-46'983,"0"0"0,0 0 0,6-20 0,-5 12-485,-11 32-380,0 2-236,-4 14 180,-1 40-28,-3 8-23,1-4 0,-2 4-445,-1-1 0,-1 1 440,-3 3 0,-2 2-9,-1 1 0,-2 0-6,-7 5 1,-2-3 11,8-16 0,-2-2-1,-9 4 1,-2-5-116,-16-6 191,-13-4 1,4-20-1,7-18 0,11-13-22,12-10 12,8 0 27,7 6-6,5 8-100,2 13 786,1 8-814,-1 15 206,-1 12-161,1 5-1,1 30 1,9-16 11,8 19-12,15-20 34,12-9-340,12-12 318,-24-14 0,2-4 16,10-8 1,-2-4-6,18-5-8,-19-2 0,-3-2 13,5-9 18,3-6-68,-17 8-1462,-13 6-3724,-15 12 5203,-5 7 0,-1 2 0,1 3 0</inkml:trace>
  <inkml:trace contextRef="#ctx0" brushRef="#br0" timeOffset="47352">7737 4470 15076,'-1'-8'5730,"0"1"-5058,4-25 1,4-3-231,3 16-372,-3-18 0,3 6 148,5 31-22,-1 11 12,2 15-57,-8 4 0,-2 5-78,-3 0 0,-1 1-244,-1 3 1,-2-1 212,-4 2 0,-4-3 31,-9 17-45,6-23 0,0-1 146,-12 17 195,10-21-94,4-10 212,9-18-307,1-13-119,5-13-10,4-18-26,1 7 0,0-1-14,5-19 14,-3 12 1,0 0-39,-5 15 1,1 1 20,2-5 1,1 1-1627,2 3 0,0 3 1601,6-5-5,17 5 10,-17 23-4,22 2-1,-10 14 304,10 9-287,-15 1 0,-3 4-11,14 24 3105,-5 4-3105,-18 5 11,-11-11-21,-12 13 49,-2-19 34,-7-8-1,9-21 68,2-9-62,4-12-33,1-7-23,6-25-11,5 0 0,3-1 0,8 3-22,0 15 285,6-2-308,1 11 45,8 9-28,-4 11 16,0 4-10,0 15-34,-5 5-65,-6-4 1,0 2-160,14 19-118,5 4 168,-14-21-218,7-4 12,5-15 312,4-7 85,6-14 67,-12-13 6,-9 1 39,-4-11 89,-6-9-33,0 1 67,-3-7 106,-7 20-156,-3 12 50,-7 10-140,-15 14-28,-6 11-28,-13 15 0,6 8-6,10 0 1,10-9 5,16 2 33,9-17 57,10 2 22,8-16 5,3-11-60,-6-3 111,10-22 0,-17 3 56,3-14-28,-14 7-28,-7 7-95,-1 10 61,-2 5-156,0 12-29,0 0 18,-1 13 16,0 11 6,-1 5 0,0 21-465,2 17-68,-1-8-1282,5-4 0,4-1-7537,12 7 9363,-4-20 0,0-3 0,5-3 0,-6-17 0</inkml:trace>
  <inkml:trace contextRef="#ctx0" brushRef="#br0" timeOffset="47728">9500 4447 17641,'0'-8'4650,"0"1"-2914,-6-56-1221,2 45-459,0-18 0,-2 8-67,-5 34 11,-5 13 5,-9 19-8,8-11 1,0 1-113,-4 6 0,-1 1-758,-1 3 1,-1 0-257,-1 1 0,-1-1 3,2-4 1,0-2 296,-15 17 873,9-23 253,12-27 398,7-20 380,6-17 146,5-12-55,6-4-209,3 0-223,4 7 317,-2 16-458,1 4-503,-5 17-68,5 4-27,1 19-1,7 15 1,7 17-35,-12-18 1,1 2-482,0 2 0,1 0-541,0 1 1,1-1-2502,1-1 1,0 0 3562,14 16 0,-12-20 0,-9-13 0</inkml:trace>
  <inkml:trace contextRef="#ctx0" brushRef="#br0" timeOffset="48102">10028 4227 19764,'-4'-8'4055,"1"1"-3649,-16-24 0,-5-5-30,-3 11-250,-4-14 0,0 5-31,-1 23-101,7 10 1,6 12-1,8 10 12,5 15-6,9 10-6,7 9-228,7 6 234,-5-29 0,0 0 0,1 1 0,0 0-3,-1-2 1,0 0 7,8 23 18,-7-11-18,-8-10 30,-11-7 4,-10-5-22,-14-4-23,-10-5 177,-9-5-271,0-6-169,6-9-543,16-5-1120,20-3-4538,24-3 6470,8 5 0,-3 4 0,-7 5 0</inkml:trace>
  <inkml:trace contextRef="#ctx0" brushRef="#br0" timeOffset="48461">10329 4399 18599,'0'-4'5204,"0"0"-3098,0 4-2112,-30-43-5,21 40 28,-23-24-12,30 60-5,0 12 12,2 7-18,4-1 0,4-5 1,5-9 5,4-10 17,1-11 33,2-8 0,4-12 6,2-9 28,1-12 6,-3-8-17,-8-8-12,-7-2 1,-7 0-28,-6 7-23,-1 8-45,-2 11-235,4 9-605,2 8-1271,8 11-4481,6 11 6626,5 4 0,-6-8 0,-3-6 0</inkml:trace>
  <inkml:trace contextRef="#ctx0" brushRef="#br0" timeOffset="49011">10697 4499 17479,'5'-9'6083,"-2"2"-4834,-3 7-62,0 0-1254,11-47 50,-6 43 29,9-28-1,-9 60-6,-1 8 18,-1 4 16,-6-1 6,-4-5-6,-6-7 56,-1-9 73,1-7 6,2-8-51,5-8-67,1-8-22,3-13-29,2-13 12,8-11-6,5-8-379,9 1 373,5 8-21,2 13 16,4 11 22,3 11-33,6 7-6,5 15 0,0 12 0,0 18 11,-26-13 1,-2 2-4,-3 3 1,-3 2 0,-3 1 0,-5 1 19,-11 29-314,-17-9 342,-14-14 284,-9-17-289,15-15 11,0-20-23,21-14 6,3-19-17,16-10 17,6 17 0,3 1-414,12-14 414,-2 18 0,2 3 62,19 2-60,-18 12 1,3 3-17,0 3 0,1 4-11,9 5 0,-1 4-14,14 5 11,-18 6 0,-6 4-23,-5 26-246,-14-14 1,-6 4-2942,-10 6 1,-7 0 2629,-2-2 1,-3-2-1,-12 12 1,7-21-1</inkml:trace>
  <inkml:trace contextRef="#ctx0" brushRef="#br0" timeOffset="60693">7858 5878 15659,'-1'-4'3803,"0"0"-2241,1 4-1321,-72-32-79,37 37-100,-12-12 0,-1 6-350,9 46 316,19-16 0,1 1-20,0 3 1,3 2-7,1 1 1,2 0-14,3 2 0,2-1-26,2-2 1,3 0-65,8 26-83,14-12-85,19-17-6,14-16 197,-20-17 0,0-4 75,2-5 0,1-3 48,-1-6 0,-1-3 50,-2-2 0,-2-2 28,-3-1 0,-2-2 25,-4 2 1,-3-1 266,10-23 203,-11 7 9,-7 12-22,-6 9-185,-4 10-319,0 6-202,-1 4 353,2 9-235,4 8-28,3 12 11,6 10 6,4 5-6,4 3 11,3-5 22,3-10 68,1-12 22,-3-14 6,-1-14-6,-1-14 23,-2-12 56,-4-8 44,-6-2 29,-5 1-6,-5 3-6,-1 5-33,0 6-96,-1 8-44,0 8-51,1 6-106,0 7-85,0 1 124,1 10-84,3 1-448,1 6-2184,1-1 2744,-2-2 0,-3-6 0,0-2 0</inkml:trace>
  <inkml:trace contextRef="#ctx0" brushRef="#br0" timeOffset="61169">8528 5902 23500,'-19'-41'631,"1"0"0,2 4 1,3 10-650,7 21 1,4 7 68,9 11-28,8 12-12,12 15-17,-10-13 1,0 2-1128,7 16 1,0 2 1126,-8-14 1,0 2-18,6 17 0,-2 0-327,-1 8 361,-9-27 1,-3-1 83,-11 10-5,-11-23-40,-7-13 34,-3-22-39,11-11 2113,3-16-2158,14 12 0,4-1-51,11-24 430,8 3-704,10 10-526,0 15-1386,16-3-2082,4 9 4319,2 7 0,-27 9 0,-6 4 0</inkml:trace>
  <inkml:trace contextRef="#ctx0" brushRef="#br0" timeOffset="61537">9030 5841 16404,'-2'-3'6648,"1"1"-4278,1 2-2387,-14-29 73,24 36-62,-7-16-5,22 37-17,7 14-6,-5-1 8,-10-9 1,-1 2 20,4 19 5,-7 2 5,-15-28 23,-8-9 63,-12-12-19,0-10-27,-3-10 45,11-12-40,5 3 29,5-10-23,10 6-17,14-14-84,10 8-56,19 0-11,-10 16-336,21 4-504,-24 9 0,1 2-765,1 0 0,1 2-2978,7 1 1,-3 3 4694,14 4 0,-23-1 0,-18-3 0</inkml:trace>
  <inkml:trace contextRef="#ctx0" brushRef="#br0" timeOffset="62410">9703 5921 25769,'-58'5'196,"14"-1"-79,61-10-77,5-3-1,17-9 22,-2-4 29,-1-4-45,-12 3 39,-6-4 39,-12 2-89,-3 4 22,-12-3-62,-5 17 17,-12 0-16,5 10-7,-17 14 29,16 2-22,-5 13 5,16 1-12,12 4-32,11 1-18,9 3-78,10-2-90,5-3-22,3-8 56,-1-11 129,-10-8-6,10-18 107,-13-7 33,9-15 17,-10-4 51,-3-3 5,-5 0-73,-5 12 123,2-4-106,-7 16-56,3-1-28,-2 11 0,4 5-5,1 4-23,13 16 16,-8 3 7,7 16-6,-13 0-1,-5 3 12,-4-3 17,-1-7 22,-1-11 79,0-12-62,0-7 11,5-18-33,4-4-6,7-13-6,3-1-22,2 2 39,1 5 23,-5 7-45,-4 8 0,-2 6-6,-1 6-11,4 6 17,6 5-6,10 7-11,9 1 11,10-1 6,8-6-352,5-6 352,0-11 28,-5-10 27,-8-11-145,-12-13 168,-13-11-48,-17 18 1,-2-2-165,-2-2 1,-1-1 205,-3 0 1,-1-1 56,0 5 0,-2 0 201,-7-19-56,-1 14 161,1 14-452,5 9 146,3 9-146,2 5 364,5 11-364,7 14 0,6 17 0,8 17-384,-12-25 0,1 2 384,0 1 0,0 1-133,0 0 1,-2 0-439,-1-1 0,-1-2-1014,-3-3 0,-2-1 1585,-8 23 0,1-27 0,-6-8 0</inkml:trace>
  <inkml:trace contextRef="#ctx0" brushRef="#br0" timeOffset="62610">10761 5744 21265,'-4'-3'4313,"0"1"-3450,4 2-740,67-44-1436,-12 29 1279,1-9 1,3 2-306,-17 17 1,-1 5 338,3 0 0,-3 1 0,4 0 0,-7 2 0</inkml:trace>
  <inkml:trace contextRef="#ctx0" brushRef="#br0" timeOffset="69611">11493 5586 19798,'21'-45'1320,"0"0"0,-2 3 0,-5 7-738,-16 14-257,-5 4-157,-6 8-112,-6 5-28,-6 12-17,-5 9-5,-1 12-6,4 5 0,9 3 0,12 1 5,16 2 12,11 0-17,13 3-310,8-1 298,1-2 12,-2-3 12,-9-5-12,-10-4 11,-10-6 17,-14-1-11,-15-2 16,-16-1-16,-15-3-11,-11-3 321,10-5-324,11-4 0,0-3-87,-10-9-583,-12-7-2626,33-13 3293,21 1 0,6 8 0,7 9 0</inkml:trace>
  <inkml:trace contextRef="#ctx0" brushRef="#br0" timeOffset="70094">12222 5589 19456,'-5'0'3854,"1"0"-1956,4 0-1690,-30-62-46,26 41-78,-12-14 0,4 4 0,16 25-100,-2 3-1,-2 9 22,-3 8 12,-5 14-6,-3 10 1,-1 7 4,4-1-4,3-3 4,9-6-10,6-7-12,2-9 34,21 0-11,-1-9 22,19-1 29,-3-9 32,-3-9 18,-7-9-23,-10-10-5,-6-8-23,-8-6-28,-5 1 12,-4 3-12,-3 9-17,-3 8-33,0 9-62,0 7-425,0 2-981,6 17-3819,4 4 5298,4 10 0,-3-11 0,-3-6 0</inkml:trace>
  <inkml:trace contextRef="#ctx0" brushRef="#br0" timeOffset="70661">12764 5613 20565,'0'-5'3966,"0"2"-2767,0 3-1244,-8-54 28,5 50 6,-4-30 16,10 70-10,2 11 10,-2 5 12,-1 1-17,-4-6 6,-1-10 22,-1-10 145,1-12 68,1-10-112,1-13-56,1-11-34,0-13 6,1-13 28,5-9-17,6-6-12,7 3-4,3 8-24,1 14 1,0 12-34,3 11 6,5 8 6,5 12-12,6 8 6,1 14 11,-3 10-252,-9 8 246,-11 5-5,-15 0 11,-14-5 11,-9-11 28,-5-13 68,2-12 10,4-14-21,7-13-35,5-13-27,9-14-1,12-9-22,-2 23 1,3 0 15,3 2 0,3 1-10,0 3 0,1 2 0,25-9 5,-4 11-16,-1 9-12,1 14-16,1 11-23,-2 17-258,-11 13-2094,-18 15 2397,-21-22 0,-4-1 0,1 5 0,-12-1 0</inkml:trace>
  <inkml:trace contextRef="#ctx0" brushRef="#br0" timeOffset="72478">12640 4160 20028,'-52'-5'595,"0"0"0,4 1 1,18-1-574,31 0-5,23 3-67,24-2-20,-15 3 0,2 1-381,4 1 0,0 2 291,1 1 1,-2 1-118,-3 2 0,-2 3-454,16 13-306,-22 6 404,-30 6 555,-26 3 291,-21 1-178,21-20 1,-1-2 314,1-1 1,1-1 595,-22 9 539,13-8-768,13-7-414,13-6-196,12-4-57,17-7-33,16-6-12,19-8-5,-20 10 0,0-1-31,3-1 1,-1-1 38,0 0 0,-1 0 0,-3-1 1,-3-2 42,15-18 16,-18-5 0,-16-2 28,-19 0 40,-10 1 77,-11 5 203,-4 6 122,3 7-94,8 6 193,9 8-653,9 5 11,9 11 40,12 10-23,13 15 6,12 12-9,-17-17 1,-2 2-276,1 2 0,-4 2 4,-3 1 0,-3 1-645,-5 2 1,-4 0-2221,-7 2 0,-3-2 3128,-9 25 0,1-23 0,6-18 0</inkml:trace>
  <inkml:trace contextRef="#ctx0" brushRef="#br0" timeOffset="72719">13773 4264 24867,'39'-40'-2358,"-11"20"0,4 5 2358,11 9 0,0 4 0,16-4 0,-24 3 0</inkml:trace>
  <inkml:trace contextRef="#ctx0" brushRef="#br0" timeOffset="73078">14410 4041 18560,'-3'-5'2890,"0"2"-1749,3 3-525,2-79-460,16 44-120,-6-13 1,5 2-3,32 21-370,5 10 336,-12 8 259,12 15-282,-24 11-5,5 19 45,-21-2-17,-17 0 0,-6 3-20,-4-8 1,-3-1-131,-10 17 0,-3 0 161,-2-7 1,-2-3-7,0-1 1,1-1-224,5-5 0,2-2 224,-9 17 468,18-13-435,23-12 6,25-9-28,29-8-37,-17-4 1,2-2-227,9 0 0,3 0-1107,4 0 1,1 0 916,-6 1 0,-3 1 1,-18 0-1,-3 1 1,4 0-1</inkml:trace>
  <inkml:trace contextRef="#ctx0" brushRef="#br0" timeOffset="73818">14441 5355 19798,'-9'0'2638,"2"0"-2061,7 0-319,0 0-281,56-48-16,-7 36-282,-1-10 1,3 3 239,-14 20 0,-2 9-76,-2 4 0,-4 3 17,2 16 90,-19 4-3,-42 2 64,-19-5 9,15-12 0,-3 1 27,-9 3 1,0 0-235,10-4 0,0-2 223,-1 2 1,5-2-15,1 2 57,15-7 117,17-10 61,26-6-195,16-10-59,-8 1 0,1-2 19,21-10 11,-22 6 1,-1-1 67,14-13-28,-17 5 0,-3-3 28,5-20-34,-12-10-28,-22 20 71,-14-7 64,-5 12 573,-5-1-175,1 9-320,12 12-208,3 6 424,9 6-468,8 10 139,5 9-133,11 16-6,1 9-12,-4 6 18,-9-10 11,-9 21-185,-9-16-451,1-12 1,-1 2-4630,-7 22 4708,1-9 1,6-17 0,2-14 0</inkml:trace>
  <inkml:trace contextRef="#ctx0" brushRef="#br0" timeOffset="74061">15273 5508 24471,'46'-19'-466,"1"0"0,-1 0 0,1 1 0,-1 2 0,1 3 466,-1 8 0,-1 4 0,-4 0 0,-2-1 0,-4 0 0,-1 0 0,-1 1 0</inkml:trace>
  <inkml:trace contextRef="#ctx0" brushRef="#br0" timeOffset="74427">15971 5297 22587,'16'-53'646,"0"1"0,-1 4 0,3 8-534,17 8-73,7 10-28,8 10-5,8 12-892,3 16 880,-30-2 0,-2 5-5,-1 6 0,-4 2-6,12 22-14,-23-5 1,-9 2 7,-9-12 1,-5-1-431,-7 16 0,-5 0 461,-10-11 0,-3-4 9,-3-2 0,1-2 2,8-8 1,0-2 220,-1 0 0,5-2-72,7-5 235,6 1-60,37-17-220,26-6-101,-13 1 1,4 1-333,7-2 0,3 0-80,6 1 1,1 1 389,-15 2 0,2 0 0,-5 1 0,-4 0 0,-2 1 0,-3 0 0,1 0 0</inkml:trace>
  <inkml:trace contextRef="#ctx0" brushRef="#br0" timeOffset="77619">9897 1122 19759,'-7'1'5085,"1"0"-2545,6-1 1519,0 0-3584,-33-35-2340,25 9 1179,-7-4 1,4-1-346,19-6 1018,9 1 1,4-3 78,-1 8 1,1-1 1471,12-16 0,3 0-1549,-4 7 0,2 2-78,0 1 0,0 4 770,-9 8 1,1 2-1460,9-3 1,-2 3 2236,1 4-1544,3 4 0,1 2-814,9 8 414,-13 5 0,2 3-408,23 15-75,-13 4 336,-16 5 1,-2 4-1041,3 20 769,-12-10 1,-4 3-57,-8-3 1,-5 0 541,-6 2 0,-4 1 173,-5-1 0,-3 0 112,-6-1 0,-3-2 118,6-9 0,-2-2 227,-9 5 0,-1-4 1176,-3-3-449,-12 3-228,25-22 2984,-2-17-3701,8-3 49,-6-14-492,4-1-69,0 1-121,4 6 658,0 2-649,4 8-30,2 3 337,3 4 242,14 18 90,3 2-2,13 15 17,1-3 2,3-1 9,0-3 40,1-7 45,2-7 56,5-4 39,8-12-5,7-10-419,-22 1 0,1-2 270,2-3 0,-1-1 20,1-2 1,-2 0 23,-2 1 0,-3 0 121,13-15 1,-16 9-97,-14 8-131,-7 10-449,-3 5-2771,-2 31 3220,2-5 0,-2 9 0,2-16 0</inkml:trace>
  <inkml:trace contextRef="#ctx0" brushRef="#br0" timeOffset="83294">17434 5431 19652,'-9'-59'1474,"0"0"1,1 8 0,-4 8-797,-8 13-645,6 16-71,2 10 15,9 20 34,2 30-11,4-4-84,5 5 0,1 2-493,3-1-146,2-1 1,-1 3-818,-5-15 1,-2 0-394,2 8 1,-2 1-1188,-1-4 0,-3-1 3120,-4-5 0,-1-3 0,1 2 0,-5-11 0</inkml:trace>
  <inkml:trace contextRef="#ctx0" brushRef="#br0" timeOffset="83468">17220 5746 18268,'-27'-44'797,"0"1"1,2 8-1,9 5-847,21 13-112,15 10-415,25-1-678,2 3 0,6 0-2246,1 0 1,3 0 1752,-7 1 1,2 0-1,-2 0 393,5-1 0,-3 0 1355,6-1 0,-7 2 0,-11 0 0,-1 1 0</inkml:trace>
  <inkml:trace contextRef="#ctx0" brushRef="#br0" timeOffset="83711">18175 5153 20688,'-2'0'1446,"-1"0"-136,3 0-1164,8 62-90,-1-28-487,0 16 0,1 4 235,-4-19 0,0-1-2812,2 21 0,-1 2 3008,-1-14 0,0-3 0,-1-3 0,-1-4 0,3-6 0</inkml:trace>
  <inkml:trace contextRef="#ctx0" brushRef="#br0" timeOffset="84277">18962 5311 22638,'-4'-49'100,"-1"-1"1,8 4 0,12 11-104,23 23 1,9 11-1235,3-4 0,1 2 1203,-9 1 1,0 1-188,17 5 0,-2 3-25,-23-1 0,-1 2-188,10 4 0,-4 3 311,-5 13-90,-30 1 207,-16-5 65,-16-3 0,-8-1 25,5-5 0,-2 0 311,-15 7 1,-2 1-139,7-5 1,2-1 30,4-1 1,2 0-54,-16 6 470,10-2-559,25-8 106,12-2-34,26-5-117,24-10-70,-13 0 0,0-1-341,26-8 338,-22 4 0,0-2 47,-4-3 1,-2-2-20,-2-2 0,-2-2-3,-3-6 1,-6-3 13,-10-28-31,-12 26 1,-5 0 33,-3 0 0,-2 1 67,-3 3 0,-2 1 1091,-18-17-735,7 12-168,10 13-247,9 9-134,7 7 45,5 10 377,7 11-378,7 17 18,1 1-17,-2 2 0,0 3-191,-6-7 0,0 1-1358,2 16 1,-2 3 1559,-9-2 0,-2-4 0,0 8 0,-7-8 0</inkml:trace>
  <inkml:trace contextRef="#ctx0" brushRef="#br0" timeOffset="85168">20595 5205 17692,'-5'0'4279,"0"0"-2274,5 0-1999,17-29 11,22 12-6,-6-3 0,5 0-774,8 8 1,4 5 272,2-2 0,2 0-1642,0 1 1,-2 0 2131,-7 2 0,-4 1 0,10-2 0,-25 4 0</inkml:trace>
  <inkml:trace contextRef="#ctx0" brushRef="#br0" timeOffset="85352">21355 4901 17412,'-5'-5'2856,"2"1"-800,3 4-124,0 0-1887,-17 4-11,17 21 5,-14 18-62,15-7 1,3 2-818,-4 7 0,-1 1 161,-3 12 1,-1-4 0,0 8-1,-2-3 1</inkml:trace>
  <inkml:trace contextRef="#ctx0" brushRef="#br0" timeOffset="87968">15718 4717 14801,'-15'-46'1921,"1"0"1,1 5-1,1 9-1131,2 15-589,4 10-150,2 11 61,3 9-34,4 12-28,3 7-16,7 2 28,5-3 16,3-5 80,0-7 250,-5-7 208,-3-7-156,0-12-264,2-10-90,7-15-11,8-12-59,-11 16 1,1-2-311,4-3 0,1-1 279,4-2 1,0 0 0,3-1 0,1 2-18,7-2 1,0 3-20,-14 12 1,1 2-220,6-1 1,-2 4-2467,-1 9 2716,3 8 0,-17 1 0,-6 5 0</inkml:trace>
  <inkml:trace contextRef="#ctx0" brushRef="#br0" timeOffset="88661">21053 6170 23567,'-13'-15'84,"5"13"-50,11 39-12,1-6 18,1-4 4,0-10 91,0 0 167,-1-8 101,4-8-251,-2-6 10,14-12-56,7-7-56,-1 0 1,1-2-23,-2 3 0,0-1-820,7-6 0,-1 2 808,8-9-16,5 2-280,-18 15-1159,-8 9-8392,-21 17 8506,-9 6 1,-4 2 0,11-8 0</inkml:trace>
  <inkml:trace contextRef="#ctx0" brushRef="#br0" timeOffset="124193">10725 2725 18830,'-2'-7'47,"0"1"-611,2 6 3558,0 0-2321,-10-35-2022,8 26 842,-2-26 255,23 35 280,6 0 1448,8 0 46,-7 0-1500,-7-1-4,-4 1 1390,-9 2-578,-1 0-277,-9 4-192,-9 2 728,-4 0-136,-16 5-174,-3 0 20,-24 6-22,7-2 556,-4 1-386,25-9-947,8-3 0,16-4-264,2-1 39,15-1-286,9-5 465,17-4-79,-3-2 166,18-5 26,10-2-23,-29 9 0,0-1 1,4 0 0,-1 0 79,11-1 243,-17 4-65,-11 5-307,-19 1-1478,-11 5 1513,-16 5-22,-16 7 117,3 0-25,12-4 1,-1 0 189,-25 9-140,14-4 1,-2-1 80,10-3 1,2 0-151,-2 0 0,3-2-81,4-1 0,13-6 0,23-6 0,1-3 0,38-15 0,-3 1 0,-10 5 0,-1 0 0,15-4 0,-16 7 0,-1 0 0,6 1 0,8-3 0,-26 9 0,-13 2 0,-9 3 0,-19 8 0,-11 5 0,-23 10 0,23-9 0,-1 0 0,-4 0 0,1 0 0,7-3 0,-1 0 0,-10 2 0,2-2 0,-2-1 0,-6 0 0,36-11 0,23-10 0,4 0 0,11-6 0,2-2 0,6-2 0,9-2 0,2-1 0,-4 4 0,2 0 0,1 0 0,-1 1 0,11-2 0,-30 13 0,-18 10 0,-6-1 0,-5 4 0</inkml:trace>
  <inkml:trace contextRef="#ctx0" brushRef="#br0" timeOffset="145211">22225 5426 17120,'1'-5'3300,"-1"2"155,0 3-3449,22-53-28,-16 46 55,16-29 12,-25 68-263,-11 21 218,-9 0 0,-2 0 0,2-2 0,2-14 0,0 0 0</inkml:trace>
  <inkml:trace contextRef="#ctx0" brushRef="#br0" timeOffset="147902">22921 5390 12023,'10'-47'3697,"-1"0"0,0-16-2952,1 2 0,-2 1-430,-5-2 67,-3 20 391,-1 11-633,0 18-140,0 6 39,0 36-28,1-5 0,0 6 1,0 5 10,0-1 1,0 2-15,0 0 0,-1 0 6,1 5 0,-1-1-8,0 16 0,-1-18-12,1-4 508,0-15-71,0-4 241,0-9-577,-1-28-67,1 6 28,-2-32-6,3-12-50,-1 27 0,1 0 14,1-6 0,0 1 31,-1-14-34,2 19 1,-2 10-130,0 15 17,0 8 96,0 13-1,-1 17 6,-1 2-9,1 3 1,0 3 3,-1 19 16,1-15 0,0 0-22,1 19-768,3-11 784,-1-18 135,3-6 202,-3-18-79,1-7-179,0-19-34,1-16-33,1-2 8,-1-2 1,1-3-15,0 8 0,-1-1-304,3-17 0,0-1 302,-1 7 0,1 3-1,-2 4 0,0 3 742,2-19-750,-4 22-101,-3 18-6,-2 14 85,0 14 11,-4 15 682,-2 19-671,-1 15-6,4-27 1,1 0-134,-1 1 1,0-1 141,0-3 0,0-1-26,-3 21-979,2-15-1844,2-16 2020,4-8 0,-1-11 0,1-1 0</inkml:trace>
  <inkml:trace contextRef="#ctx0" brushRef="#br0" timeOffset="148778">22987 5816 18289,'-46'3'2314,"0"-1"0,-3 1 0,7-2-1187,18-1-827,-5 0-344,19-1-85,9-1-433,6 0 365,17-3-423,16-1 287,1 0 0,4-1 3,-12 3 1,2 0 72,26-4 1,-1 1-221,-12 2 225,-7 1 1,-4 0-40,-15 3-77,-8 0-226,-47 10 236,-19 0-221,9 0 0,-1 1 590,11-3 0,-1 0 20,-18 5 0,2-1 2,20-3 1,2-1-26,-7 2 1,1-1-37,-7 5 34,29-7 55,0 0 225,27-3-185,12-2-40,25-4-61,-17 0 0,1-1-354,7-2 1,1 0 361,-8 0 1,1 0 5,8-1 0,-1-1-60,-8 2 1,-1-1 292,23-5-96,-17 2-218,-43 7 27,-10 1 18,-15 4 0,-7 2 33,5 0 0,-3 1 539,-16 3 0,-2 1-550,6-1 0,2 0 6,3 0-1,2 0 177,-21 5-238,25-5 56,19-3 207,20-3-62,12-2-49,15-1-45,12-4-40,6-2-129,4-2-840,-1-1-5129,-2-1 6087,-11 2 0,-15 4 0,-14 2 0</inkml:trace>
  <inkml:trace contextRef="#ctx0" brushRef="#br0" timeOffset="149601">23312 4744 8892,'3'-48'1497,"0"0"0,0 0 1,0-1-1,1-5 1,-2 1-1,-11 14-1284,-17 16 0,-8 11-587,0 8 1,-2 7 462,-5 6 1,-1 6-800,-6 9 0,-1 4 756,13-4 1,-1 3 0,1 2-1,-3 4 1,0 3 0,1 2 3,-1 3 1,0 2-1,1 2-358,0 4 1,2 2-1,1 1 369,2 2 1,2 1 0,2 1-6,3 0 0,1 2 0,3-1-4,4-1 0,2 1 1,3-1-360,3-2 0,2 0 0,4-1 359,4-3 0,5 0 0,3-1-9,4-3 0,4 0 0,4-2-6,6-1 1,4-2-1,4-2-13,5-1 0,3-3 1,3-1-20,4-2 1,3-3 0,2-3 7,4-1 0,1-4 0,1-3-240,-13-6 0,0-3 1,1-1-1,-1-3 292,15-2 1,1-3-1,-2-5 26,-2-4 1,-1-4 0,-2-5 23,-4-5 1,-2-5 0,-3-4-4,-1-5 0,-3-4 0,-3-3-138,-11 8 1,-1-3 0,-1-2 0,-1-1 65,0-3 1,-2-1 0,0-2 0,-1 0-2,-1-2 0,-1 0 0,-1-2 0,-1 1-49,-1 0 0,-1-1 0,-1 0 0,-2 1 40,-2 1 1,-1 1 0,-2 0 0,-2 1 13,-3-11 1,-3 1 0,-4 2 57,-5 4 1,-4 1-1,-5 3-80,-5 3 1,-4 3-1,-4 2-20,-4 1 0,-5 3 0,-2 2 123,-4 2 1,-3 2 0,-1 4-139,-4 1 0,-1 3 0,-2 3 11,-1 3 1,-1 3 0,-1 3-76,2 2 1,-1 3-1,0 4-175,1 4 0,1 3 0,1 3-493,2 4 0,0 3 0,2 4-2190,1 5 0,0 3 0,4 2 2853,4-1 0,3 1 0,3-2 0,-1 4 0,4-3 0,-3 7 0</inkml:trace>
  <inkml:trace contextRef="#ctx0" brushRef="#br0" timeOffset="150428">6741 7014 12472,'56'-19'315,"-1"0"1,1 0 0,0 0 0,-1 0 0,-1 2 0,1 0 0,2 1 0,-1 0 0,0 1 0,-3 2-999,2 2 0,-3 2 1,0 2-1,1-1 1,4 0 728,-6 0 0,3-1 1,1 1-1,2-1 1,0 0-1,1 1 0,-1-1-120,-2 2 0,0-1 0,0 0 1,0 1-1,2-1 0,0 0 1,2 1-1,1-1 97,-1 0 0,2 1 0,2-1 0,1 0 0,1 1 0,-1-1 0,0 0 0,-1 1 0,-2 0 0,-3 0-61,8 0 1,-4-1 0,-1 1 0,-1 1 0,0-1 0,3 0 0,3 0 54,-13 1 0,3 0 1,2 0-1,2 0 0,0 0 1,0-1-1,0 1 0,-1 0 1,-1 0-1,-3 1 1,-2-1-97,11 0 0,-3 0 0,-2 0 1,-2 1-1,1-1 0,2 0 0,1 1 120,-4-1 1,1 1 0,1-1 0,1 1-1,0-1 1,1 0 0,-1 1 0,0-1 0,-1 1-5,-1-1 0,-1 1 1,-1 0-1,1 0 0,0 0 1,-1 0-1,2 0 0,-1-1 1,2 1-11,-3 0 0,1 0 1,1 0-1,0 0 1,1 0-1,-1 0 1,0 0-1,-1 0 1,-1 0-1,-2 0-15,5 0 1,-2 0-1,-1 0 1,0 0 0,-2 0-1,1 0 1,-1 0 0,-1 0-13,5 0 1,-1 0 0,1 0 0,-2 0 0,-1 0 0,-1 0-1,-3 0-124,7 0 0,-1-1 0,-3 0 1,-3 1-1,-3 0 124,6-2 0,-4 1 0,-4 1 0,14-2 0,-7 0 0,9-2 0</inkml:trace>
  <inkml:trace contextRef="#ctx0" brushRef="#br0" timeOffset="159760">8002 8558 13704,'-12'-53'950,"-1"1"0,3 9 0,2 8 1215,5 16-2204,2 15 985,5 13-879,9 18-16,2 12-18,5 20-798,-7 0 765,-5-11 1476,-5 10-1426,-10-15 258,-9 8 168,-2-21-11,-2-16-168,9-31-180,5-5 51,3-29-87,12 12 1,3-2-54,0-2 0,2-1 444,8-9 1,2 2-448,-3 12 1,1 3 30,10-13-56,8 8 0,-21 27-12,24 2 18,-25 15-12,28 22 6,-25-6-11,21 29 16,-25-21 1,-1 1-12,0 2 1,0 0-1,0 5 1,-2 0 16,0 16-22,-6-17 22,-6-9 1026,-1-17-808,-1-7-167,1-16-40,4-16 6,5-13-5,2 4 10,1 10 1,3 0 16,8-6-22,15-12-16,-5 24-7,-1 10-22,-7 7 6,4 12-11,1 17-23,4 7-61,7 19-1993,-4 2 1494,-6-8-2458,-6-9 1,0 1-6769,11 9 9244,-15-18 0,-2-1 1,1-3-1,-15-15 1</inkml:trace>
  <inkml:trace contextRef="#ctx0" brushRef="#br0" timeOffset="160869">9522 8432 15210,'-11'-52'1878,"0"1"1,0 4-1,-2 8-1055,-10 6-357,-3 12-242,-2 10-101,-2 14-39,0 14-34,2 16-16,1 15-288,6 10 251,13-27 0,1 0 9,2 29-6,13-8 5,10-11 62,10-16 85,6-14 16,0-19 0,-1-12 22,-4-16-16,-3-9 27,-8-6 322,-5-2-226,-7 4-6,-3 9-50,-4 11-95,0 11-146,-1 10-39,0 8 55,0 13-16,-1 12-28,2 16-16,-1 10-169,2 10-611,2-28 1,0 0-566,1 3 0,2 0-1462,1-1 0,3-1 2212,3-1 1,1-3 0,1 4-1,1-11 1</inkml:trace>
  <inkml:trace contextRef="#ctx0" brushRef="#br0" timeOffset="161243">10025 8348 15227,'1'-8'6228,"-1"1"-5581,5-23 1,-1-4-55,-5 15-515,6-18 1,-5 9-90,-11 33 22,-5 16-5,-10 17-23,11-10 0,-1 2-440,-2 4 0,-1 3-109,0 4 0,-1 2-890,0 2 0,-1 0-1121,2 0 1,1-2-499,2-5 0,1-3 919,-4 10 2156,9-28 0,8-31 2391,3-19 1255,2-20-481,3-9-1860,-4 29 0,2-1-381,-1 1 1,1 0 419,5-24-359,0 12-452,-2 15 224,-1 14-796,-1 13 45,4 16-23,4 15-145,7 16-478,5 11-727,-10-27 0,1 1-1899,3 0 1,1-1 3265,16 15 0,-11-17 0,-11-14 0</inkml:trace>
  <inkml:trace contextRef="#ctx0" brushRef="#br0" timeOffset="161576">10683 8203 18358,'-26'-49'1525,"0"0"1,1 5 0,-2 8-1073,-12 12-268,0 13-123,0 18-51,16 3-11,-1 22 11,16 5-5,0 20-9,7-24 0,3 1 8,6 12 1,2-1-241,-2-14 1,1-1 217,10 11 1,4-4 10,13 3 1,7 2-54,-11-12 75,-14-9 40,-22-5-5,-23-3-29,-21-1-19,16-7 0,-2-1-6,-3 0 0,-1-1-56,-7-1 1,2 0-38,-12 1-475,-4 0-1877,41-3 2448,6-2 0,7 1 0,7-2 0</inkml:trace>
  <inkml:trace contextRef="#ctx0" brushRef="#br0" timeOffset="161952">10951 8231 24967,'-26'-18'28,"5"21"-16,19 38-12,5 16-23,5 1 17,2-26 1,2-2 11,14 15-6,2-10 16,5-19 40,-7-14 12,7-10 27,3-20-39,-11-9-28,-3-3 11,-11-7-22,-8 6 39,-5-15-44,-4 14-97,-3 6-122,3 22-633,3 8-991,9 7-6342,15 14 8173,0-2 0,1 2 0,-13-9 0</inkml:trace>
  <inkml:trace contextRef="#ctx0" brushRef="#br0" timeOffset="162526">11566 8258 24256,'-14'-2'45,"3"9"-39,5 42 5,1-3 0,0-9-17,-5 5 46,-4-6 105,1-6 135,-1-7-50,6-22-180,4-7 45,0-16-39,4-7-16,9-30-12,2 2-107,-2 22 0,2 2 129,7-16-50,-2 15 18,5 6-24,14 8-6,8 6-10,19 6-1500,-2 16 1516,-12 2-5,6 19-11,-13 16 5,-9 6 22,-20-20 1,-7 1-6,-21 17 190,-3-12-168,-16-2 17,5-16 7,6-5 49,2-11-67,17-17 1501,6-14-1534,14-18 7,-2 18 1,2-1-227,5-3 0,2 2 232,3 0 1,1 2-1,0 4 1,0 2 19,22-14 11,-6 12-22,-4 8-17,1 8-34,1 14 23,1 11 0,-4 18-6,-11-1-90,-14 2 0,-4 2-962,-3 23-2109,-5-15 1,-3-1 3177,0-11 0,-2-4 0,-4 8 0,3-18 0</inkml:trace>
  <inkml:trace contextRef="#ctx0" brushRef="#br0" timeOffset="162769">12782 8166 24738,'42'-14'-170,"0"0"1,0-1-1,20-4 1,-2 6-912,-15 14 0,-1 4-3835,1 1 1,-2 0 4502,-5 2 0,-4 0 0,7 3 0,-20-5 0</inkml:trace>
  <inkml:trace contextRef="#ctx0" brushRef="#br0" timeOffset="162936">12990 8387 19020,'-4'1'4648,"0"0"-3729,4-1-1065,71-23-2072,-12 9 2218,-16 2 0,6-1 0,-6 2 0,12-1 0,-1 2 0</inkml:trace>
  <inkml:trace contextRef="#ctx0" brushRef="#br0" timeOffset="163769">14478 8073 21457,'-4'-57'1142,"0"0"1,0 7-1,0 7-778,1 16-272,0 14-148,2 8 51,0 17 22,2 14-5,0 23-18,0-18 1,-1 3-7,-2 4 1,-1 2-369,-1 2 1,0-1 382,-2 0 0,-2-1 11,1 2 0,-1-2-3,-2 10-11,0-1 101,6-35 118,0-3-85,2-16-84,0-13-10,1-18-18,-1-15-22,3 19 0,0-2 8,1-2 1,1-1 7,2-1 1,0 0-3,1 5 0,0 0 764,6-17-778,-5 19-112,-3 15-23,-2 11 79,1 12 51,3 13 5,3 16-23,1 14 34,0 10-22,-1 2-231,-1-2 225,-1-10 11,-5-13 62,-1-16 11,-5-13-22,-4-18 11,-5-13 0,-3-20 0,1-14-165,8 23 1,1-2 127,1-1 1,1 1 13,1 1 1,1 2 44,0-21-10,2 19-80,0 18-49,0 11 61,3 17-6,3 15-139,6 22-1023,-4-13 0,0 0 721,1 1 1,-1-2-1,3 13 1,-4-19 0</inkml:trace>
  <inkml:trace contextRef="#ctx0" brushRef="#br0" timeOffset="166118">11618 1175 25736,'-14'-40'-697,"0"-1"1,0 0 0,-5-19-1,6 1 460,14 12 0,5 2 682,1-4 0,5 1 57,5 1 0,5 2 56,4 2 1,3 2 29,3 4 1,4 3 33,1 4 0,2 3-88,0 4 0,2 2 559,-1 5 1,0 3-342,0 3 0,-1 4-702,-1 3 0,-1 4-50,-2 2 0,-1 5 0,24 16 0,-12 16-1415,-17 16 150,-20-20 0,-5 1 349,-5 7 0,-4 1 280,-4 3 1,-3 0 228,-3 1 0,-3-1-95,0-4 1,-1 0 536,2-5 1,0-2 284,2-6 1,0-2 1655,-7 14-802,2-15-433,3-15-194,1-10-166,-4-12-1135,-1-9 461,-3-10-902,2-6 17,3 0 268,7 4 84,4 10-389,5 9 379,2 7 576,9 23 200,2 1 128,10 17-37,3-7-63,3-2-6,0-7 100,-2-7 82,0-7 87,2-13-7,8-13-1,13-16-460,-18 12 0,2-1 329,5-2 1,0 0-333,1 1 1,-1 2-934,-2 4 1,-2 2 366,21-4 1,-25 11 0,-11 8-1</inkml:trace>
  <inkml:trace contextRef="#ctx0" brushRef="#br0" timeOffset="176734">8286 9936 20504,'-60'-5'171,"1"0"1,0 4 0,6 10-116,18 15 0,4 8-368,-2 1 1,3 3 316,3 0 1,3 2-6,6-2 0,4 0-3,5-2 1,5-2-10,14 26-133,19-8-284,-5-27 1,4-3-1001,7-1 1,4-3-2619,5-4 1,1-4 4046,-2-1 0,-3-3 0,13-2 0,-23-2 0</inkml:trace>
  <inkml:trace contextRef="#ctx0" brushRef="#br0" timeOffset="177478">8663 10114 21780,'-25'-32'273,"1"-1"0,0 2 0,8 11-156,13 18 219,2 2-269,0 16-27,0-5 21,-2 23-22,0-3-5,-1 10-17,1 3-23,5 8 12,1-18 16,9 8 1,1-23 16,4 1 106,0-9 242,2-9-286,-5-5 44,8-15-38,-4-9-49,-1 1 1,-1-4 31,12-27-946,-11 22 0,-2 1 895,2-12 56,-2 1 23,-9 18-23,-2-1-67,-4 12-151,0 8-269,-1 6 1157,10 14-7912,19 10 7147,2 2 0,-1-4 0,-15-13 0</inkml:trace>
  <inkml:trace contextRef="#ctx0" brushRef="#br0" timeOffset="177835">9095 10091 23164,'-13'-47'190,"-1"1"1,1 3-1,10 11-257,21 24 45,8 13 22,15 15 0,-8 5-17,-7 2 0,-1 3-50,3 17-193,-9-13 0,-3 2 221,-5 17 50,-14-8 1,-4-16 166,-15-5-116,0-16 33,-5-2 34,-1-21-84,12-6-40,3-7-38,15-9-12,18-4-101,8-1-92,-7 18 0,3 2-1799,24-8 934,-8 10-2386,13 3-6342,3 10 9387,-14 1 1,-5 4-1,-30 2 1</inkml:trace>
  <inkml:trace contextRef="#ctx0" brushRef="#br0" timeOffset="179301">9662 9996 10998,'5'1'8290,"-2"0"-5147,-3-1-3138,-21 0 68,21 4-17,-11 2 22,33 3 6,6-3 17,7-3 28,-1-5 11,-1-7 56,-6-7-84,-10-1 134,-3-15-111,-9 5 5,-6-12 33,-8 6 51,-7 5-11,-5 5-50,-3 8-85,-1 7-56,2 5-33,2 10 11,3 8 28,6 12-22,6 9-12,8 9-33,10 6-196,9 2-532,9 0-140,8-6-482,7-10-207,6-13-533,7-12-352,4-17 1025,-2-11 1170,-4-14 589,-11-5 453,-13-5 471,-13-1 408,-10-1 107,-5 4-247,-5 3-352,-3 7-320,-2 5-235,-2 6 56,1 5-370,2 5-123,1 2-84,2 3 40,2 2 341,-2 0-403,2-2-6,-2 0-22,2-2-29,0 2 7,0 0-1,0 0 34,0 2-106,-2-1-1,1 2 46,-1 2 16,1 2 11,1 4 23,0 1-11,0 0-12,0 0 23,1-3 0,0 0-12,0-4 40,0-1 336,-1-1-331,1-6-27,0-2-6,1-4 6,0 0-12,0 0 6,0-1 5,0 2 6,-1-1 11,0 2 12,-1 3-7,0 3-100,0 2 56,-1 11 0,-2 8-5,-4 16 10,-1 10-5,-1 9 0,3 4-5,3 1 22,2-5-12,3-7-16,2-11 17,-1-14 94,2-10 63,-1-11-79,6-12-34,4-11 6,5-11-17,2-7 6,-1-4-22,-1 1-23,1 3 0,2 8 11,1 9-28,3 8-5,3 8 5,3 5 0,4 11 6,2 10 11,-2 14-23,-3 11 1,-7 7 22,-5 3-6,-5-5 1,-1-10 10,-2-13 40,-1-12 0,1-15-39,6-15 16,8-16 12,7-17-204,-15 19 0,-1-3 184,0-3 0,-1-2-366,-1-3 0,-2 0 366,-3 0 0,-1 1 11,-3 2 0,-2 2-59,-2 4 0,-2 1 146,-6-19-34,-1 16 247,-6 6 146,5 19-477,0 0 725,5 12-707,1 11 151,1 15-152,0 21-13,2-2 0,3 10 0,0-2-47,0-8 1,0-2 0,0 1-246,2 11 1,0 2 0,1-4-23,5 10 0,1-8-536,-4-23 1,1-2-2219,4 4 1,0-1 2283,10 13 1,-9-23-1,-6-15 1</inkml:trace>
  <inkml:trace contextRef="#ctx0" brushRef="#br0" timeOffset="179494">10907 9933 18621,'-8'-1'5176,"2"0"-4078,6 1-757,0 0-358,-34-40-16,57 22-197,-6-31-446,22 38 1,11 7-765,0-3 1,2 2 786,6 1 1,-4 1 0,8 0-1,-10 2 1</inkml:trace>
  <inkml:trace contextRef="#ctx0" brushRef="#br0" timeOffset="179811">11704 9665 17776,'-5'-2'4537,"1"0"-3327,4 2-634,-61-17-167,25 13-353,-2-3 0,0 3-45,11 9 17,12 10 0,8 1-22,2 9 16,13 15-22,5 1 0,7 2 6,9 4-12,-3-7-238,6 11 255,-4-5-11,-8-8 5,-9-7 57,-9-12 50,-11-5-28,-11-8-45,-15-3-72,-25-9-404,2-4-123,0-3-2202,10-6 1975,26 0 0,3 6 1,13 1-1</inkml:trace>
  <inkml:trace contextRef="#ctx0" brushRef="#br0" timeOffset="180144">12035 9844 25422,'-20'10'22,"5"2"0,20 27-10,1-13-7,9 5 23,6-10 39,3-3 40,5-7 16,-3-16-78,-5-1 22,4-15-17,-6-2 46,1-17-57,-8 4-22,-6-4-6,-8 18-67,-4 2-409,1 11-8687,0 2 9152,12 21 0,-5-10 0,8 12 0</inkml:trace>
  <inkml:trace contextRef="#ctx0" brushRef="#br0" timeOffset="180702">12549 9826 24570,'-15'20'106,"4"2"-83,11 0 38,-3 7 79,-9 1-28,-3-2 56,-6-2 174,6-15-151,5-7 184,5-17-241,2-7-72,9-19 5,8-5-16,13-6-1,9 2 0,3 5-10,2 8-1,-10 13-6,15 4-21,-13 12-18,17 7 0,-16 6-22,16 25 12,-20 0 10,-10-7 0,-3 2 6,-1 20 0,-18 0 12,-5-13 32,-22 0 24,8-23-18,-4 2 28,11-17 12,10-17-45,3 2-12,19-34-16,-3 26 2,9-3 1,3 0 14,9 0-135,-8 9 1,0 1 84,19-3 4,1 7 7,-4 8-6,-2 8-6,-9 14-34,-8 13-38,-13 15-538,-15 14-315,-5-23 1,-4 1-2842,-3 3 0,-2-1 3783,1-4 0,1-3 0,-5 10 0,11-20 0</inkml:trace>
  <inkml:trace contextRef="#ctx0" brushRef="#br0" timeOffset="180901">13514 9848 21047,'0'-3'3422,"0"1"-3052,0 2-942,85-30-2850,-26 30 2835,1-13 1,-2 3 0,-14 18 0,-21-3-1</inkml:trace>
  <inkml:trace contextRef="#ctx0" brushRef="#br0" timeOffset="181051">13716 10122 24547,'45'-40'-1149,"-1"0"1,-9 3 0,-7 12 0,-12 22 0</inkml:trace>
  <inkml:trace contextRef="#ctx0" brushRef="#br0" timeOffset="181884">14792 9827 20358,'5'-45'1053,"1"-1"0,0 1 0,0-16 0,0 6-420,-3-5-258,-2 19-218,-1 17-129,0 12-11,2 18 22,1 16-11,3 22-25,-4-13 0,1 3-3,-1 5 0,0 2-420,-1 4 1,0 0-69,-1 3 0,1-1-1610,-1 2 1,1-2 2097,2-7 0,-1-3 0,1 11 0,2-24 0</inkml:trace>
  <inkml:trace contextRef="#ctx0" brushRef="#br0" timeOffset="182501">15657 9644 21926,'-16'-51'997,"1"0"0,3 6 0,1 11-913,5 24-118,4 14 62,8 14-5,3 18-23,9 17-20,-8-20 1,1 1-480,-1 2 0,-1 1-453,0 2 0,-1 0-2728,-2 1 0,-2-1 3680,0-6 0,-2-2 0,1 8 0,-3-19 0</inkml:trace>
  <inkml:trace contextRef="#ctx0" brushRef="#br0" timeOffset="182694">15441 9871 16818,'-2'-4'5153,"0"0"-3831,2 4-1148,44-63-107,-5 38-476,0-12 0,4 2 249,-8 25 1,0 5-1401,2-1 0,1 2 961,-4 0 1,-3 2 0,10-2 0,-18 4 0</inkml:trace>
  <inkml:trace contextRef="#ctx0" brushRef="#br0" timeOffset="183111">16637 9377 16241,'0'-10'6061,"0"3"-4846,-10-54-610,3 43-404,-7-44-167,3 67 5,0 15-16,-4 19 5,-2 17-23,9-22 1,2 1-9,4 10 0,3-1-358,6-5 0,2-3 310,1 0 1,3-3-308,9-5 0,3-4-2331,25 13 2689,-12-14 0,0-2 0,5 2 0,-3-5 0</inkml:trace>
  <inkml:trace contextRef="#ctx0" brushRef="#br0" timeOffset="183295">17102 9624 18683,'-4'-2'3624,"0"0"-2033,4 2-2280,35-47-3181,9 32 3019,-9-11 1,-1 2 0,7 20-1,-16 2 1</inkml:trace>
  <inkml:trace contextRef="#ctx0" brushRef="#br0" timeOffset="183811">17603 9388 23203,'0'-47'267,"0"-1"0,5 3 0,7 7-222,23 15-23,14 4-33,-4 11 0,-10 5 11,7 9-11,-12 6-6,5 11-5,-4 20 33,-14 1-11,-7 2-11,-22 4 22,-11-7-9,3-12 1,-3-1 9,-17 15 38,-6-4 6,20-24 157,1-7 190,10-12-207,5-5-39,5-10-45,10-4-67,1 2-1,11-1-32,3 5-7,16-1-10,1 7-23,12 5 22,-2 12 0,-8 1 23,13 13-50,-1 9-18,-7 3-5,-9 8 6,-38-9 27,-11-8-61,-32 3-118,12-16 1,-3-2-180,-1 0 1,-1-1-735,-7-1 1,1-3-2446,12-5 1,1-3 3559,-15-3 0,20-1 0,15 2 0</inkml:trace>
  <inkml:trace contextRef="#ctx0" brushRef="#br0" timeOffset="184078">18433 9073 20979,'-1'-4'3770,"0"1"-3356,1 3-402,11-4-18,11 23 6,18 8-3,-15 0 0,-1 5-19,1 3 0,-2 2-381,-4 2 1,-3 2 195,-4 2 0,-6 0-401,-9 1 1,-6 0-1418,-7-1 0,-6-2-947,1-8 1,-3-2 2971,-6 1 0,1-4 0,4-7 0,0-1 0</inkml:trace>
  <inkml:trace contextRef="#ctx0" brushRef="#br0" timeOffset="184684">19104 9349 20263,'-4'-1'2806,"0"1"-2218,4 0-577,85-60-1354,-30 43 1333,-16-3 1,6-4 0,-3 7-33,-6 14 0,-2 5-126,24 5 385,-19 5-346,-19 7 314,-28 2-185,-22 4 6,-27 3-369,21-12 0,-2 0 374,-2 1 0,0 0 9,1 0 0,3 1 309,6-1 0,3 0-273,-8 13 45,23-6 17,26-7-34,21-6-34,22-5-131,-24-7 1,1-1 130,0-1 0,-1-3 141,24-11 27,-15-9-27,-17-10-29,-15-11-33,-17-13-48,0 28 0,-3 0 45,-2 0 0,-1 0 22,-1 2 1,1 2 199,-12-18 771,8 12-851,5 12-72,6 11-156,4 7-108,1 5 80,6 8 240,6 10-274,7 15 22,4 14 11,0 11-25,-13-25 0,-1 0-319,-2 3 1,-2 0-167,-3 2 1,-1 1-1865,-4 0 0,-1 0 2363,0-5 0,-1-3 0,-4 10 0,4-21 0</inkml:trace>
  <inkml:trace contextRef="#ctx0" brushRef="#br0" timeOffset="185228">20178 9260 16672,'-4'-5'5019,"1"1"-4406,-5-29 1,2-8 108,9 2-493,-5-10 1,5 1 112,25 9-135,14 7-117,8 10-51,3 11-11,1 13-28,-5 13-17,-6 15 12,-14 15-490,-14 11 492,-18-22 0,-5 1 14,-7 3 0,-5 1 3,-8 2 0,-4-1-369,-4 1 1,-1-3 356,1-1 1,0-3 5,5-4 1,4-1-3,-10 14 293,19-13-237,21-11 11,16-10-1,21-5-38,19-9-254,-21 1 0,3-1 94,6-3 0,3 0-1563,8 0 0,1-1 1270,-4 2 0,-3 0 0,-14 3 0,-4 0 0,7-1 0</inkml:trace>
  <inkml:trace contextRef="#ctx0" brushRef="#br0" timeOffset="195652">19861 9414 11743,'-3'0'6117,"0"0"-2673,3 0-3041,-23-20-173,17 15-180,-17-15-89,22 20 22,0 0 29,1 4 21,-1 0 23,6 2 6,5-3 0,9-1-28,6-5 33,2 0 62,-4-3 123,-9 3 0,-6 1-179,-13 1-73,-8 1 22,-11 2 17,-9 2-11,-2 2 6,0 3 16,8-2 12,9-1-12,10-4 6,5 0 11,6-2-11,6-2-11,8-2-6,8-1-22,5-2-11,1 1-6,-4 0-6,-5 2 1,-9 2 5,-6 1 0,-4 0 16,-3 1 18,-6 3 0,-6 1-1,-11 4-5,-5 2 23,-5 1-1,0-1 0,5-1 18,7-2-7,9-3 23,6-2 174,5-2-236,16-8-5,5-1 5,21-8-22,6 0 6,3 2-17,-7 4-96,-16 6-1265,-23 6 1372,-38 10 0,17-5 0,-17 5 0</inkml:trace>
  <inkml:trace contextRef="#ctx0" brushRef="#br0" timeOffset="199661">20229 9976 16030,'-44'2'822,"0"0"0,0 0 0,-12 0 0,10 1-519,21-1 95,21-2-353,10 0 22,36-4-34,11 0-573,-9 0 0,2 0 517,2 1 1,1 0-17,2-1 0,0 0-9,-2 0 0,0 0 0,-4 0 1,-2 0 55,-6 0 1,-2 1-205,15 0 169,-23 2-7,-31 3 28,-12 2 29,-42 8 2,7-2 0,-3 2-220,-6 1 1,-2 1 274,10-3 0,-1 0 1,2 0 12,7-1 0,2-1 1,2 0 56,-6 2 1,2-2-95,-2 2 0,7-2-56,11-2 62,4 2 16,48-9-16,26-7-43,-12 1 1,4-1-516,8-4 0,3 0 479,6-1 1,2-1 10,0 1 1,1-1 16,-3 1 0,-1 1 0,-7 1 0,-2 0 680,-11 1 1,-3 1-619,7-2-101,-34 4-11,-37 5 28,-1 3 0,-4 2 8,-13 2 0,-3 1-272,-11 3 1,-2 2 292,17-3 1,0 0 0,-1 1-224,-1-1 0,0 2 0,1-1 261,3-1 0,0 1 0,2-1 17,-13 4 0,5-2-48,13-2 0,5 0-19,-4 1 89,32-6 50,30-3-27,30-9-76,-13 1 0,3 0-284,9-5 0,2-1 258,-14 3 1,0 1 0,0-1-14,0 1 1,1-1 0,-2 1 453,18-2 0,-2 1-978,-10 3 1,-4 2 520,15 5 0,-30 1 0,-20 5 0</inkml:trace>
  <inkml:trace contextRef="#ctx0" brushRef="#br0" timeOffset="212611">9216 2648 19569,'-44'2'1589,"1"0"1,3-1-1,7 2-69,14 5 201,4 0-726,3 1-459,0 1-50,1-1-200,-1 3 820,2 0-838,4-3-277,2-2-512,9-2-1037,6-1-2669,21 2 8082,10-3-3859,-9-1 0,0-1-632,24 0 732,-13 0 1,0-1-560,17 0 667,-15 0 0,8 0 0,-2 0-57,-9 1 1,-2-1 0,5 0-18,12 0 0,8 1 1,0 0-1,-6 0-32,-5-1 0,-5 1 1,4 0-81,4 0 0,5 0 0,1 0 0,-4 0-443,0 0 0,-2 0 0,2 0 477,-4-1 1,2 1 0,1-1 0,-1 0 2,0 0 1,-1-1-1,1 1 1,2-1-6,-6 0 0,2 0 0,1-1 0,-2 1 0,-3 0 43,11-1 1,-5 0 0,4-1-23,-3 1 0,4 0 0,-1 0 0,-5 1 36,-7 0 1,-3 0 0,1 0-7,9 0 1,3 0-1,-1 0-68,-5 1 0,-1 0 1,1-1-3,5 0 1,1 0-1,-3 0 15,-11-1 0,-1 0 1,-1 0 23,17-1 0,-3-1 21,-15 0 0,-5-1 325,5-1 856,-6-2-1272,-27 3 0,-31-1 0,-10 3 0,-4 1 0,-6 0 0,-3 1 0,-6 1 0,-9-1 0,-6-1 0,0 1 0,18 0 0,0 1 0,-1-1 0,-2 0-24,-12 0 0,-4 0 1,1 0-1,4-1-118,0 1 0,3 1 1,-2-1 54,3 0 1,-2 0 0,-2 1 0,0-1-256,8 1 1,-1 0-1,-1 0 1,2 0 0,0 0 383,-3 0 0,3 1 0,-2-1 1,-5 1-19,1 1 0,-5 0 0,-3 0 0,1 1 0,2 0 0,5 0 434,-1 2 0,5 0 0,2 0 0,-4 1-408,5-1 1,-2-1 0,-1 1 0,0 0-1,2 1-7,-10 1 1,1 1-1,1 0 1,3 0-44,-6 1 0,4-1 0,-4 0 0,12-1 0,-2-1 0,-2 1 0,1 0 0,2-1 0,-1 0 0,3 0 0,0-1 0,-1 0 0,-1 0 0,-1 0 0,1-2 0,5 1 0,1-2 0,4 0 0,3-1 0,-4 0 0,3-2 0,7 0 0,4-2 0,6-4-615,20-2-1950,33-5 2736,4 7 0,4 2-119,-1-2 0,2 1-15,3 0 0,5 0 0,3 0-15,-1 0 1,3 0 0,2 1-1,1-1 14,5 0 1,1 0 0,1 0 0,3 0 10,-12 1 1,1 0 0,3 1-1,-1-1 1,1 1 0,-2-1 82,9 1 1,0 0 0,0 0 0,-2 0 0,-1 1 230,4-1 1,-2 0-1,0 1 1,2 0-362,-13 0 0,3 1 0,0 0 0,0-1 0,0 1 0,-3 0-14,1 0 0,-2 0 1,0 0-1,0 0 1,2 0-41,9 0 1,1 0 0,1 0 0,0 0 0,1 0 14,-9 0 0,1 0 0,0 1 0,-1-1 0,-1 0 0,-2 0 0,12 0 1,-3 0 0,-2 0 0,1 0 14,0 0 0,2 0 0,-3 0 0,-7 0 10,9-1 1,-6 1 19,2-1 0,-5 1 227,-7-1 63,3 1-272,-46 0-622,-22 2-462,-20 2-1869,-1 2 2994,-10 4 1,31-3-1,-1-1 1</inkml:trace>
  <inkml:trace contextRef="#ctx0" brushRef="#br0" timeOffset="219076">8059 11774 14689,'-7'-58'2067,"1"-1"0,-2 7 0,-1 8-1149,-9 9-424,-8 14-265,-6 14-72,-8 21-28,-8 22-988,19-6 1,1 5 863,-3 9 1,2 3-6,8-11 0,1 2 0,1 1-2,1 1 0,2 1 1,2 1-36,-4 18 1,6 0-1,6-7 1,7-3-4,8-9 0,9-4 9,5-9 0,7-7-6,9-5 1,3-7 0,6-7 0,2-6 16,4-5 0,0-6-566,1-6 1,-1-6 585,-1-4 0,-3-3 17,-4-3 0,-3-1-239,-7 1 1,-4-2 282,-7 5 1,-3 0 1128,2-24-1016,-14 13 413,-14 12-425,-3 12 1258,-1 8-1386,2 7 700,4 1-706,9 1 12,5-2-34,9-2-1,3 0 18,1 0-18,-3 2-22,-5 2 45,-8 1 45,-3 2 56,-5-1-11,1-3-68,-1-6 28,2-7 29,0-7 38,1-2 35,-1-1-35,0 3-10,-2 4-40,0 6-62,-1 6-55,1 4-23,-1 4 23,1 1 27,-1 3-5,2 1 0,-1 4 12,0-1-1,1 0 6,-2-2-23,1-2 6,-1 0 56,0-2-34,1 1 12,-3 2-34,-2 5 0,-4 6 6,-4 8-6,-2 9-6,0 9 12,0 11-1,5 8-253,5-27 1,2-1 247,1 1 0,2-1-6,8 26-5,10-13 56,7-16 50,7-14 11,5-20-5,6-17-62,-19 3 0,0-2 0,2-5 1,-2-2 127,1-3 1,-3 0-115,-1-1 1,-3-1-12,-4 2 0,-1 0 19,3-23 12,-10 10-6,-6 13-44,-4 10-68,-1 10-319,1 7-270,16 23-633,7 4-1713,19 19-3411,5-5 5543,-2-6 0,-16-13 0,-11-9 0</inkml:trace>
  <inkml:trace contextRef="#ctx0" brushRef="#br0" timeOffset="219409">9359 11717 14885,'0'-5'6654,"0"2"-3573,0 3-3109,-46-59-22,35 47 27,-27-36 7,54 68-1,12 14-6,8 8 1,2 8-6,-20-23 0,-1 0-34,9 27 6,-12-2 17,-13-6 34,-15-10 27,-19-13-11,6-11 23,-9-16 16,22-15 23,5-16-39,18-9-40,14-5 0,17 0-282,-16 24 0,4 3 134,2 0 0,3 1-283,2 3 0,2 0-563,1 3 0,2 1-3111,8 3 0,-2 2 4111,-12 3 0,-2 1 0,20-1 0,-35 6 0</inkml:trace>
  <inkml:trace contextRef="#ctx0" brushRef="#br0" timeOffset="219793">9895 11722 23909,'0'14'246,"6"-2"-139,19-6-29,1-4-22,0-3-5,2-10 16,-4-6-11,5-9 5,-1-14 23,-11 5-50,-5 0 72,-12 8 34,-9 7 12,-4 0 145,-12 1-107,3 9-117,1 2 11,3 7-95,4 10 22,-5 10 6,-2 30-28,6-9-3,6 3 0,2 1 3,3 0-31,1-3 0,2 2-70,6 12-46,3-18 1,4 0-403,17 12-828,20-10 15,-10-27-6670,22-17 7252,-18-4 1,-5 0-1,-17 2 1</inkml:trace>
  <inkml:trace contextRef="#ctx0" brushRef="#br0" timeOffset="220452">10075 11697 13110,'-4'-6'5646,"0"2"-3949,4 4 1014,0 0-2235,-25 51-123,19-34 106,-20 35 17,29-47-162,5-10-241,1-1 67,17-20-45,-4 0-11,10-18-5,-10 1 16,-8-2-11,-6 1-17,-7 5-28,-4 13 40,-4 0 27,-1 7-50,-1 2-5,1 1-35,3 10-16,1 2-11,2 3 6,0 3-7,0 4 24,1 3-29,0 3-22,0 0-96,1 0-447,2 0-1586,3 1 2168,3-1 0,-3-4 0,0-2 0</inkml:trace>
  <inkml:trace contextRef="#ctx0" brushRef="#br0" timeOffset="221069">9787 11661 13609,'-5'-8'7488,"1"2"-6698,-20-23 0,-4-5 229,9 11-692,-11-12 1,3 2-64,18 24-169,6 5-62,25 21-16,7 4-12,-1-1 1,1 2-3,2 1 0,-1 0-170,3 2 0,1 2 164,-1 2 0,0 1-331,-2 3 1,-3 1 319,-3 1 0,-4 1 11,-6 0 0,-4 1-72,-7-3 0,-5 0 91,-17 24 1,-15-13 0,1-17 78,-12-12-28,19-23 303,-5-12-308,18-23 16,10-17-31,7 23 1,3-2-67,3-6 1,4 0 68,4-2 1,3 0-15,2 1 1,2 1-6,0 4 0,2 2-12,-3 4 1,2 4-4,-3 4 1,1 4-78,19-14-349,-4 13-1365,-6 10-6151,-7 8 7926,-9 8 0,-8-1 0,-7 2 0</inkml:trace>
  <inkml:trace contextRef="#ctx0" brushRef="#br0" timeOffset="222159">10454 11698 23769,'15'53'762,"1"-7"-600,1-22 17,5-9 17,2-7-22,5-11-68,3-11-16,3-12 11,-2-10-6,-5-7-16,-9-2-1,-9 0 23,-9 7 5,-8 9-33,-7 14-22,-10 10-12,-5 14-34,-5 11 7,-1 11 4,6 10-16,7 5-5,10 6-34,11 2-29,14 1-562,13-3 389,13-3 50,-16-27 0,2-3-558,27 10 117,2-12 122,-2-16 208,-1-16 251,-5-15 102,-7-11 44,-9-10 101,-8-3 78,-6 2 73,-5 6 51,-1 7-17,-1 9-118,0 6-133,3 10-52,2 7 482,5 11-521,1 11 182,4 23-233,-9-6 24,-4 21-7,-11-13 6,-7 7 51,-1-7 33,-2-13 34,4-15-39,3-15-74,4-12 7,6-15 5,7-9 5,11-5 12,18-2-34,-13 17 23,17 5-17,-21 21-17,6 10 5,-4 11-16,5 19 17,-10-9 22,13 15-11,-6-20 16,12 2-16,-7-12 33,-2-14 1,-1-4-29,-1-7-5,1-4 0,-2-5 56,-1-20-366,-13 11 1,-1-3 309,-2-5 0,-3-2 16,-2-15 1,-2 0-17,-1 16 0,-2 0 19,0-14 0,-3 3-180,-7-4 256,-3-2 28,-6 17 0,1 16-112,6 14-11,4 10-17,3 21 615,1 16-618,1-8 1,0 4-21,0 18 1,0 3-677,1-3 1,0 1 597,0 0 1,1-1-189,1 0 1,1-2-418,1-15 1,1 0-292,2 4 0,2 0-8834,17 18 8648,-10-27 0,-2-13 0,-12-15 0</inkml:trace>
  <inkml:trace contextRef="#ctx0" brushRef="#br0" timeOffset="222336">11707 11614 22711,'41'-20'-1967,"0"0"1,0 0 0,5-1 0,2 2 0,-6 5-1605,-8 8 1,-1 3 2438,6-3 0,-6 2 0,-16 2 0,-7 1 0</inkml:trace>
  <inkml:trace contextRef="#ctx0" brushRef="#br0" timeOffset="222593">12404 11359 15317,'-6'0'6845,"0"0"-6255,-25-1 1,-6-1-210,12 1-118,-17-1 1,1 2 27,25 4-118,1 8-21,13 3-24,16 9-60,16 6-35,4-3-201,-8-7 0,2 2 162,-3-3 0,0 2-16,11 12 0,-1 3-9,-9-6 0,-3 2 14,-1 4 0,-5-1 6,-10 8-6,-23-2-16,-17-19-102,1-10 1,-4-4-177,3-3 1,-1-4-1094,-7-4 1,2-3-25,-10-8 729,5-20 0,29 21 0,0-8 0</inkml:trace>
  <inkml:trace contextRef="#ctx0" brushRef="#br0" timeOffset="222969">12678 11451 24945,'3'54'375,"-1"-8"-364,-1 8-11,2-21 28,4 1-11,3-15 29,10 1-18,-5-11 61,19-10-44,-16-6 33,20-13 1,-14-5 16,3-12 34,-7-18-56,-11 8-23,-11-5-33,-5 24-6,-10 3-89,2 13-443,-2 2-611,7 13 29,3 3-3120,11 12 4223,10-1 0,-7-5 0,6-2 0</inkml:trace>
  <inkml:trace contextRef="#ctx0" brushRef="#br0" timeOffset="223518">13200 11459 25662,'6'-12'191,"2"11"-152,4 33-22,-2-2 44,2 20-33,-9-16 0,-2 15 17,-9-16 0,-4-9 78,-1-10 28,4-8-44,3-11-18,3-10-16,1-14-6,4-11-5,5-10-6,5-4 0,8 4-6,5 7 1,0 12-23,4 10-11,3 10-1,6 7-10,4 11-17,2 9 0,-2 15-12,-6 10 6,-11 9 6,-12 5 0,-11-3 5,-9-9 12,-4-13 22,0-14 22,2-11-5,2-11-17,4-8-5,0-16-1,9-8-22,6-7 11,10 3 0,5 6-22,3 10 11,3 9-11,2 9-11,2 6 5,-1 9-28,-2 6-162,-5 8-667,-4 8-1630,-5 6 2504,-1 9 0,-10-19 0,-1-2 0</inkml:trace>
  <inkml:trace contextRef="#ctx0" brushRef="#br0" timeOffset="223726">14244 11471 24705,'40'-26'-145,"-1"1"1,1 0-1,-1 1 1,0 2 0,-1 8-1987,4 14 0,-1 7 1073,-1-3 0,-2 2 0,12 3 1,-21-3-1</inkml:trace>
  <inkml:trace contextRef="#ctx0" brushRef="#br0" timeOffset="223893">14603 11768 19944,'-5'0'5567,"1"0"-5096,4 0-1396,81-32-8906,-22 17 9408,0-6 0,-2 2 0,-12 11 0,-19 2 0</inkml:trace>
  <inkml:trace contextRef="#ctx0" brushRef="#br0" timeOffset="224985">15695 11511 23943,'41'-24'-243,"-1"1"0,1 1 1,-1 4-1086,-8 12 0,1 2 409,7-1 0,-3 1 0,7-1 1,-5 2-1</inkml:trace>
  <inkml:trace contextRef="#ctx0" brushRef="#br0" timeOffset="225369">16343 11298 23175,'7'-51'444,"0"-1"1,2 4-1,7 8-326,32 11-68,10 7-31,-27 15 1,0 2-3,29 3-22,-6 15 5,-9 13-6,-13 13-5,-15 11-23,-25 9-528,-3-26 1,-6-2 566,-5 2 1,-4-1-6,-4-2 0,-1-1 11,0-3 1,-1-1 10,2-3 0,3-2 350,-15 11-282,18-10 314,24-11-175,21-5-105,23-9-102,-14 0 1,3-1-306,4-3 1,2-1 237,2-1 0,0-1-448,2 0 0,-1 0-3033,1 0 0,-2 0 2994,-4 1 0,-4 0 0,9-1 0,-20 4 0</inkml:trace>
  <inkml:trace contextRef="#ctx0" brushRef="#br0" timeOffset="227993">17637 11208 19294,'-7'-46'1678,"-1"-1"0,1 7 1,0 7-1461,3 18-173,1 21-28,2 6 17,4 28-34,3 8-166,0-3 1,2 3-811,-2-3 0,1 1-259,1 12 0,0-1 272,-3-18 0,-2-2-2188,2 8 0,-2-1 2378,-1 19 0,0-16 0,-2-15 0</inkml:trace>
  <inkml:trace contextRef="#ctx0" brushRef="#br0" timeOffset="228193">17584 11581 18341,'-35'-42'1350,"-1"0"0,7 5 0,4 8-924,8 18-325,13 5-112,9 3 39,17-1-62,36-2-84,-23 2 1,2 0-647,12-1 1,2 0-615,-4-1 1,-3 1-839,-7 1 1,-1-1 2215,1 0 0,-4 0 0,-7 1 0,-1 0 0</inkml:trace>
  <inkml:trace contextRef="#ctx0" brushRef="#br0" timeOffset="230301">18336 11349 10819,'2'-12'3705,"9"-35"0,1-9-2282,-6 23 0,0-1-1111,5-28 0,0 0 646,-5 2-611,-7 34 299,-2 11-484,-2 13-2,-1 12-127,-2 17-21,-1 20 10,0-1-22,4-12 0,2 2-1632,1 4 0,1 0 1643,0-8 0,3 0 5,4 16 1,5-4 17,11-6-23,6 5 39,3-26 51,-5-15 0,9-13 123,11-24-123,-15 3 69,-4-4 1,-1-2-35,-6 3-13,-2 3 0,0 0 3561,0-2-3505,-4 6 151,-5 10-336,-8 21 18,-2 4-7,-2 22-33,-4 24-179,2 8-372,2-21 0,1 0-68,5-5 0,2-2-568,5 20-1438,2-23 1,4-2 2652,8 4 0,-2-4 0,-9-16 0</inkml:trace>
  <inkml:trace contextRef="#ctx0" brushRef="#br0" timeOffset="230861">19236 11152 23931,'19'-31'-52,"1"-1"0,5 3 0,6 8-55,15 17 1,4 8-180,-11-4 0,1 2 62,15 2 0,-1 2-151,5 6 184,-20-4 1,-6 2 143,-10 9 25,-23-4 78,-48 15 79,-8-4-439,13-6 0,-3 1 444,5-1 0,2 0 11,0-1 1,2 1-322,6-1 0,2 0 220,-9 8 212,15 6-223,28-14 11,14 4-22,26-12-33,15-5 16,-7-6-3,-13-4 1,-1-4 35,9-8-8,-15 3 1,-4-4 64,-1-21 11,-15-12 800,-14 6-797,-8 5 0,-3 1 8,-3-3 134,-3 0 1,-1 1 151,1 3-61,-3-8-214,12 26 689,6 7-800,4 9-7,7 6-16,7 11 0,7 12-5,2 14-40,-2 9-117,-7 11-342,-11-27 1,-2 1-12,-3 1 0,-3 1-623,0-1 1,-1-1-5102,-6 27 6239,5-16 0,4-20 0,2-14 0</inkml:trace>
  <inkml:trace contextRef="#ctx0" brushRef="#br0" timeOffset="231228">20171 11058 24195,'3'-48'238,"1"0"1,2 4 0,8 10-183,37 18-36,-20 11 0,1 1-6,1 3 0,1 4-12,-2 2 1,-1 4 8,21 20 6,-15 15-477,-17 15 468,-20-25 1,-4 2 2,-7 3 1,-5 0-4,-6 2 0,-4-2-225,-3 0 0,-2-1 228,1-4 0,0-1-3,3-5 1,2-2 13,-9 15 34,19-12 79,24-12-12,23-9-39,27-13-59,-20 0 1,4-1-512,7-3 0,2-1 304,6-1 0,2 1-1697,2-2 0,0 1 1879,-7 2 0,-4 0 0,-17 3 0,-3 1 0,2-1 0</inkml:trace>
  <inkml:trace contextRef="#ctx0" brushRef="#br0" timeOffset="234076">13875 2547 20252,'-40'-37'246,"14"8"-268,42 30 347,23 5-138,-7-2-154,-1-1 0,2 0-13,22-2-346,-21 0 1,2-1 415,-4 1 1,0-2 211,19 1-103,-24 0-134,-18 3-53,-27 2 94,-18 5 18,-20 4-212,20-7 0,0 0 313,-4 2 0,-1-2 12,1 0 0,1 0-6,5-1 0,2-1 661,-16 2-572,23-3-22,20-2 60,20-4-402,6-2 29,29-7 28,9-4 106,-19 5 0,3 0 229,0-1 1,0 1 10,4-1 0,-3 0 345,11-2-28,-2 1 80,-39 9-43,-5 1 7,-27 6-375,-12 6-255,-10 3-38,9-2 0,-1 2 97,-1-1 1,-1 1-72,-8 2 1,-2 1 3,-4 2 0,2-2 54,-12 4-58,7-2 63,41-14-59,13-3-976,16-6 834,41-11 18,-26 6 0,1-1 19,3 0 0,0-1 194,4-1 1,-2 0 14,17-7 55,-26 8 1,-2 0 1101,9-8-1109,-28 5-234,-26 6 0,-11 5 0,-30 5 0,-4 6 0,14 0 0,0 3-381,11 0 0,3 2-1615,2 2 1,7 3 1797,15 10 0,10-10 0,7-6 0</inkml:trace>
  <inkml:trace contextRef="#ctx0" brushRef="#br0" timeOffset="235286">20774 11855 9072,'-53'8'2537,"0"1"0,2 0 1,2-2-1738,14-2 1,3 0 292,-28 4-371,13-3-279,15-3-298,15 0-150,9-1 66,11-1 12,13-1-34,18 0-22,21-3-14,-21 2 0,1-2-297,4 0 1,1-1 293,-1 0 0,-1 0 5,-4 1 1,-1 0-17,15-1 33,-19 2 23,-22 2-22,-23 4-1,-21 2 40,-21 6-364,22-5 1,-2 0 410,-4 1 0,0 1 95,0-1 1,-1 1 50,3 0 0,1-1 179,5 0 1,3-1-200,-14 3-139,21-5-40,17-3 11,22-3-6,20-6-27,24-4-61,-20 3 0,2-1 35,5-1 1,1 1-4,1-1 1,-1 1-1,-4 1 1,-3 0 133,20-2-55,-28 5-45,-36 4-28,-31 8-8,5-2 0,-4 0-371,-8 4 1,-3 0 372,-3 1 1,-1 0 22,-1 0 0,1 0 70,4-1 0,2-1 471,9-2 0,4 0-311,-7-2-191,34-12-28,32-9-33,-1 3 0,5 0-34,9-1 0,5-1-685,6 2 0,2 0-1273,4 3 1,0 1 1518,-8 3 1,-4 1 0,13 0 0,-30 4 0</inkml:trace>
  <inkml:trace contextRef="#ctx0" brushRef="#br0" timeOffset="236243">21515 11414 20537,'17'-55'1308,"0"0"1,-1 1 0,-5 12-1124,-11 31-73,0-2-112,0 14 6,0 12-73,-5 29-163,-3 9-50,-1 7-409,2-25 0,0 0-3770,-4 23 3611,-1 4 0,5-23 0,4-17 0</inkml:trace>
  <inkml:trace contextRef="#ctx0" brushRef="#br0" timeOffset="236659">22092 11046 21398,'-1'-51'976,"1"-1"1,-1 3-1,0 11-578,-1 25-252,0 6-90,-1 18-5,-2 19-51,1 5 5,1-4 1,-1 2 11,0 29-509,1-22 0,2 1 489,0-2 0,3 0 62,4-1 0,3-1-31,11 11-5,6-12 51,9-28 61,18-29-79,-24 7 0,1-3-678,8-10 0,0-3 759,-7 1 0,-2 0 3,15-16 813,-6-4-370,-20 18-449,-5 6 171,-10 7-299,-11 25-12,-1 1 6,-10 24-34,-3 24-8,11-23 0,1 3 246,-2 9 1,2 2-586,5-1 1,1-2 35,1-7 0,1-1-968,3 10 0,3 1-3603,5-2 1,0-2 3489,-2-9 0,1-1 0,9 24 1,-13-48-1</inkml:trace>
  <inkml:trace contextRef="#ctx0" brushRef="#br0" timeOffset="238819">23685 10887 20235,'-60'1'1047,"0"1"0,9-1 1,10 0-695,20-1-185,18-2-129,19-1-50,20-2-51,25 0-1046,-6 2 0,1 2 1060,-15-1 1,1 2-9,0 0 0,3 2 0,-4 0-37,-2 2 1,-2 1 5,4 1 0,-2 3-81,9 10 123,-50 11 68,-18-9 7,-13-3 1,-6-1-344,1-4 0,-1-1 380,-11 4 1,-2 0-4,3 0 0,0 0-2,2 0 0,5-1-57,-9 5 1338,16 0-1299,39-13 528,18-2-544,22-8-25,-12-2 0,2-2-432,14-6 1,0-3 433,-15 4 1,0 0 13,13-9 1,-5-3 550,1-14-514,-20 12 0,-3-3-1403,-7-6 1,-5-1 1481,-2-12 152,-15-14 111,-3 33 600,-3-2-723,4 11 68,6 10-331,3 6 3371,5 8-3372,6 8 33,8 13-55,7 12 11,4 11-6,-3 6-61,-4 5-107,-8 2-39,-10-29 0,-2 0-232,-2 0 0,-4 0-1717,-4 5 0,-1-2-3092,-6 11 5254,-4 1 0,16-36 0,2-2 0</inkml:trace>
  <inkml:trace contextRef="#ctx0" brushRef="#br0" timeOffset="239225">24835 10715 25836,'-19'26'63,"-1"-1"1,1 2-1,3 2-41,5 4 1,2 1-17,-2 19 16,6 10-25,14-33 1,5-1 10,0 0 0,3-2-148,8 2 0,5-6 218,26 1 18,-9-14 60,9-18 236,-4-21-44,-4-8-178,-24 14 1,-3-1 148,0-12-207,-9 13 198,-8 5-158,-3 12-136,0 9 18,-2 16-45,1 23-34,0 2-39,3-4 0,2 3-656,1-1 1,2 3-2006,2 8 1,2 6 0,-1-3 2596,-3-10 1,0-2 0,0 0-1,5 19 1,-2-8 0,-4-5-1</inkml:trace>
  <inkml:trace contextRef="#ctx0" brushRef="#br0" timeOffset="244834">8821 2867 23821,'34'25'-2882,"19"-5"2930,-9-22 820,-8 1 1,1-1 305,20-3-729,-18 2 0,2 0-108,3-1 1,2 0-110,-3 0 1,2-1-1,-2 1-72,5-1 1,1 0 404,1 0 1,5-1-1,-2 0 1,8-2 1,1 1-446,-8 0 1,2 0-1,1 0-10,0 0 1,0-1 0,1 0-10,0 1 1,0 0-1,0-1-9,-2 1 0,0 1 1,-1-1-26,-3 2 0,0-1 1,-1 1-17,-4 1 0,0 0 0,-2 0 1,18-1 0,-2 1-25,-6 1 0,0 0 2,5-1 1,-1 1-41,-9 1 1,-3 0-42,-1 0 0,-2-1 47,-2 1 0,0 0 25,-7 0 0,1-1 5,10 0 1,3 1 31,9-2 0,0 1-21,-7 1 1,-3 1-26,-1-1 0,-1 0 23,-6 2 1,-2-1 15,18 1-38,-25-1 1,1 1 82,31-2-34,-16 1-64,-6-2 91,-1 0 107,-2-1 54,15-2 35,5-1-134,-25 4 0,0-1-30,2 1 1,2 0-118,0 1 0,1-1 0,-2 1 0,1-1 0,-3 2 0,-1 0 0,26-1 0,4 1 0,-11 1 0,-3 0 0,2 0-57,0-2 61,-8 0 1,2 0 19,-4-1 0,0-1-24,9 1 0,-2-1 0,14-1 0,-27 3 0,0 1 0,14-1 0,-17 1 0,0 0 0,14 0 0,-5 0 0,-20 1 0,2-3 0,-2-2 0,12-3 0,7-3 0,-9 3 0,0 0 0,14-3 0,-11 3 0,-2 1 0,3 1 0,3-1 0,-20 4 0,-11 1 0,-13 2 0,-2 0 0,-4 0 0,4 1 0,1-1 0,5 1 0,11-3 0,-3 1 0,5 0 0,-6 1 0,-2 0 0,-1 0 0,0 0 0,-2 0 0,2 0 0,-1 3-1462,0 0-919,-6 3 1929,-6 4 410,-5 0 259,-8 3 207,-1-2 166,-6-3 488,5-1 950,-26 0-2028,6-4 0,8-1 0,-2 0 0,-1 0 0,-1 0 0,-9 1 0,0-1 0,8 1 0,-1 0 0,-15 2 0,-5 1 0,16 0 0,-3 0 0,0 0 0,-2 1 0,-1 0 0,-1 1 0,7-2 0,-2 2 0,0-1 0,2 0 0,-8 2 0,2 1 0,3-2 0,-10 2 0,0 0 0,6-1 0,-4 0 0,5 0 0,-3-1 0,1 0 0,3 0 0,-4-1 0,3 0 0,8-1 0,2-1 0,0-1 0,-3 1 0,0-1 0,2-1 0,-9 2 0,-2-1 0,0 0 0,-5-1 0,6 0 0,11-1 0,0 0 0,-14 0 0,-8 0 0,8-1 0,14-1 0,3 0 0,-15-1 0,3-2 0,-1-1 0,21-2 0,18 3 0,9 2 0,7 1 0,9 1 0,10 1 0,19 1 0,19 0 0,-19-2 0,3 0 0,8-1 0,3-2 0,-11 1 0,0-1 0,3 0 0,4-1 0,2-1 0,1 0 0,7-1 0,2 0 0,-3 0 0,-8 0 0,-2 1 0,5-1 0,-5 0 0,3 0 0,3 0 0,-1 0 0,-3 1 0,12-2 0,-3 1 0,4-1 0,-13 1 0,4 0 0,1 0 0,-1 0 0,-2 0 0,0 0 0,-2 0 0,-1 0 0,-3 1 0,3-1 0,-3 0 0,3-1 0,11-2 0,3 0 0,-4 0 0,-1 0 0,-1-1 0,-5 1 0,4-1 0,-4 1 0,9-2 0,-5 1 0,-13 2 0,0 1 0,13 1 0,-3 1 0,2 1 0,5 1 0,-42 2 0</inkml:trace>
  <inkml:trace contextRef="#ctx0" brushRef="#br0" timeOffset="246151">13971 798 26877,'17'-50'650,"1"-1"0,-2 5 0,-3 8-1309,-10 14-483,-2 9 128,0 9 452,-1 28 39,-2 7 260,-4 29-287,0-27 1,0 2 60,-2 3 0,-1 2 393,-1 2 0,0-1 191,3-8 0,-1 1 14,-2 10 1,1 0 55,0 6 93,-3 13-41,6-31 319,3-13 6,0-10-195,2-9-487,0-7-129,-1-10 96,-1-7-100,-5-6-100,-6-3-203,-7-3-115,-7 3-13,-5 3 985,1 8-267,6 6-82,10 8 82,8 6 150,5 2 162,3 2 721,-1 7-649,-2 2 83,-1 9-191,-3 3 79,1 3-135,1 3-70,6-1-14,11-4-966,12-5 924,16-6 110,11-2 116,7-4-96,-1-2 115,-7-2 57,-10-1 201,-11 0 455,-10 0-398,-5-2-165,-4 1-99,0-3 169,-1-2-25,1-1-92,-4 1-122,-1 3-21,-4 1-309,-7 4 164,-10 6 180,-15 6-311,-11 8-8,-7 3-143,-2-1 301,2-2-88,1-4 55,2-6-154,2-5-73,5-8-313,5-7-270,7-8-271,8-8-329,6-7 148,5-8 44,8-6 240,6-3 279,5 4 240,3 10 349,-3 13 353,-3 10 530,-3 9 421,0 11-1625,1 7-19,2 10-103,-1 5-51,2 2-149,-1-1-87,1-2-226,1-6-376,0-5 1382,3-8 205,7-5 315,17-9-125,20-7-976,-16 3 1,0 0-1,7-3 1,-1 2-1</inkml:trace>
  <inkml:trace contextRef="#ctx0" brushRef="#br0" timeOffset="253086">7695 13676 12735,'0'-9'2226,"5"-22"1,3-4-261,3 5-1417,-1-7 0,0 2-51,1 15-470,-4 11 95,-1 9 157,-1 13-11,0 14-118,-2 13-56,-5 10-39,-2-1-5,-3-4 10,0-9 18,1-12 369,4-11 286,1-8-303,4-14-257,2-13-12,6-17-5,2-14-84,-5 22 0,1-1-17,4-20 16,-1 15 1,2 1 6,5-5-35,12-11-27,-3 28-6,3 11 1,5 10-12,6 12 5,3 11-27,1 13-12,-4 8-212,-6 8 218,-10 2 22,-17-19 1,-3-1 16,-1 17 12,-7-7 89,-5-20 72,2-16-27,-1-5-90,2-14 1,2-27-52,3 7 7,9-28-6,8 19 223,9-8-240,10 8-17,-4 17 12,-3 9-46,0 13 23,-4 13-28,8 7-45,0 12-44,-2 7-57,-2 7-83,0 3-141,2 5-100,0-4-34,4-5 106,2-12 39,22-20 320,-17-13-95,-7-7 1,0-5 189,-9-3 0,0-2-230,6-5 0,0-3 328,-3 0 0,-3-1 25,-4 2 1,-3 1 16,3-13 342,-11-3-219,-17 23-89,-7-2-62,-13 21-28,-10 17-6,-9 16-70,20-10 1,1 2-1,0 3 1,3 1 287,-10 16-296,17-12 0,4-1 6,6 6 541,8 12-485,10-24-17,2-11 140,12-12-6,-7-15 22,11-13 247,-3-23-268,-11 11 172,2-17 13,-13 23 100,2-6-359,-6 16 62,0 5-123,-4 13-56,1 2-23,-1 19 23,0-3-202,-2 48-313,-5-4 265,4-22 0,-2 2-977,-2 8 1,-2-1-3679,3-6 1,0-2 3832,0-1 1,0-3 0,0 12 0,4-33 0</inkml:trace>
  <inkml:trace contextRef="#ctx0" brushRef="#br0" timeOffset="253668">9734 13520 19686,'1'-43'1585,"-1"0"0,2 5 0,-3 8-1311,-4 18-229,1 6-11,1 14-29,0 10-105,-3 18-175,-3 15-64,2-19 1,-3 2-393,-2 5 0,-3 2-1886,-5 4 1,-2 0-2165,-3 3 1,-3-1 3405,0-5 1,-2-3 1287,3-7 0,-1-6 87,-16 1 3372,11-33-1082,14-10 3687,7-45-3362,9 7-1741,4 14 0,2-1-275,2 8 1,1 1 284,13-23-268,1 14-308,-1 13-190,-1 15-68,2 15 941,5 15-1042,7 14-38,-3 1-491,2-5 0,2 0-790,-7-8 1,3-1 817,16 9 1,0-2 0,-1-4 0,-5-5-1</inkml:trace>
  <inkml:trace contextRef="#ctx0" brushRef="#br0" timeOffset="254002">10384 13314 23640,'-44'-38'403,"0"-1"0,4 3 1,5 13-337,10 33-45,5 11 1,2 17-18,6 14-38,4 9-251,7-29 1,3 0 266,11 28 11,10-7 29,7-9 116,0-6-145,-6-8 28,-12-5 23,-13-3-34,-16-3-16,-16 2 427,-11-3-410,-4-5-52,4-6-128,11-13-487,12-6-1019,12-12-4017,16-5 4843,5 2 0,0 9 0,-3 8 0</inkml:trace>
  <inkml:trace contextRef="#ctx0" brushRef="#br0" timeOffset="254352">10600 13457 25444,'-25'5'112,"6"12"-123,15 26 11,4 7 22,8 0-27,8-4 5,10-9 16,5-12-4,1-12 21,2-16 6,0-14 57,-1-14 27,-2-11 34,-7-5 22,-7-2 17,-8 4-23,-6 8-77,-7 8-63,-1 8-83,-1 9-163,4 7-308,1 9-823,7 9-2140,5 11 3484,8 12 0,-7-16 0,-1 0 0</inkml:trace>
  <inkml:trace contextRef="#ctx0" brushRef="#br0" timeOffset="254910">11110 13563 25825,'-3'-24'67,"0"12"-56,7 33 12,-2 16-35,-1-11 12,-2 10 12,-2-15 21,-2-9 6,-1-9 12,2-11 27,2-7-5,0-13 22,5-8 23,3-7 16,6-3 1,5 1-46,6 4-44,6 5-6,6 7-16,6 6 5,6 9-17,6 7-39,2 11 22,-3 11 1,-11 15-7,-13 13-4,-14 12-7,-15 9 17,-4-31 1,-2-1 5,-9 24 22,0-15 12,8-21-28,6-17 5,9-18 11,9-15 12,9-12-1,7-7 12,5 2-11,1 6-23,-7 13 28,13 4-16,-16 15-46,10-1 12,-13 15-17,-5 6 17,-6 5-219,7 22-431,-7-3-1378,3 20 2039,-9-4 0,-4-23 0,-3-4 0</inkml:trace>
  <inkml:trace contextRef="#ctx0" brushRef="#br0" timeOffset="255135">12375 13452 17305,'-3'-2'6038,"1"0"-4531,2 2-1591,56-49-308,-17 36-180,4-13 1,4 4-4345,-10 22 1,-2 6 3146,9-2 1,-2 3 0,-34-6 0</inkml:trace>
  <inkml:trace contextRef="#ctx0" brushRef="#br0" timeOffset="255319">12442 13728 21836,'-5'0'3311,"2"0"-2667,3 0-694,61-35-315,-18 21-741,4-8 1,1 2-43,-1 11-5931,10-3 7079,-20 4 0,-7 1 0,-14 3 0</inkml:trace>
  <inkml:trace contextRef="#ctx0" brushRef="#br0" timeOffset="255659">13251 13297 26183,'-40'13'297,"-1"18"-269,21 19-6,10-19 1,3 4-7,9 5 1,6 0-468,3-7 1,5-1 467,9 3 0,3-3-6,17 3 8,-15-20 1,2-3 25,20-3 147,-20-7 0,1-3-41,3-7 1,0-5 234,17-13-190,-6-5 163,-17 1 139,-13 11-241,-2 0-250,-7 10-7,-5 15 467,-5 5-467,-7 25 0,-6 13 0,-1 0 0,-1 5-1354,-1 1 0,0 4-575,2-7 0,-1 3 1,0-1 1581,3-9 1,1 0 0,0-4 0,-1 6 0,1-6 0,-2 10 0</inkml:trace>
  <inkml:trace contextRef="#ctx0" brushRef="#br0" timeOffset="258034">14905 1296 24523,'-3'-62'-773,"0"0"0,3 2 0,4 4 485,5 14 1,4 2-412,3 2 1,3 1 767,4 3 0,3 2 120,3 4 1,2 2 85,2 4 1,3 2-46,0 4 1,1 2-357,0 4 1,0 4 284,-1 2 0,-2 3-292,0 4 0,-2 3 58,24 13-487,-9 14-235,-12 9-302,-12 12 467,-15-23 0,-4 2 231,-2 2 0,-3 1 227,-2 1 1,-3-1-8,-1-1 0,-2-1 124,-2-4 0,-2-1 64,-13 18 162,-2-12 735,0-11-562,1-10-15,-2-7-230,0-10 607,-3-7-357,-3-8 375,3-3-173,4-1-124,10 0-156,8 2-118,8 4-89,6 4-51,6 6 28,8 10-28,-4 1 40,11 11 49,-4-1 40,10 1-5,3-3 78,12-6-157,-14-4 0,16-8-90,-10-4-179,14-7-638,4-4-4065,-23 8 1,-2 0 3260,9-4 1,-8 2 0,-27 12 0</inkml:trace>
  <inkml:trace contextRef="#ctx0" brushRef="#br0" timeOffset="264469">8170 15193 21629,'-49'-7'243,"0"-1"0,0 7 0,7 10-165,17 19 1,6 9-762,-3 1 0,1 1 680,3 1 0,3 1-20,3-1 1,4 0 45,3-3 1,4-2-231,14 26 72,4-21-274,36-8 185,-6-24 140,-12-7 0,1-4 62,10-10 41,-14-8 1,-2-4 36,9-17 14,-11 12 0,-2-1 148,5-18 397,-11 10-244,-10 11-97,-9 10-145,-4 10 614,-4 10-710,-1 10 253,2 9-286,2 0 0,12 18 11,7-12-11,14 12-11,7-13-6,6-9 29,3-8 55,2-15 50,-2-13 130,-4-14 134,-9-7 83,-10-2 7,-9-1-90,-8 4-90,-8 4-100,-2 9-96,-3 7-67,3 9-73,2 5-44,2 4-170,6 6-390,7 5-650,9 8-1384,5 5-3339,4 5 6022,-6-3 0,-9-9 0,-7-7 0</inkml:trace>
  <inkml:trace contextRef="#ctx0" brushRef="#br0" timeOffset="264793">8946 15355 24911,'8'-61'28,"8"20"-39,15 67-73,6 9-112,-1 12-120,-20-19 0,-2 3 170,-3 1 1,-3 0 61,1 28 256,-13-14 24,-9-21 39,-8-17-27,1-20-57,4-11-22,7-15 190,12-6-279,10-1-1,13 0-62,9 3-122,12 3-74,-21 21 1,2 2-500,3 0 1,0 2-350,1 2 0,1 2-1280,-1 1 1,-1 3 1530,29-1 1,-28 5-1,-8 2 1</inkml:trace>
  <inkml:trace contextRef="#ctx0" brushRef="#br0" timeOffset="265485">9519 15271 24844,'-16'-2'213,"3"1"-185,13 2 281,0 0-231,1-4-50,3-2-6,2-3-16,1 1-12,-1 2 6,-1 3-11,-2 1 17,-1 2 16,-2 1-5,0 2-6,0 1 6,0-1 17,0-1-1,0-1 202,0-1-212,0 1-18,0 0-5,0 0 0,0 1 17,0-3 6,0 2-18,0 1 12,0 3-11,0 4-12,2 0 28,3 0-22,6-2 17,8-4 17,12-3-34,9-7 5,7-4 12,-3-7 34,-6-3 33,-14-3-17,-11-5 28,-10-3-11,-9-3-22,-8 4-6,-10 7-6,-7 11 12,-4 9-12,0 11-28,2 8-10,6 10-12,5 7 11,6 5-34,8 4 29,8 2-34,10 0-151,14-2-275,13-2-995,13-5 43,-22-19 1,2-2-2569,2-2 0,-1-2 3974,23 5 0,-22-9 0,-14-4 0</inkml:trace>
  <inkml:trace contextRef="#ctx0" brushRef="#br0" timeOffset="266076">10110 15288 25376,'8'-39'314,"0"0"0,-1 0 0,0 16-286,-3 28 0,2 8 22,3 13-33,-1 11-23,-4 11-5,-1 4-11,-3 1 22,0-7 16,0-13-4,2-16-1,2-14 0,3-16 45,4-9-22,3-9 22,0-4-12,5-6-16,-6 14 34,9-5-34,-5 18 6,5-1-1,6 7-5,-3 9-33,-1 5 5,1 14-12,-2 5 35,7 9-23,8 7 17,-5-10-17,-3-7-6,-8-12 23,-9-9-17,4-10 0,3-9 17,20-29-6,-10 9 5,-4 4 1,-1-2-271,-9 5 0,-1 0 285,2-9 0,-1-3 16,-4-1 1,-4-1 89,-7-8 0,-6 0 17,-3 10 0,-3 1-76,-1 2 1,-3 3 86,-4 8 0,-1 3 93,-7-4-129,-1 3-67,12 13-62,8 22 0,6 3 0,1 30 0,4 7 122,-1-14 1,-1 4-328,3 14 0,1 3-1465,-1-3 0,1-1 1322,0 0 1,2-2-852,3 1 1,4-2-3485,2-11 1,2-1 4682,2 4 0,0-3 0,8 9 0,-10-24 0</inkml:trace>
  <inkml:trace contextRef="#ctx0" brushRef="#br0" timeOffset="266676">9312 15302 9313,'-2'-6'6827,"1"1"724,1 5-7036,-9-58-398,7 44-5,-7-43 23,10 76-68,2 6-45,3 21-5,5 5-6,1 5-22,-1-10 0,-5-10 0,-2-2 11,1 1 19,-6-2 1,-2-2 98,-6-10 55,-7 0-66,5-22 133,-1-19 310,11-34-380,4 23 1,2-2-366,4-12 1,5 0 286,4 5 1,3 3-40,1 0 0,3 2-36,-1 4 0,1 2-37,-2 6 1,1 1-418,17-7-1681,-5 13 2118,-7 14 0,-13 2 0,-5 6 0</inkml:trace>
  <inkml:trace contextRef="#ctx0" brushRef="#br0" timeOffset="267692">10609 15017 13597,'-7'0'7472,"1"0"-6094,6 0-515,0 0-729,-24-13-72,42 7-68,-3-12-106,19 11 0,9 3-319,5-3 0,4 0-1446,5-1 1,3 1 1876,-15 1 0,2 1 0,-5 0 0,-3 0 0,-4 0 0,-3 2 0,0 0 0</inkml:trace>
  <inkml:trace contextRef="#ctx0" brushRef="#br0" timeOffset="268076">11554 14916 23915,'-48'-19'403,"-1"0"0,3 1 0,3 6-235,-6 19-50,4 6-78,13 6-18,13 4-5,12 3-17,15 2 5,9 3 18,14 3-23,9 1-34,6 1-244,2 0 255,-7 1-5,-9-1 16,-14-3 18,-18-1-6,-21-1 6,-23-1 5,14-16 1,-4-1-338,-4 0 1,-1-2 325,-2-2 0,0-2-23,2-1 1,2-3 75,4 0 0,2-3-523,-12-4-779,21-7-1624,25-7-5434,24-7 8307,10-1 0,-16 12 0,-12 9 0</inkml:trace>
  <inkml:trace contextRef="#ctx0" brushRef="#br0" timeOffset="268409">11753 15019 25331,'7'-1'219,"0"10"-196,1 40-23,-2-13-11,6 15 11,-1-22-12,3 5 24,2-9 32,3-11 12,1-11-28,-2-9 17,4-14 62,-4-8 27,5-12-39,-2-4 79,-5-8-118,-7 17 39,-2-2-61,-7 23-62,-2 2-460,1 7-739,-1 10 51,3 2-4744,6 12 5920,3-4 0,-1-2 0,-3-6 0</inkml:trace>
  <inkml:trace contextRef="#ctx0" brushRef="#br0" timeOffset="268976">12489 15084 26351,'-35'16'28,"7"5"-17,28 13 34,-2 9-28,-3-8-17,-1-3 34,-4-10 16,1-12 45,1-1 6,-2-17-34,4-12-11,-1-20 0,4 3 56,4-17 39,6 9 29,9-16-96,4 18-45,9 3-22,-8 22 16,14 4-33,2 9 0,15 2-6,-20 8 1,-1 4 16,19 11-22,-6 8 0,-18 11-45,-16-2-23,-12 23 74,-14-10 22,-11 1-17,6-24 28,2-10-12,10-16-21,2-20 33,8-10 28,9-20-17,3 9-5,15-12-1,1 13-14,-5 12 1,1 2-8,18-9 21,7 5-22,-12 21-11,-10 8 0,5 13-100,8 21-253,4 7-481,-17-12 1,-2 2-825,-5-2 0,-2 0-4364,8 21 6022,-10 1 0,-13-32 0,-1 0 0</inkml:trace>
  <inkml:trace contextRef="#ctx0" brushRef="#br0" timeOffset="269468">13681 15047 23541,'49'-27'-385,"0"1"1,0-1 0,-2 3 0,-1 1 0,0 8-1451,8 13 1,-1 7 874,-2 2 0,-4 1 1,5 1-1,-14 5 0</inkml:trace>
  <inkml:trace contextRef="#ctx0" brushRef="#br0" timeOffset="269635">13902 15339 26077,'-40'-4'714,"1"0"0,-15-8-658,76-10-51,25-4-72,-14 11 0,4 2-961,8-2 1,2 1-326,7 0 1,2 1 1352,-14 4 0,2-1 0,-5 2 0,-2 0 0,-4 2 0,-1-1 0,-1 1 0</inkml:trace>
  <inkml:trace contextRef="#ctx0" brushRef="#br0" timeOffset="272693">15408 15015 17748,'10'-54'1656,"-1"1"0,1-1 0,-1 8-872,-1 12-235,1 1-297,-5 17-190,-2 9 44,-2 19 12,-5 18-29,-5 24-70,1-16 1,-1 1-380,-1 5 1,0 2 353,0 0 1,1 1 5,3-5 0,1-1 8,4-7 1,4-3 19,10 13 61,10-21 68,9-21 78,7-20 125,9-20-532,-19 11 0,1-3 348,2-4 1,1-2-49,2-2 1,0 0-25,-1 1 0,0 1 2,-4 5 0,-1 4 769,13-13-752,-18 20-78,-13 13-17,-8 16 0,-1 12-17,-1 19-11,0 14-67,0-21 0,2 0-188,2 3 0,2 0-403,3 1 0,2-1-755,5 1 0,4-2 1413,4 2 0,0-4 0,4 5 0,-1-8 0</inkml:trace>
  <inkml:trace contextRef="#ctx0" brushRef="#br0" timeOffset="273576">16854 14855 23831,'22'14'403,"-1"37"-487,-14 7-2124,-3-12 0,1 0 1796,-2-14 1,-1 0-1058,1 8 0,1 0 1469,-2-6 0,1-1 0,0 14 0,0-8 0</inkml:trace>
  <inkml:trace contextRef="#ctx0" brushRef="#br0" timeOffset="273776">16727 15199 24723,'40'-27'-132,"-1"0"0,1 0 0,10-1 0,3 1 0,0 6-731,-9 10 0,0 4 1,0 1-1056,1-2 1,1 0 0,-2 1 1917,17-2 0,-8 3 0,-10 0 0,-2 2 0</inkml:trace>
  <inkml:trace contextRef="#ctx0" brushRef="#br0" timeOffset="274143">17827 14855 20326,'20'-56'1329,"0"-1"0,-3 7 1,-4 7-983,-8 16 392,-5 9-583,-3 14-53,-4 9-42,-4 17-4,-3 18-46,0 15-11,8-23 0,2 2-128,0 0 1,2 0 68,4 1 1,2-1-197,2-1 0,4-1-569,4-1 1,5-2-2247,4-1 1,2-4 3069,24 15 0,-15-17 0,-14-12 0</inkml:trace>
  <inkml:trace contextRef="#ctx0" brushRef="#br0" timeOffset="274359">18541 14935 20638,'-3'-1'4464,"0"-1"-3584,3 2-886,17-26-184,10 17-640,24-21-553,-20 25 0,2 3-1407,22-4 2790,-3-2 0,-4 1 0,-14 1 0,-2 1 0,-1-1 0</inkml:trace>
  <inkml:trace contextRef="#ctx0" brushRef="#br0" timeOffset="274543">19209 14681 25292,'-3'-42'620,"1"-1"0,0 4 0,0 9-407,1 19-146,1 9-45,-1 12 6,1 15 0,-1 18-33,1 17-375,1-25 0,0 1-29,1 3 1,1 0-1080,2 0 1,1 0 851,4 3 1,1-3 0,0 4-1,4-7 1</inkml:trace>
  <inkml:trace contextRef="#ctx0" brushRef="#br0" timeOffset="274793">19574 14409 26710,'42'19'35,"-1"0"1,-1 5-1,-3 5-38,-7 11 0,-6 7-1170,0 4 1,-5 4 936,-5 5 1,-6 2-783,-8-19 1,-3 1 0,-5 0 1017,-6 3 0,-6 0 0,2-4 0,2-3 0,-1-4 0,-5-5 0,0 1 0</inkml:trace>
  <inkml:trace contextRef="#ctx0" brushRef="#br0" timeOffset="275485">20379 14616 24059,'45'-22'10,"-1"-1"0,1 0 0,-2 1 0,1 2 1,-3 5-51,6 7 1,-2 4-23,-2 0 1,-2 2 169,-6 1 1,-3 3-255,8 8 214,-27 9-51,-32 7 39,-25 7-14,13-15 0,-3 1-92,-1 1 1,-1 0 102,4-1 0,1-1 9,-16 14 182,21-10-199,18-6 5,19-7 0,19-5-38,17-5-12,11-7-447,4-6 469,-8-8 23,-13-7 281,-17-8-231,-15-11 62,-16-7-209,-6-4 618,-4 2 111,1 4-514,7 21 100,3 6-84,5 18 334,3 2-507,6 4 38,16 18-44,-3-1 6,21 26 0,-7 2-354,-14-14 1,-1 3 129,-1 3 0,-5 2-1659,-9 11 1,-6 2 1876,-3-11 0,-2-3 0,-2-2 0,-2-4 0,-4-5 0</inkml:trace>
  <inkml:trace contextRef="#ctx0" brushRef="#br0" timeOffset="276092">21798 14522 22727,'16'-53'614,"0"-1"0,1 2 1,1 11-458,4 23-107,12 0-44,19 7-29,-1 9 29,1 6-34,-3 14 0,-10 15 11,-8-4-50,-8 29 11,-32-20 56,-5 9 0,-25-3 73,0-13 33,-9 2 84,5-12 360,6-13-91,15-13-269,6-4 79,12-10-84,8 3-90,14-5-61,8 7-34,14 5 0,-7 8 5,13 11 1,-4 8 11,-11 1 0,-1 2-29,15 18-21,-9 10 22,-27-16-141,-27 9-391,-23-5-929,8-14 1,-6 1 1471,-11 1 0,-1-2 0,-6 2 0,0-4 0</inkml:trace>
  <inkml:trace contextRef="#ctx0" brushRef="#br0" timeOffset="286427">16775 2605 12593,'-3'0'2369,"0"0"-1287,3 0-769,85-40-1563,-36 21 1350,-12 3 1,5-2-1,-4 3 92,16 1 394,-9 4-603,-11 5 489,-14 3 150,-12 5-207,-17 4-38,-16 5 801,-5 2-797,-5-1 1,-2 1-84,6-3 0,0-1-394,-15 6 0,-2 0 287,10-3 0,1-2-25,3 0 0,2-1 234,-18 6-574,18-4-109,15-4 226,13-2 322,13-4 114,14-3 191,18-6 104,15-5-141,-22 3 1,0 0-167,2-1 0,-1 0-11,-1 1 1,-1 0 343,25-9-141,-15 4 197,-15 2-222,-14 5-246,-16 3-1304,-15 2 750,-15 3 378,-12 2-193,-5 0 62,6 0-163,14 0-228,14-1-707,16 3 1176,14 7 1,-5-6 0,4 3 0</inkml:trace>
  <inkml:trace contextRef="#ctx0" brushRef="#br0" timeOffset="289310">8162 16670 16146,'0'-7'5046,"0"1"-4553,-9-23 1,-5-3 127,-4 9-428,0-11 1,-3 3-10,-7 26-139,5 8 28,-8 15 5,-9 29-64,18-19 0,1 3-400,-5 10 0,2 3 375,6-4 0,3 1-9,3 0 0,3 1-150,3-4 0,5-2 133,5-2 1,3-4-14,9 12-45,10-20 0,5-5-29,18-3 65,-10-6 1,-1-3 30,13-10 25,-14-9 0,-1-4 26,13-18-4,-14 9 1,-1-2 2,-8 4 1,-3-1 61,16-22-40,-14 13 119,-7-3-74,-12 20-49,-1-2 32,-5 9-55,0 6 701,0 0-713,0 2 530,0 2-512,0-1-34,0 1 16,1 0-1007,-1-1-2897,1 8 3899,0-3 0,0 4 0,1-4 0</inkml:trace>
  <inkml:trace contextRef="#ctx0" brushRef="#br0" timeOffset="290117">8641 16653 24245,'-1'-40'259,"0"0"1,-1 2-1,-3 12-214,-6 24-22,-6 2 10,-6 6-22,1 3-16,2 2 5,7-1 0,6-4 11,5-3 0,2-1-5,0-1-12,0 1-5,0 0 11,0 1 0,1-1 11,-1-2 0,2 2-11,-1-1 135,0 0-90,1-1-6,-1 0-5,1-2-28,1 1-12,-2-2 6,1 2 50,-1 0-27,-1 5-6,-5 1 5,-1 7-16,-4 0-23,1 2 50,3-2-21,2 1-18,6 1 34,4 4-11,7 4-6,4 3-22,7 5 22,3 0 11,7 0-50,2-1-11,4-3 34,-3-3-1,-9-4 17,-11-1 17,-19-1 17,-20 0-34,-22 2-17,13-9 1,-2-1-15,-4 0 1,-1-2-79,0-1 0,1-1-765,-23 1-1938,25-9 2801,29-13 0,6 7 0,11-5 0</inkml:trace>
  <inkml:trace contextRef="#ctx0" brushRef="#br0" timeOffset="290394">9333 16724 18828,'-8'0'4790,"3"1"-4073,5-1-432,0 0-363,23-41-488,27 21-266,-10-7 1,6 2-1565,8 14 0,3 6-1497,1-1 0,-2 2 3362,-7 3 0,-5 1 0,11 0 0,-28 2 1</inkml:trace>
  <inkml:trace contextRef="#ctx0" brushRef="#br0" timeOffset="290560">9681 16851 21592,'-43'21'820,"0"0"1,0 0-1,-13 6 1,10-5 156,24-13-921,17-9 6,30-13-34,23-9-767,-8 5 1,5 1-66,11-4 0,5 1-2473,-13 5 0,1 0 0,0 1 3236,-2 1 1,-1 0 0,-3 1 0,3-1 0,-4 2 0,8-2 0</inkml:trace>
  <inkml:trace contextRef="#ctx0" brushRef="#br0" timeOffset="292310">10875 16548 16320,'-3'-3'5432,"0"1"-3785,3 2-1277,-20-62-224,22 37-116,-7-12 1,4 2 8,29 18-5,7 7-23,9 6 0,8 12-483,7 11 458,-29-4 0,-1 3 8,-2 2 1,-3 3-90,9 29 95,-21 3 17,-28 0-232,1-27 0,-4-1 231,-4-1 1,-2-2 5,0-2 1,0-1 72,-17 11 191,11-11 621,12-12-493,10-12-116,4-9-192,11-9 432,9-4-482,13 0-16,10 2-29,6 5-6,9 5 1,6 6-9,-25 6 0,0 2-638,3 4 0,-1 1 635,21 6-116,-21 5 1,-5 4 115,-4 14-44,-2 20 0,-40-6-107,-24 0-395,11-27 1,-4-2-171,-1-1 0,-1-4-1625,0-3 0,1-3 2347,-20-1 0,22-7 0,16-3 0</inkml:trace>
  <inkml:trace contextRef="#ctx0" brushRef="#br0" timeOffset="292534">12139 16361 25670,'21'45'0,"0"1"0,0-1 0,-1-2 0,-2-1 0,-4-3-563,-6-2 0,-4-1-1963,1 1 0,-2-1 2275,1 23 0,-2-23 1,-2-18-1</inkml:trace>
  <inkml:trace contextRef="#ctx0" brushRef="#br0" timeOffset="292710">11954 16830 20268,'-4'-4'4162,"0"1"-3837,4 3-197,48-72-849,-21 55 0,3 1 611,5-12 0,4-7 0,3 7-1265,-3 14 1,3 4-1,0 1 1375,10-3 0,1-1 0,-5 2 0,-4 1 0,-4 2 0,0-1 0,1 1 0</inkml:trace>
  <inkml:trace contextRef="#ctx0" brushRef="#br0" timeOffset="293617">13197 16405 16788,'3'-5'3064,"0"2"922,-3 3-3947,4-15 499,-3 11-510,3-7 309,-4 21-287,-4 8 878,-6 5-839,-8 1-16,-10 0 0,-8-8 5,-5-5-5,-2-6 95,6-10 11,8-9-84,14-15-11,12-9-11,17-5-22,12 5-18,11 7-22,4 11 12,1 8-18,1 8-10,2 13 10,2 10-318,-2 17 313,-9 12 3,-22-19 0,-6 4-6,-7 3 0,-6 2-436,-7 5 0,-7 1 402,-7 6 1,-5 0-562,-6 1 0,-2 0 595,1-5 1,-1-3 10,4-9 0,1-5 43,-18 1 50,19-31 282,18-22-232,19-14 751,15-6-801,15 5-67,10 6-23,6 13 6,4 12-73,6 17 67,-27 0 0,0 3-3840,6 5 1,-1 1 3169,-3 1 1,-2-2-1,11 6 1,-19-10 0</inkml:trace>
  <inkml:trace contextRef="#ctx0" brushRef="#br0" timeOffset="294567">14242 16494 21853,'-46'6'808,"1"0"1,4-1 0,15-6-630,30-12-56,34-11-2225,-1 6 1,4 1 2109,-3 1 1,3 0 2,10 1 0,5 0 1,-2 2-42,2 1 0,0 1 20,-5 2 1,2-1 0,-5 3 331,-4 2 1,-6 3-508,6 12-78,-43 12 16,-35 16 194,3-14 0,-5 0 840,-5 3 1,-3-1-785,-2 0 0,-1-1 22,4-1 0,1-2-6,5-2 1,3-2 19,-18 13 1233,21-8-1261,14-5 217,15-4-183,17-6 0,22-9-34,-6-4 0,2-3-404,9-3 1,2-2 397,6-4 1,0-1-4,1-1 1,-1-1 8,-4-1 1,-3-1 16,-7 0 0,-4-1 497,11-23-464,-22 1 12,-23 3 50,-15 4 129,-12 3 73,-5-2 17,-1 2-28,5 3 5,7 6-61,7 11 681,8 7-894,5 6-2,2 6-37,3 7 16,7 10-33,9 10 11,8 10-22,7 8-231,-18-21 0,-1 2-97,-2 3 0,-5 3-1020,-5 2 1,-7 1 1369,-10 8 0,-3-3 0,-4 6 0,-10-5 0</inkml:trace>
  <inkml:trace contextRef="#ctx0" brushRef="#br0" timeOffset="295534">16003 16317 23551,'16'-41'513,"0"0"0,-2 3 1,-10 11-402,-20 21-51,-15 7-5,-11 7-22,-11 7-6,-6 7-287,27-10 1,0 1 269,-1 0 1,0-1 4,2-1 1,1-1 23,-21 5 16,17-5-17,17-7-22,11-1 44,5 0 34,1 4 551,2 5-517,2 8-17,0 10-22,0 7-40,-2 6 0,-1-1-16,-3-1-17,-1-5 11,-3-5 11,0-3-5,0-8-6,2-5 39,2-7 280,0-5-280,7-20-22,6-7-23,13-23 1,13-1-188,-13 25 0,2 0 173,2 3 1,1 2-65,-1 4 1,1 2 66,22-4 0,-6 15-16,-4 15-18,-6 13 12,-7 13 6,-11 6-7,-17 6-16,-19 4-34,1-27 1,-3 0-160,-3 0 0,-4-1-748,-9 3 0,-1-3-319,-14 8-2305,17-18 1,1-3 3592,3-7 0,4-3 0,14-3 0</inkml:trace>
  <inkml:trace contextRef="#ctx0" brushRef="#br0" timeOffset="295734">16083 16058 16185,'3'-3'6050,"-1"1"-4096,-2 2-2245,56-27-572,-38 22 863,17-7 0,-4 4 0,-25 12 0,2 3 0</inkml:trace>
  <inkml:trace contextRef="#ctx0" brushRef="#br0" timeOffset="304244">8269 17903 21086,'-24'-39'547,"0"1"0,2 0 0,6 16-513,14 26 33,5 24-44,-1-4-9,0 9 0,1 3-20,-1 13-11,0 10 0,-2-5 34,-1-17 123,-4 9 129,1-19 0,0-9 280,3-15-281,1-14-16,0-22-151,0-10 28,5-20-362,4 4 289,6 4-6,-1 18 79,7 4-118,-8 21-11,17-1 17,-8 19-67,16 7 22,-10 4-23,19 22 29,-15-6 27,-10-8 1,-1 1-12,4 18 6,-10-1 12,-8-11 60,-12 4 40,-1-22 357,-5-2-396,3-24 22,3-15-44,3-2-1,10-18 68,13-8-68,8 1-145,-10 24 0,2 2 107,16-7-18,-6 14 12,12 7-40,-12 14 40,12 7 5,-8 11-84,-2 9-140,-2 5-577,0 3-728,-1 1-1120,2-1-4134,1-5 6772,-5-8 0,-10-10 0,-8-6 0</inkml:trace>
  <inkml:trace contextRef="#ctx0" brushRef="#br0" timeOffset="304744">9587 17893 22503,'3'-34'812,"1"0"0,0-23-470,-16 51-101,1 0-68,1 2-111,2 2 39,-5 4-34,1 8-33,-11 12-57,-5 12 29,-4 9 5,-3 3-5,5-1-18,11-7 18,13-8-17,17-4-6,13-6 28,17-3-22,10 1-376,7 2 384,-28-9 1,0 2-9,23 15 16,-14 4-16,-22 2-11,-27 1 16,-22 0-39,-21-1-115,24-19 0,-1-1-120,-28 5-575,10-12-4147,13-23 5002,14-8 0,11 1 0,6 8 0</inkml:trace>
  <inkml:trace contextRef="#ctx0" brushRef="#br0" timeOffset="304995">10050 18042 24377,'42'-35'-1967,"0"0"1,0 0 0,0 2 0,-1 2 0,0 5 1713,4 9 0,-4 4 0,14-5 0,-25 10 1</inkml:trace>
  <inkml:trace contextRef="#ctx0" brushRef="#br0" timeOffset="305161">10299 18061 19619,'-8'1'5382,"2"0"-4821,6-1-231,0 0-526,35-50-1045,-9 31 1,6 1 708,5-10 1,3-3-1,-2 5 1,-4 8-1,-1 4 1,1 0 0,0 0-1</inkml:trace>
  <inkml:trace contextRef="#ctx0" brushRef="#br0" timeOffset="306301">11792 17680 24581,'-27'-18'151,"0"0"0,-28-3-101,24 29 1,-1 6-29,-2 0 1,-1 0-932,-13 5 0,0 0 911,13-5 1,1-1 14,-6 2 0,1-2 528,-7 2-534,2 0 330,22-8-313,14-4-17,8-2 11,5 2 980,3 2-985,6 6-6,4 16 0,-4 4 49,-3 5-71,-7 9 11,-7-5 5,-5 12 1,-5-1 33,-4-3 12,0-9 22,1-8 61,4-14 29,5-9-51,3-15-17,3-13-11,5-8-56,1-1 11,8 0-5,2 10-6,5-1-34,9 5-22,4 6 17,2 2-11,16 6 10,2 3 9,-10 3 1,0 2 7,16 4-30,-19 6 0,-7 2 8,-14 3-11,-7 27-73,-40-7 6,6-15 0,-5 1-705,-13 3 0,-2-3 66,6-7 1,0-2 89,1-2 0,2-4-5545,-16-6 5403,22-12 0,9 5 0,13-3 0</inkml:trace>
  <inkml:trace contextRef="#ctx0" brushRef="#br0" timeOffset="306511">11655 17743 21928,'39'-29'438,"0"0"0,0-1 1,10-7-1,-5 5 32,4 7 400,-11 6-707,-9 2 101,-8 5-242,-16 10-24,-5 4-1247,-4 6 1249,-4 1 0,2-3 0,1-1 0</inkml:trace>
  <inkml:trace contextRef="#ctx0" brushRef="#br0" timeOffset="308134">26327 2062 8002,'1'10'2979,"1"26"1,0 9-1496,-2 14-1724,1-20 1,-1 7-1,-1-3 607,0 9 0,-1-2-599,-1 6 1,1 0 407,0 5 0,1 2-85,1-19 1,-1 0 0,2 1-29,1 2 1,1 1-1,0 0-28,1 1 1,1 2 0,1-1-12,1 3 0,2 0 0,0 1-342,1 1 0,1 1 0,0 1 332,2 1 1,0 2 0,1-1-417,-3-12 1,1-1-1,-1 1 1,1 0 412,1 2 0,-1 0 0,1 0 1,0 1-7,1 1 1,0 1-1,0 0 1,0 0-4,1 2 1,-1 0 0,1 0 0,0 0-6,0 1 0,0 1 1,1 0-1,-1 0 5,0 1 1,1 1 0,-1 0 0,0 0 2,-1 1 1,1 0 0,-1 0 0,-1 0 3,1 1 1,-2 0 0,1 0 0,-1 0-5,-1 0 1,-1 0 0,0 0-1,-1 0-5,-1 0 0,0-1 0,-1 0 0,-2 0 2,1-1 1,-2 0 0,-1 0 0,-1 0-2,-1-1 1,-2-1-1,0 0 1,-3 0 3,0-1 1,-2 0 0,-1 0-1,-1-1 10,-3 0 1,-1 0-1,-1-1 1,-2-1 3,-2 1 1,-3 0 0,0-2-1,0-1-8,-2 3 0,0-2 1,-5 2 7,3-11 0,-3 3 0,-2 0 0,0-1 0,1-3-6,-8 8 0,1-3 0,-3 2 0,8-9 1,-3 2-1,-1 1 1,0 0 0,0-4 19,-3 2 1,1-2-1,-1-2 1,0 0 5,-2-1 0,-1-1 0,0 0 1,-2-2-1,0 0 0,-2 0 0,-1-2 1,-1-1-8,-1 0 0,-2-1 0,-1-1 0,0 0-270,-4-1 1,0 0-1,-2-2 1,0 1 252,10-5 1,-1-1 0,0 0 0,-1 0-1,0 0-162,-1 0 1,-1 0-1,0 0 1,-1-1-1,1 1 159,0-1 0,-1 0 1,1 0-1,0 0 1,0-1-2,0 1 0,1 0 0,0 0 1,1 0-1,0-1-42,-9 4 0,1 1 0,1-1 0,1 0 36,5-2 1,0 1 0,1-1 0,2 1 5,-8 4 0,2 0 0,3-1 170,8-3 0,2 1 0,3-1-178,-7 6 0,6 2 641,12-4 0,6 1-594,2 24 12,26 5-37,4-24 0,3 1 712,6 3 1,3 1-721,4 2 0,3 1 22,4 2 0,3 0 11,3 2 1,2-1 157,-12-14 1,1 0-1,2-1-160,2 1 1,2-2 0,0 0 5,4-1 0,0 0 0,2-2 5,2 1 1,1-2 0,1 0 3,1-1 1,2-2 0,-1 0-3,2 1 1,0-1-1,0-1 8,1 0 0,-1-1 1,1 1-7,-2-1 1,1 1 0,-1 0-8,-2 0 0,0 1 0,-1 0 9,-2 1 0,0 1 1,-2 1 6,-1 0 1,0 0 0,-2 2-44,-1 1 1,-1 0 0,-1 1 24,-1 1 0,-1 2 0,-1-1-17,0 1 1,-2 0-1,0 2-11,-2-1 0,-1 1 1,-1 1-11,13 14 1,-2 2 14,-3 0 0,-2 3-268,-4 1 0,-3 2 281,-11-15 1,-2 1 0,-2 1 7,-1 3 1,-2 1-1,-2 1-181,-1 3 1,-2 0 0,-3 1 167,-2 3 0,-2 1 0,-2 0-24,-1 2 0,-3 1 0,-1 0-12,-2 3 1,-2 0 0,-1 1 6,3-13 0,-2 0 0,0 1 0,0-1-90,-1 3 1,-1 1 0,0-1 0,0 1 81,0 1 1,-2 1 0,1 0 0,0 0 5,-2 2 1,1 0-1,-1 1 1,1 0 6,-1 2 1,0 0-1,0 1 1,0 0-210,3-10 0,0 0 1,0 1-1,0 0 1,0 0 203,0 1 0,-1 1 0,1 0 0,0 0 0,-1 1-204,0 0 1,0 1 0,0 0 0,0 0 0,0-1 200,0 2 1,-1-1 0,0 0 0,0 1 0,0-1-122,0-1 0,-1 1 1,1-1-1,-1 0 1,0 0 114,0 0 0,0-1 0,0 0 0,-1 0 0,1-1 31,0 0 0,-1-1 0,1 0 0,-1-1 0,0 1-27,1-1 1,-1 0-1,0-1 1,0 1 0,0-1-13,0 0 0,0 0 0,0 0 0,0-1 0,-1 1 18,-3 11 0,-1 0 1,1 0-1,0 0-2,0-1 1,0 0 0,1 0 0,1-1 133,0-1 0,2 0 1,0 0-1,1 1-265,3-7 0,1 2 0,1 1 0,1-3 0,0-2-367,-1 9 0,1-4 0,1 2 527,3 0 1,1 5-1,1-4 1,2-11-1,1 13 1,1-18-1,1-1 1</inkml:trace>
  <inkml:trace contextRef="#ctx0" brushRef="#br0" timeOffset="310277">16326 1183 26420,'-6'-5'-1861,"2"1"1042,-19-45 0,-1-16 705,16 30 1,2-3 115,-9-15 0,-3-9 0,9 6 246,16 5 1,9 4 364,6 0 1,6 3 44,-2 9 1,4 4 618,15-4 0,6 5-150,2 5 0,3 4-19,0 0 1,1 3-1109,5 2 1,-1 6-1,-14 9 0,-4 4 0,-11 0 0,1 3 0,12 11 0,0 5 0,-14-3 0,-1 2-712,14 11 1,0 3-602,-11-1 0,-3 1-370,-4 3 0,-3 1 718,-6-8 1,-6 1 367,-7 14 0,-9 1 160,-7-15 1,-5-2 322,-8 15 0,-5-1 268,-4-12 0,-2-4 105,-1-2 1,0-4 132,4-4 1,1-4 972,-18 1-697,16-17-579,16-5 1131,7-23-1457,6 5 491,1-10-677,1 15 925,1 2-854,1 12-80,-1-1 123,2 8 326,3 7-12,1 3 23,13 23-33,0-5 5,11 13 11,0-10 23,0-8-6,2-6 16,1-9 29,4-8-34,11-14-89,-16 1 0,2-2-834,8-4 1,2-3-879,5-2 1,1-2 1761,7-2 0,-4 1 0,-20 10 0,-3 2 0,20-11 0</inkml:trace>
  <inkml:trace contextRef="#ctx0" brushRef="#br0" timeOffset="311244">17671 1162 22421,'-3'-2'6133,"0"0"-6895,-12-34 1,0-15-1348,6-9 2187,0 16 1,-1-5 0,5 3 80,12 0 1,5 2 28,6 0 0,4 1 51,7 3 1,3 4-561,5 3 0,2 4 765,3 4 1,1 4-142,2 5 1,0 3-32,-1 4 1,1 4-155,0 3 0,1 4-120,-1 2 1,0 4-181,0 3 1,-1 3-252,-1 4 1,-2 2-166,-3 3 1,-2 4-103,-3 2 0,-5 3 333,-6 2 0,-5 2 20,-5 0 1,-7 1 61,-6-1 1,-6 0-24,-5-4 0,-5-1 165,-4-3 0,-3-2 154,-1-2 0,-2-3 50,0-2 1,-1-2 117,-22 8 34,4-12 28,9-8 865,5-14-932,4-8 636,1-12-687,3-6 521,4 3-409,5 6 141,7 10-326,4 9-83,3 4 44,7 18-6,2 2 7,9 14 10,3-3 0,4-1-5,4-2 0,5-7 22,5-6 17,8-7 6,9-13-37,-24 1 0,1-3-338,1-5 1,0-1 342,0-3 1,-2-1 11,-2-1 0,-2 0-73,17-22 81,-16 12 118,-10-4-112,-13 20-212,-7-2-1923,-8 26 1413,-8 18 0,6-9 0,0 6 0</inkml:trace>
  <inkml:trace contextRef="#ctx0" brushRef="#br0" timeOffset="313152">27484 3223 7878,'5'-5'6632,"-2"1"-4738,-3 4 4032,0 0-5232,12-55-257,-29 34-263,-3-34-88,-8 53 1,-7 10-12,-5 3 1,1 4-45,3-1 0,0 3 2,0 3 1,-3 4 0,5 0-370,2 2 1,3 2 340,-11 10 1,6 2 17,12 19-229,30-6 228,12-16 3,9-13 1,5-4-49,26 2-2,-24-9 0,2-3-345,11-5 1,1-6-349,-14-3 1,0-1 121,8 0 0,0-2-1617,-1-5 1,0-2 2212,-4-1 0,-2-1 0,16-4 0,-7 0 0</inkml:trace>
  <inkml:trace contextRef="#ctx0" brushRef="#br0" timeOffset="313501">28074 3142 24441,'-47'-25'65,"-1"0"0,1 3 1,2 12-49,13 20 0,2 6-953,0 0 1,3 1 940,-13 11 577,14 5-582,24-6 17,30 13-12,17-7-139,-9-13 0,4-2 122,0-2 1,0-2 5,-8-3 1,0 2-9,14 7 0,-1 1 9,10 10 322,-19-8 1,-3 0-329,1 15 22,-21-4 17,-25-2 17,-22-6 5,-20-5 29,21-14 0,-1-1-166,-1-1 1,0-2-967,-29-4-6038,16-9 7091,19-6 0,17 3 0,9 3 0</inkml:trace>
  <inkml:trace contextRef="#ctx0" brushRef="#br0" timeOffset="313725">28579 3154 25466,'36'-27'-317,"-1"0"0,1-1 0,1 4 0,1 1 0,2 7-1299,18 10 0,2 7 913,4 3 1,-5 1 0,-22-4 0,-5 1-1,22 7 1</inkml:trace>
  <inkml:trace contextRef="#ctx0" brushRef="#br0" timeOffset="313868">28790 3330 22828,'-38'12'815,"-1"-1"0,-14 5-871,79-23-543,26-6-1029,-14 4 1,2 0 830,1-1 1,-2 2 0,15-4 0,-24 6 0</inkml:trace>
  <inkml:trace contextRef="#ctx0" brushRef="#br0" timeOffset="314859">30074 2955 17333,'3'-5'5282,"-1"2"-4831,4-26 0,-3-6 148,-6 8-434,5-12 1,-4 3-4,-18 17-106,-2 7-39,-4 7-6,1 6-11,0 6 0,0 5 17,0 3 11,-2 1 0,3-4 95,3-3 123,6-5-5,7-3-111,5-1-97,2 0-50,0 2 17,-1 5 17,-3 8-22,-3 11 33,-3 12-28,-1 5 16,0 3 7,2-3-34,2-7 33,4-9-11,1-12 101,2-7 135,0-5 38,2-4-72,3-5-129,7-6-39,10-8-23,10-5-50,5 2 45,4 3-11,9 3-12,-15 7 28,15 3-22,-12 8 0,14 8 0,-2 6-56,-3 20 45,-20-8-28,-11 18-62,-26-12-140,-16 9-335,-20-3-343,15-21 0,-2-2-150,-12 3-3530,-5-7 4599,37-17 0,2 3 0,9-3 0</inkml:trace>
  <inkml:trace contextRef="#ctx0" brushRef="#br0" timeOffset="315085">30717 2748 25786,'2'46'19,"0"-12"1,0 0-26,4 20-59,-2-13 1,-1 1-1800,1 17 402,-2-23 0,1 0 1462,-1 0 0,0-3 0,1 4 0,-1-9 0</inkml:trace>
  <inkml:trace contextRef="#ctx0" brushRef="#br0" timeOffset="315252">30503 3155 23834,'12'-43'-25,"0"0"1,7 3 0,10 9-652,9 18 0,10 9 0,-1 0-2601,-3-1 0,-1 1 0,1 0 2982,4 0 0,0 1 1,-4 0-1,-6 1 0,-6 1 1,5-1-1</inkml:trace>
  <inkml:trace contextRef="#ctx0" brushRef="#br0" timeOffset="315476">31463 2675 20957,'0'-5'4504,"-1"1"-3261,1 4-1260,-8-41 34,6 49-17,-5-33 6,10 77-26,-2-15 0,0 3-226,0 3 0,-1 1-932,-1 11 1,-1-1-507,1-7 1,0-3-728,-1-9 0,1-2 2411,2 27 0,0-39 0,1-3 0</inkml:trace>
  <inkml:trace contextRef="#ctx0" brushRef="#br0" timeOffset="315692">31777 2759 22066,'48'-20'-357,"1"-1"1,0 0 0,-1 2 0,0 1 0,-4 8-255,-5 9 1,0 6-2790,9 1 0,-1 3 2177,11 7 0,-9-3 0,-25-3 0</inkml:trace>
  <inkml:trace contextRef="#ctx0" brushRef="#br0" timeOffset="316051">32047 2917 13491,'-6'3'7796,"2"-2"-5874,4-1-1888,12 4-102,23-9 1,1 3-28,2-5 0,0-4 50,4-7 17,11-11 34,-34-1 61,-15-8 56,-14-5 146,-11-3 162,-9-1 202,-1 4 33,6 8-212,9 8-190,9 8-164,4 7-94,8 6 22,6 7-17,12 14-22,11 13 11,8 18-6,-7-1-22,-14-3 0,-4 2-380,-11-11 0,-4 1 111,-1 15 0,-7 0-412,-8-9 1,-6-3-964,-5-2 0,-1-2-3244,-1-4 1,1-3 3809,-10 9 0,14-17 1,17-14-1</inkml:trace>
  <inkml:trace contextRef="#ctx0" brushRef="#br0" timeOffset="316418">32846 2550 20750,'0'-6'4089,"0"2"-3288,0 4-784,-35 12 11,12 24-17,-3-8 0,2 4-440,9 10 0,6 3 434,0 2 1,4 0-9,3 0 0,3 0-3,5-1 1,4-2-6,4-1 0,4-3-6,4-3 0,3-3 0,2-5 1,1-4 119,-1-6 1,0-4-42,21-2 61,-11-22 56,-13-16 23,-12-15-17,-18-8-73,-21-3 6,3 26 1,-4 3-102,-7 1 0,-3 4-23,-2 3 1,1 4-275,4 2 0,2 5 280,-10 13 0,23-6 0,16 9 0</inkml:trace>
  <inkml:trace contextRef="#ctx0" brushRef="#br0" timeOffset="323694">27863 4817 23640,'-3'-9'112,"1"11"-73,2 26-33,3 9 16,1 2 1,1 0-1,-1-6 29,-2-8 128,-2-8 353,0-9 173,0-4-256,-2-10-287,-2-10-111,1-3 44,0-36-50,9 2-34,-4 21 0,1-1-3,6-5 1,3 0-6,5 2 0,1 1-3,-2 3 0,2 2-3,1 1 0,0 5-19,5 6-12,-5 11 17,2 12 23,5 8-6,5 11 0,7 9-6,1 8-265,-1 4 271,-6 1-26,-8-1 38,-10-9 32,-8-8 52,-8-11 116,-2-8-16,-3-10 154,0-11-294,2-10-14,2-12-30,6-7-7,7-5-16,9 2-6,7 10-39,2 11 0,0 12 28,-1 10 23,2 12-7,1 12-4,2 13-63,2 10-408,-1 7-483,-16-24 1,0 0-723,-1-1 1,1 0 1691,2 0 0,-1-3 0,2 5 0,-1-9 0</inkml:trace>
  <inkml:trace contextRef="#ctx0" brushRef="#br0" timeOffset="324150">29164 4565 8002,'3'-4'5730,"0"0"2806,-3 4-8105,-13-20-195,0 15-130,-14-15-44,2 25-1,-4 3 34,-11 17-61,13-5 5,-3 10-28,21-10 12,7 1 5,12 1 5,9 4-5,12 1 12,7 3-12,-1 0-45,-6 3 39,-9-3 57,-11-2-1,-11-6 45,-10-4 34,-12-5-51,-7-5-33,-5-4-62,-1-5-223,3-6-970,6-8-4772,10-10 5954,7 0 0,7 6 0,2 8 0</inkml:trace>
  <inkml:trace contextRef="#ctx0" brushRef="#br0" timeOffset="324361">29553 4596 24260,'47'-22'-823,"-1"0"0,1 0 1,-5 2-1,-2 1 0,-3 6 1,20 13-1,-22 0 0</inkml:trace>
  <inkml:trace contextRef="#ctx0" brushRef="#br0" timeOffset="324544">29762 4837 24923,'51'-26'-1009,"1"0"1,0 1 0,0 2-2837,-5 9 0,-1 2 2712,-4-1 1,-4 2 0,14-3 0,-25 6 0</inkml:trace>
  <inkml:trace contextRef="#ctx0" brushRef="#br0" timeOffset="325101">30996 4454 23304,'-53'-35'366,"1"1"0,9 3 0,3 11-310,-11 37-45,10 14 3,17-8 0,1 5 11,0 13 0,4 3-772,5-3 1,4 1 732,2 10 0,5 0 5,5-17 1,4-1 10,8 6 1,6-1-11,3-8 0,5-3 2,17 10 0,5-2 9,-7-11 0,1-4 39,5-2 0,-3-6 25,6-9 564,-11-21-451,-21-8 282,-4-13-199,-21-12-173,-23 8-40,-9 2-19,4 24 0,-5 4-374,3 5 0,-2 2 317,-8-1 1,-3 4-1630,-5 10 0,2 4 1655,14-3 0,3 2 0,-19 15 0,36-13 0</inkml:trace>
  <inkml:trace contextRef="#ctx0" brushRef="#br0" timeOffset="326567">19448 1092 29584,'-12'-60'391,"0"1"0,1 3 0,4 3-1315,7 14 0,5 2 410,1 3 0,4 1 379,20-23 65,10 13 201,8 12 214,4 12-1971,4 10 1940,2 10-316,-2 12-589,-1 16 261,-23 2 0,-3 3 9,-9-9 0,-2 2-509,7 19 0,-5 3 358,-10-11 1,-3 0 165,1 10 0,-2 1-238,-3-3 1,-2-2 324,-4-4 0,-2-3 420,-11 21-78,-11-14 34,-9-12 50,-8-10 11,-2-10 40,-1-9 84,5-13-151,4-7 967,9-8-995,6-1 646,7 0-596,4 3-118,6 8-72,2 6-68,3 6-17,1 3 73,1 7 23,8 12-28,2 4 5,5 3 11,7-3 29,2-10 55,13-2 17,9-11-34,-11-9 1,1-3-39,16-6 5,-12-2 0,-2-1-263,10-11 254,-21 12 1,0 0 25,17-18-73,-11 3-185,-15 14-1377,-8 6 1562,-12 24 0,0-6 0,-2 9 0</inkml:trace>
  <inkml:trace contextRef="#ctx0" brushRef="#br0" timeOffset="328593">27596 6287 22027,'6'-39'804,"1"-1"0,0-22-732,-18 63-55,-17 12 28,-21 13-23,17-7 1,-1 2-365,-2 1 1,1 2 338,3 0 0,4 0 161,-9 22-175,21-3 11,24-3-22,16-4-229,19-4-343,-15-19 1,3-1-1227,4-2 0,3-1-1880,5-3 1,0-2 3170,-4-2 0,-2 0 1,11-2-1,-22-1 1</inkml:trace>
  <inkml:trace contextRef="#ctx0" brushRef="#br0" timeOffset="329002">28223 6123 22991,'-44'-12'59,"1"0"1,3 2 0,6 10-27,6 35-27,9 3 5,10 2-28,14-3-27,11-2 72,18-2-6,12 0-22,-12-12 0,1-1 0,14 7-3,-16-7 0,-3-1 20,-1 1 22,-5 4 51,-18-5 39,-20-3-23,-17-3-33,-17-2-11,-11-3-368,-2-4 318,4-2-85,16-4-677,4-5-2869,18-8 3619,2-3 0,10 5 0,6 5 0</inkml:trace>
  <inkml:trace contextRef="#ctx0" brushRef="#br0" timeOffset="329752">28644 6261 23562,'-18'-18'868,"4"4"-885,9 13-5,1 1-18,0 1 12,1 0 28,1 0-5,2 0 27,-1 0 807,0 0-835,-1-3 12,-1 2-12,1-3 29,0 3-12,6 1 6,8-1-17,17-2-9,3 0 1,4-1-12,1 0 1,2 0-1240,13 0 0,0-1 1181,-15 2 0,-1 0-295,5 1 1,-2 0-3279,10 5-3792,-14 2 7443,-23 3 0,-17-3 0,-3-2 0</inkml:trace>
  <inkml:trace contextRef="#ctx0" brushRef="#br0" timeOffset="329918">28651 6406 24224,'42'-14'-2063,"0"1"1,0 0-1,20-6 1,-5 5 2062,1 7 0,-20 3 0,-15 3 0</inkml:trace>
  <inkml:trace contextRef="#ctx0" brushRef="#br0" timeOffset="330992">30144 6036 23223,'-54'-20'84,"0"0"0,3 4 0,7 15-73,21 25 0,5 10-535,-1 1 0,2 2 524,2 2 0,2 1-3,4 1 0,3 0-5,3-2 0,4-1 2,5-1 0,3-2-25,5-2 0,3-3 31,4-3 0,3-2 16,3-5 1,1-3 56,27 4 351,-3-14-217,-10-18 53,-11-12-20,-11-8 554,-12-4-598,-15 2 295,-14 5-430,-15 6-16,-9 8-17,-3 7-17,2 9-27,8 7 2,10 8-59,11 4-291,11 3-1075,16 0-4409,18-1 5848,9-5 0,-9-8 0,-9-5 0</inkml:trace>
  <inkml:trace contextRef="#ctx0" brushRef="#br0" timeOffset="331208">30600 6290 24631,'33'-20'-634,"-1"1"0,9-1 0,-1 6 1,8 12-1,0-1 0</inkml:trace>
  <inkml:trace contextRef="#ctx0" brushRef="#br0" timeOffset="331759">31419 5975 19143,'0'-3'4721,"0"1"-3472,0 2-1215,-49-29 16,17 27-42,-5-10 1,-1 3-9,-4 23 11,2 0-5,7 0-6,7-1-6,6-1 6,5-2 22,3 3-16,2-1 11,2 5-6,1 0-22,0 4 16,0 1 1,1 1-17,3 0 5,0-2 12,3-4 5,0-4 6,0-4 33,1-2 35,0-4 72,2-2 61,3-2-61,5-6-96,7-5-33,8-9 0,4-2 12,2 2-40,-2 6-12,0 6 12,0 5-22,1 8 22,0 7 11,3 10-28,-2 8 12,-4 12 38,-11-4-38,-10-3-6,-21-2-40,-13-8-122,-18 5-427,10-15 1,-1-1-219,-15 3-770,14-8 0,1-2 1588,-9-3 0,13-1 0,8-2 0</inkml:trace>
  <inkml:trace contextRef="#ctx0" brushRef="#br0" timeOffset="331985">31463 5902 19524,'3'-3'4794,"0"1"-3764,-3 2-884,60-53-73,-38 37-62,13-13 1,-3 3-24,-25 23-139,0 1-1065,-5 6-6939,1 3 8155,-2 3 0,0-2 0,-1-4 0</inkml:trace>
  <inkml:trace contextRef="#ctx0" brushRef="#br0" timeOffset="333901">31805 6083 15989,'-5'-3'3204,"2"1"-897,3 2-2273,7-24-23,27 17-22,19-17-101,-6 21 0,2 5-347,-9 0 0,-1 0 137,2 1 0,-4 2-98,-3 4-283,-19 6 142,-44 7 527,-15 2 76,7-8 0,-2-1 67,0-3 1,1-1 58,-22 7 56,28-9 0,2-2 292,-5 3 161,0-1-402,19-4 66,13-3-162,10-2 429,16-1-524,11-5-42,-3 1 0,2-3 20,25-8-1,-24 4 1,-3 0 33,4-7 85,-6-7-51,-17 0 44,-4-16 35,-10 6 195,-5-2 84,-1 16-274,2 9 179,2 5-291,3 6-85,1 1 1,6 6-11,0-1 5,17 18 11,-4 1-16,7 15-6,-10 1-17,-6 6-67,-8-9-504,-12 10-1389,-11-11 1977,-13 9 0,13-20 0,1-5 0</inkml:trace>
  <inkml:trace contextRef="#ctx0" brushRef="#br0" timeOffset="334160">32482 5929 21343,'0'-5'3972,"0"2"-3031,0 3-913,7-22-17,5 35 12,8-6-1,3 47-11,-12-22 0,0 1-188,-2 2 1,0 0 176,-3 0 0,0 0-166,-2-2 1,-1-1-2294,-1 27-7372,-5-9 7515,0-17 0,-2-15 0,4-13 1</inkml:trace>
  <inkml:trace contextRef="#ctx0" brushRef="#br0" timeOffset="344292">21746 2515 14997,'-49'6'1718,"0"0"0,6-1 0,10-1-1281,21-4-314,11 0-73,12 0-22,12-2-17,17-2-56,12-1-100,7 0-40,-1 2-39,-6 1-78,-11 3-29,-15 2 191,-12 1 185,-15 2 6,-14 2 27,-16 1 56,-14 3 40,-11 1-73,25-6 0,0 0 39,-2 0 0,0 0 201,-28 6 73,10-2-44,20-4-163,15-4-44,15-1-29,17-8-38,19-4-46,23-8-408,-20 7 1,1-1 371,4 0 0,2 0-3,0-1 0,1 2-8,-3-1 0,-1 2-127,-5 2 0,-2 2 124,15 1 0,-24 3 0,-16 5 0</inkml:trace>
  <inkml:trace contextRef="#ctx0" brushRef="#br0" timeOffset="345352">27357 7719 18151,'2'-9'2397,"0"2"-1109,-2 7-402,0 0-528,-85-23-229,34 32-677,-11-10 1,-2 5 563,28 17 1,4 4 134,5-5 0,2 1-148,-2 10 0,4 1-3,6 8 11,3 14-33,28-20-90,17-5-504,21-6-729,-2-8-694,-11-8 1,3-2 2038,1-3 0,-2-1 0,16 2 0,-3-3 0</inkml:trace>
  <inkml:trace contextRef="#ctx0" brushRef="#br0" timeOffset="345709">27770 7797 14051,'-3'-3'6693,"1"1"-4665,2 2-1569,-69-46-330,44 35-45,-20-13 0,2 7-28,23 27-28,-6 10-17,14 6 1,5 7-12,9 4-12,8 1 18,12-3 11,9-2-6,8-4 0,5-3-5,1-3 5,-2-3-11,-8-3 11,-10-2 28,-13-2 23,-17 0-6,-18 0-11,-22 2-6,-15-2-184,27-7 1,0-1 155,-25 1-106,17-3-824,19-4-3316,22-6 4235,9-2 0,1 1 0,-1 3 0</inkml:trace>
  <inkml:trace contextRef="#ctx0" brushRef="#br0" timeOffset="345952">28183 7875 20492,'0'-3'1439,"0"0"-1321,0 3-124,63-54-2136,-12 35 960,3-11 1,3 3-3003,-15 21 0,-2 6 4184,-4-1 0,-2 1 0,8 1 0,-20 1 0</inkml:trace>
  <inkml:trace contextRef="#ctx0" brushRef="#br0" timeOffset="346118">28192 8130 20935,'-2'2'3904,"-1"-1"-3254,3-1-1233,95-21-4051,-61 14 0,2 1 4634,9-3 0,5-1 0,-7 2 0,12 0 0,-24 4 0</inkml:trace>
  <inkml:trace contextRef="#ctx0" brushRef="#br0" timeOffset="347751">29463 7944 17266,'0'-11'2220,"3"-25"1,-1-6-523,0-4-3831,-1-6 0,-1 0 2424,-3 10 1589,-8 4-1869,5 29 798,-2 4-803,6 13 5,-1 20-22,2 15-166,2-2 1,0 3-594,1-2 0,1 0-607,2 11 1,0-1 1376,0-12 0,-1-5 0,3 12 0,-4-21 0</inkml:trace>
  <inkml:trace contextRef="#ctx0" brushRef="#br0" timeOffset="347959">29982 7788 17512,'2'-8'4689,"0"1"-2662,-2 7-1663,0 0-375,7 18-51,-6 22-215,2-9 0,0 1-622,-3 8 0,-1-1-608,1 22-1406,0-26 1,1-1 2912,1 6 0,-1-6 0,1-17 0</inkml:trace>
  <inkml:trace contextRef="#ctx0" brushRef="#br0" timeOffset="348142">29779 8000 17770,'-5'-3'4666,"0"1"-4436,5 2-342,67-45-155,-36 38 1,2 2-931,7-9 0,5-4 0,-1 5-2421,12 11 0,-3 4 3618,-6-2 0,-3 0 0,11 0 0,-26 0 0</inkml:trace>
  <inkml:trace contextRef="#ctx0" brushRef="#br0" timeOffset="348509">30551 7764 15754,'0'-3'7108,"0"0"-5221,0 3-1898,-3-7 28,-5 27-6,-2 2 22,-2 26-21,6-2-7,12-7 1,8-9 11,12-9-6,6-9 6,7-10 44,6-12 29,1-10 50,-3-12 73,-7-4 73,-9-3 83,-8 4-33,-9 8-229,-5 11 83,-3 7-218,-2 7 39,-1 23-5,-1 6 16,0 13-279,0 23-785,5-14-442,1-12 1,2 1-7026,11 23 8194,3-11 1,-6-20 0,-5-16-1</inkml:trace>
  <inkml:trace contextRef="#ctx0" brushRef="#br0" timeOffset="349042">31223 7861 23819,'42'-22'-387,"-1"1"1,1 0 0,17-8 0,-3 12-351,-16 20 0,-4 7-237,-1-1 0,-3 2-1166,20 13 756,-23-1 1104,-26-1 778,-30-2 746,-23-1-413,18-9 1,-1 0-183,0 2 0,0 0 432,-26 11-426,16 1-325,15-4-116,15-2 32,14-4-5,13-2-95,12-4-34,12-3-73,-3-4 79,20-10-6,-18-4 44,14-14 194,-21-7-227,-9-13 84,-10-12-136,-8 26 1,-2 1 583,-6-31-33,-3 10-140,-4 12-157,3 13-107,5 12-123,1 8-128,3 4 33,11 19-17,4 7 11,13 23-5,2 10-140,-15-23 1,-2 2-55,-2 2 1,-2 0-497,-3 2 1,-4 1-1193,-6-1 0,-3 0 1893,-2-5 0,-1-2 0,-8 9 0,6-19 0</inkml:trace>
  <inkml:trace contextRef="#ctx0" brushRef="#br0" timeOffset="349651">32488 7529 20089,'0'-4'3534,"0"1"-2537,0 3-918,-36-12 27,9 16 12,-30-8 22,22 17 28,5-4 23,8-2-1,6-4-67,8-1-50,3-1-39,3-1-34,2 1 0,0 2 0,0 3 5,-1 5 1,1 5-17,-1 5 11,0 5 11,-1 7-11,-4 5 5,-3 6 18,-9 2 22,-3-4-12,-2-8 51,3-14 123,6-10 68,5-7-51,4-7-56,2-7-67,2-10-62,8-8-6,8-4-16,11 1-17,8 6-11,5 8-6,-1 10 0,1 7 6,2 13 6,1 11-7,1 14-10,-7 8 0,-13 2-6,-15-2-62,-20-5-196,-16-4-425,-16-6-936,-9-5-3209,-4-10 4536,10-6 1,18-7 0,15-2 0</inkml:trace>
  <inkml:trace contextRef="#ctx0" brushRef="#br0" timeOffset="349876">32578 7527 24014,'50'-29'718,"0"0"1,-4 2 0,-7 5-461,-19 9-48,-5 4-115,-5 3-21,-7 4-118,1-1-1628,-2 4-8159,-2 6 8039,0-1 1,0 1-1,0-4 1</inkml:trace>
  <inkml:trace contextRef="#ctx0" brushRef="#br0" timeOffset="353002">30641 5400 17204,'-10'2'333,"-24"3"1,-3 1-110,20-3 0,-42 7 33,78-9-100,30-5-101,8-2 1,6 0-496,-15 1 1,1-1 449,6-1 0,5 0 1,-3-1-712,4 0 1,-1 0 699,-13 1 0,2 1 0,-2-1 11,11-1 1,-4 0-35,-15 3 1,-7 0-29,-5 0 40,-51 7 13,-6 3 1,-7 0 20,-16 3 0,-5 2-292,12-2 0,-2 0 0,0 1 321,-5 0 1,-1 1-1,-1-1 47,1 1 0,0 0 0,1 0 39,3 0 0,0 0 0,3-1 58,-14 4 0,5-1-132,17-4 1,3 0 1336,-13 7-1161,42-10 57,24 0-106,40-11-144,-10 0 1,4-2-494,-8 1 0,2 0 0,1-1 455,6-1 0,2-1 1,1 1-21,1-1 1,2 1 0,-2-1 15,-1 1 1,-1-1 0,-1 1 5,-7 1 0,-2 1 1,-2-1-47,6-1 0,-7-1 153,4-4-140,-51 5 22,-41 3 11,6 4 0,-6 2 325,-11 2 1,-5 1-302,17 0 1,-2 0 0,0 1 190,-1 2 1,-1 0 0,1 2-72,1-1 0,2 1 0,0 1 30,-13 4 0,4 1-99,10-2 1,4 1 70,-14 9-124,25-7 85,15 0 792,22-8-798,5 0-9,18-7 1,9-5-82,17-5 1,3-1-2,-4 1 1,3-1-231,-3-1 0,4-1 0,-4 0-2175,6-1 1,-2 0 2020,-16 3 0,0 1 0,-3 0 1,1 0-1,-5 1 0,2-1 1</inkml:trace>
  <inkml:trace contextRef="#ctx0" brushRef="#br0" timeOffset="353876">30285 4901 14174,'10'-47'1219,"1"-1"0,-1 1 0,1-1 1,-1-1-1,1 3 0,-1-1-844,2-5 1,0-1-1,-2 8-193,-2 9 0,-1 6 216,1-9-398,-5 33 22,0 17 23,3 29-31,-2-6 0,1 2-175,0-3 1,-1 1 179,4 17 1,-1 3-396,-1-6 1,0 2 369,0 0 0,0 5 1,0-3-364,-1-8 1,0-1-1,0 0 367,-1 3 0,1 0 1,-1-5-2,-1-4 0,0-4 9,-1 23 347,-10-31-213,-8-12 577,-2-29-694,-3-27-7,13 9 1,4-1 374,0 3 0,1-2-369,1-16 1,2-2-414,2 4 0,2-3 402,-1-2 0,0-4 1,1 1-526,-1 6 1,1 2 0,-1-2 526,1-6 0,0-1 0,-2 4-7,0 2 0,0 3-49,-1-2 0,2 1 40,4 10 0,3 2 6,0 2 0,5 2-17,6 0 0,5 6-14,4 10 0,1 5 22,26-4-3,-13 11 1,3 3-322,9 3 0,2 2 316,2 2 0,2 1 10,-14 0 1,0 0-1,-2 0 1,10 4 1,-5 0-1,-12-3 0,-3 0-3,0 1 1,-2 1 408,8 4-409,-7 0 1508,-11 2-1490,-15-4 129,-2 3-79,0 7 1351,1 6-1335,3 12-28,6 9-28,-5-17 1,1 1-59,3 6 1,3 1 57,2 7 0,2 2-693,3 5 1,1 2 686,-8-15 1,1 2 0,-2 0-460,1 2 1,-2 1 0,-1 0 425,-3 4 0,-2 0 1,-5 0-123,-7 2 1,-5 1 0,-3-3-139,-3 12 0,-11-2-1884,-7-17 0,-9 3 1,-4-2-1,4-5 2161,2-6 0,1-3 0,0 0 0,-7 6 0,-1 1 0,5-7 0,12-11 0,-1-1 0</inkml:trace>
  <inkml:trace contextRef="#ctx0" brushRef="#br0" timeOffset="359717">13628 3103 17905,'-4'-6'-549,"1"2"210,3 4 897,0 0 1735,-14-63-2480,11 46 40,-7-18 0,5 6 37,8 27 1703,0 2 308,3 2-575,-1 0-2097,3 3-203,0 4 640,-1 4 1,-2 6 435,-5 4-1473,-7 5 1358,-3 5 622,-4 4 236,1 2 118,3 0 441,3-1-35,4-4-646,6-5-922,3-3-612,4-6-630,3-3-91,2-4 464,1-4 511,-2-3 470,15-3 628,0-4 652,21-5 344,9-6-433,-23 4 0,2-1 21,6-1 0,2 1-223,5-1 1,2 1-238,4 0 1,2 0-115,3 1 1,0 0-493,-18 3 0,-1 0 1,1 1-60,0-1 0,0 1 0,0 0 0,0 0 0,0 0 0,-1 1 0,6-1 0,0 1-44,-5 0 1,3 1-1,-4 1-110,1-1 0,-1 2 15,18-1 1,0 1 4,-12 1 0,-2 0 1,1 1 1,1 0-13,3 1 1,0 0-7,3 0 1,1 0 7,3 1 1,-1-1 25,1 1 1,0-1-130,0-1 0,-3 0 186,-12 0 1,-1-1 27,3 0 1,6-1 37,-4-2 0,8-3 1,3 0-1,-1 0 1,-6 2-5,-1 0 1,-5 1-1,6 0 16,4-2 1,8-1 0,1 0 0,-3 0 0,-10 1 13,5 2 1,-6 1-51,3 0 1,0 0 85,-4 0 1,0-1-54,-3 1 0,-2-1 163,-4 1 0,-1-1 18,-4 0 1,0-1 33,-2 0 1,-1-1 1,-1 0 1,0 0 156,-1 0 1,1-1-267,0 1 1,0-1-124,0 1 0,1 0 0,-1 1 0,0 0 0,29-1 0,-5 3 0,-7 0 0,-9 1 0,-7 0 0,-7 0 0,-2 0 0,3-2 0,9-1 0,13-4 0,9 0 0,2-1 0,-1 0 0,-11 1 0,-8 1 0,-13 0 0,-10 0 0,-5 0 0,-1-2 0,4-3 0,5-1 0,3-2 0,3-1 0,-1 1 0,-4 1 0,-6 2 0,-7 0 0,-4-1 0,-3-2 0,-2-6 0,0-6 0,-1-9-651,6-6-820,5-6 284,6 4 718,4 7 572,-2 11-789,-4 11 984,-6 7 1,-6 6 0,-1 1 0</inkml:trace>
  <inkml:trace contextRef="#ctx0" brushRef="#br0" timeOffset="364067">31805 4235 10106,'-46'-37'256,"1"-1"1,-1 1-1,-3 2 1,-2 1 0,-1 5-188,-1 10 0,-2 4 0,-2 2-980,7 1 0,-1 0 0,-2 1 0,-1 0 913,-5 0 1,-3 1 0,0 0 0,3 0-5,7 2 1,3 1 0,-1 0 0,-5 0 3,4 2 1,-5 0 0,-3 1 0,0 0 0,2 0-1,3 1-375,-9 0 0,3 1 0,0 1 0,-4-1 398,7 1 0,-4 0 0,-1 0 1,-2 1-1,2 0 0,3 1-38,-3 1 1,2 0-1,1 1 1,0 1 0,0 0 126,0 1 0,0 1 0,0 0 1,0 1-1,0 1-178,0 0 1,0 2-1,0 0 1,0 1 0,1 0 218,-1 1 1,1 1 0,-1 1-1,1 1 1,0 0-79,1 2 1,0 0-1,0 1 1,0 0-1,2 2 51,0 0 1,1 0 0,1 1 0,0 1 0,1 1 32,2 0 1,1 1-1,0 0 1,2 2 0,0 0-108,-7 6 1,1 1-1,2 1 1,1 1-23,5-1 0,1 1 0,3 2 1,1 0-11,6 0 0,1 0 1,2 2-1,4 0 10,-3 13 0,5 2 0,5 1 124,6-1 1,5 1-1,8-1-44,7 1 0,6 0 0,7-2-17,7 0 0,6-1 1,6-4-56,-3-10 1,4-2 0,3-2-1,1-1 0,6 0 1,3-1 0,2-2 0,2-1-32,-7-6 0,1 0 0,2-2 0,0-1 0,2 0 13,3-1 1,1-1 0,1-2-1,1 0 1,1-2-4,-8-2 1,1-2 0,1 0-1,0-2 1,1 0 0,0-1-60,3-1 0,1-1 1,0-1-1,0 0 1,1-2-1,0-1 64,-7-1 1,0-1 0,1 0 0,-1-2 0,1 0 0,0 0 0,0-1-63,1-1 0,0-1 0,0 0 1,0-1-1,0-1 0,0 0 0,0-1 56,0 0 1,0-1-1,0-1 1,0 0-1,0-1 1,-1-1-1,0 0-9,0-1 1,0-1 0,-1 0-1,0 0 1,0-2 0,0 1-1,-1-2 12,0 1 1,-1-2 0,0 0-1,0 0 1,0-1 0,-1 0 0,-1-1 4,8-4 0,-1-1 0,0 0 0,-1-1 0,0-1 0,-2 0 9,-1 0 1,-1-1-1,0 0 1,-2 0 0,0-1-1,-1 0 45,6-4 0,-2-1 1,-1 0-1,-1-1 1,-3 0 0,-6 3 1,-2 0 0,-1-1 0,-3-1-1,-3 0 84,0-3 0,-3-2 1,-5 0-1,-7-1-154,-9-10 0,-9-1 1,-11 2-33,-16-2 0,-11 2 1,-9 4-74,9 14 0,-4 3 0,-5 1 0,-2 2 0,-1 1-876,-1 2 0,-3 2 0,-2 1 0,-2 1 0,1 1 0,0 1 970,1 0 0,-1 2 0,0 1 0,0 0 0,2 1 0,3 2 0,-9-3 0,2 3 0,4 0 0,3 2 0,7 3 0,-1 0 0,1-1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4T10:17:16.0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7205 285 27557,'0'-3'5210,"1"0"-5210,-1 3 0,16-29 0,-13 21 0,5-21 0,-29 31 0,-18 6 0,-19 7 0,23-4 0,-2 0 0,0 3 0,-1-1 0,2 0 0,1 0-99,-24 8-339,14-6 149,14-4-583,9-3-46,6 1-27,2 1-90,1 4 612,0 4-183,-1 6 5,5-2 99,-5 23 259,5-6 2,-3 22 11,5-4 3,3 1 12,9-4 238,10-7 16,12-8 17,10-10-50,9-9-107,5-9-794,7-6-1912,5-10 2807,-26-1 0,-1-1 0,5-1 0,-3-2 0</inkml:trace>
  <inkml:trace contextRef="#ctx0" brushRef="#br0" timeOffset="640">8128 286 20731,'0'-3'4057,"0"0"-2899,0 3-1276,-37-33-373,11 28 468,-3-10 0,-3 2-211,-12 24 277,-5 3-599,-5 1 562,2 0 307,4-1-207,11-4 297,14-4-535,11-3-8,8-2-140,3 1 34,4 3 32,0 4 43,2 8 38,0 8-38,-3 9 240,-5 10 20,0-6 26,-2-3 0,-2 1-31,-2 20-62,2-15 1,1 0-9,1-8 0,2-1-20,3 25 17,8-12 1,13-10-46,11-12-128,12-10-477,11-14-1997,-14-9 1,1-2 2635,-8 1 0,-2 0 0,25-13 0,-34 14 0</inkml:trace>
  <inkml:trace contextRef="#ctx0" brushRef="#br0" timeOffset="883">8467 354 25651,'-21'-3'23,"1"16"-7,14 16 1,3 6-50,-4 15-405,2-12 1,-1 1-739,0 18-782,2-21 1,0 2 1957,2 2 0,0-3 0,-1 5 0,3-7 0</inkml:trace>
  <inkml:trace contextRef="#ctx0" brushRef="#br0" timeOffset="1090">8811 685 24889,'-4'43'-5836,"-5"12"5836,4-13 0,-2-5 0,2-24 0</inkml:trace>
  <inkml:trace contextRef="#ctx0" brushRef="#br0" timeOffset="1850">9137 551 23747,'9'-55'364,"-3"11"-224,-6 44-40,0 2-27,0 2 0,0 2-56,0 0 22,1 1 0,-1-2-5,2 1-34,-1-2 5,-1-1 225,0-2 95,1 0-157,1-3-128,-1-1 55,4-5 6,2-9-57,2-4 18,5-8-12,-1 5-22,-1 5 0,3 0-39,1 8 28,13-2-34,-2 7-22,7 9 33,-11 3 40,10 19-68,-14-3 23,5 15 28,-14-3-45,-12 5 34,-10 2-12,-9-3-11,-6-5 45,0-8 28,3-8 39,7-9-16,4-5-23,5-6 45,3-7-6,4-8-45,4-2-27,3-2-51,6 7 39,0 5 17,13 0-39,-9 8-23,26 0 40,-14 11 5,14 7-34,-17 1-89,-3 19 40,-19-8-85,-11 15-62,-18-7-268,-13-4-762,-7-5-2252,0-11-6330,6-7 7826,14-7 1,11-2 0,12-1 0</inkml:trace>
  <inkml:trace contextRef="#ctx0" brushRef="#br0" timeOffset="2350">9939 351 23747,'44'-45'352,"0"7"-251,-7 26 6,-3 1 33,-6 3-23,-7 1-55,-8 3 16,-3 1-67,-6 1 29,2 4-7,-2 3-22,0 7 45,2 9-5,-2 8-12,-1 10 6,-1 11-17,1 8-255,-3-24 0,1 0 201,-1 1 1,0 1 28,-3 1 0,0-1-3,0-1 0,-2 0-28,-1-3 0,0-1-22,-6 22-29,-2-9-72,-3-9-179,-8-11-382,-10-6-985,-13-9-5148,-10-4 6202,5-6 1,18 1 0,15-2-1</inkml:trace>
  <inkml:trace contextRef="#ctx0" brushRef="#br0" timeOffset="2607">10552 855 23618,'-6'34'-1116,"-1"-1"0,-6 21 0,-1-33 1,5-10-1</inkml:trace>
  <inkml:trace contextRef="#ctx0" brushRef="#br0" timeOffset="3224">11384 445 23562,'-4'-36'134,"0"1"1,-9-22-124,-9 58 17,-9 4-23,-9 4-16,-7 6 50,-5 1-16,3 0 5,9-5 33,13-2-5,13-4-16,8-2 4,3 0 74,2 2 28,0 4-6,0 5 28,-1 8 11,-2 7-34,-3 7-44,-3 8 6,0 6-18,1 4-27,4 4-291,2-1 240,9-1-28,5-25 1,1 0-18,10 9-53,0-15 0,2-2-501,17-4-1182,14-2-6066,5-19 7836,-10-9 0,-17 0 0,-16 3 0</inkml:trace>
  <inkml:trace contextRef="#ctx0" brushRef="#br0" timeOffset="3817">11667 542 24307,'8'-10'336,"-2"7"-269,-3 18 22,-6 1 46,-3-1 33,-4-4 45,0-4-17,2-5-28,1-7-5,3-6-1,1-11-44,3-7-57,6-4-27,4 0-17,5 4 27,5 2-21,1 11-29,-1 4 17,4 9 12,-2 6 16,6 8 6,2 21-79,-9 6 29,-5 5-57,-14 8-11,-18-6 64,2-16 1,-3 1 16,-13 6 1,-4-3-391,4-5 0,0-3 385,0-1 0,0-3 25,-16 1 28,17-15 11,0-4 34,10-17-12,11-5-55,7-5 28,9-1 763,6 7-802,15-4-23,-2 10 11,3 5-22,14 12-12,-18 2-55,26 12-241,-16 4-970,15 15-643,-8-4-2390,2 3 323,-16-16 3999,-1-4 0,-17-11 0,-2-2 0</inkml:trace>
  <inkml:trace contextRef="#ctx0" brushRef="#br0" timeOffset="3983">12159 840 17624,'0'-3'6134,"0"0"-3804,0 3-2268,1-46-29,1 44-50,2-28-134,-1 59-106,-1-3-1424,-1 10 1681,-2-2 0,0-10 0,0-3 0</inkml:trace>
  <inkml:trace contextRef="#ctx0" brushRef="#br0" timeOffset="4433">12807 389 21388,'0'-4'3288,"0"0"-2330,0 4-885,-61-11-11,28 27-32,-8-10 1,-1 4-374,5 41 329,19-22 0,3 0 8,-7 19-11,13-18 1,3 2 21,2 0 1,4 0-15,1 0 1,4 1 5,2 1 1,4-3-10,23 10 7,-2-16 95,22-8-84,-20-17 27,12-8-16,-19-14 28,-10-10-12,-8 4 29,-9-10 56,-17 2 224,-4 3-308,-15 5-23,-1 18-16,-3 12 5,3 11-28,4 8-90,6 6-291,9 3-935,9 1-3708,20-1 5052,5-7 0,1-10 0,-6-7 0</inkml:trace>
  <inkml:trace contextRef="#ctx0" brushRef="#br0" timeOffset="4867">13268 443 24475,'23'-41'151,"0"0"0,-2 4 0,1 10-84,11 24-5,-2 3-6,-2 0-28,-3 0 28,-3 0-28,-5 1 6,-3 1-18,-6 4 18,-4 3 16,-2 7-4,-4 8 27,-5 11-6,-5 10-50,-6 10-338,8-23 1,1 1 309,0 2 0,0 0-12,3 1 1,2 0-108,0-2 1,1 0 66,2 28 18,-1-9 1,-10-9-24,-10-11-105,-14-10-286,-7-9-673,-4-9-2284,-3-9-6415,2-4 8157,14-1 1,12 3 0,15 4 0</inkml:trace>
  <inkml:trace contextRef="#ctx0" brushRef="#br0" timeOffset="5074">14000 895 24777,'-36'42'-139,"1"1"0,0-1 0,-2 5 0,6-9 0,-1-9 0</inkml:trace>
  <inkml:trace contextRef="#ctx0" brushRef="#br0" timeOffset="12008">14727 242 32767,'-1'-20'0,"-6"2"-1912,-17 15 3178,-11 1-620,-11 2-646,-10 7 0,-3 2 0,3 5-482,12 2 856,16 0-266,14 1-108,9 3-487,11 3-475,5 6 164,7 9-102,-1 11-126,-4 9 622,-9-26 0,-1 1 62,-3 1 0,-2 1 2,-1 4 0,0-1-152,-3 13 422,1 4 14,11-29-24,6 0-245,13-10-1775,30-11 531,-12-7-2191,-3-4 0,1-2 3760,7-5 0,-6 2 0,-19 4 0</inkml:trace>
  <inkml:trace contextRef="#ctx0" brushRef="#br0" timeOffset="12524">15131 489 24385,'-13'-40'373,"1"-1"1,2 3 0,1 12-330,7 25 29,-3 9-11,-7 18-12,-4 12 23,-7 19-56,6-14-51,0 12 34,10-12-5,3 8-1,14-9 23,21-7-17,-4-16 11,12-6 0,9-15-11,-6-8 5,-7-1 1,0-4-11,8-17 38,-3-11 12,-21 12 6,-9-7-74,-15 9 34,-11-6-39,-26-4 17,-5 8 39,-2 2 56,3 1-22,18 7-1,2-11-27,16 6-34,16-1 34,6 11-23,13 1-17,1 9 45,16 1-16,-4 11 10,3 9-33,-16 2-28,1 15-16,-11 2-57,-6-4 0,-3 2-162,-4 27-191,-5-23 1,-3-1-1334,-11 20 67,0-14 1720,-3 3 0,13-29 0,-1 5 0</inkml:trace>
  <inkml:trace contextRef="#ctx0" brushRef="#br0" timeOffset="12941">15823 780 25886,'5'-35'59,"1"1"0,3-12-182,-9 68-264,-3 12-912,-5 9-4168,-6 6 5467,-1-6 0,4-14 0,4-13 0</inkml:trace>
  <inkml:trace contextRef="#ctx0" brushRef="#br0" timeOffset="13183">16114 529 23310,'7'-46'888,"0"1"1,-1 5 0,-2 7-648,0 19-180,-4 8-38,1 10 16,-1 11-28,0 17-44,0 17-236,-3 14-485,0-28 1,0 1-272,-1 1 0,0-1-1989,0-2 1,1-1 3013,-1 19 0,3-24 0,1-14 0</inkml:trace>
  <inkml:trace contextRef="#ctx0" brushRef="#br0" timeOffset="13600">16617 465 25640,'-40'0'118,"4"12"-107,24 39-6,2 5-21,5 2 32,6-5-16,6-7 17,4-12 11,6-12-28,4-11 23,4-16-23,7-10 28,4-14 22,0-11-5,-3-12-296,-18 23 1,-2 0 261,-1-2 0,-3-1 84,4-25 51,-10 8-45,-15 12 0,-13 13-57,-17 10-4,-10 8-29,-2 12-101,7 5-151,17 11 82,16 6-2043,24 3-5062,19-1 7264,8-6 0,-10-11 0,-10-6 0</inkml:trace>
  <inkml:trace contextRef="#ctx0" brushRef="#br0" timeOffset="14000">17127 377 19955,'-6'-3'3635,"2"0"-2728,4 3-218,0 0-639,14-57-11,11 41-11,-6-15 0,4 3 51,26 23 5,0 1 0,-6-1 51,-8 1-6,-10-2-12,-7 2-16,-8 2-45,-5 0-22,-3 2 22,-2 3-6,-2 6-16,0 7-6,-4 10-12,1 11 29,2 11 17,10 10-356,0-24 0,2 1 271,2 3 1,1-1 16,-1-6 1,-2 1-51,0 14 0,-5 0-68,-18 14 1,0-18 0,-8-2-141,-8-10 1,-5-5-392,-7-2 0,-3-3-1239,-4-4 1,-1-3 1253,-2-4 0,2-4 1,-7 0-1,11-5 0</inkml:trace>
  <inkml:trace contextRef="#ctx0" brushRef="#br0" timeOffset="14241">17710 786 23741,'7'56'-390,"0"-1"1,-5 0 0,-7-10 0,-16-20-1,0-3 1</inkml:trace>
  <inkml:trace contextRef="#ctx0" brushRef="#br0" timeOffset="14683">18357 553 19036,'7'-49'1944,"0"0"1,-3 5-1,-3 7-1609,-5 12 156,-6 6-337,5 12-121,-1 3 33,1 14-11,1 24-127,-2 12 33,1 8-423,2-21 1,0 2-192,0-3 0,1 0-1319,-1 10 1,0 2 1971,1 4 0,1-3 0,0 6 0,1-7 0</inkml:trace>
  <inkml:trace contextRef="#ctx0" brushRef="#br0" timeOffset="15491">18969 481 19389,'0'-6'3176,"0"1"-454,0 5-2689,11-57 29,-14 47-39,8-44-6,-28 67 5,6-6 51,-7 4-6,11-7-39,7-2 73,4-1 364,2-1-493,-2-1 16,-4-1 40,-3-1-50,-4-1 61,4 1 12,-1 1-40,5 0-11,2 1 45,1 0-85,2 1 68,-4 1-39,-6 0 45,-3 1-6,-2-1 22,6-1-16,4 0 16,3 0-27,1 0-35,-2 4 7,-3 3 27,0 2 1,-4 7-1,3 0-11,-1 10-16,4-2 33,-1 4 22,4-4-39,-1-5-16,0 2-1,-1-4 79,-1 0-34,0-2 6,0-6-6,1-4-17,2-2 12,1-2 56,0 1 464,0-1-442,4-12-78,0 6 44,14-16-84,2 12 23,14-1 0,-6 6-39,14 3-34,-14 8-17,12 7 73,-14 9-11,-5 8-12,-8-5-100,-11 17-79,-13-12-145,-13 14-319,-14-12-701,-10-6-1815,-3-10-6649,4-7 8045,16-8 0,13-3 0,13 0 1</inkml:trace>
  <inkml:trace contextRef="#ctx0" brushRef="#br0" timeOffset="15716">19222 654 25141,'-5'49'-325,"0"1"0,0-3 1,-3-5-5597,-6-3 5449,-1-5 0,5-13 0,5-10 0</inkml:trace>
  <inkml:trace contextRef="#ctx0" brushRef="#br0" timeOffset="15967">19516 484 26374,'8'-17'72,"-4"17"-223,-6 51-168,-4 12-409,2-29 1,-1 0-600,-1 2 0,-1-1-2106,-7 18 3433,-1-3 0,11-39 0,2-3 0</inkml:trace>
  <inkml:trace contextRef="#ctx0" brushRef="#br0" timeOffset="16483">19852 662 26357,'-13'-33'100,"-1"1"1,-10-12-112,17 66 45,-3 15-12,-2 13-27,1 7 16,5 3 0,7-4-11,12-5 6,10-7-18,11-8 7,8-13-6,4-11 22,2-16 17,-3-10-11,-7-12 11,-10-5-6,-13-5-11,-16-2 0,-16 0 6,-16 0-6,-11 3 12,-3 1 16,4 0 6,8 2 67,12-1 5,8 3-105,9-2 4,9 1 1,7 1-28,9 6 28,5 5-6,3 7-11,3 4-11,1 6-23,1 8 45,-2 10 6,-2 11-84,-4 10-84,-7 9-224,-8 7-661,-18 5-435,-3-28 1,-5 0 987,-12 3 0,-1-4 0,-5 4 1,-4-5-1</inkml:trace>
  <inkml:trace contextRef="#ctx0" brushRef="#br0" timeOffset="17341">18138 308 27023,'0'-8'-2026,"0"0"2610,0 8 2816,0 0-3620,4-20-472,-5 15-32,3-14 328,-13 20-936,-4 2 1023,-11 0 33,-11 2-546,7 0 317,3-2 511,13 1 32,10-1-36,1 3-189,3 3 585,3 10-90,0 2-297,1 3 132,-1 6-8,-3 0 133,-4 13 35,-5 16-163,-1-5-334,0-1 352,4-1-46,4-10-40,6 11 1,6-4-11,17 4-51,-5-17-45,17 8-190,-9-21-908,10 1-8699,15-10 7701,-21-9 1,1-4-1,-28-1 1</inkml:trace>
  <inkml:trace contextRef="#ctx0" brushRef="#br0" timeOffset="18157">20313 319 27478,'-30'-1'-912,"7"-1"482,56 5 136,-7-1 124,11 1 91,-9-1 47,-3-1-15,-5-1-226,5-3 341,-11 1 134,3-2-28,-9 2-51,-4 1-67,-3 1-6,-1 7 12,0 3 22,-1 9-28,1 3 22,-1 5 18,3 6-102,2 7 6,2 7 6,3 5-305,-4 7 315,-6 4-13,-4-31 0,-1 0-3,-3 0 0,-3-1-11,-14 26-17,-1-7-84,5-9-202,4-10-521,7-10-2346,0-11-6650,-2-10 7730,4-3 1,0-3-1,6 4 1</inkml:trace>
  <inkml:trace contextRef="#ctx0" brushRef="#br0" timeOffset="18774">20757 221 26727,'37'-17'274,"0"1"0,-4 2 0,-2 5-1135,0 15 421,-7 4 221,-7 2 116,-4 2 34,-2 3 63,1 2-266,1 0 26,3 1 346,-1 1-27,-2 2 16,-3 1 6,-3 2 23,-3 2-23,-4 2-11,-4 2-33,-6 3-46,-4 3 12,-3 6 0,1 5-243,4 6 265,8 3-27,11 3 21,5-3-10,-1-1-12,-4-5 22,-18-7-33,-13-5-39,-20-6-48,15-18 1,-3-2-588,-4 0 0,-1-2-2006,-2 1 0,0-2 2295,4-2 1,2-1 0,-8 2 0,20-6-1</inkml:trace>
  <inkml:trace contextRef="#ctx0" brushRef="#br0" timeOffset="24832">9479 2793 13329,'-48'8'1454,"-1"0"0,5-1 1,7 0-935,14 1 321,1-1-214,9-2-11,1-2-481,6-1-62,4-1 184,2 1 45,10 3-72,2 0 39,16 2 16,11-4-49,18-1-631,-1-1 471,-15-3 1,6-1 0,-1 0-827,14-1 0,4 0 765,-19 1 0,5-1 1,0 0-1,-1 0-904,12-1 1,0 1 0,-3-1 895,-10 2 1,-2-1-1,1 1 6,6-2 0,1 1 0,-1 0-339,-6 0 1,-2 0 0,0 0 341,19-1 1,-2 0-93,0 0 1,-6 1 52,-22 2 1,-5 1-371,16-1-3762,-18 2 4155,-9 0 0,-13 0 0,-3 0 0</inkml:trace>
  <inkml:trace contextRef="#ctx0" brushRef="#br0" timeOffset="27350">22208 894 9688,'0'-6'8390,"0"1"-7634,-10-25 1,-4-6 351,-2 8-901,1-10 1,-1 3 357,-5 17-273,6 11-180,-3 2-78,-3 17-28,4 7 10,1 17-32,8-6 16,5 11 28,6-4 11,8 23-78,3-8-285,-3-21 0,0-2 336,5 7-36,6 2 2,-4-11 16,6 7 23,-10-10 40,-4-4-12,-14-11 624,-13 0-585,-14-4 0,-19-1-53,12-2 0,-2-1-12,6-3 1,1-1-9,-30 0 12,21-9-90,23-1-1340,8-14-5157,23-1 6564,12-4 0,-3 14 0,-6 8 0</inkml:trace>
  <inkml:trace contextRef="#ctx0" brushRef="#br0" timeOffset="28557">22710 837 19109,'-5'-4'3602,"2"1"-1945,3 3-1623,-49 0-23,37 11 45,-29 32-34,48-7-22,3 7 0,3 1-123,2 6-34,-5-14 1,-1 0-169,-2 4-2045,-14 11 394,-10-23 597,-14 4 769,-5-21 666,-1-16 67,11-2 622,2-21 219,15 4 206,1-12-50,10 6-285,7 3-532,1 7 184,15-3-392,-3 10-56,14-4-39,3 8-11,9 3 11,7 3 0,5 1 0,0 0 6,-7-3 33,-12-3 95,-14-4 62,-11-1-17,-9 1-27,-6 1 16,-5 2 0,-4 2-12,-4 3 18,-3 2-107,3 2 12,-4 6-46,3 5-5,-2 13-17,5-1-11,7 6 12,6-11-1,9 0 0,5-7 11,7-1 79,13-7-28,-3-10 28,7-7-40,-16-3 52,-1-10 10,-11 1 6,-3-9 73,-8-3-107,-12 11-45,-1 6 23,-11 9-28,1 9 5,-17 12-67,6 8 12,-5 17 10,16-4 1,3 14-17,11 6-56,5 3-17,6-21 0,2-1-1093,15 21 902,1-12-557,14 3-42,0-20 440,-7-11 0,2-4 401,22-8 122,5-15 163,-18-12-72,-15 2 268,-3-8 403,-9-3-263,-2 3-39,-3 1-157,-6 18 520,-1 6-828,0 6 78,-1 2-112,2 15-39,2 9 17,2 21-28,-1-6 6,0 7 2,-3 1 1,0 3-325,0-13 1,-1 1 306,1 22 1,-1-1 2,-2-24 1,1-4 11,-3 12 27,-4-13 7,2-22-18,-3-10-16,4-17-1,1-4 620,0-35-653,3 4 14,1 10 0,1-2-377,2 2 0,1-1 396,2-2 1,1 0-3,1 1 0,0 2 0,0 4 0,0 2-208,0 5 0,0 2 188,11-20-44,5 10 33,5 11-16,9 11 16,4 10 0,1 14-12,-3 9 792,-7 14-786,-13 9 441,-13 2-395,-21-2-24,-16-5 29,-21-6-386,-8-6-1,-1-7-991,8-7-5372,16-9 6733,16-2 0,12-1 0,6 2 0</inkml:trace>
  <inkml:trace contextRef="#ctx0" brushRef="#br0" timeOffset="28783">23889 1122 25186,'44'-16'-1933,"0"-1"1,-2 1 0,-2 3-7899,12 5 8131,-17 2 1,-13 1-1,-16 4 1</inkml:trace>
  <inkml:trace contextRef="#ctx0" brushRef="#br0" timeOffset="28950">24236 847 26642,'29'-24'112,"-1"24"-106,-18 28 0,-4 11-107,3 3 0,-1 2-1516,-2 7 0,-1 1-3299,-1 3 1,-1-1 3849,-1-13 1,-1-4 0,1 17 0,-2-39 0</inkml:trace>
  <inkml:trace contextRef="#ctx0" brushRef="#br0" timeOffset="29250">22085 1932 20285,'-42'1'897,"-1"-1"1,1 1 0,-9 0-1,12-1-387,24-2-84,58-3-295,3 1 1,7 0-1101,-4 0 0,3 1 0,3-1 990,-6 1 0,2 0 0,2 0 0,0 0-494,8 0 1,1 0 0,1 0 0,1 0 481,-8 1 0,1-1 0,0 1 1,1 0-1,0 0-3,4 0 1,0 0 0,0 1 0,1-1-1,0 1-292,-10-1 0,0 1 0,0 0 0,1-1 0,-1 1 0,0 0 289,10 0 1,0 0-1,-1 0 1,0 0-1,-1 0-210,-4-1 0,0 1 1,-1 0-1,-1 0 0,-1 0 125,7-1 1,-2 0 0,-1 1 0,-2-1-672,7 0 1,-3 1 0,-3-1 752,-10-1 0,-2 0 0,-5 1 0,-6 0 0,-4 1 0,8-4 0</inkml:trace>
  <inkml:trace contextRef="#ctx0" brushRef="#br0" timeOffset="30057">25943 1858 32767,'25'-47'0,"-1"0"0,-2 4 0,-2 3 0,-2 2 0,-1-7-135,-6 10 1,-1-1-347,5-17-559,-4 8 1,-1-1 773,-2 9 1,-1 1-333,3-9 0,-1-1 226,-1 5 1,-2 1-9,-1 7 0,-1 3 315,0-14-331,-6 18 18,-1 13 166,-5 15 965,-6 15-769,-4 19-4,-8 17 23,12-20 0,1 2-1,-1 3 1,2 2-92,0 1 1,3 1 91,1 0 0,4 0-6,8 6 0,3-1 9,8 13-9,4-23 0,5-4-8,18-5 22,14-2-336,0-15 292,-1-20 27,-4-12 1,-3-15 16,-7-10 22,-9-1 29,-11 4 44,-8 9 85,-7 12-163,-4 10-11,-1 7 565,-1 8-587,0 6 355,0 9-311,0 19-28,0-10-17,3 17-156,2-14-695,7 8-8974,10 2 9807,-2-14 1,-2-6-1,-11-15 1</inkml:trace>
  <inkml:trace contextRef="#ctx0" brushRef="#br0" timeOffset="30257">26726 1294 17249,'-33'-24'-1926,"7"6"-7905,48 54 8937,-11-19 1,4 6 0,-12-19-1</inkml:trace>
  <inkml:trace contextRef="#ctx0" brushRef="#br0" timeOffset="30507">26984 1365 18526,'-5'-4'6868,"2"0"-5793,3 4-1030,-26-33-23,28 34 0,-13-16-10,36 49-12,-3-3-23,3 14-16,-10-8-34,-2 20-235,-8-12-521,-11 1-1159,-8-18 212,0-11-8055,-14-8 8340,15-8 0,-4-2 0,13-1 0</inkml:trace>
  <inkml:trace contextRef="#ctx0" brushRef="#br0" timeOffset="30668">26932 1381 24962,'9'13'11,"-1"-2"-403,-18 32-3154,5-3 3546,0 3 0,2-16 0,3-11 0</inkml:trace>
  <inkml:trace contextRef="#ctx0" brushRef="#br0" timeOffset="30967">27336 1588 20991,'2'-7'2005,"7"-26"0,1-7-1433,-1-12-2370,2-5 1,0-2 1867,-7 25 0,0 1 42,0-12 0,1-1 286,-1 1 0,0 0-256,-1 3 1,0 1 339,-1 1 1,0 5-377,-5 5-83,1 17-51,-6 14 2150,-2 15-2105,-6 15-17,-1 19 50,6 13 145,7-27 1,4 1-199,4 2 0,3 2-355,3 1 1,2 1 315,3 1 0,2 0-115,1-1 0,2-1-269,0-2 1,1-1-746,0-2 0,1-4-2010,11 16 3181,1-9 0,-22-27 0,-1-2 0</inkml:trace>
  <inkml:trace contextRef="#ctx0" brushRef="#br0" timeOffset="31140">27341 1327 24217,'47'-20'-1096,"0"0"0,0 1 1,-1 0-1,0 2 1,-3 6 1095,-2 9 0,-4 5 0,14-3 0,-24 1 0</inkml:trace>
  <inkml:trace contextRef="#ctx0" brushRef="#br0" timeOffset="31350">28146 1194 20453,'-7'0'4335,"2"0"-4363,5 0-106,0 0-432,37-22-1395,6 22-1808,-4-8 0,2 2 3261,-8 11 0,-4 4 1,11-1-1,-20-2 0</inkml:trace>
  <inkml:trace contextRef="#ctx0" brushRef="#br0" timeOffset="31524">28029 1422 23959,'44'-8'-1646,"0"0"1,0 0-1,-1 0 1,0 0 0,-4 1 1645,0 1 0,-4 1 0,11-4 0,-19 5 0</inkml:trace>
  <inkml:trace contextRef="#ctx0" brushRef="#br0" timeOffset="31974">29230 891 19384,'-4'-3'3898,"1"0"-3137,3 3-649,-67-3 0,41 10-28,-14-5 0,0 2 96,15 10-35,-6-1 34,-7-6-27,-9-4-63,-1-8-22,4-3-16,11-2 22,11 3-17,12 2-28,6 4-39,2 0 5,2 3 46,2 6-1,0 7 11,2 11 23,-1 9-28,-1 6 22,-1 5-5,-3 5-12,-2 2 0,-2 1-22,1 1-11,2-2 0,7-5-17,5-6-73,9-10-229,10-11-824,11-10-2157,15-6-1633,-21-5 1,-1-1 2933,17-1 0,-13-1 0,-26 2 1</inkml:trace>
  <inkml:trace contextRef="#ctx0" brushRef="#br0" timeOffset="32400">29625 959 17053,'0'-4'5232,"0"1"-2925,0 3-2077,68-49-68,-38 35-120,13-14 0,2 4 14,-9 20-17,2 1-5,0 2-17,-6 1 5,-7 2-22,-7 1 0,-6 3 6,-4 1-1,-4 2-5,-1 4 23,-3 4 5,1 5-23,-1 6 1,0 7 5,2 18-22,0-15 22,2 22 0,-1-16-11,1 13-260,-2-1 244,-5-3-40,-8-5-45,-11-8-95,-14-7-291,-12-9-1720,-10-8 1544,22-11 1,3-1 0,-4-1 0,2-2 0</inkml:trace>
  <inkml:trace contextRef="#ctx0" brushRef="#br0" timeOffset="35433">7219 2982 11390,'-61'-1'1276,"-1"0"0,1 0 0,6 0 0,1 0 0,8 0-654,-15 1-494,25 0 29,18 3 398,34 5-146,16 1-238,0-3 0,4-1-713,9-1 1,1-1 577,-5-1 1,2-1-1,19 0 1,2-1-15,-6-1 1,1-2-23,-9 1 0,2 0 0,2-1-33,-5-1 1,3-1 0,-1 0 0,0 1-17,9-2 1,-2 0-1,1 0 28,-2 0 1,-1-1 0,-1 1 3,-4 0 0,-2 1 0,-3 0 23,2-1 0,-1 1-55,6-2 0,-4 1 172,2-1-129,-43 3 18,-32 6-10,-9 0 1,-5 2 2,-4 1 1,-6 2-957,-9 0 0,-8 1 1,3 0 953,16-2 1,2 0 0,-6 0 15,-2 1 0,-6 0 0,-4 1 0,2 1 0,5-2-184,-8 2 0,4-1 1,-2 0 186,6 0 0,-1 0 1,0-1-1,2 1 49,-10 2 0,3 0 0,4-1 114,2 1 0,3-2 137,-3 1 1,6-2-139,2 1-82,49-14-68,23-1-20,23-6 0,10-2 675,-2 2 1,5 0-927,-16 3 1,4 0-1,2-1 1,0 1 139,6 0 1,2 0 0,-1 1-1,-5 1 1,-8 0 0,-4 2-1,0-1 1,20-1 0,0-1-1</inkml:trace>
  <inkml:trace contextRef="#ctx0" brushRef="#br0" timeOffset="41073">8213 1012 29311,'-19'-9'87,"15"1"-4239,35 5 5279,6 0-516,1 0-248,-6 3-203,-9 1-355,-11 1-1136,-12 4 625,-13 2 1838,-14 4-1489,-14 2-5,-8 1-323,-3-4 93,7-3 435,10-4 449,12-1 356,11-2-947,7-1 160,4 0-125,8 0 41,3-4-300,12-3-12,5-5 11,6-3-37,1 1-27,-1 0-167,-4 5-285,-4 4-521,-7 7 1544,-4 9 1,-7-6-1,-3 6 1</inkml:trace>
  <inkml:trace contextRef="#ctx0" brushRef="#br0" timeOffset="41841">11699 1146 28456,'-42'2'556,"0"0"1,3 0 0,13-1-792,24-1 36,10-1 308,9-1-132,20-2-441,1 0-253,7 1-422,-18 2 239,-4 1 4,-14 1 226,-3 1-347,-13 2-80,-9 2 365,-3-2 381,-11 3 147,2-2 3,-8 1 24,0 0 173,-2-2 20,15-1 202,0-1-352,17-1-42,2-1-116,15 0-221,8 0-771,23-1 1215,18 1 0,-26-1 1,3 1-1</inkml:trace>
  <inkml:trace contextRef="#ctx0" brushRef="#br0" timeOffset="42483">15072 1167 25049,'-9'0'28,"2"-1"447,7 1 604,0 0-1594,-29-5 239,30 4-339,-15-2 277,42 4-1127,9 0 527,1 1-21,-3 0 215,-9 1 15,-11 0 253,-8 1 339,-13-1-290,-15 5 59,-10 0 339,-14 3-103,11-4 192,-4-1 321,9-3-91,7 1 65,6-3-107,14 0-372,4-1-225,13-2-464,12 0-3427,25-1 4205,0 1 0,-15 1 1,-13 1-1</inkml:trace>
  <inkml:trace contextRef="#ctx0" brushRef="#br0" timeOffset="43057">18551 1162 25342,'32'-9'-259,"0"0"0,0 1 0,0 3-257,17 7-76,3 4 90,-4 1 19,-11 1 198,-16-1-89,-20-1-639,-19 1 353,-16 0 76,-13 0 156,-7 0 9,-3-2-98,13-1 565,-9 0 229,30-2 261,-4 0-492,23-1-14,22-5-224,11 0-139,26-4-274,-22 4 0,3 0 231,10 1 1,-2 0 0,6 0 0,-1 1-1</inkml:trace>
  <inkml:trace contextRef="#ctx0" brushRef="#br0" timeOffset="46332">13864 3788 11295,'-43'4'1470,"-1"0"0,0 0 1,-7 0-1,3 1-759,2-1 1,4 1 224,-12 1-404,1 0-336,23-2-90,17-3 331,29 0-252,16-1-149,-2-1 0,4-1-28,6 0 1,4-1-747,6-1 1,2 0 723,4-1 0,2 0 0,0 0 0,0 0 8,-1 2 1,-3-1-4,-4 0 1,-2 1 111,-8 1 1,-3 0-98,16-1 27,-25 2-21,-24 1-29,-25 0 28,-23 3-6,12-1 1,-2 0-292,-8 2 0,-3 0 308,-6 0 1,1 1 510,9-1 1,-3 1-499,-7 1 1,-5 1 0,8-1-31,-7 2-2,-3 0 0,12 1 58,39-6 261,7-1-148,12-1-79,14-5-50,16-3-129,16-5-198,-22 5 0,1 0-656,5 0 0,3 0 938,9 0 0,-3 0 0,8-1 0,-2 3 0</inkml:trace>
  <inkml:trace contextRef="#ctx0" brushRef="#br0" timeOffset="46909">15512 3808 18936,'23'-2'655,"10"-2"-622,16-2-30,-15 3 0,2 0-804,5 0 0,2 0 801,1 0 0,1 1-3,-2 0 1,0 1 198,-6 1 1,-3-1-214,16 1 319,-22 0-241,-28 1-16,-25 3 28,-26 2-28,15-2 0,-3 0 205,-5 1 0,-3 0-93,-3 0 0,-1 0-245,1-1 1,-1 1 395,6 0 0,1-1-56,9-1 0,3-1 135,-7 2-73,27-3-57,28-4-66,21-5-138,-8 2 0,4-1-116,6-1 1,2 0 53,4 0 1,2 0-101,1 1 0,2 0-356,-1 0 0,0 1-1950,0 0 1,-2 0 2386,-7 2 0,-3 0 0,9-1 1,-23 2-1</inkml:trace>
  <inkml:trace contextRef="#ctx0" brushRef="#br0" timeOffset="55409">23915 3391 18936,'-10'42'1301,"1"-1"0,0-3 0,3-11-192,6-24-392,2-5-398,3-7-117,6-10-45,9-13-34,9-14-475,-11 17 0,2-1 380,1-6 0,1-1-17,2-5 1,0-2 4,2-4 1,-1-1-6,0-1 1,0 0-1,-2 3 0,-2 0 8,-2 7 1,-4 1 36,3-20-33,-11 19-46,-12 16-27,-6 13-23,-6 17 56,-7 18 17,-7 25 3,12-14 0,0 4-98,0 5 1,0 2 105,3 3 1,1 1-7,3 1 1,3-1-12,3-1 1,2-2-293,4-3 0,3-1 292,2-6 1,3-2-72,17 22 82,7-16 6,4-18 1,1-14 10,2-20 17,1-15 0,1-16-25,-20 14 0,0-1 233,-2-2 0,0 0-222,-1 0 0,-2 0 65,9-22 688,-8 13-593,-8 14-16,-6 14-180,-2 7 34,-4 29-12,-1 1 500,-1 25-556,2-3-185,4 0-464,7-1-1233,5-5-4436,7-8 6363,-1-12 0,-7-9 0,-5-8 0</inkml:trace>
  <inkml:trace contextRef="#ctx0" brushRef="#br0" timeOffset="55592">24770 2989 18341,'-3'-4'4241,"1"1"-3732,2 3-755,-46-15-17,39 17-1065,-27-1-4155,57 25 5483,3 5 0,-7-12 0,-8-7 0</inkml:trace>
  <inkml:trace contextRef="#ctx0" brushRef="#br0" timeOffset="55992">25021 3085 25163,'-42'-16'62,"9"15"-62,39 59 0,0-5-11,5-1-23,-2-5-78,-5-12-117,-3 5-477,-17-5 364,1-15-470,-17-6 34,9-17 340,-2-11 326,9-12 191,10-26 139,11-2-27,4-1 325,6 0 139,-1 16 6,2-2 100,-3 8-526,-4 17-162,-4 6-73,-3 9 17,-1 10 17,-1 10-191,-8 31-78,1-10-2768,-6 6 1,-2 1 3002,-2 5 0,-4 6 0,13-34 0</inkml:trace>
  <inkml:trace contextRef="#ctx0" brushRef="#br0" timeOffset="56282">25343 3397 21209,'6'-9'1624,"16"-29"1,4-11-1096,-12 11 1,0-2-1071,4-3 0,3-4 0,-4 0 723,-2-10 0,-4 2-70,-2 5 0,-3 0 14,0 1 0,-2 2-53,0 10 0,-2 1 405,0 1 1,-2 4-266,-5-3 268,-4 3-487,0 18 6,-1 12 23,0 20-23,-1 17 5,-3 24 12,7-10 0,1 3-23,3-3 1,1 2-5,3-9 1,1 2 0,1-3-8,0 2 0,3-1-95,5 10 0,3 1-515,5-1 0,0-2 189,-4-8 1,2 0-2044,2-3 0,2 1 0,-2-6 2481,11 9 0,1 5 0,-19-36 0</inkml:trace>
  <inkml:trace contextRef="#ctx0" brushRef="#br0" timeOffset="56465">25395 3103 19518,'-5'-3'3741,"2"0"-2525,3 3-1452,68-52-602,-31 38-1515,6-4 1,11-4 0,-6 6 1954,-11 13 1,-3 3-1,7-2 1,-3 0 0,-5 1-1</inkml:trace>
  <inkml:trace contextRef="#ctx0" brushRef="#br0" timeOffset="56659">26220 2925 21209,'-8'0'2414,"2"0"-1798,6 0-2273,0 0-5715,54-17 7372,-16 15 0,22-15 0,-35 19 0</inkml:trace>
  <inkml:trace contextRef="#ctx0" brushRef="#br0" timeOffset="56825">26256 3152 21959,'-51'16'1096,"1"0"0,8-3 0,8-2-776,14-6-163,24-4-168,22-7-286,28-4-684,-14 1 1,4 0-3936,7-2 1,0 1 2948,-9 1 1,-4 1 0,16-3 0,-38 7 0</inkml:trace>
  <inkml:trace contextRef="#ctx0" brushRef="#br0" timeOffset="58292">27567 2702 16112,'0'-3'5215,"0"0"-3232,0 3-1748,-55-51-123,25 37-81,-7-14 0,-4 3 19,-3 23-16,-6 1 16,-4 5-5,1 2-12,4 4 1,8 0-40,10 1 18,11-1 27,10 1-17,3-1-5,5 0 84,1 11 39,1 1 61,0 14 40,-2 4-6,-6 7-27,-6 10-388,3-24 1,-1 1 230,-1 2 0,1 1-40,-1 1 0,1 0 6,3 0 0,2-1-3,3-2 0,3 0-81,6-4 1,5-1 99,22 22-30,-7-29 0,4-3-327,5-5 1,3-3-481,6-2 0,1-5 201,10-6 1,-3-4 0,7 3 0,-3-10 0</inkml:trace>
  <inkml:trace contextRef="#ctx0" brushRef="#br0" timeOffset="58792">28305 2663 24699,'-5'-54'67,"-6"12"-45,-16 43 1,-7 1-1,-9 2-5,-3 0-6,3 1 11,6 0 6,10 0-28,9-1 0,7 4 23,3 3-1,1 5 6,0 8 17,-1 8-6,2-3 140,-9 26-21,-2-11-353,4-11 0,-1 0 262,-1-2 0,0-1-8,1 0-1,-1 0-142,2 0 0,2 1 162,-3 25 17,13-5-33,16-7-12,18-8-38,20-10-40,-20-17 0,2-3-255,3-1 0,1-3-2033,0-5 1,0-2 2315,-5 0 0,-4-1 0,9-4 0,-20 3 0</inkml:trace>
  <inkml:trace contextRef="#ctx0" brushRef="#br0" timeOffset="59509">28733 2817 16135,'0'-7'6783,"0"2"-4610,0 5-2140,-4-54 12,3 68-17,-5-33-37,3 44 1,1 17-23,-2-7 1,-1 0-457,-4 24-345,2-20 1,0 0 171,1-2 1,0-2 0,-3 14 0,1-4 0</inkml:trace>
  <inkml:trace contextRef="#ctx0" brushRef="#br0" timeOffset="59732">29124 3105 25931,'9'-30'-117,"-9"34"-718,-11 37-1420,2-10 1,0 1 2254,-6 14 0,6-17 0,4-14 0</inkml:trace>
  <inkml:trace contextRef="#ctx0" brushRef="#br0" timeOffset="60292">29611 2908 25119,'21'-52'181,"-1"1"0,-1 3 0,-1 8-35,7 14-40,-5 5-72,-7 9-23,2 1-16,-3 9 10,10 0-10,6 11-18,9 8 12,6 12-6,2 6-11,-9 4 11,-13 2 17,-13-2 12,-21 1-12,-18-2 11,-19-2-194,20-19 0,-2-1 205,-1-1 1,1-1 38,-22 9 7,12-8 66,14-7-16,11-10-74,9-4-32,9-6-24,9-2 378,11 1-377,13 3 11,13 5 6,11 5 2,-27 3 0,1 2-8,-2 1 0,-1 3-11,22 15 11,-18 7-28,-18 3 28,-20 2-5,-18-1-63,-20-2-38,0-10-233,11-11 0,-2-1-1753,-2-1 0,-1-2 2092,-1-1 0,1-1 0,-17 4 0,24-9 0</inkml:trace>
  <inkml:trace contextRef="#ctx0" brushRef="#br0" timeOffset="60742">30329 2685 24168,'51'-25'80,"0"1"0,-4 1 0,-7 5-7,-8 14 14,-6 0-59,-5 2 15,-4 1 8,-1 1-32,-3 3-3,-4 4-3,-4 2 15,-1 19-17,-2 1 0,0 20 6,-1 1-34,0 8-333,-1-26 0,1 0 372,0 4 0,1 0-14,0 2 1,0 1 5,1-1 0,-1 1-42,0-3 0,-3 0 56,-3-3 0,-5-2 6,-23 22-336,5-31 1,-4-4 94,-5-1 0,-4-4-558,-2-3 1,-2-4-2874,2-3 0,1-2 3049,6-4 0,4-1 0,-6-2 0,19-1 0</inkml:trace>
  <inkml:trace contextRef="#ctx0" brushRef="#br0" timeOffset="61282">30868 2499 21999,'-1'-4'3008,"0"2"-2101,1 2-895,-8-41-29,11 31 22,-2-31 29,17 42-6,7 1-6,4 1 18,6-1-1,0-1-11,0-1 17,-4 0-23,-3 0-33,-4 0 5,-2 0 23,-1 0 5,-3 0-10,-2 0-18,-1 3 12,0 3-1,2 7 1,5 8-17,3 6-1,3 7 7,-3 6-1,-4 6 6,-9 8-3,-8-23 1,-4 2 4,-2 4 1,-3 1-439,-3 4 1,-1 2 440,-4 2 1,0 2-9,-2 3 1,0 0-4,0 3 1,1-1-4,3-13 1,1 4-302,5 6 1,1 11-1,1-1 1,0-12 0,1-15-1,0-1 1,1 23-1,0-1 1,0 1 0</inkml:trace>
  <inkml:trace contextRef="#ctx0" brushRef="#br0" timeOffset="62275">31067 3778 14471,'8'-5'5097,"-2"1"-2986,-6 4 438,0 0-2347,-18-6-73,-9 10 16,-25-1-10,-4 10-7,4-1 35,14-4 129,18-3 44,15-4-163,19-8-128,24-4-31,-6 2 0,4 0-281,9-1 1,3 0 269,2 1 0,1 1-82,-3 1 1,-2 0-1003,-9 2 0,-4 0-8750,8-2 8412,-23 3 1,-14 2 0,-4 1 0</inkml:trace>
  <inkml:trace contextRef="#ctx0" brushRef="#br0" timeOffset="67199">11707 1248 25682,'-48'-5'1110,"1"0"0,-1 0 0,-17-3 0,8 1-520,-1-4 1465,19 3-2055,17 3 0,12 3-240,15 1 98,12 5-970,24 2 699,-8-3 0,4 1-374,13 0 1,5-2 549,-10 0 0,1-1 1,2-1-656,7 0 1,2-1-1,2 0 729,-12 0 0,2 0 1,0 0-1,0-1-19,3 0 0,0 0 1,1 1-1,-1-1-58,1 0 0,0 0 0,0 0 0,0 0 87,-2 0 0,0 0 1,0 0-1,-1 0-181,13 0 0,-1 0 0,-1 0-331,-6 0 0,-2-1 1,-1 1 428,-7 0 1,-1 0 0,-3-1 34,8 1 0,-5-1-80,13-2-54,-34 3 662,-35 0-661,-29 3 229,6 1 0,-4 0 522,-11 1 0,-4 1-488,12-1 0,-2 1 1,-1-1-380,-5 1 1,-3 0 0,0 0 388,-5 0 1,-2 1 0,0 0 15,12-2 0,-1 0 0,-1 0 0,1 0-313,-3 1 1,1-1 0,-1 0 0,1 0 341,0 0 1,-1 0-1,2-1 1,0 1 59,-14 0 1,2 0 0,0-1 1,7 1 1,0-1 0,3 0 1,6 0 1,1-1 0,2 1-52,-12-1 0,5 0 154,11 0 0,4-1 725,-11-1-769,25 0-102,36-5 1,6 2-4,12-2 1,7 1-11,6-1 0,4 1 159,-3 0 1,4-1 0,1 1-158,-6 1 1,1 0-1,2 1 1,0-1-210,5 0 0,0 0 0,1 0 0,1 1 216,3 0 1,0 0-1,1 1 1,-1-1-5,0 1 0,1 0 0,-1 0 1,0 0-337,-2 1 0,0-1 0,-1 1 1,0 0 338,-5 0 0,0 1 0,0-1 0,-2 0-206,10 1 1,-1-1 0,-2 1 197,-9 0 1,-1 0 0,-3 0 397,7-1 0,-5 2-351,8-1 1853,-37 0-1884,-42 1 1,-18 0-4,1 0 1,-4 1 198,-6-1 1,-6 1 0,0-1-202,-1 1 1,0 1 0,-3-1 1,10 0 1,-2 0 0,-1 0 0,-1 0 3,-4 1 1,-2-1 0,0 1 0,-1 0-298,12 0 0,-2-1 1,1 0-1,-1 1 1,1-1 301,1 1 1,0-1-1,0 0 1,1 1-1,2-1-136,-16 1 0,4 0 1,-1-1 206,8 0 1,-2-1-1,4 1 1,7-1-30,8 0 0,3-1-3,-23 1 0,21-3-31,52-3-16,30-6-101,-3 4 0,7 0-1584,-6 2 1,4 1 0,3 0 0,-3 1 1678,7-1 0,-1 0 0,0 1 0,-1 0 0,-1 0 0,-6 2 0,-12-1 0,0 1 0</inkml:trace>
  <inkml:trace contextRef="#ctx0" brushRef="#br0" timeOffset="73307">8710 6488 7923,'-4'-2'4851,"1"0"67,3 2-4510,-28-21-296,21 15 370,-14-15 180,39 21-58,23 0-369,-9 0 1,3 0-714,11-1 0,4 0 578,11 0 1,4-2-64,-15 1 1,2 0-1,2-1-11,4 1 0,3-1 1,0 0-673,-11 0 0,1 1 0,0 0 0,0-1 657,2 1 0,0 0 0,0 0 0,0-1-4,0 1 0,0-1 0,0 1 0,1-1-379,6-1 0,2 1 1,-2-1-1,-3 1 383,-4 0 0,-3-1 1,2 1-207,11-2 1,3 0 0,-8 0 208,-11 1 0,-4 1-6,6-2 1,-2 1 286,-13 1 0,-4 1-351,13 0 1968,-22 1-2651,-1 2 551,0 2 1,-8-2 0,4 2 0</inkml:trace>
  <inkml:trace contextRef="#ctx0" brushRef="#br0" timeOffset="77959">11930 6481 7145,'-5'0'3893,"1"0"-1003,4 0-2308,-42-2-5,24 1 6,-31-1 319,34 2-583,7 0 308,1 0-129,6 0 34,0 0-380,9-2-63,2 1-38,4-1 50,4 1-28,-2 0-28,6 0 28,7 1-29,-1 0-27,0 0 28,4 0 5,-2 0 29,26-1-23,-1 0-772,-19 0 1,-1-1 727,14 0-119,11-1 124,-16 2 0,11-1-2867,2 2 2856,-19 0 0,12 0 5,-16 0-39,9 0 5,11 0 23,-4 2 970,-2 0-962,-15 0 1,-2 0-15,4 0 6,-1 0 0,-1-1 6,12 2-1,11-2 3,-23 0 1,1-1-9,24-2 0,-3 1 17,1-3-20,-23 1 0,2 0 3,3 0 0,1 0-641,8 0 1,-1 1 640,16 0-3,-24 2 1,0 0 2678,22 0-2676,-16 0 0,1 1-3,-9 0 0,1-1-138,2 1 0,0 0 141,23 1 0,-15-2 12,10 0-12,-26 0 0,2 0 5,0 0 1,1 0 864,5 0 0,-1 0-853,21 0-17,-5 0 0,-14 1-6,4 0 40,-4 1-28,-1 0 350,1-1-356,-10-2 0,-7 1 0,9-3 0,2-1 6,15-1-15,-16 2 1,2 0 8,24 0 268,-2 0-279,-1 2 5,-29 0 6,29 1 0,-28-1 11,11-1-5,-11-1-12,-8 1 1,18-4-1,-5 2 12,20-2-6,-2 1-6,1 2-5,-12 0 5,15 2 6,-19 0 12,12 0-1,-17 0 0,-6-2 0,-9 1 6,8-4-11,-3 1-6,12-1-17,1 0 22,2 2 1,-7 0 5,9 1 0,-21 1 29,9 0 94,-18 1 73,-1 0-78,-6 0-67,-1-1-34,0-2-56,-1 1-45,-1 0-123,0 0-342,0 1-269,0 1-2470,1 1 0,0 0 0</inkml:trace>
  <inkml:trace contextRef="#ctx0" brushRef="#br0" timeOffset="82332">28262 3637 9912,'-57'0'1825,"-1"1"1,7-1 0,4 1-559,1 1-511,13 1-269,13-1 174,17-1 73,23 0-308,24-1-306,-7 0 0,4-1-826,12 0 1,4-1 736,-11 1 1,2 0 0,1-1-15,7 1 0,1 0 0,1-1-17,-10 1 0,1 0 0,0 0 0,0 1-583,4-1 1,0 0-1,0 0 1,1 0 582,2 0 0,0 1 0,0-1 0,0 0-7,0 1 0,0-1 0,0 1 0,-1-1-5,-2 1 1,0 0 0,0 0 0,-2 0-337,12 0 1,-1-1-1,-2 1 348,-8 0 0,-2 0 0,-2-1-132,11 1 1,-6-1 159,-13 0 0,-5 0 1050,5-1-989,-25 0 2065,-25 2-2154,-20 0 0,-25 0 8,18 0 1,-3 0 284,-9 1 1,-2 1-283,-7 0 0,-3 0-263,17-1 1,-2 1 0,0 0 252,-5-1 1,-1 1 0,-1 0-615,-4-1 0,-1 0 0,-1 0 623,12-1 0,-1 1 0,0-1 0,0 0 4,-3 1 0,0-1 0,0 0 0,1 0-3,-1 0 0,0 0 0,0 0 0,1 0 2,-14 0 0,1-1 1,2 1-3,7 0 0,2 0 0,2 0-212,-10-1 1,7 0 192,16 1 0,5 0 608,-1 0-583,22 0 1066,17 0-1010,13-2-51,16-3-10,22-2 465,-19 2 1,4 1-470,10-1 1,4 1-13,-12 2 0,2 0 1,1 0-9,7 1 1,2 0 0,0 0 1,6 0 1,1 1 0,0 0-501,-13 0 0,-1 1 0,1 0 0,0-1 511,-1 1 1,-1 0-1,1-1 1,-1 1-17,12 1 0,-1 0 0,-2 0-130,-6-1 0,-2 1 1,-3-1 146,11 2 1,-5-1-36,-14-1 0,-6 1 44,4 0 864,-37-1-864,-34 0 0,2 0 0,-6 0-19,-14 0 0,-6 0 209,12 0 1,-4 0 0,-1 0-195,-7-1 1,-2 1-1,-2-1 12,13 1 1,0-1 0,-1 1-1,-1 0-2,0-1 0,0 1 0,0-1 0,1 1-2,1 1 0,1-1 1,0 1-1,1-1 13,-10 2 0,1-1 0,3 1 31,7-1 1,2 1 0,4-1 352,-6 1 0,7 0-110,-5 0-66,47-5-112,40-7-60,-1 2 0,6-1-655,-6 1 1,3 0-1,1 0 604,10-1 0,2 0 1,1 1-17,-9 1 0,1 0 0,0 0 0,1 1-3,3-1 1,0 0-1,1 1 1,-1 0-133,0 0 1,1 0 0,-1 1-1,0 0-1508,-2 1 1,0-1 0,-1 1 0,-2 1 1645,7-1 0,-3 1 0,-6 0 0,-6 1 0,-8 0 0,-10 0 0</inkml:trace>
  <inkml:trace contextRef="#ctx0" brushRef="#br0" timeOffset="83682">23755 4630 20867,'0'-8'2308,"0"2"-1434,0 6-465,-20-62-336,14 46-124,-14-38 68,18 77-6,2 19-14,1-10 1,-2 1-314,0 7 0,0 2 150,0 4 1,-1 1-815,0 3 1,0 1-511,0-1 1,1 0-2382,1-4 1,0-2 3870,0-8 0,1-5 0,0 7 0,0-22 0</inkml:trace>
  <inkml:trace contextRef="#ctx0" brushRef="#br0" timeOffset="83975">23741 4633 17445,'-4'-50'1669,"0"1"0,1-16 1,1 6-1250,2 5-48,2 5 1,2 2-250,6 9-117,12-6 5,12 28-17,15 15-16,11 18-354,-26-2 0,-2 4 348,1 6 0,-2 5-6,-4 4 0,-4 3-8,-4 1 0,-6 1 8,-6 0 1,-7-2-11,-8-4 1,-6-3 51,-7-3 0,-6-5-2,-7-3 0,-3-4-514,-4-2 1,0-4 465,8-1 0,0-4-521,-10-2 1,4-4-722,4-4 1284,-12-16 0,37 13 0,5-7 0</inkml:trace>
  <inkml:trace contextRef="#ctx0" brushRef="#br0" timeOffset="85009">24342 4261 22845,'34'10'11,"0"0"0,21 16-5,-44 9 5,-5 4 34,-11-2 33,-4-5 51,-7-8 118,-1-9 111,3-9-28,4-6-61,2-8-17,4-8-84,3-8-73,5-5-50,6-3-45,11 2-28,9 3-33,10 5-135,10 8-247,9 6-162,-27 5 0,1 3-98,1 2 0,0 1-434,-1 1 0,-2 1-1540,26 11 430,-14-1 1273,-17-2 1461,-14-3 1138,-13-6 615,-6-1 326,-5-6-998,-1-3-498,0-2-370,0-1-308,1 3-229,0 3-130,2 2-33,3 8 6,3 3-1,2 8 29,6 5-17,3 1 16,6-2 35,3-4 55,3-7 50,2-7 1,0-12-17,0-8-34,-5-10-28,-4-7 0,-7-2-4,-3 1 9,-8 4 7,-2 6-18,-5 7-33,1 6-61,1 6-18,-1 8 29,0 8-12,-2 9 18,2 10-18,4 6-22,3 7 11,7 2-33,6 1-141,15 4-61,6-11 67,2-5-369,13-16-29,-5-11 174,14-8 202,-4-9 140,-5-11 129,-9-7 94,-8-4 91,-10-1-79,-8 8 453,-6-4-217,-2 15-214,-1-1-207,0 10-39,0 8 45,0 7 17,4 8 5,2 9-6,6 5 7,4 0-1,4-2 0,2-5 17,-1-8 50,-3-7 6,-2-8-44,-1-11 4,0-8 24,-1-11-29,0-5-16,-1-2-29,-2-1-78,3 6-336,2 6-1585,8 8 1157,12 8 0,-17 5 0,3 2 0</inkml:trace>
  <inkml:trace contextRef="#ctx0" brushRef="#br0" timeOffset="85209">25858 4454 21560,'55'-23'-833,"1"0"0,4 3 1,-10 9-1,-29 15 0,8 2 1</inkml:trace>
  <inkml:trace contextRef="#ctx0" brushRef="#br0" timeOffset="85376">25957 4590 19742,'-3'1'4397,"0"0"-3142,3-1-1665,37-2-2491,6 0 2901,-7 0 0,-1 0 0,5 0 0,-14 1 0</inkml:trace>
  <inkml:trace contextRef="#ctx0" brushRef="#br0" timeOffset="88959">27439 4398 14118,'11'-2'4223,"-3"0"-2324,-8 2 443,0 0-2135,-34-51-101,3 36-75,-2-13 0,-1 4 14,-10 22 11,8 1 0,-2 1-34,-12 0 9,16 0 0,0-1 81,-6-1-28,16 0-23,12-1-38,9 2 22,2 1 5,2 7 90,0 5 78,0 14 74,-9 10 21,-6 13-190,1-20 1,-1 1-235,-2 3 1,-1 0 169,0 2 0,0 0-23,2-1 1,1 1-15,3 0 0,3 1-19,2-3 0,4-1 3,9 29-23,16-10-56,18-9-25,-13-25 0,2-3-219,4-2 1,2-4-765,3-2 1,1-3 1080,4-5 0,-3-2 0,6 2 0,-6-8 0</inkml:trace>
  <inkml:trace contextRef="#ctx0" brushRef="#br0" timeOffset="89192">27980 4351 25534,'-15'33'31,"0"-1"1,2 5 0,3-1-139,10 13-600,0-17 0,0 2-287,0-1 0,0 1 994,0 4 0,0-4 0,0 6 0,0-6 0</inkml:trace>
  <inkml:trace contextRef="#ctx0" brushRef="#br0" timeOffset="89425">28392 4721 22498,'0'-4'3332,"0"1"-2996,0 3-380,-19 30-309,8-1-1042,-15 29-548,17-19-7888,3 4 8502,4-22 0,2-2 1,0-14-1</inkml:trace>
  <inkml:trace contextRef="#ctx0" brushRef="#br0" timeOffset="89941">28858 4559 19132,'0'-6'3651,"0"2"-2923,0 4-229,52-69-1712,-21 44 1274,1-14 1,2 3 145,3 25 421,-8 7-544,10 6 195,-10 10-290,-1 10 11,-13 1-22,0 12-1,-4-2-44,-2 19 34,-5-7 16,-12 3 17,-2-21 843,-17 0-798,-2-11 101,-15 1 50,11-9 51,4-5-152,20-5 62,6-7-51,10-3-39,11-6-33,5 4-29,9 2-5,-3 9-5,-6 3-23,7 8-11,-7 7-40,10 19-22,-8 0-5,-6 11 39,-11-15-113,-12 2-240,-23-8-90,-11-4 135,-8-5-732,10-11 1,-1-4-4399,-14-4 5505,-12-2 0,35 0 0,16 1 0</inkml:trace>
  <inkml:trace contextRef="#ctx0" brushRef="#br0" timeOffset="90382">29671 4454 24911,'24'-27'249,"-1"0"1,21-16-138,-17 39 0,1 2-11,1 1-50,-2 3-7,-2 3-16,-2 3-5,-2 4 10,-1 3-21,-3 6 4,-6-3 40,2 17 56,-3 20-95,-1 4 5,-6-12 1,-1 0-788,-3-13 0,0-2 765,0 1 0,0 0-5,-2 29-306,1-14 300,1 10-72,-1-7 50,-6-11-96,-12-11-364,-18-12-1260,-24-9 1751,16-8 1,0-2-1,-7 1 1,-2-3 0</inkml:trace>
  <inkml:trace contextRef="#ctx0" brushRef="#br0" timeOffset="92182">6291 7283 11827,'-52'4'1178,"1"-1"1,-1 0-1,2 0 1,0 0 0,11-1 53,2-1-296,1-1-455,18-1-106,23-4-224,5 1 174,26-5-50,10 2-194,-12 3 0,3 0-235,7 0 0,3 0 178,-4 1 1,3 1-1,-2 0-383,5-1 0,0 0 346,0 1 0,4 0 0,-2 0-1039,6-1 1,1 0 1010,-9 1 0,3 1 0,0-1-19,1 0 0,0 1 0,0-1-428,0 1 1,-1 1 0,1-1 388,-2 1 0,0-1 0,0 1 33,-2 0 1,-1 0 0,0 0 12,-3 0 1,-1 0 0,0 0-105,17 0 0,-2 0-548,-6-1 1,-2 0 704,-2-1 0,-4 0 0,3-1 0,-9-1 0</inkml:trace>
  <inkml:trace contextRef="#ctx0" brushRef="#br0" timeOffset="94632">23435 6035 20179,'0'-4'3108,"0"1"-2357,0 3-673,-9-1-16,5 20-23,-11 7-11,4 23 22,-7 1 51,-6-7 90,-3-10 105,1-14 46,7-10-78,8-16-96,8-11-28,13-18-28,10-13-68,-3 19 1,2 0-285,1-3 1,2 1 286,2 1 1,0 2-3,0 2 0,-1 3 17,20-13-29,-6 15 6,-6 11-27,-3 13-24,-2 9-44,3 12-89,1 10-169,4 9-431,1 4-706,3 3-1921,3 0-4710,1-6 8082,-7-11 0,-13-14 0,-11-11 0</inkml:trace>
  <inkml:trace contextRef="#ctx0" brushRef="#br0" timeOffset="95542">24033 6149 13586,'0'-3'7701,"0"0"-4082,0 3-3507,6-42-62,1 32-16,10-29-23,6 43-22,10 0-6,9-1 0,2-5 17,0-7 34,-6-8-1,-7-7 29,-6-9 50,-6-3 90,-6-3 117,-5 3 34,-6 5-78,-8 7-102,-7 7-72,-8 8-39,-5 6-29,-5 14-22,-2 12 1,-2 13-46,4 11-78,7 7-196,11 4-336,16 0-527,17-3-610,20-7 229,-14-29 0,3-2-249,4-5 0,2-3-33,3-3 0,2-3 918,0-5 0,1-3 1159,-2-2 1,-1-4 775,-3-4 1,-2-3 375,-4-3 0,-2-2-90,-3-2 0,-2 0 840,15-23-487,-8 4-471,-8 9-313,-7 7-179,-8 9-617,-3 10 17,-5 13-72,-2 4 499,-7 20-550,-6 5-17,-7 15-78,-8 6-85,9-20 1,0-1 78,-11 10 90,12-16 0,0-5 117,1-8 101,0-6 40,11-21 95,9-28-208,6 5 11,3 4 1,4 1 151,15-10-34,13-4-50,4 12-62,9 13-100,-18 10 5,12 16-39,-20 11 11,7 15-17,-3 11 25,-12-13 1,0 1-26,15 19-339,0-3 362,3-18-17,-6-18-6,7-4 34,6-30-1,-9-13-10,-2-11-1,-19 13 1,-2-2-358,-2 1 0,0-1 405,2-10 0,0-3 79,0-5 0,-2 0-20,-3 10 0,-2 3-54,0 5 1,-2 1 188,-5-12 267,-1 24-418,-1 0-85,0 16-11,-1 14 763,2 5-746,-4 27-39,0 8-26,1-2 0,0 4-72,-1-4 0,2 1-513,-2 11 0,2 0 313,2-9 1,1-3 61,2-9 1,2-2-673,3 2 0,4-3-5351,15 8 6281,4-4 0,-8-18 0,-9-12 0</inkml:trace>
  <inkml:trace contextRef="#ctx0" brushRef="#br0" timeOffset="95709">25460 5909 18744,'-4'-4'5322,"1"1"-4639,3 3-2161,50-44-6045,-3 33 6733,-6-12 1,0 3 0,-2 20 0,-15 1 0</inkml:trace>
  <inkml:trace contextRef="#ctx0" brushRef="#br0" timeOffset="95915">26003 5945 21668,'-4'0'3950,"0"0"-3962,4 0-845,59-39-3691,-3 34-368,-11-11 1,0 2 2726,7 24 1,-30-2 0,-17-5 0</inkml:trace>
  <inkml:trace contextRef="#ctx0" brushRef="#br0" timeOffset="96065">26092 6085 26166,'39'-2'-2551,"1"0"1,-6 0 0,1 0 2550,5-1 0,-3 1 0,0-1 0,-16 2 0</inkml:trace>
  <inkml:trace contextRef="#ctx0" brushRef="#br0" timeOffset="96748">27325 5858 23971,'7'-44'384,"0"0"1,0 4-1,-7 9-255,-14 24-51,-6 4-50,-5 7 35,-7 4-19,-8 8-55,-10 6 34,-5 1-306,-3 1 299,6-2 40,10-4-22,15-5 106,3 4 0,14-2 45,-2 9 28,8 4-34,2 7-90,1-4 119,-3 28-96,1-10-180,0-15 0,0 1 90,0 20-16,6-6-51,10-6-140,16-7-492,18-7-771,-15-19 0,2-2-3468,4-3 1,0-2 3074,20-1 1,-18-3 0,-29 0 0</inkml:trace>
  <inkml:trace contextRef="#ctx0" brushRef="#br0" timeOffset="100092">28092 5977 24519,'-3'-36'51,"2"8"-29,-1 30 12,-2 2 27,-7 4 29,-8 3 5,-11-3 23,-6-3 61,0-10 34,6-7-39,12-11-34,10-7-6,15-3-55,10 0-46,11 5-38,7 8-6,3 8 11,-3 7-12,1 10-21,-2 9 5,-3 14 11,-9 10-11,-14 11 19,-14-18 1,-7 0-572,-8 5 0,-5 0 580,-12 5 0,-5-1-11,10-12 0,-2-2 0,-1 0 11,-1-1 0,-1 0 0,0-3 14,-16 7 0,2-4-171,9-6 0,2-3 331,-16 0 44,28-17-44,19-15-29,23-10-27,15-6-45,17 0-56,7 6 1133,1 8-1139,-4 9-22,-4 11 396,-3 9-531,-4 10-397,-1 10-1138,-2 7-5449,1 7 6282,-7-7 0,-10-13 0,-9-12 0</inkml:trace>
  <inkml:trace contextRef="#ctx0" brushRef="#br0" timeOffset="100282">28639 6253 21002,'0'-4'4212,"0"1"-3584,0 3-679,-12-7-128,3 24-634,-11 2-3802,7 29 4615,2-6 0,4-15 0,5-12 0</inkml:trace>
  <inkml:trace contextRef="#ctx0" brushRef="#br0" timeOffset="100682">29192 6043 20224,'3'-9'4396,"-1"2"-3853,0-56-312,-14 46-103,-8-42-16,-23 73-90,10 7 1,-1 3 5,-14 15-360,13-3 0,3 3 334,12-8 1,4 0-6,-4 9 1,3 1-7,4-1 1,3 0-4,3-2 1,5-1-17,4-2 0,5-2-56,12 24 51,12-15 50,2-16 55,1-15 130,1-22-112,-13 0 89,-1-21 687,-16 5-748,-5-8-18,-13 2-66,-11 7-6,-12 6 11,-5 10-44,0 7-40,4 10-45,9 6-274,8 5-2196,16 12-190,10-9 1902,14 6 0,-10-19 0,2 0 0</inkml:trace>
  <inkml:trace contextRef="#ctx0" brushRef="#br0" timeOffset="101109">29694 6020 24531,'26'-37'33,"1"-1"1,-5 3-1,-2 11-27,3 24 0,0 3 10,25 4-16,-12-2 8,-3 0 1,0-2-9,-5 1 0,16 1 0,-29-3 11,-4 2 51,-9 3 16,-9 3-44,-1 1 16,-7 8-16,0 2 0,-4 11-18,2 9-13,9-9 0,3 2 0,3-2 0,2 1-222,1 1 1,2 0 212,4 2 1,2 1-4,0 0 1,0 1-9,-2 0 0,-3 0-22,-4 2 0,-8-3-208,-31 11-72,-10-17-1367,5-15 0,-5-5 1686,-5-2 0,1-3 0,16 0 0,2-1 0,-1-2 0,0 0 0</inkml:trace>
  <inkml:trace contextRef="#ctx0" brushRef="#br0" timeOffset="102817">29283 5058 18028,'51'-11'2352,"-19"3"-1971,-51 9 39,-16 2 28,-15 3-56,-12 3-498,28-5 1,0 1 231,-1 0 0,2 0 58,-26 4 20,17-2-148,19-2 95,17-3 39,19-1-89,16 0-39,20-1-12,11-2-40,-27 0 0,-1 0 35,28-2-11,-9-2 10,-13 3 85,-15 1 50,-12 1-83,-10 1-85,-10-1 420,-12 1-409,-14 2 1,-11 1-1,-11 3-374,-2 2 397,1 0 11,9-1-34,12 0 6,16-3 34,11-2 44,16-1-27,15-2-40,23-4-33,1 1 13,0-1 1,2 0-15,-13 1 1,-1 1 8,14-2 0,-2 0 47,12-2 135,-22 1 11,-18 2-151,-17 0-33,-19 1-6,-19 0-23,-21 1-256,23 2 0,-2-1 267,-1 2 1,1 0-12,1 0 1,1 1 292,-19 4-489,21 0-420,21 3-1966,28 2 2588,25 2 0,-15-5 0,8 0 0</inkml:trace>
  <inkml:trace contextRef="#ctx0" brushRef="#br0" timeOffset="103566">27721 6610 10181,'-5'1'7007,"1"-1"-4823,4 0-470,-88 17-1009,50-8-486,-15 1 0,4 1 11,26-4-74,11-2-38,8-2 302,12-1-230,12 0-66,23 0-52,19-1-619,-4-1 569,-18 0 1,1 0 27,19 0-92,-21 0 0,-1 0 283,8 0 56,-13-2-207,-27 2-12,-16 0-56,-12 0 6,-34 1-16,10 0 4,-1 2 1,-1-1 0,3 2 2,4-1 1,2 0 14,0 2 540,2 1-563,19-2 276,17-1-209,16-2-39,4-1 45,40-3-67,-2-2-365,-14 1 0,3 0 348,-6-1 0,0 1-84,-1 0 0,-3 1-269,18-1-5663,-15 3 6016,-26 4 0,-6-2 0,-7 2 0</inkml:trace>
  <inkml:trace contextRef="#ctx0" brushRef="#br0" timeOffset="105040">5707 8336 15776,'-51'-3'920,"0"-1"1,7 1-1,10 1-668,23 2 359,11 1 285,10 2-145,12 0-287,17 1-206,21-1-188,-22-3 0,3 1-408,8-2 1,3-1 376,7 1 0,2-1-1071,-14 0 1,2-1-1,-2 1 1040,12-1 1,4-1-21,-13 1 1,6 0 0,1-1 0,-4 1-511,4-1 0,-3 0 1,5 1 512,1-1 1,4-1-1,1 1 1,-2-1 2,-9 1 1,-1 0-1,-1 0 1,0 0 2,-1-1 0,0 1 0,-1-1 0,-1 0-530,14-2 0,-2 1 1,-2-1 532,-15 2 0,-1 0 0,0-1 7,6-2 1,1 0-1,-7 1 223,19-3-213,-14 1 0,-3 0 1720,-4 0-1708,-7 2-35,-11 2 1028,-14 3-1022,-2 2 0,-3 0 0,0 0 0</inkml:trace>
  <inkml:trace contextRef="#ctx0" brushRef="#br0" timeOffset="109425">27862 6663 9464,'-2'-2'5981,"0"0"-1348,2 2-3956,-63-26-178,31 18-317,-8-6 0,0 2 14,15 10-140,7 2-39,10 0 55,7 1 35,8 2 6,11 1-29,15-1-34,17 0-22,-19-2 0,3-1-286,3 0 0,1 1 269,1-1 0,0 0 9,-4-1 0,-1 0 92,19 0 128,-22-2-83,-18 1-134,-23 0 16,-16 0-17,-20 0 6,-16 2-17,26-1 1,-2 1-265,-1 0 0,-1 0 306,1 1 0,1 0-8,3 0 0,2 1 523,-22 2-535,18 2-22,15-1 17,13 1 23,14-2 5,14 1 577,18-2-627,20 0-1,-24-3 1,2 1-162,2-1 1,0 0 163,-2 1 1,-1-2 35,21 1 130,-20 0 11,-19-1-168,-24-1-40,-21-3 34,-27 1-5,17 2 0,-2 0-389,-7 0 1,-2 1 415,-1 0 1,1 1-1,4-1 1,3 1 307,-19 0-307,30 1 50,28-1-45,25-1-95,27-1-56,-13 0 0,4 1-720,8-1 1,2 1 316,9 1 0,-3 1 1,8-1-1,-6 2 1</inkml:trace>
  <inkml:trace contextRef="#ctx0" brushRef="#br0" timeOffset="114974">6191 9232 10997,'-48'1'1251,"0"-1"0,-1 1 1,5-2-1,0 0 1,4 0-541,1-2 1,4-1 330,-22-6-279,22 0-668,19 1-34,26 2-16,27-1-31,-3 4 0,5 0-529,15-1 1,5 0 521,-12 2 1,3-1 0,1 2-589,6-1 1,1 0 0,2 1 589,2 0 1,1 0-1,0 1-15,1 0 1,0 0 0,-1 0-23,-1 1 0,1 1 0,-2 0-4,0 0 0,-1 1 0,-1 0-2,-2 1 1,0 0 0,-1 0-346,-2 0 1,-1 0 0,-1 1 355,-4-1 1,-1-1 0,-2 1-1,15 0 1,-6 0-20,-15-1 0,-4 0-81,13 4 179,-53 1-79,-27 3 6,-3-4 1,-6-1-124,-12 1 1,-4-1 133,11-2 1,-2 1-1,-1-1 2,-6 1 0,-3 0 1,0 0-3,10-1 0,0 1 1,-1-1-1,2 0 4,-5 1 0,2-1 1,-4 1-2,-1 0 0,-5 0 0,0 0 1,6 0 9,3-1 1,4 0-1,-2-1 73,0 1 1,-4-1 0,2 1-1,3-1-71,2-1 1,3 0-1,2 0 19,-13-1 0,4 0 510,16 0 0,1 0-342,-26 0-168,38 0-84,0 0 1271,27-2-1182,18-3 1,28-7-15,-9 3 1,4-1-117,-5 2 0,2-1 1,3 0 81,9-1 0,2 0 0,3-1-719,-9 3 0,1-1 0,2 1 0,1 0 734,-5 0 0,3 1 0,0 0 0,-2 1 0,-4 0 0,4-1 0,-5 0 0,-1 2 0,-1 0 0,0 0 0,0 0 0</inkml:trace>
  <inkml:trace contextRef="#ctx0" brushRef="#br0" timeOffset="116765">23293 7796 19664,'-9'-57'1469,"0"1"0,0 7 0,-1 8-1121,-6 12-264,2 18-73,6 24-22,5 5 16,4 18 1,2 5-12,2 11-545,0-8 0,1 7 1,0-2 228,0 0 0,-1 1-121,0-2 1,0 4-1,-2-2-1193,0 11 1,-2-1-2496,-4-2 0,-1-3 4131,0-9 0,-1-4 0,-4 8 0,3-26 0</inkml:trace>
  <inkml:trace contextRef="#ctx0" brushRef="#br0" timeOffset="117058">23167 7993 10846,'4'-48'1302,"1"0"0,-1 0 1,1 0-1,1-10 0,0 1 1,1 6-833,2 3 1,2 5-205,-1 9 0,3 3-59,18-11 642,8 21-765,10 12-50,8 14-208,-25 1 0,0 2 168,2 4 1,0 4-43,0 2 0,-1 4-39,-1 4 0,-4 2-22,-4 3 0,-4 0 14,4 21 2,-27-17 1,-10-3 64,-27 6 11,5-13 0,-4-3-8,-3-8 0,-2-6 19,-2-1 1,0-5-77,2-2 1,3-5-594,6-1 1,3-4-6563,-7-21 7237,29-1 0,9 10 0,9 8 0</inkml:trace>
  <inkml:trace contextRef="#ctx0" brushRef="#br0" timeOffset="118065">23855 7558 22571,'54'3'44,"1"-1"1,-5 2 0,-5 6-48,-19 9 0,-4 4 3,14 23 17,-14 6-11,-15-2 39,-17-4-12,-11-8-16,-10-10 89,-4-12 96,1-9 33,5-16-5,10-11-23,9-15-39,14-7-90,11-2-61,15 3-45,11 5-129,11 7-134,7 8 73,-9 7-242,-12 9 1,1 2-247,13 0 389,-17 3 1,-1 1-104,9 1 320,-13 1 329,-13-1 185,-10-2 68,-5-3 118,-2-2 55,0-4-84,0 0-156,-2 2-236,0 4-145,0 1-12,-1 9-5,2 5-17,-2 8-6,8 3 34,5-1-17,10-3-5,7-5 56,6-8 66,3-8-32,-8-4 206,10-20-95,-18 1 28,3-16 24,-16 5-35,-11 1-62,-8 6-61,-9 7-51,-3 8-11,0 6 12,2 8-62,3 9-17,3 9 28,4 10-17,5 8-11,6 7-23,8 4-49,7 3-102,11 1-112,8-2-89,10-6-406,9-10 361,5-15 140,5-14 168,-1-18 140,-5-12 101,-12-11 12,-13-4 117,-14 1 83,-9 6 29,-5 7-56,-2 9-158,-2 9 220,1 5-348,-2 8 51,1 8-51,0 10 11,1 11-11,4 4-22,3 3 10,7-3 18,1-5 0,1-10 33,-1-11 0,3-12 0,3-13 35,3-11 26,3-12-4,0-5-29,-3-4-28,0 2-45,-2 4-44,-1 8-107,-1 10-454,0 9-1679,3 7 2290,7 10 0,-14-3 0,1 5 0</inkml:trace>
  <inkml:trace contextRef="#ctx0" brushRef="#br0" timeOffset="118258">25788 7672 19003,'0'-4'2609,"0"2"-2575,0 2-146,73-39-1930,-26 28 546,6-10 1,3 2 1495,-22 20 0,-3 3 0,4-2 0,-5 4 0</inkml:trace>
  <inkml:trace contextRef="#ctx0" brushRef="#br0" timeOffset="118425">25779 7962 24511,'42'-8'-217,"-1"0"1,1-1 0,23-1 0,-8 1 0,-10 5 0,-5 3 0</inkml:trace>
  <inkml:trace contextRef="#ctx0" brushRef="#br0" timeOffset="119932">12743 9188 9759,'-55'5'1185,"-1"-1"0,0 0 0,5 0 0,1-1 1,3 1-570,1-1 0,3 0-79,6-1 1,2 0 414,-17 1 205,24-2-882,22-1 155,24-3-228,26-3-141,-10 2 1,4-1-475,10 0 1,3 1 454,10-2 0,2 0-367,-17 2 0,2 0 0,1-1 336,3 0 0,1 1 1,1-1-520,2 0 0,1-1 0,0 1 513,0 0 1,1 0 0,0 0-10,-2 0 0,0 0 0,-1 0-346,-3 0 0,-1 1 1,-1 0 341,-5 0 1,-1 0-1,-2 1 123,12-1 1,-4 0-237,-11 1 1,-3 1 349,13-1-3976,-24 3 3747,-15 1 0,-8 0 0,-2 0 0</inkml:trace>
  <inkml:trace contextRef="#ctx0" brushRef="#br0" timeOffset="120715">16179 9171 11827,'-46'8'1377,"1"-1"1,0 0 0,0 0 0,0 0 0,2 0-804,-11 0 1,1 0-1060,0 0 1,0 0 744,3-1 1,3 0-51,4 0 0,3-1 226,7-1 1,1 1-72,-29 4-248,25-3 358,-8 0-257,21-2 113,-3-2 44,10 0 786,8-1-937,23-7-162,3 2 67,43-11-87,-22 7 0,4 1-603,-3 0 1,3-1 0,2 0 573,8 0 0,1-1 0,2 1-13,-10 1 0,1 0 0,1 1 0,0-1 5,2 0 1,1 1 0,0-1-1,0 1 2,1 0 0,1 0 0,-1 0 0,-1 0-524,-1 1 1,0-1-1,-1 1 1,0-1 516,11 0 0,0-1 0,-2 1-10,-7 0 1,-1 0 0,-1 1-3,-2-1 1,-1 1 0,-4 0 5,-2 0 1,-2 1-81,2-1 0,-6 1-239,-13 2-638,-3 0-8868,-12 1 8009,-5 2 1,-1-1 0,0 1-1</inkml:trace>
  <inkml:trace contextRef="#ctx0" brushRef="#br0" timeOffset="123258">28913 6386 19272,'0'3'963,"1"0"-2229,-1-3-1131,-2 0 2397,-3 1 0,2 0 0,0 0 0</inkml:trace>
  <inkml:trace contextRef="#ctx0" brushRef="#br0" timeOffset="126208">27127 7651 12377,'0'-4'6099,"0"1"-3696,0 3-2146,-76-32 23,36 25-210,-6-10 0,0 2 199,-1 15-34,5 0-4,-12-3 43,3 0 34,9-4 162,7-3-330,17 4 73,7-2-73,10 3-89,4 1-46,1 0 6,4 3 6,-2 2 22,1 6 6,-3 13 22,-2 11 34,-10 18-6,-8 8-27,-3-6-26,4-16 0,0 1-26,3-6 1,0 1 0,-3 13 0,2 2-240,4-10 0,2 0 228,5 4 1,4-3-23,8 7 11,21 0-44,6-17-118,19-1-457,-15-17 1,3-5-961,-5-4 0,2-3 1012,14-5 0,-4-2 0,-2-3 1,-5-2-1</inkml:trace>
  <inkml:trace contextRef="#ctx0" brushRef="#br0" timeOffset="126425">27551 7672 16538,'1'-4'5876,"1"0"-3967,-2 4-1819,2-9-17,-6 28-34,-1 4-11,-8 37-56,5-27 0,1 0-367,-1 3 0,0-1-392,0 1 0,1-1-1078,-4 19 1865,7-18 0,0-4 0,2-8 0,1 10 0</inkml:trace>
  <inkml:trace contextRef="#ctx0" brushRef="#br0" timeOffset="126626">28021 7996 23825,'-40'48'-1243,"7"2"-3199,22-1 3026,5-6 1,4-15 0,1-13 0</inkml:trace>
  <inkml:trace contextRef="#ctx0" brushRef="#br0" timeOffset="127074">28723 7719 17664,'0'-8'5080,"0"2"-3909,-1-56-499,-3 40-513,3-13 1,-2 5-71,-5 24-49,-5 15-1,-6 13-17,-10 18-14,10-14 1,1 3-275,-2 5 0,0 1 268,1 2 1,0 1-14,2 1 0,2 0 5,2-2 1,3 0-9,2-3 0,3 0-150,5 26 119,12-10 45,10-14 0,1-14 39,21-15 17,-11-16 39,16-11 0,-16-11 583,-10-4-516,-10-1 87,-14 5-176,-13 4-28,-11 9-17,-9 8 6,-4 6-12,0 10-33,2 8-62,4 8-196,6 6-387,11 5-828,11 2-2470,17-1 3954,16-2 0,-10-14 0,3-5 0</inkml:trace>
  <inkml:trace contextRef="#ctx0" brushRef="#br0" timeOffset="127898">29326 7652 23506,'-1'-36'515,"11"6"-392,32 30-16,3 0-63,2 0 18,-1 0 16,-6 0 23,-5 0 39,-9 0 67,-5 1-156,-8-1 22,-4 3-29,-5-1 24,-1 4-7,1 5-5,0 6 6,-1 8-1,0 10-4,-2 9-18,0 12-293,-1-25 0,0 2 262,-1 2 1,0 2-7,-1 0 1,-2 1 5,-1 0 1,-2 0-4,-2-1 1,-2-1-3,-1-2 0,-2-1-1,-3-2 1,-1-3-6,-2-2 1,-2-2-7,-3-2 1,-1-3-48,-3-2 0,-1-2-211,-2-2 1,-2-4-1440,0-1 1,-1-3 1705,-23 2 0,23-6 0,16-1 0</inkml:trace>
  <inkml:trace contextRef="#ctx0" brushRef="#br0" timeOffset="139433">14933 1161 23613,'-64'0'2291,"1"0"1,0 0 0,9 0-926,18-1-927,3 1-480,19-1-3,14 1 321,11 2-203,11 2-245,12 3 550,13 2-379,15 1 0,-25-6 0,4-1 0,7 0 0,2-2 0,11-2 0,3-1-717,-13-1 1,1 0 0,2 0 582,-8-1 1,1 0 0,1 0 0,1 0 36,5-1 0,0 0 0,1 0 0,1 0 28,2-1 0,1 1 1,0-1-1,0 1-486,0-1 1,1 1-1,-1-1 1,1 1 345,-3-1 1,0 1 0,0 0 0,-1 0-30,-4 0 1,-1 0 0,0 0 0,-2 1-36,10-2 1,-1 1 0,-2 0-189,-9 0 0,-2 1 1,-2 0-122,9 0 0,-4 1 244,-14 0 0,-3 2-906,6 0 1766,-22 5-3037,-25 2 2411,-8 3 1,2-3 0,3-1 0</inkml:trace>
  <inkml:trace contextRef="#ctx0" brushRef="#br0" timeOffset="157473">19443 8618 18324,'-57'-22'737,"0"0"1,5 1 0,4 8-553,4 16-129,8 5-51,14 8 12,11 8 22,15 5 12,9 7-23,13 4 0,8 2 0,4 0-363,5 0 330,-1 0 22,-3-3-6,-9-3 73,-12-7 89,-20-5-21,-23-5-52,-22-3-52,15-9 0,-2-1-217,-3-1 0,-1-1 186,1-1 0,1-1 33,-27-1 276,18-8-645,19-5-946,20-12-2488,21-7 3753,22-8 0,-14 17 0,5 1 0</inkml:trace>
  <inkml:trace contextRef="#ctx0" brushRef="#br0" timeOffset="157700">19580 8632 23091,'3'-52'152,"0"23"-136,-3 72 7,8 16-9,-3-26 0,1 1-247,2 2 1,2 0 153,-1-1 1,-1 1-317,1-3 1,-2 1-819,-2-2 0,-2-1-3906,-1 24-3943,-14-10 9062,2-20 0,-2-9 0,6-15 0</inkml:trace>
  <inkml:trace contextRef="#ctx0" brushRef="#br0" timeOffset="158649">19577 9037 18722,'5'-46'1107,"1"0"0,-1 4 0,2 6-775,12 6-299,-3 12-5,14-3-5,0 13-23,16 1-6,8 3 6,-18 3 0,0 0-6,12 1 1,12 0 33,-34-1 78,-1-1 40,-12-1-23,-9-1 73,-14-1-90,2 1 135,-14-1-17,4 4-89,-5 1-68,1 6-56,5 6 0,7 7 12,6 2-12,12 4 0,8-2-5,7 0 22,10-5 11,-12-7 28,8-5 11,-11-13-33,0-1 101,8-23-101,-13 13 145,8-29-61,-16 17 44,0-12 57,-10 13 28,-3 5-67,-8 8-135,-1 8-45,-1 8 0,-4 13-5,0 10-18,-5 13 1,3 8-6,7 5-27,9 2-80,10 1-229,12-3-638,25 0 100,5-17 246,-13-19 1,0-3 504,13-4 56,12-16 118,-14-10 156,4-13 420,-8-16-44,-16 4 44,-5-3 668,-6 4-1189,-6 23-72,1 0 11,2 34-28,-1-2 674,9 23-635,6 16-28,1 6-316,-2 2 299,-6 1-5,-8-15 0,-2 11 16,-4-18 124,-15 0-17,3-24-22,-14-9-74,12-12 52,-6-31-35,12-17-28,3 19 1,2-2-102,4-6 0,3 1 101,2 3 1,2 3 5,7-21 0,0 11 6,4-2-11,2 7 10,7-4-44,1 19 6,-2 19 11,-4 5-28,20 17 39,-12 5-17,13 15 34,-21 1-1,-10-5 494,-22 4-493,-17-9-23,-4-8 0,-2-1-5,-16 4-118,11-8 1,2-4-909,-2-2-2867,2-1 3904,16-6 0,12 1 0,6-2 0</inkml:trace>
  <inkml:trace contextRef="#ctx0" brushRef="#br0" timeOffset="158857">21029 8809 23159,'40'-20'-929,"-8"9"0,-2 3 0,-6 4 1,14-1-1</inkml:trace>
  <inkml:trace contextRef="#ctx0" brushRef="#br0" timeOffset="159216">21405 8627 17300,'-1'-5'5450,"-1"2"-4627,2 3-504,6-70-156,6 46-133,-3-16 1,3 4-14,16 28 5,4 4-5,0 10 11,-6 3-11,4 22-28,-17-1 22,-1 19 6,-23-2 0,-15 3-9,6-25 0,-4-1 3,-2-1 1,-2-1 2,0-2 0,0-2 3,-24 14-1,15-7-16,14-4-11,19-7 34,20-2-12,18-5-39,23-1-461,-18-4 1,2 1 115,6 0 1,3 2-625,3 1 0,1 1-1557,-1 1 0,-2 1 2554,-9-1 0,-4 1 0,9 2 0,-25-5 0</inkml:trace>
  <inkml:trace contextRef="#ctx0" brushRef="#br0" timeOffset="159450">19394 9559 20660,'-45'18'1442,"1"-1"1,-7 12-698,87-18-535,11-6 0,10-4-1537,-5-1 1,6-1 0,2-1 1345,-4 1 1,1 0 0,3-1 0,0 0-344,-5 1 1,0-1 0,2 0 0,1-1-1,0 1 326,-6 1 1,1-1 0,1 0 0,0 0 0,0 0 0,1 1-200,2-1 0,1 0 0,0 0 1,1 0-1,0 0 0,-1 1-274,2-1 1,0 0-1,0 0 1,0 0 0,1 0-1,0 0 385,2-1 0,2 1 0,0 0 0,-2 0 1,-2 0-1,-6 0 0,1 0 0,-5 0 1,-2 0-1,-1 1 0,8-1 0,0 0 1,0 0-1</inkml:trace>
  <inkml:trace contextRef="#ctx0" brushRef="#br0" timeOffset="162199">23177 9325 22901,'10'-52'756,"0"0"0,-1 6 0,-2 10-582,-5 22-123,0 10 10,1 11 1,3 13-29,1 14-21,1 12 4,-2 7-16,-2 1 12,-6-1 10,-5-7 28,-4-9 57,-4-13 50,3-11-1,1-14-44,6-14-28,2-14 6,7-11-23,8-10-28,10-5-14,-8 25 1,2 1-10,2 2 1,1 1 0,19-15-11,-2 17-6,-3 13 39,0 12-39,2 10-28,3 9-50,8 21 22,-16-9-96,6 17-55,-21-17-11,-1 4 61,-7-8 84,-5-9 101,-2-8 6,0-7-1,2-8 35,4-4 21,3-5 107,3 2-173,-3 4 27,0 2-28,-2 5-22,4 1 12,8 2-68,6 3 16,17 1 52,-11-2-12,22-1 11,-11-4 0,14-8 11,-1-8 34,-3-19-33,-20 8 83,-8-13 23,-24 18-11,-13-4-1,-14 7-10,-15 5 5,-9 7-28,1 6-45,5 9-11,11 7-39,10 17-6,13 3 6,8 1-101,13 5-191,12-2-619,12 9 465,-13-24 1,2-1-471,10 0 0,2-3 59,-2-7 0,0-2 534,0 0 1,1-4-12,1-6 1,0-5 266,16-9 377,-16-1 1,-1-3 479,15-17 207,-4-9-488,-21 15 443,-1-3-151,-6 9-124,1-1-156,-4 6-218,-6 8-169,-4 6-28,-8 11 233,-6 9-266,-9 13-12,-19 19-67,-1-2 1,-1-1-18,2-7 23,15-17 33,2-3 17,13-20 34,14-15 50,11-16-39,1 3 129,12-10-17,-4 13 6,12-5-163,-12 14 23,11 7-57,-21 13 12,14 10 28,-10 8 39,15 21-95,-10-11 19,-1-5 0,1-1 9,1-5-39,24 11 5,-7-21 23,0-8 5,4-15 22,-12-19-44,-10-3 25,-10 6 0,-1-2-3,-3 0 1,-1-2-452,4-20 1,-1-3 464,-3 8 0,-1 1 34,-1-5 0,-2 2-46,-2-11 94,-5 24 78,-4 12-57,0 16-122,0 3 28,-1 20-23,1 11 913,-2 8-913,-2 22-56,3 2-90,2-8 1,1 4-1392,2-5 1,1 0 1231,1 0 0,3-2-737,4-1 0,2-4-4595,14 18 5626,-11-29 0,0-2 0,4 4 0,-8-19 0</inkml:trace>
  <inkml:trace contextRef="#ctx0" brushRef="#br0" timeOffset="162358">24916 9389 18582,'0'-3'4537,"0"1"-4189,0 2-292,60-44-292,-11 28-2,-7-8 0,3 0-4678,4 17 1,-4 5 2920,-2-2 0,14 0 0,-47 4 0</inkml:trace>
  <inkml:trace contextRef="#ctx0" brushRef="#br0" timeOffset="162573">25659 9231 21450,'-3'-4'3473,"1"0"-2974,2 4-808,68-44-212,-35 34-3307,26-10 0,4 6 3126,-17 23 1,9 3-1,-37-6 1</inkml:trace>
  <inkml:trace contextRef="#ctx0" brushRef="#br0" timeOffset="162749">25672 9470 25976,'57'-11'-187,"0"0"1,2 1-1,0 3-1138,-5 2 1,2 3 616,-10 0 0,2 1 1,-4 0-1,-4 0 1,-3 1-1,0-1 1,0 1-1</inkml:trace>
  <inkml:trace contextRef="#ctx0" brushRef="#br0" timeOffset="163257">27196 9199 24923,'-36'-29'239,"-1"-1"0,4 2 0,4 8-93,5 16-40,-1 1-33,-3 0-12,-2 3-21,0-1-46,1 2 17,3 1 0,5 3-22,3 3 28,4 5 33,2 4-16,3 7 16,1 6 29,1 8 5,-1 6-6,-3 5 17,-4 5-5,-3 2-23,0 3-1772,2-3 1717,6-13 4,10 13-206,17-22-588,18 14-569,-9-31 1,5-3-1880,4-1 0,3-3 2700,-2-2 1,-2-2 0,12 0 0,-19-4 0</inkml:trace>
  <inkml:trace contextRef="#ctx0" brushRef="#br0" timeOffset="163733">27515 9445 17434,'1'-5'6716,"1"0"-4291,-2 5-2290,-13-57-40,1 50-28,-15-37-5,3 72-23,-3 11 6,1 9-40,4 6-22,10 1-450,9-5 445,8-15-68,23 7 6,2-19 23,18 6 44,-4-18 23,0-9-1,-4-11 12,-8-9 0,-11-10 5,-10-9-16,-15-8 11,-9-7 87,-10-2-59,-4 0 11,-1 3 22,3 6 28,6 7-16,6 9-40,7 9-22,8 7-33,7 8-23,11 2 379,10 8-345,8 6-28,5 11-62,-2 8-62,-4 8-145,-11 8-314,-12 6-672,-16 4-1950,-12-1 3227,-13-1 0,11-26 0,0-6 0</inkml:trace>
  <inkml:trace contextRef="#ctx0" brushRef="#br0" timeOffset="163949">27972 9688 22890,'-2'-3'3372,"0"0"-2745,2 3-594,-8-15-33,8 25-106,-6-4-756,8 33-3525,-1 6 4387,-2-5 0,1-15 0,-1-11 0</inkml:trace>
  <inkml:trace contextRef="#ctx0" brushRef="#br0" timeOffset="164183">28514 9366 27006,'8'12'-201,"-18"39"-258,0-19 1,-1 3-279,-8 16 0,-1-2-2993,-4 10 3730,11-24 0,1-1 0,-1 2 0,8-10 0</inkml:trace>
  <inkml:trace contextRef="#ctx0" brushRef="#br0" timeOffset="164540">28933 9535 26766,'-42'-22'113,"0"0"1,4 4 0,7 14-80,15 63-29,8-16 1,3 13 0,14 0-23,4-11 8,-1-10 1,2-3-9,7 2 0,2-10-5,-10-20 33,7-13 6,-1-10-17,13-23 22,-11 7 9,-7 2 0,-3 0-9,-4 2 1,-1-24-34,-10 24 5,-6-7-56,-2 15-240,-1 6-84,7 16-1637,3 11 2023,11 7 0,-6-4 0,8 0 0</inkml:trace>
  <inkml:trace contextRef="#ctx0" brushRef="#br0" timeOffset="164924">29427 9378 25115,'45'-19'30,"0"0"0,-7 1 0,-2 5-13,15 15 534,-18-2-517,-10 3-34,-8-1 204,-5 4-142,-1 6 75,-2 7-75,1 9-34,-3-3 258,0 13-241,-1 1-6,0 15-11,-1 8-14,-6-20 0,-2 0-14,-4 16 14,-8-8 0,-5-4-25,-4-8-1792,-11-1 1,-3-4 1623,0-10-367,1-4 0,-2-3 396,-17-3 1,17-3 0,6-6 0</inkml:trace>
  <inkml:trace contextRef="#ctx0" brushRef="#br0" timeOffset="166173">28656 8409 19238,'-4'-3'3131,"2"1"-1860,2 2-1204,13-27-33,14 22 0,19-19-40,10 31-22,-3 2 11,-10-1 23,-16-1 55,-14-1 29,-16-2-12,-15 0 1,-18-1-6,-18-1-20,21-1 0,-1 0-160,-2 1 0,-1 0 227,1 0 1,1 2 108,-28 3-111,15 3-45,16-1 5,17 1 51,13-2 34,16-2-68,18-1-33,18-3-46,-19-2 1,3 1 19,2-2 0,0 0-22,0-1 0,1 0-6,1-1 1,-3 0 13,11-2 96,-6-3 5,-30 3-50,-10-2-17,-19 0-17,-36 1-28,10 3-5,7 2 0,0 0-18,-1 1-72,2 2-464,25 4-9283,39 3 7454,-6-2 1,11-1 0,-25-5-1</inkml:trace>
  <inkml:trace contextRef="#ctx0" brushRef="#br0" timeOffset="167566">27249 10164 15513,'-5'0'7164,"1"-1"-5893,4 1-1136,-5-33-1,33 22 12,22-24-121,-16 31 0,2 5-178,6-2 1,-3 0 168,8 1-27,3 2 6,-19-1 49,-1 1-16,-18-1-11,-24 0 34,-23 0-23,-5 0-370,4 0 1,-2 1 405,1 1 1,-2 1 173,-22 1 0,-1 1-101,14 0 1,1 0 57,3 0 1,4 0-84,0 4-22,31-2 56,16 0 83,46-1-201,-16-4 0,2-1-235,4 0 0,2-1 221,11 0 0,0-1-272,-8 0 1,0 0 262,11 0 1,0 0 0,-1 0 0,-4 0 2,-19 0 0,-3 0-456,17 0-370,-49 0 818,-33 2 0,17-2 0,-17 2 0</inkml:trace>
  <inkml:trace contextRef="#ctx0" brushRef="#br0" timeOffset="171299">4215 7869 15765,'45'-44'1749,"-1"1"1,-1 1-1,-10 8-645,-23 18-242,-1 2-341,-6 7-302,-8 4-141,-16 10-78,1 0 6,-28 15 5,2 5-185,15-9 1,-4 3 153,-13 8 0,-1 0-406,4-4 0,0 0 420,1-1 0,-1-1-2,3-4 0,2-4 19,-20 0-6,26-8 1,2-1 28,-15-3-23,23-3-11,13-1 334,16 0-340,6 0 911,18 6-888,0 7 0,7 13 0,-13 1 33,-5 19 29,-11 6-460,-5-14 1,-3 3 433,-3 6 1,-4 2-25,-1-2 1,-3 2 0,1 1-23,0-3 1,-1-1 0,1 1-493,-2 0 1,1-1 0,0 1 510,1 0 0,1 0 0,1 1 22,1-1 1,1 1 0,1 0-21,0 0 0,1 0 0,1 0-4,0 4 0,1 0 1,2-4-307,4 6 1,3-4 278,-1-13 0,2-1 6,5 1 0,3-2-28,2-6 0,3-1-132,23 18-228,-16-24 1,2-7-2405,32-15 2789,-3-11 0,-18-1 0,-15 2 0</inkml:trace>
  <inkml:trace contextRef="#ctx0" brushRef="#br0" timeOffset="176240">6479 12087 11971,'-55'1'216,"-1"1"0,1-1 1,9 0-1,2 0 1,3-1 110,-9 0 1,10-4 24,16-7-66,61-8-59,3 7 0,8 3-571,-7 2 0,4 1 0,2 2 536,7 0 1,1 0 0,2 2-680,6 0 0,0 0 1,1 2 529,-13 0 0,1 0 1,0 1-1,1 0 3,1 0 0,1-1 1,0 1-1,0-1-503,4 1 0,-1 1 1,2-2-1,0 1 553,-9-1 0,1-1 1,1 1-1,0-1 1,1-1 16,4 1 0,1-1 0,1-1 0,0 1 0,1-1-296,-5 0 1,0 0 0,1-1 0,1 0 0,0 1-1,1-1 220,-5 0 1,1 0 0,0 0 0,1 0 0,0-1-1,1 1 1,0 0-113,3-1 1,1 0 0,0 1 0,1-1 0,0 0-1,0 0 1,0 0 90,-5 0 1,1 1 0,-1 0 0,1-1 0,0 1 0,0-1 0,0 1 0,1-1-33,0 1 1,0-1 0,1 1 0,0-1 0,-1 1 0,1-1 0,0 1 0,0-1 25,0 1 1,0-1-1,0 1 1,0-1-1,0 1 1,0 0 0,0 0-1,0-1-5,-1 1 1,0 0 0,-1 0 0,1 0 0,-1 0 0,0 0 0,0 0 0,0 0 2,-1 0 0,-1 0 1,0 1-1,1-1 1,-2 0-1,1 1 1,-1-1-1,1 1 0,4 0 1,0-1 0,0 1 0,0-1 0,-1 1 0,0 0 0,0 0-1,-3 0 1,0 0 0,-1 1 0,1-1 0,-2 1 0,1 0-1,-1 0 17,6-1 1,-1 1 0,-1 0-1,0 0 1,0 0 0,-1 1-45,8-1 0,-2 1 0,0 0 0,0 0 0,-2 0-142,-4 0 1,-2 0 0,0 1 0,0-1-1,-2 1 161,11-1 0,-1 1 0,-3-1 0,-5 1 0,-9 0 0,-4 0 0,-2 0 0,6-1 0,0 0 0</inkml:trace>
  <inkml:trace contextRef="#ctx0" brushRef="#br0" timeOffset="178266">22844 11377 23489,'26'-37'158,"0"0"1,3-1 0,2 3-64,5 4 0,1 1-876,0-5 1,-1-1 853,-1-3 0,-1-3-20,-3-2 0,-1-1 9,-3-1 0,-3 0 27,-3 3 1,-3 1 63,-6 7 1,-2 2-36,1-10 485,-22 11-563,-4 23-18,-16 10 6,0 22-22,-3 21 10,6-2-13,8 0 0,1 3-6,7-12 0,1 0 193,-5 16 1,2 1-191,5-10 0,3-1-3,1-3 0,2-1 3,4-2 0,1-2-5,10 23 16,8-13 0,-1-16 425,19-13-380,-4-19 5,18-11 35,-8-13 44,-4-5 16,-11 2 63,-9 3 5,-11 8 484,-4 7-602,-5 8-106,0 5-5,-3 16-1,2 2-11,0 16-140,6-1-291,4 2-751,6-2-2111,4-4 3310,3-9 0,-10-8 0,0-7 0</inkml:trace>
  <inkml:trace contextRef="#ctx0" brushRef="#br0" timeOffset="178456">23687 10888 17210,'-2'-4'4873,"1"1"-3573,1 3-1603,-19-24-3903,21 29 4206,8 3 0,3 11 0,14 11 0</inkml:trace>
  <inkml:trace contextRef="#ctx0" brushRef="#br0" timeOffset="178866">23952 10896 17916,'0'-4'5086,"0"0"-3317,0 4-1679,-39-45 5,39 40-33,-21-27-34,54 58-6,10 10-5,-1 8-28,-6 5-17,-14 4-73,-19 0-157,-19-3-290,-17-6-567,-12-8-840,-5-10-409,1-11 387,7-17 885,8-16 801,12-16 487,12-14 700,6-8 706,11-4 196,1 7-163,4 12-391,0 14-482,-3 10-359,-1 7-190,-1 6-107,1 9-61,0 9-45,-1 15-123,0 12-387,-4 11-1322,-1 9-1220,-2-11 3052,0 3 0,0-33 0,0 0 0</inkml:trace>
  <inkml:trace contextRef="#ctx0" brushRef="#br0" timeOffset="179140">24315 11162 20945,'19'-45'570,"0"1"0,0 0 1,0-1-1,5-11 1,-2 1-1,-4 4-253,-6-1 0,-3 4-361,-2 3 0,-2 1 231,-3 7 1,-2 3 483,-8-17-503,-4 21 113,-5 16-253,1 15 157,-1 17-185,-1 20-17,3 20 14,9-22 1,2 3-254,1 5 0,3 2 236,3 3 0,3 0-53,1 1 1,3 0-136,3-1 1,2 0-249,1-3 0,2-1-820,0-4 0,2-1-2673,-1-6 0,1-3 3949,12 14 0,-13-22 0,-9-14 0</inkml:trace>
  <inkml:trace contextRef="#ctx0" brushRef="#br0" timeOffset="179307">24396 10940 23965,'37'-27'-353,"0"1"1,0 0 0,4 1 0,1 1 0,-5 8 0,16 13 0,0 0-1</inkml:trace>
  <inkml:trace contextRef="#ctx0" brushRef="#br0" timeOffset="179507">25052 10834 22015,'-5'0'2801,"1"0"-2672,4 0-1064,85-43-3373,-27 32 4308,-15-1 0,6-4 0,-7 6 0,4 11 0,-7 3 0</inkml:trace>
  <inkml:trace contextRef="#ctx0" brushRef="#br0" timeOffset="179666">25137 10969 24570,'14'11'-1372,"28"-7"-1897,-9-10 1,4-3 2136,2 0 0,0 1 0,12-4 0,-23 5 0</inkml:trace>
  <inkml:trace contextRef="#ctx0" brushRef="#br0" timeOffset="180066">26297 10553 19580,'0'-5'3416,"0"1"-1310,0 4-2039,-65-44 0,37 33-73,-9-12 1,-1 3 22,8 25 50,-4 6-45,-4 3 18,-3 7 33,11 0-34,8-2 17,1 7 62,6 10 22,-2 6-236,-3 15 314,-2 0-94,1-9-29,4-16 0,-2 1-11,2-5 0,-1 2-3,-8 15 0,2 2-50,5-8 0,3 1-1039,1 7 1,4-2 1012,11 11-12,8-22 1,8 0 9,17 1 0,7-2-48,4 2 0,5-2-525,-5-7 1,3-1 0,0-3 147,-2-4 0,1-3 0,0-1-2024,0 0 0,1-2 1,-1-1 2445,13 2 0,-5-2 0,-17-4 0,-6-1 0,3-2 0</inkml:trace>
  <inkml:trace contextRef="#ctx0" brushRef="#br0" timeOffset="180666">26864 10785 24620,'19'-43'355,"0"0"0,1 4 0,-10 9-282,-14 22-40,-6 4 6,-11 8-22,-9 7-6,-13 7-16,-11 8-232,25-13 1,0 1 230,-28 15 23,10-3 16,10-4-44,8-1-17,9-3 51,5 3 33,6 4 16,3 5 519,3 7-484,3 7-18,-1 5-22,1 7-33,1 4-17,3 0-17,5-4-23,6-10-94,9-8-314,13-11-45,-2-11-2869,5-10 1,2-3 3344,12-2 0,8 0 0,-36-2 0</inkml:trace>
  <inkml:trace contextRef="#ctx0" brushRef="#br0" timeOffset="181549">27174 10912 14465,'2'-5'7136,"1"1"-6399,17-25 0,4-6 293,-3 5-647,5-9 1,-1 1 199,-14 16-168,-6 8-219,-6 7-96,-5 5-32,-6 10-29,-1 1 39,-16 32-50,17-11-11,-6 9 61,19-20 79,2-15 56,0-3-39,0-2-113,0-4-22,0-4-5,1-4-6,-1-1-17,1 0-11,-2 1 17,2 1 0,-2 2-6,2 2 39,-3 3-27,1 2-18,-2 1-5,1 2-5,-1 9-18,-3 5 29,-2 15-12,-4 7-22,-4 9 34,-1 5-28,-2 4-57,4 1-279,2 1-1003,4-1-2902,3-4 3739,2-10 0,1-18 0,0-12 1</inkml:trace>
  <inkml:trace contextRef="#ctx0" brushRef="#br0" timeOffset="181873">27688 11095 19580,'1'-3'4783,"0"1"-3411,-1 2-1372,10-10-33,-9 21-253,6 1-947,-13 29-8598,-8 17 7373,5-21 0,-3-1 1,10-30-1</inkml:trace>
  <inkml:trace contextRef="#ctx0" brushRef="#br0" timeOffset="182307">28359 10804 22526,'0'-7'2845,"0"1"-2195,0 6-309,0 0-234,-25-41-68,5 49-39,-16-33-6,5 73 18,5 3-283,12-17 1,0 2 292,3 1 1,2 2-29,3 9 1,2-1-18,2-14 1,3-1-100,3 10 0,4-2 105,11 2 23,8-1 11,0-18 33,-2-16 40,-1-18-34,-4-12-6,-4-12 550,-6-6-561,-4-1 274,-14 4-301,-5 12-12,-4 10 16,-9 13-16,4 11 12,-8 7-186,0 19-453,12 2-28,4 1-2247,17 2 2902,14-7 0,-8-10 0,7-3 0</inkml:trace>
  <inkml:trace contextRef="#ctx0" brushRef="#br0" timeOffset="182683">28851 10852 24883,'29'-42'248,"0"-1"1,0 5 0,-2 8-193,5 21 11,9 4 51,-8 4-34,18 1-68,-10 4 29,2 3-22,-19 1-1,-2 8 17,-12 3-5,0 22-17,-9 3-1,-3-12 1,-1 0-208,-2 1 1,1-2 195,-6 25-13,5-20 0,0 2 2,1 4 0,0 1-22,0 0 0,0 0-59,0 6 1,-2-2-113,-1-12 0,-1-4-177,-9 16-1096,-21-1-3444,8-29 1,-1-2 3148,-14 9 1,-2-8-1,39-14 1</inkml:trace>
  <inkml:trace contextRef="#ctx0" brushRef="#br0" timeOffset="182899">29613 11493 20856,'0'5'2297,"0"-2"-1474,0-3-5303,-58 65 4480,30-39 0,-4 9 0,3-3 0,15-22 0</inkml:trace>
  <inkml:trace contextRef="#ctx0" brushRef="#br0" timeOffset="183583">30349 10786 22694,'16'-46'784,"0"0"0,-1 5 0,-4 8-465,-10 18-145,-2 5-101,-2 6-39,-5 2-12,-7 5-16,-9 1 5,-9 4 11,-6 2 1,0-1-18,6-2 1,7-1-1,8 0-5,5 0 17,2 3 0,1 0-11,-1 3 16,-3 3 51,0 3-6,-4 7-11,0 5-11,0 7 16,1 5 29,2 7-17,3 5 11,3 5-256,6-26 1,1 0 182,0 0 1,1 1 2,2 1 0,1-1-12,2 0 1,1-2-20,16 27-106,14-9-140,-11-28 0,5-4-499,4-2 0,4-4-1549,5-3 1,1-3 1658,-2-3 0,-3-2 0,12-1 0,-21-1 0</inkml:trace>
  <inkml:trace contextRef="#ctx0" brushRef="#br0" timeOffset="184099">30796 11006 26138,'-13'-27'157,"-1"16"-106,-4 47-7,1 9 1,-2 5-45,5 0 6,4-1-12,10-6-16,12-6 11,12-9-12,11-10 12,8-9 5,3-10 12,-1-8 5,-6-10-16,-9-11 5,-11-10 5,-13-8 6,-16-6 1,-15 0 4,6 26 1,-3 2-141,-2 0 0,-2 1 154,1 0 1,0 1 76,-17-18 5,13 4-51,15 10-50,10 5-11,15 6 0,14 5 0,17 5-5,11 6 321,3 8-311,-5 8-38,-12 8 16,-13 8 6,-13 7-17,-11 7 5,-13 8-100,-10 5-126,8-28 0,-1 0-638,-1 0 0,2 0-1225,2 0 1,1 0 1879,-2 18 0,6-17 0,5-15 0</inkml:trace>
  <inkml:trace contextRef="#ctx0" brushRef="#br0" timeOffset="184306">31376 11237 26525,'-2'5'-303,"-3"11"-856,-14 33-4044,1 3 5203,5-7 0,5-18 0,5-12 0</inkml:trace>
  <inkml:trace contextRef="#ctx0" brushRef="#br0" timeOffset="184539">31708 11001 24015,'-6'-45'763,"1"-1"1,0 6 0,1 9-635,3 21-118,-1 10 29,-3 11-46,-3 13-78,-4 16-218,-1 14-206,6-22 1,0 2-4027,-1 12 1,1 0 4211,2-11 1,0-1 0,-4 26 0,6-39-1</inkml:trace>
  <inkml:trace contextRef="#ctx0" brushRef="#br0" timeOffset="184899">32011 11118 24463,'-8'-41'500,"0"0"1,3 4 0,-4 11-456,-10 23 22,1 12-11,4 7-28,-3 12 5,2 7-44,4 19-22,6-6 16,5-1-28,9-11 11,4-14 18,5-3 38,8-11 6,-3-13-11,0-4 61,0-15-22,-6-5-5,5-25-18,-9 13 18,1-17 10,-10 23 6,-2-2-55,-7 10-29,-5 10-263,-6 9-723,3 12-420,2 3 1423,5 15 0,4-14 0,1 5 0</inkml:trace>
  <inkml:trace contextRef="#ctx0" brushRef="#br0" timeOffset="185373">32300 10808 24469,'6'-40'312,"-1"-1"0,0 2 0,1 11-200,2 22-39,12 1-62,5 2 17,14 4-34,2 2 17,-8 0 29,6 3-24,-12-1 7,-4 0-1,-8-1-5,-12-1-6,-3-1 6,0 3 5,-2 8-10,1 4 27,-2 10-22,3 6-29,1-3 7,1 5 19,6 4 0,2 3-9,-4-8 1,0 1-413,4 22 0,0 1 418,-6-14 1,-1-4-12,-1 23-3,-4-29 0,-4-2 26,-17 20-23,-10-4-146,10-25 1,-3-3-230,-19 3-1435,1-10-1573,11-6 2620,5-5 0,18-2 0,1 0 0</inkml:trace>
  <inkml:trace contextRef="#ctx0" brushRef="#br0" timeOffset="185923">32680 10630 15978,'0'-7'4761,"0"1"-3625,0 6-793,0 0 323,69-36-431,-24 25-574,7-8 1,3 2 405,-20 15 0,-2 3-11,2 1 0,0 1 22,-2 0 1,-1 2 16,25 6-33,-14 3 5,-14 0 84,-14 2 101,-8 3 642,-11 5-692,-3 7 102,-4 6-237,-1 6 1,3 6 4,4 7-189,3-24 1,1 0 135,2 4 1,1 2-370,2 4 0,1 1 372,3 3 1,0-1-12,0 1 0,0 0 6,-1-4 0,-4 0-12,-4-3 1,-5-3-188,-4-2 0,-5-2 162,-7-2 1,-4-3-127,-8-2 1,-3-2-1259,-7-3 0,-4-3 1404,-13-2 0,2-2 0,25-5 0,1-2 0,1-2 0,0 0 0</inkml:trace>
  <inkml:trace contextRef="#ctx0" brushRef="#br0" timeOffset="188708">19182 12396 16913,'0'-4'4514,"0"0"-2788,0 4-1104,-79-44-2224,32 32 1678,-2-12 0,-2 4 125,-7 28 545,16 7-656,-9 18-62,23-1 331,14 9-347,20-15 16,18 6-17,10-6-11,19 7 442,-22-17 1,1 1-438,10 5 1,-1-1-4,-12-6 1,-2 0 3,10 8 0,-3 1-12,-1 6 17,-4 6 17,-30-1-5,-24-12-7,-10-3-16,-22-8-5,7-7 2,19-4 0,-2-1-123,-2-5 0,1-4-826,-15-15-1490,7-20-174,26 5 2616,19 4 0,4 2 0,-3 8 0,11-13 0</inkml:trace>
  <inkml:trace contextRef="#ctx0" brushRef="#br0" timeOffset="189858">19290 12164 24883,'18'6'364,"-4"11"-336,-12 13 0,-4 4-33,7 28-641,1-24 1,2 1 538,2-5 1,2-2-177,1 2 1,0-2-178,10 15-1102,2 3-3890,-10-18 70,-3-7 2462,-6-12 3116,-6-23 645,-2 0 1796,-2-15 2427,-3-5-2420,-3-1-192,-1-6-1141,1 9-813,5 7 466,0-1-421,10 3-447,6 1-68,14 1-51,9 9 6,-1 2-55,19 2-108,11 1 124,-31 2 0,1 0 25,2-1 1,-1 0 24,8 0 51,-16-3-17,-14 2 73,-14-7 11,-10 4 33,-10-4 18,-5 5 83,-3 3-111,8 3-3258,-9 9 3168,16-2 39,-7 18-39,17-8-34,6 11 0,6-10-11,16 3 22,11-9 3387,3-3-3403,9-8 11,-9-13-6,-10-2 73,4-23-28,-18 3 11,1-16 11,-18 6 23,-9 5 6,-9 10-7,-5 11-4,-4 9-18,-2 11-11,-1 9-39,3 10-33,3 12 16,8-4 6,5 15-57,11 8-16,9 3-205,2-23 0,4 0-411,22 20 50,-1-13-1201,2-11 0,3-4-488,-7-10 1,1-2 968,5 4 1,3-3-891,9-9 0,0-7 2804,10-13 752,-18 3 1,-3-4 2506,2-20-565,-15-3-947,-13 1-718,-5 3-244,-4 5-618,-4 5-240,0 6-152,-3 7-201,2 6-102,1 6-27,0 4 11,1 22-11,1 7-11,0 10-6,2 17 2,1-21 1,1 3-421,1 2 0,0 1 409,2 10 1,0-1-15,-1-11 1,1-2-35,-2-6 0,1-3 18,0 15 11,-2-24 28,-7-21 0,-3-18-6,-4-16 12,-3-19-6,3 4 2,2-1 1,1-3-41,2 12 1,1-2 48,-1-17 1,0-1 2,2 13 0,2 2-69,1 5 1,0 2 77,3-21 5,0 15-45,6 14-5,4 10-12,12 6-72,16 7-90,13 4 323,-23 4 1,1 3-451,0 2 1,-2 3-814,20 21-792,-16 9-2531,-19 3 4459,-24 0 0,4-19 0,-9-6 0</inkml:trace>
  <inkml:trace contextRef="#ctx0" brushRef="#br0" timeOffset="190058">20633 12513 23859,'46'-23'-592,"1"-1"0,3 2 0,-5 5 0,-10 12 0,0 2 1</inkml:trace>
  <inkml:trace contextRef="#ctx0" brushRef="#br0" timeOffset="191248">21228 12355 17669,'3'-41'4526,"-3"10"-3730,3 4-231,-3 4-212,0-6-151,3 0-62,11-2-118,-1 12 23,17-3-17,-4 13-11,12 1 16,1 5-22,-3 11-5,-2 7-17,-7 10 5,-5 4 1,-7 5-18,-7 0 23,-16 11 6,-6-10 5,-5-2 23,-9-8 16,4-10 28,-10 2 186,-5-8 111,7-4-145,3-6 162,11-5-140,12-2-118,3-4-66,20-1-35,8 2-27,6 4-1,10 3 1,-4 9-6,11 5-3,-18 1 0,-2 4-13,16 15-18,-5 1-56,-22 3-206,-24-6-299,-19 8-449,-6-14 0,-6-1-911,-1-2 0,-2-2-1023,-3 0 1,0-1 2977,1-3 0,5-4 0,6-1 0,1-1 0</inkml:trace>
  <inkml:trace contextRef="#ctx0" brushRef="#br0" timeOffset="191574">18866 13407 22430,'49'-21'99,"0"0"1,-1 1-1,1-1 1,-2 5-1,4-1 1,3 0-1,-1 2 1,0 1 0,-3 2-1132,11 0 0,-4 3 0,1 1 0,4-1 1028,-4 0 0,3 0 1,2 0-1,1 0 0,0 1 1,-2 0-162,-4 1 0,-1 1 0,1 0 0,-1 0 0,0 1 0,1-1 53,1 1 0,1-1 0,1 1 0,-2 0 0,0 1 0,-2-1-34,0 1 0,-2 0 0,-2 0 1,2 0-1,2 0 146,0 0 0,3 1 0,2-1 0,-2 1 0,-5-1 0,-8 2 0,14-2 0,-5 1 0,-2 0 0,0 0 0,0 1 0</inkml:trace>
  <inkml:trace contextRef="#ctx0" brushRef="#br0" timeOffset="193515">18654 1477 25514,'-55'3'1149,"0"1"1,0-1 0,1 1-1,-6-1 1,3 0 0,3 0-973,-9 1 1,6 0-178,-3-2 0,28-1 0,21-1 0,43-4 0,20-2 0,4 0 0,-10 1 0,12-1 0,2-1 0,-3 1 0,-2 1 0,-2 1 0,2 0 0,-6-1 0,1 0 0,1 1 0,3-1 0,-2 2 0,3-1 0,1 1 0,-1 0 0,-4 0 0,14 0 0,-5 0 0,4 0 0,-13 1 0,4-1 0,1 1 0,-2 0 0,-2 0 0,-2 0 0,-2 1 0,-1 0 0,-1 0 0,9 0 0,-2 0 0,-3 1 0,4-1 0,-4 1 0,-4 0 0,-10 0-748,-21 0 1212,-28 1-909,-17 1 0,-10 0-228,-14 2 1,-5 0 183,10-1 0,-3 1 0,2-1 88,6 1 0,1-1 0,-5 1 157,1-1 0,-5 2 0,-2-1 1,0 1-1,2-1 62,-2 1 1,3 0-1,-1 0 1,-4 1-18,4-1 1,-3 1 0,-1-1 0,-1 1 0,1 0 0,5-1 19,-7 2 1,5-2-1,-1 1 1,-3 1 24,-2 0 1,-6 1 0,0-1 0,4 1 0,6-1-280,5-1 0,6-1 1,-4 1 555,-7 1 0,-6 1 0,3 0 0,9-1 342,8-1 1,6 1 644,-11 3 1415,65-4-2165,20-7 1,7-4 83,-2 3 1,5-2-53,-1-1 0,7 0 0,3-1 0,-4 0-101,7 0 1,-2 0 0,4-1-345,-11 2 1,4-1-1,2 0 1,-1 0 0,-1 1 43,5-2 1,0 1 0,-2 0 0,1-1-564,0 0 1,1 0 0,-2-1 0,-2 1 380,3 0 0,-2 0 1,3-2 44,-3 0 0,4-1 0,-1 0 0,-5 0-348,-5 0 0,-4 0 0,3 0 162,-1-1 1,3 1 0,-1-1-1,-4 1-218,18-6 0,-7 2-2244,-13 2 0,-5 2 2488,8-2 1,-28 7 0,-17 4-1</inkml:trace>
  <inkml:trace contextRef="#ctx0" brushRef="#br0" timeOffset="196959">22819 12781 24995,'-7'-9'129,"2"14"-67,2 39-23,-5 10 0,-3 5 6,-6-1-11,0-7 22,1-14 135,4-15 61,4-12-90,6-14-89,5-12-34,7-12 11,9-15-16,8-8-20,-11 22 0,1 1-6,2-1 1,0 2-9,18-20 0,-3 12-45,-5 14 17,-1 11 34,2 11-23,5 10 17,3 11-28,3 11-67,1 9-157,-3 7-264,-4 3-78,-3-4 57,-6-10 251,-6-10 308,-6-14 40,-6-9-6,2-15 45,2-9 50,5-10 45,2-6 17,-1 3 117,-4 7-44,-6 12-219,-4 7-45,-3 9 13,-3 6-24,0 6 0,0 5 6,5 0 39,33 3-45,-11-12 8,8-5 1,2-3 3,15-11 2,-15-2 0,-1-3 3,11-7 73,-3-18 0,-33 7-1,-5-7 7,-15 0-51,-10 5 5,-10 6 23,-5 10-44,1 7-24,3 15-4,5 7-18,5 11-5,5 6 0,8 7 11,4 3-73,12 5-392,10-1-1008,14 1 28,1-12-3437,1-11 1,4-2 1215,-7-9 0,2-1 3347,15 3 1,3-3 318,-7-8 0,-1-4 0,-2-2 0,0-3 2422,-6-2 1,-1-3 1775,-4-4 0,-2-1-2787,4-8 516,-2-12-588,-17 17-365,-2-3-347,-4 9-324,-4 7-286,-3 7 665,-7 10-615,-5 9-11,-11 8-22,-4 5 16,-3 1-27,-2 0-18,0-5 51,3-7 45,7-8-17,10-14-39,9-12 5,11-12 12,9-7-12,8-2 23,6 3-22,1 10-40,0 10 17,0 12-6,-1 13-16,2 13 5,2 11 6,4 7-6,-17-21 0,3 2 3,12 4 0,1-1-360,-11-8 1,1-2 345,15 5 0,0-4-5,10-7-72,7-7 116,-13-19 0,-11-15-5,-9-20-12,-16 17 0,-1-1 3,-1-7 1,-1-2-480,0-5 0,1 0 490,-1-1 1,1-1 52,0-3 1,0 2 6,2-12 80,-3 2 87,-6 40 510,-3 3-751,0 10 95,-7 22-123,-5 12 6,-1 10-3,5-6 1,1 2-92,3-1 1,0 2 79,0 11 0,2 2-193,3 13 0,4 0-516,4-8 1,1-1 5,1-2 0,3-3-2885,6-4 1,2-6 3601,11 8 0,-6-8 0,-9-19 0</inkml:trace>
  <inkml:trace contextRef="#ctx0" brushRef="#br0" timeOffset="197131">24717 12993 20660,'-2'-4'3770,"0"1"-3597,2 3-542,86-56-4547,-47 48 1,3 1 4511,0-11 0,4-5 1,-5 8-1,-5 12 1,-6 4-1,-1-1 1</inkml:trace>
  <inkml:trace contextRef="#ctx0" brushRef="#br0" timeOffset="197325">25486 12896 24139,'61'-6'-1514,"1"1"1,-14-2-1,-9 3 1,-20 8 0</inkml:trace>
  <inkml:trace contextRef="#ctx0" brushRef="#br0" timeOffset="197481">25417 13123 25590,'51'-11'-597,"0"0"0,-1 0 1,-5 1-1,-1 0 1,-8 3-1,8 3 1,-21 1-1</inkml:trace>
  <inkml:trace contextRef="#ctx0" brushRef="#br0" timeOffset="198508">26897 12569 14796,'2'-3'5416,"-1"1"-2156,-1 2-2969,-4-44-207,2 33 56,-3-33-11,2 43-45,-3 1-17,-8 0 17,-26 2-56,5 0-3,0-1 1,-2 1 13,-24 2-257,24-3 1,0 1 223,3 0 0,3-1-29,-18 3-5,24-2 23,11 2 38,14 2-27,2 4-23,2 10 513,3 18-451,-2 3-34,-2 4 17,-3 8 17,-4-3-31,2-18 0,0 3-280,-1 8 0,1 0 193,1-7 0,1 0-129,1-1 1,2-1-2622,13 24 2823,15-14 0,-13-13 0,6-7 0</inkml:trace>
  <inkml:trace contextRef="#ctx0" brushRef="#br0" timeOffset="198808">27337 12634 17804,'1'-4'5511,"1"1"-3808,-2 3-1664,9-26 23,-11 32 5,3-11-50,-12 32 39,-6 19-40,3-3-1734,5-7 0,1 1 1516,-3 15-2151,7-8 0,1 1 2353,4 9 0,-1-3 0,2-22 0</inkml:trace>
  <inkml:trace contextRef="#ctx0" brushRef="#br0" timeOffset="199398">28080 12688 25214,'-2'-59'264,"-8"12"-236,-19 48-6,0 0-4262,-33 0 4257,28 0 446,-4-1 0,1 0-418,6 0-6,-6 0-39,25-1 28,7 2 6,3 3 3363,0 7-3436,0 7 62,0 7-12,1-4 28,-4 16-5,0-10-12,-2 12 17,-1-9-28,2-10 17,0 1 6,3-7-23,1-3 152,1-3 240,1-6 11,1-3-173,0-3-123,2-4-23,3-3-56,5-2-28,7-1 0,10 1-39,11 3 28,-4 4 28,27 5-22,-21 9 0,16 9-18,-27 3 1,-2 24 6,-18-9-7,-8 17 1,-21-12 0,-4-11-124,-4-9 1,-2-2-543,-17 4-69,13-7 1,-1-2-2442,-17 0-6644,11-10 8756,15-4 0,13-2 0,10 1 0</inkml:trace>
  <inkml:trace contextRef="#ctx0" brushRef="#br0" timeOffset="199591">28521 12900 20470,'5'0'3265,"-1"0"-2475,-4 0-1591,-33 73-778,22-46 1579,-10 22 0,3-3 0,14-32 0,-2 6 0</inkml:trace>
  <inkml:trace contextRef="#ctx0" brushRef="#br0" timeOffset="199841">29049 12731 26010,'24'7'235,"-5"16"-219,-19 6 1,-5 6-34,0 2 1,-2 1-1018,-2 2 0,-3 0-394,0 1 0,-1 1 1428,0 1 0,2-3 0,-3 6 0,6-9 0</inkml:trace>
  <inkml:trace contextRef="#ctx0" brushRef="#br0" timeOffset="200342">29482 12954 21500,'2'-7'3719,"-1"1"-3085,-1 6-253,8-62-202,-10 46-118,2-44-10,-17 69 5,-9 10-51,-5 14 18,-4 11-6,4 10-620,6 3 603,12 1-183,17-3 200,14-4-23,17-7 6,11-5-22,8-8-29,3-11 46,-6-12 61,-10-14-45,-13-11-34,-13-9 630,-16-9-584,-13-5-12,-11-5 6,-7-2-12,-3-2-22,1 3 40,5 2 10,8 5 225,8 5-230,10 6-6,9 4 17,8 3-22,11 5-28,9 5 11,6 5-17,3 6 12,-2 8 27,-6 8-33,-8 14 0,-8 12-73,-8 11-712,-7 7-604,-7-27 0,-2-1-3516,0 0 1,-2-1 3409,-6 12 1,4-15-1,7-21 1</inkml:trace>
  <inkml:trace contextRef="#ctx0" brushRef="#br0" timeOffset="200708">30108 12795 24435,'35'-32'186,"-1"1"0,0 0 1,2-8-1,1 8-111,3 19 1,0 6 54,4 2-35,3 2-56,-16 7 0,-14 7 23,-9 9-34,-5 9 22,-2 8 29,0 5-51,2 7-446,4 5 462,4 7-33,-5-29 1,0 1 7,1 2 1,-1 0 2,0 1 1,-1 1 2,-1 0 0,-1 0 0,-1 0 1,-2-1-4,-3-3 0,-4-2-139,-18 26-813,2-34 0,-5-4 930,-13-1 0,1-4 0,-8 2 0,-3-6 0</inkml:trace>
  <inkml:trace contextRef="#ctx0" brushRef="#br0" timeOffset="206840">30920 11671 13353,'-54'4'1124,"0"-1"0,0 0 0,0 0 1,-1 0-1,-2 0 0,4 0 1,5-1-392,-1-1 1,4 0-34,-4-1 0,4-1-509,-3-2 165,55-6-264,19 4 0,12 1-19,17-1 0,9 1-1090,-15 2 0,4 1 1,2-1-1,-1 2 1019,-2-1 1,0 1 0,0 0 0,-1 0-72,2 0 0,-1 1 1,0-1-1,0 1 64,-1 0 1,0 1 0,-2 0 0,-1-1-4,5 2 1,-3 0 0,2 0-369,10 0 0,2 2 0,0-1 372,-6 1 1,0 0-1,-2 0 6,-5 0 0,-2 1 0,-2 0-17,12 1 0,-5 2-7,-17-3-1,-7 1 2216,-7 3-2232,-49-4 16,-5-3 1,-5-2-18,-14 0 1,-6 0-186,0-1 0,-5-1 0,3 1 221,14-1 0,2 1 0,-3 0 8,-4-1 0,-4 1 1,-1-1-1,3 1-1,0-1 1,2 1 0,-1 0 102,4 0 1,-2 0-1,0 0 1,-2 1-102,-4 0 1,-3 1-1,1 0 1,3 0-4,-5 0 0,3 1 0,0-1-4,-1 2 0,0 0 0,7 0 2,9 0 0,5-1-11,-10 3 32,40-4 2,41 0-18,4-3-246,10-1 0,7 0 238,-1 0 0,4-1 61,-6 1 1,4-1 0,2 1-66,-11 1 0,0-1 0,2 0 0,1 1-7,0 0 1,2 0 0,1 1-1,-1-1 1,-1 1 13,7 0 0,-2 0 0,-1 0 0,1 1 0,-3-1 0,0 1 0,-1-1 0,-1 1-4,10 2 0,-2-1 1,-5 1 23,3 0 1,-3 1-16,5-1 1,-6 1-6,-4 0-5,-63-3 5,-23-2 0,-10-1-3,2 0 0,-5 0-327,-3 0 0,-4 0 0,-2 0 348,3 1 1,-1-1 0,-6 1-10,6 0 0,-6 1 0,-2-1 0,0 0 0,1 1-162,7-1 0,1 1 0,0-1 1,0 1-1,-1 0 157,-7 1 1,-3 0-1,1 0 1,2 1-1,6-1-2,-7 0 0,5 0 0,3 2-63,2 1 1,1 0-1,7 1 64,10-1 0,5 0 30,-19 5 40,79-6-56,12-4 187,-3-1 1,7 0 0,1-1-196,0 0 0,1 0 1,3 0 87,0 0 0,3 0 0,2 0 1,0 1-110,5-1 1,1 1 0,1 0 0,3 0 6,-13 0 0,2 1 1,2 0-1,0 0 0,-3 0 1,-2 0-5,6 0 1,-5 0-1,1 1 1,2-1-69,0 1 1,3-1 0,1 1 0,-4-1 0,-6 1-518,-2 0 1,-6 0 0,0 0 593,5 0 0,0 0 0,-6 0 0,-4 0 0,-7 0 0,3 0 0</inkml:trace>
  <inkml:trace contextRef="#ctx0" brushRef="#br0" timeOffset="216549">27094 13680 9866,'-63'3'1103,"0"0"1,0-1-1,7 1 1,0-1-1,1 1-653,3 0 0,1 0 0,3 0 29,-9 1 0,5 0-40,13 0 1,4-1 1146,-7 2-1054,24-2 76,30-5-333,31-2-183,-2 0 1,7 0-707,-5 1 0,4 0 0,3 0 632,-4 0 0,2 1 0,2 0 1,1 0-586,9 0 1,2 1-1,1-1 1,2 1 572,-8 0 1,2 0 0,0 1 0,2-1 0,-1 1-300,-5 0 0,0-1 1,1 1-1,0 1 1,1-1-1,0 0 299,2 0 1,1 0-1,-1 1 1,2-1 0,-1 0-1,0 1-206,2-1 0,-1 1 0,1-1 0,0 0 0,0 1 0,0-1 196,-1 0 0,0 1 0,0-1 1,0 1-1,0-1 0,-1 0-52,-2 0 0,1 0 0,-1 0 0,-1-1 0,0 1 1,0-1 53,7 0 1,-1 0 0,0 0 0,-1 0 0,-2-1 3,-4 0 0,-1 0 1,-1 0-1,-1-1 0,-1 0 106,6 0 1,-2-1 0,-1-1 0,-1 1-102,6-2 1,-1-1-1,-4 1 298,-10 0 0,-1 0 0,-4-1-319,6-1 0,-5-1 899,9-5-5187,-29 2 4921,-20 4 1,-4 3 0,-4 3 0</inkml:trace>
  <inkml:trace contextRef="#ctx0" brushRef="#br0" timeOffset="218489">21173 15672 23551,'32'-50'565,"0"0"1,-1 2-1,-4 4-323,1-13-742,-12 27 1,1-1 563,2-4 0,0-2-30,2-3-1,1-3-11,1-4 1,1-2-656,2-6 0,0 0 644,-7 16 0,-1-1 1,0 1-5,0 0 1,0-1-1,0 2 7,5-13 0,-2 2-170,-5 9 1,-3 4 178,2-8 33,-18 14-28,-12 22 430,-16 11-469,-13 26 14,16-3 0,1 5-474,-2 10 0,1 2 471,4-5 0,2 2-10,4 5 1,0 6 0,3-4-207,1 5 1,2-1 211,2-2 0,0 2 0,3-2-211,3 6 0,5-2 215,4-5 0,4-3-6,4-5 1,4-2-82,3-7 0,3-3 87,3-5 0,0-5 5,17 3 0,-10-21 1,0-6-6,13-19 8,-12 3 1,0-3-9,-5-3 0,-3-2 682,2-2 1,0-1-667,0 1 1,-2 0-6,-1 3 1,-2 2 1437,15-16-1382,-13 17 614,-13 14-642,-7 8 238,-8 9-260,-5 7 671,-5 11-677,-5 9 17,1 4-45,3 2-33,7-2-309,6-4-957,8-5-2191,5-8 3507,8-9 0,-8-6 0,0-4 0</inkml:trace>
  <inkml:trace contextRef="#ctx0" brushRef="#br0" timeOffset="218666">22257 14837 23959,'-33'-22'-8474,"15"11"8474,38 30 0,-6-6 0,-5-6 0</inkml:trace>
  <inkml:trace contextRef="#ctx0" brushRef="#br0" timeOffset="219066">22590 14903 16230,'4'-8'7197,"-1"2"-6194,-3 6 353,0 0-1312,-24-41-21,18 38-6,-17-23 16,30 53-33,6 9 0,5 7-33,-1 2-102,-7 2-218,-13-4-325,-12-4-111,-9-7 133,-7-10 136,1-12 228,1-14 192,5-15 55,10-14 45,6-13 106,13-11 230,6-3 235,7 4 129,-1 15-11,-7 15-269,-4 13-263,-5 8-95,-5 10-6,-3 8-22,-7 12-34,-2 11-202,-1 8-1277,4 7-6317,3 6 7199,6-7 0,2-19 0,2-13 0</inkml:trace>
  <inkml:trace contextRef="#ctx0" brushRef="#br0" timeOffset="219349">23059 15043 19745,'17'-50'892,"-1"0"1,1 0 0,-2 1 0,-1 1 0,-3 3-551,-1-7 0,-3 2-68,-2 3 1,-1 2-74,-3 6 1,-1 3 140,-6-18 274,-1 20-459,-3 17-7,2 15-138,2 8 80,-4 21-86,1 14 8,4-10 0,1 4-302,0 6 0,1 3 271,2 3 0,2 2-34,5 14 1,3-2-23,-4-18 1,2-1-259,5 15 1,2-2-390,-6-21 0,0-2-811,2 6 1,0-2-7326,6 21 8856,-5-23 0,-4-17 0,-5-12 0</inkml:trace>
  <inkml:trace contextRef="#ctx0" brushRef="#br0" timeOffset="219506">23086 14893 24615,'-5'-46'41,"1"0"0,4 4 0,11 9-419,19 24 0,10 8-4538,14-4 1,1 1 3315,-20 2 1,-1 1-1,6-1 1,-8 1-1,-18 1 1</inkml:trace>
  <inkml:trace contextRef="#ctx0" brushRef="#br0" timeOffset="219866">23899 14721 23584,'-3'-1'2392,"0"0"-2269,3 1-89,61-65-1163,-19 45 1093,3-15 0,4 4-584,-15 29 1,-2 7-1582,12 11-2386,-8 16 1052,-32 2-4132,-30 19 7239,5-29 1,-5 0 2124,-17 12 1,-3 0 619,5-5 1,1-3-1251,0-1 1,2-2 461,8-5 0,4-3 850,-1 2-866,2-3 117,18-10-1294,17-11 40,4-2-309,24-10-45,8-1 263,-14 8 0,3-1-2217,16-2 0,2 1 1380,-13 3 1,-1 1 0,-1 1 0,-6 1-1,-4 1 1</inkml:trace>
  <inkml:trace contextRef="#ctx0" brushRef="#br0" timeOffset="220499">22370 14881 24799,'24'-38'437,"0"0"0,1 3 0,-11 9-241,-16 22-106,0 1 28,1 2-96,-1 1 12,-2 4-6,-3 5 5,-3 9-5,-1 6-17,3-1 1,3 19-40,7-6 50,9 20-5,10-3-29,-6-24 1,2 0 14,0 1 0,1 1-110,-1 0 0,-1 0 112,8 28 1,-11-6-12,-18-9-27,-13-9-12,-4-13-465,-20-7-499,13-16-979,-9-9-2162,17-16-1037,11-2 4357,6-11 0,4 22 1,0 0-1</inkml:trace>
  <inkml:trace contextRef="#ctx0" brushRef="#br0" timeOffset="220682">22545 14927 26032,'-31'1'935,"-1"13"-862,10 32-95,-9 9-160,12-26 0,-1 1-1135,-1-1 1,0 2 1316,0 1 0,2-2 0,-4 4 0,7-5 0</inkml:trace>
  <inkml:trace contextRef="#ctx0" brushRef="#br0" timeOffset="221606">25598 14655 22582,'9'-47'761,"0"1"1,1 3 0,-5 8-432,-11 15-133,-7 3-63,-12 4-89,-1 4 5,-36 4-22,6 4-393,13 2 1,-2 1 369,5 1 1,0 2 2,2 0 1,1 1 2,-25 5-22,19-2 11,18 1 28,15 0-6,5 7 28,4 8 803,-1 12-718,-1 15-49,-1-20 1,-1 1-221,-2 3 0,-2 2 226,-1 2 1,-2 0-388,-1 2 1,0 1 333,0-1 1,1 0-24,3 1 1,2-1-9,3-2 1,3-1-47,5-1 1,4-2 34,5-3 1,3-2 2,6-3 0,3-3-3,3-3 0,2-4-109,3-5 0,0-2-274,22 1-3325,-10-15 0,0-4 3711,12-6 0,4-3 0,-35 7 0</inkml:trace>
  <inkml:trace contextRef="#ctx0" brushRef="#br0" timeOffset="223499">26072 14705 21136,'1'-6'4627,"0"0"-4229,-1 6-135,0 0-106,9-23-68,-7 40-5,3 10-76,-7 4 1,-2 6-353,-1 9 1,-1 0 233,2-13 1,0-1-580,-2 10 0,0 2-1392,2-9 0,0 0 1444,-1 10 1,2-3-1,-2 7 1,4-13 0</inkml:trace>
  <inkml:trace contextRef="#ctx0" brushRef="#br0" timeOffset="223690">26517 15005 22436,'0'-2'3053,"0"-1"-2611,0 3-660,-9 48-1412,7-16-835,-6 31 2465,10-28 0,0-21 0,0-1 0</inkml:trace>
  <inkml:trace contextRef="#ctx0" brushRef="#br0" timeOffset="224115">27243 14680 23343,'-3'-7'2342,"2"2"-1821,1 5-169,0 0-273,-80-2-57,49 16-19,-26 6 0,2 9-1,36 0 1,6 4-392,-7 14 1,2 2 388,8-8 0,6 0 3,5 0 0,3-2 188,6 20-191,3-28 0,4-2-45,21 13 39,-7-9 6,18-13-39,-23-29 28,5-2 101,-7-27 16,-16 8 17,-6-14-28,-16 9 592,-14 6-647,-9 7-46,-5 10 12,1 7-34,4 13 16,10 7-156,10 9-1142,9 6-3754,17 4 5064,6-5 0,-1-10 0,-3-9 0</inkml:trace>
  <inkml:trace contextRef="#ctx0" brushRef="#br0" timeOffset="224490">27729 14814 20879,'-2'-6'3848,"1"2"-3086,1 4-393,3-69-150,9 43-163,-5-14 0,5 4 0,21 21-28,-4 7 78,25 2-67,-14 4 6,17 4-17,-18 4-28,-11 5 34,-11 0 50,-6 15-23,-8-3-5,-3 17-11,-4 2 0,-2 9-17,2 10-335,3-26 0,3 1 304,2 2 0,1 2-3,2 1 1,0 0 5,1 1 0,-1-1-31,-2-3 0,-4-1-94,-5-3 1,-5-2-554,-27 18-126,7-30 0,-6-4-2474,-6-3 1,-2-4 3277,1-3 0,2-1 0,-14-2 0,23-3 0</inkml:trace>
  <inkml:trace contextRef="#ctx0" brushRef="#br0" timeOffset="225256">25983 14606 23825,'10'-42'532,"-1"9"-426,-15 31-72,0 2-6,-5 2-11,-3 3 0,-5 4 11,-2 6 39,-3 2 50,0 2 35,4 1 16,4 3 33,3 5 35,0 5-12,-2 8-34,-5 7-367,7-19 1,-1 1 235,-2 3 0,-1 1-3,-1 2 0,1 2-31,-1 0 0,2 2-14,3 0 1,1 1 4,4-2 1,3 0-17,4-1 0,5-1-3,5-2 1,4-2-18,8-2 0,4-2-176,7-2 0,4-4-770,5-3 0,2-4 966,8-4 0,-3-3 0,8 0 0,-8-8 0</inkml:trace>
  <inkml:trace contextRef="#ctx0" brushRef="#br0" timeOffset="225940">28620 15279 16936,'0'-3'5691,"0"1"-2409,0 2-2991,40-13-190,-30 34-34,25-1-56,-41 24-246,-14 15-2179,-8-10 1566,-4 2 0,10-19 0,8-15 0</inkml:trace>
  <inkml:trace contextRef="#ctx0" brushRef="#br0" timeOffset="226606">29289 14792 19176,'2'-6'3731,"0"1"-2785,-2 5-313,21-68-224,-16 45-281,5-16 1,-8 5-62,-15 26-16,-15 7-18,-6 8 1,-6 6-28,-4 5-6,0 4 5,5-2-5,8-1 0,11-5 85,1 8 21,10-4 51,-2 12 45,5 2 16,3 5-123,1-6 112,-8 26-139,3-14-80,1-12 1,0 2 17,0 19 39,3-1-34,6-12 11,9 5-5,12-12-124,2-12 1,3-3-146,0-3 0,2-3-1257,11-1 0,0-3 345,19-2-3752,-11-9 1,-3-1 2895,-3 1 0,13-6 0,-47 8 0</inkml:trace>
  <inkml:trace contextRef="#ctx0" brushRef="#br0" timeOffset="229156">29849 14851 17468,'1'-3'5573,"-1"1"-3927,0 2-1371,7-27-46,-12 29 2,-2-13-30,-19 41-117,1-1 79,-12 16-105,18-18 1,1 1-64,-12 18-15,13-8 0,6 1 48,15 4-33,3 7-23,30-9 47,-6-24 1,5-3-9,1-2 0,1-1-5,1-1 0,1-3 10,4-10 1,-3-5 11,8-11-17,6-7 1,-24-12 4,-21 4 35,-17-17-40,-18 10 6,3 18 0,-2 2-259,-18-5 247,14 12 1,-1-1 2,0 0 1,0-1 5,1 0 0,0-1-12,-1-3 1,3 0-14,-4-13 22,14 9-5,11-6-12,14 13 6,10-5 0,12 8 0,9 4 0,-7 4 0,22 3-11,-17 10-28,15 9 5,-18 16-218,-8 13 102,-12-3-2407,-12 0 0,-4 1 2557,-8 10 0,0 8 0,1-37 0</inkml:trace>
  <inkml:trace contextRef="#ctx0" brushRef="#br0" timeOffset="229406">30373 15171 26788,'35'-9'17,"-9"12"-84,-31 40-622,-3 5-1697,-2 2 2386,-1 0 0,5-23 0,2-5 0</inkml:trace>
  <inkml:trace contextRef="#ctx0" brushRef="#br0" timeOffset="229633">30900 14835 20280,'0'-8'4771,"0"2"-3980,-19-54-265,10 41-403,-3-15 0,1 6-67,4 23 0,-2 18-67,2 10 17,-5 23-1,5-5-128,4-2 0,1 3-611,1-10 0,1 1-3707,2 15 1,0 0 4440,1-12 0,0-5 0,2 10 0,-2-19 0</inkml:trace>
  <inkml:trace contextRef="#ctx0" brushRef="#br0" timeOffset="230016">31203 14899 20716,'1'-6'4559,"-1"2"-3214,0 4-1261,-46-15-56,22 34-28,-36-2 0,39 39-39,8 3 22,16-4 11,12-6 6,13-11 0,5-11 0,1-14 23,-4-16-12,-2-14 11,-3-14 29,-4-13-12,-6-12-22,-7-5 11,-14 0 0,-9 9 5,-11 12-27,-4 14-12,3 12-10,8 10-80,7 10-447,8 8-1154,10 8-3075,8 3 4772,4-3 0,-4-8 0,-5-8 0</inkml:trace>
  <inkml:trace contextRef="#ctx0" brushRef="#br0" timeOffset="230373">31535 14790 18095,'-1'-3'5484,"1"0"-4499,0 3-682,39-63-91,-15 42-122,2-15 0,2 5 50,-2 25-33,-5 3-40,-4 2-17,-2 4 23,0 2 17,1 5 10,0 4 24,5 2 4,1 4-21,3 4-18,-1 5 18,-5 3 10,-9 5-16,-14 4-11,-15 8-388,3-22 0,-2 0 309,-3 3 0,0 1-14,0 1 1,0 2-18,2 1 1,2 0-91,2 2 1,2 0-244,-3 21-2077,10-17 1,2-1 2429,2 13 0,1-3 0,1-25 0</inkml:trace>
  <inkml:trace contextRef="#ctx0" brushRef="#br0" timeOffset="230556">31833 15376 19249,'9'-4'3742,"-1"1"-2449,-8 3-183,0 0-1525,-43 69-3148,22-39 3563,-6 12 0,1-4 0,14-23 0,4-7 0</inkml:trace>
  <inkml:trace contextRef="#ctx0" brushRef="#br0" timeOffset="231056">31886 14939 16995,'31'-52'1245,"0"0"1,0 1 0,-6 8 0,-1 1 0,-2 6-568,10-18-460,-18 32 778,-8 10-890,-4 11 278,-2 22-300,-3 11-50,-2 25-18,1-10-5,2-14 1,-1 1-516,0 27 55,1-21 1,-1 2-1207,1-1 0,0 1 1655,-1 1 0,0-2 0,1 5 0,-1-9 0</inkml:trace>
  <inkml:trace contextRef="#ctx0" brushRef="#br0" timeOffset="231873">32583 14723 22235,'4'-45'593,"-1"0"1,2 5-1,-3 10-380,-4 22-134,1 6 525,1 2-469,-1-2-96,0 0 0,1-3-11,2 0-11,-1 1 11,1 2-28,-3 2 11,-10 4-5,-4 4 16,-11 6-11,4-3 1,-4 3 72,1-3 39,1-2 23,2-3 11,10-5 0,4-4-85,4 0 52,0-6 32,2-3-44,1 1-33,1 1-23,2 6-39,-1 1 5,4 2-16,0 0-6,1 6 16,0 6 7,-2 12-12,-1-2 39,-9 24-5,-3-11-11,-9 18-12,-3-10 6,0-1-11,3-10 5,0 8 1,9-18 5,0 6-11,5-17 100,3-6-10,4-4-68,0-3 17,13-13-28,3-2 5,11-11-38,1 3 22,0 4-6,-7 6 0,7 2 0,-17 10 17,13-1-28,-14 8 6,3 5-1,-7 4-5,0 16-39,-5-3 34,1 15-85,-12-5-364,-10 3-873,-13-2-2163,-7-3 3490,-7-5 0,20-13 0,5-5 0</inkml:trace>
  <inkml:trace contextRef="#ctx0" brushRef="#br0" timeOffset="232073">32779 14920 25225,'6'35'-1185,"1"-1"1,1 26-231,-23-28 0,6-16 0,2-3 0</inkml:trace>
  <inkml:trace contextRef="#ctx0" brushRef="#br0" timeOffset="232339">33117 14675 21461,'-2'-5'3546,"0"2"-2779,2 3-677,5-5-12,-4 20-27,1 6-18,-9 24-66,-5 6-555,-6 2-1849,-1 2 2156,-3 1 0,10-25 0,1-5 0</inkml:trace>
  <inkml:trace contextRef="#ctx0" brushRef="#br0" timeOffset="232799">33382 14808 15244,'1'-5'6799,"0"2"-3936,-1 3-2762,2-50 22,-8 46 28,-6-29-38,-12 63-29,-7 10-56,-1 6 5,4 5-5,7 1-45,10-3 1,8-6 10,10-7 17,5-8 12,6-6 16,1-10 22,1-5 1,-1-12 16,0-6 68,-7-5 11,-5-3-17,-11-1-11,-9-1-40,-11 1-27,-5 3-40,-2 5-22,5 7-5,5 5-40,7 6-185,5 5-615,3 6-1094,3 1-2664,7 1 4603,4 0 0,-1-9 0,0-3 0</inkml:trace>
  <inkml:trace contextRef="#ctx0" brushRef="#br0" timeOffset="234089">32284 14433 21959,'23'-30'381,"-1"1"1,5-14-304,-50 53-33,-1 2 5,-17 7-5,-8 2-28,-1-1-6,3-1-5,9-2-1,23-10-5,-8 6 34,11-1 5,1 3 45,-1 8 62,2 0-62,2-3 84,-3 6 5,1-2 12,-4 8 73,-4 8-169,6-10 107,-8 15-16,5-8-80,3-6 1,0 2-17,-5 26-282,9-23 1,3 0 225,12 24 11,14-1-33,5-15 24,2-13 1,5-3-104,16 7-274,-13-12 0,2-4-2454,21-1 2801,2-13 0,-29-5 0,-5-2 0</inkml:trace>
  <inkml:trace contextRef="#ctx0" brushRef="#br0" timeOffset="235023">33433 14460 8304,'0'-11'7299,"0"3"-5065,0 8 1782,0 0-3764,-10-22 186,7 16-270,-7-16 67,16 22-129,1 0 73,12 0 23,9 3-96,2 2-38,3 6-29,-9 4 11,-6 7-11,-6-1 73,-5 26-16,-3-5-43,-3-11 0,0 3-214,-2 25 239,-4 3-42,0-29 1,0 0-15,-6 21-11,0-9 1,-1 1-15,3-13 0,-1 0-287,-4 15 1,-2 1 300,2-12 1,-1-2-1,-12 19-34,4-21 1,-3-4-353,-13 7-166,11-14 1,-1-2-1986,-17 1 1748,5-11 1,20-7-1,5-3 1</inkml:trace>
  <inkml:trace contextRef="#ctx0" brushRef="#br0" timeOffset="235549">33290 14348 11698,'-2'-3'6694,"0"1"-4375,2 2-1933,-3-52-22,14 35-73,4-38-50,19 50-5,5 2-12,4 2-22,0 2-46,-3 1-60,-6 3-24,-5 5 52,-7 7 4,-5 6 1,-2 10-62,-5-3 169,4 29-63,-2-12-410,-3-11 0,0 1 295,-1-3 1,0-1 11,-1 2 0,-1 1-3,-1 1 1,-2 1-15,0 1 0,-2 0-6,-1 1 1,-2 1-31,-1 2 0,-2 0 2,-2 2 1,-2 1 5,-4 2 0,-2 0-3,-4 1 1,-2-1-544,-5 2 1,-4-2 489,-4 0 0,-4-3-227,-4-3 1,-2-3-785,-4-3 1,-1-3 1041,-4-3 0,3-4 0,20-10 0,2-3 0,-19 8 0</inkml:trace>
  <inkml:trace contextRef="#ctx0" brushRef="#br0" timeOffset="237515">26283 16232 9677,'-47'3'963,"-1"-1"1,-1 1-1,5-1 2918,-2-1-2167,13-2-666,21-4-544,23 0 554,35-5-633,-13 5 1,6 0-1257,19-3 1,6 0 949,-10 2 1,3-1 0,5 1-536,-6 0 1,5 0-1,2 1 1,0-1-1,-3 1 420,-1 0 0,-4 0 1,2 0-1,5 0-2,-9 1 0,4 0 1,3 0-1,1 0 1,0 0-1,0 1 1,-4 0-2,2 0 1,-3 0 0,-1 0 0,1 1 0,3 0 0,4-1-1,-8 1 0,2 0 0,3 0 0,3 0 0,0 0 1,1-1-1,1 1 0,-1 0 0,-1 0 0,-2 1-189,-2-1 1,-2 0-1,0 1 1,0-1-1,0 1 1,1 0 0,-1 0-1,1-1 1,1 1-1,2 0 189,-5 0 0,2 0 1,0 0-1,2 0 1,0 0-1,0 0 1,0 0-1,0 0 1,-1 0-1,0 0 1,-1 1-1,-2-1-126,5 0 0,-1 1 0,0 0 0,-1-1 0,0 1 0,-1 0 0,-1 0 0,0 0 0,-2 0 0,0 0 123,11 0 0,-3 1 1,0-1-1,-2 0 1,0 1-1,1-1 1,2 0-65,-5 1 0,1-1 0,1 1 0,1 0 1,-2-1-1,1 1 0,-1 0 0,-2-1 66,2 0 0,0 1 0,-2-1 0,0 1 0,0-1 0,-1 0 0,1 0-4,-2 0 1,-1-1 0,1 1 0,-1-1 0,0 0 0,0 1 0,-1-1-3,8-1 0,0 1 1,1 0-1,-2-1 1,-4 0-1,-3-1-33,0-1 0,-3 0 1,-3-1-1,-4 0-886,18-2 1,-7-2 924,-13 0 0,-8 0 0,-13 1 0,-5 1 0</inkml:trace>
  <inkml:trace contextRef="#ctx0" brushRef="#br0" timeOffset="246440">6546 14612 13077,'-52'6'544,"0"0"1,0 0 0,0-1 0,4 1 0,0-1 0,1 0 0,0-1 20,-13 3 1,0-2 0,3 1-803,9-3 0,3 0 0,2 0 721,-8 0 1,5-2 209,-14-4 182,32-2-792,29-5 11,29-3-50,0 5 0,4 0-592,15-1 0,5 1 549,-8 2 0,3 0 0,2 0 9,8 1 0,3-1 0,1 1-8,-9 1 0,0 0 0,2 0 0,0 0-576,5 1 0,0-1 0,1 1 0,1 0 573,-10 1 0,0-1 0,1 1 0,0 0 0,0 0-293,1 0 1,1 0 0,0 0 0,0 0-1,0 0 265,2 0 0,0 0 0,-1 0 0,0 0 0,-3 1-179,2-1 1,-2 0-1,-1 1 1,4-1 29,2 1 0,4-1 0,1 1 0,-1-1 0,-6 1-543,-5 0 1,-5 1 0,0 0 0,2-1-81,8 0 0,3 1 1,-2-1-1,-3 0 800,1 1 0,-4 0 0,-8 0 0,10 0 0,-5 0 0</inkml:trace>
  <inkml:trace contextRef="#ctx0" brushRef="#br0" timeOffset="249449">11063 14765 7884,'-7'0'5170,"2"0"-3921,5 0 308,0 0-1058,-50-9 296,25 6-403,-8-2 0,0 1 185,4 5-151,0 1-28,3 1-1,2 0-61,2-1 12,1 1 10,0-2-73,3 0-55,2-1-40,4 0-38,4 1-46,4 0-44,1-1 10,3 0 124,10 4 57,7 0 16,24 2-152,-10-4 1,3-1-594,13 0 1,5-1 525,-8-1 0,2 0 1,3-1-834,9 0 0,4 0 0,1 0 794,-9-1 0,1 1 1,2-1-1,0 1-7,-6 0 1,0 0-1,1 0 1,0 0-1,1 0 0,2 1 1,1-1-1,0 1 1,1-1 0,-1 1-2,2 0 0,0 0 1,-1 0-1,1 0 1,0 1-444,-1 0 0,0 0 0,-1 1 1,1-1-1,-1 1 445,-2 0 1,1 0 0,-1 1-1,0-1 1,-1 1-4,-1 0 0,-1 1 1,0-1-1,0 1 0,-1 0-369,12 1 0,-1 0 0,0 0 0,0 0 368,-2 0 0,1 0 1,-1 1-1,0-1-126,0 0 0,0 0 1,0 0-1,-1 0 123,0 0 1,0 0 0,0 0-1,0-1-5,0 0 0,-1 0 0,0 0 0,0 0 4,-1 0 0,0-1 1,0 0-1,-1 1 0,0-1 0,0 1 1,-1-1-1,1 0 1,-3 0 1,1 0 0,-1 0-1,0 0 83,-1 0 1,-1 0-1,0 0 1,-1 0-90,14 0 1,-2 0-1,0 0 0,-5-1 1,-1 0 0,0 0 5,-5-1 0,0 0 0,-1 0 2,-4-1 0,0-1 0,-1 0 523,20-2 0,-1-2-523,-2-1 0,-1-1 2,-1-1 1,-1 0 3,-1-1 0,-1 1-12,-3 0 0,0 0 9,-5 1 0,-1 1-3,-5 1 0,-1 1 3,-7 0 0,-1 1 1905,19-2-1891,-13 2 2071,-10 1-2038,-7 0 1657,-5-1-1634,-3 0 840,-3 1-795,-3 0-17,-3 0 16,-3 1 29,0 1-51,-2 0-95,0 0-22,-2 0-146,-1 2-1333,-4 0 1501,-4 1 0,4-1 0,0-1 0</inkml:trace>
  <inkml:trace contextRef="#ctx0" brushRef="#br0" timeOffset="250249">17555 14598 14617,'-43'1'1496,"0"1"1,-1-1 0,-17 0 0,4 1-912,18-1 1,2-1 58,1 0 0,4 0-324,-7 1 156,10-1-152,25 0 214,4 0-174,9 0-33,16 0-185,6-1-23,0 1 0,4 0-8,2-1 0,5 0-676,2 0 0,5-1 0,-1 0 632,-4 0 0,-1-1 0,1 0 7,8-1 1,1 0-1,-5-1-17,-1 0 1,-3-1 67,3-2 0,-3 0 97,8-3 59,-3 1-21,-24 4-46,-16 4-162,-9 2-56,-12 1 1896,-5 1-3923,-14 4-7804,10-2 8807,3 0 1,14-4 0,3 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181C-0EE8-71C5-E0EB-FDEDB2D00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C0E77-B788-AB84-0E1D-12445970F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71714-DAAF-A219-3529-35638257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DB396-0A81-95CF-D738-AF45E988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3FA3A-D215-3141-80E7-C19A4CF6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2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BC46-F754-C97B-FEA4-03FDEBF1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DE024-CC10-A8AB-BEEB-31DE00DBE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6C5D-A180-58C6-766D-C48673E8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64BFF-1A12-6185-D42F-075A0192E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D1D4-20C2-32AB-03DE-C03511B0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5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6AD5-0DD5-7734-981B-EB0D57E6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14245-7581-4587-C7B2-9B2FF1317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9343A-30B5-6F7B-D463-260AC810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CE743-150D-E5C3-833E-51F7689A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A7832-83E0-417F-5A7D-6671F3C9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7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D9A6-5652-95AA-AC3D-703542D9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EC2B-B6C5-BC13-2564-ADA07E404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AB9D8-FFF1-30D1-986C-3756CE02E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8898A-E31D-3A11-06D0-C5B642234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2C567-C8CC-8F4F-4BD8-BF59B9B3B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5AF18-B2CE-C92C-6A3F-A3E0175A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6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20E9-C73D-4FC8-BD6A-059EB024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1FCE6-BAAE-E45B-F69A-679489F8C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4625D-CE5A-CA22-D467-BE2BACCFC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68CC7-188F-ED8D-EB28-96E102FCE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48C00-7601-2AE2-3DF8-1BC0325293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7D5901-A89F-B1B7-634A-1E7BF12D7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A1C9D2-CC14-F63F-0E70-2B60C7BC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5B21A7-6E1E-9E63-8CE5-3D09C3EF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96B1-804A-2D07-24FA-E52C9CBB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60075-579E-102A-7EFA-01F914A2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A545C-EA45-ADD3-1346-1D1F95D8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F8970-C2F7-7D11-4EC3-932B0D2B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32A8B-E304-D7BB-2295-70EF0866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9AB0E-0B40-22CA-E66E-E334B671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085E1-5C90-7D82-F7A8-30B37301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2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ABB0-C120-D5B8-6DE8-EB08B7ECB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827B-5852-98B7-99F7-C5CEF38C4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F8495-B2A1-783F-985E-7F7A6220B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FCB42-7724-7556-D748-60292F0F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526F3-30D5-B55D-5B78-C67A9417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5E151-1973-16E0-0D15-6EBAF49B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0304-D314-CA4B-CB10-A0B0F827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16E14-F883-6ACF-BB9E-EF21EAEC9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48EAB-0277-E7B4-ED17-1C1F879FF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3483F-CCF7-7115-97B7-5C379412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65FC7-F409-6DC8-EE92-4D1E9592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BEB02-19E6-4086-9A05-D0B29E86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5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9588-CBE3-8C04-6FB0-51FF7E7E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43315-EF39-B8F2-DD9A-27F730C4C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56C1E-E3C8-5C54-902B-FA8E6F329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C2D13-4D39-0059-009B-394BE1EF8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E976B-208F-F8C0-96F1-452337A7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51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91316-1AD9-3BAD-38E1-61BEF2FC1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8EDE4-A8DA-0D44-CBFA-7FCBD8987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62B7-9DC3-2188-D59D-139E6308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A9F72-2491-1A02-4F44-F190745C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829E1-F407-B37C-68FC-6AEC021D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24D7A-B7BC-900E-4B92-919187C98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EF7F5-D478-6D52-AEC3-10B8B8071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7AB6B-FF56-A0E5-03EF-3C11DF6E6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6D4D0-4B65-8341-801A-63603F5FE8A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8F5F8-5C68-6EE7-9052-F81CCC790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4EAB-6BEA-44A6-255E-FC5B66821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A01EF-F4EF-9F47-9BE3-FB93E873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5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8C893B44-F780-FAC7-BC21-0EDCDFB08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BE701CD-5E2E-ABDF-68D0-3A7BFA238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FE2B82-0EAA-BE54-7379-21854B33EB97}"/>
                  </a:ext>
                </a:extLst>
              </p14:cNvPr>
              <p14:cNvContentPartPr/>
              <p14:nvPr/>
            </p14:nvContentPartPr>
            <p14:xfrm>
              <a:off x="1074240" y="125640"/>
              <a:ext cx="10814760" cy="6510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FE2B82-0EAA-BE54-7379-21854B33EB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4880" y="116280"/>
                <a:ext cx="10833480" cy="652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130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8070B-176B-0AB2-7338-5961208F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A173F37-2B5C-55AD-120B-7203DE5E5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273C351-4F2A-13B0-B797-C84726BF0B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FF2B60-1079-A4B7-CAA1-DA9A057F8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97700" cy="60579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C11E8B-8C88-5281-9DE4-B201158287C0}"/>
                  </a:ext>
                </a:extLst>
              </p14:cNvPr>
              <p14:cNvContentPartPr/>
              <p14:nvPr/>
            </p14:nvContentPartPr>
            <p14:xfrm>
              <a:off x="1296000" y="59400"/>
              <a:ext cx="10843560" cy="578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C11E8B-8C88-5281-9DE4-B201158287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6640" y="50040"/>
                <a:ext cx="10862280" cy="580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9538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2025-12-24T09:39:48Z</dcterms:created>
  <dcterms:modified xsi:type="dcterms:W3CDTF">2025-12-24T10:23:35Z</dcterms:modified>
</cp:coreProperties>
</file>