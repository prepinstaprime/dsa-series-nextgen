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44:02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2983 2560 14605,'8'-4'7876,"-2"0"-7372,-6 4 795,0 0-784,-4-26-403,2 19 34,-5-20-68,0 27-50,-3-1 6,-8 3-17,-25 4-17,10-1 16,1 0 1,-1 0-5,-12-2-7,-7 1 6,12-6 1,10-4-1,15 0 11,2-2-22,10 5-22,0 2-12,3 0 34,0 7 34,-1 8 27,0 13 46,-4 13 28,-4 14-51,2-22 0,-2 3-448,-5 14 1,-1 3 430,2-5 1,-1-1-46,0 1 0,1-1 14,2-3 1,1-1-163,4-11 0,1 1 134,-1 4 0,3 0-43,6-1 1,5-3 34,14 12-17,10-10-95,17-20-442,6-12-990,-17-5 1,4-4 1543,8-5 0,-2-1 0,7-3 0,-3-3 0</inkml:trace>
  <inkml:trace contextRef="#ctx0" brushRef="#br0" timeOffset="433">3584 2835 22985,'-5'-49'840,"0"0"0,-1 1 1,1 9-382,1 19-202,1 1-223,2 12-6,3 12-17,1 4 23,5 21-34,0 13-166,-5 0 1,-2 4-1095,-2 0 0,-3 1-1434,-1-6 0,0 2 0,-1-3 2088,-3 9 0,0-4 0,-4 15 0,7-27 0</inkml:trace>
  <inkml:trace contextRef="#ctx0" brushRef="#br0" timeOffset="667">4016 3218 27057,'6'-52'-219,"2"19"12,2 52-823,4 14-8436,-1 8 9466,-1-4 0,-4-5 0,-6-19 0</inkml:trace>
  <inkml:trace contextRef="#ctx0" brushRef="#br0" timeOffset="1223">4694 2860 22145,'-1'-3'3002,"0"0"-1949,1 3-885,-5-21 11,3 18-56,-6-13-39,3 21 6,-2 1 0,-2-2-51,2-2 67,-5-9 23,3-7-23,-4-11-33,6-9-11,3-3-40,6 8 34,16-9-50,7 15 5,19-8-28,8 11 11,-22 13 1,2 3 10,2 0 1,-1 4-1,1 5 1,-2 4 11,23 21-28,-17 21-350,-28-17 1,-6 3 348,-9 7 1,-8 1-6,-9 6 1,-6 1 2,3-15 1,-2 1 0,-3-2-483,-2 2 0,-2-1 0,-1-1 496,1-1 0,-1-2 0,1-1 14,-12 8 0,1-5-32,11-10 0,2-5 85,-8-2-27,22-27 10,18-16 605,14-13-605,13-5-17,10 3-49,8 5-1,3 6-22,5 9-112,2 8 1074,3 8-1881,-2 11-1697,-5 7 1856,-1 10 0,-23-10 0,-6 0 0</inkml:trace>
  <inkml:trace contextRef="#ctx0" brushRef="#br0" timeOffset="1400">5309 3139 28149,'-1'19'-275,"3"10"-699,10 24-3176,-7-21 0,0 0 4150,2 26 0,-2-21 0,-3-15 0</inkml:trace>
  <inkml:trace contextRef="#ctx0" brushRef="#br0" timeOffset="2241">5912 3126 11710,'6'-31'3979,"-1"-1"1,5-24-1947,-6 31-576,-2 0-410,0 3-263,-2 2-162,0-1-146,0 1-168,3-1-168,3-4-45,6-2-33,7 1-6,6 3-17,6 5-22,4 7-6,5 5-28,0 9 0,2 11-11,-5 13-28,-7 10 0,-13 9 34,-16 4 28,-17 0 10,-12-2-286,-9-6 298,0-7 17,3-7 67,5-10 84,10-9 5,7-6-33,7-8-33,5-5-29,5-5 260,5-1-310,4 2-23,5 0-10,4 5-23,3 3-6,5 4-11,4 8-16,2 5 5,-1 10-23,-6 5-27,-10 3 5,-11 1-56,-15-1-55,-13-2-186,-14-2-772,-10-6-3105,-4-6 3399,5-7 0,18-4 0,11-2 0</inkml:trace>
  <inkml:trace contextRef="#ctx0" brushRef="#br0" timeOffset="2457">6786 3139 26406,'6'44'-1405,"0"0"1,1 0 0,4 5-1,-5-7 1,-19 4 0,9-37-1</inkml:trace>
  <inkml:trace contextRef="#ctx0" brushRef="#br0" timeOffset="2907">7384 3094 19204,'8'-46'840,"0"0"0,1 0 1,2-16-1,1 4 258,-4 18 0,0 5-639,3-11-145,-4 15-202,-5 23 624,-2 7-725,0 2 357,0 17-368,0 8-23,2 23-162,-1 10 383,0-7-924,0-16 1,-1 3-4191,0 2 1,0 0 2457,0 20 0,0-3 1,0-48-1</inkml:trace>
  <inkml:trace contextRef="#ctx0" brushRef="#br0" timeOffset="3123">7782 3237 24519,'0'-5'2235,"0"0"-1658,0 5-146,9-65-296,-5 49-124,0-21 0,2 9-16,0 32-7,2 8 1,0 2-403,7 24-1126,-5-3 692,1 23 0,-6-30 0,-4-2 0</inkml:trace>
  <inkml:trace contextRef="#ctx0" brushRef="#br0" timeOffset="3699">8419 2887 23041,'-2'-5'2279,"0"2"-1197,2 3-1010,39-54-10,-24 41-20,8-17 0,-3 7 87,-14 26-45,-4 0 129,-11 10-146,-6-1-6,-12 6-5,-3-6 0,-2-5-16,10-4 77,0-11-66,14-7 10,2-13-38,14-8-7,11-1-4,10 4-1,5 8 11,1 10-11,-2 7 1,-2 6-12,0 11-6,-1 10 12,-6 2 5,5 32-39,-17-4-332,-6-10 1,-5 2 331,-10-2 0,-5-1 14,-6 2 0,-5-2 22,-5 1 0,-4-4-5,-2-2 0,-1-3 14,3-6 0,-1-3 43,-22 6 52,18-16-22,16-16-23,14-10-17,12-10-38,8-4 689,12 0-706,7 5-5,5 6-51,5 8-180,2 5-426,2 11-1226,-1 6 1893,-1 9 0,-20-8 0,-4-1 0</inkml:trace>
  <inkml:trace contextRef="#ctx0" brushRef="#br0" timeOffset="3901">9112 2981 27611,'7'49'-1180,"0"0"0,-2 0 0,-3-3 1180,-7 9 0,-1-18 0,2-16 0</inkml:trace>
  <inkml:trace contextRef="#ctx0" brushRef="#br0" timeOffset="4983">9520 2740 13653,'3'-3'5024,"-1"0"1317,-2 3-5904,-7-64-123,8 40-216,-3-13 0,2 1 14,11 19-67,3 3-23,6 1 0,6 5-22,8 3-5,9 6-6,5 10-6,2 9-11,-3 9-11,-9 6-1,-15 3 18,-16 2 39,-23 2 11,-17-1-17,8-21 0,-3-1 17,-2-1 0,-1-1 25,0-3 1,2-1 147,-19 6 90,15-9-5,15-10-56,10-7-29,10-8-173,2 2 39,12-7-39,8 6-11,13 0-11,10 4-12,8 5-5,1 8-6,-1 7-22,-9 11-79,-12 6-150,-15 7-242,-20 3-296,-19 5-909,-15 3-1976,-9-2 3691,-4-2 0,22-19 0,4-7 0</inkml:trace>
  <inkml:trace contextRef="#ctx0" brushRef="#br0" timeOffset="5207">10308 2883 25102,'-2'61'84,"-1"1"0,-1-4 0,-6-5-4719,-12-14 0,-2-6 3220,-7 11 0,-1-3 0,26-34 0</inkml:trace>
  <inkml:trace contextRef="#ctx0" brushRef="#br0" timeOffset="5716">10846 2684 24486,'3'-48'963,"-1"0"0,0 4 1,0 7-639,1 10-185,-2 11-101,-1 11-28,0 4-16,2 8 5,4 21-17,2 12-14,-2-7 0,-2 0-64,2 20-163,-3-15 1,-2 2-1404,-5 6 0,-1 1-3255,1 0 1,-2 0 3310,0-2 1,-1-5-1,-1 2 1,6-32 0</inkml:trace>
  <inkml:trace contextRef="#ctx0" brushRef="#br0" timeOffset="5940">11186 3036 27516,'20'-55'11,"-3"12"-207,-13 76-571,-2-2-2011,-6 20 2778,-5-1 0,2-22 0,0-4 0</inkml:trace>
  <inkml:trace contextRef="#ctx0" brushRef="#br0" timeOffset="6174">11861 2765 23495,'-2'-5'2397,"0"2"-1983,2 3-380,-3 10-68,6 7-89,-3 3-3030,10 19 3153,-6-17 0,2 2 0,-5-14 0</inkml:trace>
  <inkml:trace contextRef="#ctx0" brushRef="#br0" timeOffset="7024">11640 2717 13469,'-5'-2'8194,"0"1"-4099,5 1-3619,-21-39-157,16 21-134,-10-33-45,29 31-51,11-1-38,10 1-12,7 5-34,5 6 1,0 6 5,-1 11-11,-6 7 0,-9 11 11,-10 10-5,-13 11-12,-19 9 12,-1-24 0,-5 0-344,-7 2 1,-3-2 337,-4 0 0,-2-1 11,-2-1 1,1-2-7,2-3 1,2-1-1,-18 16 1,18-12 33,16-11 45,16-10 0,15-8-45,17-9-33,18-7-20,-19 6 0,1-1-64,5-1 0,1 1-435,4-2 1,2 1-2479,5-1 0,0 1 2991,-4 1 0,-3 1 0,15-2 0,-26 6 0</inkml:trace>
  <inkml:trace contextRef="#ctx0" brushRef="#br0" timeOffset="7524">12347 2430 20604,'-1'-4'2947,"0"2"-1323,1 2-1344,62-54-89,-23 35-430,7-12 1,2 2 428,9 20-83,-2 2-18,6 5-61,-24 4 151,5 10-156,-24 9 16,-1 12-6,-7 10 12,-7 7-26,-6-15 1,-3-1-25,-2 17 13,-1-13 1,0 1-671,0 22 662,4-20 0,2 1-11,1 0 0,3 1-26,5 12 1,2-3 5,-2-16 0,1 0-56,6 14 1,2-2-239,2 10 247,-9-24 1,-5-1-243,-18 24-75,-4-33 0,-7-2-652,-11-2 0,-6-2-3569,-11-3 1,-1-2 4615,1-2 0,3-3 0,14-2 0,5-2 0,-8 0 0</inkml:trace>
  <inkml:trace contextRef="#ctx0" brushRef="#br0" timeOffset="8932">14733 3425 25634,'12'-42'464,"-1"1"1,0 4 0,-7 9-233,-8 23-192,-2 15-24,-2 10-16,1 6-145,-9 22-830,-7 1 135,4-12 1,1-1-1,-4 4 1,0-2-1</inkml:trace>
  <inkml:trace contextRef="#ctx0" brushRef="#br0" timeOffset="9365">15736 2884 22959,'5'-47'939,"1"0"1,-1 0 0,1-18-1,-1 8-519,-1 6-172,-3 19-120,-1 23-63,0 9-43,0 19-7,-2 9-9,0 24-23,-1-5-56,0-13 1,0 2-287,0-4 1,1 2-1597,-2 17 0,0 1-2961,2-9 1,0-3 3530,0-2 0,1-5 1,1-1-1,0-25 1</inkml:trace>
  <inkml:trace contextRef="#ctx0" brushRef="#br0" timeOffset="9649">16161 2702 22537,'0'-6'3181,"-1"2"-2346,1 4-751,-63-27-23,31 32-25,-13-9 1,-1 4-3,7 28-6,8-5 0,-2 2-835,1-4 1,0-1 831,-9 7 1,0 0-15,2-3 0,2 0 14,6 0 0,3-1-13,-3 5 529,23 1-519,34-15-50,9-6 0,7-2-76,4-1 1,2-2-376,-5-1 0,3 0 0,-1-2-188,19-1 0,-3-2-142,-11 1 0,0-1 809,-7-1 0,3-1 0,-8 0 0,6 0 0,-12 0 0,0 1 0</inkml:trace>
  <inkml:trace contextRef="#ctx0" brushRef="#br0" timeOffset="9859">16672 2595 25539,'46'-11'-744,"0"0"0,2 1 0,-6 4 0,-15 7 0,0 0 0</inkml:trace>
  <inkml:trace contextRef="#ctx0" brushRef="#br0" timeOffset="10049">16795 2828 26665,'32'-7'-385,"0"-1"0,7-1 1,-3 3-1,1 3 1,2-1-1</inkml:trace>
  <inkml:trace contextRef="#ctx0" brushRef="#br0" timeOffset="10425">17491 2582 25791,'21'-52'323,"0"1"0,2 5 0,5 9-253,2 21 0,3 6-254,1 2 0,-1 3 229,25 0-45,-11 12 141,-10 10-146,-7 14-35,-6 12-77,-8 10-277,-11-21 1,-5 0 222,-7 3 0,-4 0 106,-7 1 1,-4-2 58,-9 0 1,-3-3 30,-5-3 1,-1-3 16,-1-3 0,1-3 5,5-4 1,3-2-38,-13 6 79,23-9 468,33-4-456,28-4-121,-2-1 1,5-1-943,15 0 1,5 0 668,-12 1 0,3-1 0,2 1-1684,-9 0 0,2 0 1,1 1-1,-2-1 1977,13 1 0,0 1 0,-5-1 0,5 1 0,-7-1 0,10 2 0</inkml:trace>
  <inkml:trace contextRef="#ctx0" brushRef="#br0" timeOffset="11958">199 3287 22793,'-2'-47'429,"0"1"1,0 4 0,1 7 836,0 17-1086,1 7 183,0 6-341,1 24 172,0 6-194,0 24 0,-4 3 0,-5 6 12,-7 2-7,-5-3-10,0-7 10,3-13 564,6-14-418,6-13 51,4-11-90,4-13 0,5-13-23,7-12 1,5-8-1,6-3-27,2 3 0,1 6-34,-1 7-23,-7 12 23,5 3-39,-8 13 0,6 1-34,-4 15-22,0 9-6,1 13-106,-2 9-107,0 4-123,0 1-207,2-4-112,5-9-23,8-13 180,6-12 353,7-17 268,-1-10 454,-2-22-269,-18 11 225,-7-15-17,-14 18-18,-2-5 135,-2 6-364,-1 12-157,0 5-22,0 8-11,-1 17-17,0 2-1,-1 19 12,1-2 0,2 1 12,4-2-40,5-5 33,3-13-22,6-10 23,-3-12 0,10-17 10,2-8 7,7-13 5,-17 17 0,-2-1 11,6-19-50,-8-1-6,-12 22-252,-8 1-840,-2 12-8722,-2 2 8666,3 6 0,2 4 1,5 1-1</inkml:trace>
  <inkml:trace contextRef="#ctx0" brushRef="#br0" timeOffset="12849">1251 3151 26687,'-21'19'28,"3"6"-33,12 25 21,1-8-10,-1-1 0,0-14 10,2-12 203,0-4-96,2-12-22,4-12-56,0-5 27,6-13 68,3-13-28,4-4-33,4-11-23,-1 14-23,-4 12 18,2 6-23,-4 13-6,7 1-27,-2 7 5,5 6-6,0 7 0,-4 1-5,5 12 39,-6 14-39,-5 4-6,-6 12 6,-11-7 0,-1-11 0,-3 2 100,5-20 18,1 0-46,3-19-10,4-9-40,1-4 95,11-21-33,-2 10-17,8-13-17,-4 10-5,0 4-12,1 7-16,-4 7-17,11 3 16,-9 8 1,8 5-23,-7 10 11,-3 9 6,-4 7-22,-6 3 5,-5 0-11,-2-3 23,-1-4 27,1-9-11,2-7 40,6-10-40,5-9-11,4-3 53,6-16 0,-1-6 76,-1-11-126,-1 9 1,-3 1-4,-8-5 0,-7 16 0,-2 6 0,0 8 0,0 5 0,1 5 0,1 0 0,0 7 0,2 5 0,3 11 0,6 9 0,4 8 0,4 5 0,0 2 0,-4 1 0,-7-2-399,-18-2-419,-15 0-1024,-16-4-4379,-7-7 6221,8-12 0,15-10 0,14-7 0</inkml:trace>
  <inkml:trace contextRef="#ctx0" brushRef="#br0" timeOffset="13076">1978 2944 26110,'36'-11'-1967,"0"0"1,17-7 0,-32 18 0,-15 0 0</inkml:trace>
  <inkml:trace contextRef="#ctx0" brushRef="#br0" timeOffset="13225">2070 3225 25517,'42'-11'-640,"1"0"1,-1-1-1,8-1 1,-10 2 0,-18 6-1</inkml:trace>
  <inkml:trace contextRef="#ctx0" brushRef="#br0" timeOffset="36395">2252 4656 18358,'-2'-4'5400,"1"1"-3518,1 3-1608,-49-56-5,13 45-205,0-14 1,0 5-26,-1 31 17,3 14-50,10 2-40,-1 21 23,12-12-3,12-4 0,3 0 3,5-2-34,17 27-56,3-21 12,12 10-7,2 1 96,-15-12 40,-8-2-24,-21-15 40,-16-1 6,-17-3-40,-1-6 1,-3-1-15,2-2 1,-1-1-347,-10-1 1,1-1 298,-11-6-314,5-7-2129,33-11-5275,15-5 7757,17-2 0,4 13 0,-3 6 0</inkml:trace>
  <inkml:trace contextRef="#ctx0" brushRef="#br0" timeOffset="36636">2523 4653 28311,'-18'-3'129,"4"22"-118,9 14 0,2 7-19,-4 3 0,-1 1-846,0 2 0,-3 3 553,0-5 1,-2 2-1,2-4-69,2-7 1,1 0-546,-2 6 0,0 4 0,2-4 260,4-5 1,2-3 0,-4 18-1,6-17 1</inkml:trace>
  <inkml:trace contextRef="#ctx0" brushRef="#br0" timeOffset="37636">2350 5236 19557,'-3'-5'4901,"1"0"-4397,2 5-465,28-72-78,15 40-705,-5-13 1,5 1 662,3 27 0,2 7-14,2-3 0,1 3-83,-3 0 0,-1 2 133,-4 1 0,-3 1 34,16-3 134,-6 1 179,-32 3 62,0-3 18,-24 0 1020,-9 1-1223,-2 1 900,-21 3-799,5 7-73,-18 6-101,9 9-44,5 6-45,12 3-17,10-7 5,16 5 1,12-12 0,12 3 10,6-11 12,4-11 0,-1-5 12,-3-10 49,-4-5 62,-5-3 34,-7 1 34,-6 3-12,-6 7-78,-3 6-62,-5 6-22,-4 5-40,-4 5-10,-2 6 16,2 8-6,2 5 1,3 4-12,4 3 1,2 1-6,4-7-29,10 9 7,2-14-1,8 7 6,-3-15 45,-1-5-6,0-8 0,1-7 6,0-8 0,0-8 0,-2-6-6,0-3-11,-1-2 17,3 0 11,4 3 0,4 4-6,4 4-16,1 6-34,-2 7 22,-3 6 29,-6 7-1,-1 8-16,-4 8-1,-4 9 1,-5 8-1,-4 4 7,-4 2-18,0-2 0,0-6-5,7-8 0,5-9 5,10-8-5,10-11 17,8-9-6,8-13 17,3-13-279,-25 14 1,-1-2 261,1-5 0,-3-2 0,1-4 0,-2-2 17,-3-2 0,-1 0 11,-2 1 0,-2 1-2,-4 4 0,-2 1-26,1-22 0,-5 11 0,-2 11 0,-2 11 0,0 9 0,-1 9 578,-2 8-578,-1 11 0,-4 14 0,-3 21 0,5-18 0,0 4-373,1 5 0,1 2 373,0 5 0,3 0 0,2 3 0,3 1 0,2 0 0,3-1-256,3-1 1,1-2-428,2-3 0,2-2-908,-2-6 1,1-2 1590,13 18 0,-14-25 0,-4-13 0</inkml:trace>
  <inkml:trace contextRef="#ctx0" brushRef="#br0" timeOffset="37812">3708 4970 26693,'35'-34'-3277,"0"0"0,4 2 0,3 7 3267,4 16 0,-1 5 0,13-3 0,-26 3 0</inkml:trace>
  <inkml:trace contextRef="#ctx0" brushRef="#br0" timeOffset="38020">4387 4836 25572,'51'-20'-1967,"1"-1"1,-1 1 0,-3 1 0,-1 1 0,-4 6 1667,-5 10 0,-5 4 0,10-2 0,-23 1 0</inkml:trace>
  <inkml:trace contextRef="#ctx0" brushRef="#br0" timeOffset="38502">4490 4990 27606,'46'-9'-266,"0"0"1,0 0 0,-1 0-135,-5 1 0,-1 0-845,1-1 0,1 0 444,1-1 0,0-1-289,1 0 1,2-1-292,2 0 0,2-1-305,13-4 1,-1 2 1458,-19 4 0,-1 2 283,12-4 0,-3 1 2274,-9 3 1666,-5 1-1279,-30 4-68,-36 5-2111,1 1 285,-27 3-302,17 2-169,-5 4 556,12 4-784,11 4-12,11 5-12,6 6-49,12 4-6,7 3-29,16 1-16,16-3-8,-17-19 0,2-1-9,1-3 0,0-2 51,28 4-12,-14-15 62,-13-12-49,-6-22-35,-13-3 0,-3-2 0,-12-1 0,-8 5 0,-9-7 0,-24-1-819,6 19 819,-4 11 0,1 5 0,12 5 0,-17 1 0</inkml:trace>
  <inkml:trace contextRef="#ctx0" brushRef="#br0" timeOffset="40403">1871 6093 18112,'-6'9'5584,"1"-3"-4285,5-6 410,0 0-1418,-52 48-100,37-21-130,-14 6 1,5 1-1,26-3-10,10-4-6,11-5 5,7-10-11,5-7 12,-2-13 16,-3-10-6,-4-12 23,-5-9-5,-6-7 27,-6-2 17,-7 4-22,-9 6-22,-7 10-18,-9 11-22,-6 9 1,-7 14-24,-5 9-4,-4 16-12,0 13-267,24-19 0,1 1 261,3 2 1,1 2-12,-7 28-295,10 0 261,11-2-49,15-4-46,12-8-33,16-9 5,11-15 45,4-14 40,4-21 77,-29 3 1,-1-4 14,-1-3 0,-1-3 19,-2 0 1,-1-1 72,15-22 17,-10 7 39,-10 7-22,-8 9-11,-5 8 450,-4 6-562,-1 5 293,0 3-310,2 6 11,4 8 34,3 10-23,0 10-22,0 6 5,-4 4-27,-4-1-23,-1-4-23,-2-8 57,0-12 44,3-11-11,4-19 40,11-12-23,8-13-17,10-8 56,4 0-22,4 3-17,-2 7 0,-5 9-6,-8 11-5,-10 7-11,-1 8 27,-1 8-38,3 6-23,2 8-6,1 4-78,0 3-123,2 3-207,5-1-191,8-3-50,11-7-228,10-9 765,-27-11 1,1-2 113,0-4 1,-1-3 94,27-14 217,-8-9 179,-10-4-20,-9-2 48,-7-2-72,-9 4 94,-7 0-391,-8 14 56,-12 3 252,-11 15-398,-14 8 17,-10 8 0,-5 12-28,2 7-1,7 4-10,11 1 67,14-3-96,13-5-27,25-3 5,-1-13-67,30-6 79,-5-19 38,-16 1 1,2-2-1,-1-4 1,-1-4-1,5-9 1,-4-1 17,10-15 13,-16 8 0,-3-2-418,2-19 432,-11 21 1,-1 0-37,-2 4 1,-1 0-15,2-25 0,-5 22 0,-5 12 0,-2 14 0,-1 8 0,0 0 0,-1 10 461,-5 20-461,2 0 0,-1 2 0,1 4 0,2-3 0,0 1-173,-2 10 1,1 3 3,-1 12 1,2 1-1930,1-8 1,2-1 878,1-3 1,2-2 1218,3-10 0,1-5 0,1-8 0,1-2 0</inkml:trace>
  <inkml:trace contextRef="#ctx0" brushRef="#br0" timeOffset="40620">3931 6274 22218,'-4'-3'4072,"0"1"-3120,4 2-1283,4-46-1063,28 27-12,-2-32-2521,7 41 1,3 7 3926,13-2 0,-7 1 0,-21 2 0</inkml:trace>
  <inkml:trace contextRef="#ctx0" brushRef="#br0" timeOffset="40753">3903 6441 24892,'45'-21'-422,"0"-1"1,-1 0 0,8-5 0,-10 6 0,-17 15 0</inkml:trace>
  <inkml:trace contextRef="#ctx0" brushRef="#br0" timeOffset="43211">4682 6242 19154,'2'-6'5875,"0"2"-4754,-2 4-293,18-67-245,-13 47-393,5-17 1,-2 6 16,-8 26-112,-4 9-28,-7 10 0,-9 16-16,-11 16-40,14-19 0,0 1-11,0 0 0,2 1 0,-7 22-5,14-7-7,20-12 7,17-13 27,16-12-5,10-19 11,2-11-157,-30 6 1,-2-2 207,17-22-79,-15-1 0,-14 0 0,-15 5 0,-12 6 0,-12 9-1020,-6 10 1020,-9 13 0,20 0 0,0 4 0</inkml:trace>
  <inkml:trace contextRef="#ctx0" brushRef="#br0" timeOffset="50195">1727 7550 23803,'10'-49'756,"0"0"0,0 7 0,-5 7-84,-8 11-397,0 16-158,-1-2-100,2 9-11,1 4-6,0 3 22,2 22 0,0 6-50,1 24 12,-7 2 16,2-28 0,-2 0 0,-6 18 0,-4 7 11,3-13 6,2-7 11,3-10 44,6-21-10,3-13-28,3-9-18,1-6 57,10-30 0,-5 5-329,-2 11 1,-1-2 269,-1 5 0,0 1 31,8-29-26,0 10 15,-1 15-12,1 13-33,1 10 22,4 8-11,4 8 576,6 8-560,3 10-16,4 9 17,0 8-34,-5 6 29,-11-7-57,-5 21 39,-13-20 1,-5 12 38,-4-22 1,-4-14 39,4-9-34,2-14-39,2-10 11,5-16 0,6-10 6,8-5-17,6 0 17,6 6 17,1 8-23,1 10 6,-1 11-29,-2 7-21,-1 12 5,-1 9-28,2 11-90,1 10-151,1 7-251,-2 6-548,-2 3-13,-1-2-355,2-6 87,5-10 284,6-12 320,5-11 482,2-15 481,0-10 482,-2-11 404,-7-6 44,-5-4-207,-6-3-191,-4-3-100,-4 2-100,-7 3-97,-7 5 149,-11 8-373,-6 8-24,-8 9-110,-6 10-28,-4 9 0,1 10-44,3 11-18,7 7-16,8 4-6,9-1 17,11-6-11,7-8 45,11-12 33,3-11-17,5-16 57,1-13 72,1-13 79,-2-6 38,-6-1 1,-8 0-28,-7 5-23,-7 7-27,-4 9-117,-4 10-74,0 7 0,-3 9 0,-2 11 0,-2 13-63,0 13-178,3 12-280,4 7-268,5-26 0,2 0-435,1 3 0,2-1-2596,4 0 0,2-1 3820,13 22 0,-8-22 0,-7-17 0</inkml:trace>
  <inkml:trace contextRef="#ctx0" brushRef="#br0" timeOffset="50395">3607 7579 22800,'3'-5'3854,"-1"1"-2930,-2 4-958,-5-14 6,-9 29-134,-10-3-398,-11 38-183,14-22 1,-2 1-1819,-3 2 0,-1 1 2561,-6 2 0,2-2 0,-5 6 0,4-6 0</inkml:trace>
  <inkml:trace contextRef="#ctx0" brushRef="#br0" timeOffset="50579">3328 7781 19642,'20'-39'1362,"0"0"1,0 0-1,6-14 1,-6 7-445,-9 7 88,-6 13-737,-4 12-85,4 8-151,4 9 26,9 10-93,10 12-111,7 13-460,4 12-347,-18-22 0,0 2-2529,2 3 0,0-1 2876,0-1 0,-2-3 0,7 8 1,-11-16-1</inkml:trace>
  <inkml:trace contextRef="#ctx0" brushRef="#br0" timeOffset="50820">4352 7476 27146,'42'-35'-893,"0"0"1,1 2 0,3 10-2351,0 22 0,0 7 2110,-5-3 1,-4 0 0,12 4 0,-25-2 0</inkml:trace>
  <inkml:trace contextRef="#ctx0" brushRef="#br0" timeOffset="50979">4357 7703 27690,'40'-14'-33,"0"1"1,10 0 0,4 1 0,-10 3 0,-1 2-1,5 0 1,-1 1 0</inkml:trace>
  <inkml:trace contextRef="#ctx0" brushRef="#br0" timeOffset="51603">3789 7486 25550,'14'-31'689,"-3"10"-577,-17 33-50,-1 3 27,-18 19-38,-13 5-714,3-5 1,-3 2 206,4-5 0,1 0 456,-7 7 0,5-3 0,3-3 0,12-7 0</inkml:trace>
  <inkml:trace contextRef="#ctx0" brushRef="#br0" timeOffset="53069">4647 7421 12505,'1'-3'7976,"-1"1"-3635,0 2-3860,20-43-172,-22 33-51,6-33-57,-34 45-50,-13 6-39,-7 5-56,-1 7-22,5 5-23,11 2 23,10 0 27,8-1-38,8 0-1,4 0 1,10-1-35,8 0 40,14-1-22,10-1-6,8-2 6,5 0-6,-1-2 28,-8 1-23,-12-1 29,-15 1 27,-17 1-21,-20 5 27,-21 2-37,14-13 1,-2 0-276,-4-1 0,-1 0 253,0-2 1,0-1-4,4-2 1,0-1 16,-20 3-139,16-7-370,14-1-908,13-3-2924,9-1 4319,8-2 0,-2 1 0,1-1 0</inkml:trace>
  <inkml:trace contextRef="#ctx0" brushRef="#br0" timeOffset="53295">5072 7496 27656,'-33'28'35,"-1"1"1,3-1-1,7 1-152,16 20-572,4 0-2134,3-4 2823,7-3 0,-4-20 0,3-5 0</inkml:trace>
  <inkml:trace contextRef="#ctx0" brushRef="#br0" timeOffset="53479">5171 7294 26967,'15'-33'-1255,"0"9"0,3 35 1,-7-4-1</inkml:trace>
  <inkml:trace contextRef="#ctx0" brushRef="#br0" timeOffset="54102">5419 7614 22279,'-11'-2'4212,"2"1"-3669,9 1 85,0 0-438,7-65-16,6 41-121,-3-14 0,3 2 31,22 19-50,-2 6-34,-2 4 0,1 9-40,-6 7 1,3 11-6,-3 11-100,-10 24 78,-10-12-276,-10-8 1,-6 1 253,-20 19 66,9-20 1,-4-1 27,-6 2 1,-2-2 11,7-9 0,1-4 5,-21 14 84,18-23 23,16-13-50,3-6 21,10-12-21,9-3-46,1-1 29,9 2-23,-1 6 550,6 0-583,0 3 5,1 4 0,7 6-16,-12 3-1,5 8 1,-15 1 16,0 4-17,-7 0 29,-5-4-12,-2-1-22,-7-4 22,2-2 11,-3-1-11,4-2 6,1-1-6,5 0-22,-1-2 22,1 1-5,0-1-6,0-1-11,0 2 5,1 0-22,-1 0-157,1 0-957,0-1-1927,2 0 3069,4-5 0,-2 5 0,1-3 0</inkml:trace>
  <inkml:trace contextRef="#ctx0" brushRef="#br0" timeOffset="54869">3850 7952 12808,'-3'0'7791,"1"0"-3843,2 0-3634,-42 3-34,31-2 90,-29 3 17,46-2-79,6 2-107,11-3-61,13 0-45,13-1-53,-18-1 0,2 0 0,4-1 0,1-1-261,3-1 1,0 0 237,-1-2 1,-1 1-3,-4-1 0,-2 1-23,14-3-16,-20 4-258,-16 3-1575,-17 3 1855,-9 0 0,3 1 0,0-1 0</inkml:trace>
  <inkml:trace contextRef="#ctx0" brushRef="#br0" timeOffset="55979">5501 7881 13872,'-7'3'6704,"1"0"-4872,6-3 884,0 0-2178,0-16-73,0 9-129,0-14-106,2 15-62,4-1-23,6-1 7,7 0-46,6 1-44,3 4-18,1 6-16,-2 8-5,-1 11 5,-7 9-6,-7 9-5,-15 8-17,-14 6-114,1-24 0,-3 0 108,-5 1 1,-2 0-295,-4 0 1,-2-2 301,1-4 1,-1-2 25,-23 7 12,16-21-1,22-28 28,24-20-22,5 10 0,5-2-9,6-5 0,5 1-313,4-3 0,2 0 296,3-2 1,2 1-17,2 1 0,1-1 22,2 2 0,1 0-14,1 3 1,1 0-12,-1 3 0,1 2 0,-3 3 0,-1 1 8,-5 2 1,-2 0 231,-7 4 1,-2 0-230,9-14 6,-17 9 27,-10 4-44,-13 7 34,-7 6 894,-9 3-911,-6 9 112,-4 6-107,-1 9 23,2 7-23,3 9-50,5 6 23,8 4-18,7-1-10,14-2-40,14-7-224,20-6-216,-12-19 1,3-2-2393,6-2 1,1-2 2904,0-1 0,-3-2 0,13-2 0,-21 0 0</inkml:trace>
  <inkml:trace contextRef="#ctx0" brushRef="#br0" timeOffset="56212">6854 7395 27398,'51'-18'-1068,"0"-1"0,-18 4 1,1 3-793,21 8 1,-1 8-7972,2 5 9635,-3 1 0,-26 0 0,-17-5 0</inkml:trace>
  <inkml:trace contextRef="#ctx0" brushRef="#br0" timeOffset="56695">6915 7630 22817,'-47'19'1588,"0"0"1,6 0 0,10-8-1174,26-13-214,15-5-139,16-8-43,4 2 1,2-1-37,19-6-17,-6 4 1,2 1-515,-11 5 1,0 0 202,9-3 1,3 0-558,11-2 1,0 1 18,-7 1 1,-2 1 342,-1 1 0,0 0-953,-3 1 0,-1 0-140,-10 1 1,-1 1 1026,6-3 1,0 0 1955,-5-2 0,-4-1 342,6-3 2526,-12-10-3339,-24 17 454,-5-9-398,-5 8 536,-6 0-906,-2 2-425,2 5-95,2 2 33,0 11-27,-1 6-18,-7 15-16,-5 19-22,10-5-7,3 1-10,18-10 11,12-12 5,27 4 12,2-12 5,11-9 0,-22-9 51,-2-11 67,-13-5-100,0-7-29,-10-4 0,-16-12 0,-8 4 0,-5 0 0,-6 4 0,4 9-9831,-10-4 9206,13 14 1,2 3-1,14 11 1</inkml:trace>
  <inkml:trace contextRef="#ctx0" brushRef="#br0" timeOffset="113774">22807 3376 12517,'5'-1'5606,"-1"0"-1069,-4 1-4201,37-32-84,-22 21-39,26-22 0,-34 31 100,-5 2 23,-9 3-72,-12 6-1,-19 6-11,-19 9-448,22-10 1,-1 1 296,-2 1 0,-1 0-34,2 0 0,0 0-57,6-2 0,3 0-10,-11 11 22,25-6 62,27-1-11,24-2-56,4-5 2,-8-6 1,1 0 8,2 0 0,0 0-12,-2-1 1,-2 1-5,30 4 4,-36-3 74,-15 1 662,-17 3-623,-15 5-34,-20 4-39,-14 4-239,24-11 0,0 1 191,1 0 1,2 1 2,-20 13-6,15-2 1,14 0 11,10 0-12,6-2-5,4-1 474,4-3-458,3-2-21,4-3-1,1-2 17,1-3 1,-1 0-7,-4 1 1,-3 4 11,-5 3-1,-10 4 1,-10 4 56,-11 0 17,-7 2-40,-1-3-39,5-1-28,11-5-27,11-2-124,12-3-460,15-1-1965,15-1 2593,16 1 0,-18-6 0,-2-1 0</inkml:trace>
  <inkml:trace contextRef="#ctx0" brushRef="#br0" timeOffset="114958">22556 11499 15905,'6'-8'4985,"0"1"-3108,-6 7 480,0 0-2217,6-32-39,12 18-39,13-24-34,12 28 17,1 5-17,-7 3 11,-13 5 90,-14 5 11,-22 6 11,-19 5-50,-25 4-269,20-12 0,-1 1 207,-4 0 0,0 0-11,3-1 0,1 0 6,5 0 0,2 0-1,-11 8-5,14 0 28,13 0-33,6-1-18,5-3-33,11 7 459,4-9-431,14 4-5,6-7 16,6-4 23,3-2-29,-4-1 12,-9 0 0,-12 1 28,-19 7-23,-7-3 17,-21 12 6,-4-1-23,-7 4-10,6 1 21,13-4-22,12-2 6,9-1-17,7 1 0,4-1 11,5 1 6,6 6-22,-2 0-1,-1 1 12,3 4-6,1-2-12,6 8 29,4 6-11,-10-9-1,-5-4 40,-15-11 0,-14-5 5,-11 0-33,-15-3-336,-13-4-521,15-2 840,-7-4 0,33 0 0,-3-1 0</inkml:trace>
  <inkml:trace contextRef="#ctx0" brushRef="#br0" timeOffset="121207">3528 2791 21075,'21'-44'537,"-1"0"1,-2 3 0,0 7-135,1 12-39,-6 4-50,-4 5-68,-5 5-89,-3 4-112,-1 3-179,0 1 128,-2 9 23,0 5 0,-1 12-17,0 5 5,-2 7 1,-1 5 5,-2 5 11,-2 2-10,0-2-1,0-3 0,2-5-5,3-6 5,3-4 6,1-4-6,0-4 28,0-3 45,-1-7 118,1-4 134,0-5-79,-1-2-139,0-7-29,-2-4-21,0-12-29,0-11-11,2-9-5,5-7 10,4-4 18,3 1 16,0 4 6,-4 5-6,-2 9-11,-4 8 0,0 8-17,0 8-33,-1 5-40,0 3 6,-1 4 28,1 8 0,-1 10 11,-1 15 1,-1 13 4,-1 8-16,-2 3-5,-1 1-282,1-2 287,0-2 11,1-6 0,4-7-16,0-10 10,2-11 23,0-9 191,0-8-52,0-9 233,0-9-316,0-12-28,-3-14-40,-2-9 1,-3-6-6,0 0 1,2 4-1,2 6-17,3 10 1,2 6 10,2 9 1,-1 7-34,0 6-6,0 4 23,0 8 17,1 10-1,2 13 1,0 10-12,-1 7-5,0 1 17,0-1-6,3-7 16,-1-6 1,1-8-11,-1-9 61,-2-6 185,-2-7-162,-2-5 16,0-6-50,-1-10-6,-5-12-22,-2-12 6,-3-10-23,2-4-28,2-1 29,4 7 4,2 10-10,1 12 0,-1 13-40,1 8 6,-1 8 28,0 9 6,1 10-6,1 14-23,3 7 18,0 3 10,3 0 1,-1-6 5,-2-6-5,-1-9 78,-1-9-23,-2-9-22,1-7-5,-1-11-23,-1-10 6,-2-13 11,-6-19-17,1 6-5,-2 3-1,3 12-5,4 15-33,0 3-146,1 8-1928,9 8-2844,0 5 4951,11 7 0,-10-6 0,1 1 0</inkml:trace>
  <inkml:trace contextRef="#ctx0" brushRef="#br0" timeOffset="139032">22669 5480 13712,'5'-47'2090,"0"1"1,0-1 0,2-16 0,-1 6-770,-5-2-486,1 15-78,-1 14-365,0 12-272,1 11-30,-2 11 23,0 5 150,-1 34-123,-3 8-98,0-11 0,0 3-397,-3 0 1,-1 0 382,0 1 0,-1 1-17,-1-3 1,-1-1-7,1-4 1,1-2 22,-9 25-6,5-18 40,4-14 123,5-16 22,3-9-84,6-17-39,3-13-17,6-19-39,3-14 51,-8 24 1,-1-1-64,1-4 1,0 0-9,0-2 1,-1 1 5,0 2 0,-1 2 8,3-22 1,-5 23-51,-3 19-11,-2 16 27,-2 16-4,-1 17 10,-2 18 17,1 13 67,3-29 0,2 2-78,1 0 0,1 0-14,0 1 0,1 0 0,2-2 0,0-1 3,3 26-12,-3-13 12,-6-17 6,-7-14-63,-3-11-49,-5-16 510,2-10-561,1-18-129,5-12-492,3-4-3719,5-1 4508,1 14 0,0 18 0,0 13 0</inkml:trace>
  <inkml:trace contextRef="#ctx0" brushRef="#br0" timeOffset="139398">23488 5252 29830,'14'-48'-995,"11"7"799,31 32-27,-19 5 0,2 0-2346,8 2 1,2 0 2569,14 0 0,-2 1 1,-25 1-1,-3 0 1,1 0-1,0 0 1</inkml:trace>
  <inkml:trace contextRef="#ctx0" brushRef="#br0" timeOffset="139598">23703 5481 26715,'52'-30'-1188,"0"0"1,-1 3 0,0 5 1187,-9 16 0,-4 4 0,7-2 0,-4 2 0</inkml:trace>
  <inkml:trace contextRef="#ctx0" brushRef="#br0" timeOffset="139825">24663 5051 28671,'-17'1'0,"5"15"0,15 47 0,0-26 0,1 3-291,0 2 0,0 3-964,0 14 0,1 0 605,-2-12 0,-1-4 0,1-3 1,-1-5-1,-2-5 0</inkml:trace>
  <inkml:trace contextRef="#ctx0" brushRef="#br0" timeOffset="156540">22565 6690 25113,'19'19'454,"-2"-1"-185,-9-6-79,-4-4 6,-2 1-84,-2-5 84,-4 1-67,-2-3 17,-8 0-79,0-3 6,-2-5-28,6-1 33,0-8 6,3-6 0,2-9-6,3-6 68,9-6-90,-2 14 45,7-1-12,-4 16-16,7-2-67,1 5 5,7 3 6,5 9-23,-4 3 6,13 14-17,2 18 1,-5 9-180,-17-15 0,-5 3 190,-11 0 1,-5-1-18,-10 25 12,-7-17 0,-6-2-3,-1-5 0,-5 0 19,0-3 1,-4 2 0,1-3-781,-8 5 1,-1-3 782,-4-2 1,3-4 41,-2-6 51,11-13 101,19-20-85,6-6-66,15-16 10,12 2-49,5 7 350,12 2-329,5 10-38,6 4-1,11 7-78,-2 10 474,-21 0 1,0 0-576,24 8-465,-6 0 1,3-1-581,-11-2 1,0-1 1229,2 0 0,3 1 0,-6-1 0,20 5 0,-7-3 0</inkml:trace>
  <inkml:trace contextRef="#ctx0" brushRef="#br0" timeOffset="156773">23470 6733 21898,'-1'-3'3030,"0"1"-2610,1 2-335,70-51-259,-27 35-545,8-12 0,2 3-860,10 21-1071,-31 4 1,1 0 2649,22 1 0,-22 0 0,-15 0 0</inkml:trace>
  <inkml:trace contextRef="#ctx0" brushRef="#br0" timeOffset="156983">23579 6865 28115,'42'-21'-61,"8"3"-121,-18 13 0,3 2-883,1 0 1,2 1-199,2 0 0,0 1-3653,0 0 1,-2 0 3154,18-1 1,-21 2-1,-26-1 1</inkml:trace>
  <inkml:trace contextRef="#ctx0" brushRef="#br0" timeOffset="157223">24668 6550 24223,'-4'-4'3131,"1"0"-1814,3 4-1317,0-26 0,7 35 0,1-10 0,7 49 0,-9-17 0,0 1 0,-1 4 0,-1 2-275,0 3 1,-1 2 209,1 2 0,0 0-817,1 0 0,1-1 882,-2 1 0,1-4 0,1 7 0,-3-13 0</inkml:trace>
  <inkml:trace contextRef="#ctx0" brushRef="#br0" timeOffset="164741">22421 8388 24973,'-16'-37'414,"1"1"1,1 2 0,8 5-214,15 2-72,6 4-34,4 3-55,3 5-40,8 6-12,6 5-27,9 11-11,5 8-244,0 14 238,-6 7 11,-15 8 23,-18 4 22,-26 0-6,-19 1-5,8-26 0,-2-1 19,-2-2 1,-2-1 13,0-3 0,1-2 40,-24 9 61,14-11-11,16-6-28,14-9-33,14-4-7,8-5-27,10 1 210,1 2-222,3 4-5,-1 6-11,3 7 11,5 6-33,4 8 5,1 6 0,-4 5-12,-11 0 18,-15 0 5,-22-5 17,-16-4 11,-20-6-39,-9-5-505,-2-6-352,10-4-3294,14-9 4179,17-2 0,12 0 0,6 1 0</inkml:trace>
  <inkml:trace contextRef="#ctx0" brushRef="#br0" timeOffset="164991">23369 8333 25002,'49'-13'-575,"1"0"0,0 0 0,-3 1 1,-1 0-1,-3 5 575,3 6 0,-6 2 0,7 0 0,-7 1 0</inkml:trace>
  <inkml:trace contextRef="#ctx0" brushRef="#br0" timeOffset="165174">23511 8514 22436,'-5'1'3781,"0"-1"-3417,5 0-1092,79-23-1546,-23 14 1747,-14 0 1,6-2-1,-8 3 1,8 3 0,-6 1-1</inkml:trace>
  <inkml:trace contextRef="#ctx0" brushRef="#br0" timeOffset="165407">24478 8206 24687,'-2'-3'3467,"0"1"-2950,2 2-517,-21 2 0,14 20 0,-16 13 0,21 26 0,2-24 0,0 1-437,0 5 1,-1 2 436,-1 3 0,-2 1-390,0 2 1,-2 0-1572,-1-1 1,-1-2 1960,1-6 0,1-5 0,-3 9 0,6-22 0</inkml:trace>
  <inkml:trace contextRef="#ctx0" brushRef="#br0" timeOffset="170491">6186 2053 15233,'0'-8'7242,"0"1"-6601,-3-25 1,-2-5 215,0 11-563,0-14 0,-1 2 31,0 25-275,3 7-66,2 3-7,1 12 23,4 7 6,2 18-1,1-1-16,-2-1 0,0 1 17,-1 18-18,-2-13 1,0 0-263,-2 24 252,-4-5 11,-3-8 16,-1-13 35,0-12 105,2-11 57,0-7-29,0-8-21,-4-8 217,-3-8-297,-5-8-10,-1-3 16,-2-2-10,1 2-7,3 5 1,3 6-6,3 5-39,6 7-51,2 3-16,2 3 16,2 6 23,4 6 11,2 11 0,3 7-6,1 4 6,2-1 17,1-4 5,5-5-10,4-7 21,7-9-5,8-6 6,6-10 39,2-7 22,-3-4 28,-8-1 23,-11 4 22,-12 5-23,-7 6-72,-5 4-56,-1 1-45,-1 2-17,-3 1 6,-3 6 5,-4 1 17,-4 4-16,-5 1 16,-4 1 0,-5 0 17,-3-2 17,-3-2 11,0-5-17,1-3 17,4-10 28,4-6-17,3-12-16,3-10-12,1-6 11,4-2 1,2 6-1,3 8 6,2 11-61,3 9-12,3 5 22,2 2 7,1 6 16,5 4 11,3 7 6,6 6-23,3 3-11,1 3 28,5 0-39,3-2 23,6-6 44,5-7-168,10-7-610,10-10-2838,-24-2 0,0-1 3577,27-11 0,-20 5 0,-19 4 0</inkml:trace>
  <inkml:trace contextRef="#ctx0" brushRef="#br0" timeOffset="182373">24447 5208 9447,'-3'0'8793,"1"0"-4266,2 0-3682,-18-27-150,18 13-107,-11-22-124,23 19-127,2 0-107,4 0-85,3 0-66,6 3-46,3 3-10,4 6 10,1 7-27,0 8-6,-1 7-23,-3 10-10,-7 8 5,-8 8 11,-10 9-5,-15 6-415,-9 2 428,3-30 1,-1 0 2,-2-2 1,-1-1 2,0 0 0,0-2-11,-17 20 47,6-7 12,6-11 0,10-9 11,7-10 67,4-4 424,9-3-468,4-5-13,11-3-55,11-7-33,13-5-29,-14 8 1,1 0-552,9-1 1,2 0 225,9 0 1,1 1-948,4 0 1,1 0-796,-2 2 1,-2 0 1564,-10 3 1,-4 0-1,7 0 1,-26 3 0</inkml:trace>
  <inkml:trace contextRef="#ctx0" brushRef="#br0" timeOffset="182849">24277 5327 17540,'-2'-5'5221,"0"1"-4686,-2-25 0,2-8 181,9 5-456,-5-10 1,4 0 115,21 11-62,6 5-29,4 6-83,2 7-73,0 7-68,9 14-44,-16 0 22,12 15-22,-14 1-34,9 10-33,-2 6 24,-19-12 1,-3 1 3,3 11-6,-18 17 6,-26-19-209,4-15 1,-4 0 221,-6 0 1,-3-1 13,-2-2 1,0 0-3,1-2 0,0-1 19,-21 11-10,20-8 27,18-7 67,19-5-16,30-9-79,0-1 3,4-3 0,3-1-20,-4 0 1,1 0-448,12-2 0,2-1 61,2 0 0,1 1-3554,3-1 0,-1 1 3946,-6 0 0,-3 1 0,12-2 0,-25 5 0</inkml:trace>
  <inkml:trace contextRef="#ctx0" brushRef="#br0" timeOffset="186207">8497 3526 16353,'-4'0'4649,"0"1"-1658,4-1-2868,-36 2-78,30-4 0,-19 0 16,48-5-61,21-3-11,-2 2-11,8 2 11,-20 4-29,-4 1 12,-13 2 51,-4 5 5,-14 2 33,-13 5-21,-13 0-18,1-3 23,-11 3 5,5-3 45,-14 4-22,14-3-11,4-1-45,18-5-1,7-2 18,6-2-17,8-2-51,8-3 6,11-3 17,0-2-34,11-1 0,2-2 17,0 2 23,-2 1-18,-18 5 12,-10 3 11,-6 1 6,-13 5 5,-26 10 56,-12 5-790,14-5 0,-1-1 762,-15 6 56,-6 3 68,22-8-12,6-4 84,14-4-27,22-11-169,12-6 1447,4-1-1907,19-8-9410,13-5 9059,-14 7 1,-1-1 0,-33 15 0</inkml:trace>
  <inkml:trace contextRef="#ctx0" brushRef="#br0" timeOffset="189082">24502 6698 10942,'-9'1'7517,"2"0"-6318,7-1 3058,0 0-3731,13-38-140,-4 18-94,13-29-102,-4 29-77,4 4-69,6 4-16,5 6 17,6 9-45,0 10-22,-2 9 11,-11 11 11,-12 5 16,-20 6-21,-20 3 16,5-22 0,-3 0 3,-4-1 0,-1 1-208,-1-1 0,0 1 208,4-2 0,0-1-3,-13 18 29,15-8 32,13-11 85,8-7 112,10-6-6,8-4-78,14-7-90,17-6-76,-15 3 1,2-2-4,6-2 1,2 1-54,4-1 1,2 1-675,3 0 0,0 2-824,1 0 0,-1 2 942,-8 1 1,-3 1-1,10 1 1,-26 1 0</inkml:trace>
  <inkml:trace contextRef="#ctx0" brushRef="#br0" timeOffset="192866">24135 8397 16073,'-5'-1'5948,"1"1"-3354,4 0-841,89-80-1395,-44 52-325,-11 0 1,6-4 0,-5 10 28,5 16-34,-5 18 5,1 12 12,1 16-281,-6 12 236,-18-22 0,-6 1 3,-7 3 0,-6 0-9,-7 2 1,-6-1-487,-11 3 1,-5-2 488,-7 1 1,-3-2 10,-4-1 0,-1-2 3,3-2 1,2-3 10,6-3 1,3-2 66,-11 10 68,27-11 50,28-11-22,25-10-73,22-7-87,-18 1 0,2 0-263,3-2 1,2 1 239,4-2 1,1 1-76,2 0 1,1 1-430,3 0 1,3 1 131,7 1 1,-4 0 0,-24 2-1,-3 1 1,28 0 0</inkml:trace>
  <inkml:trace contextRef="#ctx0" brushRef="#br0" timeOffset="194740">9939 1892 24379,'-10'-40'483,"0"-1"1,0 3 0,5 11-372,6 23 51,4 8-1,1 8-39,1 11-61,-1 2 33,-2 27-84,-3-8-5,0-12 0,-1 0 10,-3 20-4,-2-5 10,-6-7 40,-3-8-1,-4-7 6,-3-9 40,0-8 27,-3-7-16,0-11-23,0-8 6,2-9 16,4-5-10,4 0-12,5 4-11,3 5-39,3 7 0,2 8-12,1 5-22,0 4 6,0 7 0,3 6-17,3 9-11,5 4 28,5 3-17,4-1-40,1-3 40,3-4 28,0-7-28,0-6 23,-3-5 5,1-8 5,0-5-5,1-7 23,0-4-12,0 2-50,-5 4 61,-5 4 23,-5 4-51,-5 4-27,-3 1 5,-6 9-11,-1 2 16,-9 8-33,-5 1 17,-6 2 56,-8 0-34,-4 0-22,-4-2 22,1-5 17,2-6-6,5-8-27,2-11 22,5-13 11,4-13-6,6-9 28,7-1-16,5 5-12,4 14 18,2 13-29,0 9-28,0 5 6,0 2 22,7 3 17,8 4-22,15 5 10,11 2-16,9 0-28,3-1-44,3-3-449,0-3-4536,0-2 5057,-11-3 0,-17-1 0,-13-1 0</inkml:trace>
  <inkml:trace contextRef="#ctx0" brushRef="#br0" timeOffset="200148">24655 5558 23775,'-7'-31'1641,"2"2"-1255,9 20 18,20-5-197,15 5-126,-7 5 0,2 1-760,25 2 726,-16 4 1,1 2-9,-9 1 1,1 3-4,13 6 1,-2 3-15,-13-2 0,-4 4 0,-3 3 1,-6 2 178,-6 8-156,-25 13 17,-20-9-46,-6-8 1,-7-1-539,0-6 1,-2-1 465,-14 2 0,-1-4-11,19-7 0,0-3-219,-10-1 0,0-2-540,10-3 0,-1-3 826,-14-5 0,2-2 0,-7 2 0,11-10 0</inkml:trace>
  <inkml:trace contextRef="#ctx0" brushRef="#br0" timeOffset="204907">17602 3411 19809,'-64'0'1260,"1"0"0,10 1 1,4-2-208,-6-2-449,28 2-480,24-6-101,30-1-21,2 2 1,5 0-991,15-1 1,5 0 918,-9 3 0,2 0 0,1 0-29,6 1 1,0 0 0,1 1 7,1 0 1,0 1 0,0 0 25,-4 1 1,0 0-1,-2 1-82,14 1 1,-5 1 192,-16 0 0,-7 2-181,-8 4 134,-59 1 3,-7-3 0,-9-2-525,5-1 0,-5 1 0,-1 0 565,-8 0 0,-2 0 0,-2 1-463,11-2 1,0 1 0,-1 0 0,-1 0 486,0 0 0,-1 0 1,0 1-1,1 0 52,1 0 0,1-1 0,1 2 0,1-1 77,-9 1 0,2 1 1,4 0-155,-7 1 0,8 0 25,-4 5 95,54-7-15,44-7-114,-3-3 1,6-3-30,-5 2 0,2-2 1,2 1-11,8-2 0,2 0 1,1 1 52,-12 0 1,2 1 0,0-1 0,-1 1-51,2 0 0,-1 1 0,1-1 0,-1 1 7,15-1 0,-1 0 0,-1 1-31,-4 1 0,-1 0 1,-2 1 22,-7 1 0,-2-1 0,-3 2 1,5-1 1,-8 2 7,-11 3-27,-66 6 8,-6-2 0,-8 0 68,4-1 1,-3 0-1,-3 0-49,8-2 1,-2 1 0,-2 0 0,0 0-55,-4 0 1,-1 1 0,0-1-1,0 1 63,-1-1 0,0 1 0,0-1 0,2 0 7,4 0 0,1 0 0,2 0 0,1-1 145,-3 1 0,3 0 1,5-1-162,-2 0 1,18 0-12,27-2-95,54-9-98,-8 1 0,6-1-245,-11 0 1,2-1 0,2 0 443,9-1 0,2-1 0,-6 2 0,-3 0 0,-4 0 0,-1 1 0,-1 0 0</inkml:trace>
  <inkml:trace contextRef="#ctx0" brushRef="#br0" timeOffset="217231">9973 1071 19109,'0'-8'2341,"-3"-24"0,-2-5-1310,-3 7-678,1-9 0,-2 1 117,-2 16-234,2 9-152,4 7-84,3 8 50,1 10-5,1 7-23,2 10-5,3 6-6,2-1 12,7-2 5,2-9 33,5-9 29,3-10-12,5-14 6,0-10 34,-1-12-1,-8-7 12,-9 0 17,-10 0-23,-12 10-5,-9 9-23,-20 13-78,9 8 39,-19 14-28,18 9-23,-5 12-5,8 9 0,18-13 0,3 0-5,-1 12-57,16 18-229,15-24-616,17 8-85,-14-24 1,3-2-3925,9 3 1,-1-1 3068,10 4 1,-4-4 0,-35-18 0</inkml:trace>
  <inkml:trace contextRef="#ctx0" brushRef="#br0" timeOffset="218081">3600 2078 23674,'-3'-45'524,"0"-1"1,-1 5-1,0 8-204,-2 19-202,-1 6 39,-9 4-73,-13 12-56,-8 9 48,-10 14-4,10 3-1,11-1-7,12-4 1,10-5-26,12-1-34,8-2-16,11 1-54,9-2 1,5 2 13,-7-6 21,9 5-1,-22-9 34,3 3 60,-18-5-35,-9-3-1,-22 11-12,-10-2-12,7-4 1,-3 0-251,-28 9 174,3-2-59,16-6-3010,5-2 3140,22-7 1,1-1-1,10-3 1</inkml:trace>
  <inkml:trace contextRef="#ctx0" brushRef="#br0" timeOffset="225506">3932 3449 12752,'-47'2'1441,"0"1"1,0 0 0,-4 0 0,-1 0-1,4 0-856,0-1 1,2 1-336,-2-1 0,3 0 574,-6-1-522,24-1 173,15 0-335,10 0 28,6 0-45,16 3-61,13 2-40,8 1-2,-10-1 0,2 1-10,-2-2 0,2 0 18,21 2 0,3-1-561,-6-1 1,1-1 560,11 1 0,-1-2-25,-21-1 0,-2-1 5,10 1 1,2-2 5,-2-1 0,0-1-3,1 0 0,0 0 0,5-2 1,-1-1-4,-13 1 0,-3-1 9,18-2 17,1-2-1,-25 4-61,1 1-280,-17 2-909,-6 4-2984,-6 3 4480,2 2 1,-3-1-1,0-2 1</inkml:trace>
  <inkml:trace contextRef="#ctx0" brushRef="#br0" timeOffset="226132">3814 3646 8026,'-43'-2'1575,"1"0"0,-1 0 1,-12 1-1,7-2-382,0-5 921,20 4-1817,11 1 477,9 2-7,14 1 452,13 3-529,22 2-480,-9-1 0,2 1-78,9 0 0,2-1-34,6 1 0,3 0-28,6-1 0,2 0-46,-16-2 1,1 0-1,1-1-763,7 1 0,2-1 0,1-1 748,-9 1 1,2-1 0,0 0 0,1-1-1,5 1 1,1-1 0,1 1 0,0-1-469,3 0 1,1 0-1,0 0 1,0 0 458,-12 0 0,0 0 0,1 0 0,-1-1 0,0 1 0,10 0 0,0-1 0,0 1 0,-1 0 0,-4 0 0,0 0 0,-2 0 0,0 1-318,11-1 0,-3 0 1,-1 0 317,-8 0 0,-1 1 0,-3-1 161,13 0 1,-4 0-19,-13 0 0,-3-1 180,17-2 1467,-22 0-1492,-13 1 2041,-6-1-2491,2 2-871,9-1 1068,2 3 0,-10-1 0,-6 1 0</inkml:trace>
  <inkml:trace contextRef="#ctx0" brushRef="#br0" timeOffset="226999">4989 3750 8298,'-7'0'5467,"2"0"-3467,5 0 543,0 0-1624,14-19 16,21 11-557,-4-3 0,4 0-808,14 6 0,4 2 534,-11 0 1,2 1-1,2-1-639,5 0 0,2-1 1,1 1 584,4 0 1,2-1-1,1 1-24,-14 0 1,1 1 0,0-1 0,0 1-6,3-1 0,-1 1 0,1 0 0,0-1-2,2 0 1,0 1 0,0-1 0,1 1 6,1-1 1,1 0-1,0 1 1,1-1-498,1 0 1,0 0 0,1 0-1,0 0 490,1 1 1,0-1 0,1 0 0,-1 1-4,1 0 1,0 0 0,0 0 0,-1 0-6,0 1 0,-1-1 0,0 1 1,0 0 4,-3 0 1,-1 1 0,0 0 0,0-1-237,-5 1 0,0 0 1,-1 0-1,-1 0 242,9 0 1,-2 0-1,-2 1 84,12-1 1,-4 0-18,-14 1 1,-5-1 1355,12 0-1042,-24 0 2097,-17-1-2209,-7-1 1571,-2-2-1728,-2-1 1016,0 1-1106,0-2 18,-2 3-17,0 0-28,0 2-90,0 0 56,4 0 23,-1 0-23,3 2 11,-3 0-291,-1 0-694,-11 0-2851,-6 1 3842,-6 2 0,6-1 0,6-1 0</inkml:trace>
  <inkml:trace contextRef="#ctx0" brushRef="#br0" timeOffset="228349">8197 3542 8853,'-3'0'4985,"1"1"314,2-1-4420,-7 5-515,5-4 286,-4 5 341,11-6-497,5 0-198,11 0-105,8-2-118,-1 0 16,12-2 156,5-1-56,1-1-5,3 0 17,-16 2 6,-7 1-45,-9 1 21,1-1-7,-7 2-162,4-1 6,1 1-4,3-1-18,-4 2-482,7-2-1881,-13 5 2344,2 3 0,-8-2 1,-3 3-1</inkml:trace>
  <inkml:trace contextRef="#ctx0" brushRef="#br0" timeOffset="229082">8309 3508 9083,'-4'0'6178,"1"0"100,3 0-5547,-40-8-288,30 6-127,-29-6-123,39 8-59,0 0 290,7 0-90,5 0-33,15 0-169,12 0-5,17 1-75,-20-1 1,1-1-474,7 0 0,2 0 439,5-1 0,1 0 3,4 0 1,0 0-655,2 1 0,0-1 580,0 1 1,-1-1 0,-2 1 1,0 0-397,-3 1 1,0-1 388,-4 0 1,-1-1-234,-2 1 0,-2-1 238,-3 1 0,-2-1 179,-2 0 0,-1 0-106,-2 0 1,-1 0 913,29-2-893,-4-1 16,-2 0-11,-3-1-5,-3 1 17,-5-1 862,-5 1-869,-8 0 632,-9 1-592,-10 1 473,-6 1-428,-4 1 235,-2 1-560,-7 0-986,0 4 1176,-8 2 0,8-2 0,-1 1 0</inkml:trace>
  <inkml:trace contextRef="#ctx0" brushRef="#br0" timeOffset="231948">3250 8283 5674,'-56'4'367,"1"1"0,-1-1 0,1 1 0,0-1 1,-1 1-1,5-1 0,4 0 0,0 0 0,-6 0-447,4 1 1,-6-1 0,-4 1 0,0 0 0,1-1 0,3 1 0,6-1 473,-4 1 1,5 0 0,2-1 0,-2 1-37,-5-1 1,-2 1-1,2 0 1,2-1 401,-4 2 1,4-1 0,3 0-221,-2 0 1,8-1 1210,7 1-1247,63-4-288,9-1 1,11-1 0,2 0-424,8 0 1,3 1-1,2 0 250,-12-1 1,1 0-1,2 1 1,2-1 14,-3 1 0,4 0 1,0 0-1,0 0 0,0 0 1,-2 0 1,-1 1-1,0-1 1,2 1-1,2 0-19,-6-1 0,0 1 0,2 0 0,1-1 0,2 1 0,1 0 0,1 0-126,-2 0 1,1 0-1,2 0 1,2 1-1,0-1 1,0 0 0,0 0-1,0 1 1,-2-1 113,-2 0 1,-1 0-1,0 0 1,0 1 0,0-1-1,0 0 1,-1 0 0,1 1-1,0-1-147,6 0 1,0 0 0,1 1 0,-1-1-1,1 0 1,-1 1 0,1-1 0,-1 0 135,-5 1 0,0-1 1,1 1-1,0-1 1,-1 1-1,1-1 1,-2 1-1,0 0 1,-1-1-5,7 1 1,-2 0 0,0 0-1,-1 0 1,1 0 0,0 0-1,3 0 8,-6 0 0,1 0 0,0 0 0,2 0 1,0 0-1,0 0 0,1 0 0,1 0 1,-1 0 1,-1-1 0,2 1 0,0 0 0,1 0 0,1 0 0,-2 0 0,0-1 0,-1 1 0,-3 0 0,-2-1-17,5 1 0,-3 0 1,-2-1-1,-1 1 1,0-1-1,1 0 1,3 1 6,1-1 0,4 1 0,1-1 1,1 1-1,-1-1 0,-2 1 1,-3-1-1,-5 1 3,2-1 1,-4 1 0,-2-1 0,-1 0 0,2 1-10,5 0 1,2 0 0,0 0 0,-1 0 0,-4 1 213,1-1 0,-2 1 0,-4-1 0,-4 2-216,18 2 1,-28 2-17,-50 2 0,-15-5 0,-10-2 2,-3-1 0,-7-1 0,-3-1 1,-1 0-57,-1 0 1,-2-1 0,-1 0-1,-3 0 9,9 1 1,-2-1 0,-1 0 0,-3 0 0,-1 0 0,-1-1 19,2 1 0,-2-1 1,-1 0-1,-2 0 0,-1 0 1,1 0-1,0 0 1,1 0 25,4 0 0,0 1 0,1-1 0,0 0 1,0 0-1,-1 0 0,-1 0 0,-1 0 7,-2 0 1,-1-1-1,-2 1 1,0 0-1,-1-1 1,1 1 0,2 0-1,1 0 1,4 0-148,-9-1 0,3 1 1,3 0-1,0-1 1,-1 1-1,-3 0 143,9 0 1,-3-1 0,0 1 0,-1 0 0,0-1-1,0 1 1,2 0 0,1 0-19,-8-1 0,2 1 1,1 0-1,0 0 1,-2-1-1,-4 1 22,14 0 0,-2 1 0,-3-1 1,0 0-1,-2 0 0,1 1 1,-1-1-1,1 0 0,2 1 0,1-1-7,-6 0 0,2 1 0,1-1 1,0 1-1,0 0 0,0-1 1,0 1-1,-1 0-8,2 0 0,-1 0 0,-1 0 0,0 0 0,0 0 0,1 0 0,2 0 0,2 0 0,3 1-4,-14-1 1,4 0 0,3 1-1,0-1 1,-2 0-12,6 1 0,-1-1 1,-1 1-1,2-1 1,1 1-1,2-1 38,-8 0 1,4-1 0,1 1-1,-3-1-22,7 0 0,-2 1 1,0-1-1,1 0 0,0-1 133,-7 0 0,1-1 0,2-1 0,4 1-128,4 0 1,4 0 0,2-1-28,-11-1 0,14 0 1209,28-1-1198,45 6 50,14 4 0,10 1 255,-15-1 0,2 1 0,4 1-256,0-1 0,4 1 0,1 1 0,-4-1-10,4 0 0,-2 1 0,3-1 3,-1 0 0,5 0 0,0 0 0,-1 0 7,-6-2 0,0 1 0,1-1 0,4 0 12,0 0 1,5-1 0,3 1-1,1-1 1,0 1 0,-2-1-86,-4-1 0,-1 1 0,0-1 0,1 0 0,1 0 0,1 0 58,-7 0 0,2-1 1,1 1-1,0-1 0,1 0 1,0 0-1,-1 0 0,-1-1-110,4 1 1,1-1 0,-1 0 0,-1 0 0,0 0 0,-1 0 0,-1 0 106,1 0 1,-2 0 0,-2 0 0,1-1 0,1 1-1,2-1-173,1 1 0,2-1 0,2 0 0,0 0 0,-1 0 0,0 0 0,-3 0 160,2 0 1,-3 0 0,0 0-1,0 0 1,1-1 0,5 1-199,-8-1 0,2 1 1,3-1-1,1 1 1,1-1-1,0 1 1,-1-1-1,-1 0 1,-3 0-694,0 1 1,-2-1-1,0 0 1,-1 0-1,0 0 1,-1 0 0,0 0-1,1 0 901,8 0 0,1-1 0,1 1 0,-2-1 0,-2 0 0,-3 1 0,-7 0 0,4-1 0,-5 1 0,-5 0 0,-4 0 0,7-1 0,0 0 0</inkml:trace>
  <inkml:trace contextRef="#ctx0" brushRef="#br0" timeOffset="243064">4575 1608 18548,'-43'43'467,"0"0"1,0 0 0,6-4 0,0 1 0,-1 1 0,-1 3-1552,5-4 0,-1 2 0,0 2 0,0 0 0,-2 1 1092,1-2 1,0 1-1,-2 1 1,0 0-1,-1 0 1,0 1-188,2-3 0,0 0 0,-1 0 1,0 1-1,-1 0 0,0 0 1,0-1 49,-2 2 0,-1 1 0,1-1 0,-1 0 1,0 0-1,-1 0 0,1 0-387,0-1 0,0 0 1,0-1-1,0 1 0,0-1 1,0 0-1,0 0 516,1-1 0,-2 0 0,1 1 0,0-2 0,2 0 0,1-3 0,3-2 0,-6 5 0,2-2 0,3-3 0,1-1 0,-2 3 0,-1-1 0,1 1 0</inkml:trace>
  <inkml:trace contextRef="#ctx0" brushRef="#br0" timeOffset="244548">25134 5055 13379,'3'-5'7707,"0"1"-4878,-3 4-2163,6-11-128,-33 31-146,-18 8-1283,-2 5 1,-5 5 935,11-10 0,-2 2 0,-2 0-521,-3 2 0,-3 0 0,0 1 477,11-7 0,0 1 1,-1-1-1,1 1 1,-2 1 1,0-1 0,0 1 0,1-1-38,0 1 0,1 0 0,0-1 0,1 1-545,-9 8 0,0-1 0,3 1-230,5-4 0,3 0 0,2 0-2756,-6 10 1,6-3 3565,10-8 0,5-3 0,1 5 0,12-17 0</inkml:trace>
  <inkml:trace contextRef="#ctx0" brushRef="#br0" timeOffset="245357">25885 5505 14729,'-6'0'5551,"1"0"-595,5 0-4384,12-62-342,-5 39-65,2-16 0,4 1 65,14 10-152,7 4-44,16 2-12,2 14-16,-9 6-1,12 13-5,-15 7-17,6 23 6,-20 3 22,-24 15-11,-14-29 0,-5-1 17,-20 20-6,-4-9 1,-3-3-249,-3 1 239,-3-1 1,1-1-3,9-7 17,-6 6 0,32-20 50,34-6-56,0-6-62,25-5 1,9-3-392,-3-2 0,3-1-1859,3 0 1,4-1-1,-1 0 2301,-6 1 0,-3 0 0,-2 0 0,5 0 0,-6 0 0,11 0 0</inkml:trace>
  <inkml:trace contextRef="#ctx0" brushRef="#br0" timeOffset="247674">5109 1985 26474,'0'-3'2226,"0"0"-215,0 3-1017,-1-64-949,-4 42-165,4-13 0,-4 3 84,-7 22-126,-1 7-494,-14 4 1128,-2 9 230,-9 9-277,10 1 87,-5 9-512,9-2 0,6-4 0,5 4 0,11-14 0,6 4 0,2-6 0,12 5-635,13 3-324,5 1 164,8 3 9,-9-8 243,-12-4 279,-6 0 274,-11-2-57,-8 7 331,-13 1-62,-14 8 60,1-7-364,-15 8-118,8-6-1117,-11 5-5431,15-7 6807,6-6 0,17-8 1,5-4-1</inkml:trace>
  <inkml:trace contextRef="#ctx0" brushRef="#br0" timeOffset="257048">9674 2135 23679,'18'-28'425,"0"-1"1,2-1-1,0 1-398,11-8 42,-6 8 0,1-1-30,-1-1 1,2-1-920,0-3 0,4-3 1,-2 1 901,8-11 0,-2 1 3,-9 11 0,-1 0 1,-2 4-6,-4 3 1,-4 2 961,2-16-1246,-43 26-181,-19 11 245,3 9 1,-3 4-597,-4 3 1,1 2 879,7-1 1,2 0 21,-7 1 1,2 1 58,9-3 0,2-1 471,-26 6 326,13-4 1194,32-14-1521,9-9-784,6-3-242,6-18-99,17-23 225,-7 24 0,1-2 484,7-11 1,2-2-573,2 2 0,-1 0 0,-5 9 1,1-3 187,-1-1 0,2-3 0,-1 3 133,-1-2 1,1 1-22,-2 3 1,1-2 0,-1 4 36,0 1 1,-1 3-470,11-10 408,-13 21-31,-10 19 106,-6 20 69,-11 20-45,-1-9 1,-3 2-917,-7 9 0,-2 0 908,2-6 0,-1 1 8,-6 10 1,-1 2 25,4-2 0,3 1-40,2-1 1,2 1-9,2 3 0,7-1-9,9-12 1,6-2 16,2-1 1,4-2-12,6 0 1,2-2-18,4-1 0,2-1-33,1-2 0,0-2-110,0-2 1,-1-2-739,17 10-2096,-18-12 2997,-13-7 0,-11-6 0,-3-3 0</inkml:trace>
  <inkml:trace contextRef="#ctx0" brushRef="#br0" timeOffset="263132">10920 1633 22370,'9'-50'716,"-1"0"1,0 7 0,-3 9-336,-4 19-36,-1 11-356,0 3 121,0 18-104,1 10 16,-1 7 0,3 15 6,-1-3-22,2 15 11,-1 0-6,-1-5 11,-1-8 28,-3-9-11,-2-12 246,-2-10-78,-2-9 28,-2-19-184,2-1 49,-3-22-16,3-2-16,-2-14-1,5 15 0,0 0-33,0-14-1,3 12 1,0 3-1,1 9-16,1-10-17,-1 26 6,1 3-23,0 15 23,4 9-12,0 5 6,6 18 6,-1-3-12,5 13 6,0 5 6,-4-15-1,-2-7 34,-6-16 34,-2-13 129,-2 0-101,-4-11-12,-5-6-44,1-3 5,-2-14-10,6-1-18,0-18 17,3 10-33,4 2-29,0 22 1,0 8-28,0 9 50,-1 7 16,2 17-21,-1 5-6,0 12-6,-1-14-6,-4 10-10,-9 4 33,-5 1 22,-11 2 17,-3-19-22,5-12 39,-9-8 28,1-16-22,0-9-51,3-5 67,5-18-50,16 19 23,-6-16-1,9 20 1,2 1-79,2 8-6,2 5 17,1 10 12,0 0 107,7 18-53,4-2-36,11 12-3,7-7 52,9-2-62,-6-8 5,20-1 6,-17-9-102,16 0 48,-13-10 30,2-8 9,-9-2-41,21-16 50,-16 5 6,12-6 1,-19 10-1,-13 9 244,-8 6-17,-6 3-6,-2 3-51,-3 3 55,-5 3-4,-7 6-17,-8 4 24,1-1-430,-13 3-6,-7 0 1,-6-3 98,-9-1-25,9-10-31,12-6 24,-3-11 99,6-21 42,3-8-27,3-12-34,13 9 13,6 15-2,3 3 29,4 17-37,0-1-97,1 10 284,0 7-75,1 8-8,3 8-26,-1-1-7,7 17-20,0-13-44,8 10 25,4-13-115,0-10 174,30-3 42,-1-8-259,-12-4 1,1-1 242,-5-2 1,-1-1 16,0-2 0,-2-2 79,24-10 101,-11-1-14,-10 1-16,-10 2-57,-9 3-135,-8 3 208,-4 2-1675,-7 2-8409,-2 2 9082,-1 2 1,2 1-1,4 2 1</inkml:trace>
  <inkml:trace contextRef="#ctx0" brushRef="#br0" timeOffset="264115">11017 820 27329,'-3'-4'941,"1"1"-1079,2 3-422,-18-24 90,14 26 220,-13-12 116,21 34 53,2 4-1135,4-1 1245,4-1 64,5-6-66,3-5 194,3-6 26,3-9-57,2-8-16,0-9 50,-3-8 22,-6-6-39,-10-1-11,-9 1-33,-11 3-46,-8 6-55,-9 6-12,-4 5-27,1 7-35,2 11 7,5 8 5,4 16 0,4 10 11,7 9-5,3 6-6,10 3-435,7 2 256,-1-30 0,4-2-950,4-1 0,4-2 1129,14-1 0,0-4 0,4 3 0,8-8 0</inkml:trace>
  <inkml:trace contextRef="#ctx0" brushRef="#br0" timeOffset="275703">12046 1351 30693,'-28'-32'-1354,"5"7"335,22 25 662,0 4 117,-1 7 18,0 6 46,1 6 53,5 0-559,7-2 682,9-4 88,9-7-45,6-6 38,3-11 76,-1-5 39,-7-10 5,-10-3-55,-9-5-6,-9-2-11,-10 3-45,-8 4-23,-9 8-33,-8 7 0,-4 8-22,-2 10-6,3 7 22,5 10-22,6 8 6,6 6 0,7 3-18,6 0 12,15-2-61,18-3-258,29-8-1504,-13-16 0,2-2 1072,-4-3 1,3-3 750,1-1 0,5-1 0,-8-1 0,9 0 0,-14-1 0,1-1 0</inkml:trace>
  <inkml:trace contextRef="#ctx0" brushRef="#br0" timeOffset="281306">24479 6793 8562,'-3'2'5265,"1"-1"3243,2-1-7718,-8-28-202,6 18-146,-5-21 79,15 18-224,6-4-140,6-4 196,15-10-50,3-1-175,-12 11 1,2 0 25,6 0 0,1 1-8,19-7-45,1 9-79,-27 14 12,-5 12-6,-9 6-17,4 21-6,-7 3 12,-2 14-11,-7-14 5,-11 12 0,-12-8 0,-3-9 1,-6-1-346,1-5 0,-2-1 348,-9 3 0,0-2 8,-15 4-11,25-16 1,2-2 49,-8 2 113,1-3-79,18-10-50,13-9-28,8-2 684,6-9-656,3 5 28,3-5 39,5 2-73,-4 2-11,5 2-17,-6 6-28,9 1 45,18 4-45,7 5-166,-16 0 0,0 2 200,25 13-11,-14-1 16,-1 13-39,-15 7-11,-7 5-8,-20 9 36,-23-9 17,-8-10 0,-23 2-23,-2-11 9,13-9 0,-3-1-247,9-4 1,0-1-12,-4-2 1,3-1-413,-5-3-3013,5-11 2952,18-1 0,6 2 0,9 3 0</inkml:trace>
  <inkml:trace contextRef="#ctx0" brushRef="#br0" timeOffset="282123">24449 6601 16745,'-3'-3'5758,"0"2"-3002,3 1-2498,1-43-51,10 29-56,7-31-78,5 42 123,23 1-146,-6 6-16,22 5-572,-3 9 529,-27-6 1,0 2 5,-1 1 0,0 1-11,-4 2 0,-1 1 25,9 20 23,-17-1-6,-19 0 0,-16-3 17,-13 0-6,-11-1-5,-6 1 202,-4 1-188,25-17 0,-1-1 22,1 1 0,-1-2 75,-26 14-15,5-7 83,9-8 5,10-8 6,12-4-78,9-8-62,8-3 325,8-4-376,4-2 117,8 2-122,4 1 11,3 1-34,3 3-27,-1 2 16,1 6-5,-1 5 6,2 8 5,3 6 0,3 6 16,4 7-44,-1 7 0,-4 3 28,-9 1-16,-12-3 10,-20-5-5,-21-4 5,-23-5 17,17-16 1,-3-2-276,-2-2 1,-1-2 140,0-2 0,1-2-373,3-4 1,1-3-4126,-20-12 4621,17-6 0,18 6 0,10 7 0</inkml:trace>
  <inkml:trace contextRef="#ctx0" brushRef="#br0" timeOffset="286839">5355 2025 20946,'-1'32'1580,"-14"21"-1452,-10-3 1,-6 6-1154,6-13 0,-2 2 1,-2 1 1045,3-6 0,-1 1 0,-2 1 0,0 0-544,-5 5 0,-2 0 0,-1 1 0,-1 0 530,4-6 1,0-1 0,-2 1 0,0 0 0,-1 0-198,-2 1 1,0 1-1,-1 0 1,-1-1-1,0 0 157,0 1 1,-1-1-1,0 0 1,0 0 0,0-1-335,2-1 0,0-1 0,1-1 0,0 0 0,1-1-352,-5 5 1,1-1 0,1-1 0,2-1 638,-6 6 1,2-2 0,6-4-1,3-5 1,5-5 0,-6 10-1</inkml:trace>
  <inkml:trace contextRef="#ctx0" brushRef="#br0" timeOffset="288182">24130 7327 8296,'32'-36'738,"1"0"1,-1 1-1,0-1 1,1-1 0,0-1-1,1 1 1,-2 0-228,10-9 1,-1 1 0,0-1-608,-9 11 1,1 0 0,0-1-1,1 0 578,5-4 0,1-1 0,1 2 0,-4 2-288,-1 1 0,-3 4 0,2-1 149,7-6 1,3-1-1,-7 6 379,-7 8 1,-4 2-365,4-2 0,-2 1 929,9-9-688,-17 14-102,-12 11-307,-11 12 1533,-14 15-1589,-18 17-75,-7 3 0,-3 4-389,12-11 0,-3 3 330,-3 1 0,-5 7 0,-1 1 0,5-5-993,-3 4 1,0 1 937,2-2 1,-5 6-1,-1 2 1,3-4-269,3 0 0,3-2 0,-1 2-460,4-5 0,-1 2 1,1 1-1,2-1 783,2-2 0,2 1 0,1-1 0,3-4 0,-6 8 0,4-3 0,9-10 0,1 1 0</inkml:trace>
  <inkml:trace contextRef="#ctx0" brushRef="#br0" timeOffset="288856">25846 7064 22968,'13'-60'493,"1"1"0,-2 4 0,4 11-269,21 20-124,-8 11 63,6 6-18,2 14-72,1 8-6,1 13 23,-18 9-40,-10-3 57,-14 15 50,-25 7-96,11-27 1,-3 0-248,-9 4 1,-3-1 241,3-8 0,-1-1-6,1-2 1,1 0 5,-16 11-34,19-8 34,24-11 12,25-6-29,26-8-34,-14-3 1,4-1-474,8-3 1,2-1 209,8-1 1,2-2-821,-17 5 0,1-1 1,0 0 1077,4-1 0,1 1 0,-5 0 0,-3 1 0,-3 0 0,-5 2 0,0-1 0</inkml:trace>
  <inkml:trace contextRef="#ctx0" brushRef="#br0" timeOffset="305687">6155 4195 21209,'-9'-33'1705,"1"1"1,-5-27-1051,14 29-156,0 1-123,0 2-108,-1 5-60,0 4-46,0 5-44,0 4-29,0 4-55,0 4-68,0 0 17,-2 2 57,0 2-24,-4 6-21,-2 6 22,-2 7-17,-2 4 0,0 3-6,4-1 28,2-3 18,4-1-35,2-4-5,2 0 0,2 0-5,2-2 10,-1-1-5,1 0 11,0 0-11,0-2 0,1 0-5,1-2 10,0 0-16,2-3 11,3-2 6,1-1-1,3-3 12,2 1 0,3-2-11,1-1 5,4-2 0,4 0-5,6-3-6,5-2 16,7-4 1,5-2-282,3 0 265,2 0 0,-1 2-6,-3 1 6,-4 3-5,-5 1-1,-1 1 12,-2 0-1,1 0 1,-3 0 5,2 0-5,1 0-12,3 0 1,5 1 24,3 0-24,2 2 5,6-2 5,-31 2 1,2 0 8,0-1 0,2 1-6,-1 0 1,0-1-7,0 1 1,-1 0-6,-1 1 1,-1 0-4,31 1 0,-2 2 12,-2 0 16,2 0-22,-2-1 17,0 0-11,-2 0-29,-1 1 23,-2 1-5,-2 0 10,-2 1-21,-4 2 32,1 2-16,-16-3 6,8 1 11,-11-3-28,11-1-6,6 1 22,5-2-5,4 1-16,5-2 16,4 2-88,-30-3 1,-1 1 95,0 0 1,1 1-12,5-1 0,-1 1 9,12 1-94,-14-1 1,-1 0 70,12 2 17,15 1-3,-29-3 0,1-1 3,12 2 0,1-1-462,-3 0 1,0-1 461,0 0 0,0 0 17,0 0 0,0 0-247,-7 0 1,0 0 212,8 1 1,1 0 16,-4 1 0,0 0-6,3 0 0,-2 1 6,13 2 11,-21-2 1,-1 0 347,9 0-354,13 3 1,3-3-9,-17-2 0,-1 0 3,16 1-17,-13-2 1,1 1-232,17 1 256,-23-1 0,1 0-2,5 1 0,-1 1-6,-9-1 0,0 0 886,26 2-864,-12-1-11,-10-3-39,10 1 23,3-2-7,-17 0 1,0-1 11,28 0 246,-1 0-240,-4 2 5,-10 1-17,10 1 12,2 0 0,-17-1-1,-9-1-5,-14-2 431,-8 0-397,7 0-34,-7-2 0,16-4 286,-11 3-286,19-5 0,-8 5 6,7 0-23,1 2 0,7-1 12,-13 1-1,13-1 45,-13-2-33,8-2-17,-2 0 11,5-3 5,-9 1-5,-3 0 6,-5 0-6,-5 2 5,1-1 12,-1 2-11,-5 1-1,-4 2-21,1 0-1,-2 0 22,1 0 1,1 0 0,-4-1 5,-1 1 11,0-1 1,0-1-7,2-1-16,4-5 23,0 2-12,1-2 17,-2 0 0,-1 1 11,0-4 40,-1-8-12,-3-1-11,-1-7-39,-3 7 22,2-17-17,0 9 12,1-15 22,0 9 33,0 4-49,-2 10 66,0 1 79,-1 6-118,-1 0 6,-2 4-28,-3 4-29,1 4 7,0-1-1,3 3-95,0 0 79,3 7-12,1 3-10,6 16 32,-1 4-4,-1 2-7,-5 18-16,-7-11 5,0 8 1,-13 7-1,5-19-11,-8 13-50,1-14-134,-8-5-40,-1-7-2092,-14-6 0,-7-1 1767,13-6 1,-1 0 0,-5 1 0,3-1 0,-3-1-1</inkml:trace>
  <inkml:trace contextRef="#ctx0" brushRef="#br0" timeOffset="312285">6391 1068 15828,'0'-3'5252,"0"1"-727,0 2-4550,2-45-40,-12 35 16,-7-26 26,-17 52-3,-9 12-349,-1 9 300,5 3 87,11-1-35,10-5 12,10-6 22,6-6 6,7-3 11,7-3 0,10-2 0,10-3-34,11 0 12,4-1 11,1 0-40,-9 2 18,-10 2 66,-13 1-5,-12 2 6,-18 3-12,-13 2-27,-19 3-12,-8-1-112,-1-3-778,13-7 879,18-7 0,13-4 0,9-3 0</inkml:trace>
  <inkml:trace contextRef="#ctx0" brushRef="#br0" timeOffset="314934">6802 1210 25626,'-4'0'2517,"1"0"-2757,3 0-496,11-47-553,15 29 655,-7-10 0,3 3-1205,31 15-2490,-2 5 4126,-8 3 0,-20 2 0,-9 1 0</inkml:trace>
  <inkml:trace contextRef="#ctx0" brushRef="#br0" timeOffset="315101">6851 1271 10976,'51'-12'-476,"0"0"1,3-2 0,-7 1 0,-10-1 0,-2 1 0</inkml:trace>
  <inkml:trace contextRef="#ctx0" brushRef="#br0" timeOffset="315442">7295 1028 15524,'-7'-4'4672,"2"1"-3597,5 3-409,-2-70-312,9 39-290,-3-12 0,5 3-47,17 18-22,9 9-35,3 6 12,5 9-5,-2 8-1,-3 9 51,-11 12 45,-15 10 5,-22 15-37,-3-25 1,-5 1-232,-4 2 1,-2-1 236,-1-3 1,0 0 2,-15 18 6,16-15 95,22-12 0,21-11-140,23-11-247,-10-4 1,4-3-1823,10-3 0,3-1 2069,0-1 0,-3 0 0,-12 4 0,-4 1 0,9-2 0</inkml:trace>
  <inkml:trace contextRef="#ctx0" brushRef="#br0" timeOffset="320991">12808 1262 32767,'47'-21'-849,"-1"0"0,-5 2 0,-3 6 1,5 13-1,-19 2 0</inkml:trace>
  <inkml:trace contextRef="#ctx0" brushRef="#br0" timeOffset="321167">12932 1401 23353,'-3'1'2234,"0"-1"-3138,3 0-621,81-30-1505,-47 22 0,2 1 3010,11-6 0,7-2 0,-7 3 0,15 4 0,-7 1 1</inkml:trace>
  <inkml:trace contextRef="#ctx0" brushRef="#br0" timeOffset="321467">13737 1114 23551,'26'-43'406,"0"0"1,-3 4 0,1 8-267,7 15-67,-3 8-34,-2 11-5,0 12-6,1 16 0,3 16-305,-13-19 0,0 2 274,1 2 0,0 1-22,0 0 0,0 0-54,0 0 1,-1 1-253,-1-1 1,0 0-353,-2-1 0,-2-2-1647,7 24 2330,-9-10 0,-7-22 0,-3-7 0</inkml:trace>
  <inkml:trace contextRef="#ctx0" brushRef="#br0" timeOffset="321617">13799 1384 23954,'31'-44'-127,"0"-1"0,3 4 0,4 9 127,9 19 0,1 8 0,6-5 0,-5 5 0</inkml:trace>
  <inkml:trace contextRef="#ctx0" brushRef="#br0" timeOffset="326007">5165 10936 25029,'-12'-12'510,"2"8"-325,8 15-39,1 9-74,0 6-27,9 0 6,11-2 5,18-8 11,20-8-470,-19-7 0,2-2 406,5-2 0,1-2 13,1-2 1,-2-2-36,-3-1 1,-4-3 90,19-14 12,-26-3 0,-26-2 28,-23 0-72,-16 0-7,-15 5 12,-10 9-45,26 12 0,-1 3-134,0 4 1,-1 4 138,0 2 1,2 3-3,1 4 0,2 4 2,-3 8 1,3 3 5,-8 13-5,16-10 0,5 3-18,7 16 9,6-18 1,4 1-4,4 0 1,4 1-7,4-1 1,3-2 2,4 0 1,3-2-23,5-2 1,3-2-43,4-4 0,3-3 33,4-3 1,2-4-146,1-3 1,0-4-4,-1-3 0,-1-4 45,-5-2 0,-1-5 44,-6-2 0,-2-4 88,18-24 33,-9-12-237,-21 22 1,-1-2 256,0-1 0,-2-1 42,0 2 0,0 0 448,8-20-218,-8 16 546,-6 16-720,-7 12 45,-5 9-112,-8 14 463,3 0-524,-4 20-1,9-3-11,1 13-6,8 4 1,4 1-1,6-6 0,1-10 18,-1-12 77,-4-14 1,-1-12-17,6-23-45,-2 2 33,13-27-5,-5 11-11,7-8 5,-2 8 34,1 7-44,-8 14-40,-5 7 0,-2 10-6,0 6 17,9 6-39,18 13-45,4 1 12,1 1-146,9 0-118,-4-8-4,-16-7 0,3-1-35,10-3 0,1-2-533,-6-4 0,0-2 843,-1-1 1,-1-2-6,-4-4 1,-4-2 15,13-11 144,3-6 235,-8-12-201,-18 14 201,-2-13 34,-12 17 156,-2-5-263,-4 6 1415,-14 6-1606,-7 12 73,-19 14-117,4 4 6,-16 18-29,10 2-5,16-8 0,0 2 0,-4 19-5,10 4 5,20-24 5,15 0 6,11-14-27,26-9 21,0-16-784,-21-3 1,-1-2 801,10-15-204,-17 6 0,-3-3 217,-6 1 1,-2-3 10,2-10 1,-2-3 41,-4-15 1,-4-1 22,-4 10 0,-2 0-336,-2-5 0,-1 5 353,-6-4 101,-3 12 38,2 22 1166,2 4-1434,2 10 443,5 15-443,2 4 917,-1 22-917,2 11-21,4-4 1,1 3-515,1-2 1,2 0 369,6 13 0,1-3 30,-3-16 1,1-1-362,8 6 1,3-1-676,-3-9 1,3-2 552,10 7 0,0-2 1,4 4-1,-4-12 1</inkml:trace>
  <inkml:trace contextRef="#ctx0" brushRef="#br0" timeOffset="326200">7699 11047 26710,'2'-32'-286,"1"0"0,18-21-476,25 44-370,-10 4 0,-2 0 0,-7 2 0,11-1 0</inkml:trace>
  <inkml:trace contextRef="#ctx0" brushRef="#br0" timeOffset="326657">8683 10547 16902,'-3'1'5141,"1"-1"-962,2 0-3764,-68-32-264,44 24-64,-17-11 0,1 5 30,19 19-55,0 4-40,4 9-11,7 5 1,4 4-29,3 6 11,7 3-5,9 2 22,12 2 0,13-2-27,10-2 7,-21-19 1,0 0-15,24 14 1,-14-2 28,-20-4-1,-29-3-5,-26-1 14,8-11 0,-3-2-11,-5-1 0,-1-1-197,0-2 0,1-3 90,5-3 1,2-3-804,-10-12-2515,30-17 3422,22-2 0,2 10 0,0 10 0</inkml:trace>
  <inkml:trace contextRef="#ctx0" brushRef="#br0" timeOffset="326890">9054 10449 27970,'-44'-2'84,"10"18"-96,30 17 1,8 8-731,0-1 1,3-1 609,2 3 1,2 0-110,5 0 1,2-2-326,3 0 0,2-1-647,1-3 1,0-2-2970,-3-4 1,0-3 4181,6 12 0,-13-20 0,-11-11 0</inkml:trace>
  <inkml:trace contextRef="#ctx0" brushRef="#br0" timeOffset="327833">9035 10893 24010,'-37'-38'513,"0"0"1,6 3-1,15 4-473,42 7-29,24 2-31,-17 12 1,2 1-773,5 1 0,1 1 738,3 1 1,0 0 25,-1 1 0,1 0 14,-3 0 0,0 0 146,-6 0 1,-1-1-111,23-7 330,-17-1-251,-14 0 51,-12 2 21,-9 0 775,-11 3-713,-8 3 216,-10 3-171,-8 4-23,-7 6-16,-5 6-62,1 9-117,5 3-40,12 4 23,12-1-6,11 0 28,14-3 51,9-5-17,15-7-28,9-5 5,6-11 40,-1-8 5,-7-6 6,-10-5 27,-14-1-59,-10-1-97,-8 2 0,-6 4 0,-5 5 0,-2 6 0,-2 4 0,0 10 0,1 6 0,-1 11 0,3 5 0,6 1 0,9 0 0,8-3 0,9-4 0,6-7 0,-1-8 0,1-7 0,1-9 0,1-7 0,1-10 0,-1-5 0,-2-5 0,-5 0 0,-3 3 0,-5 8 0,-4 9 0,0 5 0,0 5 0,1 3 0,-1 6 0,-1 7 0,-3 9 0,-1 8 0,-1 2 0,4 0 0,9-2 0,15-3 0,22-4-234,-18-14 0,4-2 234,5-2 0,2-3-383,3-4 0,-1-3 383,-1-3 0,-3-5 0,-4-3 0,-4-4-256,-7-4 0,-5-5 256,-6-5 0,-4-3 0,-5-7 0,-4-1 0,-2-6 0,-4-1-368,-2 0 0,-1 1 368,-2 5 0,-2 1 0,0 9 0,-1 2 371,-11-16-371,3 17 691,4 14-691,5 11 532,3 7-532,0 11 888,-1 12-888,-3 23 0,3-11 0,0 3-410,1 9 1,1 2 409,0 5 0,3 2-532,3 2 0,4-1 532,2-1 0,4-2 0,4-3 0,4-3-320,3-3 1,3-3-261,1-4 1,3-2-547,-2-5 0,2-3 1126,-3-5 0,-1-3 0,3 2 0,-11-11 0</inkml:trace>
  <inkml:trace contextRef="#ctx0" brushRef="#br0" timeOffset="328016">10376 10539 25534,'38'-22'-409,"0"1"0,4 2 0,4 4-628,-4 10 1,4 5 0,-3-1-1540,3-1 1,-2 0 2575,11-1 0,-8 0 0,-20 1 0,-2-1 0</inkml:trace>
  <inkml:trace contextRef="#ctx0" brushRef="#br0" timeOffset="328240">11440 10101 27858,'-32'-43'0,"13"23"398,35 61-398,-2-2 0,0 3 0,-4-11 0,0 1-309,4 20 0,-2 2-212,-6-15 1,-2 0-886,2 10 0,-2 0 1406,-4 0 0,0-5 0,-1 6 0,-3-13 0</inkml:trace>
  <inkml:trace contextRef="#ctx0" brushRef="#br0" timeOffset="328600">11174 10483 26318,'42'-33'778,"-8"6"-660,-6 20-90,5 0-34,26-3-420,-26 6 0,1 0 14,5 0 0,-1 0-574,25-2-2658,-24 2 1,-1 0 3643,10-2 0,-7 1 0,-20 1 0</inkml:trace>
  <inkml:trace contextRef="#ctx0" brushRef="#br0" timeOffset="328800">12108 9980 28451,'0'44'-50,"0"14"-247,2-13 0,0 2-674,-1-8 0,0 2 971,-5 22 0,-1-5 0,3-15 0,-3-10 0,0-1 0</inkml:trace>
  <inkml:trace contextRef="#ctx0" brushRef="#br0" timeOffset="329390">5100 12371 16801,'-54'6'1439,"1"-1"1,2 0-1,19-6-1047,36-9 360,31-10-369,4 5 1,6 1-1016,-6 2 0,2 1 0,3-1 820,10-1 1,3 1-1,3-1-79,-8 2 0,2 1 1,2-1-1,1 0-46,-5 2 1,1 0 0,1-1 0,1 1 0,1-1-383,-5 2 1,1-1-1,0 1 1,2-1-1,-1 1 1,2-1 357,4 0 0,1 0 1,1 1-1,0-1 0,1 0 1,1 0-277,-6 1 0,1 0 0,1 0 0,0 0 0,1 0 0,0 1 0,0-1 250,-3 1 0,0 0 1,1 0-1,0 0 1,1 0-1,-1 0 0,1 0 1,1-1-140,-5 2 0,1-1 0,0 0 0,1 0 0,0 0 0,0 0 0,0 0 0,0 0 0,1 0 134,2 0 0,0 0 0,1-1 0,0 1 0,0 0 0,0-1 1,0 0-1,1 1 0,-1-1-44,-4 1 1,0 0-1,0-1 1,0 1-1,0-1 1,0 1 0,0-1-1,1 1 1,-1-1-1,0 1 47,1-1 0,0 0 0,0 1 1,0-1-1,0 0 0,1 0 0,-1 0 1,0 0-1,0 0 0,0 0-5,-1 0 0,1 0 0,-1 1 0,1-1 1,-1 0-1,0 0 0,0 0 0,0 0 1,0 0-1,0 0-5,4-1 1,0 1 0,-1-1 0,1 0 0,-1 1 0,0-1 0,0 0 0,0 1 0,-2-1-17,5 0 0,-1 0 0,0 0 1,0 0-1,-1 0 0,-1 1 1,-1-1-1,0 0-135,1 0 0,0 0 1,-1 0-1,-1 0 0,-1 0 1,-1 0-1,-1 0 150,1-1 0,0 0 0,0 1 0,-3-1 0,-3 1 0,-4 1 0,14-3 0,-7 2 0,-4 0 0,0-2 0,0 0 0</inkml:trace>
  <inkml:trace contextRef="#ctx0" brushRef="#br0" timeOffset="330549">5984 13202 23061,'-48'4'892,"0"0"1,7-1 0,7-3-608,18-8 198,19-6-310,19-6 18,20-3-90,15 2-390,-24 12 0,2 2 311,1 2 1,0 3-9,1 4 0,-2 2-3,19 6 115,-25 4 0,-2 4-109,-4 8 0,-3 3-6,0 3 0,-2 2-210,0 8 0,-3 2 201,-5-5 1,-1-1-14,3 21-90,-2-18 0,1-2-274,8 10-96,-6-16 1,2-1-1686,10 7-5176,-3-10 7332,-6-11 0,-8-9 0,-5-6 0</inkml:trace>
  <inkml:trace contextRef="#ctx0" brushRef="#br0" timeOffset="330733">6082 13634 22968,'-40'-11'949,"1"-1"1,-14-12-782,75 0-62,23-7-106,-12 13 0,2 0-232,-5 3 1,3 0-189,5 0 0,4-1 0,0 1-3151,8-2 0,1 0 3571,-8 3 0,3-1 0,-4 2 0,-5 2 0,-6 2 0,8-2 0</inkml:trace>
  <inkml:trace contextRef="#ctx0" brushRef="#br0" timeOffset="331023">7090 13374 23153,'-3'0'3013,"1"0"-2122,2 0-768,62-46-1371,-16 27 1304,1-9 0,2 2 0,10 12 381,-12 3-432,-13 5 221,-15 3-226,-10 2-17,-7-1-151,1 0-86,2-3-6831,7-4 7085,0-1 0,-3 4 0,-3 1 0</inkml:trace>
  <inkml:trace contextRef="#ctx0" brushRef="#br0" timeOffset="332190">8625 12780 19132,'0'-6'4844,"0"1"-3180,0 5-1244,-3-9-90,-1 7-150,-6-7-63,-4 10-50,-7 1-5,-3-2-40,2 0-10,5 0 21,8 0-27,6-2 50,2 1-39,6 0-29,0 1 12,4 0 0,-2 1 12,-3 2-7,-1 2-5,-3 3 17,-2 0-17,-1 0-11,-1-1 39,1-2-23,2-2 7,0-2 16,0 1 22,-3 1 23,-2 3-45,-5 2 17,-4 2 16,-1 3-38,-1 1-7,3-1-10,4-3 5,5-4 12,3-4 122,2-1-44,2-5-28,1-5 33,2-6-22,4-12-56,-2 7 11,4-9-33,1 11 0,4 1-6,5 4 28,6 7-45,16 5 0,-12 4 56,18 7-50,-15 6-6,4 8 17,-7 6-22,-12 8 27,-17 8-10,-24 10-458,1-23 0,-4 0 471,-10 3 1,-3 0-9,-5 1 0,-3-1 11,10-11 0,-2 0 1,4-3-7,-3 2 1,2-4-6,-4-1 0,4-5 17,10-10 5,5-13 1,13-12-18,15-12-10,7-4 27,13 2 887,7 6-915,6 11-11,5 10-42,-13 11 1,1 3-46,-2 1 0,-1 2-149,1 1 1,-1 2-373,2 2 1,-2 1-2877,25 9 3501,-15-9 0,-1-1 0,4 3 0,-2-5 0</inkml:trace>
  <inkml:trace contextRef="#ctx0" brushRef="#br0" timeOffset="332423">9529 12682 27550,'-15'7'196,"9"17"-196,26 30-905,-5-16 1,1 0 722,-2-4 0,1 0-350,4 7 0,-1 1-1993,0 5 1,-2 0 2524,-6-10 0,-2-2 0,4 16 0,-12-25 0</inkml:trace>
  <inkml:trace contextRef="#ctx0" brushRef="#br0" timeOffset="332599">9316 13038 24413,'40'-44'-312,"1"1"0,1 2 1,2 9-832,3 21 0,0 6-771,-9-1 1,0-1-921,10-1 0,0-1 2834,-5 0 0,-3 0 0,18-3 0,-9-1 0</inkml:trace>
  <inkml:trace contextRef="#ctx0" brushRef="#br0" timeOffset="332799">10219 12647 14600,'0'-4'9628,"0"0"-6631,0 4-2236,5-61-503,-1 44-79,6-44 0,-2 66-110,3 10-69,-2 5 0,7 19 0,1 20 0,-9-26 0,1 2-311,1 7 1,0 1-146,-1-4 0,0-3-631,9 22 1087,1-22 0,0-3 0,-4-10 0,10 9 0</inkml:trace>
  <inkml:trace contextRef="#ctx0" brushRef="#br0" timeOffset="333032">11073 12550 22363,'-3'-2'2912,"1"0"-2586,2 2-287,61-43-134,-18 28-1273,7-10 1,3 3 745,4 18-1744,-7 3 0,2 3 1975,-15 2 0,-2 1 0,1-3 0,-2 1 0,3 5 0</inkml:trace>
  <inkml:trace contextRef="#ctx0" brushRef="#br0" timeOffset="333406">11347 12702 25113,'-49'11'720,"0"-1"1,5 0 0,10-3-620,19-5 17,11-1-90,14-2-45,15-4-17,19-4-44,17-4-461,-24 5 0,-1 0 517,25-6-238,-19 0 0,-3-2 294,5-12-128,-15 6 1,-5-3 126,-5-25 12,-21-10-12,-6 29 1,-4 0 36,-5 0 0,-2 0 28,0 3 0,0 2 177,-13-17 16,13 12-106,10 12 836,8 8-1021,5 6 539,5 10-539,9 12 0,6 16 0,7 16-80,-13-18 0,0 1 48,1 5 1,-1 2-455,-1 3 0,-1 2-7,-3 0 1,-3 0-970,-3 1 0,-3-1-3454,-6-4 1,-1-2 3680,-5 14 0,-2-22 1,7-22-1</inkml:trace>
  <inkml:trace contextRef="#ctx0" brushRef="#br0" timeOffset="333932">12921 12205 24889,'9'-55'2285,"-4"11"-1926,-12 38-107,-9 8-51,-13 11-72,-9 13-11,-8 15-398,23-17 1,1 3 285,0 4 0,3 2 16,1 1 0,3 1-19,1 1 0,3 1-3,2 0 0,2 0 8,3-1 1,3-1-138,4-1 0,4-2 115,4-2 0,4-2-3,5-3 0,5-3 0,3-3 0,2-3 0,1-4 1,2-3 10,27-1 40,-9-15-6,-14-12-6,-14-11 34,-13-4 593,-17-3-632,-15 2 22,-21 4-126,-16 9 118,25 14 0,-1 3-17,1 1 0,0 3 3,-22 7-34,15 6-145,18 11-494,15 7-1595,21 7-7153,21 5 9404,8-6 0,-10-12 0,-12-12 0</inkml:trace>
  <inkml:trace contextRef="#ctx0" brushRef="#br0" timeOffset="334173">12908 13076 24816,'-42'-2'549,"-1"0"0,1 0 0,-14 0 0,7-1-168,7 1-140,19-1-174,18-1-45,27-5-27,26-5-29,-9 5 0,3 1-417,10-1 0,1 0 258,6 2 0,1 1-890,2 1 1,-1 2-162,2 1 1,-1 3-1175,-1 2 1,-2 1 1868,-9 1 0,-4 1 0,12 3 0,-30-2 0</inkml:trace>
  <inkml:trace contextRef="#ctx0" brushRef="#br0" timeOffset="334373">12929 13220 23405,'-40'6'1560,"-1"1"0,-21 3-1028,68-10-84,15 0-107,19 0-77,19 0-660,-23 0 1,2-2 456,4-1 1,0 0-15,2-2 1,0-1-31,-1 0 0,-1-1-53,-5 0 1,-1 1-262,21-4-1629,-22 4 1926,-26 2 0,-7 3 0,-11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55:37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3296 2907 20767,'1'-4'4128,"-1"1"-2789,0 3-1138,-78-47-117,45 39 5,-26-11 1,-1 7-45,18 33-34,-8 3 6,22 1-11,17 0-6,5 1 0,13 2 5,3-9 7,14 4-1,2-3-17,22 12 6,-6-3 6,5 3-6,-22-11 0,-8-1 22,-14-6 40,-24 6-29,-10-4-33,-23 0 12,-1-5-12,10-5-23,-7-3-363,17-7-4516,-4-10 4902,19-1 0,9 0 0,11 8 0</inkml:trace>
  <inkml:trace contextRef="#ctx0" brushRef="#br0" timeOffset="225">3938 2870 25161,'49'-25'-481,"0"1"0,1-1 0,1-7 0,-6 8 1,-5 20-1</inkml:trace>
  <inkml:trace contextRef="#ctx0" brushRef="#br0" timeOffset="374">3907 3097 22800,'-5'1'3523,"1"0"-3372,4-1-4446,78-33 3162,-28 18 1,-6-3 0,-3 1 0,-11 10 0</inkml:trace>
  <inkml:trace contextRef="#ctx0" brushRef="#br0" timeOffset="1001">5997 2941 22274,'-4'-56'1092,"0"-1"0,0 7 0,-3 4-520,-11-5-186,-7 18-145,-11 17-90,-10 19-92,16 6 0,0 5-441,-4 6 1,0 4 411,-2 6 1,1 2-20,1 2 1,3 3 2,5-3 0,2 2 0,8-4 0,3-1 191,2 22-183,24-12 0,17-15 6,19-13 12,11-20-255,-27-3 0,0-3 245,-1-5 1,-1-3 2,-2-3 1,-4-2 33,-2-1 1,-4-1 275,-3 0 1,-2-1-215,4-23 73,-7 8 22,-6 13-56,-3 13-84,-2 11 424,-1 7-497,0 6 95,-2 8-112,0 11-5,1 10-90,3 8-173,5 5-387,5 4-935,9 0-2370,8-3 3118,9-6 0,-15-20 0,-1-8 0</inkml:trace>
  <inkml:trace contextRef="#ctx0" brushRef="#br0" timeOffset="1441">6374 2779 22940,'8'-54'1295,"-1"0"1,-1 5 0,-1 7-781,-2 2-324,-2 17 61,0 11-230,-1 11-11,0 11 12,3 13 5,2 19-6,0 14-19,-2-21 0,-1 1-282,0 3 0,-2 2 287,-1 0 0,-1 0-14,-1-1 1,0-1 2,-1-6 1,-1-1 18,-4 17 46,2-19 100,3-16-5,2-14-62,1-15-50,1-3 78,5-38-44,7 8 8,-2 13 0,1-1-87,18-18-180,-1 10 180,1 14 0,-2 13 0,3 10 0,4 15 0,6 11 0,1 13 0,-2 9 0,-10 3 411,-14 0-411,-23-5 0,-20-5-18,-24-6-151,20-16 1,0-2-17,-2-2 0,0-3-973,-25-1-3396,14-16 4554,19-4 0,14 1 0,9 5 0</inkml:trace>
  <inkml:trace contextRef="#ctx0" brushRef="#br0" timeOffset="1967">7395 2705 21562,'1'-5'4190,"0"1"-3876,-1 4 128,-5-61-168,-6 45-134,-10-42-28,-9 69-44,-6 12-49,12 0 1,0 2-9,-8 14-200,11-8 0,1 2 189,-1 14-28,2 11-11,11-6-124,34 1 34,-1-24-190,7-11 0,5-6-1188,0-7 1,2-4 852,4 0 0,0 0 0,17-2 1,-25-3-1</inkml:trace>
  <inkml:trace contextRef="#ctx0" brushRef="#br0" timeOffset="3017">8192 2729 20733,'0'-10'3585,"0"1"-2375,0 9-6,0 0-767,-36-65-292,12 49-117,1-19 0,-3 5 56,-12 38-39,0 9-11,-15 15-128,26-11 0,0 3 108,-4 9 0,2 3-282,8-5 1,2 0 264,1-1 1,3-1 7,4 15 1,19-18-1,20 1 7,11-14 32,17-12 183,-15-9-143,9-15 84,-8-18-11,-4-5 96,-20 17 1,-3-1-80,1-18-85,-7 12 41,-2 5-130,-5 15 0,-1 4 0,-2 7 0,-1 6 230,-2 7-230,1 1 0,-3 16 0,1 5-35,1 24-340,10-7-180,13 5 203,5-24-1071,33-7 347,-11-17 545,-11-7 0,0-4 183,21-18 368,-31 4 0,-2-1 103,9-17 249,-16 2 1,-5-3 394,-1-22-614,-5 17 0,-1-1 253,-2 11 0,-2 2 216,1-21-381,-2 21 123,-1 11-107,1 15 18,-1 2-258,4 12-11,6 12 10,4 18 573,0 0-575,-5 3 0,-2 3-5,-3-9 0,-2 2-334,-1 15 0,-2 1 325,-2-10 0,-1-2 0,-1-4 0,1-3 0,-4 10 0,3-13 0,5-21 0,0-7 0,7-15 0,5-13 0,2 0 0,17-23 0,-6 15 0,13-15 0,-6 17 0,2 7 650,-8 11-650,20 6 0,-8 8 0,17 9 0,-17 3 0,9 25 0,-23-8 0,2 16 0,-28-11 0,-20-3 0,-21-7-24,-14-5-97,26-14 1,1-1-356,-30-1-431,11-11-1009,18-12-3113,21-14 5029,19-1 0,0 11 0,3 10 0</inkml:trace>
  <inkml:trace contextRef="#ctx0" brushRef="#br0" timeOffset="3274">9567 2515 18285,'3'-2'7394,"-1"0"-5003,-2 2-2133,-79-2-62,24 13-382,-3-5 1,-2 3 193,26 5 1,4 3 9,-20 19-18,15 4 0,17 5 1,11 0-174,22 2-152,18-3-56,-6-23 0,5-2-1005,6-2 1,4-2 1385,9-3 0,-2-3 0,8 1 0,-4-7 0</inkml:trace>
  <inkml:trace contextRef="#ctx0" brushRef="#br0" timeOffset="4408">9955 2592 22758,'-1'-43'838,"0"-1"1,0 1 0,-1-15 0,1 8-408,1 14-41,-1 15-334,1 12 3,0 8-36,2 12 23,5 9-23,2 18 27,1 15-33,-6-20 0,-2 0-270,-2 6 1,-2 0 268,-3 1 1,-3 1 0,-2 0 0,-2-2-6,-2-2 0,0-2 17,-1-5 0,0-3 28,-10 15 67,7-17 129,9-13-5,4-9-113,3-11 500,2-8-550,3-25-61,2 9 21,10-25-16,5 18-5,7-7 10,2 11-33,3 10 17,1 9-22,3 8-40,3 9 28,2 9-5,-1 9-12,-4 10 28,-11 9-22,-12 3 23,-22 1 5,-17-5-62,-22-3-133,19-20 0,-1-2 66,-1-2 1,-1-1-689,-25 0-1391,13-11 2208,15-11 0,16 4 0,7-3 0</inkml:trace>
  <inkml:trace contextRef="#ctx0" brushRef="#br0" timeOffset="4874">10425 2295 27718,'9'37'224,"1"11"-177,-5-17 1,0 2-490,-2 3 0,-1 0 456,-3 1 0,-2 0 11,-5 6 1,-1-2-15,0-8 0,-1-3 11,-10 24 326,6-25-197,8-19 255,1-5-406,4-11 0,1-13 0,1-2 490,3-14-490,5 1 0,9-16 0,6 12 0,11 2 0,-5 19 0,19 5 0,-1 8-167,-16 5 1,0 2 166,0 3 0,-1 3 0,2 6 0,-4 3 0,8 9 0,-8 15 0,-34-12 0,-15 6 0,-5-15 0,-4-2 0,-28 7-439,22-15 0,0-2 8,-11-4-1390,0-14 1821,12-13 0,10 8 0,7-5 0</inkml:trace>
  <inkml:trace contextRef="#ctx0" brushRef="#br0" timeOffset="5307">12432 2909 25528,'0'-2'2212,"0"-1"-2162,0 3-324,-25 21-1451,1 16 1063,-3-1 0,-1 0 0,5 7 0,-2 1 0</inkml:trace>
  <inkml:trace contextRef="#ctx0" brushRef="#br0" timeOffset="10458">20650 2195 26295,'-41'-14'295,"0"-1"0,-1 3 0,4 5-121,3 17-79,4 2 0,-1 3-64,4-1 0,-1 3-20,-4 4 0,1 1 0,-7 17-16,16-9-12,19 7 11,20-14-5,18 5-11,15-9 5,8-5 17,-11-6 17,2 2-6,-30-6 45,0 5-6,-28 0-22,-13 6-11,-6 0 17,-20 10-6,20-11 0,0 1-40,-25 16 12,25-14 0,4 0-11,1 9 6,13-8 5,10 0-6,17-3-5,3-3 11,9-2 0,-8-5 11,-8 0-11,-6-1 34,-7 9-18,-7 3 1,-9 9 11,-8 3-22,-6 3-1,4-5 12,-4 7-6,4 3 1,5 1-1,3 5-28,13-11 6,6-9-230,20 3-1181,13-12-8409,22 3 9252,-12-10 1,-11-3 0,-22-2 0</inkml:trace>
  <inkml:trace contextRef="#ctx0" brushRef="#br0" timeOffset="11541">20786 11144 26402,'-23'-40'214,"0"0"1,-1 3 0,12 10-193,20 23-16,10 3 10,13 9-16,9 5 0,0 9-11,-6 6 17,-12-4 16,-8 14-16,-10-18 27,-12 24-5,-7-20 6,-17 11 44,-9-11-10,4-5 35,6-8 1,0 1-26,-8 2-16,-10 6-29,27-7-27,12-2 5,14-2 6,4-2 11,17-1-17,16 0 6,4 1-17,8 3 11,-16 3 0,-12 6-5,-10 9-6,-8 7-17,-11 9 28,-8 6-33,-11 6 19,8-28 0,0 0 3,-17 25 0,3-8 17,7-10-11,7-9 5,8-4-17,4-2-5,7 1 22,4 4-22,6 3 11,5 4-5,1 4-12,-2 1 22,-6-2-5,-9-1-11,-12-6-34,-9-6-235,-8-9-1047,-3-6 1327,-6-9 0,16 1 0,1-3 0</inkml:trace>
  <inkml:trace contextRef="#ctx0" brushRef="#br0" timeOffset="16167">20833 3952 22884,'2'-50'1014,"1"1"0,-2 4 0,-5 7-673,-14 9-117,-15 11-73,-11 11-61,-9 13-12,-3 12-53,20 3 1,3 4-15,-13 11-310,16-5 0,3 2 294,-2 16 2,14-20 0,2 2 20,-2 25 145,17-10-122,12-14 60,9-13 40,7-14-11,5-18 6,4-14 16,4-14-79,-21 17 1,0-1 5,-1 0 1,-2 0 547,16-21-464,-8 9 1,-9 12-91,-8 11-60,-6 8-1,-4 9-17,-1 8 6,-1 9-5,-3 11-18,3 7-122,3 13-51,4-15-1109,14 16-4633,7-19 5938,6 4 0,-10-15 0,-8-10 0</inkml:trace>
  <inkml:trace contextRef="#ctx0" brushRef="#br0" timeOffset="16392">21462 3818 25662,'28'-28'-1322,"0"14"1,4 5-2435,3 9 0,2 3 2889,5-1 0,-2 0 0,4 2 1,-20 0-1</inkml:trace>
  <inkml:trace contextRef="#ctx0" brushRef="#br0" timeOffset="16584">21486 4101 23758,'-3'2'3568,"1"-1"-2779,2-1-822,31-19-203,6 7-55,19-13-817,-19 17 1,1 3-1800,-2 0 0,0 2 2551,5-2 1,-2 2 0,13-1 0,-23 2 0</inkml:trace>
  <inkml:trace contextRef="#ctx0" brushRef="#br0" timeOffset="16791">22476 3843 25102,'-2'-4'2795,"0"1"-2021,2 3-774,-25-40 0,19 34 0,-19-12 0,26 38 0,-1 12 0,0 1 0,1 5-281,0 0 1,-2 3-8186,-6 20 8466,3-27 0,0-2 0,-4 10 0,2-18 0</inkml:trace>
  <inkml:trace contextRef="#ctx0" brushRef="#br0" timeOffset="18867">22433 4029 24486,'17'-46'638,"1"1"1,-3 3 0,-3 9-264,-7 17-129,-3 6-156,-2 4-6,0 4-45,-3 2-11,-2 6-17,-4 5 28,0 9-33,0 0-6,-2 11 0,-4 11-22,1 1 27,0 10 1,7-15-1,4-10 12,3-3 17,0-10 106,0-5 84,1-4-56,2-10-101,-1-2 95,3-18-78,-1-3-39,3-16 0,0-2 11,0-1 6,0 6-6,-3 13 56,-1 5-90,-3 16 0,0-2-22,0 10 17,-3 6-6,-3 8-16,-4 12 10,0 7-5,0 6-28,4-2 23,3-3 22,2-11-6,3 0 7,0-17-18,1 2 0,1-16 0,0-8 0,2-3 0,4-24 0,-1 13 0,2-12 0,-5 17 0,-2 9 0,-3 8 0,0 6 0,-1 6 0,0 6 0,0 8 0,4 4-1597,3 5-8234,5 2 9079,-3-9 0,-2-6 0,-5-12 1</inkml:trace>
  <inkml:trace contextRef="#ctx0" brushRef="#br0" timeOffset="20674">3300 4731 22291,'0'-4'3685,"0"0"-2655,0 4-727,-76-57-1421,38 42 1174,-11-15 0,0 5 0,13 32 379,8 7-424,8 8 222,11 5-244,10 7-6,12 4 6,11 2 6,13 2-7,8 1 124,-19-21 0,0-1-109,0-1 0,0 1 19,19 15 6,-13-4-50,-19-3-6,-24-1 45,-21 2-6,-22 0-267,21-16 1,-1-2 255,-2-1 0,1-3-22,1-1 0,2-3 151,-19-6-1070,16-10-1507,21-13 2448,24-11 0,-4 15 0,10 0 0</inkml:trace>
  <inkml:trace contextRef="#ctx0" brushRef="#br0" timeOffset="21850">3626 4600 20464,'1'-5'5490,"0"2"-4074,-1 3-1281,10 2-96,-5 19-17,10 13-5,-6 24-40,-6-25 1,-1 0-351,1 3 1,-1 0 97,-3-1 1,-2 1-297,1-2 0,-1-1-1317,-6 24-1002,1-15-773,3-18 89,2-16 1675,7-17 2493,2-10 2823,1-9 162,-3-3-963,-7 0-835,-4 0-498,-7 3-325,-3 2-241,-1 6-252,2 3-253,7 6-161,7 2-51,13 2 17,13 2-29,19-1-21,15 1 19,-23 2 0,0 0-197,3 0 1,1 0 202,-2 0 0,0-1 10,-4 1 1,-1-1 8,19-5 68,-15-3-18,-18 4 113,-8-4 44,-13 4 23,-5-2-39,-10 2-51,-6 4-17,-7 2 309,-1 9-409,1 5 5,4 7-28,7 4 6,7 3-23,10 6-16,6-12 16,12 5-10,6-16 27,9-1 0,8-11 11,-6-9 6,-5-1 23,-7-9 10,-8 4 40,1-4 28,-4 4-10,-4 4-119,-3 6 0,-1 3 0,-1 5 0,-5 7 0,-2 8 0,-1 6 0,1 1 0,5 0 0,8-4 0,12 7 0,9-8 0,13-3 0,-9-9 0,9-8 0,-11-7 0,5-8 0,-3-20 0,-8 0 0,-4-2 0,-2-2 0,0 11 0,5-2 0,3 7 0,-6 13 0,-4 5 0,-5 11 0,-1 7 0,2 9 0,3 21 0,-4-1 0,5 13 0,-3-18 0,13 4 0,24-5 0,-8-7 0,0-11 0,2-6 0,4-8 0,9-5 0,-15-19 0,-11-10 0,-10 0 0,0-4 0,-4 1 0,-2-3-1128,1-12 0,-2 1 1128,-5 13 0,-2 1 0,1-9 0,-2 1 0,-1 12 0,-1 0 0,0-7 0,0 2 0,-2-11 0,-3 13 0,0 23 0,-3 7 0,3 4 0,-1 8 0,-3 22 0,0 15 0,2-9 0,0 2 1781,-1 22-1781,3-18 0,0 2 0,0-7 0,3 2-107,4 17 0,2 1-571,1-12 1,1-1-953,3 2 0,1-3-4453,4 0 6083,-6-13 0,-9-19 0,0-2 0</inkml:trace>
  <inkml:trace contextRef="#ctx0" brushRef="#br0" timeOffset="22008">5054 4683 26631,'27'-41'-2005,"0"-1"-1,5 3 1,6 10 873,5 21 0,1 6 0,14-3 0,-24 3 0</inkml:trace>
  <inkml:trace contextRef="#ctx0" brushRef="#br0" timeOffset="22200">5731 4525 27488,'35'-24'-1887,"11"4"181,-9 17 1,3 3 956,0 1 0,-2 0 0,4 0 0,-9 4 1</inkml:trace>
  <inkml:trace contextRef="#ctx0" brushRef="#br0" timeOffset="22633">5800 4730 27141,'40'-22'-488,"0"0"1,0-1 0,-1 2-1,0 1 1,-1 4-82,9 5 1,0 4-1257,3-3 0,2 1 1511,0 0 1,1 1 290,-2-1 1,-1 1 286,-5-1 1,-2 0 46,-9 0 0,-2 0 1299,11-7-417,-20 2-671,-14 6 542,-19 1 782,-6 5-1459,-14 5 313,-6 8-560,-3 9-68,1 8-32,7 4-18,12 1-16,10-2 27,15-4-27,11-6-29,16-5 35,6-7 4,2-6 74,-5-10 67,-8-9 33,-8-10 2,-8-8-192,-5-3 0,-6 0 0,-7 4 0,-7 6 0,-8 7-35,-4 7-2194,-1 8 2229,5 7 0,10 0 0,6 2 0</inkml:trace>
  <inkml:trace contextRef="#ctx0" brushRef="#br0" timeOffset="24967">3146 6052 20800,'0'-3'2969,"0"1"134,0 2-2935,-8-11 28,-2 26 50,-16 9-173,6 19-45,-1 0 17,9-11-17,7-14 22,7 1-10,5-10 4,9-6-27,1-7 22,9-13 1,1-7 16,4-12 22,-6-4 28,-7-9-66,-10 16 49,-6-7-22,-9 20 17,-3 0-33,-8 7-57,1 12 6,1 5 17,-2 14-28,0 11 16,-4 16-5,9-12 0,1 2-22,-3 25-300,9-24 0,2-1 277,5 6-68,13 4-72,12-14-39,18 4 22,-11-20 1,2-5-51,25 1 185,-2-10 16,-13-17 102,-10-16 5,-3-5 5,-4-12 18,-11 7-74,-6 10 79,3-3 17,-5 15-39,2 1 554,-4 9-588,0 13-10,-2 12 4,-1 2 34,-3 25-45,-3-17 12,-6 34-29,2-26 23,-1 11-17,5-20-34,6-7 51,8-16-6,7-11-5,9-16 11,1-12 0,-4 5 11,-5 6 0,1 0 0,9-10-9,-8 12 1,1 1-3,14-5-34,-3 11 17,-9 11-6,11 14-22,-11 10-5,11 13-23,-7 6-51,-2 2-117,-2-2 90,-5-10-807,13 3 168,-5-16 364,16 0 190,-1-19 152,4-9 134,-1-12 90,-2-7 101,-8-4 67,-6-4 67,-8-1 17,-8 1-247,-7 12 191,-9 3 6,-18 13-208,-9 5-22,-17 16-51,-2 11-28,10 3-44,-2 14-51,12 9 45,7 1-5,7 6 21,21-18-16,13-9-44,16-9 10,9-10 40,6-14 5,-2-13-415,-2-17 426,-23 13 1,-2-2-4,0-4 1,-2-2 8,0-4 0,-1-1 14,-3-1 0,-1 0 11,-2 0 1,-1 1 21,-3 4 1,-1 1 103,3-17-89,-6 21 101,-3 12-191,-5 16 0,-4 10 0,-4 17 0,-2 17 0,1 15 0,7-23 0,2 2-86,0 2 0,2 2 18,3 1 0,2 1-215,2-1 0,2 0-599,3 0 1,4-2-2533,2-4 0,3-2 3414,17 17 0,-12-22 0,-9-16 0</inkml:trace>
  <inkml:trace contextRef="#ctx0" brushRef="#br0" timeOffset="25174">5153 6040 26934,'31'-30'-495,"0"0"0,4 1 1,4 7-434,7 14 1,2 7-1495,2-2 0,1 1 2422,1 2 0,-4 2 0,8-1 0,-15 5 0</inkml:trace>
  <inkml:trace contextRef="#ctx0" brushRef="#br0" timeOffset="25607">5497 6079 23101,'-58'19'1185,"0"1"1,7-3 0,11-3-822,19-8-90,18-8-246,20-5-28,20-7-73,24-3-532,-24 7 1,3 1 402,3 0 1,2 0-49,0 0 1,1 0 30,0 0 1,1 0-20,0 0 0,1 0 33,0-1 1,0-1 131,-2 0 0,0 0 56,-4-1 1,-2 0 128,-5 0 0,-4-1 112,15-10 247,-21 3 44,-15 4 0,-14 4-67,-6 7 677,-11 7-879,-5 12 70,-6 13-221,2 14-61,7 9-12,13 4-16,17-1-17,17-8 0,15-10 11,13-10-284,3-11 295,-3-10 40,-10-14 72,-11-11 84,-11-15 11,-8-10-38,-5-6-168,-6 0-12,-8 5 0,-8 9 0,-10 11-205,-9 11-4936,-5 8 5141,3 7 0,12 1 0,12 0 0</inkml:trace>
  <inkml:trace contextRef="#ctx0" brushRef="#br0" timeOffset="29507">3180 7516 26021,'4'-5'812,"-2"18"-706,-7 27-72,-3 14 5,-3 2 28,0-4-50,4-6 5,1-11 23,3-10 90,1-12 66,2-8-61,1-16-112,1 1 51,4-22-18,1-1 29,4-14-34,1-7-34,-2 19 1,1 1-12,4-12-28,12-11 6,-6 30 0,6-1 16,1 12-10,-2 8-1,-2 14 23,-3 7 0,-4 12-1,-3 10-16,-7 9-44,-5 17 27,-5-8 0,-1-2 23,-1-12 5,1-17 0,0-1 56,2-13-56,2-8-11,1-15 34,3-6-12,2-14-5,5-6 0,4-4 11,3 0 6,7 3-29,3 8 18,3 10-12,2 9-22,-1 7 22,9 16-11,-6 8-6,-2 6-5,-6 12 0,-9-2-34,1 20-61,-7-8-51,-1 3 45,-5-22-179,6-2-51,3-14 6,9-2 34,18-21 279,-1-6 40,1-7 67,-4-6 50,-13 2 57,3-8 167,-7-8-139,-9 13-96,-5 4 95,-6 13-89,-4 12-23,-7 8-61,-6 11-6,-10 14-22,1 8-28,5-4 28,3 5-34,10-9-11,5 4 34,8-11 5,7-7 0,1-12 11,7-11 12,-1-8 78,12-20 11,-7 0 51,1-9-128,-12 15-46,1-3 0,1 7 0,-3 4 0,-1 6 0,-9 13 0,-2 4 0,1 7 0,1 13 0,2 7 0,1 12 0,2 1-869,1 3-95,0-9-3707,8 6 4671,-4-18 0,-1-2 0,-4-12 0</inkml:trace>
  <inkml:trace contextRef="#ctx0" brushRef="#br0" timeOffset="29850">4618 7566 20476,'1'-5'4855,"1"1"-2368,-2 4-2375,5-13-78,-9 20-17,-6 4-45,-26 38-62,16-23 1,-1 1-350,-4 6 1,-1-1-133,4-6 0,0-1-611,-18 19 773,12-15 22,8-14 421,15-33 280,8-11 246,8-25 207,7-1-375,-4 10 583,9-9-256,-9 26-450,5-5-157,-6 22-50,1 11-40,-1 6-27,20 23-74,-2 0-212,-6-7 0,1 1-1015,1-2 0,0-2 1306,7 3 0,-1-2 0,5 1 0,-2-2 0</inkml:trace>
  <inkml:trace contextRef="#ctx0" brushRef="#br0" timeOffset="31007">5319 7316 25864,'-26'-41'403,"-1"0"0,5 3 1,2 11-236,10 22-73,2 4-34,1 8 1,-2 7-23,-3 12-33,-3 12 11,-1 8-29,3 5-4,5 1 27,11-2-34,12-5 1,14-5-23,8-5-22,2-6 28,-10-7 39,-14-4 5,-24-4 18,-23 0-23,-24 0-209,22-8 1,-2-1 219,0 0 0,0-1-5,-27 0 5,18-3-39,15-3-34,15 0-145,9 0-370,7 1-778,10 1-1107,9 1 2462,18-1 0,-17 1 0,3 0 0</inkml:trace>
  <inkml:trace contextRef="#ctx0" brushRef="#br0" timeOffset="31217">5528 7518 28322,'-3'-27'140,"0"14"-140,-3 42-56,4 5-190,7 1-1636,9 5 39,-1-14 1843,10 5 0,-17-23 0,3 2 0</inkml:trace>
  <inkml:trace contextRef="#ctx0" brushRef="#br0" timeOffset="31408">5730 7290 24195,'-4'-8'2974,"1"3"-2554,3 5-258,-39-61-128,29 46-46,-12-21 1,6 11-112,18 31-274,6 5-1110,6 11-6626,6 8 8133,-1 0 0,-6-10 0,-6-8 0</inkml:trace>
  <inkml:trace contextRef="#ctx0" brushRef="#br0" timeOffset="32174">5966 7429 28563,'-1'-40'36,"0"-1"0,2 4 0,7 8-36,28 23 0,14 3 0,-15 5 0,16 13 0,-31-2-13,11 20-9,-21-3-62,-11 27 6,-14-1-487,1-19 0,-3-1 537,-11 13 19,10-22 1,0-1 275,-7 5-239,-5-1 45,8-15 45,4-14-90,8-7 17,2-13 768,9-2-813,6-7 0,4-1 0,7 4 0,2 4 0,2 7 0,0 4 0,10 9 0,-1 8 0,5 9 0,-11 11 0,-8-3 0,-8 11 0,-10 0 0,-9 14 0,-3-17 0,-4-1 0,-19 20 0,-3-8 0,3-18 0,13-15 0,1-9 0,11-15 0,14-16 0,5-1 0,17-16 0,3 2 0,-2 11 0,2-1 0,-3 5 0,1 0-1101,6-5 0,-1 3 1101,11-10 0,-18 18 0,-1 1 0,14-18 0,-7 6 0,-2-12 0,-21 25 0,0-7 0,-7 14 2202,-2 3-2202,-3 6 0,-12 2 0,-3 8 0,-7 7 0,6 5 0,-1 18 0,14-12 0,0 32 0,12-27 0,7 4 0,4-1 0,4-4-242,10 1 1,6 0-1909,20 1-2766,-13-9 1,0-3 3452,15 2 1,-18-10 0,-27-6-1</inkml:trace>
  <inkml:trace contextRef="#ctx0" brushRef="#br0" timeOffset="32390">6916 7251 24850,'-6'0'2140,"0"0"-2034,6 0-112,0 0-442,52-31-795,-5 21-962,0-7 1,3 1 2204,-8 13 0,-3 4 0,7-2 0,-9 1 0</inkml:trace>
  <inkml:trace contextRef="#ctx0" brushRef="#br0" timeOffset="32557">7123 7413 28328,'-27'-13'-1702,"22"0"569,32 3 1,12 2 0,-1-1 0,1 0 0</inkml:trace>
  <inkml:trace contextRef="#ctx0" brushRef="#br0" timeOffset="33133">7856 7152 25102,'11'-43'761,"1"0"1,-2 5 0,-3 8-420,-7 17-163,-6 11-11,-8 14-22,-10 13-57,-7 14-44,-5 11-495,4 5 456,11-1-17,12-6 16,20-10 23,15-13-11,13-12-22,8-10 33,-2-12 22,-5-8 40,-6-10-16,-9-6 409,-9-6-483,-7-2 0,-8 3-29,-11 8-2805,-13 13 2834,-5 12 0,6 5 0,8 2 0</inkml:trace>
  <inkml:trace contextRef="#ctx0" brushRef="#br0" timeOffset="43307">6621 3299 9884,'-3'-3'7091,"0"2"-3047,3 1-2733,-68-4-113,37 4-806,-8-2 0,2 1-101,23 2-195,21-5-7,18-4-44,22-7-42,-16 6 0,1 0 8,3 0 0,1-1-20,-2 2 1,-1 0-25,25-3-12,-19 5 50,-18 6 51,-24 8-44,-20 6-12,-24 8 5,15-9 1,-3 1-223,-1 0 1,-2 0 227,2 0 0,0-1 11,-21 9 1,18-7-1,17-7 29,12-5 44,8-2 179,1 0-251,6-3 354,7-3-792,18-7-1724,22-5 2139,-11 5 0,-1 1 0,7-2 0,1 2 0</inkml:trace>
  <inkml:trace contextRef="#ctx0" brushRef="#br0" timeOffset="45041">20470 4937 18005,'-5'-3'4986,"2"1"-2572,3 2-1569,9-32-604,-5 24 95,6-23-151,-8 30-67,-1 6 10,-2 11-4,-3 19-63,-2 1 1,0 3-34,-3 20-9,3-12 1,0 1-295,3 12 280,2-24 1,1-1-6,4 24 17,-1-11 16,1-7-10,-3-18 61,-3 0 28,-1-17 173,-1 0 187,0-10-349,0-7-78,2-4-12,0-13 29,2-4-12,4-11-26,8-10-24,0 12 0,2 7 0,-1 14 0,-1 11 0,6 1 0,6 5 0,22 9 0,-10 1 0,-3 2 0,0 3 0,19 15 0,-21-8 0,-1 2 0,-4 6 0,-6 3 0,-5 20 0,-33 2-233,-15-21 233,2-15 0,-3-3-22,-22 6-26,16-9 0,-1-2-304,-18 2-819,5-14-184,30-5 1355,11-25 0,10 21 0,3-11 0</inkml:trace>
  <inkml:trace contextRef="#ctx0" brushRef="#br0" timeOffset="45284">21226 5086 26693,'41'-17'-360,"0"1"0,0 0 1,8 0-1,2 1 1,-5 6-1613,-11 6 0,-2 3 840,12-1 0,-3 2 0,1-1 0,-21 3 0</inkml:trace>
  <inkml:trace contextRef="#ctx0" brushRef="#br0" timeOffset="45450">21409 5292 27516,'59'-24'-365,"-1"0"1,-14 6 0,0 1 0,-5 3 0,17-2 0,0 0 0</inkml:trace>
  <inkml:trace contextRef="#ctx0" brushRef="#br0" timeOffset="45624">22437 4851 25180,'-6'-5'2056,"0"2"-1350,6 3-57,0 0-569,-12 66-80,3-14-884,-2 5 1,-1 2 768,6-25 1,-2 0-2272,-10 27 0,-1-1 2386,6-23 0,-1-2 0,-1 8 0,1-4 0,1-8 0</inkml:trace>
  <inkml:trace contextRef="#ctx0" brushRef="#br0" timeOffset="47033">20825 6817 24546,'-46'-18'188,"1"0"0,0-1 0,2 3 0,0 1 1,6 8-111,-18 22-14,22 0 1,4 1-48,4 2 839,-5 25-851,30-17 309,14 12-392,19-6-219,23-2-34,-2-9-1400,0-8 1,5-3 1222,-8-4 0,-1-2 0,-4 2 0,-3-2 0,19-1 0</inkml:trace>
  <inkml:trace contextRef="#ctx0" brushRef="#br0" timeOffset="47241">21590 6708 19871,'-4'-1'4811,"1"0"-3618,3 1-1187,33-25-146,7 17-160,-3-5 0,3 0-971,1 10 0,1 3-2796,2 1 1,0 1 3623,-4 0 1,-3 1 0,11 1-1,-22 0 1</inkml:trace>
  <inkml:trace contextRef="#ctx0" brushRef="#br0" timeOffset="47416">21558 6913 27146,'50'-8'-267,"0"0"0,1-1 1,0 1-1314,-2 1 1,-1-1 446,-4 2 1,-4 0 0,14-2 0,-26 4 0</inkml:trace>
  <inkml:trace contextRef="#ctx0" brushRef="#br0" timeOffset="48291">22409 6668 22291,'1'-11'1862,"5"-24"0,1-5-1016,-1 11-586,1-9 1,-1 3-4,-3 21-173,-3 11-33,-5 13 16,-3 12-17,-3 16-11,0 14-33,6-20 0,2 1-1,0 2 1,2 1-1,0 0 1,1 0-9,1-2 0,1-1 3,0 24 17,1-14 95,-4-16 56,-3-16-39,-1-21-28,0-18-17,2-18-6,2-16-461,1 26 1,1-2 382,1-3 0,2 0 0,0-1 0,2 1-62,0 5 0,1 2 62,5-17 0,-4 24 0,-5 17 0,-2 20 0,0 13 0,-1 19-91,-4 16-1100,0-23 1,-2 1 1190,0-2 0,0-3 0,-4 12 0,4-19 0</inkml:trace>
  <inkml:trace contextRef="#ctx0" brushRef="#br0" timeOffset="49541">8036 3318 24799,'-55'1'662,"11"0"-550,42-1-45,7 0-45,9-4-16,14-1-28,12-5 5,6 1 11,-5 3-16,-11 2 50,-13 6 28,-14 4 0,-18 5 33,-14 5 35,-19 3 32,-10 1-27,22-10 0,0 1 78,-17 5-128,10-4 33,27-7-17,12-4-11,9-4-23,17-7-27,8-4-23,4-2 0,5 0-5,-9 5 16,3-2 23,-6 3-11,-10 2-29,-5 2-72,-4 3-605,-5 1 672,-1 1 0,-2 0 0,0 1 0</inkml:trace>
  <inkml:trace contextRef="#ctx0" brushRef="#br0" timeOffset="61424">22443 3993 22851,'1'-63'2161,"0"10"-1695,-1 36-119,0 2-62,0 5-83,-1 2-96,1 4-38,0 3-46,-1 1 6,1 4 22,-3 6-5,-1 10 11,-2 7-11,-1 6-11,-1 4 5,1-1-6,2-3 12,1-5 6,3-8 44,1-5 162,0-7 35,0-7-108,0-9-27,1-9-90,1-4 73,2-31-56,2 6-48,-2 12 1,1-1 53,6-20 11,-1 9 11,-3 14-27,-3 12-85,-3 9 0,-1 7 0,0 4 0,-3 10 0,-3 11 0,-2 15 0,0 11 0,2 7 0,3 2 0,3-2 0,5-6 0,1-8 0,0-12 0,-3-13 0,-1-10 0,-2-15 0,-3-11 0,-1-16 0,-3-11 0,1-6 0,2 2 0,3 9 0,1 13 0,0 14 0,0 8 0,0 7 0,-2 8 0,0 6 0,-1 12 0,2 10-1284,0 9-6215,1 8 7499,2-3 0,-1-18 0,0-13 0</inkml:trace>
  <inkml:trace contextRef="#ctx0" brushRef="#br0" timeOffset="64040">22524 3840 15009,'2'-5'7068,"0"1"-4743,-2 4-1592,26-61-150,-18 41-359,6-14 0,-2 5 40,-11 24-113,-5 5-39,-6 8 22,-12 8-5,-10 13-39,-7 11-243,2 7 192,9 3 1,13 0 13,16-4-14,10-4 17,12-8 6,8-7 16,4-9 29,3-8 235,-1-11-230,2-8 25,-1-10 9,0-10-17,-3-10-62,-3-7 0,-4-4 40,-9 2 10,-8 8-37,-11 6-80,-11 8 0,-11 4 0,-7 7 0,-3 6 0,0 7 0,2 10 0,-1 6 0,-1 11 0,-3 7 0,-1 7 0,1 7-318,6 4 318,7 1 0,10-1 0,5-6 0,9-8 0,5-9 0,10-12 0,10-9 0,13-12 0,11-8 0,6-11 0,-1-4 0,-8-3 0,-12-1 318,-13 0-381,-13 0-1158,-11 1 1221,-9-3 0,2 17 0,-1 2 0</inkml:trace>
  <inkml:trace contextRef="#ctx0" brushRef="#br0" timeOffset="64899">6034 2425 24895,'10'-39'663,"0"1"1,4 0-400,-26 77-203,0-2 1,-1 3-573,-1-5 1,-2 1 511,-2 2 1,-1 3 0,-2 1-448,0-1 1,0 0 0,-4 5-737,1-3 0,-3 4 0,-1 2 1,-1 0-1,2-2 937,-1 1 0,1-1 1,0-1-1,0-1 1,1-2-1,0 1 0,1-3 1,3-6-1,1-2 1,0 1-1</inkml:trace>
  <inkml:trace contextRef="#ctx0" brushRef="#br0" timeOffset="66890">6503 1878 20235,'0'-3'4144,"0"0"-2530,0 3-1373,-39-42-113,20 32-72,-7-10 0,-2 5 28,-2 31-22,-5 12-23,1 9-16,6 2-12,11 1-6,10-5 1,13-5 16,13-3-16,12-4-6,10 0-6,4-1 1,-2-2 16,-9-1 17,-14-4 62,-11-1 10,-18-1-32,-13 1-1,-16 0-62,-11 2-173,-1-2-1607,5-1 1775,11-6 0,17-3 0,8-3 0</inkml:trace>
  <inkml:trace contextRef="#ctx0" brushRef="#br0" timeOffset="68933">8040 3932 19020,'-7'1'4620,"1"-1"-3601,6 0-66,0 0-785,-12 14-34,9-2-44,-9 11-6,15-7 0,1-2 11,4-4 40,-1-2 49,0-5 18,-1-2-62,3-6-95,-1 1 145,7-17-55,-5 1 10,4-12 29,-5 2 22,-3 2-112,-3 7 151,-5-2-95,-1 12-28,-2-3-50,-1 9-34,0 4 0,-3 6-17,-4 9 6,-4 12-1,-5 8 1,-2 8-17,2 2-22,6-2-29,9-4-251,17-7-846,17-3-1849,21-5 2997,-12-12 0,-1-2 0,6 1 0,-1-2 0</inkml:trace>
  <inkml:trace contextRef="#ctx0" brushRef="#br0" timeOffset="69607">8140 3938 24923,'-32'-9'958,"8"2"-628,28 11-72,2 0-34,3 0-17,1-1-17,1-2-10,1-1-7,-1-2-38,-1-4-12,-2-4 0,-1-4-28,-3-2-11,-2-1 23,0 1 5,-2 4-17,-3 3-17,-1 4-16,-5 1-23,-1 3-39,-2-1 17,-1 4-6,-3 3 11,-1 6 1,-2 7-18,-1 7 12,1 7-11,0 6-17,3 6 27,5 3-38,9-1-12,17-5-61,22-8-532,-7-21 0,5-4-628,9-2 1,3-4 620,-2-3 1,-1-2-1,16 0 1,-25-2-1</inkml:trace>
  <inkml:trace contextRef="#ctx0" brushRef="#br0" timeOffset="70907">8149 3830 8584,'-9'-1'6677,"1"0"-3378,8 1 1591,0 0-4173,0-6-241,0 4-185,0-4-151,0 6-62,0 0 57,4 0 33,3 1-22,5 2-12,3 2-22,0 3-22,0 2-1,-3 2 1,-3 3 50,-4 2 6,-3 2-23,-9 1 6,-4 2-51,-7-1-16,0-2-40,0-1-33,0-4 0,1-1-124,-4-2-453,-3 0-2089,-3-1 2677,-2-5 0,12-2 0,4-3 0</inkml:trace>
  <inkml:trace contextRef="#ctx0" brushRef="#br0" timeOffset="84800">22522 4075 10892,'-4'5'9281,"0"0"-7444,4-5-576,0 0-281,-8-65-191,8 25-503,-1-8 0,1-1 235,11-7-68,4 5-89,-4 11-61,-3 15-118,-5 12-129,-2 8-56,-1 9 33,-2 8 18,-2 13-29,-1 15-16,1 16-214,2-24 1,1 2 193,1 2 0,0 1 14,0 0 0,1-1 14,1-2 0,-1-1-2,4 23-1,0-18 78,-3-15 113,0-13-57,-2-13-83,1-12 392,1-15-438,6-17 12,8-13-214,-3 24 1,2-1 199,3-2 0,2 0 8,2 2 1,1 1 2,-2 4 1,0 2 41,12-12-11,-13 17-67,-11 14 22,-6 7-11,-3 9-6,0 7 29,-1 13 387,-2 13-393,-2 12-23,-3 9-5,-1 4-308,1-3 291,0-6 22,2-11 23,1-11 6,0-11 55,1-11 7,0-10-85,-1-16 0,0-14 0,0-19 0,3 18 0,0-3-212,1-6 1,0-1 211,3-3 0,0-1 0,0 0 0,1 1-131,1 6 0,-1 1 131,3-17 0,-3 23 0,-2 17 0,-2 12 0,-3 13 710,-3 13-710,-5 19 0,-3 16-9,6-25 1,1 1 8,0 3 0,0 0 0,1 0 0,0 1 0,2-3 0,0 0 0,1-3 0,0-1 0,-2 21 0,3-15 0,0-15 0,2-12 0,1-14 0,0-15 300,0-19-300,1 2 0,1-3 0,1-21-392,2 11 1,1-1 391,-1 15 0,0 1 0,2-5 0,0 1 0,5-16 0,-5 24 0,-3 18 0,-5 19 0,-4 12 0,-5 17 0,-4 14 0,6-20 0,0 1 0,-1 5 0,1 1 0,-1 1 0,1 0 132,0 2 0,0-1-132,0-1 0,0-1 0,3-3 0,0-1 0,1 1 0,1-4 0,0 8 0,3-6 0,1-29 0,0-14 0,3-20 0,1-23 0,0 6 0,-1-2 0,-1 14 0,1-2-167,2-19 1,0-1 166,-2 20 0,1 2 0,-1-7 0,1 0 0,-2 9 0,0 3 0,0-12 0,-3 20 0,0 12 0,-1 8 0,-1 10 852,-3 11-852,-5 29 0,3-8 0,1-4 0,0 2 0,-1 18 0,2-20 0,1 2 0,1 2 0,0 0-903,0 19 903,2-10 0,1-25 0,0-16 0,0-6 0,0-27 0,3-14 0,0 5 0,0-2-404,4-23 404,-2 16 0,2-2 0,-1 8 0,2 0 432,1-7 0,0 0-432,1 6 0,-1 3 0,3-8 0,-4 18 0,-6 21 0,-3 11 0,-4 18 443,-3 10-443,-7 22 0,3-11 0,3-14 0,0 1-333,-6 24 333,7-22 0,1 1 0,2-3 0,2 0 0,4 0 0,3-2 0,8 11 0,6-11 0,5-24 0,0-22 0,16-30 0,-22 16 0,-1-3-313,4-13 0,-3 0 313,-5 11 0,-2 1 0,2-9 0,-1 2-359,7-18 359,-5 11 0,-4 18 0,-9 26 0,-4 7 0,-7 11 0,-12 17 0,-2 9 0,10-13 0,-1 1-95,-7 28 95,5-10 20,8-17 1,2 1-21,-6 18 0,7-13 0,0 0 0,-3 16 0,4-5 0,5-27 0,1-11 0,0-12 1021,1-23-1021,2-10 0,2-25-192,-2 26 0,0 1 192,2-26 0,-1 14 0,1 0 0,1-7 0,0-8 0,-4 33 0,-2 21 0,-2 1 0,-6 14 0,-10 18 0,-1 8 0,-4 20 0,8 3 735,6-7-1369,6-8 1,3 2-3520,2-12 0,1 1 3474,0 10 1,0-3 0,5 1-1,-4-19 1</inkml:trace>
  <inkml:trace contextRef="#ctx0" brushRef="#br0" timeOffset="89317">8736 3394 9190,'8'-1'7180,"-2"1"-5618,-6 0 3670,0 0-4733,-2-9-63,1 7-77,0-7-130,1 9-122,0 0 5,-1 3 89,0 6 40,-1 8-22,-2 8-23,-1 5-33,0 0-29,1-1-33,2-5 33,2-1-89,1-10 67,5 3 22,2-9 23,7 0-6,5-4-22,7-7 73,10-11-129,-10 1 83,5-16-4,-18 3-7,0-11 1,-8-1 67,-8-2-157,-3 16 16,-11 1-27,-1 17-34,-9 1 12,-2 9-6,-7 14-23,12 0 12,-5 19-1,14-4 1,-1 13-12,5 16-5,10-5-17,6-3-118,19-7-223,15-14-579,-10-14 0,3-2-3040,5-3 0,1-3 3988,-2-3 0,-2-2 0,10-1 0,-20-4 0</inkml:trace>
  <inkml:trace contextRef="#ctx0" brushRef="#br0" timeOffset="101782">6604 2522 15800,'31'-50'1534,"0"0"1,-3 7 0,-8 10-1351,-18 25 214,-1 15-34,-2 11 45,-9 24-233,-1-8 1,-3 2-756,-1-2 1,-2 2 643,-2 2 1,-4 4-1,-2 2-74,2-3 1,-3 1 0,-1 2 0,0 0-952,0 2 0,-1 1 0,-1 0 0,1 1-1007,1-4 1,0 2 0,0-1 0,1-1 0,2-4 1339,-2 5 0,2-3 1,2-4-1,-2 5 1,6-8-1,8-15 1</inkml:trace>
  <inkml:trace contextRef="#ctx0" brushRef="#br0" timeOffset="102965">7482 1790 17865,'2'-3'4717,"-1"0"-2824,-1 3-1641,-1-37-129,-7 30-17,-6-23-16,-13 43-40,-5 9-22,0 4-33,6 2 49,9 6-27,10-12 167,13 8-105,7-11-34,11 6 32,8-1 7,14 3 26,-15-8 14,10 5-7,-24-9-137,-1 2 212,-9-1 27,-13-3-66,-11 0-74,-13-1-64,-10 0-48,5-4-303,-19 5-1935,17-5 2280,-8 4 0,25-6 1,9-3-1</inkml:trace>
  <inkml:trace contextRef="#ctx0" brushRef="#br0" timeOffset="113999">7240 2833 8447,'25'-49'1288,"0"1"0,0 0 1,0 0-1,6-11 0,-1 2 1,-2 6-400,-4 9 0,-2 2-46,6-9 0,-3 3-54,4-8-1108,-10 18 0,-2 2 616,2 1 949,-4 7-1100,-8 17 431,-1 0-387,-8 19 90,-7 16-152,-2 1 1,-4 5-774,-10 15 1,-5 6 707,2-6 0,-4 3 1,0 0-410,2-5 0,0 0 1,-3 3 358,5-9 1,-3 2-1,0 2 1,-2 0-1,0 0-37,-3 4 1,0 1-1,-1 0 1,-1 0 0,2 1-507,-1-1 0,1 1 0,-1 0 1,1 0-1,0 0-294,-1 3 1,-1 2 0,1 0 0,2-2-1,4-4 622,-2 6 0,4-3 1,5-5-1,1-1 0,5-7 1,7-1-1</inkml:trace>
  <inkml:trace contextRef="#ctx0" brushRef="#br0" timeOffset="115958">9547 3357 7402,'2'-2'5574,"0"0"1662,-2 2-6401,6-8-119,-3 3-408,4-4 214,-5 6 2497,-2 2-2924,-4 6-5,-4 5 44,-13 16-50,1 1-50,-2 2 16,3-1-16,9-3-34,2-6 84,6 8 0,8-15 39,4 5-39,2-8 34,5-2 94,0-5-77,1-1 5,1-6-11,-6-5-101,-2-2 72,3-15-77,-4 2 33,5-14 28,-4 5 0,-4 3-28,-2 10 67,-8 0-61,-4 11-40,-8 0-33,-4 6 39,-3 4-28,5 3 5,-3 7 23,-1 14-16,-1 5-1,-2 12-11,7 0-28,5 2-28,6 1-34,4-9-302,17 13-168,6-18-801,20 9-4346,9-19 4859,-1-8 0,-17-7 0,-12-4 0</inkml:trace>
  <inkml:trace contextRef="#ctx0" brushRef="#br0" timeOffset="119265">10053 1608 16980,'-8'-8'5585,"1"2"-4627,7 6-12,0 0-649,-36 1 16,27 6-33,-27 4-150,36 1 206,3 6-118,1-7-27,4 3 61,2-8 28,2-3-51,2-6-61,5-6-33,2-10 5,2-8-23,-2-5 1,-5-1 16,-6 2-50,-5 7-11,-5 9-45,-6 7-28,-6 8 45,-8 9-51,-7 8 12,-5 12 11,0 7-40,2 8-211,4 3 228,6 2-11,8-3-16,11-5-225,14-6-649,18-8-1675,24-8 2045,-13-13 0,0-1 1,6 0-1,3-5 0</inkml:trace>
  <inkml:trace contextRef="#ctx0" brushRef="#br0" timeOffset="126891">5730 3368 8550,'-2'-5'4902,"1"2"1192,1 3-5792,3-19-117,-12 12-67,-4-15 5,-12 17-17,0 2-106,5 1-100,7 1-7,4 3 74,3 4 27,0 4 12,-2 7 33,-1 3 11,-5 3-5,-1-1 5,-1-1 18,0-4 44,4-4 22,2-4 90,5-5 123,3-1 1300,1-3-1272,8 0-16,9-1-74,22-3-170,-5 0 0,4-1-497,15-2 0,4-1 410,-8 1 0,2-1 0,1 0-749,8 0 1,1 0-1,1 0 730,-12 2 1,1-1 0,-1 1 0,1 0 2,0 1 1,-1 0 0,1 0 0,-1 1-479,14-1 1,0 1-1,-2 0 470,-5 1 0,-1 1 0,-1 0-260,-5 1 1,-2 0 0,-2 1 257,14-1 1,-4 1 137,-10 1 0,-3 0-134,21 1 1624,-18 2-1596,-13-1 1719,-8 0-1714,-3-2 1392,0-1-1375,3-2 274,4-3-1501,0-2 1171,-2-2 0,-12 3 0,-5 1 0</inkml:trace>
  <inkml:trace contextRef="#ctx0" brushRef="#br0" timeOffset="127891">4965 8197 5384,'-58'5'794,"1"1"0,-1 0 0,1 0 1,-1 0-1,1-1 0,-7 2 0,0-1 1,1 0-1,2 1 0,1-1-822,-2 0 1,2 0 0,2 0 0,1-1 308,5 1 1,2-1 0,1 0-1,1 1-12,-8 0 0,3 0 0,1 0 326,-13 3 1,6-1-476,23-4 1,8 0 1318,4 2-969,74-11-280,-1 1 1,11 1-380,-6-1 1,7 0 0,4 0 0,0 1 213,-13 0 1,0 0 0,1 1 0,2-1 0,1 1-110,3 0 0,2-1 0,2 1 1,0 0-1,-2-1 0,-3 1 88,-4 1 1,-3-1-1,-1 1 1,0-1-1,3 1-148,-1-1 1,3 1 0,1-1 0,-1 1 0,0-1 0,-2 0 150,1 0 1,-2 0 0,-1 0 0,0-1 0,3 1-188,-2-1 1,2 0 0,1 0 0,-1-1 0,1 0 0,-2 0 181,8 0 0,-2-2 1,1 1-1,-1-1 1,0-1-38,4 0 1,0-2-1,1 0 1,-3 0 0,-4 1 34,-6 0 0,-4 1 0,-1-1 0,2 0 26,6-1 1,2-2 0,-2 1 0,-9 1-13,-2 0 0,-7 0 1048,25-7-1079,-98 10 0,-10 9 0,-7 3 178,10-3 1,-2 1 0,-4 0-172,-3 2 0,-4 2 1,-3 0-1,1 0 0,0-1 0,0 1 1,-1 0-1,-4 1 8,10-2 0,-1 1 0,-3 0 0,0 0 1,-1 1-1,0-1-17,6 0 0,0-1 0,0 1 0,-1 0 0,0 1 0,-2-1 0,0 1 22,-3 1 1,-1 0-1,-3 1 1,1 0-1,-1 0 1,2-1 0,1 1-1,4-1-1,-2 0 1,3 0 0,2-1 0,0 1 0,-1-1 0,-2 2 2,-4 0 1,-4 1 0,-1 1-1,0 0 1,1 0 0,3-1-1,5-1-270,-9 3 0,5-2 0,1 1 0,-2-1 260,6 0 1,-2 0 0,-1 0-1,1 0 1,2 0 9,-5 1 1,1 0 0,1 0-1,1-1 35,2 0 1,1 1 0,2-1 0,3-1 163,3 0 0,3-2 1,2 1-135,-13 2 0,14-1 1554,31-8-1451,64-16-93,-6 1 0,11-2 1,2-2-52,-8 3 0,1 0 1,2-1-1,4 0-21,-7 1 1,4-1-1,2 0 1,0 1-1,-1-1 1,-2 1-41,-1 1 1,-2 0 0,0 1-1,0-1 1,4 0 36,-6 2 1,3 0 0,1-1-1,2 0 1,-1 1 0,-1 0-1,-1 1-243,1 0 0,-2 0 1,-1 1-1,1 1 0,1-1 1,2 0 237,3 0 0,3 0 0,1 0 0,1 0 0,-2 0 0,-3 1 0,-5 1 0,10-2 0,-6 1 0,-3 0 0,-1 2 0,8-1 0,0 1 0,0 0 0</inkml:trace>
  <inkml:trace contextRef="#ctx0" brushRef="#br0" timeOffset="148248">22780 4005 18287,'20'-42'1167,"-1"1"1,0-1 0,7-16 0,-7 8-585,-12 17 158,-8 6-584,0 17 87,-3 5-216,0 5 72,-3 8-10,-16 18 5,-9 12-50,-6 5-285,12-15 0,-2 1 268,3-2 0,-2 0 11,-13 15 1,-1 1-32,8-6 1,1-1-711,0 4 0,4-2 736,2 6-6,18 0 34,22-17 89,37 5-101,-19-22 1,4-4-835,14-1 1,2-4 816,-13-3 1,0-3 27,13-5 1,0-3-41,-9-3 1,-1-2 50,9-6 1,0-6 7,-15 2 1,-2-3-1,-2-1-27,6-12 0,-3-3 15,-11 11 0,-2-2 0,-3 2-35,-2 0 1,-4 1 52,-2-2 1,-4 3 59,-12-11-51,-24-11-72,-15 20 591,10 18 0,-2 5-603,-19 2-34,18 8 1,-1 3 14,6 5 0,-1 3-4,-18 9 1,0 5 2,7 2 1,2 3-556,-6 9 0,5 2 564,15-11 0,4 1-9,-1 9 1,3 0 481,9-6 0,2 1-493,-2 14 1,4 2 5,5-10 0,3-1-435,7 4 0,3-3 449,12 5 292,23-5-303,1-17 16,-14-11 1,3-3 13,8-6 1,2-6 2,-6-3 1,0-4 604,7-7 0,-4-4-622,-14 5 1,-3-3 8,4-9 0,-1-4 2,-4-6 1,-1-2-6,-1-1 1,-1-1 2,-1-6 0,-5 0-146,-8 15 0,-4 3 165,-6-13 1033,-21 8-1054,-32 13-32,24 15 0,-3 1-228,-10 1 0,-1 4 250,4 8 1,1 2-17,8-2 0,1 3 8,-7 6 1,0 5 10,3 5 1,1 3-12,0 1 1,3 2-9,-1 6 0,6 2-11,12-7 0,6-1 14,0 18 759,25 5-759,7-28 0,7-2 16,4 1 1,4-3-328,15 2 0,4-5 330,-1-6 0,2-6-8,3-4 0,-1-3 3,-13-1 0,-1-4 16,17-12 1,-4-7 8,-23 4 0,-3-5-393,15-12 1,-6-6 383,-15 1 1,-7-3-3,-4-5 0,-5 1-12,-4 9 1,-4-1 8,-15-14 0,-6 4-3,-8 3-17,-17 6 1,-7 7-54,17 23 0,-1 4-263,-15-4 0,0 4-921,-11 11 1243,24 5 0,4 2 0,10-1 0,-10 4 0</inkml:trace>
  <inkml:trace contextRef="#ctx0" brushRef="#br0" timeOffset="149332">7915 2846 13508,'21'-49'1463,"1"0"0,-1 0 0,-2 4 0,0 1 0,0 1-788,6-15 0,-1 2-975,-4 9 0,-1 3 596,-2 7 1,-1 2 106,12-18 329,-6 21-552,-8 15 307,-7 17-151,-7 18-56,-11 21-204,0-6 0,-3 4-752,-7 11 1,-4 4 679,4-10 0,-2 2 0,0 2-474,-4 5 0,-1 2 0,0 1 275,6-11 0,-1 0 1,0 1-1,0 0-1075,0 1 0,1 1 0,0-1 0,1-1 948,-4 8 0,2-2 1,2-4-1,-1 3 0,4-7 1,-1 5-1</inkml:trace>
  <inkml:trace contextRef="#ctx0" brushRef="#br0" timeOffset="150249">8766 1938 18386,'2'-6'5265,"-1"1"-4296,-1 5-269,16-68-150,-12 43-340,4-14 0,-4 3 249,-14 23-347,0 7 56,-12 2-34,0 9-44,-11 6-34,-3 8-28,-2 14-28,14-11 11,4 14-50,17-15 39,10 6 11,8-1-22,12-1 44,5-1-16,4-2-11,-4 0-6,-9-1-17,-10-1 28,-17 2 17,-11-2-17,-6-2 51,-15-1-68,0-3-229,-9 2-9596,-3-5 9218,20-4 0,6-6 0,20-1 0</inkml:trace>
  <inkml:trace contextRef="#ctx0" brushRef="#br0" timeOffset="163473">22544 5034 20431,'9'-44'1103,"1"-1"0,-1 6 1,-3 7-684,-8 20-218,0 5-124,-2 5 40,-5 8 38,-7 6 35,-12 14 55,-14 11-373,15-14 1,0 1 266,-5 3 0,0 1-23,0 1 1,1-1-34,2 1 0,2-1-14,6-2 0,4 0 104,-4 21 22,22-7-23,18-6-27,19-8-17,15-7-79,-22-13 0,1-2-184,4-1 1,0-3 194,0-3 1,-1-4-3,-1-3 0,-2-3-3,-2-5 0,-4-5-12,-3-3 1,-3-4-20,-4-2 1,-3-2 2,-4 0 0,-3 0 413,-9-28-419,-17 12-5,-18 11-50,-17 13-43,25 18 0,-1 1-685,-29 0-2538,12 6 3299,16 4 0,16-2 0,10 2 0</inkml:trace>
  <inkml:trace contextRef="#ctx0" brushRef="#br0" timeOffset="164316">8768 2675 12225,'29'-49'1027,"-1"1"0,1 0 1,-4 4-1,0 1 0,-1 1-499,-1 3 1,-1 2 0,-1 1 84,2-5 0,-2 5 356,7-13-275,-13 23-346,-9 15-113,-12 16 202,-33 40-314,-1 0-903,9-10 1,-6 7-1,-1 0 808,-1 1 0,0 0 0,-3 4-576,10-10 0,-2 1 0,0 1 0,-1 2 0,1-1-64,-3 3 0,0 2 1,0-1-1,1 0 1,1 0 440,-4 5 0,0 1 1,3-3-1,2-2 1,1-3-1,3-2 1,4-4-1,4-5 0,1 0 1</inkml:trace>
  <inkml:trace contextRef="#ctx0" brushRef="#br0" timeOffset="165857">22796 4636 3440,'-47'38'0,"0"1"0,0 0 0,10-8 0,-1 0 0,0 0 0</inkml:trace>
  <inkml:trace contextRef="#ctx0" brushRef="#br0" timeOffset="166656">22700 5157 15093,'41'-41'1482,"0"-1"0,0 0 0,-3 3 0,-1 1 0,-5 4-891,-7 4 0,-3 2 445,11-13-627,-14 17 174,-13 12-410,-15 15 29,-12 12 72,-16 19-140,10-7 1,-1 2-628,3-2 0,-1 1 610,-12 13 1,-5 4-47,7-10 0,-3 1 0,0 1-34,-1-1 0,-2 1 1,-1 0-439,5-5 0,-1 1 0,-1-2 0,2-1 421,-3 0 1,0-2-1,3-1-9,-6 3 1,2-2-12,-4 4 0,5-3-84,3 2-320,-3 6-973,35-21 1377,23-12 0,-9-3 0,10-4 0</inkml:trace>
  <inkml:trace contextRef="#ctx0" brushRef="#br0" timeOffset="167266">23559 5443 20397,'14'-40'1209,"0"-1"1,0 1 0,5-16 0,-2 1-804,-5 10 1,-2 2-371,-1 5 0,-2 3 345,2-19 23,-4 19-275,-3 18-18,-2 13-83,0 17 22,-4 15 1,-5 21-29,2-19 0,-3 2-199,0 6 0,-2 0 188,-1 0 0,0 1 6,0-1 0,0 0-57,1-5 1,1-2 83,-6 20 12,6-15 73,3-14 123,5-11-17,1-14 516,4-14-690,1-17-21,7-20-317,-4 20 1,2-2 276,2-5 0,1-1 0,1 0 0,1 1-82,0 3 0,-1 3 82,9-16 0,-9 21 0,-7 19 0,-7 19 0,-5 14 0,-8 20-281,-7 17-501,8-22 1,-3 0 781,-4 8 0,1-3 0,-4 8 0,0-6 0</inkml:trace>
  <inkml:trace contextRef="#ctx0" brushRef="#br0" timeOffset="171606">9417 1964 12668,'5'-4'6755,"0"1"-4616,-5 3-610,0 0-1310,-8-14-71,-5 10-60,-7-9-36,-2 18 37,6 1-1,0 4-5,7-1 21,-1 2 4,4 4-42,1 0-51,2-1 35,2 2 84,2-3 84,8 10-235,0-7 44,25 11 205,-13-15 107,24 9 24,-16-11-56,1 2-144,-14-4-46,-15-2 80,-18 0 69,-6-2-254,-27 6-70,16-3 1,-2 0-91,1 0 0,-1 0-206,-3 2 0,2-1-2971,-6 4 3358,18-2 1,14-5 0,8-3 0</inkml:trace>
  <inkml:trace contextRef="#ctx0" brushRef="#br0" timeOffset="172282">9428 2042 9409,'-5'0'6221,"0"0"339,5 0-5703,13-21 121,-7 15 284,10-17-483,-11 20 335,0-1 322,0 0-196,0-2-186,0 2 81,-1 0-413,-1 0-722,0 1 0,-1 0 0,-2 1-193,1 1-1616,3 0 1851,8 1 1,-5 0 0,3 0 0</inkml:trace>
  <inkml:trace contextRef="#ctx0" brushRef="#br0" timeOffset="178057">9374 2656 10343,'30'-44'1640,"0"0"0,0-1 0,3-1 0,-1 1 0,-3 4-534,-4 5 0,-1 4-280,1-2 1,-2 2 545,2-12-1131,-16 24-247,-15 14 12,-4 12 39,-17 18-6,-7 20-20,-1 4 1,-4 6-723,13-17 1,-1 2-1,0 2 645,0-2 1,-1 3 0,1 0 0,1-3-78,-1 2 1,2-1-1,0 0-980,-6 10 1,-1 2 0,4-4 1114,1 2 0,2-5 0,2-3 0,2-5 0,1 5 0</inkml:trace>
  <inkml:trace contextRef="#ctx0" brushRef="#br0" timeOffset="179366">22368 6621 23439,'24'-45'905,"-1"1"1,1 1-1,-10 8-378,-16 21-158,1 0-150,-2 6-135,2 5-51,0 3 6,-2 6 6,-5 7 28,-7 14 5,-7 11-16,-6 11-139,12-22 0,0 1 91,0 2 0,2 1 2,0-1 1,2 1 39,-2 30-28,9-3 28,15-4-22,11-4-29,14-6 35,11-10-7,5-11 23,-1-11 39,-6-11 40,-3-21-79,-17 1 0,4-27-51,-13 1 35,3-14-1,-7-3-23,-8 28 1,-2 1 11,-4-10-5,-15-9-1,-7 25 2,-13-1-24,-18 3 0,8 11 216,1 5-216,9 11-13,9 10 13,-12 13 6,14 1 1,1 4-11,2-1 1,1 1-3,0 1 1,1 1-26,4 1 0,3-1-294,1 20-1215,13 10 751,32-11 0,-13-23 0,13-12 0</inkml:trace>
  <inkml:trace contextRef="#ctx0" brushRef="#br0" timeOffset="189357">9966 2718 17003,'26'-43'848,"-1"1"1,1-1 0,-1 0-1,6-8 1,-2 1 0,-2 6-429,-5 8 0,-2 5 151,8-14 150,-13 20-687,-9 14 195,-5 17-27,-9 17-73,-10 23-76,-4 3 0,-5 5-1015,8-15 1,-1 0 0,-1 2 961,0 1 0,-1 1 0,-1 1-60,-4 7 0,-2 2 1,2-1-866,4-6 1,0-2-1,0 3 925,1-2 0,-1 3 0,1-1 0,2-5 0,-6 10 0,4-5 0,4-5 0,0-1 0</inkml:trace>
  <inkml:trace contextRef="#ctx0" brushRef="#br0" timeOffset="190716">23498 5119 23024,'44'-20'651,"0"0"1,-7 2 0,-7 5 121,-12 8-392,-13 3-124,1 0-111,-6 2 896,0 0-1009,-2-1-22,1 1 6,-1-1 0,-1 2-11,-1 3-12,-4 4 23,-1 4-23,-5 6 1,-5 5 16,-4 5 6,-3 5-1,-2 4-4,3 4-1,4-1 6,5 0-12,5-2 1,6-4 33,5-3-28,6-3-11,5-5 28,5-3 6,3-5 22,6-6-11,5-5-1,7-8 1,4-4 6,3-8 10,1-6 18,-1-7 16,-2-4 39,-6-2-5,-9-2-66,-11 0-63,-9-2 0,-10 1 0,-7-1 0,-7 2 0,-6 2 0,-1 2 0,-5 4 0,0 4-517,-4 6-2390,-2 6 2907,4 5 0,12 5 0,7 3 0</inkml:trace>
  <inkml:trace contextRef="#ctx0" brushRef="#br0" timeOffset="193566">23403 5378 19792,'-47'-5'1016,"-1"1"1,1-1 0,-17-1 0,10 0-681,18 1 134,16-5-156,48-10-214,26-7-1117,-4 8 0,7 2 1022,-13 5 1,1 1-1,0 1-5,13-2 0,1 1-6,-9 3 1,2 0 0,-2 1-18,8-1 1,-1 1-10,-8 2 0,2-1 1,-3 1 3,2 0 0,-3 1 14,-8 0 0,-6 2 496,-11 1-466,-25 1 7,-35 5 16,-16 0-355,11 0 0,-2 1 352,-2 0 1,-1 0 2,-3 1 1,1-1-21,11-1 1,-1 1 24,-9 2 1,4-1-51,0 3 40,-4 2 1514,41-7-1459,26-3-55,6-3 5,32-4-22,6-3-84,-11 0 0,3-1 67,-7 2 0,-1 0 11,5-2 0,-3 1 0,6-1 113,-14 1 61,-29 5-134,-13 0 10,-22 2 23,-20 3-50,3 0-6,5 1 0,0 2-11,-9 3-141,-12 4-548,31-2-1663,23 0 2335,34 0 0,-15-4 0,16-1 0</inkml:trace>
  <inkml:trace contextRef="#ctx0" brushRef="#br0" timeOffset="194173">25017 5161 22184,'-2'-3'3658,"0"1"-2163,2 2-1366,-19-17 22,5 34-11,-21-1-90,19 11 1,2 6-240,-3 0 0,-1 0 219,-1 1 1,1-2-23,2-1 1,0-1-9,-6 21 6,10-9-17,7-12 72,6-13 57,5-10-17,8-17 400,11-13-423,9-16-45,-15 12 1,0-2-249,1-4 0,-2-3 215,0-4 0,-1-2 16,-2-1 1,-2 0 19,-2 3 1,-1 0-11,-4 7 0,-1 2-26,-1-14 0,-9 18 0,-3 15 0,-8 11 0,-3 14 0,-6 13 0,-2 18 0,2 12 16,15-24 0,1 1-16,1 0 0,2 1 0,-1 27 0,5-17 0,1-1 0,2-25 0,-1 2 0,1-18 0,-5-28 0,-1-3 0,-4-22 0,0 10 432,0 7-432,2 12 0,2 13 0,0 9-1676,0 11 1676,1 11 0,1-8 0,1 1 0</inkml:trace>
  <inkml:trace contextRef="#ctx0" brushRef="#br0" timeOffset="198349">10920 1696 25494,'-14'-37'145,"0"1"1,-2 3 0,-1 12-67,-8 30-29,-7 10-5,-5 16-17,10-3-23,3 0 18,15-4 10,7-6 7,10 5 4,11 0-4,25 3-18,2-5-11,1-2-5,-4-3-12,-20-7 135,-2 2 17,-18-3-34,-21-1-84,-5-4 5,-24 3-44,1-3-112,11-1 0,1-1-269,-11 2-2924,-7 4 3316,33-5 0,4 0 0,8-3 0</inkml:trace>
  <inkml:trace contextRef="#ctx0" brushRef="#br0" timeOffset="199089">10681 3482 18403,'-8'1'5450,"2"-1"-4672,6 0-206,0 0-68,-6 9-173,5 4-68,-5 13-151,3-5 45,0 8-73,0-7 22,2 6-39,5-8 23,4-3 61,7-10-67,-3-4 78,5-5 18,-3-5 16,2-8 67,-2-19-129,-7 1-67,-2-1 34,-8 6 17,-4 12-85,-4 4-21,-5 6-7,-3 15 1,3 2-17,-8 18 5,-2 15-89,3 5-230,4 10-829,27-15-481,10-13 1635,12-13 0,2-3 0,-7-5 0,18 4 0</inkml:trace>
  <inkml:trace contextRef="#ctx0" brushRef="#br0" timeOffset="204782">10145 8657 27544,'-19'-33'252,"1"-1"0,-2-22-118,55 50-61,7 2-11,8 3 22,7 9-610,2 9 514,-30-3 1,-1 4 14,-2 4 0,-2 3-9,-4 6 1,-4 3-4,-3 6 1,-4 2 2,-4 6 1,-2 1-526,-4 4 1,-2 2 516,1 1 0,-1 0-93,-1 0 1,3 0-185,3 0 0,5-2-734,2 1 1,3-3-391,5-2 1,3-2-3502,-1-7 1,1-4 3466,8 12 1,-13-26 0,-11-18 0</inkml:trace>
  <inkml:trace contextRef="#ctx0" brushRef="#br0" timeOffset="204956">10277 9264 21467,'-51'-17'1222,"-1"-1"1,8 2 0,6 0-953,12-4-259,32-2-129,33-2-1183,-2 9 0,7 2 707,10-2 1,5 1-1553,-13 3 1,2 1 0,0 0 2145,-4 1 0,-1 1 0,-2 1 0,3-2 0,-5 2 0,7-1 0</inkml:trace>
  <inkml:trace contextRef="#ctx0" brushRef="#br0" timeOffset="205199">11210 8963 27298,'54'-32'0,"0"0"0,-1 2 0,1 7-166,-5 15 1,1 4-1353,1-1 0,0-1-171,3 1 1,-1 0 1077,-7 0 1,-3 1-1,12-2 1,-25 3-1</inkml:trace>
  <inkml:trace contextRef="#ctx0" brushRef="#br0" timeOffset="205582">12444 8433 23187,'-1'-5'3293,"0"1"-2778,8-56-168,7 34-224,-1-11 1,3 3 33,25 18-23,9 5-16,8 12-85,-27 5 1,0 3-300,1 4 1,-2 5 276,-1 5 1,-2 4-24,-2 5 1,-2 3-330,-3 5 0,-3 2 296,-4 5 1,-3 1-63,-2 1 1,-4 2-132,-5-1 0,-4 0-258,-1-1 1,-2-1-880,-3-5 0,-2-1 1375,-2-2 0,1-4 0,-2 4 0,3-11 0</inkml:trace>
  <inkml:trace contextRef="#ctx0" brushRef="#br0" timeOffset="205750">12520 8809 24995,'47'-23'-306,"0"-1"0,1 1 0,-6 2 0,-1 1 0,-5 6 0,13 8 0,-20 4 0</inkml:trace>
  <inkml:trace contextRef="#ctx0" brushRef="#br0" timeOffset="206190">13872 8645 23030,'3'-51'906,"-1"0"0,1 0 0,-1 5 1,-1 1-1,0 5-668,-1 5 0,-1 5-93,-1-8-10,-2 30-85,0 15-39,0 12-11,1 19-33,4 18-29,2-22 1,2 2-482,2 6 1,2 0-96,2 4 0,1 0-2426,1 3 0,1-1 3064,-1-6 0,-1-3 0,4 12 0,-9-25 0</inkml:trace>
  <inkml:trace contextRef="#ctx0" brushRef="#br0" timeOffset="206349">13728 8944 22475,'-7'-6'3551,"2"0"-3100,-17-21 0,0-7-3,10 0-370,-9-9 1,10-1-88,31 15 1,10 5-59,18-12-1418,5 12 0,6 3 995,-9 9 0,3 3-283,-9 1 0,3 0 0,0 2 773,4 0 0,1 1 0,-5 1 0,-4 0 0,-4 1 0,-5 1 0,1 0 0</inkml:trace>
  <inkml:trace contextRef="#ctx0" brushRef="#br0" timeOffset="206532">14774 8258 23002,'0'-6'3747,"0"1"-1877,0 5-1818,-16-23-52,12 46 0,-7 18-71,13-2 1,5 6-1624,1 11 0,0-2 1111,0-16 1,0-2 582,3 16 0,0-6 0,-4-12 0,4 15 0</inkml:trace>
  <inkml:trace contextRef="#ctx0" brushRef="#br0" timeOffset="207082">15364 8317 25934,'42'-24'-7,"0"0"0,-1 0 0,11-9 0,-4 9-35,-13 23 0,-2 7-73,-1 1 0,-1 2-53,24 15 45,-12 9 465,-43 3-309,-26 3-5,-8-9 56,-6-8 0,-4-3 8,13-6 1,-1-1-114,-13 5 1,1-1 126,-13 6-44,22-4 127,20-6-177,22-4 193,17-5-183,15-7-16,13-4 5,5-8-16,-11 1 5,-15 0 0,-3-2 33,1-15 18,4-20 94,-24 0 230,-14-3 109,-3 14-109,-9-3 163,1 8-492,2 5-46,2 2 0,9 15 0,4 5 0,6 4 0,7 14 0,10 11 0,6 21 0,-13-14 0,0 3-139,0 5 0,0 1 139,-1 3 0,-1 1-409,-4 0 0,-3 0-249,-1-1 0,-5-1-2255,-4-4 1,-4-1 2912,-7 16 0,0-23 0,5-13 0</inkml:trace>
  <inkml:trace contextRef="#ctx0" brushRef="#br0" timeOffset="207306">16389 8162 28671,'21'31'0,"1"1"0,-1 0 0,-5 1 0,-9 1 0,-4 0-505,1 4 1,0 1 504,1 7 0,0-2 0,-1 7 0,3-4 0</inkml:trace>
  <inkml:trace contextRef="#ctx0" brushRef="#br0" timeOffset="207590">16302 9190 22569,'-61'-6'1159,"0"1"1,10 0 0,11 0-634,26 1 86,36 0-388,32-1-174,-13 2 1,5-1-955,9 0 1,3 0 839,-15 2 1,0 0-1,2 1-127,1-1 1,2 1 0,-1 1-268,0 1 1,1 2 0,-2 0-741,-2 0 0,-1 1 0,-2 1 1198,14 5 0,-6 1 0,6 1 0,-24-1 0</inkml:trace>
  <inkml:trace contextRef="#ctx0" brushRef="#br0" timeOffset="207816">16204 9305 23271,'-59'9'1267,"-1"-1"1,13-1 0,7 0-552,10 2-156,44-4-239,37-5-321,-7-2 0,5-2-628,-7 1 0,1 0 0,2-1 628,5 0 0,2-1 0,0 1-438,2-1 0,0 1 0,1 0 438,-3 1 0,1-1 0,-2 1 0,-4 0 0,-1 0 0,-2 0-104,14-1 0,-5 0 104,-13 0 0,-5-1 0,9-5 0,-27-1 183,-18-3-4708,-13-1 4525,-4 2 0,3 4 0,5 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B38FB-83A6-D592-999A-C00E5937B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60235-31AD-53F7-077D-571AC1FBA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A1777-0B61-1A67-FE12-80AC33F5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3D2-E3D8-E548-9CE5-C3B8EE3BF3E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5CDA2-0196-64B1-5A0B-3704E4E0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2606F-452C-9AB3-4421-9AD98C22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D89B-4619-5246-8BF2-63D8C0551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75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9B5C-00A1-4353-9C47-EBB1CCDC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75EA6-F3C4-148D-B2A3-ED9ACD5CA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F6193-AFC7-5E41-55EE-E46E2FA8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3D2-E3D8-E548-9CE5-C3B8EE3BF3E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20158-EE70-2682-3948-637D7073D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0D2E2-79B0-890C-E750-90D6E13C7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D89B-4619-5246-8BF2-63D8C0551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20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9A5A-5EE0-705F-0CDF-6B236F62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6371-E3F1-AA49-53BB-0484CE6CF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389F7-9ECB-DDF9-AA63-0516DBB4E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3D2-E3D8-E548-9CE5-C3B8EE3BF3E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C3DC4-BD51-E062-F15D-AEEA7BE0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3E54D-FBB5-2C68-8F6D-DA5CDE41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D89B-4619-5246-8BF2-63D8C0551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8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0965-052D-E84A-81A8-ADB115EFB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9436F-8686-AF50-E040-F0CDAAD31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F1C9F-5D6B-809E-4C21-922CF080D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E34E2-EE06-A239-FE4D-0EC3EEB8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3D2-E3D8-E548-9CE5-C3B8EE3BF3E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671C7-B7AA-5B44-3D2B-86D5F248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35FCD-346A-8496-6DCD-E5C3B436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D89B-4619-5246-8BF2-63D8C0551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47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9C5A-30AE-2E3D-569B-3D395575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A5C8E-8D5B-08E9-745C-E34194297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E9463-D42C-CCDF-E958-7EC2BAFF7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B6A1C3-F1B6-246A-5B84-EE568730E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C6756-0820-618A-0B39-3E18138B6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550F36-3AA3-293B-0D97-33F5C133A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3D2-E3D8-E548-9CE5-C3B8EE3BF3E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C828E8-749C-32A9-5001-BEE461E29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79FDCF-DC32-0792-F9F6-C1D76DE1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D89B-4619-5246-8BF2-63D8C0551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6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31D0-A519-B315-5DD9-CDECD906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D8C62-F718-7036-2E03-26018ED9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3D2-E3D8-E548-9CE5-C3B8EE3BF3E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EA0EA-DD89-0947-4EAB-338326CC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CEFF44-6854-1A84-D375-8D136CC0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D89B-4619-5246-8BF2-63D8C0551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94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025D50-32F5-2390-F73C-1FCE3775C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3D2-E3D8-E548-9CE5-C3B8EE3BF3E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90288-B72A-5398-D5B9-7B48701F0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40BCE-3E98-23B9-4B55-AA32E665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D89B-4619-5246-8BF2-63D8C0551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1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CBB-C7BB-892D-04CA-135DCEDA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7AE80-6F68-B476-6E3C-E3F56BADE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08E957-2567-70B1-429E-559004417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6DE1F-4DAC-2341-359A-466698DA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3D2-E3D8-E548-9CE5-C3B8EE3BF3E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8B202-FFB7-5A92-C01D-A5320E954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06B7C-BC7E-9222-BF84-F10C4F582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D89B-4619-5246-8BF2-63D8C0551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2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4039-2CD2-56C8-463A-12AE9455F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D8A822-CB60-D382-EEC4-7F4F4D4B3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DB754-FE7B-979B-6C60-AD625E5D4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872BB-BBA8-6610-376F-8826C274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3D2-E3D8-E548-9CE5-C3B8EE3BF3E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8D3AA-8205-5AA0-1F04-48D41D402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6F5C5-AC1C-2C7D-D1B1-974FE0B7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D89B-4619-5246-8BF2-63D8C0551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5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037FE-C72A-4299-ABB8-C8C2F8927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09FA9-03B5-D95D-1091-F8A7A1585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0A065-5DEF-3DF4-1765-A2713902D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3D2-E3D8-E548-9CE5-C3B8EE3BF3E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BE57A-19E1-393C-CBF0-115E04A3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DF43D-EA18-3E59-B9C2-35CED8EC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D89B-4619-5246-8BF2-63D8C0551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13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AB958A-9CB8-FC40-F2E3-498DD775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BBFBF-6B87-3B24-4CFC-2F9113C65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6012A-B71E-C542-81DA-74786BFEA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3D2-E3D8-E548-9CE5-C3B8EE3BF3E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B545F-5051-FE75-1F01-A3089A494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D422C-1D00-394F-9074-09855A2D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D89B-4619-5246-8BF2-63D8C0551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1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35E5E2-0200-86FE-451A-F8B65221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A1B46-5590-0D02-909E-F2CD8AAA7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73F2A-5014-B400-63D9-47726D6E8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003D2-E3D8-E548-9CE5-C3B8EE3BF3E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27952-34B0-3B8F-FB51-C21E29B07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90364-7947-598C-C6FF-0E73BC25D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4D89B-4619-5246-8BF2-63D8C0551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26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997EC-3010-BF6F-FEE2-807A0AC61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B749C1-CEB4-4F99-D36B-C95790FC3CE8}"/>
                  </a:ext>
                </a:extLst>
              </p14:cNvPr>
              <p14:cNvContentPartPr/>
              <p14:nvPr/>
            </p14:nvContentPartPr>
            <p14:xfrm>
              <a:off x="33840" y="237240"/>
              <a:ext cx="9553320" cy="4726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B749C1-CEB4-4F99-D36B-C95790FC3C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80" y="227880"/>
                <a:ext cx="9572040" cy="47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1533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F620E-FDD5-91C9-A7C9-781346429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0DFDF9-C464-3697-3BAC-AD2E42AA6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0397F4-E817-425A-9E3D-878B0CE3E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8E6EFB-BCB8-77B8-7C8A-62CCC9911634}"/>
                  </a:ext>
                </a:extLst>
              </p14:cNvPr>
              <p14:cNvContentPartPr/>
              <p14:nvPr/>
            </p14:nvContentPartPr>
            <p14:xfrm>
              <a:off x="1013760" y="531360"/>
              <a:ext cx="7996320" cy="3875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8E6EFB-BCB8-77B8-7C8A-62CCC99116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4400" y="522000"/>
                <a:ext cx="8015040" cy="389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688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2026-03-11T09:35:04Z</dcterms:created>
  <dcterms:modified xsi:type="dcterms:W3CDTF">2026-03-11T10:06:56Z</dcterms:modified>
</cp:coreProperties>
</file>