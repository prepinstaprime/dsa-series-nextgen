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9:40:19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7367 7231 23909,'36'-1'100,"0"-1"1,3 0 0,3 0-81,6-2 0,1 0-1026,4 0 1,1-2 1013,1 0 1,0-1 5,-3 0 0,-1-1 11,-5 1 1,-4 0 16,-8 1 0,-4 0 606,9-7-458,-21 1-78,-19-3-28,-18-3 0,-19-4 51,-18-6 198,23 13 0,-1 0-154,0 0 0,1 0 253,-21-12 445,16 7-630,17 9-135,12 4-68,8 4-32,11 2-12,12 0 5,18 5-10,15 4 38,-23-1 1,2 3-14,1 2 0,-1 3-23,0 3 0,-2 3-8,-2 2 0,-4 3-6,-5 2 0,-3 1-143,-6 1 0,-4 2-159,-7 1 0,-4 0-1079,-4 0 1,-2 0 1397,-5 3 0,0-2 0,-2 3 0,2-7 0</inkml:trace>
  <inkml:trace contextRef="#ctx0" brushRef="#br0" timeOffset="467">9294 7079 20453,'56'-29'115,"0"0"1,-3 2 0,-1 5-197,-17 14 0,-1 3-576,0-1 1,1 1-742,-3 1 1,-1 0 422,24-1 1,-26 2 0,-10 2 0</inkml:trace>
  <inkml:trace contextRef="#ctx0" brushRef="#br0" timeOffset="1757">9629 6876 11704,'-4'0'7316,"1"0"-3642,3 0-3473,-25 27-111,19 7-71,-7-2 1,1 4-223,11-1 0,2 2 96,-2 16 1,-1 1 44,0-17 1,0 1-65,-4 17 0,-1-1-174,0-20 0,-2-2 266,0 5 1,-1-1 218,-11 19 134,8-27-173,5-15 94,7-24 380,8-10-233,6-12-23,13-13-280,2 5-56,8-2 503,-9 17-531,10 0-11,0 8-17,12-2-9,-18 10 1,1 0 3,19-5 16,-4 0 11,-13 3 23,-15 2 95,2-5 17,-10 3 78,-3-4-22,-5 5 285,-2-4 1,0 5-146,-1-2-179,1 6-135,1 9 11,-1 3 1,4 15-6,1 7-17,3 23 5,1-3 12,1 8-6,-2-16-11,-2-12 11,1-4 157,-1-16 6,0-7-84,3-15-23,2-14-34,-1 0 51,5-12 45,1 0-95,2 0-23,4 2 6,0 19-12,-4 10-16,6 7 11,4 16 6,0 6-6,4 15 0,-8 3-6,-2 2 6,-5-10-11,10 7 11,-9-21 22,9 2 6,-5-22-5,4-12-18,-4-4 51,17-27-16,-14 8-12,-7 11 0,-2-1 61,2-18-5,-9 2-39,-5 13 78,-7-2 56,-4 12 68,-4-8-130,0 10-33,-1 3-33,7 12-23,1 1-45,1 4 28,0 3-16,-2 4 21,1 4 12,-2 2-16,2-3-7,-3 2-16,3-6 33,-1 1-16,3-4 0,0-2 162,1 0-202,4 3 34,2 3 11,4 3 0,11 14 1,0 0-24,14 14 12,-1 1-22,1 0-6,-7 2-28,-10 0-106,-12 1-118,-14 0-219,-8-2-587,-8-7-1564,-1-10-7181,2-11 8146,9-6 0,6-6 0,6 0 0</inkml:trace>
  <inkml:trace contextRef="#ctx0" brushRef="#br0" timeOffset="2624">11015 7210 26340,'7'4'526,"4"-2"-414,9-3-39,7-5 0,3-5 22,-1-6 12,-3-3-12,-8-2 0,-7-1-22,-5-1-6,-9 3 0,-4 4-28,-7 6-16,-5 6 10,-4 8 1,-4 8-23,0 9-11,7-1 6,-1 20-17,13-8-1,1 17 7,16-4-6,14-1 11,18-2-131,-15-22 1,2-2 130,3-2 0,1-3 3,1-1 0,-1-3 13,29 1 7,-10-9 10,-15-9 7,-13-7 10,-10-6 0,-7-5-16,-1-3 243,-1-2-249,3-1 6,2 2-17,3 4-23,2 5 6,0 7-11,1 6 5,1 6 12,1 10-12,2 8 18,1 12-1,0 11-17,-3 8-5,0 2 0,1-1-12,2-7-5,4-10 34,2-9 39,3-11-23,2-14 6,4-12 11,1-15-5,0-15-12,-20 17 1,-1-2-372,-1-6 1,-3-3 370,0-4 1,-2-1-15,-1-3 1,-1-1 19,-2 1 0,-1 2 14,-2 3 0,-2 2-67,-3 6 0,-2 2 48,-7-19-23,-4 14 0,4 15 0,3 10 0,5 8 725,0 10-725,2 15 0,-2 19 0,1 23-438,2-21 1,2 2 437,2 5 0,3 3 0,2 2 0,2 2 0,4 0 0,2-1 0,1-2 0,1-2-200,-2-5 1,-1-3-255,-3-5 0,-3-4-1226,2 17-2571,-10-19 4251,-4-15 0,0-10 0,0-5 0</inkml:trace>
  <inkml:trace contextRef="#ctx0" brushRef="#br0" timeOffset="3000">11907 7267 26054,'-9'-56'-16,"20"11"-24,51 42 34,-28 2 1,0-1 8,0 0 0,-1 0-14,27-5 27,-10-3 24,-11-4 4,-11-5 46,-10-3 123,-7-2 229,-6-1 79,-3 1-73,-2 2-45,0 3-123,-2 6-134,1 6-113,-1 5-33,1 8 13,0 11-26,0 15-9,4 12-23,2 7-11,6 2-101,7 0-363,4-5-752,2-5-2127,3-12 3399,-1-12 0,-11-10 0,-2-7 0</inkml:trace>
  <inkml:trace contextRef="#ctx0" brushRef="#br0" timeOffset="3174">12610 6816 24167,'-30'-20'-6498,"13"12"6498,44 49 0,-12-18 0,1-2 0</inkml:trace>
  <inkml:trace contextRef="#ctx0" brushRef="#br0" timeOffset="3541">12908 7022 26592,'-36'-18'297,"0"18"-280,2 49-12,10 6-5,15 0-525,22 0 525,18-5 3,-9-28 0,4-2 8,3-3 0,1-4 23,31 4 44,-3-12 165,-8-17-120,-13-12 98,-11-15-115,-12-10-47,-11 12 0,-3 0-20,-3-15-3,-2 13 1,-2 1 47,-9-7-6,-6-4-22,-3 15 234,0 14-301,0 12 18,2 14-91,-3 11-247,3 16-783,6 11-1967,8 7 3081,20 4 0,-6-25 0,9-5 0</inkml:trace>
  <inkml:trace contextRef="#ctx0" brushRef="#br0" timeOffset="3917">13508 7110 23355,'0'-5'3842,"0"1"-3114,0 4-745,-7-57 11,6 53 1,-7-23 5,9 56 0,2 28-28,2-11-252,6 14 308,4-4-12,3-4 1,-6-23 62,0-9 21,-7-21-27,4-13-22,4-14-18,-1-2 1,0-1-29,6-14 12,-4 9 0,1 1 33,6-8-10,6-6-18,5 8-44,-6 18 302,5 8-291,-10 17-17,7 12-12,-3 12-83,8 16-555,-13-10 1,-1 3-2174,-3-2 0,-1 0 2196,0 2 1,-2-1-1,-1 1 1,-6-16-1</inkml:trace>
  <inkml:trace contextRef="#ctx0" brushRef="#br0" timeOffset="4440">15166 6972 18476,'0'-4'5803,"0"0"-4991,0 4-521,-49-64 197,22 41-287,-9-14 1,-2 4-113,4 25-44,-2 11-34,12 10 6,6 11-17,7-1-11,3 17 0,10 16-12,7 4-240,0-23 0,3-1 265,5-5 1,2-3-8,15 15 2,-6-15 0,0-3 14,3 2 17,5 6 56,-27-18 23,-20-8-63,-2-4 1,-25-3-22,-17-11-74,-3-3 65,24 3 1,1-2-900,-8-11-325,15 5 1210,13-1 0,10 14 0,2-2 0</inkml:trace>
  <inkml:trace contextRef="#ctx0" brushRef="#br0" timeOffset="4834">15617 7026 20806,'0'-5'4677,"0"2"-3165,0 3-1484,-48-23 11,25 35-22,-39-11-17,39 42 0,9 3 0,9-2 0,20-2-5,13-6 10,16-7 40,7-13 50,-2-11 23,-6-17 22,-10-9 22,-10-11 23,-10-4-34,-14-3-50,-13 0-28,-12 1-12,-7 6-49,1 6-24,6 11-44,7 8-100,7 8-315,3 9-1046,4 9-3978,8 6 5495,6 0 0,-1-9 0,0-8 0</inkml:trace>
  <inkml:trace contextRef="#ctx0" brushRef="#br0" timeOffset="5167">15917 6974 24469,'-3'-5'2756,"1"0"-2403,2 5-359,27-18 12,6 36-29,26-5 12,-29 13 0,-4 5-230,-1-2 1,-1 0 229,-5-2 0,-2 0 11,5 15 22,-19-12 62,-16-14-28,-11-14-11,-7-13 11,-1-11 436,4-9-470,5-8-33,7-1-51,8-1-178,12 5-488,12 9-835,17 9-1316,15 10-2873,12 10 4904,-1 4 0,-21 0 0,-16-1 0</inkml:trace>
  <inkml:trace contextRef="#ctx0" brushRef="#br0" timeOffset="5483">16595 7225 27544,'11'-57'177,"0"1"0,0-1 1,1 3-111,1 12 0,-1 1-641,0-8 0,-2-1 605,-2-4 0,-2 0 5,-1 2 0,-3 1 6,-2 6 0,-2 2 42,-6-19 366,-4 24-432,1 20 185,3 10-227,5 12 48,2 15-24,9 21 0,-1-9 0,2 3-19,5 8 1,1 4-5,4 6 1,0 2-669,1 5 0,-1 1 663,-5-19 0,-1 0 0,0 0-123,7 19 0,-1-1-264,0-3 1,0-1-729,-1-7 0,0-2 1143,-2-5 0,0-4 0,1 4 0,-4-15 0</inkml:trace>
  <inkml:trace contextRef="#ctx0" brushRef="#br0" timeOffset="5674">16589 6901 23198,'-1'-3'2414,"1"0"-1675,0 3-554,71-37-67,-26 27-449,6-10 0,4 2 264,7 19-1245,-1 5 551,-1 4 1,-29-2-1,-6-1 1</inkml:trace>
  <inkml:trace contextRef="#ctx0" brushRef="#br0" timeOffset="7717">7525 8756 17630,'-52'7'1770,"0"0"0,7-1 0,8-1-1176,11-3-482,16-1-62,13 1-16,5 0 38,27-3 1,20-2 0,-3-2-59,-3-2 0,4-3-847,2 1 1,9-1-1,1-1 1,-9 0 843,2-4 0,-4-1 2,-6 1 0,3-1 0,-7 1-111,-7 2 1,-4 0 172,2-1 1,-3 0 143,4-9-74,-28 4 1,-35-6-96,1 7 34,-3 4 0,-3 0 163,-22-4-233,18 8 0,0 0 115,2 2 0,2 1 61,-19-3 3079,22 5-3247,16 2 380,17 2-374,15 1-16,19 5-15,-4 1 0,2 3-3,-1 2 1,-1 1 31,1 0 1,-1 3-30,-5 3 1,-3 2-21,6 19-61,-5 18-210,-24-17 0,-8 1-630,-3-3 0,-4-2-527,-2 2 0,-3-3 1451,0-4 0,0-6 0,3-4 0,1-1 0</inkml:trace>
  <inkml:trace contextRef="#ctx0" brushRef="#br0" timeOffset="8507">9807 8916 15065,'-4'5'5769,"0"0"-3416,4-5-1441,0 0-536,0-64 256,-3 31-385,1-8 0,0 0 167,-4 13-111,-1 9-270,2 12-5,-1 17-5,2 2-1,-1 22-16,0 16-6,-2 7-173,3-22 0,0 0 179,-4 23-1,0-14 29,-3 1 27,1-19 163,-1-4-106,4-18-73,3-19-34,5-7 351,4-21-337,0 9 1,2-3-12,0-2 0,0-3-612,2-11 0,0 0 631,-1 8 1,-1 2-12,-2 10 1,0 2 16,8-31-22,1 21-6,-1 8-28,12 8-5,-3 21 5,16 11 6,-8 2 22,0 9 0,0 3 6,15 18 250,-11-10 1,-1 4-274,-8-3 1,-2 0-1,-2 1 1,-2 0 16,5 16-22,-11 9 16,-17-26-5,-5 5 6,-9-23 11,0-11-1,5-7 780,-2-23-768,8-4 5,0-24-460,9-4 438,2 28 0,1 1-5,6-19-6,15-5 6,-7 30-18,10-5 18,-5 21 28,2 7-34,5 12 438,5 10-455,3 13-16,3 11-228,-21-18 0,-1 1 179,0 2 1,-1 0-244,0 2 1,-2-1-399,6 17-2893,-10-15 1,-2 0 3615,-1 1 0,0 4 0,-8-25 0</inkml:trace>
  <inkml:trace contextRef="#ctx0" brushRef="#br0" timeOffset="10000">10717 8839 18632,'2'-7'4907,"-1"1"-3663,-1 6-393,0 0-817,13-15 33,3 10 28,14-13-22,2 11-6,3-7 23,1-7-17,-4-5 22,-5-4 6,-8-2-28,-9-3-1,-6 0 24,-7-1 21,-6 4 1,-7 6-1,-7 8-44,-4 9-39,-3 10 5,0 9-11,2 11-34,5 10-16,4 8 44,7 8 1,6 4-18,11 3 18,10-2-12,17-6-471,18-7 448,-18-21 1,2-3 0,3-3 0,1-3 19,-1-1 1,1-3-1,-4-4 0,-1-2 48,21-10 40,-14-8-35,-14-7 6,-11-8 12,-8-6-40,-8-8-17,-4-3 18,0 2-7,1 4 450,5 6-449,5 7-6,6 7 0,4 5-17,2 8 6,2 5-29,4 5-10,4 10 16,3 8 6,2 14-11,-1 11 17,-3 8-248,-5 5 231,-3-1-12,-3-3-50,-1-6-240,0-10-488,1-8-589,4-9-519,6-9-416,10-10 416,8-9 1158,6-8 745,1-10 510,-5-8 482,-9-9 347,-9-5-49,-13 1-142,-9 4-313,-13 7-236,-6 6-172,-11 8-118,-7 7 204,-4 9-355,-4 8 74,0 13-142,1 8-22,5 13-12,6 6-28,10 4-22,11-1 40,13-1 16,11-6-17,10-7 62,2-9 78,-1-10 17,-4-10 5,-4-10 40,-3-8-17,-4-7-22,-3-2-34,-6 4-56,-3 7-73,-2 8-28,-2 10 0,1 14 1,1 17-24,1 22 6,-2-18 1,0 2-447,-1 6 1,0 3 437,-2 6 0,-2 1-568,0 4 1,-1 1 561,-3 2 0,-1 1-25,-1 0 1,-2-1-88,-2-2 1,-3-1-60,-2-6 1,-2-3-77,-1-10 1,-2-5 238,-23 9 17,7-35 11,8-30-28,9-26 28,14 13 0,4-4-80,3-9 0,3-3 86,6-9 0,5-1-102,-2 18 0,3-1 0,2 0 94,2 1 0,3-1 0,2 2-24,0 1 0,2 2 0,1 1-464,14-13 1,2 4-43,-1 7 0,2 3-275,-1 7 0,0 4-414,0 5 0,-1 3-775,-2 5 1,0 2-556,-5 4 0,-1 3-1333,14 7 1963,-20 10 4213,-18 7 1030,-11 1 2188,-2-4-1679,-1-6-658,4-4-1397,0-3-611,2-3-319,0 1 258,0-1-880,5 0-62,4-3-50,10-5-17,6-5-33,4-8 22,1-6-11,-4-4-6,-5-4 11,-6-2 29,-7 2 33,-6 4 61,-14 2-150,1 12 27,-15 5 6,4 14 17,-5 7-51,1 10 17,1 23-72,10-9 13,8-3 1,2 1 7,7 16-417,14 13 303,-1-31 0,5-2-789,9-1 0,4-3-2289,8-2 1,1-4 2566,0-3 0,-3-3 0,15 2 0,-24-9 0</inkml:trace>
  <inkml:trace contextRef="#ctx0" brushRef="#br0" timeOffset="10584">13846 8653 22055,'-20'-50'1082,"1"-1"1,1 9 0,-3 6-886,-17 6 49,-5 16-134,9 11-61,-4 7-18,6 18-21,13 11 4,7 16-16,8-10 28,13 15-28,7-9-3,5-11 1,3-2 2,12 12-14,2-12 0,-1-3 14,-4-6 0,-2-1 0,-4 0 5,-11-8 23,2 8 68,-34-10-40,-10 1-34,-9-3 28,-17 0-16,4-5-56,-11 1-18,-2-3-178,19-5-903,7-8-251,23-3 1372,19-20 0,-4 21 0,9-10 0</inkml:trace>
  <inkml:trace contextRef="#ctx0" brushRef="#br0" timeOffset="10967">14315 8624 25612,'-42'-3'140,"-1"0"0,-1 8 0,9 8-118,18 19 1,-6 18-12,13-16-17,4 6 1,11-5-1,4 0 12,8-3 39,4-17-6,-3-7 134,14-14-77,-8-7 21,10-11 1,-13-7-29,-7-3-44,-7 7 101,-7-14-73,-6 14-1,-3-9-10,-3 14-34,2 8-39,3 7-247,0 3-638,4 10-2666,6 6 3562,4 7 0,-1-5 0,1-5 0</inkml:trace>
  <inkml:trace contextRef="#ctx0" brushRef="#br0" timeOffset="11300">14511 8640 21993,'-3'-4'4140,"1"1"-3093,2 3-1064,-6-47-5,24 44 5,2-27 0,27 64 22,-23-12 1,-2 3 0,-1 0 0,-2 3-1,10 27-33,-13-4 0,-18-7 28,-12-12 0,-7-14 23,2-15 38,4-15-44,7-14 5,4-13 40,5-9-34,4-2-45,3 4-190,9 10-1238,8 11-5926,17 13 7371,2 6 0,-11 6 0,-13 0 0</inkml:trace>
  <inkml:trace contextRef="#ctx0" brushRef="#br0" timeOffset="11667">15208 8910 27158,'15'-40'128,"1"0"1,0 1 0,8-18 0,-1 4-62,-6 19 0,-1 1-708,1-4 1,-2-3 676,-2-2 1,-2-2-4,-2-2 1,-2 0-3,-2 2 0,-1 2-12,-2 4 1,-2 3 415,-5-17-396,-4 19 198,-2 16-254,1 10 28,1 11-27,-2 12 731,-1 19-687,0 22-28,7-19 0,2 4-530,0 6 0,3 2 502,3 5 0,3 1-3,3 2 1,3 0-49,5-1 1,3-2-152,3-2 1,4-2-273,1-4 1,1-4-578,1-5 1,1-4-2415,-2-6 0,-1-4 3493,17 7 0,-19-16 0,-13-10 0</inkml:trace>
  <inkml:trace contextRef="#ctx0" brushRef="#br0" timeOffset="11834">15251 8733 26766,'37'-45'89,"0"0"1,-1 4-1,4 9-145,0 23 0,1 7-3082,1-2 0,0 2 3138,-5 0 0,-4 1 0,11 1 0,-20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9:40:40.6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1520 2325 25539,'-22'-10'62,"7"13"-1,22 51-38,-1-10-12,-3-4 0,-1 2-691,-3-9 0,-1 1 206,0 9 1,1 2-4443,-1 7 1,0-2 2679,1 13 0,2-9 1,0-46-1</inkml:trace>
  <inkml:trace contextRef="#ctx0" brushRef="#br0" timeOffset="6158">1278 2398 9968,'3'10'5517,"-1"-2"-3036,-2-8 1799,0 0-3412,0 6-202,-2-3-179,-1 6-139,-2-5-96,2-2-17,2 0 678,1-2-706,0-5-55,0-3-52,3-10-49,5-4-6,5-7-6,5-1 6,2 1-29,2 3-4,1 6 21,-1 8-33,0 6 11,-2 12-16,1 9-12,-3 14 11,-1 11 1,-7 10 5,-8 6-431,-10 4 431,-8 1 5,-7-3 12,-2-8 6,2-10 5,2-13 67,5-12 28,3-9-17,3-9 6,3-4 415,0-4-443,3 0-23,1 1-33,1 2-28,2 4 0,2 2 0,6 2-11,7 5-6,7 3 6,8 9 0,4 9 0,1 7-1,-6 6 18,-9 0 0,-15 0-18,-16-5 24,-14-3-12,-13-5-51,-8-8-55,-1-7-107,1-11-302,7-12-785,9-15-3645,11-13 4945,10-3 0,6 15 0,3 10 0</inkml:trace>
  <inkml:trace contextRef="#ctx0" brushRef="#br0" timeOffset="6425">1989 2690 20951,'-5'0'4403,"0"0"-2913,5 0-1540,-8-22-253,23 12-1260,3-19 715,33 16 0,-21 6 0,-1 1 0</inkml:trace>
  <inkml:trace contextRef="#ctx0" brushRef="#br0" timeOffset="6884">3086 2426 25539,'31'-47'67,"-1"-1"0,-6 7 1,2 7-99,4 21 0,2 5-781,23-8 484,-21 7 0,1 1-1025,1 1 1,-2 2-2726,9-1 4078,-11 8 0,-26-1 0,-6 3 0</inkml:trace>
  <inkml:trace contextRef="#ctx0" brushRef="#br0" timeOffset="7808">3352 2226 23881,'-12'32'403,"5"24"-476,12 3-1991,-2-16 1,-1-1 1912,-4 19-115,-1-21 0,-2 3 20,-4 0 0,-2 0 131,1-2 1,-2-1 507,-2 0 0,0-4-79,-7-2 100,5-19-235,7-13 2404,6-18-2275,6-3 663,5-12-820,9 2-57,5 2-77,-1 7-11,12-1-135,16-1 6,9 1 53,-22 10 0,0 0-901,25-6 926,-16 4 23,5-8 95,-26 4 95,4-8 78,-17 7 90,-8 1-129,-2 6 1414,-4-4-1184,2 9-208,-1-2-167,1 5-28,3 5-6,4 7-17,6 8 0,-1 3 0,6 24-5,-10-5 11,0 19-29,-5-9 12,-2-12 12,1-3 105,0-19 23,3-7-67,2-19-11,5-12 5,3-13-28,0 5 39,9-16-44,-5 16 5,7-9-5,-3 15-17,0 8-12,2 8-5,0 8 11,1 11-11,2 8-11,0 10 6,-1 8-12,-1 1 17,0-1-6,-3-4 6,-2-8 28,-5-11-22,-1-10 11,1-16-17,5-11-12,7-13 40,3-5 17,-3-6 22,-3-1 45,-7 0 12,-5 2 60,-4 5 24,-4 6-18,-3 7-33,-2 8-62,-2 8-45,0 7-33,0 4 6,1 8-12,2 7-11,0 11 0,5 13-17,6 8-17,10 7-176,-6-24 0,2-1 190,4 1 1,1-1 2,1 0 0,1 0-28,0-1 1,-1-1-96,11 22-79,-15-5-346,-26-6-763,-19-9-3248,-18-7 4576,0-9 0,15-7 0,13-3 0</inkml:trace>
  <inkml:trace contextRef="#ctx0" brushRef="#br0" timeOffset="8691">4797 2563 21131,'4'0'4010,"-1"0"-1853,-3 0-2107,6-10-11,2 7 28,9-7-27,3 10-1,4-3-28,3-1 23,0-6-6,-1-3 16,-4-5 29,-7-3-11,-6-3 5,-7 1-5,-9 2-23,-4 2 11,-7 7-11,-1 5-22,-4 8-11,-1 8 5,-2 9 11,3 8-22,4 7 12,5 7-12,7 1-12,14 2 7,13-3-6,21-3-180,-14-20 0,2-3 194,3-1 0,2-2-9,-1-2 0,-1-3 6,25 0 6,-14-11 5,-13-6 12,-11-9 5,-8-4 5,-5-6 382,-5-1-409,-1-3 5,0 3 6,3 4-11,2 6-23,5 5 34,4 5 16,4 5-22,5 3 1,4 8-18,3 7 0,1 11 18,-1 9-12,-4 5 0,-4 4 0,-3 1 0,-1-3 0,4-4 5,3-9 12,6-11-17,7-10 6,9-17 16,3-11-230,0-14 253,-9-11-31,-25 18 0,-4-3 8,-2-4 0,-4-2-376,-1-5 1,-3-1 389,-3-2 1,-2 0-31,0 2 0,-1 2-141,-3 4 0,0 2 135,-8-20 0,3 18 0,4 16 212,3 12-212,2 6 786,2 13-786,4 13 0,4 20 0,6 20-310,-4-23 1,3 3 309,1 4 0,2 1 0,2 4 0,3 0 0,2 2 0,2-1 0,0-1 0,1 0-93,-2-4 0,0 0-333,-4-7 1,-3-1-1182,6 20-2544,-12-23 3379,-11-18 0,0-13 0,-2-4 0</inkml:trace>
  <inkml:trace contextRef="#ctx0" brushRef="#br0" timeOffset="9058">5792 2572 19977,'0'-3'5030,"-1"0"-3411,1 3-1608,64-42-22,-21 30-29,5-11 1,4 2-62,-11 16 1,-2 4-412,17-4 445,-17 0 0,-1-1 22,7-6 163,4-8-57,-14-2 119,-17-2 77,-10 3 90,-12 3 85,-3 2 336,-4 2-415,0 3-112,2 4-101,3 3-84,2 3-39,2 7 0,2 8-23,0 13-5,3 12-40,3 8-145,6 3-235,6 2-420,4-4-1138,3-6-7842,3-9 7373,-11-16 0,-4-6 1,-11-10-1</inkml:trace>
  <inkml:trace contextRef="#ctx0" brushRef="#br0" timeOffset="9234">6384 2157 22094,'41'4'-852,"-20"-7"1,2 15 0</inkml:trace>
  <inkml:trace contextRef="#ctx0" brushRef="#br0" timeOffset="9601">6899 2277 19546,'10'-2'5881,"-1"-1"-5220,-9 3 913,0 0-1334,-51-20-156,19 31-70,0-16 0,0 3 31,-5 44-50,15-2-4,11-8 1,3 1 13,4 12-25,15-8 1,6-3-14,9-5-1,5-4 0,4-2-10,21-5 38,-16-8 0,0-3 34,18-8-5,-7-12-6,-33-14 11,-9 1 22,-20-16-14,-3 13 1,-3-1-9,-2-1 0,-1 0-197,-5-6 1,0 1 268,-10-12-77,11 17-6,7 13-68,10 14-83,-2 14-169,5 9-531,5 17 39,5-5-2430,19 8 3225,17-9 0,-15-8 0,5-4 0</inkml:trace>
  <inkml:trace contextRef="#ctx0" brushRef="#br0" timeOffset="9950">7436 2335 27667,'-12'30'26,"0"1"0,4 6 1,6 0-33,15 20 9,-3-25 0,0 0 2,7 10-5,-6-13 23,0-8 122,-3-19-44,1-14-6,3-18-22,1-18-11,5-11-23,-7 29 0,0 0 39,16-23-27,2 14-29,2 15-11,1 12-5,3 13 0,-7 6-46,19 25-178,-9 2-486,-9-6 0,1 3-360,-2-1 0,-1 0 1064,6 7 0,-2-2 0,5 5 0,-4-4 0</inkml:trace>
  <inkml:trace contextRef="#ctx0" brushRef="#br0" timeOffset="10533">9318 2576 22302,'-3'-55'1023,"0"0"0,0 5 0,-5 9-513,-21 13-157,-6 11-113,-5 10-94,-1 12-73,3 9-40,5 12-16,7 9 6,9 7-51,8 4 22,15 0 45,15 0-484,22-2 436,-13-22 1,2-2 5,4 1 1,1-2 7,1-1 1,-2 0-12,-5-3 1,-2 0-12,7 7 51,-24-4-18,-28-3 18,-20 1 5,-21-3-137,24-7 0,-2-1 98,0-1 0,0-3-6,2-2 1,2-1 419,-15-5-801,-1-16-413,27 6-1727,-1-9 2527,24 5 0,-1 10 0,5-1 0</inkml:trace>
  <inkml:trace contextRef="#ctx0" brushRef="#br0" timeOffset="10917">9862 2527 22229,'-3'-2'3764,"2"0"-2683,1 2-841,-61-13-144,35 19-71,-11-8 0,2 5 31,15 24-39,8 5-23,9 4-5,16 1-6,14-1-5,14-4 5,8-7 28,0-12 17,-5-13 23,-9-14 16,-9-10 22,-11-9 23,-8-3-22,-14-1-17,-9-1-6,-11 5-17,-5 5-10,-1 8-46,5 8-11,5 6-61,8 6-225,7 8-441,6 6-1161,13 8-6076,11 1 7981,7-4 0,-8-7 0,-8-6 0</inkml:trace>
  <inkml:trace contextRef="#ctx0" brushRef="#br0" timeOffset="11234">10110 2528 22274,'-1'-3'4150,"-1"0"-3114,2 3-1042,45-47 6,-5 48 0,0-16 0,2 6-391,-9 26 1,-1 9 367,-1 0 1,-1 2-1,-2 1 1,-4 2 44,-6-2 0,-4 1-22,-3 21 28,-25-11 12,-15-16 4,-6-14 24,3-19 598,6-13-605,5-15-38,8-9-23,7-2-73,16-2-218,15 7-521,17 9-1307,13 12-205,-23 15 0,1 3 2324,4 4 0,-2 1 0,5 0 0,-5 4 0</inkml:trace>
  <inkml:trace contextRef="#ctx0" brushRef="#br0" timeOffset="11551">10974 2782 27858,'13'-61'192,"1"0"0,-2 0 0,1 4-142,-4 16 1,0 2-742,-2-8 0,-2 0 702,0-4 0,-3-1 9,-5-8 1,-3 2-21,4 19 0,-2 2 0,-4-6 0,-2 6 460,-3 10-460,-1 3 239,4 15-239,-2 28 0,5-1 0,-1 39 0,5-26 0,3 3-121,1 12 1,2 3 120,2 5 0,4 4-49,2-8 0,4 2 0,-1-2-49,2 3 0,3-1-87,2-4 0,3 3 1,0-6-326,5-5 1,1-3-542,6 6 1,1-4-3443,-6-9 1,0-6 4492,12 5 0,-21-18 0,-14-9 0</inkml:trace>
  <inkml:trace contextRef="#ctx0" brushRef="#br0" timeOffset="11708">10839 2555 23449,'46'-22'-953,"0"0"0,0 0 0,0 1 0,3-4 1,-2 0-1,-4 7 0,4 6 0,-6 5 1,-7 0-1</inkml:trace>
  <inkml:trace contextRef="#ctx0" brushRef="#br0" timeOffset="12084">11951 2101 20744,'-4'-3'3775,"0"1"-1932,4 2-1439,-65-21-158,33 26-224,-8-10 1,3 4-6,16 22-6,8 8 11,8 0 1,5 7-35,13 4 18,7-11-12,4-6 29,5-13 5,-5-7 45,15-15-29,-11-5 40,-1-13-33,-17 7 83,-6-8-33,-12 6 33,-10-9-44,-4 10-45,-5 3-56,6 14-12,5 5-72,0 10-151,5 8-740,1 22-1182,6 5 2168,9 18 0,-1-31 0,4-2 0</inkml:trace>
  <inkml:trace contextRef="#ctx0" brushRef="#br0" timeOffset="12358">12040 2535 22974,'-3'0'2980,"1"0"-1827,2 0-912,-61 24-151,41-5-76,-13 0 0,4 3-9,26 1 23,21 14-11,8-13 0,21 7 16,2-14 40,-4-9-17,-12-8 95,-8-11 191,-15-14-140,-10-2-79,-16-7-84,-23 10-67,-1 9-269,6 9 0,-2 4 297,-5 8 0,2 2 0,-13-3 0,-1 10 0</inkml:trace>
  <inkml:trace contextRef="#ctx0" brushRef="#br0" timeOffset="13358">2742 3589 12774,'-62'2'1445,"1"0"0,5 0 0,6-1 309,-3 0-293,16-2-817,16 0-470,18-1 50,22 1-56,25 2-132,-9 1 1,4 1-447,12 1 1,3 2 407,-12-2 0,1 2 1,2 0-645,5 0 1,1 0-1,1 1 651,4 0 1,2 1 0,1-1-485,-11-2 1,1 1 0,1-1 0,1 0 489,6 0 0,0-1 1,2 1-1,0-1-316,-6-1 0,0 0 0,2-1 0,0 0 1,1 0 318,6 1 1,0-2-1,1 1 1,2 0-1,0-1-176,-6 0 1,0 0 0,1-1 0,1 1 0,0-1 0,1 0 177,-6 1 1,1-1 0,0 0 0,1 0 0,0 0 0,1 1 0,0-2-65,-5 1 1,1 0 0,0 0 0,1-1 0,0 1 0,0-1 0,0 1 0,1-1 56,1 1 0,1 0 0,1-1 0,-1 1 0,1-1 0,0 1 1,1-1-1,-1 1-27,3-1 0,0 0 0,0 1 1,0-1-1,1 0 0,-1 0 0,1 1 1,0-1 25,-6 0 1,0 0 0,1 1-1,-1-1 1,1 0 0,-1 1 0,1-1-1,0 0 1,0 0-15,1 0 0,0 1 0,0-1 0,0 0 0,0 0 0,0 1 0,0-1 0,1 0 0,-1 0 24,0 0 0,1 0 0,0 0 0,0 0 0,-1 0 0,1 0 1,0 0-1,0 0 0,-1 0 5,1 0 1,0-1 0,0 1-1,-1 0 1,1 0 0,0 0-1,0 0 1,-1 0 0,1 0-3,-1-1 0,0 1 0,0 0 0,0 0 0,0 0 1,0 0-1,-1 0 0,1 0 0,0 0-7,-1-1 1,0 1 0,0 0 0,-1 0 0,1 0 0,0 0 0,-1-1 0,1 1 0,-1 0-4,-1 0 1,0 0 0,0 0 0,-1 0 0,1 0 0,-1 0 0,0 0 0,1 0 0,-1 0-5,5-1 1,1 1 0,-1 0-1,1 0 1,-1-1 0,0 1 0,0 0-1,-1 0-54,-1 0 1,-1-1 0,0 1 0,0 0 0,0 0 0,0 0 0,0 0 0,0-1 46,1 1 0,1 0 0,1-1 0,0 1 0,-2-1 0,-1 1 0,-3 0 0,-4-1 0,17 1 0,-6 0 0,-3-1 0,0 1 0,-7-1 0,0 1 0,0-1 0,0 1 0</inkml:trace>
  <inkml:trace contextRef="#ctx0" brushRef="#br0" timeOffset="57493">6847 6232 12393,'-43'3'1078,"0"1"0,1 0 1,-14 1-1,8-1 48,14 1-387,19-2-10,22 0-169,21-1-224,26 0-247,-16-1 1,4 0-771,11 0 1,3-1 704,-12 0 0,2 1 1,1-1 1,6 0 0,2 1 0,2-1-10,-10 0 1,1 0 0,1 0 0,0 0-631,5 0 0,1 0 1,2-1-1,-1 1 636,6-1 1,1 0-1,0 0 1,1-1-422,-9 1 0,1 0 0,0-1 1,1 0-1,0 0 418,4 0 0,0-1 0,1 1 0,0-1 0,1 0-4,-8 0 0,0 0 0,0 0 0,2 0 0,-1-1 0,0 1-235,4-1 1,-1 0 0,1 0 0,0 0 0,0 0 0,1-1 227,-7 1 1,1 0 0,0 0 0,0 0 0,0-1 0,1 1-1,0-1-89,1 1 1,1-1-1,0 1 1,0-1 0,0 1-1,1-1 1,0 1 80,1-1 0,1 1 0,0-1 0,1 0 0,-1 1 0,1-1 0,-1 1-22,2 0 1,0-1-1,1 1 1,-1 0-1,0 0 1,1 0-1,0 0 27,-8 1 1,1 0 0,0-1-1,0 1 1,-1 0 0,1 0-1,0 0 1,0 0 2,1 0 0,-1 1 1,0-1-1,1 1 1,-1-1-1,1 1 1,-1-1-1,1 1-7,-1 0 0,1 0 1,0-1-1,0 1 1,0 0-1,-1 0 1,1 0-1,0 1 1,0-1 0,-1 0 0,1 1 0,0-1 1,0 1-1,-1-1 0,1 1 0,0 0 9,1-1 0,-1 1 0,0 0 1,1 0-1,-1 0 0,1 0 0,-1 0 1,1 0-2,0 0 1,0 0-1,0 0 1,0 0-1,1 0 1,-1 1-1,0-1 1,1 0-5,0 0 0,0 0 0,0 1 1,1-1-1,-1 1 0,1-1 1,-1 0-1,1 1-5,0-1 0,0 0 1,0 0-1,0 1 1,0-1-1,0 0 1,1 0-1,-1 1 0,1-1 1,0 0-1,-1 0 1,1 0-1,0 0 1,0 0-1,0 0 1,0 0 4,0 0 0,0-1 0,1 1 1,-1 0-1,0-1 0,0 1 1,0-1-1,0 1 1,1-1 1,-1 0 0,1 1 0,-1-1-1,1 0 1,0 0 0,-1 0 0,1 0-4,-1 0 1,0 0 0,1-1 0,-1 1 0,1 0 0,-1-1 0,0 1 0,1-1-2,-1 1 1,0-1-1,0 1 1,0-1-1,0 1 1,0-1-1,0 0 1,0 1 2,-1-1 0,0 0 0,0 0 1,1 0-1,-2 0 0,1 0 1,0 1-1,-1-1 0,0 0 0,0 0 1,-1-1-1,0 1 0,0 0 1,0 0-1,0 0 1,0 0-3,-2 0 1,0 0 0,-1-1 0,1 1 0,-1 0 0,0 0 0,0-1 0,0 1 1,5-1 0,1 0 1,-1 0-1,0 1 1,-1-1-1,1 0 1,-1 0-3,-2 0 0,-1 0 0,1 0 0,-1 0 0,-1 0 0,1 0 0,-1 0 2,7 0 1,0-1-1,-1 0 1,0 1-1,-1-1 1,0 0-4,-2 0 1,-1 1 0,0-1 0,-1 0 0,0 0 0,0 0 3,-2 1 1,-1-1-1,-1 0 1,1 1-1,-1-1 1,-1 0 12,9 0 0,-1 0 0,-1 0 0,0-1 0,0 1-14,-3 1 1,-1-1 0,0 1 0,-1-1 0,-1 1 51,10-1 1,-1 0 0,-1 1 0,-1-1-50,-6 1 1,0 0 0,-1 0 0,-2 0 242,9 0 0,-1 0 0,-3 0-247,-8 1 1,-3 0 0,-1 0 651,6 0 0,-3 0-646,14 0 2093,-31 2-2255,-18 1 1842,-11 0-3858,-3-1 2453,0 1 1,-1 0 0,2 0 0</inkml:trace>
  <inkml:trace contextRef="#ctx0" brushRef="#br0" timeOffset="58343">6344 6437 24570,'8'-10'302,"0"24"-285,-4 22 0,-3 10-852,2 7 1,-1 3 826,-1-14 1,0 2-1,-1 1-551,1 4 1,0 2 0,-1 0 328,1 2 1,-1 0-1,1 1-1711,1 1 0,0 0 1,2-1 1940,-1-8 0,0-1 0,1-3 0,0 1 0,1-5 0,2 3 0</inkml:trace>
  <inkml:trace contextRef="#ctx0" brushRef="#br0" timeOffset="59133">21774 5743 19339,'29'-46'1545,"0"0"1,-3 6 0,-7 7-1154,-14 15 224,-4 9-308,-1 6-128,2 3-51,0 9 28,2 15-23,0 19-72,-1 0-34,-2-6 0,-1 1-51,0-1 1,-1 3-695,-2 3 0,0 4 0,0-1-706,0 15 1,-1 1 1422,0-11 0,1 2 0,0-6 0,1-11 0,0-4 0,1 25 0</inkml:trace>
  <inkml:trace contextRef="#ctx0" brushRef="#br0" timeOffset="60843">6458 7452 19580,'-25'21'492,"3"8"-396,14 18-1,2 5-11,3 1-23,5-3 7,10-5 4,9-5 23,14-8-5,15-7-726,-18-16 1,3-2 657,7-2 0,2-2-2,7-1 0,3-3 10,7-1 1,2-1-623,-17-1 1,1 0-1,1 0 609,4-2 0,2 0 0,-1 0-2,5-2 0,1 1 0,0-2-287,-11 3 1,-1-1-1,2 0 1,-1 0 290,4 0 1,0 0 0,0-1-1,1 1 2,2-1 0,1 1 0,1-1 0,0 0-2,2 1 1,0-1 0,2 0 0,-1 1-383,-9 1 1,-1 0 0,1 0 0,0 1 0,1-1 364,0 0 0,1 1 1,1-1-1,-1 1 1,1-1-1,1 1 0,0 0 0,1 0 1,0 0-1,0 1 1,2-1 0,-1 0 1,1 0-1,1 1 1,-1-1-6,2 1 1,0 0 0,1 0 0,-1 0 0,1 0-234,2 0 0,0 0 0,0 0 1,0 0-1,0 1 241,-9 0 1,1 0-1,-1 0 1,1 0-1,-1 0 1,1 0-83,1 1 0,-1-1 1,1 0-1,0 0 1,0 1-1,0-1 86,1 0 0,0 1 1,0-1-1,0 1 1,0-1-1,0 1-48,0-1 1,1 0-1,0 1 1,0-1 0,0 0-1,-1 1 45,1-1 1,1 1-1,-1-1 1,0 1-1,0-1 1,0 0-9,1 1 0,0-1 0,-1 0 0,1 0 0,0 0 0,-1 0-11,1 0 0,0 1 0,1-1 0,-1 0 0,0 0 0,0 0 14,0 0 1,1-1 0,-1 1 0,0 0 0,1-1 0,-1 1 4,1 0 1,0-1-1,0 1 1,0 0-1,0-1 1,0 1 1,1-1 0,-1 1 1,1-1-1,0 1 1,0-1-1,0 0-6,0 1 1,0-1 0,0 0 0,0 1 0,0-1-1,1 0 1,-1 0 1,1 1 0,0-1 0,0 0 0,0 0-1,0 1 0,0-1 1,0 0 0,-1 1 0,1-1 0,0 0-1,0 1 2,-1-1 1,0 1 0,1-1-1,-1 1 1,0-1 0,0 1-4,0 0 1,0-1 0,0 1-1,-1 0 1,1 0 0,-1 0-7,0 0 0,-1 0 0,0 0 1,-1 1-1,1-1 0,-1 1 14,0-1 0,-1 1 0,0-1 0,0 1 0,0 0 0,0 0-7,-2 0 1,0 0 0,0 0 0,0 1 0,-1-1-1,0 0-3,9 0 0,0 1 0,0-1 1,-1 0-1,0 1 8,-1-1 0,-1 1 0,-1-1 0,1 1 0,-1-1-2,-2 1 1,0 0 0,0 0 0,0 0 0,-1-1-5,-2 1 0,0 0 1,-1 0-1,0 0 1,0 0 91,10-1 0,0 1 1,0-1-1,-1 1-92,-3-1 0,0 1 0,-1 0 0,0-1-3,-3 1 0,1-1 0,-2 0 0,1 1 50,-2-1 0,0 1 0,0-1 1,-1 1-58,-1-1 0,0 0 0,-1 1 0,1-1 7,-2 0 0,1 0 0,-1 1 0,0-1 93,-1 0 0,0 0 0,0 0 0,0 0-91,14 0 0,0-1 0,-1 0 198,0 1 0,-1-1 1,-1 1-201,-3-1 0,1 1 0,-2-1 69,-2 1 1,0-1 0,-1 1-69,-3-1 1,0 1 0,-1-1 218,-2 1 1,-1-1 0,-1 1-230,19-2 1,-1 0 324,-4 0 1,-1 0-337,-3-1 0,0 1 3,-1-1 1,0 1 16,1-1 0,0 1 5,2 0 1,1 0-1,3 0 1,1 1-17,1 1 0,1 0-6,-1 0 0,-1 1 11,-3 1 1,-1-1 5,-6 1 0,-2 0 501,-5 0 0,-2-1-493,-7 1 1,-1 0 1289,21-3-1270,-12 0 1219,-10-2-1224,-2 0 1028,-3-1-1051,0 0 507,-1 0-507,-2 2 11,-3 0 28,-7 2 79,-6 0 56,-5 1-28,-3-1-34,-1-3-40,1-2-49,1-3-23,4 0-11,3-2 11,4 2 22,2 0 12,0 2 27,-1 1 85,-4 2 55,-3 0 18,-4-1 38,-2-2 40,-1-4-17,1-4-56,0-8-45,3-10-61,5-8-34,7-9-22,6-3-40,2 1-162,-6 4-924,-9 7 216,-18 3 0,4 19 0,-8 3 0</inkml:trace>
  <inkml:trace contextRef="#ctx0" brushRef="#br0" timeOffset="64774">7507 6800 21489,'-17'-40'667,"1"12"-532,7 38 61,-3 9 33,-3 9 23,0 10-28,-1 5-84,4 2-22,5-3-1,10-4 12,7-6 28,10-8 50,3-8 6,6-9-17,3-5-17,7-10-56,5-7-5,2-9 16,-1-5-5,-7-1 22,-10 0-27,-8 4-17,-7 5-7,-4 6-66,-5 6-40,0 5 12,-1 7 22,2 5 17,1 11-23,1 14-5,-1 13-11,-3 12-23,-2-26 0,-1 1-185,1 1 0,-1 1 56,2 1 1,0-1-883,3 0 0,2 0 1028,6-1 0,1-2 0,1 4 0,6-9 0</inkml:trace>
  <inkml:trace contextRef="#ctx0" brushRef="#br0" timeOffset="65084">8739 6536 20078,'0'-7'4016,"0"2"-2980,0 5-464,2-62-304,-2 46-206,1-44-6,-2 72 56,0 14 28,-3 23-93,2-13 1,-2 2-665,-2 11 0,0 3 628,0-11 0,-1 2 0,0 1-13,-2 5 0,0 1 1,-1 1-48,0 3 0,-1 1 1,2 0-857,0 1 0,1 0 0,3 0 905,3 2 0,2 0 0,1-5 0,-2-5 0,2-5 0,6-6 0,-1-1 0</inkml:trace>
  <inkml:trace contextRef="#ctx0" brushRef="#br0" timeOffset="65958">9971 6660 17244,'0'-4'4907,"0"0"-2371,0 4-2457,-21-47-12,7 37 0,-20-31-11,7 53-28,-9 7-11,-7 3 0,-6 2 11,2-1-6,4-1-16,17-8 11,4 2 5,13-5 0,-1 5 12,2-1 11,1 4-28,4-7 27,0 3 12,3-6-5,0 1 11,3 2-17,0-1-23,1 0 17,1 0-11,-2 1 23,1 5 16,-2 0 23,-2 0 38,0-4 35,-1-3 100,1-5 67,-1-3-78,1-2-117,0-5-46,0-6-66,0 0 5,3-7-17,5 3-5,7-3-1,8-1 6,19 0-11,-10 7 6,21 1-17,-15 9 0,10 9-1,8 14-16,-11 6 17,-5 5-17,-14 3 6,-17-5 16,-13 8 6,-18 0-37,-4-16 1,-2-2-36,-15 7-116,9-11 0,1-2-881,-9-2-1782,-5-3 2851,13-11 0,17 1 0,8-5 0</inkml:trace>
  <inkml:trace contextRef="#ctx0" brushRef="#br0" timeOffset="66284">10926 6391 22408,'-8'-56'1327,"1"1"1,-2 2-1,2 6-946,3 7-241,-1 13-134,3 24 16,1 21 45,0 19-28,0-6 1,-1 3-767,-1 26 0,-2 4 740,2-20 0,0 0 0,0 1-11,-1 1 0,0 1 0,0 1-2,0 6 0,0 1 0,0 2-56,1 5 0,0 1 0,2 0-220,1-15 0,0 0 0,2 0 1,0 1-2183,2 4 0,1 2 1,2-2-1,0-4 2414,3-2 1,2-4-1,0-4 1,2 0 0,-1-5-1,4 2 1</inkml:trace>
  <inkml:trace contextRef="#ctx0" brushRef="#br0" timeOffset="66734">11743 6814 16241,'4'-57'1485,"1"0"1,-1 0-1,0 7 1,0 1-1,-2 7-522,-1-14-296,-3 21-353,0 17-258,1 10-50,-1 12 10,2 13 18,0 18 5,1 19-34,-1-19 1,0 2-686,1 5 1,0 1-2491,0 4 0,1 0 2544,-1-4 1,1-3 0,1 12 0,0-23 0</inkml:trace>
  <inkml:trace contextRef="#ctx0" brushRef="#br0" timeOffset="67167">13205 6460 18022,'3'-54'1224,"0"0"1,0 0-1,-1 6 1,0 1-1,-2 6-782,-2 5 1,-2 5 106,-4-11-325,1 22-184,1 16 4,4 21 35,1 20-51,1-7 0,0 4-759,1 11 0,0 1 734,-1-6 0,0 4-26,0 8 1,-1 5 0,-1 0-646,-2-12 0,0 0 0,-1 3 312,1 1 0,-1 4 1,0 1-1,1-2 356,-2 13 0,-1-2 0,2-6 0,-2-3 0,2-5 0,3-8 0,0 1 0</inkml:trace>
  <inkml:trace contextRef="#ctx0" brushRef="#br0" timeOffset="67801">14460 6668 21909,'-6'-44'498,"0"-1"1,1 0 0,-2-16-1,4 8-268,10 6-124,6 12-78,9 11-5,5 10-12,8 8-22,7 13-12,9 10-236,-23-2 1,1 3 252,1 4 1,-2 2-12,0 4 1,-2 2-4,-5 3 0,-3 1 3,-6 1 1,-5 0 18,-7 0 1,-7-1 17,-4-1 0,-5-2-69,-4-3 0,-3-2 99,-24 15 85,4-15 89,7-13 50,7-15 0,6-13-162,6-3 680,-2-26-613,11 11 71,-2-12-206,10 18-55,7 11 28,6 8-11,10 8-12,5 9 17,8 9-11,5 12-372,5 9 366,-23-16 0,0 1-10,16 26-7,-15 2-137,-14 1 121,-22-4-90,-13-6-280,-17-9-879,-11-9-3036,-8-9 3517,7-7 1,19-5 0,15-4 0</inkml:trace>
  <inkml:trace contextRef="#ctx0" brushRef="#br0" timeOffset="68208">16296 6200 20699,'0'-55'1394,"0"1"1,0 6 0,0 7-851,1 7-331,-1 15-185,1 14 11,4 20 40,8 44-51,-7-18 0,0 3-665,1 5 0,-1 2 642,-4-6 1,-1 3 0,-1-1-535,-3-3 1,-1 0-1,-1 2 434,-1 12 0,-2 3 0,1 0-975,-2 0 1,1 0-1,0 0 1070,2 1 0,1 1 0,1-7 0,-1-4 0,2-6 0,5-8 0,-1 0 0</inkml:trace>
  <inkml:trace contextRef="#ctx0" brushRef="#br0" timeOffset="68818">17809 6258 18576,'0'-7'3894,"0"2"-2209,0 5-1214,0 0-242,-62-48-173,39 41-20,-17-12 1,-1 9 25,10 45-37,5 1 0,0 4-11,3 0 0,2 2-1506,-3 13 0,3 0 1497,9-16 1,2 0-4,2 10 1,5 0 206,5-12 0,5-1-215,10 14 1,5-1-4,0-12 1,5-4-455,8 0 0,2-6 513,11-3 107,4-15 73,-22-18-12,4-21-72,-18-8 1951,-8-13-2013,-20 8-45,-2 11 253,-19 1-236,-11 13-39,-6 5 1267,2 7-1306,-1 19-23,29-1-258,-8 19-1618,25 1 1921,18 14 0,-8-20 0,11-2 0</inkml:trace>
  <inkml:trace contextRef="#ctx0" brushRef="#br0" timeOffset="69241">19395 6279 20795,'8'-59'924,"0"1"0,0-1 0,-2 8 1,1 2-1,-4 9-582,-8 5-281,0 20-61,-8 32 39,-1 21-17,3-2 1,0 3-821,1 10 0,0 2 806,0 7 1,2 2-24,3-16 0,0 1 0,1 1-90,0 2 1,2 1 0,0 0-820,0 2 0,0 2 1,2-1-2354,3-1 0,0 0 0,1-3 2815,0 7 1,1-5 0,2-13 0,-1-8 0,-1-12 0</inkml:trace>
  <inkml:trace contextRef="#ctx0" brushRef="#br0" timeOffset="69684">20524 6372 21881,'-3'-43'605,"-1"0"0,1 0 0,-3-15 0,-4 7-303,-18 1-218,2 20 45,-31 16-84,6 27-472,11-1 0,0 5 447,4 6 0,2 5-9,1 1 0,3 3-3,5 0 1,3 2-6,6-3 1,5 1-10,2 26 6,20-8 6,18-9 66,14-11 68,8-14 51,3-15 45,-3-15 60,-5-12 63,-9-8 5,-8 1-34,-10 3-55,-8 10-152,-6 9 563,-4 6-675,-9 25 223,-1 6-234,-8 27-23,4 3-315,8-22 1,3 1 233,4 3 1,5 1-398,5 4 0,4 1-1362,8 5 1,5-1 1331,-1-4 0,0-3 0,-7-12 0,-2-4 1,5 5-1</inkml:trace>
  <inkml:trace contextRef="#ctx0" brushRef="#br0" timeOffset="75316">6551 6313 7498,'-5'5'7337,"2"-1"-5791,3-4 3316,0 0-4252,-5-1-212,2 0-146,-4 0-173,3 1 83,2 2 73,-2 1-95,0 1-5,0 3 5,0 1-56,0-1 84,-1 5-45,-3 0 11,-5 13-50,0-1 0,-4 7-56,6-10 17,1 0-6,7-8 185,0-1 168,2-6 348,1-3-656,0-10 135,0-6-96,0-7-39,-1-3-23,0 2-5,-2 1-39,0 5 34,1-6-23,1 5-23,3-7 18,2 3-7,2 2-16,-1 5 6,0 2-12,-3 8-33,0 0-6,-2 3 34,0 4 6,-1 1-7,-1 8 24,-2 10-7,-1 3-22,-3 8 17,1-3 0,-2 0 6,1-2-12,0-5 6,5-6 17,1-6 62,2-6 229,0-4-258,3-13 28,0-1 1,4-11-1,-4 1-39,-1-1 6,-4 0 6,-2 3-29,-1 4 6,1 6-28,1 4 6,3 3-1,0 1-16,0 0 11,6-4 11,2 0-16,8-5-1,1 3-16,1 2 33,3 3-17,5 2-27,11 3-68,16 0-795,-18-1 0,3 1 896,12-1 0,-2 0 0,8 0 0,-1 0 0</inkml:trace>
  <inkml:trace contextRef="#ctx0" brushRef="#br0" timeOffset="77108">7519 8506 24363,'-9'-38'330,"-1"1"0,-5-20-262,15 70 4,2 16-41,1 2 0,1 4-20,-1 2 0,2 1-495,0 1 1,0 1 399,-1 6 0,1 0-443,-2-6 1,0-1-1393,0 10 1,2 0 1918,-1-1 0,1-4 0,0 5 0,0-13 0</inkml:trace>
  <inkml:trace contextRef="#ctx0" brushRef="#br0" timeOffset="77475">7583 8468 22436,'-34'31'115,"0"1"1,1-2 0,3-1 19,-9 18 61,6-15-28,2-5 257,10-20 40,11-17 67,0-21-252,10-9 23,9-17-152,4 16 90,14-5-17,3 16-22,9-3-1,11 9-139,-8 11-56,10 6-12,-18 7 6,14 5-1725,11 12-8106,-1 5 8063,-5 1 0,-29-8 0,-19-11 1</inkml:trace>
  <inkml:trace contextRef="#ctx0" brushRef="#br0" timeOffset="86933">8924 5888 20929,'-9'5'1283,"1"-2"-1036,1-10-23,-2-3 11,-3-4 6,-3-4-29,-1-7-72,2-7-61,7-4-18,4-3-27,10 0-17,6 5-12,7 1-16,4 6 11,4 4 0,3 4 0,5 5 6,5 3-17,6 4 5,5 3-395,9 2 406,-27 1 1,1 1-9,3 1 0,1-1 0,2 0 1,2 0-1,1 0 0,1 1-423,2-1 1,1 0 425,1-1 0,1-1-3,2 0 0,1-1-578,3-1 1,1-2 563,3 0 0,2 0 2,-19 1 0,2 0 1,-1 0-16,4 0 0,-1 0 0,2 0-403,0 0 0,2 0 0,-1 0 425,2-1 1,0 1-1,0-1-332,1 1 0,0-1 1,0 0 331,1-1 1,0 0-1,-1 0 11,2 0 1,0 0 0,-1 0-2,2-1 0,0 1 0,0-1 0,1 1 0,0-1 0,0 1-6,0-1 0,0 1 0,0-1-233,1 1 0,-1 0 0,1 0 241,-1 1 0,0-1 0,0 1-1,1-1 1,-1 1 0,0 1-3,0-1 1,0 2 0,0-1 2,-1 0 0,0 1 0,1 0-4,-1 0 0,0 1 0,0-1 1,1 1 1,0 0 0,-1 0-4,2 0 0,-1 0 1,1 0-1,1 0 0,-1 1 0,1-1-4,1 0 1,0 0-1,0 0 4,1 0 0,-1 0 1,1 0-173,1-1 1,0 1 0,0-1 176,1 1 1,-1-1 0,1 1-1,0-1 1,1 0 0,-1 0-4,0 0 0,0 0 0,0 0 0,0 1 0,0-1 0,0 1 0,0-1 0,0 1 0,-1 0-4,1 1 1,0-1-1,0 0 7,0 1 1,0-1 0,0 1 3,0-1 1,0 1 0,0 0-6,-14 0 1,-1 0 0,1 0 0,0 0 5,1 0 1,0 0-1,0 0 1,0-1-7,2 1 1,0 0 0,1 0 0,-1 0-129,1-1 1,0 1 0,0-1 0,1 1 127,0 0 1,0 0 0,0 1 0,0-1-3,0 0 0,-1 1 0,1-1 0,1 1-4,-4 0 1,1 1 0,1-1-1,-1 1 1,-4-1 1,12 0 0,-5 0 0,4 1-1,-2 0 0,3-1 1,0 1-1,-4 0-26,-4-1 1,-3 0 0,1 1 30,-4-1 1,2 0 0,1 0 0,0 0-1,-1 0 1,0-1 0,0 0 0,0 1-1,0-1 1,1 0 0,0-1 0,0 1-3,1-1 0,0 1 0,1-1 0,0 0 0,1 0 0,0 0 0,0 0 0,0 0-79,1 0 1,-1 0-1,1 0 1,-1 0 76,0 0 1,0 0 0,0 0-1,0 0 3,-2 0 1,0 1-1,0-1 1,0 0 32,14 0 0,-1-1 0,-1 1-34,-2 0 0,-1 0 0,-1 0 169,-3 0 1,-1 1 0,-1 0-169,-3 0 1,0 0 0,-1 0 0,-3 0 0,0 0 0,0 0-2,-2 0 0,0-1 0,0 1-2,-1-1 0,0 1 0,0-1 203,0 0 1,0 0 0,0 0-215,0-1 0,-1 1 0,1-1-15,21-1 0,-2-1 422,0 1 0,-2 0-394,-1 1 0,-1 0 3,-3 1 0,0 0 520,-4 0 1,0 1-530,-3 0 1,-1 1-1,-3-1 0,0 1 6,-2 0 0,-1 1 0,-1-1 0,0 1 0,1 0 0,-1 0-3,0 0 1,0 0-4,0 0 1,-1 0 10,-1 0 1,1 0-4,-2-1 1,-1 2-3,-2-1 0,0 1 1112,25 1-1129,-10 3 716,-13 1-699,-11 0 1343,-10-2-1321,-4-1 525,-3-2-463,0 0 63,1-2-63,4-3-11,2-2 0,1-1 22,-1-1-33,0 2-23,-1-1-6,2 0 1,4 0-6,5-1-11,2 0-40,-1 1 1,-3 2 5,-6 3 17,-5 1 6,-1 3-6,-1 3 11,4 4-5,0 7 5,0 7 22,-4 12 12,-5 11-17,-6 13-527,0-25 1,0 1 498,2 6 0,-1-2 0,0 6 0,4-4 0</inkml:trace>
  <inkml:trace contextRef="#ctx0" brushRef="#br0" timeOffset="88933">7044 9924 23282,'-19'-51'1092,"0"10"-935,5 37-73,-7 5-79,-12 10 1,-11 11-1,-9 13-215,26-14 0,1 1 226,-18 22-187,15-1 171,15-6 11,13-2-11,14-4-5,12-1 10,16-3-5,14-1-5,-5-7-7,-9-8 1,1 1 6,11 2 7,-19-5 1,-2 0 399,-2 6-385,-27 1 201,-26 4-201,-26 4-6,15-11 0,-3 0-349,-4 0 1,-2-1 351,0-1 0,0-2-9,2-2 1,2-2-50,-23-8-259,21-12-722,22-12-1708,24-8-5506,17-2 8239,10 3 0,-8 14 0,-9 9 0</inkml:trace>
  <inkml:trace contextRef="#ctx0" brushRef="#br0" timeOffset="89300">7351 10028 24531,'-29'7'621,"3"5"-576,2 21-28,12 2-17,13-1 11,17-1-22,19-5 22,20-7-297,-23-13 1,2-3 304,1-2 1,0-3 115,25-9 33,-20-8 28,-22-10-5,-21-7 44,-15-3 11,-12-3-55,-10 2-40,-2 3-61,-1 7-46,5 7-32,5 9-29,8 6 526,6 7-683,7 8-352,9 7-751,12 8-1283,11 3-3646,18 2 6206,0-6 0,-12-9 0,-11-7 0</inkml:trace>
  <inkml:trace contextRef="#ctx0" brushRef="#br0" timeOffset="89799">7755 10049 17434,'0'-6'6699,"0"1"-5607,0 5-481,-11-64-275,9 41-286,-4-14 1,6 5-51,9 25 0,10 6-28,12 11 22,11 10-5,8 12-123,-23-12 1,0 2 127,-3 1 1,-1 2 2,-4 2 0,-4 2-8,2 29-6,-25-1 6,-18-8 62,-13-16 5,-2-16-17,9-23 34,9-16-1,12-20-27,10-9-17,14-7-5,12 0-237,-7 30 1,3 2 210,2 0 1,2 2 7,2 1 1,2 0 2,1 2 1,1 0-15,2 0 1,0 1 10,0 0 1,-2 0-4,-2 0 1,-3-1-29,16-24 37,-18-8 1,-14-5 55,-13 1 39,-6 10 51,-4 14 73,1 13-57,2 10-94,2 8 407,1 10-469,1 12 260,1 18-288,5 16 8,3-21 1,1 1-280,1 4 0,2 0 276,4 3 1,2 1-37,0 1 0,3 0-194,2 2 1,1-2-558,2 0 1,0-1-1922,1-4 1,0-2 2071,-4-6 0,0-4 0,4 6 1,-11-17-1</inkml:trace>
  <inkml:trace contextRef="#ctx0" brushRef="#br0" timeOffset="90010">8318 9997 23805,'40'-42'-626,"1"-1"1,5 2 0,-2 9-585,0 23-1714,-12 2 0,0 1 2924,9 0 0,-12 1 0,-6 2 0</inkml:trace>
  <inkml:trace contextRef="#ctx0" brushRef="#br0" timeOffset="90709">8766 9790 13390,'5'-2'6962,"0"0"-1825,-5 2-5048,-38 6-66,28 0 27,-26 6 57,48 2-91,-2-6 29,15 0 17,-5-7-1,7-5 1,-1-4 5,-4-8-5,-5-5 11,-7-3-6,-6-1 11,-5 1-11,-6 4 1,-4 5-7,-5 8 1,-5 4-6,-4 10-34,0 5-5,1 10-17,4 15-22,9-8 27,8 17-134,16-11-341,13 10-113,-5-21 1,4-2-1300,15 5 0,3-3 714,-12-7 1,1-3-1589,18 4 1,1-5-155,-17-9 1,-1-3 2060,7-1 1,0-3 1864,-7-2 1,-1-3 2566,-3-8 0,-4-2 281,9-16-2688,-10-3 583,-12 2-191,-8 8-622,0-5 237,-10 7-684,-15 7-398,1 8 365,-20 12-309,6 10-84,-9 10-56,1 17-23,16-1-22,8 0 0,22-3 11,12-12-33,16-1-17,11-9 67,17-19 33,-11-13-16,-4-6-34,-14-18 68,-14-5 10,-7 2 1,-4-4-445,-1 4 1,-3-2 589,-3-11 1,-1 1-80,0 20 1,-1 2 137,-2 0 0,-2 4 143,0-3-357,-2 3-52,5 19 0,3 22 0,3 7 0,8 31 0,5 11 172,-4-16 0,1 3-746,0-4 1,0 3 0,2 1 174,1-1 0,1 1 1,-2-2-1,2 6 0,0-4 1,-3-11-1,0-1 0</inkml:trace>
  <inkml:trace contextRef="#ctx0" brushRef="#br0" timeOffset="91583">14473 4470 23052,'7'-58'1045,"0"1"1,-1 6 0,-2 8-716,-3 17-240,-1 12-79,0 15 0,0 7 12,-2 22-7,0 14-10,0 0 0,-1 3-130,1-14 1,1 2 123,2 29 0,3-3 0,4-9 3,9-1 0,6-3 14,17-10-15,-16-15 1,2-5 14,8-12 0,-2-7 5,1-7 9,3-10 0,-1-5 8,-2-18-194,-11 10 0,-3-3 183,-8 3 0,-4 1 0,1-20 22,-6 13 1,-2 2 27,-3-8 243,-3-11-282,-2 31-62,1 11-10,3 10 370,2 11-550,2 10-644,9 12-1428,8 9-6179,15 1 8464,0-6 0,-9-15 0,-9-10 0</inkml:trace>
  <inkml:trace contextRef="#ctx0" brushRef="#br0" timeOffset="92226">15266 4495 20991,'-1'-4'4256,"-1"1"-3096,2 3-1132,-16-24 11,19 34-5,-10-11-45,21 41 11,-1 1 28,-5-2-28,-3-6 45,-6-8 78,-2-11 11,-1-7-33,0-13-39,2-9-12,0-12-5,5-8 5,2-8 12,5-2-40,5-1-16,5 9-12,3 12-11,2 12 17,2 11 6,-1 12-12,2 12 6,-3 12 6,-2 10 28,-3 4-40,-1 1-11,2-5 23,2-6 5,2-12 6,1-12-17,1-14 11,1-15 23,1-12-1,-1-13 34,-4-10-16,-9-9-1,-7-3-153,-7 1 282,-5 8 45,-2 11-17,-2 10-61,0 13-68,3 8-78,2 7 11,1 6 222,2 8-245,0 9 29,2 14-17,5 9-5,10 8-366,13 5 362,-10-27 1,2-1-3,2 0 0,1-2-17,0-1 0,-2-1-84,12 17-224,-16-6-577,-24-5-1025,-17-4-3842,-14-3 5780,0-7 0,12-6 0,11-5 0</inkml:trace>
  <inkml:trace contextRef="#ctx0" brushRef="#br0" timeOffset="92843">16495 4314 25450,'-48'-18'177,"-1"-1"0,4 4 1,6 11-100,4 47-28,8 8-747,11 4 714,16 1 5,17-7 162,19-7-144,17-13-18,-23-18 0,1-4 62,29 0 40,-9-17 27,-13-10 151,-17-14-162,-12-8-6,-17-6-22,-11-2-22,-12 2-1,-5 7-33,0 9-39,7 8-11,6 10 308,10 7-404,6 11-175,8 9-838,11 8-1967,14 8 3070,21 4 0,-20-15 0,3-1 0</inkml:trace>
  <inkml:trace contextRef="#ctx0" brushRef="#br0" timeOffset="93177">16807 4340 26827,'1'-34'11,"12"19"-22,29 53-6,-19-13 1,-1 1-232,0 2 1,-3 1 233,-2 1 0,-3-1-31,3 24 208,-17-12-101,-16-16 62,-12-14-40,-4-17 17,3-15 22,7-17-34,14 5 1,3-1-51,1-15-14,6 11 1,4 1 181,9-4-240,11-4-51,7 12-807,24 9 146,-14 12-720,-6 6 0,2 2-4680,23 1 5501,-27 1 0,-2 1 0,11-1 1,-18 1-1</inkml:trace>
  <inkml:trace contextRef="#ctx0" brushRef="#br0" timeOffset="93392">17555 4000 20593,'-16'-61'1833,"1"1"1,4 15 0,0 4-1067,-11-11-269,11 30-246,-1 3-201,5 10-12,5 22-17,12 17-22,0 10 3,4-6 0,1 3-248,1 1 0,1 2 230,1 3 0,2 4 0,0-1-327,-3-5 1,0 0 0,0 1 305,2 7 1,0 1 0,-2-4-30,0-1 1,-3-1-236,1 7 1,-2-3-504,-5-13 1,-2-2-458,2 5 0,-1-1 1260,0 16 0,-4-26 0,-2-14 0</inkml:trace>
  <inkml:trace contextRef="#ctx0" brushRef="#br0" timeOffset="93576">17461 4273 24447,'55'-24'-1393,"0"0"1,0 0-1,-3 1 1,-1 1-1,-5 7-635,-9 10 1,-3 2 895,2-1 0,-5 1 0,-7 0 0,-2 0 0</inkml:trace>
  <inkml:trace contextRef="#ctx0" brushRef="#br0" timeOffset="94316">18105 4083 25965,'-46'24'257,"20"9"-223,42-14 5,13 7-16,-7-14 33,6-2 44,-2-10-27,-1-6-11,0-8 11,-11-8-40,-6 3 74,-6-14-68,-5 16 39,-11-16-22,-2 20 45,-12-3-28,6 11 56,-9 3-6,-1 11-90,2 3-33,2 13-11,16 5-11,5 8-1,8-6-217,22 22-410,11-14-501,-4-10 0,4 0-179,4-5 0,2-3-1037,7-1 1,2-2-1454,3-3 0,2-4 1728,0-3 0,0-4 2092,-3-5 0,-1-5 0,-6-1 0,-1-3 2137,-8-4 0,-4-2 4472,13-19-4312,-21 6 1372,-17-20-2930,-9 23 840,-11-34-934,-3 29-203,-13-9-263,5 20 258,-26 9-263,12 10-107,-15 11-39,17 12-6,9 11-22,10 9 0,12 5-11,17 0-17,18-2 311,20-7-303,-20-24 1,1-3 30,30 3-44,-6-21 44,-11-15 17,-10-19 6,-11-15-276,-15 22 0,-2-3 300,-1-5 1,-2-2 11,-2-7 0,-2 0-461,1-5 0,-1-1 553,-1 2 1,0 0 30,-1 6 0,0 2 170,0 9 0,1 3-172,-2-14-147,2 22-44,3 14 511,1 14-511,8 17 0,7 22 0,-4-9 0,2 5 95,4 12 0,0 3-116,-4-10 0,0 3 1,1 1-2123,1 7 1,1 1 0,-2 1 2142,0-3 0,0-1 0,-2-3 0,2 4 0,-3-5 0,3 10 0</inkml:trace>
  <inkml:trace contextRef="#ctx0" brushRef="#br0" timeOffset="98401">10873 11928 25410,'-28'-48'168,"-7"17"-151,-8 54 6,-6 8-15,15-10 0,0 2-343,2-2 0,1 0 340,-1 0 1,0-1 16,-17 10 79,-5 1 50,27-19 238,-5 2-143,17-12-44,8-3-140,4 0 27,1 0-83,2 1 483,-1 3-467,1 7 18,1 7-35,1 2-5,2 20 6,-3-7 5,2 17 11,-4-7 1,-3 0-6,-1-10 27,-3 1 52,1-12 66,2-3 112,1-8-100,4-14-118,4-7-39,5-12 28,6-9-6,6-4-17,2 2 17,1 6-27,-1 7-7,3 9-5,-4 6-28,22 12 17,-6 7 5,20 11 6,-6 5-33,-2 4-51,-8 2-56,-15 4-207,-28 4-353,-29 5-61,3-24 0,-5-1-188,-5 0 0,-4-2-1912,0-3 1,0-2 2860,6-5 0,2-1 0,-7-1 0,20-6 0</inkml:trace>
  <inkml:trace contextRef="#ctx0" brushRef="#br0" timeOffset="98651">10793 11929 26207,'36'-27'229,"0"1"1,0-1 0,12-9 0,-7 8-113,-16 20 219,-9 3-347,-7 6-196,-5 6-3126,-6 7 3333,-3 4 0,0-5 0,0-5 0</inkml:trace>
  <inkml:trace contextRef="#ctx0" brushRef="#br0" timeOffset="105808">8125 12305 24163,'0'-8'2366,"0"1"-1828,-10-27 1,-3-6-588,7 12 303,-7-14 0,3 4-391,9 27 365,1 16-158,-1 19-541,-3 26 335,-1-15 0,-1 3 51,-3 8 1,-1 1 53,-1 2 1,-1 1-35,1-1 1,2-1 8,1-3 0,4-2-135,4-6 0,4-3-145,14 18 108,13-20 164,9-20-4,6-23 7,7-20-231,-24 8 0,-2-3 364,1-2 0,-1-1 93,-2-1 0,-3 1 379,-2 2 0,-1 1-275,8-17-118,-9 14-67,-8 14-62,-6 13-10,-1 16 687,-1 16-704,1 21-51,-2-18 0,1 3-743,0 5 0,2 2-2671,5 6 0,2-1 2842,1-3 1,1-4-1,8 14 1,-6-24 0</inkml:trace>
  <inkml:trace contextRef="#ctx0" brushRef="#br0" timeOffset="107441">9205 12376 22907,'-45'-26'731,"0"0"1,5 2 0,8 7-648,21 15-45,6 9 23,11 8-40,1 2 40,27 22-11,4-6-348,-8-8 1,2 1 301,0-2 1,1-2-9,0 2 1,0 0 2,-2-2 0,-1 0 11,18 20 23,-18-4 22,-18-2 11,-18-2 0,-12-3-33,-14 0-34,-5-3 0,0-2 474,2-1-1712,6 1 1238,4 3 0,11-13 0,6-2 0</inkml:trace>
  <inkml:trace contextRef="#ctx0" brushRef="#br0" timeOffset="108151">12238 11974 22190,'0'-6'2845,"0"0"-2610,0 6-123,0 0-89,-62 63-914,43-34 0,0 2 704,-11 7 0,-5 4 1,3 0-1201,0 11 1,2 0 1386,5-12 0,-2 0 0,3-4 0,2-3 0,2-3 0,0-2 0,0 1 0</inkml:trace>
  <inkml:trace contextRef="#ctx0" brushRef="#br0" timeOffset="108317">11630 12291 22324,'8'-43'949,"0"0"0,0 0 1,2-12-1,3 9-697,10 18-84,11 21-89,17 22-68,-17 0 0,4 4-950,10 8 1,3 2-104,-11-5 0,3 0 1,-1 1 679,-1-2 0,-1 1 0,-2-2 0,4 2 0,-4-3 1,9 4-1</inkml:trace>
  <inkml:trace contextRef="#ctx0" brushRef="#br0" timeOffset="112941">5900 8347 15956,'-22'10'2301,"21"-3"-1752,61-5-372,-19-2 0,3-1-1323,11-1 0,3-2 1205,-13 1 1,3 0 0,0-1-27,7 0 1,0-2 0,2 1-515,-10 0 1,1 1 0,1 0 0,1-1 501,2 0 0,2 0 0,0 0 0,1 0-264,3 0 0,1 1 0,1-1 0,0 0 258,3 0 0,0 0 1,0 0-1,1 1-2,-11 0 1,0 0-1,0 1 1,0 0 0,0-1-1,1 1 0,0 0 1,0 0-1,-1 0 1,1 0-2,0 0 0,0 0 1,0 0-1,-1 1 0,1-1-303,-1 0 0,0 1 1,-1-1-1,1 1 0,-1 0 300,0-1 0,0 1 0,0 0 0,0 0 0,0 1-4,0-1 1,-1 0 0,1 1-1,0-1 1,0 1-3,0-1 0,0 1 1,-1 0-1,1 0 1,1 0 3,-1 0 1,1 0 0,-1 0 0,1 1 0,-1-1-5,0 1 0,0-1 1,-1 1-1,1-1 1,-1 1-128,11-1 0,0 1 1,-1-1-1,-1 1 129,-3-1 1,-1 0 0,-1 1 0,0-1 76,-5 0 0,-2 0 0,0-1 1,-1 1-69,9-1 1,-3-1 0,-1 1 517,13-2 1,-4 0-469,-11-1 1,-3 0 10,-11 1 1,-3-1 75,17-3 2017,-18 1-1647,-14 4 1922,-10 0-2431,-16 2 1696,-10 0-1724,-20 0-12,-20 2-264,19-1 1,-3 1 254,-10 0 1,-3 0 13,13 0 1,-2 1 0,-2-1 20,-5 0 0,-2 1 1,-1-1-735,-5 1 1,-2-1 0,-1 1 733,11 0 1,0 0 0,-1-1-1,-1 1-556,-4 0 1,-1 1-1,0-1 1,0 1 555,-4 0 1,0 0-1,-1 0 1,0 0-2,12 0 1,-1 0 0,0 0 0,0 0 0,1 1-288,-1-1 0,0 0 1,0 1-1,0-1 0,0 1 282,1-1 0,0 1 1,-1 0-1,1-1 0,0 1 2,0 0 1,0 0-1,1 0 1,-1 0-1,0 0 1,0 0 1,-1 0 0,1 0-1,0 0 1,-1 0-5,0 0 0,0 0 0,0 1 0,0-1 0,0 0 5,0 0 1,-1 1 0,0-1 0,0 0-1,1 0 1,0 0 1,-1 0 0,1 0 0,0 0 0,1 0 2,-13 0 0,1 1 0,1-1 0,0 1 1,2-2 1,1 1-1,1-1 1,0 1-4,3-1 1,1 0-1,1 0 1,0 0-100,-11 0 1,0 0 0,2 0 107,6-1 1,0 1-1,2-2 161,7 1 1,0-1 0,2 0-155,-13 0 0,4 0 761,10-1 1,5 0-760,-14 0 1979,25 0-2107,21 0 1799,20 3-1671,18 1 7,27 3 7,-14-4 1,4 0-292,-8-1 1,4-1 0,1-1 278,11-1 1,1-2 0,3 0-424,-7 0 1,1-1-1,1 0 1,2 0 411,-7 0 1,2-1 0,0 0 0,2 0 0,0-1-417,5 1 0,1-1 1,0 0-1,2 0 1,0 0 410,-7 1 1,1 0 0,0 0 0,1 0 0,0 0-1,1 1-225,3-1 0,0 1 0,0-1 0,1 1 0,0 0 0,1 0 230,-8 1 0,0 0 0,0-1 1,1 1-1,0 0 0,0 1 0,-1-1-71,2 1 1,-1 0 0,0 0 0,1 0 0,-1 0 0,0 0 0,0 1 63,-1-1 1,0 1 0,0-1 0,0 1 0,0 0 0,-1 0 0,-1 0-50,7 0 1,0 0-1,-1 0 1,0 1-1,-1-1 1,0 1 45,6-1 1,0 0 0,-1 1 0,-1-1-1,-1 0 23,-6 1 0,0-1 0,-1 0 0,-1 1 0,-1-1-19,7 0 0,-1 1 1,-1-1-1,-2 0 162,-5 0 1,-1 1 0,-1-1 0,-1 1-161,9-1 1,-1 1 0,-2 0 3,-7-1 1,-1 1-1,-2 0-1,11 0 0,-4 0 742,-13-1 1,-4 1-513,5-1 1983,-29-2-2191,-30-2-5,-30-4-12,10 4 0,-6-1 569,-13-1 0,-6 0-577,15 2 1,-2 0 0,-3 0 7,-3 1 0,-4 1 0,0-1 1,3 1-160,1 0 0,2 0 0,-3 0 146,8 2 1,-4-1 0,-1 1 0,1 0 0,3 0-475,1 1 1,4 1 0,-1 0 0,-2 1 468,1-1 0,-3 1 0,-1 0 1,0 0-1,0 1-28,-1 0 0,1 0 1,-1 0-1,-1 1 0,-2 1-596,0 0 1,-3 1 0,0 0 0,-1 1 0,2-1 0,2 0 490,2 1 0,2-1 0,1 0 1,1 1-1,0-1 0,-8 1 0,0 1 1,3-1-1,9-1 0,5 1 0,-1 0 1</inkml:trace>
  <inkml:trace contextRef="#ctx0" brushRef="#br0" timeOffset="118241">12354 8043 17585,'-10'-56'1854,"-1"0"0,3 7 0,1 6-1036,2 3-381,3 17-432,2 14-49,-1 12 94,1 12-5,2 14-23,2 14 1,3 7 5,3 1 0,3-7 16,2-12 102,2-13 207,-1-10 95,3-17-95,3-12-118,6-18-72,7-15-308,-15 22 0,2-1 187,1-3 0,3 0-339,0 0 0,2 2 300,0 1 0,2 2-3,-3 4 0,1 3-185,20-9-2022,-12 16 2207,-13 24 0,-12-3 0,-8 9 0</inkml:trace>
  <inkml:trace contextRef="#ctx0" brushRef="#br0" timeOffset="119508">13973 9435 20912,'-12'-52'704,"0"-1"0,2 5 0,-2 19-569,-5 47 111,1 31-53,9-7 0,1 5-856,3-6 1,0 3 0,1 2 776,0 10 0,0 3 0,1 3-481,1-6 0,-1 1 0,1 2 0,-1 1 391,0-5 1,0 2 0,0 0 0,0 2-1,0 1-350,0-5 0,-1 2 1,0 1-1,1 0 1,-1 1-1,0 1 331,0-5 1,0 1 0,-1 1-1,1 0 1,0 1 0,0 0 0,-1 0-199,1 3 0,0 1 1,0 0-1,0 1 1,-1-1-1,1 1 1,1 0 190,-1-6 1,0 0-1,1 0 1,-1 0 0,1 0-1,0 0 1,0 0-1,1-1-60,0 1 1,1-1-1,0 0 1,0 0 0,0 0-1,1 0 1,0 0-1,0-1 57,1 6 0,0-1 1,1 0-1,0 0 0,0 0 1,1-1-1,1-1-108,0-2 1,0-1 0,1 0-1,1-1 1,0 0 0,0-1 0,0 0-426,1 6 0,2-1 0,-1 0 1,1-1-1,-1-2 0,1 0 538,0 1 0,1-1 0,-1-1 0,0-3 0,-1-3 0,2 9 0,0-4 0,-2-6 0,-2-6 0,1-1 0</inkml:trace>
  <inkml:trace contextRef="#ctx0" brushRef="#br0" timeOffset="120741">17859 9778 18924,'2'-62'1753,"-1"-1"0,0 13 0,0 7-1366,-2 7-326,0 25-27,1 8 28,2 20-18,2 12 35,1 24 5,-1 10-39,-2-8-20,-3-19 0,-1 1-25,-1 0 0,-1 1 19,0-1 1,0-1-3,0 0 0,1-4 196,0 2 274,2-19-257,0-12 5,1-16-22,-3-25-107,2-10-72,0 14 0,0-2-285,1 2 0,1 0 273,0-22-5,0 20 0,0-1-110,1 3 0,0 0 132,1-25-17,0 9-50,-2 35 12,0 13 21,0 16 1,2 29-34,-2 10 40,0-16 0,0 2-4,-1-3 0,-1-1 213,0 20-205,0-23 1,-1-1 11,-4 20 17,3-8 118,-2-11 10,3-29 428,0-20-579,-1-17 28,2-19-299,1 20 1,1-2 264,0-3 1,0-1 11,1-4 0,1 0 8,-1 1 1,0 1-89,1 5 1,-1 2 79,1-13-39,-1 23-56,-1 21-95,-2 20-1272,-1 23-2229,1 4 3663,-2 17 0,3-35 0,-1 0 0</inkml:trace>
  <inkml:trace contextRef="#ctx0" brushRef="#br0" timeOffset="124109">18594 9475 25914,'20'-25'176,"-1"0"1,10-14-82,-59 61-44,-13 8-40,-3 3-217,7-4 1,0 4 205,13-9 0,2 1 55,-3 1 1,3 0-11,2 16-23,27-21 12,9 0 16,26-3-55,8-8-299,-13-6 0,2-2 231,20-1-325,-15-1 1,1-1-2398,-2 0 0,0 0 2216,6 0 1,-2 1 0,14-2-1,-26 1 1</inkml:trace>
  <inkml:trace contextRef="#ctx0" brushRef="#br0" timeOffset="127060">20107 9354 15445,'0'-4'5680,"0"1"-3764,0 3-1804,-19-29 17,1 31-68,-11-23 1,6 36 72,-5 2-33,-6 2-42,6-3 0,0-1-20,-11 5 45,8-5 0,3-2 11,6-3 168,-13 3 297,20-11-235,3 0-100,4-5-35,7-1-83,1 1-79,0 1 0,0 1-23,0 9 12,0 2-28,0 5 22,0 8 28,0 14-22,1 4-11,-3 11 38,-3-8-10,0-13-3252,-7 6 3302,5-22 179,-6 9-146,10-18 326,-2 0-320,4-7 45,1-8-134,1-4 3374,3-8-3402,4 0-17,6 0 5,3 3 12,-1 5-12,7 3-5,12 6 11,7 0 0,15 6-6,-3 5 1,-11 2-90,14 9 16,-29-1 29,2 10-17,-36 3-57,-25 3 29,-7-5-28,8-11 0,-3-1-644,-25 9-164,5-7-978,7-7-4213,26-21 6122,8-6 0,7 3 0,3 3 0</inkml:trace>
  <inkml:trace contextRef="#ctx0" brushRef="#br0" timeOffset="127266">20156 9129 22459,'47'-20'0,"-1"0"0,-9 4 0,1 0 0</inkml:trace>
  <inkml:trace contextRef="#ctx0" brushRef="#br0" timeOffset="127810">21106 9787 21750,'1'-46'865,"0"0"0,0 0 1,0-14-1,-1 9-445,-2 19-330,0 17 150,0 11-246,2 17 95,4 19-72,-1 4-1,3 11-10,0-2 0,-1 2 2,0-13 0,0 1-210,3 20 1,2-2 195,11 5 74,9-18 49,12-20 7,20-25-642,-21-6 1,3-5 559,11-8 0,3-4-569,-14 6 0,1 0 0,1-1 570,2-2 0,2 1 0,0-1-17,0-1 0,0 1 0,0-1-17,-1 2 1,0-1-1,-1 2-277,0 0 0,-1 1 1,-1 1 265,-2 2 0,0 1 0,-1 1-352,18-4 0,-1 4 96,-7 4 1,-1 4-840,-7 4 1,-1 4 1096,-5 7 0,-4 1 0,3 0 0,-10 6 0</inkml:trace>
  <inkml:trace contextRef="#ctx0" brushRef="#br0" timeOffset="135768">17819 8434 18660,'-3'-44'1420,"0"1"0,1-1 0,-2-14 0,0 4-1020,1 18 1,0 3 148,-2-11-297,2 21-224,0 13-16,1 17 10,-2 15-22,0 24-3,2-15 0,1 3-186,-1 7 0,1 3 54,1 2 1,2 2-1195,1 4 1,2-1-2209,1 3 0,2-2 2952,0-6 0,1-3 0,2 12 0,-4-26 0</inkml:trace>
  <inkml:trace contextRef="#ctx0" brushRef="#br0" timeOffset="136758">18215 8231 18397,'0'-4'3322,"0"0"-2936,0 4-363,-76 11 28,34 15-400,-10-8 0,-1 3 486,28 3 0,3 2 250,-20 20 131,8-7-188,10-7-128,7-9-84,9-5-34,6-3 11,11-2 604,13-1-654,18-2-96,17-3-152,-22-4 0,1-2 23,2-1 1,1-1-374,2-2 0,0-1 105,-1-3 1,-1-2 40,-2-1 1,-1-3 151,-3-2 0,-1-2 160,-6-1 0,-1-2 168,15-23 223,-12-1 248,-11 4 201,-8 6 56,-9 10 175,-7 6-489,-3 6 280,-4 6-632,1 6-51,-1 9-23,3 7 1,4 5-6,3 3 33,11-2 12,7-2 17,10-7 6,6-6-12,5-13-23,0-8 23,-3-10 62,-7-7-23,-9-5-28,-8-1 12,-7 3-1,-6 7-28,-2 8-33,0 8-28,1 5-23,-1 9-27,-1 9-12,-4 11 11,-1 10 6,-1 9 12,6 2 4,6 0-49,12-3-34,12-4 27,14-7 24,12-10 16,8-11-235,2-14 251,-3-12 7,-6-11-12,-8-6 11,-11 1 12,-10 6 44,-10 8 1,-5 9-46,-6 6-33,-1 6 224,-2 4-213,1 4 1,3 4-29,5 1-6,6 1 23,16 0 0,-6-8 6,16-1 16,-9-14-22,8-7 40,-2-12 55,-3-12 11,-6-5 34,-4-3 62,-7 4 330,-4 0-471,-5 22-44,-3 2-6,-4 26 1,-3 13-7,-3 20-16,-7 16-9,6-11 1,1 1-170,1-14 0,2 2 77,-1 18 0,3 1-962,6-14 0,4-1-1245,3 11 0,3-1 1723,3-6 0,0-5 1,1 1-1,-9-27 0</inkml:trace>
  <inkml:trace contextRef="#ctx0" brushRef="#br0" timeOffset="136984">19863 8089 25216,'40'-25'-1967,"1"0"1,-1 0 0,5 2 0,1 1 0,-5 9-1,-7 11 1,-3 5 0,29-1 0,-50-1 0</inkml:trace>
  <inkml:trace contextRef="#ctx0" brushRef="#br0" timeOffset="137151">19978 8321 20028,'-6'2'5713,"2"-1"-4722,4-1-1394,42-31-1250,11 11-2735,-5-3 0,3 0 4388,-7 10 0,-4 3 0,13-4 0,-23 6 0</inkml:trace>
  <inkml:trace contextRef="#ctx0" brushRef="#br0" timeOffset="137351">20920 7834 27837,'-33'-13'22,"8"43"-39,25 8 1,6 8-1127,-1 12 1,1 1 36,3-2 0,1-1 632,1-4 1,-1-3-1,-3-14 1,0-5 0,1 7-1</inkml:trace>
  <inkml:trace contextRef="#ctx0" brushRef="#br0" timeOffset="149051">16511 11402 19025,'-5'-55'1407,"-1"1"1,1 7 0,-1 6-971,-4 11-370,3 16-78,3 21 33,3 17-5,1 23-23,0-14 1,1 1-386,-1 6 0,2 2 57,-1 4 1,2 0-967,1 4 1,0-2-421,0-8 1,0-1 1719,1 4 0,0-5 0,-1-7 0,0-2 0</inkml:trace>
  <inkml:trace contextRef="#ctx0" brushRef="#br0" timeOffset="150201">16510 11215 17064,'36'-27'-7,"1"1"0,-1-1 1,1 2-1,1 3 1,-1 6-8,12 11 0,1 6-1109,4-1 0,2-1 1117,3 2 1,1-1-434,-17 1 1,2-1 0,0 1 434,4 0 0,1-1 0,1 0-9,5 0 0,2-2 0,0 0 4,-10 1 1,0-1 0,1-1 0,1 0 5,3 0 0,2-2 0,0 1 0,0-1-382,5 0 0,0-1 1,1 0-1,1 0 386,-10 1 0,1 0 0,0 0 1,1 0-1,0 0-338,2-1 1,0 1-1,1-1 1,0 0 0,0 0 341,2 1 1,0-1-1,0 1 1,0-1 0,1 0-123,0 1 1,1-1 0,-1 1 0,1-1 0,0 1 128,0-1 0,-1 0 1,1 1-1,0-1 1,0 1-100,-1-1 0,1 1 1,0 0-1,0-1 0,-1 1 105,1 0 0,0-1 0,-1 1 0,1-1 0,0 1-17,0 0 1,0 0 0,0 0 0,1 0 0,-1 0 6,1-1 1,0 1 0,1 0 0,-1 0 0,1 0 32,-10 1 1,-1 0-1,1 0 1,0 0 0,0 0-1,0 1-25,1-1 1,-1 0 0,1 0 0,-1 0 0,1 1 0,-1-1-30,1 0 1,0 1 0,0-1 0,0 1 0,0-1 0,0 1 28,0-1 1,0 1 0,0 0 0,-1 0 0,1 0 0,0-1-7,-1 1 0,0 1 1,0-1-1,0 0 0,0 0 1,0 0 4,9 0 1,1 0 0,-1 0-1,0-1 1,0 1 58,-1 0 1,0 0-1,0 0 1,-1 1-1,0-1-60,-1 0 1,0 0 0,-1 0-1,1 0 1,-1 0-37,-1 0 0,0 0 0,0 0 0,-1 0 0,1 0 41,-2 0 0,0 0 0,0 0 0,0-1 0,-1 1-3,0 0 1,-1-1 0,0 1 0,0-1 0,0 1 24,-2-1 1,0 1-1,0-1 1,0 1-1,0-1-10,10 1 0,1-1 0,-1 0 0,0 1 2,-2-1 1,0 1-1,-1-1 1,0 1-1,-1 1 1,-1 0 0,0 0-1,-1 0 99,-2 1 0,-1-1 0,1 1 1,-2-1-93,-2 2 1,-1-1 0,0 1-1,-1-1 118,11 1 0,-2 0 0,-1-1-97,-4 1 1,-2 0 0,-2 0 699,14 0 0,-4 0-658,-9 0 1,-5 0 109,19 0 1849,-25 0-1933,-19 1 1793,-12 0-1748,-5 2 1736,-1 3-1585,-5 7 420,-2 4-571,-7 8-62,-4 8-51,-4 10-27,-1 11-29,12-21 1,1 1-375,1 5 1,1 1 351,3 6 1,2 1-438,2 4 1,3 1 442,3 2 0,2 1 5,3 2 1,0-2 7,2-1 1,1 0-9,-3-4 1,0 0-1,-3-3 1,-2 0-270,-2-4 0,-3 0 247,-4-3 0,-4-1 14,-2-3 0,-5-1-9,-4-3 1,-4-3-23,-5-3 1,-3-4-4,-5-1 1,-3-4 21,-5-3 1,-1-3-416,-5-1 0,-1-3 443,-3-2 1,-2-1 14,-4-1 0,-1-1-21,17 0 0,-1-1 1,-1 1-323,-3 0 0,-1 0 0,-1 1 305,-4 0 1,-2 1 0,0 0-374,-4 0 0,0 1 1,-1 0 295,12-1 0,0 1 0,-1-1 0,-1 1-69,-2 0 0,-1-1 1,0 1-1,0 0-11,-4 0 0,0 0 1,0 0-1,-1 0-299,-3-1 1,0 1-1,0 0 1,-1-1 442,12 0 0,-1 0 0,0-1 1,-1 0-1,1 1 27,-2-1 0,1 0 1,-1 0-1,0-1 0,0 1 9,-1 0 0,0-1 1,0 1-1,-1-1 1,1 0-3,-1 0 0,-1 0 0,0 0 0,1 0 0,-1-1 2,0 1 0,-1-1 0,1 1 1,-1-1-1,1 0-199,-1 0 0,0 0 0,0 0 0,0-1 0,0 1 184,0 0 1,-1-1 0,1 0-1,0 1 1,0-1-119,1 0 1,-1 1 0,1-1 0,0 0-1,0 0 99,0 0 1,1 0 0,0 0 0,-1 0-1,-1 0-30,2 0 0,-3 0 1,0 0-1,0 0 0,2 0 1,3 0 62,-6-1 0,4 1 1,0 0-1,-4-1 1,8 1 1,-2-1 0,-3 0 0,1 0 0,2 0 0,4 0 11,-5 0 0,4-1 0,0 0 0,-2 0-4,1 0 0,-2 0 0,0 0 0,-1-1 0,1 1 5,1-1 1,2 1 0,-1-1 0,-1 0 0,-1 0 3,3 0 0,-3 0 1,0 0-1,0-1 1,2 1-1,3 0-7,-6 0 1,4 0 0,1 0 0,-4 0 37,-2 0 1,-4 0 0,0 0-1,1-1 1,5 2-21,-10-1 0,5 1 0,-2 0 64,4 0 1,-1 0 0,-1 0 0,0 1-74,3-1 0,1 1 0,0 0 0,-3 0-4,7 1 1,-2-1 0,-1 1 0,2-1 0,3 1-7,-11 0 0,5-1 1,-4 1 3,1 0 0,-3 1 1,1-1-1,4 1 176,3-1 1,5 1 0,-3 0-161,4 0 0,-1 0 0,-1 1 0,1-1 28,-14 0 1,1 1 0,-1 0 38,9-1 0,-2 1 0,2 0 0,3 0-55,2-1 0,4 0 0,-2 1 31,-14-1 1,-3 1 0,6 0 351,4 0 0,3-1-342,-12 1 0,0-1 2,8 0 1,1 0 11,1-1 0,2-1-70,15-1 0,2-1-207,-21-3-4448,35-8 4627,21 2 0,-1 2 0,6 3 0</inkml:trace>
  <inkml:trace contextRef="#ctx0" brushRef="#br0" timeOffset="152192">16939 11571 21550,'18'-57'922,"1"0"1,-4 12-1,-2 6-412,-7 12 57,-5 19-433,0 1-6,-2 7-88,-6 19-15,0-1-3,-10 27-16,1 1-1,-2 14-330,5 2 331,10-5 5,13-9 6,9-12 73,11-14 83,5-14 23,5-19-17,-12-7 1,0-4-68,11-14 8,-11 3 0,0-1 252,6-12-255,-15 18 1,0 0 72,10-15-38,-9 12-141,-9 16-11,-5 8-28,-3 14 45,2 8 5,1 17-39,1 15 17,-2 15-354,-4-24 1,1 1-420,0 4 0,0 2 773,2 8 0,1-2 0,0 5 0,1-3 0</inkml:trace>
  <inkml:trace contextRef="#ctx0" brushRef="#br0" timeOffset="152658">17984 11366 19741,'6'-54'1594,"1"0"1,-2 5-1,-2 6-1218,-2-1 719,-3 20-1078,0 21 357,-2 21-357,-2 19-12,-1 8-49,2 1 1,0 15 0,0 4 0,2-8-476,2-13 0,1-3 0,1 5 216,-1 6 1,1 8-1,0 2 1,1-5-1,1-10 1,1-4-1,2-6 1,4-2 0,-1-1-1</inkml:trace>
  <inkml:trace contextRef="#ctx0" brushRef="#br0" timeOffset="153234">18969 11426 21747,'-3'-2'2896,"0"0"-2314,3 2-560,-62-26 23,10 24-28,3-9 0,-1 3-239,12 13 1,4 5 237,-27 8 104,14-2-63,-1 5 33,14 1-46,4-2-4,8 3 10,15-7 6,5 1-22,3-3 384,3 4-295,4 6-28,-1 4 6,-1 7 6,-3-4-63,-4-7 113,-3 6-34,0-15 146,0 3 218,2-12 96,2-7-387,5-15-129,2-1-5,6-13-12,1 5-16,3 4-18,-2 3 1,6 4-22,4 6 5,5 3-17,10 7-6,3 10 18,6 8-46,5 7 23,-2 3 6,-11 2-56,-15 3-62,-24 2-364,-27 5-1996,1-20 0,-3-2 327,-25 14 2173,19-16 0,2-3 0,7-4 0,0-1 0</inkml:trace>
  <inkml:trace contextRef="#ctx0" brushRef="#br0" timeOffset="155175">10158 6051 19899,'-1'-53'586,"0"0"0,3 1 0,6 3-429,7 16 0,4 3-385,5-5 1,4 1 375,3 0 0,3 2-487,4 0 1,2 2 427,3 2 1,1 3-23,1 3 1,0 2-18,1 2 0,1 4-22,-1 3 0,-1 3-31,0 1 1,0 4-7,-1 4 1,-1 4 13,0 1 1,-1 3-40,-1 5 0,-1 3 62,-2 2 0,-1 3-6,-1 3 0,-2 3 6,-4 0 0,-2 2-8,-2 0 0,-3 1 2,-4-2 0,-3 0 47,6 25 43,-13-4 0,-16-6 350,-12-3-367,-11-5 34,-8-6 33,-2-10 880,-4-9-863,1-12 580,2-12-613,5-9 18,8-6 15,7 2 23,8 6-101,6 9-95,4 6-17,3 5 11,3 6 11,5 3 17,7 5 17,8-1-6,10-2-11,10-5 11,7-3-17,4-3 12,0 1 44,-3-2-38,-5-5-46,0-5-548,2-9-7042,4-6 6766,-6 0 1,-17 10 0,-14 6-1</inkml:trace>
  <inkml:trace contextRef="#ctx0" brushRef="#br0" timeOffset="156158">19507 11266 21147,'2'-60'1374,"0"-1"0,0 8 1,0 7-865,-2 5-297,0 18-180,0 13-21,2 20 27,4 19 28,4 32-56,-4-16 0,0 4-781,-1 12 1,-1 2 763,-2-17 0,0 2 1,-2 0-68,-1 2 0,0 1 0,-1 1-416,0-1 0,-1 1 0,1-1-1821,-1 0 1,0 0-1,1-2 2310,1 15 0,1-5 0,0-20 0,0-5 0,3 3 0</inkml:trace>
  <inkml:trace contextRef="#ctx0" brushRef="#br0" timeOffset="156751">20580 11213 25920,'-32'-5'17,"1"-1"0,-15-5-6,14 18 0,1 3 0,-18 1 28,-12 2-16,3-1-1,5 0-27,23-4 10,4 3 6,17-3-33,1 3 39,2 2 56,4 9-51,0-6 45,2 13-5,0-5-12,0 7 12,-1 8-40,0-14 29,1 13-51,0-25 28,0 9 16,0-15 52,2-1 340,1-3-144,2-8-214,0-1 51,4-13-62,1-2-22,5-7-56,3 2 22,11 5 6,-8 11-12,15 4 1,-7 13-23,12 8 0,11 20 0,-9 2-136,-21-13 1,-3 0 140,2 10-21,-12 8-23,-15-9-325,-21 11-493,-7-11-1215,-16-6-135,18-15 2224,-8-7 0,27-4 0,-5-1 0</inkml:trace>
  <inkml:trace contextRef="#ctx0" brushRef="#br0" timeOffset="157134">21012 11010 22662,'-3'-50'739,"1"0"1,0 5-1,-1 7 961,-3 7-1577,4 16 283,-1 9-378,3 20 232,3 20-218,2 8 0,0 6-22,1 5 0,0 2-379,-1-6 1,1 3 0,-1 0 358,-1-2 0,0-1 0,0 1-12,1 2 1,-1 0 0,1-2-40,0 11 1,0 0-303,-1-14 1,1 2-1,0-1-2924,0-3 0,-1 0 0,1-2 1785,1 9 1,-1-3 0,0-1 0,-1-9 0,-2-25 0</inkml:trace>
  <inkml:trace contextRef="#ctx0" brushRef="#br0" timeOffset="158708">21836 11325 17731,'-1'-6'2431,"0"-25"0,3-5-1608,4 2-580,-1-8 1,1 1 14,11 7-140,3 6-68,4 11-16,4 7-12,5 11-28,5 10 1,0 14-12,-1 13 6,-5 11-235,-10 6 257,-12 1 6,-16-4 28,-14-7 11,-15-7 73,-4-9 134,0-9 163,7-10 45,10-7-113,9-11-123,8-5-100,8-6 177,8-1-284,9 2-22,6 6-12,7 6 1,-4 4-12,24 18 0,-11 6-253,-10-4 0,-1 3 267,-6-1 0,-2 2-8,15 24-12,-16-2-21,-24-3-102,-23-8-364,-22-7-851,-12-12-4760,-3-10 6121,11-9 0,20 1 0,15-1 0</inkml:trace>
  <inkml:trace contextRef="#ctx0" brushRef="#br0" timeOffset="158941">22718 10692 25758,'-2'48'98,"0"0"1,1 0-1,-1 4 1,0 1-1,2 0-96,1 2 0,1-1 0,0 2-1065,0 3 0,2 1 0,-1 0 982,2 1 1,0-1 0,1 0-400,0-3 0,2-1 0,-1 0-1925,2-5 1,-1-1-1,1-2 2160,4 10 0,-1-6 0,-3-18 0,-1-5 0,1-1 0</inkml:trace>
  <inkml:trace contextRef="#ctx0" brushRef="#br0" timeOffset="159358">23576 10961 25539,'-50'31'61,"1"0"1,1 4 0,9 5-54,20 6 1,6 3-1128,-1 4 0,3 1 1124,2 0 1,4 0-1,6-3 1,5-1 24,5-3 0,5-2-39,7-4 1,5-3 19,4-5 0,3-3 14,-1-7 1,1-3 46,-3-6 1,0-5 621,16-10-498,-13-19-45,-12-18-11,-10-15-264,-6-8 197,-10 28 0,-3 0 11,-2 2 0,-5 1 22,-25-20-33,-11 16-28,-6 15-56,3 18 1094,8 15-1106,8 13-105,10 14-864,10 7-2727,15 3 3719,22 6 0,-9-27 0,10-2 0</inkml:trace>
  <inkml:trace contextRef="#ctx0" brushRef="#br0" timeOffset="159775">24495 11001 20319,'10'-56'1695,"0"0"0,-2 6 1,-1 6-951,0-6-320,-3 21-346,-3 17-57,-1 19 34,-3 20-22,-1 25-23,0-13 0,1 3-607,-1 10 0,1 3 596,1-13 0,1 2 0,-1 1-19,1 3 1,0 1-1,1 1-159,1 1 1,0 2 0,1-1-1024,1 0 1,0-1 0,2 0-1030,0-1 1,2-2 0,0-1 1810,2 12 0,1-6 0,-3-18 1,-1-5-1,1 0 0</inkml:trace>
  <inkml:trace contextRef="#ctx0" brushRef="#br0" timeOffset="160175">25360 11237 19028,'-7'-54'773,"0"0"0,-1 6 0,-1 6 1437,-11-1-2026,-4 16-94,-16 16-62,-2 20-17,-3 7-8,18 3 0,1 3 312,-16 24-326,18-16 0,1 2 250,4 0 1,6 2-249,5 2 1,4 0 1266,6 11-1253,23 3 1,6-31 61,11-3 424,2-16-195,7-23-128,-18 3 196,8-22-22,-21 14-51,1-4-33,-8 9-213,-5 11-23,-6 16-5,-1 5-6,-3 21-17,0 8 0,1-1 1,0 4-121,0 0 0,1 2-1483,3 15 1,1 0-1131,-1-15 0,1 0 2139,3 9 0,0-5 0,-1-9 0,0 1 0</inkml:trace>
  <inkml:trace contextRef="#ctx0" brushRef="#br0" timeOffset="165066">9758 7504 10166,'-7'3'3821,"1"0"-2591,6-3 3499,0 0-4550,-8 1-178,5 0-414,-7 2-452,5 2-567,1 2 1402,-1 3 1,3-5 0,0 0-1</inkml:trace>
  <inkml:trace contextRef="#ctx0" brushRef="#br0" timeOffset="166726">18589 12538 10091,'-8'0'8261,"1"0"-7605,7 0-6,0 0-415,-52-5 34,63-1-202,-31-5-22,82 1-23,-13 2-5,-15 4 0,0 0 33,23-3-14,-16 2 1,-1 0 2,17-2-296,-9 1 346,-32 4 12,-15 1-129,-19 4 6,-17 4 30,0 1 1,-4 1 10,1 0 1,-1 0-6,-1 1 0,-1 0 28,0 0 0,0-1-95,9-2 0,1 0 120,-6 1 1,0 0 438,-21 5-522,28-6 111,21-3-39,19-3 11,27-6-42,-1 0 0,3-1-25,-8 1 0,2 0-287,10-1 0,5-2 0,-4 2 292,-2 0 1,-2 1-4,8-2 1,0 2 17,-13 0 0,-4 2 164,-4 1 1,-18 0-174,-33 8 17,-35 3-16,-1 2-405,14-3 0,-1 0 401,7-2 1,-1 1 280,-3-1 1,-5 1 0,6-1-226,9-1 0,3-1 525,-10 1 1,16-5-434,70-14-139,-15 5 0,3 0-482,15-3 0,3 0-678,1 3 1,0 2 575,-6 1 1,-2 2 0,13 0 0,-26 4-1</inkml:trace>
  <inkml:trace contextRef="#ctx0" brushRef="#br0" timeOffset="168993">17491 9157 12275,'-44'0'1788,"-1"0"0,0 0 0,-12-1 1,8-1-557,10-1-910,21-3-87,23-2-68,17 0-21,26-3-62,6 2 0,9-1-1121,-18 3 1,1 0-1,2 0 1052,2-1 0,2 0 0,2 0 10,-5 0 0,2 0 0,1 0 1,0 0-586,-1 0 0,0 0 0,1 0 0,3 0 581,1-1 1,2 1-1,1-1 1,3 0-1,2 0 2,-6 1 0,1 0 0,3-1 1,1 1-1,-1 0 0,1 0 1,-3-1-240,-2 2 1,-2-1 0,1 0 0,-1 1 0,0-1 0,0 0 0,0 1 218,-1 0 0,1 0 0,-1-1 1,1 1-1,-1 0 0,0 0 1,0 0-177,7-2 1,0 0 0,0 1 0,0-1 0,-2 0 0,-2 1 177,0 0 1,-3 0 0,0 0-1,0 1 1,2-1 35,-3 0 0,1 0 1,0 0-1,1 1 1,0-1-1,-1 0-44,9-1 1,0-1 0,0 1 0,-2 0 0,-4 1 7,-4 0 1,-3 1-1,-2-1 1,-1 1 1,7-1 1,-2 0 0,-10 1-31,2-2 1081,-73 9-1064,-9 3 1,-10 2-8,0 0 0,-7 1 1,-5 1-1,1 0 2,-1 1 0,-2 0 0,0 1 0,-4 0-2,10-1 1,-2 0 0,-3 1 0,1 0 0,1 0 0,4 0-4,-10 1 1,3 0 0,1 0-1,-3 1-21,11-1 1,-2 0-1,-1 0 1,-1 1 0,1 0-1,3 0-99,-4 0 0,1 0 1,2 0-1,-2 0 0,-2 1 94,1-1 0,-1 2 0,-2-1 0,0 1 0,-2 0 0,0 1 14,2-1 1,-1 0 0,-2 1 0,0 0 0,1-1 0,0 1 0,2-1-137,-1 1 0,0-1 0,1 0 0,1 0 0,1 0 1,-1 0 163,3 0 0,0 0 0,0-1 0,1 1 0,1-1 0,1-1 4,-4 1 0,0 0 1,1 0-1,2-1 1,2-1 90,1 0 0,3-1 0,0 0 0,-1 0-80,-6 0 0,-1 1 1,0 0-1,1-2 201,4-1 1,1-1 0,2-1 0,3 0-127,-16 1-1,6-1-72,10-3 0,9-3 1462,18-6-1518,35-6 56,27-8 9,-7 9 0,6-1 0,3 0-11,5-1 0,2 0 0,1 0-6,4 0 1,2-1-1,3 0 11,-17 5 0,3 0 0,1-1 1,1 1-1,-1-1-115,-1 2 1,-1-1-1,2 1 1,0 0-1,3-1 126,2 0 1,1 0 0,2-1 0,2 1 0,2-1 0,1 0-100,-12 3 0,3-1 0,1 1 0,1-1 0,1 0 0,0 1 0,-1-1 1,0 1-1,-1 0 74,2-1 0,0 1 0,-2 0 1,1-1-1,0 1 0,0 0 1,1 0-1,1 0-119,0 0 0,2-1 1,1 1-1,1-1 0,0 1 1,-1 0-1,-2-1 0,-2 2 1,-3-1 100,6 0 1,-3 1 0,-3-1 0,0 1 0,0 0-1,2 0-296,5-1 1,2 0 0,0 0 0,0 1 0,-4-1 0,-4 2 307,2 0 0,-5 0 0,-2 1 0,-1 0 0,12-2 0,-2 1 0,-7 0 0,-11 3 0,0-1 0</inkml:trace>
  <inkml:trace contextRef="#ctx0" brushRef="#br0" timeOffset="171026">16780 12736 9912,'0'-7'6077,"0"1"-3529,0 6 611,0 0-2212,4-69-258,-5 45-476,3-15 0,-1 5-140,-4 26-96,2 10 29,1 4 16,0 14-5,0 5-6,0 12 12,3 1 5,5 2-6,-1-15 101,7-1 124,-4-17 150,5-4-61,5-12-28,19-23-145,4-9-381,-19 18 0,0-1 310,3-4 0,0 0-16,-4 3 0,0 0-6,4-6 0,1-1-1573,1 0 1,-3 0 1563,7-7 40,-2 2-45,-22 26-67,-2 4-23,-5 4 297,-1 14-588,-1 7-157,1 6 1359,-4 13-877,-6 5 0,5-14 0,-4 0 0</inkml:trace>
  <inkml:trace contextRef="#ctx0" brushRef="#br0" timeOffset="179051">17246 11002 10224,'-4'4'5793,"1"-1"-1775,3-3-3606,-4-30-293,7 10 144,0-27-38,22 1-102,-4 11-44,2 5 0,2-2-369,-1 8 0,1 1 316,7-7 1,4 1 58,10-4 0,2 2 117,-6 7 0,0 2-64,-2 1 0,0 3 7,-3 4 1,-2 4-18,21-1-310,-22 6 0,0 2 160,-1 2 0,0 2-51,5 5 1,1 2 67,-5 0 1,-1 2-46,-1 0 1,0 2-22,-1 1 1,-1 1-79,15 13 37,-18-9 1,-2 1 12,-1 5 1,-4 1-69,4 18-66,-8-3 43,-17-5 267,-8-11 221,-6 4 812,-12-3-873,1-10 14,-1-3 565,-1-7-441,2-4-92,-7 1-194,-10-4-203,4-2-83,2-1 230,5-7-86,12-3-71,-2-5 77,10-6-56,6 7 28,5 1 3,2 11 33,0 3 20,2 3 145,2 4-84,2-1 37,11 10-12,-6-5 17,19 7 29,18 0-35,8 0-291,-18-6 0,0 0 211,-4-2 0,-1 0 92,18 1 85,-1-3 238,-17-3-85,-3-7-212,-4-4-94,-9-5-66,-4 2-80,1-1-1847,-5 9-7860,-1 8 8613,-4 1 1,-3 5 0,-1-7-1</inkml:trace>
  <inkml:trace contextRef="#ctx0" brushRef="#br0" timeOffset="182116">20207 12908 21125,'2'-42'780,"0"1"1,1 1 0,-2 16-765,-4 34 40,0 12-33,-3 8-1,-2 19 40,-1 0-260,2-17 0,0 2 198,-1-1 0,-1 1 11,-3 6 1,-1-2-1,-4 13 0,5-20 1,-2-3 56,-4-4 83,-6-3 73,-15-21-101,0-15-78,-2-7 56,-5-15-12,12 2 452,-6-9-334,7 1-67,13 15-73,6 8-79,11 15 12,3 5 6,5 8 11,5 9 5,7 12-5,9 20-6,-7-14 0,10 17 51,-3-23 36,1-11 1,3-3-7,0-5 0,2-3-944,11-4 0,1-5 877,-11-1 0,-1-2 8,9-7 1,0-1-17,-10 2 0,0-1-166,6-3 1,-1-1-2261,9-6-7422,-17 5 8193,-22 11 0,-6 4 0,0 1 0</inkml:trace>
  <inkml:trace contextRef="#ctx0" brushRef="#br0" timeOffset="182733">17012 14525 22627,'2'47'184,"-1"-9"-162,-8 20 1,-3 6-1067,1-18 0,-1-1 746,0-2 1,-2 2 0,2-2-2081,-2 7 1,2-4 1989,3-9 0,1-3 0,2 5 0,4-21 0</inkml:trace>
  <inkml:trace contextRef="#ctx0" brushRef="#br0" timeOffset="183766">17075 14432 17557,'-1'-3'3590,"0"1"-3338,1 2-240,51-36-12,-2 25-446,1-8 0,5 0 451,-5 15 1,2 3-618,7-2 1,3 0 603,-15 1 1,0-1 0,2 1-562,5-2 0,1 1 1,1-1 562,5 0 1,1 0-1,1-1-422,-12 1 1,0 0 0,1 1 0,0-2 435,3 1 1,0-1-1,0 1 1,1-1-8,1 0 0,1 1 1,0-1-1,0 0 0,2 0 1,-1 0-1,1 0 1,0 0-4,2 0 1,-1 0 0,1 0-1,1 0-260,-13 1 0,2-1 0,-1 1 0,1 0 0,-1 0 262,3 0 0,-1 0 0,1 0 0,0 0 0,0 0-4,2 0 1,0 0 0,1 1-1,0-1 1,0 0 2,2 0 0,1 0 0,0 1 0,1-1 0,-1 0-149,3 1 0,-1-1 1,1 1-1,0-1 1,1 1 144,-10 1 0,-1-1 1,2 1-1,-1-1 0,0 1 1,0 0-68,0 0 1,1 0 0,-1 0 0,0 0 0,0 0 0,0 0 68,10 0 1,-1 1 0,0-1 0,0 1-1,0-1-6,-3 1 0,0 0 0,0-1 0,-1 1 0,0 0 7,-3 0 1,0 1 0,0-1 0,-1 0 0,0 0 2,-4 0 0,1 1 0,-1-1 1,-1 0-1,0 0-7,10 0 1,0 0-1,-1 0 1,-1 0-2,-2-1 0,-1 0 0,0 0 0,0 0 11,-1 0 0,-1 0 0,0 0 0,1-1 121,-2 0 1,1 0-1,0 0 1,-1 0-122,1 0 0,0 0 0,0 0 0,0 0 0,-1-1 0,1 1 1,0 0-1,-1 0 103,0 1 0,0-1 1,0 1-1,-1-1-103,-1 1 0,-1 0 0,0 0 1,0 1 2,12-1 1,0 1-1,-2 0 284,-5 0 1,-2 0 0,-2 1-294,-6 0 0,-1 0 0,-3 1 643,9 0 1,-3 1-642,-12 1 0,-4 0 1186,7 5-1164,-18 2 1969,-12 1-1947,-2 3 1448,0 3-1402,1 3 394,0 5-406,0 6-16,1 7-40,-1 8 1,4 8 10,3 4-273,-5-26 1,1 0 247,0 1 1,1 1-7,0 2 1,1 0 3,-2 2 0,-1 1 2,-1 1 0,0 0 6,-3 0 0,-1 0 3,-2-1 0,-3-1 5,-2 0 1,-4-2-3,-2-1 0,-3-1-32,-5-2 1,-2-1-20,-3-3 0,-2-1-28,-3-3 0,-2-3-45,0-1 1,-2-3-4,-2-2 1,-2-2 25,-1-1 0,-1-2 42,-4-2 0,-1-2-318,-5-1 0,0-1 346,-6-1 0,0-1-599,-6-1 1,0 0 607,16-1 0,0 0 0,-1 0-457,-2 0 0,-1 0 0,-1 0 453,-2 1 0,-1-1 1,-1 1-16,-4 0 1,0 0-1,-1 0-2,-3 1 1,-1 0 0,-1 0 9,13 0 1,0 0-1,-1 0 1,0 1-349,-2 0 0,-1 0 0,-1 0 0,0 0 348,-2 1 1,-1 0-1,0-1 1,0 1-284,-3 0 0,0 1 0,0-1 0,-1 0 292,12 0 1,-1-1 0,1 1 0,-1-1 0,0 1-2,-1-1 1,0 1-1,-1-1 1,1 1-1,0-1 1,0 1 1,-1-1 0,1 1 0,0-1-1,-1 1-144,1-1 0,0 0 1,-1 0-1,1 0 1,0 1 147,0-2 0,1 1 0,-1 0 0,1 0 0,0 0-2,0-1 1,0 1 0,0-1 0,0 1 0,0-1 3,-11 1 1,0-1 0,0 1 0,0-1-57,-1 0 0,1 1 1,0-1-1,0 0 59,1-1 1,-1 1 0,1 0 0,0-1-2,-1 1 0,1-1 0,0 0 1,0 1-6,0-1 0,1 0 1,-1 1-1,1-1 12,0 0 0,1 0 1,-1-1-1,1 1-1,0 0 0,1 0 1,0 0-1,0 0 15,1-1 0,1 0 1,0 1-1,0-1-2,2 0 1,0 0 0,1 0 0,0 1 87,2-1 1,1-1 0,0 1 0,0 0-97,-12-1 0,0 0 0,1 0-4,4 0 0,0 0 0,1 0 103,4 0 1,1-1 0,1 1-114,4 0 1,0 0 0,1 0 373,-17 1 0,2-1-403,5 1 0,2-1 163,6 0 1,2 0-136,4-2 0,4 0 0,-4-1 0,13 0 0</inkml:trace>
  <inkml:trace contextRef="#ctx0" brushRef="#br0" timeOffset="184699">17657 14801 10567,'0'8'9500,"0"-1"-8448,0-7 366,0 0-516,19-62-225,-10 24-397,3-4 0,0-1 202,-3 3 106,-1 9-481,-5 15-51,0 6-73,-3 10 6,-1 10 28,-3 11-12,-3 18-5,-4 14 3,4-22 0,0 1-189,-1 3 1,1 0 191,1 0 0,1 0-15,3 4 1,2 0 8,6 16-76,9-4 104,-1-32 56,6-9 28,1-19-28,10-10-6,-8-2 1,-1-4 27,19-23-50,-3-1 39,-9 3 1,-13 19 388,1-4-495,-8 16 85,-4 8-69,-4 11 18,0 10-18,0 11 1,1 26-29,0 4-778,1-18 1,1-2 705,2 16-365,2-20 0,1 0-801,11 16-1537,-1-17 1,1-2 2797,13 6 0,-5-10 0,-15-21 0</inkml:trace>
  <inkml:trace contextRef="#ctx0" brushRef="#br0" timeOffset="184916">18506 14636 19456,'1'-45'1321,"1"1"1,-1-1 0,1-14 0,-1 7-375,-4 1-740,2 24-72,-3 12-117,3 23 33,0 14-40,-1 21-17,1 20-192,-1-4 192,2-16 1,-1 3-281,1 10 1,-1 0-394,1-10 0,0 3-1793,1 4 0,2 5 0,0-6 1955,0-14 0,1-2 1,0 8-1,0-5 1,2-11-1</inkml:trace>
  <inkml:trace contextRef="#ctx0" brushRef="#br0" timeOffset="185349">19101 14565 24374,'-16'-42'450,"0"1"0,1 0 0,4 17-439,9 31 0,1 15 1,0 22-4,0-14 0,-1 3-449,0 6 1,0 1 440,-1 2 0,1 0 14,0-1 0,0-2-20,3 20 33,3-25 1,3-3-6,7 0 62,7 4 17,-1-29-23,5-18-11,8-14-27,7-17 26,-17 17 1,0-2-34,0-2 1,1 0 0,-1 0 0,0 1 117,17-19-62,-12 17 269,-9 13-330,-13 17 0,-2 14 0,-7 15-28,-2 13 11,-2 9-11,1 5 80,2 5-259,6-27 0,2 0-539,1 2 1,3 0-1218,4 0 0,2-1 1935,3 0 0,1-4 0,2 5 0,0-11 0</inkml:trace>
  <inkml:trace contextRef="#ctx0" brushRef="#br0" timeOffset="185583">20016 14438 22010,'-3'-55'1355,"1"-1"1,0 8 0,0 7-970,1 13-302,0 17-73,1 14 85,10 34-35,1 9-36,-2-6 1,0 3-571,-1 4 0,-1 1 553,-1 9 1,-1 1-13,-2-15 0,0 0 1,-2 2-158,1 2 1,-1 0-1,0 1-737,-1 1 0,0 1 0,1-2-2379,0-1 0,0-2 0,0-2 1948,1 7 0,-1-6 1,3 11-1,-2-41 0</inkml:trace>
  <inkml:trace contextRef="#ctx0" brushRef="#br0" timeOffset="186209">21189 14360 24766,'-35'0'162,"-7"2"-123,-3 13-11,-10-2-725,-3-3 719,4-3 204,8-2-215,7-1 126,7 2-137,6 2-17,4 2 11,7 2 372,5 1-355,5 2 32,4 1-38,2 5 23,2 3-11,1 6-17,2 4 11,-3 5 6,-1 1 11,-1-2-22,-3-5 5,0-7 106,-1-9 265,0-7 55,2-9-197,3-10-72,4-7-44,6-12-46,7-6-11,7-3-22,5 2-17,1 7 6,-1 10-18,-3 9-4,0 10-12,1 12-6,-1 11 23,2 13-12,-2 8-10,-2 2-6,-7 3-45,-11-1-84,-18 1-359,-18-5-801,-18-9-1708,-12-14 2609,24-15 1,1-3 0,-4-1 0,5-4 0</inkml:trace>
  <inkml:trace contextRef="#ctx0" brushRef="#br0" timeOffset="186426">21473 14230 25359,'39'-2'271,"1"-1"0,-4 7 0,-8 8-179,-21 18 1,-9 8-853,1 10 0,-3 2 771,-2 12 1,-2 2-500,0-17 1,0 1-1,0 1 309,1 2 0,0 0 0,1 0-945,2 0 0,0-1 0,2-2 1124,3 15 0,3-6 0,-2-18 0,1-6 0,5 3 0</inkml:trace>
  <inkml:trace contextRef="#ctx0" brushRef="#br0" timeOffset="187050">22122 14587 13497,'-5'2'7202,"0"-1"-4552,5-1-1760,-21-67-682,15 44-71,-5-17 0,5 2 20,13 24-51,6 0-50,8 5-5,15 6-46,-8 6-10,22 9 16,-8 7-176,-14-5 0,0 2 162,2 2 0,-1 2-1666,4 8 1,-4 2 1629,9 11-42,-18-9 0,-9 0 25,-19 10 22,-14 8 34,-19-9 23,-7-11 22,-2-13 27,6-8 35,7-14 238,10-7-211,10-10 3367,8-5-3288,11-4-17,2 10-78,11-1-56,2 13-23,9 2-11,21 11-17,3 8-5,5 5-12,-24-4 0,0 1-10,18 14 13,-22-10 0,-2 1-8,9 19 0,-35 6-6,-12-16-101,-39 5-358,-5-19-392,19-7 1,-1-2-4049,-8-5 1,3-1 2837,-11-2 0,9-4 1,39 4-1</inkml:trace>
  <inkml:trace contextRef="#ctx0" brushRef="#br0" timeOffset="187283">22811 14164 26256,'10'45'24,"-1"0"1,1 0 0,0 2-1,-1 2 1,-1-1-22,-3 1 1,-1 0 0,0 1-1233,1 12 1,-2 2-1,1-2 838,0-10 1,-1-1 0,1-1-124,-1-2 1,-1-2 0,2-2 513,6 13 0,0-10 0,-3-12 0,5 7 0</inkml:trace>
  <inkml:trace contextRef="#ctx0" brushRef="#br0" timeOffset="187710">23644 14302 20274,'-1'-8'4419,"0"2"-4038,1 6-219,0 0-78,-46 3-10,19 27-63,-2-17 0,-1 3-102,11 16 1,5 8 137,-2 2 1,2 2-353,0 0 0,3 1 327,0 5 1,5-2 2,9-11 0,5-3-3,7 15 6,9-19 0,4-3 23,18 2 5,-13-12 0,1-3 78,16-6-363,-11-17 319,-14-3 100,-8-16 34,-11-11 75,-11-1-243,-13-6-17,-18 16-28,1 10 6,-23 6-56,21 11 249,-13 7-233,24 3 199,-4 22-1184,16-4-29,-3 6-8794,24 8 9796,6-17 0,0 3 1,-3-16-1</inkml:trace>
  <inkml:trace contextRef="#ctx0" brushRef="#br0" timeOffset="187976">24055 14283 24393,'-15'-42'651,"0"0"1,2 4 0,3 10-539,7 23-85,3 9 14,-1 4-3,1 31-39,-2 9 8,0-9 1,-1 4-545,-2 4 1,-2 1 521,0 7 0,0 1-93,-1 4 1,1 0-513,1-1 0,3-1-1473,3-5 0,4-2 1567,0-11 1,2-4-1,5 7 1,-3-23-1</inkml:trace>
  <inkml:trace contextRef="#ctx0" brushRef="#br0" timeOffset="188360">24583 14570 16874,'0'-10'3156,"-4"-22"1,-4-6-2245,-6 4-643,1-6 0,-2 1 45,-15 12-169,-4 13-72,-3 12-17,-3 13-45,1 8-16,4 11 10,7 4-5,10 2 0,9 0 6,12-3 22,9-5 39,8-7 62,6-9 112,2-10 84,0-10 22,-1-8-33,-2-5-57,-5 2-33,-6 4-89,-6 7-96,-5 4-11,-2 11-6,-2 8 1,-1 17-18,0 15-38,0 15-490,4-25 0,2 2-1121,2 6 1,2 1 1015,2-3 0,0-3 0,5 15 1,-6-23-1</inkml:trace>
  <inkml:trace contextRef="#ctx0" brushRef="#br0" timeOffset="191400">17002 14834 15908,'-11'-42'1610,"0"0"1,-1 0-1,-2-12 1,2 9-749,6 10-554,4 20 186,1 5-214,1 6-54,1 0-203,0 3-36,0 1 30,1 3 28,0 11-11,0 14-6,-1 4 0,-1 3-20,0 1 1,0 1-376,-1 11 0,1 0 369,-1-3 1,1-3 0,-1-9 0,2 1-9,1 5 1,1 2 2,1-2 0,1 0 25,-1 1 1,0 1 16,0 3 0,-2-2-385,-4 21 430,-1-19-2818,-8 6 2795,6-28 35,-4 10-12,8-24 550,-1-2-550,4-5 410,3-1-287,12-4 3253,4 1-3410,10-4-11,1 2-28,-5 2 6,25-2-11,0 0-530,-9 0 1,4 0 517,3-2 0,3 0-695,8-1 1,3 0 298,-19 1 1,2 1-1,-3 0-889,11-2 1,-2 1 1290,3-1 0,-6 1 0,-13 2 0,-2 0 0</inkml:trace>
  <inkml:trace contextRef="#ctx0" brushRef="#br0" timeOffset="201216">17291 14103 20056,'-22'-35'569,"1"0"0,1 2 0,2 8-272,0 16-100,-6 0-46,-8 2-22,-10 3-17,-9 2-422,-9 2 354,27 2 1,1 0-3,-3 1 0,0 0 11,1 1 1,-1 2 2,1-1 0,0 0 5,0 1 1,1 0 5,0 1 0,1-1-17,0 1 1,0 0 22,-28 9-12,8 2-16,7 5-22,7 3-18,6 7 18,5 5-23,4 4 0,6 1 22,5-1-17,4-2 1,3-3 0,0-6 11,3-7 370,0-10-152,1-7 651,0-4-729,1-11-6,-2-5-16,-1-14-28,-2-6-1,-3-7-27,-3-4-23,-5 1-17,-2 5-6,-3 8 18,0 9-46,1 10-10,3 6-12,3 10 17,1 10-11,0 12 0,1 8 11,3 3-12,7 1 18,9-2 5,9-1-16,9-1-1,7-4 17,0-4 0,1-7 23,-5-7 16,-5-8 1,-5-3-18,-3-4-33,-2 0 0,-2-1 12,-3 2-12,-3 1 0,-2 0 313,-3 0-229,-3-2-39,-5-1-11,-8-7-6,-7-2 5,-17-13-27,10 5 11,-19-16 27,13 6-232,-10-7 194,3 2 5,1-1-11,16 14 17,0-4-11,17 13-18,-1-1 1,6 6-45,1 3 0,3 6 261,1 6-211,5 10-5,3 11-11,5 7-6,12 13 39,-5-16 34,20 9-28,-1-19-17,15 0-246,6-9 279,-3-7-21,3-9 10,-23-2 17,10-11 6,-18-3 5,4-7 57,-4-3-85,-14 12-44,-6 3-365,-15 15-5505,-12 12 5111,-5 4 0,4-2 0,5-5 0</inkml:trace>
  <inkml:trace contextRef="#ctx0" brushRef="#br0" timeOffset="207525">17797 14964 13994,'8'-51'1373,"0"-1"0,0 0 1,0 3-1,-1 2 0,-1 7-544,3-7-279,-3 11-284,-5 29-199,0 8 189,-1 15-32,-2 21-90,-1 1 1,-1 3-99,1-10 1,-1 1-317,-4 22 0,0 0 316,2-15 1,0-1-6,-2 9 0,0 2-9,1 2 1,1-1-9,2-14 0,0-2 25,0 28 118,3-38 386,1-13-78,1-17-314,3-13-62,3-19-30,1 3 1,0-3-21,5-19 50,-4 11 0,0-2-73,-3 13 1,-1-1 8,1-7 1,-1-3 4,-1-4 1,-1 2 5,-1 12 1,0 2-14,-1-23 21,-3 31-60,0 19-12,-3 7 16,-5 29 12,-2 10 0,-2 11 6,6-18 0,0 0-1,-2 27-2,5-13 0,0 1-12,3-8 1,1-2-123,2 5 1,2-2 130,6 12 0,2-19 722,1-7-587,-4-18 106,3-12-169,-1-17-10,2-18-34,-2 1 50,-1-19-70,-6 21 1,-2-3 8,0-1 0,-1-1-278,0-9 1,-2 1 265,-1 10 1,0 3 236,-2-16-231,0 11-22,2 28-56,-2 5 78,1 21-5,-3 18-6,1 4 546,-5 26-552,6-21 1,-1 1-1,1 2 0,0 2-359,1 8 1,1-1 353,1-11 0,3-1 11,2-3 0,1-2 0,3 15-6,9-7 112,-4-24 12,-1-10-45,-2-22-29,-2-21-21,-1-5 13,-3 0 1,0-4-26,-1 9 0,-2-2-107,2-17 1,-2-2 103,-2 7 1,-1 1-15,-1 1 1,1 3 16,-1 9 0,0 3 17,-5-24-22,2 29-23,-1 8 0,-4 23 23,-2 23 0,-1 4-4,-1 6 1,0 3-6,5-8 1,-1 1-341,-4 16 0,0 1 337,5-8 1,3-1-1,1-2 1,2 0 453,2-5 0,2-2-443,6 22 7,2-18 66,3-17 6,0-19-45,1-18 6,3-19-23,3-18-2,-9 19 0,0-2-44,-1-5 1,-1-1 37,-1-5 0,-1 0 3,0-3 0,-2 1-6,1 1 0,-1 2-3,-1 11 1,1 3-4,-1-2 1,0 5-17,0 7-17,-1-1-5,0 27 33,-1 15 862,-4 20-873,-4 24 5,2-23 0,0 2-465,0 5 0,-1 2 465,0 2 0,0 1 0,3 0 1,0 0-1,1 0 1,1-2-202,3-5 1,1-2 200,2-7 1,1-3 55,5 10 85,-1-22-34,-3-23-40,-3-22-22,-1-23-31,-1 15 1,1-4 22,-1-6 1,0-3-24,0-5 1,0-2 2,1-2 0,0 0 6,0 0 0,1 3 193,0 13 0,0 1-191,0-2 1,0 4-3,-1 4-28,1-3-11,-2 27-12,-2 14 17,1 13-11,-3 22 25,2-11 1,1 4 57,-1 6 0,1 2-413,-1 6 0,3 2-2449,2 4 0,1-1 2807,1-4 0,1-3 0,3 14 0,-1-27 0</inkml:trace>
  <inkml:trace contextRef="#ctx0" brushRef="#br0" timeOffset="212641">17400 16016 8718,'-3'-4'9198,"2"1"-7686,-15-29 0,-2-7-907,5 11-134,-7-18 0,0 0 234,12 17-156,1-2-6,3 8-414,3 12-123,-1 5-23,2 5 39,0 14 6,2 5-45,0 29 17,0-4 12,0 4-46,-1-2-16,4-9 33,4 9 28,10 2-5,1-11-6,0-4 5,0-10-10,-3-9 10,6-1 12,12-7-11,1-8-6,1-2 11,10-9 22,-1 1-22,-15 3 1,3 1-24,12-4 1,2 1 17,-4 2 0,1 0-190,-1 0 0,0 0 178,4 2 1,-1 1-480,-7 1 0,1 1 499,11-1 0,3-1-6,-2 2 0,2 0-21,-11 1 0,1 0 0,-1 0-7,16 0 1,-2 0-507,-2-1 1,-1 0 516,0 0 1,-1 1-6,-9 0 0,1-1-1,1 1 0,3-1 0,-2 1-7,14-1 0,0-1 7,-14 3 0,1 0 0,-4 0-2,-1 0 0,-2 1-8,9 0 0,-2 0-111,-12 1 0,1 0 122,18-1 0,1 0 8,-9 0 0,-1-1-631,8 0 0,-2-1 634,-18 2 1,0-1 2,7-1 0,0-1 163,-8 2 1,0-1-167,7-1 1,3 1 2,4-1 0,0 1-3,-9 1 0,-1 0 451,-2 0 0,-2 1-454,24 0-11,-15 1 11,-11 0 1,0 0 0,21-1 10,5 0-5,-13 0 11,-11 1 244,5 0-255,-2 1-11,-2 0 1875,2 2-1876,-15 0 544,-7 1-537,-2 0 38,3-2-27,3 0-6,9-1-11,2 0 11,-4 0 0,5 0-23,-5 0 6,-1 1 1,-3 1 21,-11 1 18,0-1-18,-4 0 12,9-1-6,14 0-28,7-1 6,15 0 6,-7 0-1,-11 1 6,2 0 22,-20-1 46,2 1-1,-12-1-34,-2 0-27,-1-1 0,7-4 5,1 1-6,7-5 29,-1 3 22,-2 0-11,-5 2 117,-1-1-72,-6 0 5,1-4 11,-2-3-10,0-6-12,2-3-28,0 0-28,0 4-1003,-2 6 975,-4 5 0,0 4 0,-1 2 0</inkml:trace>
  <inkml:trace contextRef="#ctx0" brushRef="#br0" timeOffset="215766">22513 15938 21965,'2'-41'900,"0"0"0,-1 5 0,1 8-704,1 21-34,0 6 12,1 10-28,2 9-17,0 16-62,-2 13-28,-4 13-287,-2-27 1,-1 2 135,1-1 0,-1 1-283,-1-1 0,1-2-1330,-1 24-963,3-15-1956,1-15 4644,0-17 0,0-6 0,1-5 0</inkml:trace>
  <inkml:trace contextRef="#ctx0" brushRef="#br0" timeOffset="216083">22580 15838 8903,'0'-6'9825,"0"1"-5574,0 5-3959,-42-40-35,24 39-38,-36-25-51,30 52-34,-8 5-44,-5 2-1,-4 0 118,2-6 197,7-11-7,9-12-172,13-15-74,14-12-5,13-8-6,16-2 22,8 3-5,6 6-45,-1 10-28,-1 7-56,-1 9-6,2 4-33,7 6-560,8 4-4345,-27-6 1,0 0 4798,26 9 0,-21-6 1,-19-5-1</inkml:trace>
  <inkml:trace contextRef="#ctx0" brushRef="#br0" timeOffset="237701">21185 14032 8959,'-4'-9'5282,"1"2"-2772,3 7-797,-5-76-2714,4 24 1194,-1 3 1,2-3 113,2 16 1,4 2 0,6-2 0,3 1-118,1-1 1,3 1-95,8-4 1,3 3 23,-1 8 1,2 2-68,-5 7 0,2 1 42,8-3 1,2 2 16,4 4 0,2 1-56,0 1 0,3 1-6,7 1 1,1 3-871,-8 4 0,-1 2 828,-9 0 1,0 2 8,10 3 0,1 2-106,-10 1 0,0 2 105,17 8 1,-1 3-9,-12-1 1,-3 3-110,1 6 1,-6 2 123,0 13 249,-12 16-199,-16-10-14,-5-12 0,-4 2-3,-5 23-31,2-28 0,-2-1 14,-5 15-16,2-14 2194,-3 1-1965,6-19 439,-5 1-343,2-14 1259,-5-11-1473,3-3 347,-10-18-307,-1-15-28,-1 2 22,1-4 6,9 21-113,6 13 23,2 5-95,4 6 0,1 1 50,2 8-28,3 3-5,0 3-12,13 14-5,1-3 11,12 10 6,2-4 10,1-5 24,1-5-12,-10-11 240,6-8-167,-15-6 118,28-19-119,-8-1-72,-7 5 0,0 0 6,11-6 33,13-7-28,-23 15-16,7-2-62,-21 13-180,-8 9-570,-6 4 789,-8 20 0,5-15 0,-4 8 0</inkml:trace>
  <inkml:trace contextRef="#ctx0" brushRef="#br0" timeOffset="238958">26233 12947 22264,'2'-61'995,"0"-1"0,-1 9 0,1 10-748,-3 20-234,0 14-2,3 35 6,1 9-3,0-2 0,-1 4-426,1 1 1,-2 1 383,1 4 0,-2 0-239,-1 2 1,-1 0-740,-1-1 1,0 0-1770,1-3 0,-1-1 2775,-1 22 0,4-26 0,0-19 0</inkml:trace>
  <inkml:trace contextRef="#ctx0" brushRef="#br0" timeOffset="239251">26484 13048 14661,'13'-51'2558,"-1"-1"0,0 3 0,-4 9-1673,-11 22-431,-1 3-337,-4 9-105,-2 7 16,-4 10 5,-6 9 12,-7 15 5,-9 12-19,16-21 0,-3 2 19,-5 6 1,-1-1-236,5-7 1,2 0 212,-18 18 5,22-17 12,20-11 39,16-1-78,33-3-12,-20-7 1,2-2-193,2 0 0,0 0 106,6-2 0,-1 0-286,-7-1 0,0 0-835,8-1 0,0-3-2470,-3 0 1,-3-1 2975,22-8 0,-25 3 1,-16 3-1</inkml:trace>
  <inkml:trace contextRef="#ctx0" brushRef="#br0" timeOffset="239801">27033 12930 14969,'-2'-5'6811,"1"1"-4144,1 4-2583,-60 25-6,45-7-67,-18-3 0,6 1 73,34 7-11,3-12-17,5 1 73,6-7-6,1-6-5,7-8 39,8-16-28,-8-4-62,-3-3 118,-10 0 50,-9 8 157,-2-6-157,-7 10-100,-4 5-79,-6 10-34,1 5-22,-6 9 0,-5 17 0,0 8 6,-1 16-12,13-4 1,5-7-18,14 2 18,10-9-7,4-11 1,4-1-34,27 7-774,-18-15 0,0-3 819,13-5-16,4-14 49,-16-9-8,-13-1 1,-1-4 41,9-20-14,-15 16 0,-4-1 26,2-7 117,0-4 151,-5 11-157,-1 6 1521,-4 6-1678,-4 14 12,-4 20-28,-4 14-9,-2 4 1,0 5-15,1-4 1,2 2-375,-3 11 0,4 2 229,8-6 0,4-1-118,-1-7 0,5-1-4647,21 16 1,4-4 3555,-1-5 1,-7-13 0,-3-5 0,-15-17 0</inkml:trace>
  <inkml:trace contextRef="#ctx0" brushRef="#br0" timeOffset="240101">28162 12858 25702,'29'-14'285,"1"-1"1,19-11-135,-30 16-106,-6 1-34,5-2-39,-3 6-179,7 0-757,0 5-2358,3 6-1455,-5 1 3929,1 5 0,-13-7 0,0 1 0</inkml:trace>
  <inkml:trace contextRef="#ctx0" brushRef="#br0" timeOffset="240675">27223 13005 10153,'-5'-5'7852,"2"2"-1125,3 3-6251,-36-53-274,27 39-188,-11-17 0,4 10-2,16 24 16,4 7-23,5 12 6,5 11-157,9 9-2833,8 4 2979,2-7 0,-9-14 0,-8-12 0</inkml:trace>
  <inkml:trace contextRef="#ctx0" brushRef="#br0" timeOffset="241441">28212 13168 25085,'-6'-13'112,"16"2"-504,18 7 0,8 3 392,11-2 0,0 1 0,5-1 0,5 1 0</inkml:trace>
  <inkml:trace contextRef="#ctx0" brushRef="#br0" timeOffset="241958">28899 12904 19204,'0'-5'3971,"-1"2"-3461,21-57-157,-3 34-244,-1-10 0,3 2 37,7 17-62,3 8-23,2 5-61,14 12 0,-12-2 12,17 16 10,-16-1-44,12 17-1,-17-3 18,-6 6-1,-18-14 12,-14 1 33,-8-8 17,-9-1 17,-4-6 369,2-7-252,10-5 203,3-6-51,12-4-152,0-4-106,6 1-62,10 5-5,8 6-6,4 5 1,14 10-7,1 7 12,-13-5 0,2 1-29,9 8 1,-1 1-348,-7-2 0,-2 0 356,0-1 0,-4 0-8,-2 16-45,-35-14-345,-13-8 1,-8-2-1107,-4-4 1,-3-2 874,-10 0 0,3-3 0,-6 0 0,22-5 0</inkml:trace>
  <inkml:trace contextRef="#ctx0" brushRef="#br0" timeOffset="243625">22776 16917 11945,'2'-3'7416,"-1"0"-2672,-1 3-4610,-4-37-33,-8 27-67,-7-23-12,-11 39-16,-4 5-1,2-1 40,-14 4-34,5 0 6,-9 4 28,0 4-28,17-4 5,8 0 29,13-4-7,6-4 1,0 6-11,4-5 16,0 2-44,2-5 16,0 3 6,2-3-22,-1 3 50,3-3 0,-1-2 17,0-1-1,-1-2 136,-1-1 257,0-2-95,1 1 5,-1-1-101,0-1-212,0-1 50,3-4-67,3-1-62,5-3 34,8 2-6,4 1-6,-1 3-5,7 2 0,5 10-5,5 5-12,4 12 39,-10 6-27,-11-4-40,-6 12 45,-15 7 11,-11 1-16,-12 6-23,-13-16-73,-8-6-168,-4-9-554,-3-10-1401,3-12-7607,10-13 9285,14 1 0,11 0 0,9 7 0</inkml:trace>
  <inkml:trace contextRef="#ctx0" brushRef="#br0" timeOffset="243901">22696 16769 18112,'8'9'5013,"-2"-2"-3787,-6-7 74,0 0-986,74-24-118,-35 11-479,11-3 1,2 0 445,-3 0-62,0 2 88,-3 0-167,-13 6 0,-1-1-44,-19 7-213,0 0-1603,-10 2 1980,-8 4 0,4-3 0,-4 3 0</inkml:trace>
  <inkml:trace contextRef="#ctx0" brushRef="#br0" timeOffset="244841">21461 16870 23461,'7'-14'526,"-6"2"-458,-22 15-29,-7 2-22,-10 5 11,-8 2-6,-1 1 6,3-2 39,9-2 68,12-3 66,9-3 46,8-2-57,4-1-100,2 0-90,0 6 16,0 5 40,0 10 28,0 8-28,-2 5-33,0 3 17,-1-1-29,0 0-11,3-4 33,-2-3 7,1-5 21,0-6 79,-1-5 196,1-7 448,0-3-644,2-16-67,2-1-28,3-16-6,3 3 11,2 1-44,2 5 5,1 8 17,3 6-56,3 6-39,6 8 45,6 6 44,6 12 0,1 5-33,-2 7-11,-8 5-12,-11 4 6,-12-1 11,-22-4-39,-14-5-274,-18-7-544,-5-9-913,0-9-3040,7-15 4827,12-6 0,16 1 0,9 1 0</inkml:trace>
  <inkml:trace contextRef="#ctx0" brushRef="#br0" timeOffset="245034">21627 16824 20369,'3'-1'4453,"-1"0"-2918,-2 1-1552,30-27-582,-22 20 599,22-17 0,-30 25 0,0 3 0</inkml:trace>
  <inkml:trace contextRef="#ctx0" brushRef="#br0" timeOffset="251617">21353 16690 23136,'1'-57'230,"-3"25"-107,-8 78-50,0 1-1,-6 5 1,-3 3-1254,2-10 0,0 2 1205,0-3 1,-1 3-1,1-1-5,-5 12 1,3-3-9,3-3 1,4-2 42,3-7 1,3-3-66,4 14 437,19-8-225,7-30-45,24-5 17,11-24-106,-23 0 1,0-2 377,-5 1 1,1-3-287,17-14 1,-1-3-156,-17 8 1,-1 0 118,13-12 1,-2 0 24,-16 11 1,-2 2 188,9-12-163,-15 16 146,-8 11-287,-8 7 348,0 6-336,-2 7 740,-3 11-808,-1 2 46,-14 33-34,0-4-144,5-13 1,0 2 120,2-4 1,2 0-183,2 1 1,2 0-502,1-2 0,3-1-3308,4 27-5806,2-14 8537,1-19 1,-2-14 0,-3-12-1</inkml:trace>
  <inkml:trace contextRef="#ctx0" brushRef="#br0" timeOffset="252100">21266 16805 19652,'-2'-5'3983,"1"2"-3496,1 3-297,13 4 51,-7 26 17,7 20-163,-14-12 0,-4 4-319,0 4 0,-1 0 252,-2 2 0,-1 0-14,2-2 0,1-1 5,3-5 1,1-2-21,8 24 23,8-19 57,8-15 90,5-13 15,4-14-21,6-14 44,2-14 34,5-15-181,-21 15 0,0-2 35,2-3 1,0 0-10,1-1 1,0 0-14,0 3 0,0 2 8,-2 5 1,-1 1 53,16-8-35,-12 14-66,-9 9 22,-6 14 0,-4 10 619,-4 16-647,-4 15-23,-9 13-183,2-25 1,-1 1 129,-1 1 1,0 2-627,1 1 0,0 1-707,2-1 1,2 0 1380,1 1 0,1-2 0,1 4 0,1-9 0</inkml:trace>
  <inkml:trace contextRef="#ctx0" brushRef="#br0" timeOffset="253051">19536 16945 16818,'0'-9'3080,"1"-22"1,0-5-1983,0 8-757,0-9 1,0 3 45,-1 16-247,0 11-135,0 7 12,0 11-6,0 16-39,-2 19 25,-1-13 1,-1 3-403,0 7 0,-1 2 399,-2 4 1,1 1-9,0 1 0,2-1 19,1-3 1,2-1-101,4-7 1,4-3 128,14 19 74,13-24 16,7-21 4,7-24 96,6-19-64,-24 8 0,-1-4-348,2-3 1,-1-2 341,-1-2 0,0-1-3,-2 3 0,-2 0 183,-1 1 0,-3 3-211,5-6 235,-8 9-296,-15 22-47,-1 6-10,-1 14 29,-1 30-34,0-6 14,-1-1 0,1 1 41,-1-6 1,0 1-112,0 10 0,1 3-604,2 2 0,2 1-1494,2 2 1,3 0 1582,1-6 1,1-4-1,5 12 1,-5-24 0</inkml:trace>
  <inkml:trace contextRef="#ctx0" brushRef="#br0" timeOffset="264876">19807 16474 12079,'-3'-2'6885,"1"0"-5077,2 2-833,-25-73-651,23 45-245,-8-16 0,6 4-17,23 20-12,12 5-22,-3 5-17,32 4-16,-14 5-1,10 4-16,-1 15 16,-26 2 6,4 4 11,-18 3 45,-14 4-22,-7 0 33,-9 3 6,-6-11 100,-1-5-55,5-6 386,-1-4-123,10-5-152,-1 0-77,7-2-113,14-1 0,6 0 0,18 1 6,5 4-17,7 7-22,1 7-18,-10-1-4,7 16 94,-27-10 112,-2 12 1,-33-6-62,-22-1-135,8-14 0,-2-1-310,-4-1 0,-2-1-3828,2-3 1,0 0 4143,-19 0 0,24-4 0,18-5 0</inkml:trace>
  <inkml:trace contextRef="#ctx0" brushRef="#br0" timeOffset="265442">20094 17176 16873,'26'-36'1359,"0"-1"1,0 1 0,8-12 0,-9 10-660,-20 22 34,-15 14-454,-19 17-110,2 2 1,-3 2-534,-13 10 1,-4 4 433,8-6 0,-2 2 0,-2 0-575,-4 5 0,-2 0 1,-1 2 526,11-8 1,-2 0 0,1 1 0,-1 0-401,-1 0 1,1 0 0,-1 1-1,0-1 385,1 0 1,-1 0-1,1-1 1,-1 0-11,2-1 1,-1 0 0,1-1-1,1 0-322,-10 5 0,0 0 0,3-2 70,6-4 0,2-2 0,2-1 254,-4 3 0,6-4 0,-2 2 0,24-15 0</inkml:trace>
  <inkml:trace contextRef="#ctx0" brushRef="#br0" timeOffset="266976">17984 16817 16684,'3'-57'2037,"-1"1"0,0-2 0,0 8-1091,-2 9-229,0 0-152,-2 16-514,1 13-68,-2 7 23,1 16 10,1 13-10,-1 22-31,0-4 0,0 4-756,1 0 1,-1 2-1096,0 14 0,1 0 1265,2-13 0,0-5 1,0 15-1,1-26 0</inkml:trace>
  <inkml:trace contextRef="#ctx0" brushRef="#br0" timeOffset="267616">18627 16989 23573,'8'34'-168,"-4"7"-1611,-5-9 1,-1 1 363,-3 24 0,2-19 0,1-17 0</inkml:trace>
  <inkml:trace contextRef="#ctx0" brushRef="#br0" timeOffset="268709">22128 17587 22403,'-16'29'-4916,"1"0"1,-13 25 4401,14-18 0,4-13 0,8-16 1</inkml:trace>
  <inkml:trace contextRef="#ctx0" brushRef="#br0" timeOffset="270684">23733 16897 19949,'-7'0'3008,"2"0"-2711,5 0-208,0 0-89,59-50-667,-29 41 0,2 1 661,6-9 0,3-3 1,0 5-43,12 9 1,-1 7-174,-4 2 1,-3 2 60,-6 1 1,-3 3-412,8 18 10,-29 8 287,-38 6 243,0-17 0,-5-1-289,-8 1 1,-4-1 400,-2 0 0,1-2 56,3-2 0,1-3 1144,-17 7-945,25-12 380,19-11-649,23-9-22,13-10-28,20-9-15,-18 12 1,2-1 199,4-1 0,0-1-174,0-1 0,0 0 39,-2 0 0,-2-1 11,-4 0 1,-4-2 112,11-22 77,-17 0 119,-16 1 89,-12 6 33,-8 9-78,-4 9 274,3 9-582,6 7-67,8 2-5,4 7-40,5 7-5,6 13-12,6 11-33,8 11-23,2 9-221,-11-24 0,-3 1 137,-1 3 1,-3 1-794,-3 2 1,-2 2 938,-8 7 0,-2-3 0,1 6 0,-8-3 0</inkml:trace>
  <inkml:trace contextRef="#ctx0" brushRef="#br0" timeOffset="271908">25223 16721 23713,'4'-44'472,"-1"0"0,0 0 1,-1 19-445,-2 26 28,0 14-34,-2 16-28,0 0 1,-1 3 16,-1 18-423,-1-9 1,-1 2 179,2-9 0,0-1-1110,-1 11 0,1 1 1342,2 3 0,0-2 0,1 5 0,3-8 0</inkml:trace>
  <inkml:trace contextRef="#ctx0" brushRef="#br0" timeOffset="273025">25367 16592 15065,'-6'-2'6570,"1"0"-5819,5 2-667,57-45-68,-24 36 1,2 1-712,14-18 0,4 2 700,-11 16 1,4 5 0,-1 0-538,-2-1 1,0 0 0,3-1 525,13 0 1,3-1-1,3 0-504,-14 1 0,1 0 0,2 0 1,-1 0 511,5-1 1,1 1 0,0-1 0,0 0-12,-9 1 0,1 0 0,0-1 0,0 1 0,0 0-9,2-1 0,1 1 0,0-1 0,0 1 0,0-1-340,1 1 1,0-1 0,0 0-1,1 0 1,-1 1 335,0-1 1,-1 1 0,1-1 0,0 0-1,1 1-6,-3-1 1,0 1 0,2-1 0,-1 0 0,-1 1 0,-1 0-163,3-1 1,-2 0 0,-1 1 0,-1 0 0,1-1 182,8 0 0,1-1 0,-2 1 0,-1-1-17,-6 2 1,0-1-1,-2 0 1,-2 0 13,4 0 1,-2 0 0,1 0 156,-5 1 1,2 0 0,0 0 0,1-1-144,5 1 0,1 0 1,0 0-1,-1 0 3,5 0 1,-1 1-1,1-1 225,5 1 1,1-1 0,-6 1-233,-4 1 0,-4 0 11,4 1 0,-3 0 779,-15 1 0,-1 0-776,7 0 0,1 0 28,2 0 0,-1-1 6,-8 1 0,-2-1 743,-3 1 0,0-1-623,19-6 906,-12 1-903,-9 0 0,2-1 70,29-5-297,-20 5 0,-1 0 173,19-2-39,-19 4 1,2 1-51,-7 2 0,1 0 47,9-1 1,3 1 50,9 0 0,1 0-53,-7 2 0,-1 0-447,9 0 1,-3 0 401,-19 1 0,-1 0 14,5 0 0,-1 0 25,18 0-17,-18 1 1,-1 1-6,17 1-23,-1 3-22,-29 0 1862,-1 2-1778,-9 3 642,-3 3-653,-5 4 1219,-8 0-1241,-3-4 49,-8 4 35,-9-1-73,-1-1-12,-2 1-50,8-4 12,4-2 21,0 9-5,0 4-22,-5 18-15,2-4 1,0 4 11,0 0 0,-1 2-794,-4 16 1,0 0 790,6-18 0,-1 1-30,1 2 0,0 4 0,0-2-1,1 3 0,-1 0 23,2-4 1,-1 3 0,1-2-372,0 8 1,-1-3 369,-1-4 1,1-3-4,3-11 1,-2-2 0,-9 6 0,-3-3 11,-13 5-139,8-14 0,-2-4 111,-24 3 28,-7-11 0,10-7 11,12-5 0,-3-2-6,0-2 1,-4-1-594,-8 0 0,-7-1 0,-1-1 582,2 0 0,-1 0 0,-3-1-307,4 1 1,-4 0 0,1 1 0,3-1 306,0 1 1,3 0 0,-4 0 1,7 1 1,-4 0-1,-1 0 1,0 1 0,4 0-307,2 0 1,3 1 0,0 0 0,-3 0 314,-4 0 1,-4-1-1,-1 1 1,-1 0 0,4 0-5,-5 0 0,2 1 1,0 0-1,0 0-3,-1 1 1,0-1 0,0 1 0,-1 0-202,12 0 1,-2 0 0,1 0 0,1 0 0,2-1 203,-2 2 0,2-1 1,0 0-1,-4 0-64,-6 1 1,-4 0-1,-2 0 1,1 0-1,4 0 75,3 0 1,3 0 0,0 0 0,-3 1-12,6-1 1,-2 0 0,-2 1 0,-1-1 0,1 1 0,3 0 1,-1 0 0,1 0 1,1-1-1,1 1 1,0 1 3,-14 0 0,1 0 0,1 0 0,3 0-7,11-1 0,2 1 0,0-1 0,-1 1 139,-6 0 1,-1 1 0,-1 0 0,1 0-133,1 0 0,1 0 0,-1 0 0,1 0 2,-1 0 1,-1 0 0,1-1 0,-1 1 116,-3 0 1,-1 0-1,0 0 1,5-1-120,-3-1 1,4 0-1,3-1 18,-6 0 0,2 0 17,-4-1 0,4-2 1512,6-4-1537,-4-3 2165,45-5-2871,24-5-717,5 1 1406,33-12 0,-34 19 0,14-7 0</inkml:trace>
  <inkml:trace contextRef="#ctx0" brushRef="#br0" timeOffset="273924">25702 17123 16560,'1'-6'3386,"5"-26"0,0-7-2193,3-5-1186,0-3 0,1-2 537,2-3-152,0 10-235,-4 17 345,-2 9-491,-4 12 122,-1 10-128,-3 13-38,-4 18-12,-6 13-31,4-19 1,0 1-444,-1 2 0,1 2-1367,1 1 1,1 1 1885,2 4 0,1-3 0,0 6 0,3-6 0</inkml:trace>
  <inkml:trace contextRef="#ctx0" brushRef="#br0" timeOffset="274141">26133 16777 22043,'12'-61'1408,"-1"1"0,-2 7 0,-2 8-859,-2 10-403,-5 18-62,0 15-51,-3 20-5,-3 17-17,-3 24-436,3-22 0,1 3 375,-1 5 0,1 2-264,0 5 0,2 1-1798,0 2 0,2 2 2112,5 7 0,1-5 0,-4-23 0,1-4 0,9 27 0</inkml:trace>
  <inkml:trace contextRef="#ctx0" brushRef="#br0" timeOffset="275151">26609 16901 24318,'-3'-34'596,"0"0"1,-2-18-429,10 24-78,2 10-68,5-2 12,7 4-1,6 5-27,7 5 0,4 7-6,0 7-6,-1 8-28,-4 7 1,-5 5-18,-8 3-16,-9 2 73,-10 3 5,-10-1-22,-11 0 39,-7-4 0,-5-5 28,1-9 89,4-8 107,8-9-5,10-7-74,6-4-61,8-3-61,3 2-46,7 3 12,5 3-17,6 4-22,5 5 11,6 6-1,4 8 7,0 9-12,-5 5 6,-13 5-6,-19 7-22,-22 2-40,-21 1-209,7-22 0,-3-3-563,4-6 0,1-2 305,0-1 0,2-4-5755,-13-12 6301,25-6 0,4 1 0,10 1 0</inkml:trace>
  <inkml:trace contextRef="#ctx0" brushRef="#br0" timeOffset="275358">27429 16381 26087,'1'49'29,"0"1"0,0-1 0,-1 8 0,-1 1 1,-2-4-120,-3 4 0,-1-2-981,0 0 1,1-1-140,2-4 1,3-3 1209,3-9 0,0-4 0,0 18 0,4-14 0</inkml:trace>
  <inkml:trace contextRef="#ctx0" brushRef="#br0" timeOffset="275801">27838 16528 25886,'-28'50'54,"0"-1"0,0 7 1,6-1-69,13-19 0,4 0-1094,0 5 1,1-2 1118,6 6 692,7-6-647,3-19 459,7-5-336,5-12-22,18-23-34,1-7-95,3-6 106,-2-3 90,-10 7-11,6-3 1311,-7 5-1373,-13 11-84,-8 6-39,-9 9-67,-3 11 11,0 6 6,-5 18 16,-2 9 34,-5 8-45,1-7-165,5-10 0,3 1-719,2 12-119,3-14 1,2-1-4896,7 10 5915,0-16 0,-3-13 0,-5-9 0</inkml:trace>
  <inkml:trace contextRef="#ctx0" brushRef="#br0" timeOffset="276018">28555 16487 23864,'3'-45'1101,"0"0"1,0 7 0,-1 6-889,-1 14-157,-1 18-23,0 21 18,-1 22-37,0-9 0,-1 2-194,1-4 1,-1 2 175,-1 7 1,1 4-1,-1-1-772,1 8 0,1 2 391,-1-3 1,1 4-1,1-1-1764,2-8 0,1-2 0,0-1 1679,3 13 0,0-4 1,-1-18-1,1-4 0,1 1 1</inkml:trace>
  <inkml:trace contextRef="#ctx0" brushRef="#br0" timeOffset="276767">28992 16631 18481,'2'-3'5646,"-1"0"-3657,-1 3-1922,2-42-33,-8 32-6,-2-32-28,-12 46 22,-4 1 12,-1 4 5,2 0-11,3 2-45,1-2 34,4 0-23,3 1 12,2-2 28,3 1-23,2-3 39,-1 3 141,-7 6-135,5-2-23,-5 7 12,8-4-6,-2 3-5,2 1 22,0-2-28,1-2 11,3-4 45,0-5 39,1-4 303,0-2-286,4-6-51,2-3-55,8-6-6,3-1-6,2 0-10,1 4-40,-1 5-6,-2 2 34,2 5 0,1 7 0,2 6-17,2 10-28,0 5 34,-3 2 17,-5 3-45,-6 0-17,-11 0-40,-14-4-318,-15-3-572,-16-8-834,-8-8-2599,1-8 4419,6-12 0,21 5 0,10-5 0</inkml:trace>
  <inkml:trace contextRef="#ctx0" brushRef="#br0" timeOffset="276984">28805 16585 21427,'55'-19'1124,"-1"-1"0,-3 1 0,-4 4-429,1 2-107,-6 2-106,-9 1-73,-11 2-101,-9 3-157,-7 1-89,-4 3-331,-2 0-1187,-5 2 1456,-2 2 0,1-2 0,0 2 0</inkml:trace>
  <inkml:trace contextRef="#ctx0" brushRef="#br0" timeOffset="277534">29332 16543 18539,'12'-46'1370,"0"0"1,0 0 0,4-15 0,-1 6-491,2-6-219,-5 22-13,-6 17-508,-3 13-4,-1 10-80,-2 14 48,0 18-76,-2 7 0,0 4-23,0-11 1,0 2-404,-2 5 1,-1 5 0,-1-1 374,-3 10 1,-1 2-556,0-7 1,0 2-1,0 1 456,-2 1 1,0 1 0,1 1-761,0 6 1,0 1 0,1-4-195,0 2 1,2-3 1075,4-11 0,2 1 0,1-10 0,2-7 0,2 6 0</inkml:trace>
  <inkml:trace contextRef="#ctx0" brushRef="#br0" timeOffset="277951">30040 16564 20268,'0'-4'4039,"0"0"-3278,0 4-537,-59 12 23,19 31-225,3-26 1,-1 3-352,13 17 1,5 4 316,5-12 1,3 1 17,-3 7 0,1 2-12,4-4 0,4 0 3,5 2 1,3-3 7,5 9 207,13-2-83,-1-30 33,6-6 1,-1-15 78,2-17-73,-8-5 439,-3-2-467,-11 0-16,-7 8-12,-6-4-28,-15 6-40,-3 12-49,-1 5 10,-1 14 7,5 6-24,-5 11-402,2 17-1317,13-3-492,5 0 2223,24-6 0,-8-20 0,8 2 0</inkml:trace>
  <inkml:trace contextRef="#ctx0" brushRef="#br0" timeOffset="278208">30466 16346 25612,'-13'-43'489,"1"-1"0,1 1 0,1 15-377,6 29-117,-1 15 10,-3 25 9,2-7 0,-1 2-342,0-3 0,0 3 325,-5 15 1,-3 6-23,2-10 1,-2 2 0,0 1-511,-1 2 0,-1 1 1,0 1 408,2-5 0,-1 1 0,1 0 0,0-2-1162,0 5 1,2-2-1,1-3 487,-2 8 1,5-3 800,5 2 0,3-8 0,3-14 0,4 5 0</inkml:trace>
  <inkml:trace contextRef="#ctx0" brushRef="#br0" timeOffset="278625">30804 16742 19994,'0'-6'4688,"0"2"-3747,0 4-571,-18-62-174,3 47-112,-18-38-39,1 69-40,4 4 18,-11 12-18,12-3 1,-2 14-34,15-10-79,10 0 85,12-15 39,7-7 72,8-7 119,5-11 10,3-9 124,0-12-6,1-8-84,0-3-140,-9 9 72,7-2-94,-15 19-51,4-1-28,-10 17 17,-4 4 17,-2 30-62,-6 9 3,-1-9 0,-2 3-529,-3 4 0,-1 0 232,-3 6 0,1 1-196,2-9 1,0 1 506,0 18 0,1-5 0,2-14 0,0 18 0</inkml:trace>
  <inkml:trace contextRef="#ctx0" brushRef="#br0" timeOffset="280241">29623 17885 21864,'6'-26'662,"-2"15"-382,-3 42-101,-1 7-61,0 2-57,0-2-38,2-5 72,5-8 34,5-5-29,7-6 1,4-3 28,2-3-39,3-1-34,-1 0 16,1 1 18,1-1 16,7-3-22,10-2-28,17-8-530,-24 2 1,3-1 484,5-1 0,1-2 3,3 2 0,1-1-6,-2 1 1,0-1 7,-5 2 1,-2 0-34,-7 0 0,-2 0 146,13-5 50,-18 0 1,-13-1-85,-4-3 6,0-4 1027,6-7-976,5-6 99,3-1-72,1 0 157,-5 5 168,-7 3-386,-8 9 61,-3 3-129,-4 7-55,0-1-511,0 2-3875,-1 2 4391,1 1 0,0 1 0</inkml:trace>
  <inkml:trace contextRef="#ctx0" brushRef="#br0" timeOffset="281617">30006 16074 21971,'15'-17'1949,"-3"-1"-1663,-11 12-101,0-3-17,0 1-28,0-1-40,-1 2 164,0-5-152,0 5 0,1-2-51,-1 5-33,1 2 29,-1 1-131,0 8 35,0 3 50,0 11-11,-2 5 17,-1 2-45,-1-6 51,0-1 89,2-9 263,0-4 376,2-4-606,0-21-27,2-1 11,1-18 50,3 3-78,-2-3-23,-1 4 12,-2 7-62,0 9-23,-1 10-10,0 7-1,-1 6 17,-1 7-39,-2 6 0,1-3-11,-3 12 17,3-9 16,-2 11 1,1-8-23,1-2-140,1-3-544,0-4-1282,2-4-3870,0-6 5864,2-4 0,-1 0 0,2-3 0</inkml:trace>
  <inkml:trace contextRef="#ctx0" brushRef="#br0" timeOffset="281984">30094 15732 25079,'-56'25'466,"5"2"-371,24-3-33,-4 1-6,-1-1 5,4-4 40,6-7 140,9-6 50,6-7-73,5-6-16,2-4-45,7-8-28,6-3-6,9-5-39,7-1 11,4 0-11,0 4-50,-4 6-23,-4 8-11,-3 4-23,2 10-66,5 6-348,5 13-1137,1 10-4223,-4 10 5230,-12-3 0,-10-14 1,-7-13-1</inkml:trace>
  <inkml:trace contextRef="#ctx0" brushRef="#br0" timeOffset="283608">31040 15746 20901,'0'-3'3378,"0"0"-2572,0 3-756,13 22-22,-9-8 34,10 31-40,-18-1-50,1-7-179,-8 16-218,4-32 139,-2 4-358,5-17 123,3-12 264,4-10 257,4-25 78,2-7 56,3-12-33,-6 18 162,0 0 241,-5 16-274,1 5-107,-4 10 0,-2 10-72,-1 3 55,-6 6 17,-2 6-27,-1 0 44,-5 3 39,2-6-84,1-4 74,-8 1 60,-6-6-38,-1-2 61,0-8 44,13-8-167,9 0 84,7-8-39,11 3-18,18-10-72,8 6-22,18 0-34,-3 9-6,3 6-27,1 8-499,2 9-829,5 11 1333,-27-3 0,-1 0 0,5 3 0,-5 2 0</inkml:trace>
  <inkml:trace contextRef="#ctx0" brushRef="#br0" timeOffset="285317">31636 15497 14558,'-35'-48'596,"1"0"0,-1 1 0,-1 5 0,-1 3 0,-3 6-1136,2 11 0,-2 6 0,-3 2 755,-11-1 0,-4 4 0,1 0-690,1 3 1,0 0 0,-3 1 609,2 0 1,-2 1 0,-3 0 0,0 1-241,11 1 1,-1 0-1,0 1 1,-2 1 0,-2 0 163,0 0 1,-4 0 0,0 1 0,-1 1-1,0-1 1,2 1-289,3 1 0,2-1 0,-1 1 0,1 1 0,0-1 0,0 1 237,1-1 1,0 0-1,-1 1 1,1-1-1,0 1 1,0 1-124,-2 0 0,1 1 0,-1 0 0,0 0 0,2 1 0,0-1 134,-4 2 0,2-1 0,1 1 0,-2 1 0,-2-1-52,0 1 1,-1 0 0,-2 0 0,-1 1 0,-1 0 0,-2 1 40,10-1 0,-2 1 1,-1 0-1,-1 0 1,0 1-1,0 0 0,2 0 1,0 0-27,-2 0 1,0 1 0,1 0-1,1 0 1,0 0 0,0 0-1,0 0 19,2 0 1,-1-1 0,1 1-1,0 0 1,1 1 0,-1-1 0,1 1-1,-7 2 1,0 1 0,0 0 0,1 0 0,1 0 0,1-1-2,-1 2 0,3-1 0,1 0 0,-2 1 0,-4 2 2,11-3 1,-3 0 0,-1 2 0,-2 0 0,0 1-1,0 0 1,2 0 0,2-1-6,-8 3 0,1 0 0,2 1 1,0-1-1,-1 2 0,0 0-1,5-1 1,-2 1 0,-1 1 0,1 0 0,1 0 0,3 0 0,4-1 1,-10 5 1,4-1 0,3 1-1,0 2 40,6-3 1,-1 2 0,1 2 0,2-1-1,2 0-42,-10 10 1,4 0-1,-1 5-10,11-9 1,-1 4 0,-1 1-1,2 1 1,3-2-10,0 4 1,2-1 0,3 1-1,0 1 6,0 7 0,1 2 1,3 0-1,4-3 2,4-4 0,4-2 0,2 2-15,1 11 0,3 1 1,4-1 239,4-10 1,2-2-1,4 2-247,2 4 1,4 3 0,2 0-1,2-2 14,1-8 1,2-1 0,2-1 0,2 0 80,7 6 1,4 1 0,2-1-1,2-4-75,2-6 0,1-2 1,2-3-1,-1-1 2,7 4 0,-1-3 0,5 0 0,-13-11 1,3 1-1,2-2 1,1 0-1,2-3 30,6 0 1,3-2 0,2-2 0,1 0 0,0-1-2,-7-1 0,1-1 0,1 0 0,0-1 0,2-1 0,1 0 7,-7-2 0,2 0 0,0-1 0,1-1 0,1 0 0,0 0 0,-1-2 0,0 0-29,5-1 0,0-1 0,-1-2 1,1 0-1,-1 0 0,-1-1 0,-2 1 28,2-1 1,-2 0 0,-1 0-1,0 0 1,2-1 0,2-1-68,-7 0 0,3 0 0,0-1 0,1 0 0,1-1 0,0-1 0,1 1 0,0-1 106,-4 0 1,1 0 0,0-1 0,1 0 0,0-1 0,0 1 0,1-1 0,-1 0 0,1 0-49,2-1 1,-1 1-1,1-1 1,0 0 0,0 0-1,1 0 1,0-1 0,0 0-1,2 0 15,-7 1 1,1-1-1,1 0 1,1 0-1,0 0 1,0-1-1,0 1 1,0-1-1,-2 0 1,0 0-1,-2 1 0,5-3 0,0 1 0,-2-1 0,0 0 1,0 1-1,-2-1 0,0 0 0,-2 1 1,0-1-5,5 0 0,-2 0 1,-2 0-1,0 0 1,0 0-1,0-1 0,2 0 7,-1 0 1,1-1-1,1-1 1,0 1-1,0-1 1,0 0-1,-3 0 1,-1 0 0,5-1 1,-3 0 0,-1 0 0,0 0 0,1-2-1,3-2 8,-9 3 1,1-1 0,2-1-1,1-1 1,0-1 0,0 0-1,-1 0 1,-2 0 0,-2 0-3,4-2 0,-2 0 0,-1 0 0,-1-1 0,0 0 0,-1-2 0,0 0 10,1-3 0,1-1 1,0-1-1,-1-1 1,-2 1-1,-3 0 0,-4 1-7,7-8 0,-6 3 1,-3-2-1,-2-3 124,0-5 1,-1-2 0,-3-3-1,-7-1-121,-6-2 0,-5-2 0,-4-1 0,-1 0-24,-2-2 0,-2 0 1,-3 0-1,-5-2 2,-2 6 0,-3-2 1,-4 1-1,-3 1 1,-4 3-91,-4 5 1,-3 3-1,-4 2 1,-3 2 0,-2 0-420,-6-1 1,-4 1 0,-2 1-1,-2 3 1,1 1 488,0 2 0,-2 3 0,0 1 0,2 1 0,2 3 0,-14-7 0,3 4 0,5 4 0,-1 4 0,0 0 0</inkml:trace>
  <inkml:trace contextRef="#ctx0" brushRef="#br0" timeOffset="426667">22098 10608 24575,'0'0'0</inkml:trace>
  <inkml:trace contextRef="#ctx0" brushRef="#br0" timeOffset="608943">11838 7895 24575,'0'10'0,"0"31"0,0 4 0,0-13 0,0 0 0,0 10 0,0-2 0,0-6 0,0-2 0,0-8 0,0-7 0,0-9 0,0-4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9:54:30.21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18988 574 13715,'0'-4'7371,"0"1"-5108,0 3-1653,-41-63-72,6 41-443,3-13 0,-1 5-33,-3 23 22,2 13-28,7 7-6,-5 10-27,4 7-12,6 5 6,9 1-62,7 1-11,11-2 67,9-1 0,13 0 1,10 0-7,-11-14 1,1-1-1,9 7 29,9 5-23,-30-16 79,-5 4-23,-18-6-22,-13 2-28,-3-8 22,-14 5-11,6-3 22,-15 2-33,8-4-67,-1-4-96,16-6-890,1-8-3125,14-7 4161,1-2 0,6 6 0,3 7 0</inkml:trace>
  <inkml:trace contextRef="#ctx0" brushRef="#br0" timeOffset="1183">19226 462 21220,'-1'-3'4347,"0"1"-3708,1 2-572,-43-12-90,33 30 29,-29 3-23,44 22 0,-1-12 1,1 2-40,2 25-286,-4-13 0,0 2-775,0-8 1,-2-1-741,1 4 1,-2-3-1118,0 6-5328,0-10 5323,0-23 2979,-1-10 135,-1-17 5684,-2-11-483,-6-8-3561,1 6 863,-7-5-106,0 1-1535,1 4-510,2 0-330,9 14-146,7 6 23,9 2-17,11 4-6,29 0-11,4 2-685,-17 0 0,-1 0 679,15 0-110,6 0 105,-21-4 72,2-6 23,-19-2 29,-9-6-51,-10 5 1432,-7-2-1314,-2 7 192,-15 0-243,-1 8-40,-8 9-33,7 8-45,9 1-5,4 15-6,12-8 28,7 9-22,10-10 5,9-6 0,-3-9 79,13-9 27,-12-12 6,9-9 29,-12-9-12,-8-5-90,-7 5 185,-12-12-89,-6 17-62,-6-7 5,-1 18-49,2 7 16,4 6-68,-7 15-21,6 7 16,-4 17 6,9 5-12,5 5-100,10 0-302,7 0 38,3-12-1433,23 12 291,-7-23-12,15 4 656,-12-23 840,-5-16 521,-5-12 410,-3-10 240,-7-6-29,-5 0-155,-3 2-567,-5 10 448,-1 1-577,-2 16-178,1 0-68,0 30 16,2 3 7,1 25-18,1 1-290,1 7 302,0 3 0,-1 0-6,0-7 0,-3-9 23,-5-12 50,0-15 11,-4-10-45,1-18-39,0-11 6,1-19-11,1-19-321,4 22 0,1-3 317,1-4 1,2-1-9,1-1 1,1 0 22,2 3 0,1 3 33,5-18-186,-2 27 1,3 2 129,8 0-33,13-5 5,-3 22 40,1 14 11,-8 6-96,11 27 1,-14 3 81,-8-9 0,-3 3 13,-3 25-4,-19-1 16,-15-6-23,-15-10-5,-8-10-5,-3-11 813,2-10-1424,9-12-1465,12-10-7750,15-9 8771,8 6 1,5 3-1,1 10 1</inkml:trace>
  <inkml:trace contextRef="#ctx0" brushRef="#br0" timeOffset="1774">20390 804 25618,'4'-19'112,"6"3"-129,12 13-348,11-2-1483,9-1 1848,12-4 0,-24 5 0,-2-2 0</inkml:trace>
  <inkml:trace contextRef="#ctx0" brushRef="#br0" timeOffset="1967">20838 577 16510,'-3'-9'4794,"1"2"-2060,2 7-1894,0 0-191,-7-14-598,5 24 212,-4-3-403,6 33-974,0 11-7367,-2 9 8344,-3-4 0,2-20 1,0-15-1</inkml:trace>
  <inkml:trace contextRef="#ctx0" brushRef="#br0" timeOffset="2317">19262 1307 9272,'-51'12'769,"-1"1"0,0-1 1,1 1-1,-1-1 1,-5 3-1,0-1 1,3 0-1,5 1-181,-15 6 1,9 0-220,14-4 1,5 0 1834,-4 8-825,32-7 457,34-10-1304,16-8 0,8-3-404,-11 0 1,3-1-558,10-3 0,7-1 0,-1-1 500,-6 0 0,-1 1 0,3-1-485,-1 0 1,2 0-1,3 0 1,0 0 432,-8 2 0,0 0 0,0 0 0,3 0 0,1 0-5,2 1 1,2-1 0,3 1 0,-1 0 0,-1 0 0,-4 0-10,8 0 1,-3 0 0,-1 1 0,4 0-2,-9 0 1,4 1 0,2 0-1,-1 0 1,-2 0 0,-5 1-4,1 1 0,-5 0 1,0 0-1,2 1-41,0 0 1,3 0 0,0 0 0,-2 0 0,-4 0-125,7 1 0,-4 0 0,-1 1-3113,5 2 0,0 1 0,-11 0 1426,-6 2 1,1 4-1,-34-9 1</inkml:trace>
  <inkml:trace contextRef="#ctx0" brushRef="#br0" timeOffset="4934">22136 930 32767,'0'-4'0,"0"1"0,0 3 0,-12-25-957,6 26 309,-14-7 146,7 38-44,-2 16-1496,4 6 215,5-1-4165,10-3 5842,3-13 0,1-17 0,-3-10 1</inkml:trace>
  <inkml:trace contextRef="#ctx0" brushRef="#br0" timeOffset="5291">22351 615 24452,'-28'17'11,"-1"0"1,-12 12 32,50 12-27,1-17 90,5-2 201,-3-13 364,1-5-375,-1-14-73,0-12-129,-4-2 140,-2-11 68,-4-2-191,-5 1-6,-2 2-33,-4 17-73,0 8-22,1 4 27,-2 7-44,0 6-521,-1 14-1277,6 5-6570,13 14 8407,10-8 0,-1-11 0,-4-10 0</inkml:trace>
  <inkml:trace contextRef="#ctx0" brushRef="#br0" timeOffset="5490">22576 906 25528,'55'-29'-2840,"1"-1"0,-3 4 1,-3 7 2839,-17 16 0,-2 4 0,7-1 0,-18 0 0</inkml:trace>
  <inkml:trace contextRef="#ctx0" brushRef="#br0" timeOffset="5667">22732 1085 26323,'35'-16'-1940,"-1"0"0,3 0 1,1 1-857,-3 3 1,0 2 1663,4-1 0,-5 1 0,-7 2 0,-1 1 0</inkml:trace>
  <inkml:trace contextRef="#ctx0" brushRef="#br0" timeOffset="5840">23371 782 21842,'0'-3'4688,"0"0"-3327,0 3-1333,-12-9-39,6 31 17,-8 7-43,11 4 1,2 5-869,0 4 1,0 4 904,1 9 0,1-3 0,-1 9 0,1-3 0</inkml:trace>
  <inkml:trace contextRef="#ctx0" brushRef="#br0" timeOffset="12674">23961 1146 32767,'-8'-1'0,"2"1"0,6 0 0,0 0 0,9-63 0,-8 44 0,4-16 0,-2 5 0,-5 25 0,-1 3-1282,2 10 89,0 1 0,0 0 0,1-2 1</inkml:trace>
  <inkml:trace contextRef="#ctx0" brushRef="#br0" timeOffset="12850">24071 1335 26122,'-16'39'60,"-1"0"0,0 0 0,-7 19 0,0-4-640,6-16 1,-1-1-554,-8 9 1,0-2 0,-4 6 0,-4-3 0</inkml:trace>
  <inkml:trace contextRef="#ctx0" brushRef="#br0" timeOffset="13500">24908 1132 32767,'-3'-43'0,"0"0"0,2 1 0,-2 16 0,-2 30 0,2 4 0,-4 21 0,2 10 0,-1 16-249,2 7-4397,6-24 0,1-1 3878,4 17 1,1-9 0,-2-30-1</inkml:trace>
  <inkml:trace contextRef="#ctx0" brushRef="#br0" timeOffset="13874">25187 778 23618,'-60'12'101,"13"1"-101,43 27 5,6-15 12,3-1 73,1-12 402,1-1 646,2-13-640,-2-9-307,1-5 122,-2-11-83,-3 3-62,-3-6 0,-6 2-107,-2 11-27,-3 3-28,2 9-46,-2 3-77,-3 10-152,1 7-789,0 14-2533,13 7-2497,8-5 6088,10 4 0,-8-22 0,0 0 0</inkml:trace>
  <inkml:trace contextRef="#ctx0" brushRef="#br0" timeOffset="14134">25719 913 22397,'6'-9'2520,"-2"2"-1175,-4 7-729,0 0-566,-82 27-28,38 10-788,10-16 0,-7 1 0,8 2 771,8 9 1,5 1 11,3-2 0,2-1 503,-4 13-554,16 4 45,10-27 1,40 7-63,14-22-1066,-9-5 1,1-3 735,-10 0 0,1-1 381,0-1 0,3 0 0,-7 0 0,7-1 0,-13 2 0,1 0 0</inkml:trace>
  <inkml:trace contextRef="#ctx0" brushRef="#br0" timeOffset="22716">26523 809 24178,'-9'-26'403,"-3"6"-369,-1 18 5,-6 6 11,-7 1 6,-1 4 0,-1 2 6,5-3-23,5 1 28,4-1-39,6-3 6,0 3 39,1 1 16,-3 5 1,-2 5-1,1 4-21,0 4-6,3 1-34,4 0-34,1-2 34,4-3 45,2-1-17,0-8-22,0-3 66,-1-7 158,-2-3 420,2 0-354,0-3-212,4-6-123,0 0 34,8-8-1,1 3-22,7-3 22,3 5 1,0 6-18,1 5-5,-1 7 0,0 7-11,1 9-22,0 11 10,-9-2 40,-5 0-51,-12-1-16,-12-5-107,-14 5-294,-1-13 1,-4-2-1052,-27 7-296,21-13 0,1-2-1737,-7-2 3535,5-9 0,26 2 0,2-3 0</inkml:trace>
  <inkml:trace contextRef="#ctx0" brushRef="#br0" timeOffset="22925">26500 870 19036,'2'-7'4890,"0"2"-4381,-2 5 618,0 0-1172,56-45-751,-17 26-1752,-1-7 1,2 1 2547,9 13 0,-29 7 0,1 0 0</inkml:trace>
  <inkml:trace contextRef="#ctx0" brushRef="#br0" timeOffset="23375">27078 1178 21735,'0'-4'3540,"0"1"-3327,9-22 1,4-9 771,1-13-747,-1 5 0,0 0 87,-4-5-39,-6 23-102,-2 11-144,0 8-35,-1 10 1,0 1 22,0 30-17,0 3 11,0 22-5,2-18-45,4 5 0,6-15 51,7 4 21,12-10 35,4-15-40,2-11 28,17-22-42,-15 1 1,2-3-565,2-2 1,2-2 546,9-6 1,-1-1-6,-11 6 0,-2 0-80,-4 3 1,-2 1 87,-5 4 0,-2 1-2999,15-7 2943,-16 12-935,-1 8-3512,-6 16 4492,3 3 0,-9 0 0,-6-3 0</inkml:trace>
  <inkml:trace contextRef="#ctx0" brushRef="#br0" timeOffset="29542">3883 4407 21972,'-50'-39'-2147,"16"19"2089,44 52 1270,9 11-679,5 8-198,8-5-254,4-7-67,7-15 26,4-14 1034,5-20-787,-22-3 1,-1-6 374,5-7 1,1-5 153,4-8 1,1-3-248,-10 10 0,0 0 0,1-2-469,1-1 0,0-1 0,1 0 613,0 0 0,0-1 0,0 0-47,-1 2 0,0 0 0,0 0-655,-3 3 0,-1 0 1,1 2-12,9-10 0,0 3 0,-6 6 0,0 4 0,-3 5 0,-1 5 0,25-3 0,-26 11 0,-4 8 0</inkml:trace>
  <inkml:trace contextRef="#ctx0" brushRef="#br0" timeOffset="31632">8242 4691 14937,'-56'25'734,"-1"-1"1,15-7-1,-1-1 1,7-5 36,-9-3-331,-16 0-125,23-6 101,12-2-385,12 1-104,6-2-59,11-1 233,2 0-13,25-10 205,6-1-256,-5 3 0,2-1 140,20-6-5,-6 2 1,2 1-28,-10 3 0,0 1-541,20-6 1,2-1 423,-6 4 1,0 0-4,1 1 0,1 0-79,-1 1 1,-1 1 103,-3 2 1,-2 0-161,-6 2 0,-4 1-48,22-1 117,-25 5 102,-22 6-246,-24 5 515,-19 8-63,-22 4-168,18-10 1,-3 0 244,-4 2 1,-2-2-254,-2 0 1,1 0 165,8-3 1,0-1-180,-13 0 1,2-2 153,-12-2-523,18-1 1,2-2-49,-12-3 39,9 1 151,9-1 561,6 1-894,9 1 373,7 0 191,16 0 319,15-2-188,25-6-85,-12 2 0,3-2-653,8-2 1,4-1 586,6-2 1,3 0-605,2 1 0,1-1 495,1 2 0,-1-1 93,-4 2 0,-1 0-269,-7 1 1,-3 1 247,-8 1 1,-4 1 48,11-2 62,-27 8 798,-35 9-683,-26 11-150,7-6 1,-3 2 187,-6 2 1,-2 0-248,-3 1 0,1 0-193,3-1 1,2 0 178,7-2 0,3-1 0,-3 1 0,16-5 0</inkml:trace>
  <inkml:trace contextRef="#ctx0" brushRef="#br0" timeOffset="32782">20480 2094 19203,'-2'-5'2910,"0"1"-686,2 4-1393,-23-47-1191,18 39 198,-18-24 46,23 60 273,0 29-244,1 2-305,1-21 0,0 0 206,3 13-1852,5 11-2462,0-16 4509,3 9 0,-4-26 1,-3-8-1</inkml:trace>
  <inkml:trace contextRef="#ctx0" brushRef="#br0" timeOffset="33015">20617 2169 24501,'-8'19'236,"1"1"-256,1 26-273,-4-5-74,0-11-41,-11 8 126,9-24 203,-7 8-1001,14-18 989,0-1 1,5-3 0,0-1 0</inkml:trace>
  <inkml:trace contextRef="#ctx0" brushRef="#br0" timeOffset="33692">20720 2239 21615,'-27'-34'-391,"7"7"139,18 27 546,-3 11-54,-4 5-37,-7 16-32,-6 4-25,-5 3-62,6-9 330,-11 6-98,18-21 198,-14 10-288,16-18-56,-4 0-198,9-5 230,-2-4-178,4 0-50,-2-2-52,3 0-36,0 1 170,2 0 11,-1 1-5,2 1-34,-1 0 67,10 2 56,3 2 28,11 2-50,4 1-67,3 1-12,5 2-33,6 3-62,9 1-263,10 3-530,-24-7 1,1-1-314,4 1 0,1 0-2692,2 0 1,-1 0 3842,-4-2 0,-4-1 0,10 2 0,-22-4 0</inkml:trace>
  <inkml:trace contextRef="#ctx0" brushRef="#br0" timeOffset="34449">21049 2328 19949,'-1'-5'3652,"-1"2"-2269,2 3-1383,-18-46 11,19 39 23,-9-31-28,26 48 5,5 0 11,3-5 1,-2-4 21,0-7 18,-5-7-23,-5-1 79,-2-14-56,-9 8 5,-8-8-22,-8 11-34,-10 5 6,-6 6 11,-3 7 0,2 7-11,4 6-12,7 7 1,8 3-6,7 5 6,9 2-12,9 0-22,10 1 17,10-6-12,6-3-21,6-7-1,2-8 22,-2-6 23,-6-11 12,-6-6 4,-9-8 29,-8-3 17,-8 2 22,-5 6-23,-6 7-49,-4 7-1,-3 4-6,1 6-10,2 4-1,4 4 23,7 2 0,6 0-12,10-3 7,8-5 4,9-3-4,7-9 4,6-7 29,-2-8 45,-7-7 44,-10-3 23,-11-2 67,-10 2 84,-6 3-6,-5 6-83,-4 6-74,0 5-94,-2 5-57,1 2-5,-2 11 11,-4 11-6,-5 16 1,-3 17 5,10-20 0,1 2-383,1 3 0,3 3 290,2 4 1,4 1-292,4 4 1,3-1-670,5 3 0,2-1-3677,5-1 1,2-2 4729,-1-7 0,0-4 0,6 9 0,-12-25 0</inkml:trace>
  <inkml:trace contextRef="#ctx0" brushRef="#br0" timeOffset="34675">22182 2276 20671,'-2'-3'3115,"0"1"-2466,2 2-1001,34-39-522,11 27 73,-6-9 0,4 2-1122,-1 17 0,1 6-1183,-3 0 1,-1 2 3105,-3 4 0,-4 0 0,4 4 0,-14 0 0</inkml:trace>
  <inkml:trace contextRef="#ctx0" brushRef="#br0" timeOffset="34825">22412 2434 18341,'-46'23'1768,"1"0"0,6-3 1,9-4-1069,16-10-157,19-5-235,17-7-241,25-5-129,-11 1 1,4 0-1767,11-3 0,3 1 1828,-8 2 0,1-1 0,-4 1 0,-3 2 0,-3 0 0,0 0 0,0 0 0</inkml:trace>
  <inkml:trace contextRef="#ctx0" brushRef="#br0" timeOffset="40016">5616 12714 10870,'-7'-3'3103,"2"2"-1384,5 1 359,0 0-1664,-60 33-10,36-19-191,-13 7 0,0-2 173,13-8-106,-4-1-78,-3-1 5,-1 0 12,-2 1 10,4 2-16,4 0-73,5 2-23,5 1 7,4 3 10,3 2 0,1 3-33,3 5 6,3 5-7,1 8-4,1 7 32,1 5-322,2 4 295,1 1-11,2-5-6,3-6 6,2-10 16,3-9 68,1-12 5,4-8-90,1-6-61,15-9 201,-8 0-918,20-9-2336,-5 0 2346,-10 4 1,-1 0 0,4-2-1,-1 0 1</inkml:trace>
  <inkml:trace contextRef="#ctx0" brushRef="#br0" timeOffset="40875">6381 12614 21103,'-36'-23'879,"-2"9"-818,23 23-33,-4 2 40,-6 9-17,-1 1-23,-7 9 28,-6 5-28,10-10-6,5-3 1,12-11-12,6-5 50,-4 2 23,1 0 28,-4 1-50,4-3 84,-6 2 72,4-3 157,-4 0-123,6-2-67,2-2-135,6-1 107,1 0-134,3 2 5,2 5-17,2 1 22,1 12 18,-2 11-40,1 4 0,-2 2 12,1 7-12,-3-23 17,3 16 5,-2-21 46,1 2 10,-1-9 180,-2-2-56,-2-6 173,0-1-183,0-4-52,-1-8-95,1-2-28,-1-8-17,4 7 6,6-6-23,13-2-5,5 2 0,11-2 0,-4 11-6,2 6 17,-8 3-11,6 9-23,-5 12 34,-3 9 11,-5 15-16,-19 4-7,-7-7 1,-15 12-56,-9-10-200,6-11 1,-2 0-1055,-17 11-2404,-2-5 3406,21-24 1,10-8-1,9-4 1</inkml:trace>
  <inkml:trace contextRef="#ctx0" brushRef="#br0" timeOffset="41082">6523 12986 11850,'9'6'7623,"-2"-1"-6189,-7-5-650,0 0-398,22 68-245,-16-33-543,6 12 0,-2 1 402,-13 0 0,3-21 0,-3-2 0</inkml:trace>
  <inkml:trace contextRef="#ctx0" brushRef="#br0" timeOffset="45134">6817 12890 7212,'-1'-6'4223,"0"2"3569,1 4-7014,-31-43-145,20 25-118,-23-32-145,29 35-130,3 2-72,1 1-44,0 4-85,1 2 6,0 4 67,3 16 23,0 9 10,3 22-16,-2 10-50,0 8-252,-1-31 0,1 0 212,6 29-5,6-9-12,4-13 29,3-12 105,2-13 80,0-11-7,-1-14-38,1-11-57,-2-15-28,0-10 12,-4-3 22,-5 1 413,-6 10-385,-4 11 11,-3 11-95,-1 9-78,0 4 16,1 20-11,2 6-16,3 22-1,3 7-5,4 5-469,5 4 172,6-3-628,8-2-1663,6-6-4788,5-9 7387,-6-12 0,-13-13 0,-10-10 0</inkml:trace>
  <inkml:trace contextRef="#ctx0" brushRef="#br0" timeOffset="45317">7603 13068 15939,'0'-4'4055,"0"0"-2196,0 4-1921,-23 40-498,20-16-9271,-11 37 9320,22-39 0,0-3 1,-5-16-1</inkml:trace>
  <inkml:trace contextRef="#ctx0" brushRef="#br0" timeOffset="45857">7825 12777 21371,'1'-55'237,"-1"0"0,-1 6 1,4 10-159,11 19-40,-1 8-22,5 1-12,2 5 1,11 10-6,0 7 11,0 5-5,0 12-12,-9 3 6,0 14 8,-14-12 1,-2 1 47,-4 23-17,-5-1 90,-11-17 89,-4-15 85,-5-1 145,-1-12-286,8-14-106,6-4 23,7-13-12,6 2-39,5-5 5,12-1-21,3 5-7,1 4-10,4 7-1,-3 6 6,19 10-17,-4 4 23,4 14-1,-16 5 1,-10-3 22,-9 11 0,-25 6-6,-7 0-44,-17 3-157,0-18-107,9-12-1529,-2-9 1815,13-14 0,4 4 0,7-6 0</inkml:trace>
  <inkml:trace contextRef="#ctx0" brushRef="#br0" timeOffset="46067">8631 12876 14337,'0'4'6441,"0"0"-6021,0-4-297,-3 67-224,3-40-95,-2 11 0,1-2-3685,1-17 3881,0-11 0,0 0 0,1-5 0</inkml:trace>
  <inkml:trace contextRef="#ctx0" brushRef="#br0" timeOffset="46666">8938 12566 20224,'0'-3'3455,"0"0"-2822,0 3-459,-2-1 27,0 3-27,-2 2-34,-4 4-84,1-1 146,-11 3-17,4-6-6,-7-1-22,6-9-28,3-6-84,5-1 44,4-14-50,7 7-11,5-10 6,8 6-28,5 1-1,3 3-10,5 3-7,3 7 7,3 4-18,2 12 18,-1 7-1,-4 12 6,-11-1-5,-7 35-23,-18-2-404,-3-12 1,-4 3 422,-4-3 1,-2-1 5,-4 0 1,0-2 7,5-10 1,-2-2 22,-4-2 0,-1-4 34,-2-7 10,-6-4-21,17-21-6,7-8 800,6-7-834,7-2 17,6 3-28,5 1 6,5 6 0,7 3-29,4 3-38,8 5-242,5 2-778,2 6-1512,2 2 2593,0 5 0,-24-5 0,-4 0 0</inkml:trace>
  <inkml:trace contextRef="#ctx0" brushRef="#br0" timeOffset="46857">9605 12666 21366,'0'-3'4061,"0"1"-3282,0 2-791,-20-10-10,19 24-90,-13 0-515,25 29-1317,4 3-4156,1-1 5316,0-9 1,-6-15-1,-4-10 1</inkml:trace>
  <inkml:trace contextRef="#ctx0" brushRef="#br0" timeOffset="47090">9900 12301 25724,'-6'38'22,"3"9"-64,7-16 0,3 2-850,0 3 0,0 1-1001,1 2 0,0 0 1332,1-3 1,0-3-1,3 9 1,-3-19-1</inkml:trace>
  <inkml:trace contextRef="#ctx0" brushRef="#br0" timeOffset="47807">10272 12272 23321,'-18'-18'202,"13"0"-163,40-4 0,4 0 11,-1-1 18,-4 3-24,-4 3-4,-9 6-1,-7 5 45,-5 6 101,-3 8 39,-2 7-40,1 9-38,0 8-34,2 5-28,2 4-34,5 3-30,-2-11 0,1-1-4,7 14-353,-4-8 0,0-1 342,10 18-2,-10-21 0,2 3-6,2 3 0,0 1 0,-5-7 1,-2-1-1,0-3 0,-4 0-31,-11 21-301,-19-12-437,-20 9-1763,10-26 1,-1-3 1913,0-3 1,1-2 0,-12 1-1,17-8 1</inkml:trace>
  <inkml:trace contextRef="#ctx0" brushRef="#br0" timeOffset="50540">6025 13680 15177,'-10'-13'313,"8"1"-223,20 2 0,4 1-45,-4 3 33,6-1-39,-8 5-11,6-1-11,-7 3 50,-1 0 34,-7 0 353,-2 1 128,-4 1-179,-5 3-162,-2 4-39,-12 7-146,4-4 33,-12 9 7,3-5 21,-7 6 18,-2 0 173,-4 4-72,9-8-192,4-2-61,15-10 22,7-5 95,9-3-18,20-11-56,8-3-10,4-5 11,8-4-23,-7 5 7,9-4-12,3-1 12,-17 8 40,-6 4 206,-20 8-16,-7 4-202,-8 1 14,-13 4-9,-7 3-16,-4 1 27,-6 6 1,6-2 28,-6 3 39,2-2-39,12-6-71,7-1-40,9-5-30,5-1 59,17-9-13,3-2-16,19-10 5,-10 4-11,11-4 5,-8 7 0,6 2 46,-16 7 58,-8 10-46,-17 4 15,-11 12 7,-9 4 16,-20 17-11,3-3-22,1-4 68,10-8 38,14-14 15,2-2 180,8-6-117,5-6-112,4-4-40,6-7-39,2-2-5,13-10-101,14-8-600,8 1-4238,-18 14 1,0 1 4503,6 0 0,-11 8 0,-17 6 0</inkml:trace>
  <inkml:trace contextRef="#ctx0" brushRef="#br0" timeOffset="54234">7179 13861 11256,'3'9'3097,"0"-1"-503,-3-8 694,0 0-2874,-13-45-56,12 22-38,-9-36-12,15 38-6,-1 5-190,-1 8-78,-2 7 101,1 14-29,2 15-27,2 21-35,2 11-224,-2-29 1,1 0 191,10 24-7,3-11 18,-1-12-23,-1-8-51,-6-7-33,-6-6-89,-3-6 83,-2-9-689,-2-8-111,-3-11 17,-2-8 306,-5-5 433,-4-4 212,-3 0 146,-3 1 152,-1 7 123,1 5 5,2 11-79,4 6-128,2 6-174,5 2-84,4 3 17,1 3-17,2 4 17,0 7 23,1 8 22,-4 6 27,-3 5 7,-4 3-12,-6 1 0,-2-1 34,-2-7 90,2-8 11,3-11-79,4-8-61,4-9-62,2-7-6,3-12 6,4-7 17,5-11 5,3-5-5,4-2 5,1 4-5,3 9-22,1 8-12,4 10-17,4 5-11,5 4 6,6 5-11,5 2-1,4 5-33,2 4-509,3 5 537,3 3 0,-24-6 0,-4-1 0</inkml:trace>
  <inkml:trace contextRef="#ctx0" brushRef="#br0" timeOffset="57467">23278 2275 12651,'-2'-4'5836,"0"1"-3444,2 3-1905,-5-57-213,4 41-201,-4-41-34,5 55 118,1 9-62,-1 1 141,0 25-146,-4 0-45,2 19-12,-3-6-16,7-3 33,7-7 29,8-9 33,8-7 56,4-10 11,4-7-5,-1-10-79,-6-2 140,12-18-56,-12 3 84,10-13 45,-10 6-28,-4 2-67,-3 4-62,-3 8-95,-4 8-33,-5 4 16,1 11 11,-2 7-10,3 13-12,0 11-34,1 8-179,5 8-1541,6 7-1142,-7-27 0,1-1 2281,0-1 0,-1-3 1,5 9-1,-7-16 0</inkml:trace>
  <inkml:trace contextRef="#ctx0" brushRef="#br0" timeOffset="60774">8302 5844 14124,'-3'0'0,"1"0"945,2 0-693,-45 20 516,32-14 19,-36 15-140,42-19-156,-2-1-191,-3-1 3,0-1 208,-1-3-303,4-1-539,4-1-151,4-1 347,6-1 519,5-1 125,8-2-98,3 0-113,1 1 59,-2 1 199,-6 4-10,-7 2 36,-4 2 179,-3 1-1301,-8 1 172,-5 5 168,-13 6 15,-9 7 296,-9 4 298,-5 2 112,-2-1 239,5-5 94,8-7-240,13-5-326,12-6-240,8 0-294,7-3 345,7-3-74,11-5 7,11-6-2,9-4 16,6-1 10,1 1 40,-4 4-9,-4 4-338,-7 5 3,-8 4 55,-9 3 11,-8 5-238,-8 4 357,-10 6 267,-9 5 107,-11 5-32,-6 0 29,2-3 12,7-7 48,10-7 127,10-5-745,5-2-783,5-1-3409,10-2 4386,3-2 0,-2 2 0,-3-2 1</inkml:trace>
  <inkml:trace contextRef="#ctx0" brushRef="#br0" timeOffset="65924">20988 3557 8466,'0'-3'9601,"0"0"-5260,0 3-3652,-8-45-196,5 31-224,-6-32-208,8 42-78,0 4 12,0 8 33,2 9-6,0 15-16,1 15-1,-1 11-16,0-26 0,-1 0-12,-2 1 1,0 0-56,-6 30-113,-8-4-666,-8-4-544,-10-5-2200,-6-6 2782,-8-9 1,21-16 0,3-8 0</inkml:trace>
  <inkml:trace contextRef="#ctx0" brushRef="#br0" timeOffset="66350">20975 3081 14135,'0'-3'3797,"0"0"-1281,0 3-2477,-13-15 39,10 24-44,-9-6-23,16 30 6,5 2 5,12 2 28,0-9 1,2-7 134,-2-11 179,-6-8 44,2-5 52,-1-15-180,-6-6-134,-3-4 168,-6-2-1,-6 7-33,-3-3-22,-11 3-185,0 8-62,1 6-22,1 6-62,3 4-84,0 6-470,2 12-847,6 7-144,3 3 1618,12 10 0,-5-25 0,5 7 0</inkml:trace>
  <inkml:trace contextRef="#ctx0" brushRef="#br0" timeOffset="66590">21521 3325 17311,'-4'0'4643,"1"0"-4374,3 0-594,19-34-392,8 20-692,2-7 1,2 1-4081,19 13 364,-1 2 4277,-20 8 0,-18-2 0,-2 2 0</inkml:trace>
  <inkml:trace contextRef="#ctx0" brushRef="#br0" timeOffset="66757">21521 3670 24671,'-12'13'-476,"20"-12"-1384,45-27-520,0 1 2380,-6 4 0,-2 2 0,-12 5 0,19-8 0</inkml:trace>
  <inkml:trace contextRef="#ctx0" brushRef="#br0" timeOffset="70574">22389 3490 11222,'0'-3'4582,"0"0"-431,0 3-3882,-32-55-146,19 41-65,-8-15 1,0 7 104,4 35 33,-5 13-45,-3 11-56,0 9-39,3 3-17,7 2-5,8-3 16,10-5 34,8-6 45,9-8-11,8-6 10,5-8 46,5-6 22,2-8 40,1-9 5,-4-8-28,-3-9-34,-7-8-22,-7-7 11,-6-5 44,-8-3 46,-4 2 28,-9 4 10,-5 6-77,-8 6-96,-5 8-67,-3 8-62,0 7-83,-2 8-298,-2 11-1781,-1 9 2168,-2 13 0,15-13 0,4-2 0</inkml:trace>
  <inkml:trace contextRef="#ctx0" brushRef="#br1" timeOffset="94082">20077 4695 13457,'0'-3'5652,"0"0"-2605,0 3-2644,-64-64-156,35 47-161,-11-17 1,-1 6 20,9 36-34,-5 9-12,-1 15-10,-4 11-331,21-17 1,1 1 284,2 0 1,2 1-17,-8 25 157,12-7-152,14-11 18,10-11 55,10-10 28,5-11 23,6-13 468,-1-9-401,1-11 44,-6-6 85,-4-5 55,-7 1-10,-6 3-45,-5 9-79,-3 10-140,-1 9-106,-1 6-6,0 5 29,2 5 4,1 9-10,2 0-12,8 21 1,0-8-40,8 14-207,3-6-762,4-1-2078,8-2 3092,9-4 0,-19-13 0,0-5 0</inkml:trace>
  <inkml:trace contextRef="#ctx0" brushRef="#br1" timeOffset="94232">20450 4896 27152,'-45'-36'-667,"8"7"1,38 29-1</inkml:trace>
  <inkml:trace contextRef="#ctx0" brushRef="#br1" timeOffset="98858">8994 7124 6887,'-7'0'5719,"2"0"-4347,5 0 639,0 0-1137,-45-13-34,28 9-107,-34-9-155,40 11-152,3 1-163,1-1-106,2 2-12,0-1 1,2 1-23,1 0 95,1 0-117,5 0 67,6 0-101,1 0 68,9 0-12,-1 0 17,9-3-11,9-3-29,8-7-4,8-4-29,6-4-234,-28 10 0,0 0 206,29-9-16,-4 3 16,-5 4-17,-5 3-10,-5 3-7,-2 3 1,-3-2 16,1 0 12,12-4-17,-15 3 5,19-5-5,-17 3 5,8 0 379,-4 2-390,1 3-11,-8 3 6,-4 1 5,-2-1-5,-5 0 10,9-3 7,2 0 5,12-5-23,-14 3 7,11-2-12,-17 3 11,3 1-11,-3 0 5,-11 2-10,0 0 5,-7 2 11,0 0 12,1 0 5,5 0-28,1 0 6,-1 0 5,3-1 17,-3 0-11,3-1 0,-2-1 11,-5 2-23,-1 0 1,-5 1-6,1 0 11,0 0-5,3 0 27,0 0 40,2-1-34,-2 0 34,0 0-56,-1-1-500,-1 1-9348,-2 0 9663,-2 1 1,-1 0 0</inkml:trace>
  <inkml:trace contextRef="#ctx0" brushRef="#br1" timeOffset="113607">21390 4666 14521,'-8'-5'3932,"2"1"-2766,6 4-337,0 0-678,-52 7 45,33 11-87,-12-3 0,3 4 48,16 26-23,5 17-123,4-19-16,11 11 22,7-28 55,9 1 102,4-11 140,4-7 39,0-14-11,2-10 5,-2-13 17,-5-9-11,-5-7 22,-9-2 11,-8 1-55,-13 3-85,-9 4-78,-11 4-61,-8 6 28,-10 4-130,9 11-33,5 4-129,14 8-162,11 5-213,0 6-700,4 9-2056,7 10 3288,13 6 0,-8-16 0,7-1 0</inkml:trace>
  <inkml:trace contextRef="#ctx0" brushRef="#br1" timeOffset="114000">21837 4608 25119,'-35'-18'-51,"1"0"1,-21-7 39,61 33-6,11 11 6,-1-5-23,26 16 23,-18-16-12,29 15-16,-13-9-11,9 8-51,1 8 73,-20-5 28,-7-1 56,-20-1-11,-13-7-23,-9 8-5,-22 2-62,6-8-201,-5 0-118,21-13-1159,7-5-8308,16-4 8782,-2-2 0,6 0 1,-6 0-1</inkml:trace>
  <inkml:trace contextRef="#ctx0" brushRef="#br1" timeOffset="114367">22389 4658 24603,'-7'-46'-672,"16"6"-1899,42 26-5791,7 2 7230,-24 6 0,-2 1 0,3 1 0,-17 2 0</inkml:trace>
  <inkml:trace contextRef="#ctx0" brushRef="#br1" timeOffset="114567">22441 4893 22386,'34'-20'-1563,"0"-1"0,9-1 0,-3 2-4996,2 6 6559,13-3 0,-30 8 0,-11 5 0</inkml:trace>
  <inkml:trace contextRef="#ctx0" brushRef="#br1" timeOffset="114907">23067 4564 24195,'-41'10'28,"-1"0"0,5-1 0,9 4-6,25 9-33,5 3-28,6-1-34,5-2 28,10-4 39,6-6 34,6-6 51,5-6 50,0-10 128,-4-7 163,-9-6 107,-10-4 28,-12-1-79,-17-1-84,-17 2-45,-16 2-67,-9 6-163,0 4-122,13 6-158,16 4-425,15 3-2520,18 8 3108,5 1 0,0 0 0,-3-3 0</inkml:trace>
  <inkml:trace contextRef="#ctx0" brushRef="#br1" timeOffset="116950">23907 4642 14230,'5'-3'3254,"-1"1"348,-4 2-3261,-1 30-38,-1-9-34,-3 27 34,-3-17 122,-10 7-285,4-13 152,-13 8 27,6-15 78,-5-1 1,4-8-12,2-12-313,8-3 34,1-18-40,7-4 0,2-18 6,5-13-37,0 26 1,2-3 38,1-11 1,2 0-228,-3 15 0,0 1 219,1-11 1,-1 2 49,-3 0-5,0-5 79,-2 7-124,-1 17 84,-4-1-11,-2 14-50,-4 0-74,-1 5 328,-5 13-350,4 6 12,2 5-12,6 10 17,10-3 6,9 10-28,12 4 5,-2-12 1,1-2 5,13 13-12,-7-11 1,0 1-540,11 9 483,-17-15 1,-1 1-224,14 24-472,-24-21 1,-4 1-2699,-4 22 3461,-9-2 0,-5-25 0,3-12 0</inkml:trace>
  <inkml:trace contextRef="#ctx0" brushRef="#br1" timeOffset="117534">24530 4713 24659,'4'0'40,"-1"-1"16,-25 43-23,2-13-10,-6 7-23,-1-4 89,9-14 236,0 0-156,7-15-74,6-13-67,4-5 33,5-18-21,10-17-7,4-7-265,-6 21 1,1-1 259,-1 5 0,-2 2 6,5-19 72,-1-5 90,-9 9-39,0 2 22,-7 1-39,-4 16-50,-4 2 440,1 9-373,-6-3-90,4 10-11,-2 0-56,3 5-11,4 4 0,1 3 33,1 13-28,2 5-22,3 15 28,9 5-5,11 9-1,2-6-5,4-8 0,4 0-29,-4-10 1,1-1-555,15 13 1,2-1 414,-5-7 0,1-2-146,-1 1 0,-1 0 50,-9-6 1,-2 0-846,-1 6 0,-5 2-3796,-15 5 1,-4 0 2457,6 18 0,-15-1 1,2-43-1</inkml:trace>
  <inkml:trace contextRef="#ctx0" brushRef="#br1" timeOffset="119140">12224 7089 16465,'-53'1'1126,"0"0"0,3 0 0,8 0-600,6-2-39,7 1-33,9 0-169,10 0-229,6 0-112,4-1 34,4-1 22,5-2-28,9-2 22,10-3 6,10-2-16,12-1-35,11 3-5,-17 5 0,-1 1 23,18 0-295,-17 3 1,0 1 181,10 3 79,-22 0 0,0 0-23,21 6 96,-15 2 128,-17 0 62,-15 0-50,-13 0-34,-9-1 559,-14 1-564,-8-1-1,-12 1 51,-11 1-59,25-6 1,-2 0-298,-3-1 0,-1 0 355,1 0 1,-1-1 22,3-1 1,2-1 128,-22 1-107,20-3-117,18-2-134,12-3-40,11-2 40,8-1 655,10-1-627,13 0-1,10-1-5,13 1-14,-25 3 0,2 2-45,10-2 1,0 2 30,-5 0 0,-1 1 28,-1 1 0,-2-1-73,21 2 28,-20 1 12,0 2 27,-14 0-112,-12 2-896,-9 0 1042,-5 0 0,2-2 0,-2-2 0</inkml:trace>
  <inkml:trace contextRef="#ctx0" brushRef="#br1" timeOffset="120823">25659 4582 15429,'-7'-53'2005,"-1"0"0,1 6 0,2 6-1086,1 0-269,1 16-252,1 11-270,0 7-144,0 6 66,-1 9 62,-2 11-34,-4 19-38,-2 16-32,4-23 0,1 2-167,1 0 0,1 0 131,1 28-5,10-11 44,6-13 62,7-13 72,2-11 62,0-14-22,2-11-11,1-12 22,1-12 11,2-8 11,-2-4 1,-2 2-6,-4 8 285,-4 11-409,-8 13-83,-3 8-1,-2 11 12,4 8-17,4 14-33,2 8-51,1 8-152,1 5-296,-1 3-543,1 5-2009,1 3 3084,-6-27 0,-1-2 0,2 5 0,-1-7 0</inkml:trace>
  <inkml:trace contextRef="#ctx0" brushRef="#br1" timeOffset="121123">26568 4294 23517,'-33'12'37,"0"-1"0,1 3 1,2 5-21,10 9 0,2 3-430,-1 2 0,0 0 435,0-1 1,2-1-7,-10 25 248,11-14-225,10-11 169,13-10-136,9-9-21,14-6-51,12-6-73,15-7-219,-23 2 0,1 0-369,4-1 0,2-1 661,6 0 0,-3 1 0,7 0 0,-6 1 0</inkml:trace>
  <inkml:trace contextRef="#ctx0" brushRef="#br1" timeOffset="122700">13483 7126 17378,'-18'-8'487,"4"1"-336,20 10 106,8 0-72,3 0 139,26-1-93,0-3-126,-9-1 0,2-1 16,0-2 0,0 0-311,4-1 1,2-1 271,1 0 0,1 0-27,3 0 1,-2 0-29,-8 2 1,0-1 21,19-3 1,1 1-6,-14 2 0,-1 0-360,-1 1 0,3-1 1,-2 0 366,14-1 1,-1 1-15,3-1 0,-2 1-26,-12 1 0,2 1 6,-3 0 1,3 0 0,-3 1-20,1-1 0,1 1 2,-4 0 0,4 0 0,-2-1 15,8 0 1,-2 0 86,-11 0 1,1 1 26,7-3 0,1 0 6,3 0 1,0-1-7,1 0 1,2-1-1,6 0 0,0-1-7,-12 2 1,-4 0-6,-10 2 0,1 0-152,10-1 1,-1 0 85,13-1-14,-18 2 1,-1 0-142,15-2 47,-9 0 7,-6 0 467,-2-1-515,0-2 1043,3 0-1052,0-3 367,-2 2-315,-4 2-219,-7 4-579,-8 2 838,-7 7 1,-5-3 0,-4 3 0</inkml:trace>
  <inkml:trace contextRef="#ctx0" brushRef="#br1" timeOffset="126590">27350 4332 8959,'3'-1'4296,"0"0"1081,-3 1-4985,-12-5 352,2 3-453,-13-3 191,1 4-235,-7 2 678,-4 2-684,-2 2-16,0 3-29,5-2 11,1-1 73,5-2 73,1-2 27,4-1-60,3-3-57,4 1-56,3-2-84,5 2-95,1 1-50,2 1 5,0 2 39,0 3-5,0 7-11,-1 7 5,2 6 6,-2 5-6,2 4-33,-2 1 44,1 1 28,-2-2-27,-1-4-12,0-4 0,0-6 17,1-7 79,2-7 201,1-3 112,3-4-162,1-4-129,5-6-40,3-4-27,4-2-12,2 0-27,1 4-23,2 5 11,-1 2-17,3 5-16,1 5-40,5 6 29,2 6 27,1 7-50,-2 4-28,-6 3 11,-8 1-11,-10 2 0,-17 1-73,-14-1-202,-14-1-682,-8-6-2264,1-9 2457,10-9 0,15-7 0,12-1 0</inkml:trace>
  <inkml:trace contextRef="#ctx0" brushRef="#br1" timeOffset="126834">27352 4320 23537,'48'-36'-70,"1"1"1,-6 3 0,-6 9-1908,-13 19-577,-12 5 2554,-6 6 0,-6-3 0,0 1 0</inkml:trace>
  <inkml:trace contextRef="#ctx0" brushRef="#br1" timeOffset="127434">28210 4540 17736,'-3'-5'5053,"0"1"-4420,3 4-516,-20 5 29,18 20-90,-16-1 6,26 27-18,3-9-3340,12 15 3357,-5-20 117,16-1 80,-18-28 144,20-7-105,3-22-202,-8 4 1,2-5-392,17-14 0,2-3 371,-5 1 1,0-1-39,-10 7 1,1-2-1,-4 3-17,-1-2 0,-2 2-6,2-6 0,-2 1 2851,8-12-2812,-14 16 0,-1 2-42,8-12 251,-2 6-391,-15 20-305,3 6-748,-3 10-520,1 10 1702,-6 15 0,-5-8 0,-5 3 0</inkml:trace>
  <inkml:trace contextRef="#ctx0" brushRef="#br1" timeOffset="130000">7879 8268 7895,'-8'0'6156,"0"-1"-4134,8 1-1232,0 0-790,-20-1 252,20 1 39,-12 0-22,27 3-6,6 0 34,5 1-6,5-3-28,6 0-44,4-4-79,5-2-16,3-4 4,4-4 80,4-2-88,-25 6 0,0-1-283,4 0 1,0-1 254,3-1 1,1 0-34,2 0 0,1 0-15,1 0 1,-1 2-9,0 0 1,-1 2-18,0 0 1,0 2-12,-2 1 1,-1 0-1,-1 1 1,0 1-4,-1 0 1,0 0-3,-1 1 0,0 0-152,-1 0 0,0 0 154,-1 0 1,0 0-1,-1 0 1,0-1-1,0 1 1,-1 0 5,0-1 1,0 1 5,30-2-17,-2 1-6,-5 2 0,-5 0 12,-4 1 0,-4 0-1,-1-1 12,-2-2 5,3-3-5,2-3-6,3-2-5,2 0-17,-1 1-34,0 1 527,-6 2-493,-5 2 320,-5 4-293,-3 1-10,-3 1 0,1 0 5,2 1-6,5-2-5,3 0-11,5 0 11,4-2 0,4 1 6,3-2 5,-2 1-5,-2 0-6,-5 0 11,-3 2-17,-3-1 1,0 1 10,-1 0 1,3 0-6,3 0 0,1 1 11,4 1-11,0 2-22,3 1 16,0 0 0,1 0 1,1-1-1,2-1 17,1-1-5,1-2-6,-1 1-250,-2-2 245,2 1-7,0-2 4,-21 1 0,0 0-4,14 0 12,-15 1 0,-1-1 6,11 1 11,11 0-6,0 0-8,-21 0 0,-1 0-3,12-1 2,-11 1 1,0-1-3,14 1 0,14-2 0,0 1 6,-3 0-9,-24 1 0,0 0 9,10 0-31,15 2 31,-25 1 5,7 2 0,5 1 0,-6-1-11,-2-2 6,2 0 5,-5-3-11,13 1-6,11-1 1,-6 1 254,-3 1-255,-4 1 37,-11-1-25,6 1 5,-2-1-5,-2 0-1,10-2-5,-14 0-11,15-1 34,-16 0-1,18 0-28,-8 1 12,5 2-17,-18 0 11,7 1 5,-6-1 12,17 0-11,-5-2-12,6-3 12,-16 0-12,6-3 23,-9 1-23,12 2 1,-13 0 16,-3 3 0,-14 0 12,0 0 10,0 0 29,10 1-40,4-4-11,10-1-5,-7-2-12,11 0 6,-7 1 6,13 3 5,-13 0 12,-3 3 55,-15-1 12,-7 1 106,2 0-96,1-6-245,19-11-544,8-6 689,-7 4 0,0 1 0,1-1 0,0 1 0</inkml:trace>
  <inkml:trace contextRef="#ctx0" brushRef="#br1" timeOffset="138417">6150 12400 18148,'-30'-5'2053,"6"2"-1649,20 1-162,1 2 123,1-1-311,1 0 33,-1-1 87,0-1-84,-1-3 67,0-2 27,0-3 84,1-4-33,2-3 142,-1-1-5,3-3-83,2 1-17,3 0 51,3-1-58,2 1 8,3-2-26,4-1-85,4-2 11,4-1-74,4 0-73,0 2-57,-2 4 218,-4 6-74,-5 6-277,-5 5-33,-1 3-48,0 3 32,1 1 100,1 0 1,2 0-213,1-2 74,4-1 343,1 3 21,1 1 67,-1 5-136,-2 5-149,-3 8 184,-2 6 25,-4 4 31,-1 4-52,1 0 49,1-3 13,3-3-33,-2-2 22,-2-3-177,-4-3-98,-4-2-52,-2-1-43,-1-3 36,-2 2 5,-1 0 199,-1 2-34,-1 1-34,0-1-20,1-2-32,1-5 25,0-4 123,1-5 55,-1-2-108,-3-2 97,-5 0-3,-5 0-12,-4-2-21,-1-2 4,3 0-10,3-1-28,5 3 16,3 0 0,3 2-106,1-1 79,5 3 5,1 1 11,5 3-5,1 2-6,3 1 16,0-1 1,3-2 39,0-2 6,2-2-40,1-5 1,3-2-1,5-6 34,0-2 11,-2-1 17,-5 1 34,-6 0 11,-5 1-23,-5 0-22,-3 0-28,-2-1-39,0 0-12,1 1 12,0 3-6,-1 4-27,1 2-12,-1 3 28,2 4 0,0 1 0,1 5 5,-3 1 6,1 2 1,-1 3-1,-2 5 6,-2 3-12,-3 2-5,-2 0 11,0-3 17,-2-5 28,-1-4-11,-2-5 1,-3-4-2,-3-2-21,-2-3-51,-1-4 17,-1-3 39,0-4-17,1-2-6,3 0 12,4 1 11,4 3-22,6 4-23,3 3-56,2 1 68,9 6-7,1 0 12,10 5 17,5-1-6,-7-4-50,12-2-68,-3-10-358,15-11-708,-14 1 0,1-3 494,1 0 1,-3 0 0,12-10-1,-15 12 1</inkml:trace>
  <inkml:trace contextRef="#ctx0" brushRef="#br1" timeOffset="145807">21707 5747 8030,'4'-3'4755,"0"1"1810,-4 2-5831,-4-16 16,3 9-11,-2-11-139,3 13-208,-1 3-213,-2 2-112,-5 3-22,-8 3-28,-9 8-6,-7 4-5,-3 3-1,0 2 35,-2-1-29,1 0-11,-5 0 33,-4-1-5,-5-1 12,1-3 49,6-6 46,15-6-29,12-4-56,10-4-10,4-2-7,5-3-16,0 1-11,2 1-1,-1 3 12,-1 2 33,0 6 23,0 5 28,0 11 28,0 11-23,-2 10-33,0 8-11,1 8-18,1 1-27,4-2 0,3-7-11,4-10-23,1-9 11,2-9-5,1-8-23,2-7-27,6-11-130,7-8-408,11-10-1552,10-8 1472,-21 11 1,-1 1 0,4-3-1,-1 2 1</inkml:trace>
  <inkml:trace contextRef="#ctx0" brushRef="#br1" timeOffset="147317">22400 5885 10511,'0'-11'5965,"0"2"-3427,0 9-388,0 0-1562,-3-28-493,-1 21 51,-6-22 96,-7 36-119,-4 2-11,-10 6 0,2 1 17,-2 1-68,8-6 68,-3 2 101,4-6-57,1-1 1,1-2-6,8-2-107,6-1 7,0 1-24,4 2-10,0 1-12,1 3 6,1 2-16,2 0 55,3 17 0,0-3 6,1 15 33,-4 0 6,-1 2-50,-2-8 117,-6 10-95,1-19-11,-2 5-17,4-18 745,4-16-694,1-8-12,3-12-39,3-4-6,3 0-11,4 4-27,1 6-1,2 6-6,2 7 12,3 4-28,4 9 0,1 6 16,-4 3-33,2 10-33,-4 7 22,-3 3-17,-5 6 22,-12-14-44,-10 3-174,-12-4-219,-3-2-829,-6-4-3281,8-13 4581,7-8 0,7-1 0,4-3 0</inkml:trace>
  <inkml:trace contextRef="#ctx0" brushRef="#br1" timeOffset="147533">22684 6112 23181,'7'47'-1253,"0"0"0,-1-3 1,0-7 1252,0-15 0,-2-9 0,-2-7 0</inkml:trace>
  <inkml:trace contextRef="#ctx0" brushRef="#br1" timeOffset="148174">23422 5718 19966,'0'-3'3002,"0"0"-2095,0 3-873,-62-21 16,30 23-33,-10-9 0,-1 3 33,3 21 12,-1-1-12,2-1-10,6-1 21,6-2 12,5-2 5,5 0 12,4-1-12,3-1-33,3 0-11,3-1-1,2 2 1,2 3 11,3 3-17,3 6 17,2 3 5,2 7 28,0 2 51,-2 3-11,-4-2 5,-2-2 6,-5-4-11,-1-5 56,-1-8 156,2-8 34,1-5-123,2-7-118,0-5-5,0-6-46,3-2-44,2 0 6,3 1-23,2 2-5,3 2-12,3 1-5,4 4-6,6 2-11,2 2 11,7 4-27,4 5-18,4 4 0,-2 8 1,-8 3 10,-12 4-5,-17 5-44,-16 5-152,-14 2-297,-11 2-594,-2-5-2179,5-11 3322,11-9 0,10-9 0,9-3 0</inkml:trace>
  <inkml:trace contextRef="#ctx0" brushRef="#br1" timeOffset="148373">23937 5941 24475,'-16'50'-282,"0"0"0,1-3 0,2-4 282,1 2 0,5-20 0,1-2 0</inkml:trace>
  <inkml:trace contextRef="#ctx0" brushRef="#br1" timeOffset="149506">24570 5851 23472,'-20'-37'149,"1"1"1,1 0-1,10 4-37,25 6-95,-2 4 5,13-4-10,-13 19-7,4-1 1,-3 13-17,-2 7-34,9 19 34,-2 4-51,1 14 34,-8-15-11,-3 10 16,-8-2 107,-7 0 34,-7 1 33,-10-17 62,-1-7-73,4-8 174,-1-6 106,6-11-173,2-2-74,2-8-83,7 1-57,2 3-5,5-1-33,4 5-12,13-2 6,5 5 0,13 4-23,-8 3-78,21 11 17,-19 3-17,10 9 45,-24 1-1,-20 4-22,-19 3 34,-5-5-123,-22 7-3846,-7-4 3532,9-6 393,-15-8 0,44-14 1,-7-4-1</inkml:trace>
  <inkml:trace contextRef="#ctx0" brushRef="#br1" timeOffset="149717">25154 5865 19227,'5'5'3495,"-2"-1"-2874,-3-4-525,0 0-931,10 64-5298,-7-33 6133,2 8 0,-1-2 0,-5-20 0,0-8 0</inkml:trace>
  <inkml:trace contextRef="#ctx0" brushRef="#br1" timeOffset="150290">25731 5681 21411,'0'-6'2683,"0"2"-2196,0 4-392,-3 0 28,-2 5-50,-7 3-34,-3 6 23,-5-1 44,-2-4 46,0-4 50,2-5 39,1-10-57,3-9-60,3-11-52,6-7-27,6 0-28,8 5-6,8 6-5,9 6-17,5 6-1,8 6-10,5 9-6,6 8-17,-1 12 6,-10 0 2,-18 4 1,-4 4-9,-9 24-348,-7-12 0,-6 3 351,-8-2 0,-5-1 16,-5 2 1,-3-1 30,-1-1 1,-1-2 30,2-6 1,-1-3 103,-17 10 28,10-22-67,13-22-23,10-12 1,6-12-18,6-2 7,6 1 679,4 3-741,5 7-23,3 6 0,0 6-100,20 3-113,-1 6-229,22 3-944,2 3 140,-28-3 0,2 1 1263,3 1 0,-3-1 0,7 1 0,-8 0 0</inkml:trace>
  <inkml:trace contextRef="#ctx0" brushRef="#br1" timeOffset="150490">26279 5862 21332,'0'-3'4146,"-1"1"-3458,1 2-923,-3-15-67,8 45-488,-4-13-291,2 14 0,1 5 1081,-2 25 0,-1-27 0,-1-3 0</inkml:trace>
  <inkml:trace contextRef="#ctx0" brushRef="#br1" timeOffset="150733">26808 5572 21909,'0'-4'3759,"0"1"-3076,0 3-660,-2-16-12,3 25-45,1-2-50,3 37-201,2 12-141,-3-23 0,-1 1-1140,0 3 1,0 1 1565,0 4 0,0-2 0,0 5 0,-1-6 0</inkml:trace>
  <inkml:trace contextRef="#ctx0" brushRef="#br1" timeOffset="151184">27154 5503 19176,'0'-3'3070,"0"0"-1357,0 3-1505,52-59-24,-25 38-80,7-13 0,1 3 41,-7 21-38,-4 5-35,-6 3-27,-4 5 22,-4 3 23,-1 6 56,0 5-102,-2-3 40,2 8 18,-3-4-29,3 7-6,-1 5-6,4 13-38,-4-10 27,5 21-5,-3-12 5,3 14-397,3 2 325,2 2-29,0-2-33,-5 0 23,-13-5-12,-22-3-84,-22-4-149,13-24 1,-3-2-2330,-6-2 1,0-2 2634,4-3 0,1-2 0,-12 1 0,22-8 0</inkml:trace>
  <inkml:trace contextRef="#ctx0" brushRef="#br1" timeOffset="153316">7991 9398 17871,'-31'23'1093,"17"-4"-825,56-17-100,10-1-100,11-1-71,-26-2 0,0-2-548,5 1 0,0-3 528,5-1 1,0-3-14,2 0 0,2-1-4,-1-2 1,1 0 11,-3 0 0,-1-1-3,-5 2 1,-3 0 268,18-5-98,-26 8 16,-24 11-83,-22 7 0,-17 9-6,-15 7-59,17-10 1,-2 1 26,-4 2 0,-2 0-16,-3 3 1,-2 0 11,-2 0 0,-1 1 19,0-1 1,0 0 2,0-2 0,2-1 20,2-1 0,2-3 4,5-2 1,2-1 146,-19 3-39,17-7-224,17-5-101,12-2 100,13-3 746,11-4-723,14-10-22,14-8 8,-17 9 1,2-2-170,3 0 0,2 0 161,4-1 0,0 2-362,1 1 0,0 1 317,0 2 0,0 2 28,-3 2 0,-1 2 11,-4 2 0,-2 1 29,14 3 161,-20 8 12,-27 9 256,-22 9-368,-21 9-20,14-14 0,-2 0-108,-4 2 1,-2 0 121,-1-2 0,0-1-20,3-3 1,0-3-59,-21 1-118,23-18 28,22-14 6,22-7-235,14-3-864,15-1 1222,17-1 0,-25 14 0,3 1 0</inkml:trace>
  <inkml:trace contextRef="#ctx0" brushRef="#br1" timeOffset="154316">22164 7027 18621,'-3'-3'3972,"0"1"-2695,3 2-1255,-12-21 96,15 23-90,1 15-17,13 26-28,-6-9 0,-1 3-225,-4-4 0,-3-1 189,-2 3 0,-2 0-6,-4 1 0,-3 0 17,-3-1 0,-3-2-6,-2-2 1,-3-2-77,-1-3 1,-2-3-801,-22 11-4447,3-14 5371,10-11 0,13-8 0,10-1 0</inkml:trace>
  <inkml:trace contextRef="#ctx0" brushRef="#br1" timeOffset="154716">22231 6800 17938,'4'-7'2924,"-1"2"-2062,-3 5-318,0 0-527,-7 44-17,12-22 6,-2 32 50,15-35 95,1-7 112,2-6 95,-3-9 1,1-7-6,-4-10 22,-5-4-45,-4-5-27,-11 0-23,-5 3-51,-10 3-49,-2 6-96,-2 6-84,2 6-84,6 2-113,3 8-139,7 4-408,3 10-1132,8 9-5350,9 4 7226,4-2 0,-4-11 0,-4-9 0</inkml:trace>
  <inkml:trace contextRef="#ctx0" brushRef="#br1" timeOffset="154950">22678 7065 22929,'22'-26'-712,"1"-1"1,0 2 0,2 6-303,34 10-1238,-5 4-7579,-6 11 7926,-21-1 0,-7 3 1,-17-6-1</inkml:trace>
  <inkml:trace contextRef="#ctx0" brushRef="#br1" timeOffset="155117">22792 7214 23187,'-42'28'196,"18"-11"-415,54-35-402,11-3-713,9-2-1486,-20 11 0,1-1 1971,25-8 1,-19 7-1,-15 6 1</inkml:trace>
  <inkml:trace contextRef="#ctx0" brushRef="#br1" timeOffset="155473">23579 7091 24643,'-26'1'252,"13"-2"-224,34-6-73,20-6-34,-9 2-873,23-6-50,-32 11 1002,21-5 0,-32 8 0,5-1 0</inkml:trace>
  <inkml:trace contextRef="#ctx0" brushRef="#br1" timeOffset="155767">23981 6810 20358,'-2'-2'4212,"0"0"-2352,2 2-1776,-5-21-28,7 23-6,-5-15 51,10 42 5,-2 10-16,-1 22-46,-3-13 1,-2 3-440,1-7 1,-1 2 402,-1 8 1,1-1-9,0-20 0,0-2 5,2 3 1,0 0-235,1 16-1553,-2-5 1782,-4-11 0,1-23 0,-1-8 0</inkml:trace>
  <inkml:trace contextRef="#ctx0" brushRef="#br1" timeOffset="160666">20344 8274 15760,'0'-3'3971,"0"0"-1064,0 3-2532,-5-39-336,4 29-5,-3-27 134,4 47-17,0 14-28,0 33-50,0 5-343,0-22 1,0 1 274,0-4 1,0-3 11,0 18 5,0 2 56,1-16 85,-1-6 251,1-9 241,-1-18-4,0-3 230,-5-14-820,2 5 74,-6-19-68,6 11-39,-1-2 17,4 2-23,4 2-22,5-1-45,11 1 23,7 6 16,-1 3-33,9 5 0,3 11 16,0 2-10,1 11-12,-15 0 28,-9-4 0,-11 12 6,-16-7 0,-12 10-28,-13-7-84,-6-4-146,0-7 44,10-8-2048,-7-7-1138,23-7 2563,-10-8 0,21 6 0,1-2 0</inkml:trace>
  <inkml:trace contextRef="#ctx0" brushRef="#br1" timeOffset="161390">20879 8734 25959,'-10'-17'650,"2"2"-544,7 15-3948,1-1 3842,-1 5 0,0-3 0,-1 4 0</inkml:trace>
  <inkml:trace contextRef="#ctx0" brushRef="#br1" timeOffset="162006">22141 8600 17563,'-6'0'5478,"2"0"-4554,-56-3-274,40 0-286,-43-2-224,58 2-68,4 0-60,7-1-18,8-2-5,12-2-79,10-2-173,8-1-370,3 0-1209,1 2 1842,1 0 0,-23 5 0,-3 0 0</inkml:trace>
  <inkml:trace contextRef="#ctx0" brushRef="#br1" timeOffset="162266">22683 8240 21853,'-4'0'3238,"0"0"-2415,4 0-806,-23-6 22,21 15-22,-17 4-11,27 24 5,-2 12-50,-3 8-307,-2-26 0,0 2 110,-1 0 1,1 0-322,-1 0 0,1 0-1049,2 0 1,0 0 1605,1 1 0,0-3 0,2 4 0,0-6 0</inkml:trace>
  <inkml:trace contextRef="#ctx0" brushRef="#br1" timeOffset="162657">23228 8258 25685,'-22'-40'269,"4"8"-309,18 33 18,4 4 16,1 1-33,12 8-17,7 0 0,12 9-17,7 2 37,-16-7 0,1 1-26,15 15 28,-4 1 6,-14-3 34,-16-8 28,-7 8-12,-27 9 0,-9-5-5,-8 0-237,-9-4 40,11-9-755,-1 2-8896,12-6 8173,16-10 1,9-3-1,4-6 1</inkml:trace>
  <inkml:trace contextRef="#ctx0" brushRef="#br1" timeOffset="162907">23783 8401 21679,'45'-33'-694,"1"-1"1,0 3-1,-5 7 1,-4 17-1,-6 2 1</inkml:trace>
  <inkml:trace contextRef="#ctx0" brushRef="#br1" timeOffset="163100">23881 8490 20739,'33'-6'-443,"-1"0"1,28-8 22,-25-2-1754,7-6 2174,-1 0 0,-14 7 0,0 2 0</inkml:trace>
  <inkml:trace contextRef="#ctx0" brushRef="#br1" timeOffset="163473">24614 8146 24828,'-41'38'1,"1"-1"1,3-3 0,11-1-35,24 7 16,7-11-51,21 6 51,-7-20 275,30 5-275,-17-19 0,6-4 139,-4-12-32,-5-15 90,-4-4-29,-6-12 226,-16 7-159,-12 3-44,-9 6-34,-12 11-40,-4 7-77,-1 7-102,7 3-195,9 3-17,10 1-2655,16 8-6885,9-2 8624,1 2 0,-1-6 0,-12-3 0</inkml:trace>
  <inkml:trace contextRef="#ctx0" brushRef="#br1" timeOffset="163690">25668 7948 24906,'-53'24'155,"0"-1"0,1 1 0,6 2-167,14 2 1,4 1-17,5-6 0,2 3-266,-6 14 0,4 3-1244,9-12 1,3 1 1537,-6 18 0,3-2 0,2-3 0,5-7 0</inkml:trace>
  <inkml:trace contextRef="#ctx0" brushRef="#br1" timeOffset="163883">25112 8093 19972,'-1'-4'4379,"0"1"-3371,1 3-985,66 54-922,-40-32 0,2 3 707,9 6 0,7 5 0,-2-2-2244,-5-6 1,-2 0 0,1-1 2435,16 12 0,-2-4 0,-13-11 0,-5-2 0,7 2 0</inkml:trace>
  <inkml:trace contextRef="#ctx0" brushRef="#br1" timeOffset="167233">5827 6290 19128,'-38'11'701,"0"1"0,0 1 0,2 4-235,9 3 0,1 2-614,-4 2 0,-2 1 456,-2 0 0,0 0-28,-1-1 1,1-2-7,2-3 1,1-2 50,1-2 1,2-2-148,-7 1 87,2-4-415,17-9-190,-2-3-14,2 0 574,4-3-804,5 2 300,3 1-97,2 2 190,1 2 314,0 5 13,0 9-16,0-1 52,1 11 77,2-1-23,1 10-1,2 7-138,2 19-317,-3-17 191,-1-8 0,-1 0-320,-1 20 344,1-21 1,0 2-8,2 7 1,2 1 86,1-6 0,0-1-11,1-1 0,1 0 60,2 0 0,0 0-16,-1-4 1,0 0-414,3 11 0,0 2 417,0 0 0,0 3-35,-3-9 1,-1 3 0,1-2 74,1 15 0,-1-2-58,0-1 0,-1 0-22,-2-3 1,-1-2-58,-2-9 0,-1 1 31,1 8 0,-1 3 24,1 8 1,-1 0-18,-1-8 0,1-2-27,-1-1 1,0-1-6,0-1 1,-1-1-6,0-8 1,-1 1 57,1 10 0,-1 2 113,0 9 0,-2 0 116,0-8 1,0-1 9,0-2 1,-1-2 4,-1-2 0,0-2-295,2-10 0,-1 1 223,0 6 0,1 3-22,0 3 1,1 0-23,1-7 1,-1 0-131,1 5 1,0-2-237,0 12 6,-1 10-21,-1-11 181,0-21 0,0 3 24,-1 4 0,-1 1-130,-1 21 38,0-5 274,2-14-291,3-15 807,-1 10-873,1-9-5,1 5-41,0-12 656,2 9-579,1 2-24,2 2-28,2 1-35,2-9-149,0-8-33,6 2-127,1-3-119,6 3-213,13-1-589,3-8 1382,22-14 0,-32 1 1,3-8-1</inkml:trace>
  <inkml:trace contextRef="#ctx0" brushRef="#br1" timeOffset="172274">8712 11702 8828,'-6'1'2914,"0"1"-98,6-2 779,0 0-2709,-59-3-518,33 4-31,-15 0 0,-4 2 509,-15 11-687,9-2 188,6-1 0,0 0-22,-3 2-195,-8 1 66,25-4-208,21-7 40,4 0 34,15-3-17,12-2-23,16-5-16,17-5-1,-22 3 1,2-1-359,4-1 0,1 0 347,2-2 1,1 0-1,3 0 0,0-1 0,-10 4 1,2-1-43,22-4 1,1 1 2,-17 5 0,0 1-301,-2 1 1,3-1-1,-2 2 298,8-1 1,-2 2 16,-3 2 0,-2 1 20,17 0-18,-8 5 114,-32 7 5,-10 4-34,-22 5 641,-18-1-624,-13-1-45,-9 0-45,-8-2 220,26-7 0,0-1-203,-4 1 0,0-1 3,-3 1 0,0 0-3,-3-1 0,0 1 8,0-1 0,-1 1 12,1 0 0,1 0 8,2 0 0,2 0 16,6 0 1,2-1-17,-10 3-95,17-3 95,18-5-6,39-13-16,2-2-1,2 1 1,2-2-660,-4 0 0,0 1 648,-6 2 1,1-1-83,18-6 1,1-1 59,-14 7 0,0 0-26,16-5 1,1 0-11,-11 6 0,-2 2-152,-2 2 0,0 1 137,-4 2 1,-2 0-124,19 1 79,-21 6 1331,-23 5-1264,-32 11 45,-29 10 44,13-10 1,-4 1-344,-10 4 1,-4 0 425,15-7 0,0 0 0,-2 0 11,0 0 0,-1-1 0,1 0-30,3-1 0,1-1 0,1-1 61,-10 2 1,5-2-2,14-4 0,4-2 33,1-2-140,24-11-33,19-6-45,15-10-134,23-5 359,-16 10 0,3-1-912,11-2 1,2 0-4202,5-3 1,-1 0 4168,-11 6 1,-5 1 0,-8 3 0,-7 3 0,-9 3 0</inkml:trace>
  <inkml:trace contextRef="#ctx0" brushRef="#br1" timeOffset="180349">20642 9793 15636,'-2'-4'5164,"-1"1"-2514,3 3-2572,-15-35 6,12 32 39,-9-20-16,15 49-34,2 12-23,-3 9-16,-3 8-12,-5 4-309,-4-2 337,-1-5-5,1-13 78,4-14 225,2-12-46,4-15-212,5-12-12,5-16-5,8-14-12,4-10-10,6-2 77,-1 3-78,-2 9-39,-3 12-61,-1 10-34,2 10-39,3 7-84,4 8-129,2 9-26,0 9-663,-1 12-555,-2 5-945,0 5-1850,1-2-1244,4-4 2500,1-9 3119,0-11 0,-6-12 1188,-7-16 3701,-6-10-441,-4-10-1480,-1-4-935,-3 1-548,-1 6-472,-2 5-402,-3 9-342,-1 6-236,-1 5-44,0 3 22,2 5 0,2 2 1,4 5-7,3 2-16,5-2-6,4-4 23,5-4 5,4-5 34,3-8 28,-2-6 27,-5-8 52,-8-4 32,-7-2 24,-7 2-12,-6 3-67,-4 4-79,-2 6-139,0 6-258,4 5-298,2 1-581,4 5-2023,7 3 3249,11 3 0,-7-3 0,3 0 0</inkml:trace>
  <inkml:trace contextRef="#ctx0" brushRef="#br1" timeOffset="181208">21709 9753 16807,'7'0'4766,"-2"0"-3404,-5 0-640,0 0-705,-9 12-17,11 2 11,-7 15-11,14 2 17,-2 1 28,-2 2-17,-2-12 151,-3-3 106,0-15-94,0-5-68,1-12 39,5-10 18,5-9-18,6-7-11,4-1-16,3 2-28,1 6-40,1 6-45,0 6 1,2 4-18,0 6-5,2 4-5,-1 7-40,-2 7 22,-3 8 35,-5 9-12,-5 6 11,-5 4 0,-6 2-11,-3-4 17,-3-7 28,-1-8 95,1-10-12,1-6-72,2-7-5,3-6-12,4-6-5,4-3-6,4 1 0,1 2 11,1 3-6,1 3 1,1 1 0,3 0-23,4 1 0,3 2 0,-1 2 0,-3 3-16,-2 8-1,-8-2 23,1 7-11,-8-4 10,2 1 24,0-3-1,2-3 62,12-9-73,-6 0 39,17-14 22,-10-1 40,4-8 230,-5-14-46,-12 8-173,-4 0 84,-13 9-56,-2 9-11,-5-1-51,1 5-16,0 6-68,6 4-10,2 3 10,3 1-16,4 12 5,5 1-39,10 14 17,0-6-1,14 9-16,0-3-22,-9-6 0,0 1-40,11 15 17,-7 5 6,-18-15-241,-17 6-1182,-24 1-1859,-10-2 2812,-11-2 0,24-19 1,12-7-1</inkml:trace>
  <inkml:trace contextRef="#ctx0" brushRef="#br1" timeOffset="182932">23390 9489 23607,'-6'-45'778,"-6"11"-683,-13 33-11,-9 4-17,-5 4-22,-2 4-11,3 4-17,7-2-6,9 1 17,7-3 28,7 0-11,4-2-6,3 1 28,1 1 6,0 3 16,0 4 46,1 6 39,0 10 33,-1 7 0,-3 10-16,-3 7-397,1-27 0,0 1 276,0 0 0,1 0 25,-2 26-44,10-9-23,10-13 5,11-11-22,9-11-106,8-9-454,9-12-4789,9-8 4633,-7-4 1,-18 5-1,-16 5 1</inkml:trace>
  <inkml:trace contextRef="#ctx0" brushRef="#br1" timeOffset="183832">23800 9793 23668,'-56'-2'655,"15"0"-565,56-2-56,0 2-34,8-3-84,9-4-247,7-2-621,14-5-2338,2 1 1296,-8 2 1994,-13 3 0,-3 2 0,-8 1 0,9-2 0</inkml:trace>
  <inkml:trace contextRef="#ctx0" brushRef="#br1" timeOffset="184091">24296 9531 25461,'-9'-40'162,"4"20"-134,11 38-17,2 18-16,0-5-29,3 16-89,-3-4-121,1-10 0,0 2-685,9 23-511,-5-24 0,3-2 1440,17 17 0,-14-22 0,0-8 0</inkml:trace>
  <inkml:trace contextRef="#ctx0" brushRef="#br1" timeOffset="184324">24891 9558 25539,'-1'-21'0,"0"16"-152,3 47-256,1 5-511,3 4 130,-1-12-4729,5 16 4670,0-21 0,-3 0 0,0-18 0</inkml:trace>
  <inkml:trace contextRef="#ctx0" brushRef="#br1" timeOffset="184557">24827 9713 20207,'-44'-8'827,"-1"0"0,6 1 0,9 1-463,20 4-302,13-1-17,13-3-40,17-2-44,17-3-9,-19 4 1,1 1-236,5-1 1,-1 0 58,2-1 0,1 0-154,-2 1 0,1 0-356,-2-1 0,-2 0-1330,-1 0 1,-2 0 2063,28-11 0,-28 9 0,-6 0 0</inkml:trace>
  <inkml:trace contextRef="#ctx0" brushRef="#br1" timeOffset="184774">25385 9397 26161,'1'-41'173,"0"16"-145,-1 47-28,0 12-95,1 11-263,0 6-578,4 5-1506,5-1-7389,7-6 9339,-4-17 1,-2-14 0,-8-14 0</inkml:trace>
  <inkml:trace contextRef="#ctx0" brushRef="#br1" timeOffset="185398">25732 9263 23539,'-25'-28'678,"10"7"-594,31 18-22,6 1-18,6 0-4,6 0-35,5 0 1,1 1-6,-5 1 0,-8 4 39,-10 2 79,-8 5 61,-7 4-11,-6 6-62,-3 5-33,-2 5-17,3 3-28,4 5 0,8 4-22,8 8-521,14 6 521,-11-26 0,1-1-1,3 1 1,0-1-32,0-1 1,-1-1-64,8 25 16,-19-6-67,-27-4-174,-21-4-187,12-21 0,-3-3-1782,-5-2 1,0-1 1637,3-4 1,2-1 0,-11 0 0,18-6 0</inkml:trace>
  <inkml:trace contextRef="#ctx0" brushRef="#br1" timeOffset="185874">26707 9353 22974,'40'-18'-359,"0"0"1,0 0-1,25-7 1,-12 7-1,-32 17 1,10 1-1</inkml:trace>
  <inkml:trace contextRef="#ctx0" brushRef="#br1" timeOffset="186032">26766 9619 22871,'39'-23'-583,"1"1"1,-1 0-1,1 0 1,-1 1-1,-2 3 583,1 1 0,-4 4 0,13-6 0,-20 8 0</inkml:trace>
  <inkml:trace contextRef="#ctx0" brushRef="#br1" timeOffset="187174">10692 11839 18190,'8'-41'1317,"6"8"-875,17 32-67,11 0-106,15 2-188,-20 1 0,1 1-682,8 1 1,1-1 622,8 3 1,2-1-6,5-1 0,2 0-384,-19-2 1,0 0-1,0-1 387,2 0 1,-1 0 0,0-1-1,0 0 1,-2-1-1,0 0-394,19-1 0,-2-1 410,-8 0 0,-1 0-174,-8 0 0,-3 0 144,22 0 630,-20 3-1022,-14 5-660,-12 2 1046,-5 2 0,-7-3 0,-2-2 0</inkml:trace>
  <inkml:trace contextRef="#ctx0" brushRef="#br1" timeOffset="189225">23285 2751 20140,'-43'-2'442,"10"1"-397,44 1 184,8 0 236,15 0-201,27 0-82,0-2-60,2 1-98,-30-1 1,-1 0 24,24-3-29,-21 2 1,1 0-66,6-1 0,-2 0-1108,21-1 941,-8 1-172,-25 3-84,-17 1-653,-3 3 1078,-6 0 0,-2 2 1,0-3-1</inkml:trace>
  <inkml:trace contextRef="#ctx0" brushRef="#br1" timeOffset="190441">27407 9283 14118,'2'-5'4885,"-1"2"-1396,-1 3-3024,17-50-202,-13 38-162,14-38-6,-19 56 51,-3 7-23,-4 14-11,-6 12-28,-1 9-28,0 5-11,6-2 0,9-6 33,11-9 28,10-9-5,14-12-6,11-10-11,10-14 17,4-9-34,-30 4 1,0-2 100,22-19 56,-12-5 90,-13 3 55,-10 3-5,-9 10-117,-5 8-146,-3 9-90,0 4 11,0 18 12,-1 7-17,-1 22-29,0 9-94,2-21 0,-1 1-570,1 4 0,1 0-770,3 2 1,0 0 1445,3 4 0,1-3 0,2 4 0,1-6 0</inkml:trace>
  <inkml:trace contextRef="#ctx0" brushRef="#br1" timeOffset="194565">20310 10929 15971,'38'-24'-98,"-1"-1"0,0 1 0,14-10 0,-4 6-19,3 7 15,-12 7-44,-15 7 382,-12 11 100,-17 9 20,-11 12-20,-16 11 84,-10 7-253,19-20 0,1 1 208,-1 0 0,2 0 193,-16 21-126,11-7-128,14-8 22,7-10 56,13-8-106,7-7 250,13-10-491,10-8-45,9-10 0,4-7-260,1-2 293,-5-3 79,-9 4 107,-14 2 83,-13 3 23,-16 1 73,-10 0 117,-9 0 398,-8-4-333,11 11-104,-2-2-129,14 14-140,1 0-140,4 3-44,3 3-6,4 7-6,4 5 0,6 11-22,8 5 0,5 6-62,17 11-6,-10-14-72,-6-7 0,0 1-700,6 14-2006,-1 15 2857,-23-21 0,-3-2 0,1 4 0,-11-2 0</inkml:trace>
  <inkml:trace contextRef="#ctx0" brushRef="#br1" timeOffset="196281">21627 10591 22492,'-20'10'801,"1"-2"-723,5-7-22,-9 4-28,-12 5 0,-12 6 12,-7 3 4,-4 1 1,7-2 11,10-4 34,14-4 27,9-6 12,6-2-34,1-1 6,2-1 0,1 0-51,2 0-38,4 0-1,1 1 11,1 4-5,2 5 17,1 8 38,4 8-27,0 9 22,0 9 68,-4 9 10,-1 11-78,-2-30 1,0 1-181,-1 0 0,2-1 124,1-1 1,2-2 27,10 24-39,14-12-34,15-11-94,13-13-71,-21-14 0,1-4-473,6-5 0,1-4 302,9-5 0,-2-2 0,7-3 1,-2-4-1</inkml:trace>
  <inkml:trace contextRef="#ctx0" brushRef="#br1" timeOffset="199208">22045 10873 23853,'9'-61'448,"-6"24"-252,-12 75-78,-3 13-46,-3 8-381,5 1 325,5-6 29,13-10 100,8-14-33,11-13 6,6-14-12,5-16 6,4-15 18,1-13-55,-22 17 1,-1-1 109,16-26 27,-8 3 40,-8 8-22,-9 10-56,-6 11 170,-3 9-350,-2 6 12,3 20-6,1 6 0,4 21-40,0 4-88,3 6-197,3 5-316,-6-27 1,2 0-313,3 0 1,1 0-1631,2-2 1,2-1 2582,15 16 0,-11-19 0,-10-14 0</inkml:trace>
  <inkml:trace contextRef="#ctx0" brushRef="#br1" timeOffset="199391">22862 11054 21763,'2'47'-1781,"2"-9"0,5-25 0,-2-7 0</inkml:trace>
  <inkml:trace contextRef="#ctx0" brushRef="#br1" timeOffset="199998">23621 10733 17580,'0'-5'5293,"0"2"-3574,0 3-1657,-26-50-12,4 44-33,-28-31-23,7 60 29,-10 7-201,25-14 0,0 1 201,-27 13 33,4-1-28,20-12 5,8-2-16,16-11 11,2 1 22,3-1 51,0 2-56,1-1 462,0 2-429,1-1-16,0 5-6,1 1-22,1 3 16,4 8-38,-1-6 32,2 11-10,-4-7 11,-1 7 61,-4 6-39,-2-8-55,-1-2 94,1-12 140,2-8 46,1-2-124,2-8-51,6-13-78,0 1 12,10-14 5,0 8-51,8-5 18,2 3 22,5 3-51,-10 9 12,7 3-18,-10 8 12,8 3 17,2 7-6,7 14-16,-7 4-29,-3 2-61,-12 6-28,-10-2-219,-9 10-1305,-16 12-3343,-5-9 4142,-4-2 0,14-23 0,8-11 0</inkml:trace>
  <inkml:trace contextRef="#ctx0" brushRef="#br1" timeOffset="200225">24016 10911 24458,'-4'45'20,"0"0"1,1-6-1,-1-6-955,-3-3 935,-1-4 0,2-7 0,0-4 0</inkml:trace>
  <inkml:trace contextRef="#ctx0" brushRef="#br1" timeOffset="201108">24370 10698 24094,'-7'-38'509,"0"-1"1,-4-21-325,11 57 79,0 2-236,1 5-17,0-2-17,2 3 17,-2-2 17,0-1 0,-1-1 790,1 0-712,0-9-33,0-1 0,2-11-28,2-2-23,4-5 1,7-1-12,8 1-17,7 4 1,5 7 10,2 7-16,-3 10-17,-3 10 17,-4 12 16,-4 10-5,-5 7-28,-6 3 0,-5 2-16,-9 3 4,-11 3 63,-11 0-6,-7-4-6,-1-13 22,5-13 29,6-13-23,5-14-28,8-3 6,3-18-11,6 11 22,10-20-11,3 17-1,9-5-10,-2 12-23,0 6 28,1 9-5,2 7-34,2 9 0,4 4-6,0 3-5,-3 1-6,-6 3-39,-10 1-117,-15 1-281,-13-2-454,-15-5-1096,-11-7-349,7-6 2381,-3-7 0,24-3 0,1-2 0</inkml:trace>
  <inkml:trace contextRef="#ctx0" brushRef="#br1" timeOffset="201331">25162 10725 23472,'-12'47'-39,"-1"0"0,1-4 0,1-5-1659,-4-5 1698,0-3 0,5-13 0,4-4 0</inkml:trace>
  <inkml:trace contextRef="#ctx0" brushRef="#br1" timeOffset="201908">25527 10585 24833,'12'-19'297,"-3"6"-213,-8 18 0,-2 3 0,-4-4-11,-1-1 22,-4-4-22,0-6 28,1-8 28,2-9-28,2-11-1,6-5-10,5 0-12,6 5-33,4 12-22,5 9-1,1 7-16,5 9-6,3 13 16,3 12-21,-4 13-1,-6 7 1,-11 7-18,-16 4-242,-4-26 1,-5 0 242,-5 4 0,-4 1-427,-5 2 1,-3-1 451,-3 1 0,-2-1-1,1-4 1,-1-3-65,3-7 1,1-4 100,-17 0 17,17-23 28,15-13 475,12-10-452,11 0 881,7 1-916,8 2 160,8 5-238,4 4-22,4 7-34,1 3-134,3 9-246,3 3-695,2 3-2308,3 1 2722,-7-3 1,-16-4 0,-12-3 0</inkml:trace>
  <inkml:trace contextRef="#ctx0" brushRef="#br1" timeOffset="202108">26145 10719 20755,'0'-4'4762,"0"0"-3659,0 4-1047,-4 15-50,-2 5-146,-6 25-6,4-13-576,-1 14-1631,5-16 2353,1 9 0,3-17 0,0-5 0</inkml:trace>
  <inkml:trace contextRef="#ctx0" brushRef="#br1" timeOffset="202441">26616 10386 26676,'14'-58'263,"-2"14"-229,-11 60-17,0 5 5,1 14 6,1 9-31,-2-12 0,0 0-25,0 15 17,0-14 0,-2 1-90,-2 12-257,-2 10-577,1-1-6689,2-1 7624,7-17 0,-2-10 0,1-19 0</inkml:trace>
  <inkml:trace contextRef="#ctx0" brushRef="#br1" timeOffset="202907">27090 10230 23629,'41'-29'261,"1"1"0,-4 1 1,-4 8-105,-5 16-73,-8 1 50,-6 2 29,-7 0 10,-1 1 23,-4 3 135,-1 7-258,-1-1 112,0 11 100,1 4-128,3 4-73,1 11-22,2 0-40,-2-4 17,-2 14-27,-2 9-24,0-28 1,0 1-115,2 4 1,0 1 113,5 22 12,-2-14-67,-9 6-45,-14-14-157,-13 7-524,3-21 1,-3-3 792,-1-3 0,0-2 0,-13 7 0,13-11 0</inkml:trace>
  <inkml:trace contextRef="#ctx0" brushRef="#br1" timeOffset="204208">21256 11997 14981,'36'-14'453,"0"1"1,2 0 0,0 3-376,1 6 1,1 2-994,4-1 1,3 1 970,4 1 0,1 0-23,4-1 1,3 1-12,-17 0 1,1 0-1,0-1 23,5 0 0,0 0 0,1-1-539,6-1 1,1 0 0,1-2 571,4 0 1,2-1-1,2-2-329,-14 3 0,1-2 0,1 0 0,0 0 265,3 0 0,1-2 0,0 1 0,0 0-417,2-1 0,0 0 1,1 1-1,0-1 382,0 1 0,1 0 0,0-1 0,-1 2-23,1 0 1,0 0 0,-1 0 0,1 1-11,-2 0 1,1 1 0,-1 0 0,0 0 23,-1 0 1,1 1 0,-1-1-1,-1 1-143,0 0 0,0-1 0,-1 1 0,0-1 182,0 0 1,0 0 0,-1-1 0,0 0 4,-1 0 0,0-1 0,0 0 0,0 0-7,-1 0 0,1-1 0,-1 0 0,0 0-7,0-1 0,0 1 0,0-1 0,0 0-7,-1 0 0,0 1 0,0-1 0,0 0-38,0 1 0,0 0 1,-1 0-1,0 0 15,-2 1 1,1-1 0,-2 1-1,1 0-17,13-1 1,-1 0-1,0 0 2,-4 0 0,-1 1 1,0 0 96,-4 1 0,-1 0 0,-1 0-47,-2 1 1,-2-1 0,1 1 221,-2 0 1,0 0 0,0 0-223,0 0 1,-1-1 0,1 1-5,-2 0 1,1 0 0,1 0-6,7-3 0,1 1 1,-3-1-3,2 1 1,-1-1 6,-7 1 1,1-1 0,-3 1 568,-5 1 1,-2-1-540,7-1 0,0 0 762,-2 0 1,-3 0-738,15-3-33,-12 2 1563,-21 6-2756,-12 2 1542,-3 1 1,-3 0 0,-1 1-1</inkml:trace>
  <inkml:trace contextRef="#ctx0" brushRef="#br1" timeOffset="208758">22661 11411 15322,'-54'15'1088,"0"0"1,4-1 0,6-1-366,3-4-146,1 1-107,2-1-56,0 0-67,3-1-106,1-1-56,3 0-45,2 1-22,3 0-40,5 0-28,5-2-33,6-2-22,5-2 55,4-1 51,7-1 17,7 0-34,10-1-39,10-1 0,7-1-23,5-2 1,6 2-7,2-1-240,6 0 235,-28 1 0,2 0 0,3-2 1,1 0-411,5-2 1,2-2 401,7-1 0,2-1-694,6-2 1,3 0 686,-16 3 1,1 1-1,0-1 0,3 0 0,-1 0 1,1 0 1,0 1 0,-1 0 0,0-1 2,-3 2 0,0-1 0,-2 1 0,14-3 0,-2 0-167,-10 2 1,-3 1 177,19-3 232,-24 5-47,-20 3 701,-11 1-774,-6 0 1415,-3-1-1516,-6 1 416,-9 1-421,-14 4-17,-13 6 6,-11 6-238,24-5 0,-1 0 243,-1 1 1,-1-1 2,0 1 0,0-1-6,0-1 0,-1 0 6,1-1 0,-1 0-8,-1-1 0,-1 0-1,-3 0 1,0-1-388,-4 1 1,-1 0 386,-4 0 1,-1 0 11,-1 0 0,-1 0 2,2 0 1,1 0 2,4 0 1,1-1-87,7-1 1,2-1 74,-19 5 0,13-4-11,13 0 424,7-1-429,4-1 792,2 3-798,-1 1 170,0 1-171,1 0-27,5 0 0,4-2 28,6 0-23,9-1-50,12-1-11,18-2-73,20-4-14,-20-1 0,1-1-690,8-3 1,1-1-160,7-3 1,1-1 646,-12 2 1,0-1 0,-3 1-1,-4 1 1,-3 0 0,-1 0-1,0 1 1</inkml:trace>
  <inkml:trace contextRef="#ctx0" brushRef="#br1" timeOffset="210048">24556 11402 7649,'-3'0'2801,"1"0"2021,2 0-4385,-16-16-235,12 12 503,-11-12-206,17 17-79,2 1-17,3 0 39,5 2-212,-1-2 208,11-1-80,4-1 34,25-4-218,2-1-781,-19 0 1,1-1 646,14-3-4,-9 1 0,2-2-25,-11 2 1,1 0-276,15-3 0,1-1 278,-6 1 0,-1 0-3,2 0 0,1-1-8,1 0 0,-1 1 0,-8 2 0,1 0-3,18-5 0,0 1 0,-16 5 0,0 0 2,17-4 1,0 1 0,-11 2 0,-2 1-3,-1 1 0,-1-1 2,-2 1 1,0 0 3,-2 1 0,0 0 5,-2 0 0,0-1 11,2 1 1,-1-1-15,1 1 1,1 0 2,2-1 0,-1 1 0,23-3 25,-14 3 1,-1 0-23,-14 2 0,0 0 5,14-2 1,0 0 2,-12 1 1,-1 0 44,26-4-22,-16 2-48,14-5 138,-15 2-77,-11 2 1,0 1 8,26-7 6,-1 1-22,-4 0-12,-7 4-11,-12 2 11,-9 2 1258,-11 3-1229,-5 0 608,-3 1-603,3-2 177,1-3-183,6-1 23,3-2-17,2 0-84,0 1-118,-6 3-9702,-5 2 9681,-7 2 1,-3 1-1,0 0 1</inkml:trace>
  <inkml:trace contextRef="#ctx0" brushRef="#br0" timeOffset="223241">1324 14662 11088,'0'-3'6956,"0"0"-4368,0 3-1916,-61-27-50,22 23-513,-2-9 1,1 4 19,1 21-84,13 8-34,7-2 17,-1 14-11,5-1 5,-7 20-11,6-11-11,3 1 6,8-22-6,6-2 17,6-8 22,15 6-39,6-2 0,15 1-17,2-3 11,-8-4 6,7-1-11,-12 0 45,-5 2 5,-9 5 11,-22 5-33,-4-1 17,-18 10-17,-18 3-1,-5-2-19,19-14 1,-1-3-82,-19-3-39,14-9-1827,-6-13-7881,23-1 8503,-2-1 0,16 7 0,4 7 0</inkml:trace>
  <inkml:trace contextRef="#ctx0" brushRef="#br0" timeOffset="223491">1497 14583 19014,'-4'-2'4671,"0"0"-3820,4 2-817,7 58-57,-3-13-526,1 3 0,-1 3 266,-2-14 1,1-2-393,-1 3 0,0-1-1341,0 0 1,1-1-2901,0-4 1,-1-1 3468,3 11 0,-2-18 0,-2-18 0</inkml:trace>
  <inkml:trace contextRef="#ctx0" brushRef="#br0" timeOffset="224498">1544 14987 21943,'-20'-49'-6,"17"11"-28,25 41-16,14-2-23,3-7 0,3-6 34,1-5 28,-1-4 56,-9-1 61,-8 1 85,-11 4 73,-7 3 49,-7 4 40,-4 2 0,-3 3-73,-2 2-84,0 3-73,0 5-45,2 3-27,1 5-23,2 5 17,2 1-45,4 1-45,5-3 34,4-5 11,5-4 16,2-7 35,-1-9 16,-1-6 51,-1-12 38,-5-6 63,-2-4 22,-4 1-12,-3 5-10,-6 8-73,-1 8-57,-5 7-38,-2 7-23,-1 10 0,-3 8-11,-1 14-1,0 9-27,5 6-101,5 0-28,10-1-224,14-1-488,12-3-598,15-3-1167,12-8 970,-23-20 0,1-3 154,2-1 1,-1-4 926,-1-3 1,-1-3 796,20-10 1091,-13-11 1265,-12-7-99,-8-7-808,-4-3-274,-2 1 61,-3 6-649,-5 8-315,-3 11-357,-2 8-123,0 7 22,1 11 5,0 9 6,-1 18-45,1 15-14,-1-19 1,-1 1-173,-1 6 0,1 1 161,-2 3 0,1 0-260,-1-1 0,1-1 268,0-6 1,0-1 5,1 13 34,0-21 27,1-17 1,-1-16-40,0-10 305,-3-15-310,-2-12 27,-2-12 168,-1-9-198,4 30 0,1 0 25,0 0 1,1 1-69,-3-27 85,2 4-12,1 6-16,4 5-22,6 7 0,6 9-6,5 7 11,4 8 354,1 7-365,5 8 146,1 9-157,0 9-17,-4 6 5,-10 7-5,-11 8-28,-19 7-84,-16 6 14,9-26 0,-3 0-242,0-2 1,-2-2-647,-21 16-2694,11-17 3708,16-19 0,12-4 0,7-7 0</inkml:trace>
  <inkml:trace contextRef="#ctx0" brushRef="#br0" timeOffset="224741">2609 14855 23503,'34'-30'-855,"-1"-1"0,1 1 0,-2 4 0,-4 8 0,-4 3 0</inkml:trace>
  <inkml:trace contextRef="#ctx0" brushRef="#br0" timeOffset="225132">2925 14563 25040,'1'-46'41,"-1"-1"0,-1 5 0,7 10-35,15 22-12,1 6-16,2 13 0,2 18 16,-10-1-5,-3 26-6,-16-3-327,-3-15 0,-1 2 341,-4 1 0,-1 1 11,-1-1 1,-2 0 24,0-1 1,0-2 0,-3 8 199,2-5-182,12-30 67,4-2 16,13-16-117,7-4-28,6-5-123,11-6-270,0 3-699,16-7-843,-24 16 0,-1 0 1946,22-9 0,-19 9 0,-15 7 0</inkml:trace>
  <inkml:trace contextRef="#ctx0" brushRef="#br0" timeOffset="225498">1071 15750 14062,'-8'3'5814,"2"0"-5403,-23 12 1,-5 3-48,13-5-263,-14 6 0,5 0 218,28-9 248,14-3 32,19-2-190,28-10-969,-16-2 1,5-4 611,-8 1 0,1-1 1,2-2-641,6-2 1,1-1 0,2-1 605,4-2 1,1 0 0,2-1-18,-13 5 0,0-1 1,1 0-1,0 0-22,2 0 0,-1-1 0,1 1 0,0-1-496,1 1 0,0 0 1,1-1-1,-1 1 284,0 0 1,-1 0 0,1 1 0,0-1-899,0 1 1,0-1 0,-1 2 0,-1-1 1130,8-1 0,-1 0 0,-5 1 0,3 0 0,-7 2 0,6-2 0</inkml:trace>
  <inkml:trace contextRef="#ctx0" brushRef="#br0" timeOffset="226574">4462 14879 23371,'-44'-34'68,"9"16"-52,37 70-38,2 5-118,3 5-73,1-11-692,-1-17 1,3-1-4753,6 7 5657,5 7 0,-10-28 0,-4-11 0</inkml:trace>
  <inkml:trace contextRef="#ctx0" brushRef="#br0" timeOffset="226941">4609 14565 14555,'-6'-4'5086,"2"1"-4330,4 3-358,-60 15-219,40 4-126,-13-2 0,4 3 3,27 19-45,8 0 6,7-5 6,6-5 5,4-10 72,1-8 253,-2-7 118,-4-11-62,-5-10 28,-6-11 61,-4-8 1,-7-1-57,-7 1-263,-1 12 202,-11 0-314,12 16-44,-13-1-79,13 11-34,-3 7-50,8 9-269,4 8-761,12 7-3519,9 2 4689,8-6 0,-8-11 0,-6-9 0</inkml:trace>
  <inkml:trace contextRef="#ctx0" brushRef="#br0" timeOffset="227181">4994 14943 23635,'21'-36'-406,"-1"-1"1,1 3 0,3 7-1208,26 6-2549,-4 8 4162,-7 12 0,-19 1 0,-6 4 0</inkml:trace>
  <inkml:trace contextRef="#ctx0" brushRef="#br0" timeOffset="227341">5149 15144 22505,'29'-34'-2308,"0"1"0,0 0 1,14-16-1,-2 7 2308,-13 20 0,-3 3 0,9-7 0,-15 14 0</inkml:trace>
  <inkml:trace contextRef="#ctx0" brushRef="#br0" timeOffset="227898">5730 14662 23915,'-10'10'184,"2"3"-105,8 8-6,-6 3-23,-4 0 51,-5-3 78,-2-5 51,2-8 33,1-6-34,4-11-82,2-9-69,4-12-22,7-8 6,5-1-18,5 4 7,5 8-23,2 8-34,3 7 6,5 5-17,4 8 29,1 11-35,-1 13-5,-7 16 6,-8 14-372,-12-21 0,-3 1 382,-3 4 1,-4 1 0,-2 4 0,-2 1-23,-6 2 1,-2-1 33,-2 0 0,-2-2 36,1-7 1,-2-2 69,-17 11 34,8-25-51,7-25 12,12-17-28,7-14-39,11-8 5,9-2-39,8 4 5,5 7 789,3 9-816,4 9-79,4 6-218,4 6-477,2 5-1360,3 5 2156,3 2 0,-22-2 0,-5-1 0</inkml:trace>
  <inkml:trace contextRef="#ctx0" brushRef="#br0" timeOffset="228141">6536 14590 24458,'-15'-17'-2430,"4"5"1,22 17-1,-5-2 1</inkml:trace>
  <inkml:trace contextRef="#ctx0" brushRef="#br0" timeOffset="228348">6677 14846 21752,'2'9'2773,"0"-2"-2241,-2-7-246,0 0-286,3 69-124,-6-19-722,-1 7 1,-2 2-110,-3-16 1,-3-2 954,-5 9 0,0-2 0,-2 5 0,1-4 0</inkml:trace>
  <inkml:trace contextRef="#ctx0" brushRef="#br0" timeOffset="229065">7445 14481 18515,'1'-11'4056,"1"2"-2936,-2 9-196,0 0-908,-3-12 7,3 9 72,-3-9-45,0 27-10,-6-2-1,-6 15-22,-2-12 39,-6 1 50,4-8 23,-4-1 79,0-10-108,8-6-72,3-4 12,11-6-1,9 0 22,10-6-49,-2 7 21,19 1-27,-11 12-6,6 4-23,-1 10 18,-4 19-6,-5 8-1,-6 21-889,-17-25 1,-3-1 889,-6 26-3,-3-18 0,-3 3-422,-4 4 1,-2-1 446,2-2 1,-1-1-46,-3 1 0,0-5 124,-4-6-57,11-22 40,8-23 28,12-21 1551,8-9-1584,10-11-7,6 9-33,2 8-5,-5 13-12,11 6-11,-16 12 966,26 7-1140,-16 11-338,16 10-267,-15-1-9052,16 10 8772,-24-17 1,6 4 0,-20-16 0</inkml:trace>
  <inkml:trace contextRef="#ctx0" brushRef="#br0" timeOffset="229391">8068 14429 21444,'-1'-3'3333,"-1"0"-2739,2 3-527,-23 10 1,2 18-52,-2-6 1,0 2-261,3 7 0,1 2 252,-1 0 1,0 1 2,3-3 0,1 0 6,-7 20 128,12-16-123,11-14-5,9-9-17,11-6-33,10-3-147,12-7-16,-3 1-510,-4-5 1,2-2-2034,18-6 2178,-11 1 0,-3 0 0,-2 0 0,-6 0 0</inkml:trace>
  <inkml:trace contextRef="#ctx0" brushRef="#br0" timeOffset="229981">8724 14259 25965,'-42'-6'50,"-1"7"-44,14 23-6,-6 1 11,-2-1 17,4-6 22,5-6 34,9-7 12,9-3 10,5-2-16,3 0-18,1 0-55,6 5 0,1 4 11,3 12-22,-2 4 10,-3 7-4,-1 3-24,-2 3 12,0 2 23,-3-3-12,-1-4 17,0-9 45,0-10 39,2-8-39,1-10-34,0-8-6,2-8-5,2-6 17,6-4 11,3 2-22,4 2-6,1 5-23,2 4 1,3 6 5,5 5-16,2 10-1,1 7 0,-2 12 1,-1 7-34,-8 9-163,-7 5-352,-14 8-1004,-14 1-4462,-11-5 5172,-2-13 0,10-16 0,7-12 0</inkml:trace>
  <inkml:trace contextRef="#ctx0" brushRef="#br0" timeOffset="230181">8669 14234 17960,'3'-4'5003,"0"1"-3967,-3 3-880,60-57-268,-40 40-445,13-15 0,-4 7 557,-25 23 0,-2 3 0,-2 0 0</inkml:trace>
  <inkml:trace contextRef="#ctx0" brushRef="#br0" timeOffset="230724">9467 14561 18986,'-3'-6'4744,"1"2"-3143,2 4-1494,-25-45 5,23 49-16,-15-23-40,30 66-28,5 6 11,4 1-22,4-7 11,7-12 39,7-15 11,11-19-313,-21-10 0,1-4 299,4-7 1,1-5-453,6-7 0,1-3 403,-11 8 0,0-1 0,0 0-379,2-2 1,0 0 0,0 0 370,0 1 1,-2 1-1,0 1 10,11-9 0,-4 3-43,-8 9 1,-4 2-456,8-3-2022,-18 15 2503,-12 12 0,-3 0 0,-2 1 0</inkml:trace>
  <inkml:trace contextRef="#ctx0" brushRef="#br0" timeOffset="233258">4800 16092 21909,'-25'-40'483,"0"1"1,2 0 0,9 17-400,14 27 56,7 14-45,4 17-55,5 19-63,-9-21 1,-1 1-434,1 4 0,-2 1 156,-1 3 0,0 0-420,0-1 1,-1 0-1348,1-3 0,1-1 2067,1-2 0,0-4 0,1 4 0,1-11 0</inkml:trace>
  <inkml:trace contextRef="#ctx0" brushRef="#br0" timeOffset="234341">5072 16015 12937,'0'-5'6172,"0"2"-2901,0 3-3176,-25 11-27,11 10-18,-23 17-17,21-9 1,0 2 73,-16 21-229,-2-2 463,3-15 135,11-19-61,2-2-158,9-9-240,6-5-39,3 0 33,6 5 212,1 2-235,15 8 35,1-1-23,2 0 5,5-1-33,-2-4-44,12 0-326,16-2-56,-5-5 191,-1-4-381,-4-10-90,-13-5 95,9-16 639,-15 5 101,-7-5-22,-13 14 133,-6 0 63,-1 3-6,-1-3 45,0 0 324,1-1-162,0 7-296,0 3 38,0 8-89,0 3-51,0 8-44,-1 2-29,1 6-16,1-5 0,4 0 17,3-6 22,6-1 22,5-14 28,-4-3-33,0-7 73,-6-5 201,-5-2-39,-6 1 6,-7-1 17,-8 10-180,2 7 90,-4 3-124,7 5-72,0 7-17,4 5-28,5 12 39,1 0-11,2 15-5,1-3 10,1 2 1,8 13-34,14-14-6,10 0 12,3-17-6,10-18-6,8-23 34,-12 5 31,-10-6 0,-4-4 2,-4-5-10,3-7 10,-16 3 29,-9 5 11,-2 3 0,-2 6-23,1 14-50,-1 8 28,1 24-28,0-9 0,9 32 0,2-22 17,9 9-17,-4-18-34,14-6 34,-7-14-5,14-11 27,-6-15 23,-1-9-34,-8 7 84,-4-7 129,-10 12-45,-2 3-33,-7 8-84,-4 11-40,-1 7 23,-3 6 11,-2 17-23,1 10-49,-4 20 2,8-24 0,1 1 8,0 5 0,0 1-50,0 3 0,1 1-490,1 1 0,2 0-224,3 0 0,4-1-3249,2-3 0,2-3 4019,16 20 0,-7-25 0,-6-18 0</inkml:trace>
  <inkml:trace contextRef="#ctx0" brushRef="#br0" timeOffset="234598">6334 16023 25119,'22'-28'-204,"0"1"1,0 1-1,2 2-871,30-6-2398,2 5 2920,3 8 1,-27 8-1,-6 6 1</inkml:trace>
  <inkml:trace contextRef="#ctx0" brushRef="#br0" timeOffset="234748">6538 16223 24833,'28'-34'-945,"0"0"0,4-1 1,0 2 944,-2 4 0,-2 3 0,11-9 0,-16 15 0</inkml:trace>
  <inkml:trace contextRef="#ctx0" brushRef="#br0" timeOffset="238932">7207 15774 20890,'0'-33'602,"1"-1"0,3-22-394,8 36-91,2 4-38,1 4-46,0 6-5,1 7 0,2 9-22,2 7 5,1 9-11,0 5 0,-3 6 11,-4 5 17,-6 3 79,-6 1 50,-8-3 89,-4-5 112,-5-10 90,1-9-22,2-10-152,2-10-122,4-8-29,1-7-45,4-6-16,7-2-12,5 4-27,7 6 27,4 6-44,3 8 16,7 10 12,7 7-34,4 12 0,3 6-12,-5 6 29,-10 1 45,-15 1-29,-21-4-33,-14 1-218,-15-6-829,-5-6-7175,-1-11 8222,9-15 0,13-2 0,9-5 0</inkml:trace>
  <inkml:trace contextRef="#ctx0" brushRef="#br0" timeOffset="243557">8209 16023 17434,'-1'-5'2840,"1"2"-392,0 3-2359,-3 13-55,6 6-34,-2 18-308,4 5-1227,-2 8 1535,-3 7 0,0-26 0,-1-2 0</inkml:trace>
  <inkml:trace contextRef="#ctx0" brushRef="#br0" timeOffset="243874">8520 15795 24643,'19'38'593,"-1"2"-514,-4 5-68,-1 7-67,-4 8-70,-6-27 0,-1 1-617,-2 0 0,0 1-691,-3 0 1,-1-1 1433,-2 1 0,0-2 0,-3 3 0,0-7 0</inkml:trace>
  <inkml:trace contextRef="#ctx0" brushRef="#br0" timeOffset="244298">8574 15491 22677,'-37'34'80,"0"-1"0,4-2 1,8 0-76,21 13 1,10-7-17,7-10 33,10-11 40,5-9 27,2-13 63,1-11-1,-4-11 56,-5-8 84,-10-7 23,-8-3 39,-13 0-45,-8 7-73,-8 10-78,-2 12-90,1 10-50,4 7-68,5 7-106,6 6-358,6 9-874,6 6-3658,9 5 4199,3-4 0,-1-10 0,-5-9 0</inkml:trace>
  <inkml:trace contextRef="#ctx0" brushRef="#br0" timeOffset="244524">8913 15716 23758,'25'-42'-187,"1"0"0,-2 4 1,2 9-907,17 19-2149,-2 6 3242,-4 12 0,-17-5 0,-6 6 0</inkml:trace>
  <inkml:trace contextRef="#ctx0" brushRef="#br0" timeOffset="244691">9026 15996 24727,'27'-19'-641,"0"0"1,2-2 0,2 1 640,7-2 0,-2 1 0,5-3 0,1 1 0</inkml:trace>
  <inkml:trace contextRef="#ctx0" brushRef="#br0" timeOffset="247598">23423 11569 18016,'0'-6'886,"0"2"3550,0 4-4347,6 63-61,-4-25-76,1 12 1,0 2-250,-4 0-543,-1 6-90,-1-24-6626,0 0 7556,1-18 0,1-2 0,0-9 0</inkml:trace>
  <inkml:trace contextRef="#ctx0" brushRef="#br0" timeOffset="247981">23444 11654 15709,'-3'-7'4968,"0"1"-3966,3 6-15,0 0-881,-35 41-67,17-18-25,-7 7 0,0-1 14,6-4 23,-12 5 83,-3-6 29,-1-6 38,1-5 29,16-21-96,8-1 146,6-14 325,12-5-230,4-2-84,11-6-32,2 9-147,-3 6 50,7-1-11,9 2-78,7 3-28,14-1-544,2 8 493,-26 6 1,-1 1-34,23-1-323,-16 2 0,-2 2-2466,6 7 2828,6 6 0,-33-3 0,-14 1 0</inkml:trace>
  <inkml:trace contextRef="#ctx0" brushRef="#br0" timeOffset="253108">9848 15534 13144,'0'-5'6111,"0"2"-3053,0 3-2190,-2-51-644,1 38 151,-2-39-179,1 52-134,2 2 33,-2 11 56,1 16-33,-1 18-65,1-10 0,1 0-36,-2 17-6,2-18 0,2-2 17,2 1-11,6 9-6,1-17 6,0-6 39,-6-13 202,-2-6-12,-3-3-156,0-7 27,-3-17-60,-1-8-29,0-5 17,-1-11-17,1 3 11,-1-13 23,2 3 89,1 8-84,0 20 6,1 11-56,0 14-17,1 3 22,0 20-16,1 10-23,2 26 28,0-8-126,-1-15 0,0 0 110,3 20 10,-2-22 1,1 1-6,6 22 28,2-7-39,-4-21 50,-1-6 90,-4-17-17,-3-3-45,-5-18-50,-2-6 5,-4-7-5,-2-11 11,1 1-11,4 8 0,1-2-17,-4-17-6,3 1-5,5 31-12,3 11 18,0 14 274,6 19-253,0 10-4,6 20-24,-2 3-289,-3-9 290,-3-16 0,0 1 8,0-1 0,-1 0 3,3 28-17,-1-3-156,0-29-186,-1-15-8261,4-12 8620,-1-10 0,-1 2 0,-1-1 0</inkml:trace>
  <inkml:trace contextRef="#ctx0" brushRef="#br1" timeOffset="262657">3772 17525 13989,'3'-11'7198,"0"3"-6610,-3 8 275,-34-62-12,3 23-652,5-3 0,-2 0 165,-10 1-6,9 11-201,7 11 84,-4 4-40,-6 15-156,-3 10-17,-10 18-28,7 15-293,19-16 0,2 1 260,-9 19-12,5 12-329,13 1 330,7-2 21,14 1-5,14-29 17,-1-14 39,27-15 11,-14-17 40,16-12 5,-17-12 73,-8-5-45,-11 10 140,-4-5 146,-6 7-202,-3 3-23,-1 6 473,-4 15-629,0 6 296,-1 17-290,1 7-23,0 20-96,-1 9-223,2 9-275,0-26 0,2 0-1273,3 1 0,2-2-3049,4-2 1,2-2 3771,9 10 0,-5-17 0,-13-16 0</inkml:trace>
  <inkml:trace contextRef="#ctx0" brushRef="#br1" timeOffset="262807">4152 17646 26049,'-8'-21'-2458,"2"3"0,7 22 1,0-3-1</inkml:trace>
  <inkml:trace contextRef="#ctx0" brushRef="#br1" timeOffset="264398">5111 17451 17809,'1'-6'5898,"-1"0"-5626,1-23 0,-2-6 820,-2 2-851,2-5 0,-1 2 56,-2 15-202,3 15-95,0 5 0,1 11 28,1 12-28,-1 20 17,0 18-352,-2-23 1,-1 1 244,0 5 1,-2 0-304,0 2 1,-1 0-1244,1-3 1,1-1-3281,3-5 1,0-4 3487,3 10 0,0-22 0,0-15 1</inkml:trace>
  <inkml:trace contextRef="#ctx0" brushRef="#br1" timeOffset="264841">5590 17253 26234,'-35'-33'56,"0"0"0,0 0 0,13 15-56,25 24-12,7 5 1,9 7-17,13 5 39,10 2 6,6 5-343,5 2 315,-4 3-80,-7-1 85,-14 1 0,-14 1-38,-16-1 38,-14 4-11,-14-2-44,-11-2-18,-4-7-234,2-9-886,9-9-3170,13-9 4369,11-7 0,9 1 0,2 0 0</inkml:trace>
  <inkml:trace contextRef="#ctx0" brushRef="#br1" timeOffset="265141">6151 17292 20464,'-7'1'3523,"1"-1"-3327,6 0-128,0 0-164,23-41-161,11 22 63,-6-6 1,2 2-367,30 11-420,-4 7-818,-10 10-1781,-10 8-3590,-14 11 7169,-10 3 0,-9-10 0,-3-6 0</inkml:trace>
  <inkml:trace contextRef="#ctx0" brushRef="#br1" timeOffset="265282">6329 17488 23075,'12'-1'-3675,"14"-5"-196,4-5 1,2 0 3870,27-10 0,-20 8 0,-16 6 0</inkml:trace>
  <inkml:trace contextRef="#ctx0" brushRef="#br1" timeOffset="265631">7053 17097 25550,'-44'15'82,"-1"1"0,3 1 1,8 6-100,12 33 8,13-25 1,2 1-15,1 0 1,4 0-6,11 25 23,14-10-46,18-13-21,9-13 49,6-13 46,-3-14 10,-7-11 29,-12-9 78,-11-9 33,-12-7-27,-6-6-6,-12-2-73,-9 5-50,-16 11-34,-11 13-436,-11 11-3921,-2 9 4374,10 3 0,18 1 0,15-1 0</inkml:trace>
  <inkml:trace contextRef="#ctx0" brushRef="#br1" timeOffset="266748">8048 17346 24183,'-1'11'611,"-9"8"-533,-13 6-39,0-3 1,-3 0 4,-23 15-157,19-16 1,0-2 280,-14 3 12,16-10 17,5-10-40,7-18-73,2-6-45,1-19-11,8-10 17,3 6-26,5 13 1,1-2 8,3 0 0,1 0-32,0 0 1,0 0 56,2-2 0,-1 1 70,2-13-72,-5 16 55,-4 0 124,-1 16-141,-1 4-66,-1 6-7,0 9-27,-1 2 327,1 10-305,2 14-11,5 5-11,7 10 22,8-4-33,12 3 2,-12-18 0,1-1 14,2 2 1,1 0-197,1 2 0,-1-1 196,-1 1 1,-1 0-23,-1-1 0,-3 1-51,-2 0 1,-2 0-107,4 16-638,-9 13-1737,-12-25 0,-2 1 2560,-3 22 0,-2-6 0,3-32 0</inkml:trace>
  <inkml:trace contextRef="#ctx0" brushRef="#br1" timeOffset="267274">8518 17508 16112,'4'0'5629,"-1"-1"-3657,-3 1-1535,35 24-68,-32-9-128,19 21-95,-44-15-57,-7-1-21,5-7 195,-5-6-95,14-11-16,-3-6-52,12-8 24,6-6-63,3 4 46,11-21-18,2 6-44,11-21-252,-14 27 0,0 0 254,0-2 1,-1-1 44,-1 1 1,-1 1 192,4-22-173,-8 17 432,-31-9-460,11 29-68,-21-11 18,21 27-12,3 5-38,3 5 49,5 5-22,1 4 443,11 4-426,7 6-51,14 5 7,11 5-270,-17-18 0,1 1 269,2 1 0,0 0 11,-2 1 1,-1 2-215,-3 1 1,-3 2-128,-5 1 0,-5 3-1196,-7 4 0,-4-1 920,-3-1 0,-1-3 0,-8 12 0,5-20 0</inkml:trace>
  <inkml:trace contextRef="#ctx0" brushRef="#br1" timeOffset="269748">9427 17194 24262,'-15'-40'240,"0"1"1,0 3 0,6 5-174,16 5-5,5 2-34,11 3-28,8 5-11,8 7-17,6 7-28,1 13-23,-3 9 29,-7 12 16,-13 8-66,-11 6 10,-17 4 62,-10 4 6,-10-1 33,-5-2 39,0-6 23,-1-10 17,3-11 55,4-12 74,5-10-180,8-4-22,4-8-6,6 1-22,5-4-12,7 2 23,10 2-5,7 3-7,11 3 7,7 5-1,4 6-55,-1 7-158,-2 16 124,-21-7-90,-7 21-39,-28-9-78,-13 12-208,-2-20 1,-5-2-640,3-4 1,-1-2-289,0-1 0,0-3 1437,-14 3 0,26-13 0,2-2 0</inkml:trace>
  <inkml:trace contextRef="#ctx0" brushRef="#br1" timeOffset="270141">10486 16985 17619,'0'-4'5484,"0"0"-3614,0 4-1724,-25-9-135,14 12 22,-22-2-21,24 14-1,-9 14 22,-11 23-49,4-7-1155,-5 3 1,-1-1 1203,-1-1-8,3-4 1,-1-2 1,-2 0 6,2-1 62,18-17-5,19-12-34,21-6-39,2-4-12,29 0-329,4-2-1087,-18 1 0,3 0 1411,11 0 0,-2 0 0,-23 0 0,-3 1 0,31-1 0</inkml:trace>
  <inkml:trace contextRef="#ctx0" brushRef="#br1" timeOffset="275748">11214 16921 16874,'0'-8'4044,"0"0"-2559,0 8-85,0 0-1216,0-10-49,0 8 83,0-8 197,-2 10-191,-4 2-157,-3 1 17,-11 5-34,-9 1 12,-14 6-6,-7 2-23,0-2 86,5 2-80,20-8 11,5 2-39,15-6 1,1 3-12,2 3-17,0 7 17,2-4 5,0 10 23,2-6-16,0 6 10,4 4-5,0-4-6,1-2-22,-2-3 16,-1-6 1,-1 3-6,-1-8 213,0-1-62,-2-6 224,1-1-89,-1-3-146,0-3-23,1-12-89,4 2-16,4-5-18,1 9 17,8 2 40,6 4-51,-4 1 16,20 9-27,-15 8 6,6 2 5,-3 9-23,-6-1-10,2 8 5,-6 12-45,-12-5 11,-8 0-229,-17-4-532,-8-10-970,-11 2-6239,-13-10 8032,13-12 0,7-2 0,19-6 0</inkml:trace>
  <inkml:trace contextRef="#ctx0" brushRef="#br1" timeOffset="275998">11202 16970 24928,'47'-33'429,"0"0"1,-6 5 0,-8 5-318,-16 14-90,-8 7-5,-3 0-23,0 2-694,0 0-9131,1 2 9387,-1-1 1,-2 1-1,-3-1 1</inkml:trace>
  <inkml:trace contextRef="#ctx0" brushRef="#br1" timeOffset="290631">23359 10544 8074,'-3'2'3462,"0"-1"2044,3-1-3972,0 15-1074,-1-9 812,-1 12-914,0-14 174,-2 0-135,-1-2-94,-1 0 39,0 0-62,4-1-5,-1-1-152,3 0 62,0-2-40,0-2 62,0-6-111,0-1-12,3-5-40,-2 5 7,7-7 22,2-5-23,4-4-39,0 1 28,7-5-33,-9 16 33,13-11-5,-7 10-12,12-6-16,-3 3-6,5-2 11,-10 9 11,5-5 1,4 1-6,3 0-6,6-3-11,-5 7 0,-2 1-6,-7 4 17,10 0-16,-12 2 10,9 0 18,-9 1-18,0 2-10,-6 0 10,6 2-10,-4-1-6,10 4-12,-3 1 29,3 5 22,-10-2-28,2 3 11,5 1-11,0 0-11,5 2 11,-8-3 0,-7-3-11,4 6-6,-9-3 34,2 7 5,-9 0-11,-2 2 40,-6 1-7,-2 0-32,-2-5 27,-9 4-22,1-8 5,-9 2 6,1-7 11,-1-3 0,0-4-5,1-5-6,0-4 0,0-3-6,2 0 1,2 2 10,4 0 1,3 4 5,5 0-22,3 4 0,2 2-62,2 1 34,0 4 5,0 2 1,2 5 5,2 2 22,4 0-16,0-2 10,11 2 7,-1-7-6,12 2-17,0-6 22,5-5 0,2-3-5,3-8 17,-2-4 22,-3-4-11,-2-4-1,-3 0 24,-1-2 4,-3 2 18,-3 3 11,-6 4 23,-4 4-7,-5 5-33,-3 4-33,-3 3-427,-2 3-1752,-4 9 2128,0 1 0,-1 1 0,2-4 0</inkml:trace>
  <inkml:trace contextRef="#ctx0" brushRef="#br1" timeOffset="294590">6027 18231 18134,'-5'4'2011,"-1"0"-1507,-2-4-151,-3 2 11,-12 0-269,4 1 73,-18 3-6,6-1 18,-9 2-6,3-2 179,1-2-84,10-3-141,6 1 91,7-2-29,6 0-44,0 0-90,3 0-62,3 1 6,0 0 0,1 6-28,0 5 23,0 10-12,0 16-34,2 1 29,-2 2 11,4 0-6,-1-5 17,0 11 22,4 12 1,-2-10-1,1-5 1,2-12 55,-2-13-22,6 3-6,3-9 174,10-3-296,17-11-152,-2-5-124,-9-3 1,2-2-4569,0-3 1,-2 0 2822,18-8 0,-8 2 1,-34 17-1</inkml:trace>
  <inkml:trace contextRef="#ctx0" brushRef="#br1" timeOffset="295814">6613 18394 20504,'-6'-52'950,"0"1"0,1 4 1,0 8-515,0 17-66,2 7-174,0 6-174,2 5-27,1 3-1,0 8 23,1 7 0,2 15-34,2 10-11,3 7 6,0 2 22,3-3-12,2-5-21,2-5 44,1-7-22,0-7-12,-3-5 35,-1-6 55,-1-5 73,-2-5 33,1-9 1,-1-8-40,1-10-50,2-6-11,1-4-22,0 2-40,0 9 0,-4 9-5,-3 10 10,-2 8 7,2 8-29,1 10-5,2 10-23,-1 9-5,0 8-56,-1 6-129,2 5-726,0 0-1526,1-4-6177,1-6 8653,0-10 0,-3-15 0,-3-8 0</inkml:trace>
  <inkml:trace contextRef="#ctx0" brushRef="#br1" timeOffset="296014">7321 18610 13575,'0'-3'6805,"0"0"-5119,0 3-1742,-8-21-39,5 26-331,-7-10-1058,9 35-4722,0 3 5358,1-3 0,0-12 0,0-9 0</inkml:trace>
  <inkml:trace contextRef="#ctx0" brushRef="#br1" timeOffset="296665">7793 18260 14897,'1'-5'5987,"-1"0"-4200,0 5-1697,-29-56-51,11 46-17,-3-18 1,-2 6 27,-3 32-16,-3 2-6,1 1 22,0-1 29,2 1 16,2 0 39,3 1-5,3 0-50,5-2-18,4-2-33,4-3 0,2-3 17,2 2-39,0 1-6,0 3-17,1 4-11,0 3 11,3 5 28,0 3 17,4 3-17,-1-1-11,0-3 17,-2-4-28,0-5 17,-1-6 94,-2-5 220,1-3 55,-1-2-146,1-5-72,1-5-56,1-6-45,3-1-34,1-2-16,2 2 22,1 5 6,1 2-18,3 5 18,3 4-17,3 2-62,4 7 17,10 11 11,-6 6 0,0 2-44,-8 5 16,-11-1-5,-1 9-130,-11 2-312,-9 0-567,-8-4-1344,-5-6-3534,0-10 5937,3-10 0,9-7 0,6-4 0</inkml:trace>
  <inkml:trace contextRef="#ctx0" brushRef="#br1" timeOffset="296891">7620 18241 22492,'37'-48'375,"0"5"-431,-11 27-537,8 0-2903,6 1 2433,9 0 0,-22 7 0,0 2 1</inkml:trace>
  <inkml:trace contextRef="#ctx0" brushRef="#br1" timeOffset="297148">8156 18428 16364,'3'1'5876,"-1"0"-4241,-2-1-1545,12-17-68,-8 29-1999,2 23 0,-2 8-7854,-5 18 8260,-1-7 0,1-5 0,0-27 0,1-16 0</inkml:trace>
  <inkml:trace contextRef="#ctx0" brushRef="#br1" timeOffset="297848">8669 18073 22509,'-6'-18'986,"-2"4"-897,-9 15-50,-5 3-16,1 0 50,-9 4-23,-2 4 6,0 0 45,1 3-12,11-5-44,9-4 78,2-1-44,5-2-85,0 2 29,1 2 27,0 4-28,0 4 12,0 6 33,1 4-56,1 4-11,1 1 6,0 0-17,0-5-12,3-2 12,-1-4 17,2-6 50,-2 0 17,0-8 195,1 0-111,-2-8 106,3-7-139,0-2-40,3-4 11,0 3-27,2 2-63,-3 4 68,4-2-45,4 0 17,2 2-28,6 0-45,-1 6 33,2 7-16,-4-1-17,8 16 17,-9 0 5,7 12 12,-9-1-45,-8 0 39,-5-3 11,-9-1-118,-7-3-229,-9-2-907,-2-6-2846,-1-7-2112,8-6 6201,3-8 0,9 1 0,1-1 0</inkml:trace>
  <inkml:trace contextRef="#ctx0" brushRef="#br1" timeOffset="298064">8961 18367 14869,'1'4'7382,"0"-1"-6194,-1-3-1037,8 70-330,-11-40-163,6 10 0,-3 0 342,-11-14 0,6-16 0,-1 2 0</inkml:trace>
  <inkml:trace contextRef="#ctx0" brushRef="#br1" timeOffset="299665">9328 18220 9828,'2'-5'7673,"-1"1"-2889,-1 4-4594,6-19-27,-3 15-29,6-14-11,-5 18 34,0 2 39,-1 1 23,-2 3 5,-2 0-62,-3 3-39,-3 0-16,-5 0 55,-1-3 73,-2-3-39,1-6-73,3-7-39,3-8-56,4-6-28,7-3 34,6 4-12,8 4-10,5 7 4,6 5-16,3 7 12,4 9-40,1 12-17,-2 13-22,-6 16 13,-17-20 1,-4 2-352,-2 4 0,-3 2 318,-3 3 1,-4 1 7,-2 3 1,-3 0 66,-3-1 1,-1-2 103,-1-3 1,0-2-84,0-6 1,-1-2 46,-14 13 67,0-14-190,2-19-28,8-29 251,9-18 702,15-15-668,11 0-28,8 10-38,2 11 57,2 12-187,-1 10-5,3 9-51,1 7-285,4 5-1081,2 6-3379,3 0 4807,6 3 0,-20-10 0,-3 0 0</inkml:trace>
  <inkml:trace contextRef="#ctx0" brushRef="#br1" timeOffset="299881">9998 18467 18056,'1'-3'5539,"0"1"-4066,-1 2-1439,7-19-34,-3 25-23,7-6-671,-4 42-252,-2-9-5143,2 19 6089,-4-22 0,-1-5 0,0-11 0</inkml:trace>
  <inkml:trace contextRef="#ctx0" brushRef="#br1" timeOffset="300141">10337 18221 24363,'-4'-39'537,"-1"-1"1,0 2 0,1 9-180,0 20-156,0 1-124,2 5-128,1 3 16,1 8 34,0 2-50,0 19-28,0 7-90,0 19-491,1-15 1,0 0-955,2-3 0,0-1-1108,0-2 0,1-1 2721,8 15 0,-7-32 0,0-2 0</inkml:trace>
  <inkml:trace contextRef="#ctx0" brushRef="#br1" timeOffset="300591">10647 18128 15289,'-2'-3'7293,"1"0"-5255,1 3-1976,-1-52-12,9 35-22,-2-38 34,16 45-34,14-2-17,7-1-5,1 1-1,12 4-16,-31 6 0,15 0 100,-25 10-77,-3-1 200,-6 15-77,-6-3-113,0 4 52,-2 5-46,1 7 16,-1 6-44,1 12-28,2-4 6,2 3-7,0-12 47,5 19-29,-2-23-18,1 14 58,-3-17-18,-6-6-11,-3-7-146,-18 4-336,-4-6-1024,-21 7-4314,-5-6 4972,1-4 0,18-6 0,14-6 0</inkml:trace>
  <inkml:trace contextRef="#ctx0" brushRef="#br1" timeOffset="302331">11848 14245 21439,'-18'-51'487,"4"14"-173,17 44 50,2 11-207,2 1 89,2 20-78,-2 2-78,-2-3 0,0 4-48,1-4 0,-1 2-359,1 10 1,0 0 330,-1-14 0,-1-2 25,2 11 0,1 1 22,1 2 1,1 1-17,1 3 0,1 1-562,2 7 1,1 0 530,-1-8 0,-1-3-3,-2-9 0,1 0 14,2 8 1,0 3 18,0 2 1,-1 2 2,1 2 1,-1 1-16,-3-14 0,0 1 0,-2-1 21,2 12 0,-2-2-3,0 1 1,-1-1-23,-2-12 0,0 1 18,0 0 1,0 3 0,1-2-8,0 2 0,1 1-8,-1-2 1,0 3 0,1-2 4,2 10 1,-1-2-23,2 1 0,-1-2 0,-2-13 0,1 1 11,3 19 1,1-1-18,-4-17 0,0 0 3,2 20 1,-1 1 4,-2-10 1,-1-1-3,-2 1 0,-1 1-6,0 0 1,-1 0 8,1 0 0,-1 0-20,1 0 0,0 0-6,2-2 1,1 0-320,1-1 1,0-2 318,2 0 1,0-2 5,-1-11 0,-1 0 6,3 5 0,-1 0-45,-1 1 0,0 1 28,0 2 0,-1 0 0,0 7 0,-1-1-3,-2-10 0,-1-3-5,0 21-171,1-20 0,0-2 187,1 14 9,-1-15 0,1 0 2,3 18 499,-1-6-403,0-8 966,-3-13-1145,-1 5 806,-1-10-695,0 8 318,-1-8-771,0-6-2015,1-8-7396,0-4 8569,0-3 1,0-1 0,-1 0 0</inkml:trace>
  <inkml:trace contextRef="#ctx0" brushRef="#br1" timeOffset="307173">12847 14326 24592,'-4'8'146,"5"11"-107,11 12-17,1 13-10,-2 7-24,-11-15 1,-2 0-11,-7 17-23,-5-13 0,-5 0-313,0-12 1,-3-1 200,-5 6 0,-1-1-212,0-4 1,1-2-9463,-19 12 9571,19-18 0,11-11 0,14-8 0</inkml:trace>
  <inkml:trace contextRef="#ctx0" brushRef="#br1" timeOffset="307583">12853 14031 15844,'-3'-1'4771,"1"1"-2759,2 0-1856,-18 37-100,16-21 28,-8 32-5,23-32 44,13 2 17,-2-9 34,6-7-1,-6-12-100,-7-3 123,1-13 90,-8-1 201,-1-17-196,-12 6-33,-8-3-152,-3 18 79,-8 3-67,1 8-34,-10 2-73,8 4-44,1 6-7,12 3-122,4 8-791,3 14 175,1-4-2555,10 16 3333,10-8 0,-6-9 0,2-1 0</inkml:trace>
  <inkml:trace contextRef="#ctx0" brushRef="#br1" timeOffset="307816">13338 14148 24363,'4'-32'-1053,"11"4"-370,37 15 174,-9 5-2991,4 4 4240,-21 6 0,-3-1 0,-13 1 0</inkml:trace>
  <inkml:trace contextRef="#ctx0" brushRef="#br1" timeOffset="308016">13367 14482 24979,'32'-34'-6,"-1"0"0,1 2 1,-1 4-482,21 4-3455,7 0 1242,-13 7 2700,1 1 0,-29 9 0,-1 2 0</inkml:trace>
  <inkml:trace contextRef="#ctx0" brushRef="#br1" timeOffset="308373">14073 14057 25653,'-32'24'48,"0"1"1,3-3 0,8 2-38,14 15 0,15-3-22,1-9 190,28 1-168,-1-15 0,18 1 12,-4-15 10,-3-10 74,-7-8 149,-11-7-54,-11-5 83,-11-1-55,-15 0 49,-7 3-161,-11 5-73,-5 3-6,-1 5-17,1 3-72,3 3-493,4 1-3204,6 2 3747,7 2 0,5 1 0,5 3 0</inkml:trace>
  <inkml:trace contextRef="#ctx0" brushRef="#br1" timeOffset="309956">12394 15647 20744,'-13'-54'1083,"0"1"0,1 4 0,4 9-786,5 21-219,3 6 6,0 10 6,1 3 22,2 4 56,6 12-34,-1 8-83,2 5 33,-2 12-23,-3 0-10,2 14-29,-1 0 0,0-3-10,-1-2-1,-3-6 22,-1-4 12,-2-9 85,-1-8 334,-1-10-290,1-7 61,-1-6-117,0-6-17,-2-4-40,-2-7-33,1-8-22,2 1-1,1 2 18,2 3-12,5 5 0,4-1 28,13-1-39,-2 8 6,15-2-12,-3 8-5,8 1-6,0 8-11,1 10 28,-16-2 0,-3 12 28,-17-5-11,-10 9 11,-19 11-61,-6-7-91,-16 5-21,17-18-802,-7-4-3584,15-12 4531,0-5 0,11-2 0,6-4 0</inkml:trace>
  <inkml:trace contextRef="#ctx0" brushRef="#br1" timeOffset="310189">12904 15685 26956,'-30'-10'-9012,"11"1"9012,26 7 0,-1 1 0,-1-1 0</inkml:trace>
  <inkml:trace contextRef="#ctx0" brushRef="#br1" timeOffset="311523">13534 15661 7845,'0'-6'8962,"1"2"-6671,8-58-645,-7 34-966,3-8 1,-1 0 227,-7 19-376,-3 7-213,-4 6-145,-5 9-57,-3 10-21,-4 14-18,-2 15-16,-1 12-399,14-24 1,1 1 350,2 0 0,1 1-17,1 0 1,3-2-22,6 26 13,11-13-6,13-11 11,10-16 29,17-14 38,-9-14-10,-2-6 83,-14-15 56,-14 0 745,-3-10-739,-10-6 12,-20-11-147,3 17-8,-2 13 1,-1 1 30,-9-5-3,-7-2-42,2 11-34,3 12-16,4 9-45,6 10-168,7 7-409,8 7-2829,20 9-6369,6-6 9282,5-3 1,-9-13 0,-12-6-1</inkml:trace>
  <inkml:trace contextRef="#ctx0" brushRef="#br1" timeOffset="311866">14068 15440 25556,'-30'-51'-6,"13"16"-5,42 52 0,10 14 45,-3 9-29,-2 6 6,-12 1 1,-12-8-12,-20 6 0,2-14-6,-20 7 17,14-21 12,-20 14-29,15-12-212,-9 10-41,18-15-1062,6 0-3844,14-10 5165,3-3 0,1-1 0,-3-2 0</inkml:trace>
  <inkml:trace contextRef="#ctx0" brushRef="#br1" timeOffset="312099">14400 15460 23551,'40'-37'-486,"0"1"0,-4 4 1,-1 6-3156,24 8 3641,-5 8 0,-24 4 0,-5 3 0</inkml:trace>
  <inkml:trace contextRef="#ctx0" brushRef="#br1" timeOffset="312290">14619 15668 23075,'45'-29'-2023,"5"-4"578,-23 15 0,0-1-2180,1 0 0,0 1-1327,16-9 4168,-4 3 1,-26 16 0,-1 0 0</inkml:trace>
  <inkml:trace contextRef="#ctx0" brushRef="#br1" timeOffset="312623">15169 15263 24878,'-38'9'113,"0"0"1,3 0 0,7 5-86,16 22 0,4 4-22,4 1-17,11-3 5,8-4-5,14-7 17,13-9 10,9-8 29,5-16 40,-4-9-40,-15-5 195,-2-22 46,-22 9 33,0-16-56,-20 9-89,-10 3-68,-11 4-38,-5 4-29,-2 4-11,3 6-67,5 4-673,8 6-6658,9 1 7370,5 2 0,4 2 0,1 1 0</inkml:trace>
  <inkml:trace contextRef="#ctx0" brushRef="#br1" timeOffset="315239">15928 15328 21433,'34'44'886,"-7"-1"-674,-16 8-27,-10-1 28,-12 3 5,-10-2 29,-11-6-90,2-14 509,-14-3-257,20-20-219,-6-11-117,20-21-56,7-7 5,7-5 1,4-5-7,-1 6 1,1-2-513,4-18 1,1-3 526,-2 7 0,-1 2 28,0 0 0,-2 1-9,-1 5 0,-2 2 23,-2 6 1,0 1 111,-5-18 5,-4 15-33,-5 14-84,0 10-45,3 8 11,0 6-34,3 6 1025,-2 8-1019,-2 9 1,-1 7-12,0 5-17,0 5-17,6 2 1,9 0 33,11 0 0,15-2-12,13-1 15,-17-21 0,1 0-191,2-1 0,1 0 166,1 0 0,0-1-54,0 1 1,-2 1-119,-1 1 1,-3 2-894,13 27-1982,-17 8 3069,-22 5 0,-2-26 0,-8-7 0</inkml:trace>
  <inkml:trace contextRef="#ctx0" brushRef="#br1" timeOffset="315773">16508 15482 23679,'9'4'572,"-2"0"-337,-8 2 34,-1-2-40,-3-3-72,-3-2-62,-1-7-44,-2-9 5,0-10-40,3-14 1,3-10 12,3-9-12,4-2-208,1 1 275,1 6 79,-1 8 94,-4 9 6,-5 11-55,-2 8-52,-4 9-66,0 4-34,-1 4 207,3 2-252,1 5-16,2 5-6,2 10 27,2 8-21,8 7 16,6 7-17,12 6-10,9 5-218,-13-25 1,1 1 225,0 0 0,1-1 5,0 1 0,0-1-14,-1-1 0,0-1-78,-1 1 0,-1-1-549,15 26-1093,-8-1-4773,-10-3 6510,-7-9 0,-6-17 0,-2-11 0</inkml:trace>
  <inkml:trace contextRef="#ctx0" brushRef="#br1" timeOffset="316383">17066 15126 24083,'-10'-48'339,"-1"1"1,2 3 0,4 8-206,8 19-44,3 3-57,2 4-10,5 4 0,2 1-41,7 3 25,5 5-2,4 5-10,1 7 21,-1 9-21,-4 4 10,-7 6 1,-9 4-6,-10 2 17,-11 0-28,-9-1 44,-5-5 6,-3-4 6,2-9 56,3-8 17,3-6-1,5-10-16,5-4-6,4-5 17,2-1-33,4 1-23,5 0-17,4 2-28,8 0 6,6 6-12,7 2-16,9 9 22,5 6 1,3 9-12,-6 6-6,-11 3 0,-17 3 18,-19 0-197,-30 9-56,5-15-485,2-9 1,-1-2 725,-13-1 0,12-3 0,5-7 0</inkml:trace>
  <inkml:trace contextRef="#ctx0" brushRef="#br1" timeOffset="318500">17881 14989 23987,'-1'-33'342,"0"9"-196,-2 35-68,0 3 79,-9 15-6,-5 1 45,-17 24-78,1-7-635,14-19 1,0-2 555,-3 4 0,5-1-11,11-12-16,5 4 44,7-6-45,6 1 6,0-8 1133,9 2-1127,0-7-68,24-1-180,4-8-586,-16 0 1,2-1-3447,1-4 1,-1 0 3637,-3-1 0,-1 2 0,10-5 0,-18 6 0</inkml:trace>
  <inkml:trace contextRef="#ctx0" brushRef="#br1" timeOffset="321783">18530 15013 22341,'-1'-42'597,"0"-1"0,1 3 1,-1 12-480,0 25-102,0 3 68,-1 9 12,-2 12-57,-1 4 39,-9 36-44,2-9-276,3-14 1,1 2 241,3-8 0,2 0 0,2 23 11,6-16-22,18-4 34,0-21 38,12 1 51,-3-21 23,-1-10-57,-7-5 247,11-26-151,-8 5-324,-7 11 0,0 0 234,15-19-11,-5 8 0,-7 15 423,-10 13-468,-7 9 0,-3 11-5,-1 8 10,1 13-44,-1 11-39,0 11 27,1 8-148,3 7 67,0-32 1,1 0-281,3-1 0,2 0-1912,18 23-84,-2-17 2380,15-4 0,-27-22 0,7 1 0</inkml:trace>
  <inkml:trace contextRef="#ctx0" brushRef="#br1" timeOffset="322156">19279 14927 19160,'-2'-4'4687,"0"1"-4110,2 3-538,-5 18 1,8 2-12,-3 18 5,12-5 18,2-4 49,5-9 136,4-8 49,7-13-60,6-16-52,7-15-97,-19 9 0,1-1-232,2-4 0,-1 0 259,0-2 1,-1 0-12,-1 1 1,-2 0 69,16-22-56,-12 11-50,-9 13-56,-6 11-22,-3 8-62,4 6-358,6 3-356,4 7-2523,-1 7 3321,-7 15 0,-6-13 0,-7 2 0</inkml:trace>
  <inkml:trace contextRef="#ctx0" brushRef="#br1" timeOffset="331633">13859 8262 7151,'-7'0'2845,"1"0"-1753,6 0 1098,0 0-2078,-10 1-11,8 0 162,-7 2-95,10 0 191,3 5 212,10 2-218,5 2-23,12 0-83,3-4-135,-2-3 235,22-2-145,-9-6-127,-11-1 1,2 0-313,-1-2 0,1-1 265,5-1 0,2-1-17,6 0 1,0-1-459,-8 3 0,0-1 452,12-1 1,3 1-9,0 1 0,2 1-14,-1 0 1,0 0-1,5 1 0,-2 1 17,-18 3 0,-3 0 6,17 0-81,8 1 147,-28 0 85,13 0 112,-18 0 218,-5-1 342,-8-1-185,0-3 1166,-4 0-1536,-3 1 536,-2 0-631,-7 3-582,-1 1-3428,3 0 3831,1 0 0,1 0 0,-2 0 0</inkml:trace>
  <inkml:trace contextRef="#ctx0" brushRef="#br1" timeOffset="335497">13330 16516 22043,'4'-20'1048,"-5"5"-874,-12 20-79,-6 2-5,-9 7-62,5-2 33,-11 5-5,2-1-5,-10 2 38,-8 1-27,11-7-28,4-2 38,13-6-38,11-2 16,1 2-44,4 1 11,3 6 5,2-1-11,0 12 17,1 5 0,1 26-28,2 3-1023,0-18 0,0 1 1012,1 17-162,-1-19 0,1-1 189,5 20-22,1-19 1,3-1 5,15 14-22,16-9-113,4-27-173,-6-11-2358,15-14 2666,-6-12 0,-15 8 0,-6-2 0</inkml:trace>
  <inkml:trace contextRef="#ctx0" brushRef="#br1" timeOffset="337481">6754 17997 6983,'1'-5'2951,"-1"1"1552,0 4-2984,-1 22-164,0-16-504,0 16-341,1-23-207,0-2-107,1-3-28,2-5-6,3-4-11,2-3 12,2-3-18,4-1-49,2 0 10,5 0 6,2 3-34,5 1-16,3 3-12,3 3-5,3 3-17,-1 4-17,-1 3 17,-4 7-28,0 5-33,-1 9 33,0 7-11,0 5-17,-2 1 16,-3 0 57,-4-3 39,-6-4 62,-6-3 78,-5-4 44,-5-3 1,-4-3-67,-4-1-85,-5-1-49,-4-1-18,0-2 45,-4 0-72,8-3 61,-4 1 62,9-4-17,-1 0-28,2-1 5,3 0-112,2 0-94,1-1 77,2 3 46,0 4-35,3 3-10,3 3 22,4-4 17,4-2 11,6-8 45,5-10 44,7-10 12,4-13-9,-11 8 1,-2 0-20,9-11 151,4-13 33,-21 28-55,-4 2-118,-5 11-191,-5 7 51,1 4-11,0 3-487,4 4-3664,5 6 3342,0-2 0,-2-4 0,-4-4 0</inkml:trace>
  <inkml:trace contextRef="#ctx0" brushRef="#br1" timeOffset="338657">13833 16777 14107,'0'-4'6217,"0"1"-4278,0 3-1335,-11-62-189,8 40-247,-3-14 0,2 4 112,4 24-95,-1 5-124,0 1-16,-2 11 5,-2 6-22,-3 17 6,-2 9-45,1 10 5,2 0-27,6-5 10,8-9 34,6-10 1,7-10 21,3-8 46,2-7 27,1-11-5,0-6-28,1-10-1,-3-6-4,0-4-12,0 0 0,-4 3-34,-1 8-16,-6 8-1,-3 8-5,-3 8 17,-2 10-11,1 10-12,1 9 12,0 9-29,1 6-22,1 4-145,4 1-975,0 1-3192,5-1 3685,-2-11 1,-5-15 0,-3-12 0</inkml:trace>
  <inkml:trace contextRef="#ctx0" brushRef="#br1" timeOffset="338857">14549 16782 22526,'-3'36'-2308,"0"-1"2308,7-2 0,-3-14 0,2-4 0</inkml:trace>
  <inkml:trace contextRef="#ctx0" brushRef="#br1" timeOffset="339807">14952 16559 10175,'5'-8'7668,"-2"1"-5405,-3 7 756,0 0-2453,4-62-51,-1 38-303,-1-12 1,1 3 207,-1 20-235,0 6-157,-2 4-17,0 2 6,0 7 11,-2 10-5,-3 13-18,-5 14-10,-1 8-12,0 5-17,4-4 29,3-4 5,9-11 22,8-4-22,0-16 22,11-3 6,-4-16-5,8-7-11,4-11 32,11-20 68,-8-1-44,-2-2 94,-9 2 23,-8 11 44,-1-2 63,-3 5-214,-5 11-72,-3 5-6,-1 8 28,-2 4-6,2 7 45,-1 16-50,0 8-17,-1 4 6,-2 9-29,-1-4-55,0 16-634,2-20 1,0 2-1723,3-5 1,2 0 1754,-1 3 1,1-3-1,4 1 1,-2-17 0</inkml:trace>
  <inkml:trace contextRef="#ctx0" brushRef="#br1" timeOffset="340024">15718 16558 18599,'2'-6'4414,"0"1"-4000,-2 5-436,-9 53-432,7-24-787,-3 7 1,1 0-2390,4-10 3630,2 1 0,-2-18 0,2 1 0</inkml:trace>
  <inkml:trace contextRef="#ctx0" brushRef="#br1" timeOffset="340690">16184 16336 24861,'-15'-29'129,"-9"9"-79,2 25 1,-14 4-1,0 2 23,-4 0-23,9-2 124,-7 2-45,18-5 11,-3 1-5,13-5-74,5-2-44,3 0-11,2 1-23,0 1 28,0 4 0,1 4 0,2 7 1,-1-1-24,5 16 12,-1-8 0,0 13 6,-1-10 11,-1-1-34,-1-7 34,-1 4-17,-1-10 17,0 3 39,0-10 117,-1-3 141,0-3-230,0-8-34,0 0-16,0-7 5,2 5-17,3-1-27,5 1 16,4 0-5,4 2 5,3 3 6,2 2-29,1 5 12,3 6-5,2 5-6,3 8 11,2 2-23,-2 4 1,-8 1 5,-12 2-22,-18 3-219,-15 4-739,-16 4-1786,-7-1 2783,-2-6 0,20-16 0,6-8 0</inkml:trace>
  <inkml:trace contextRef="#ctx0" brushRef="#br1" timeOffset="340898">16468 16575 17960,'0'4'3781,"0"0"-3091,-3 56-629,2-29-482,1 8 1,-1 1-995,4-5 0,0-16 0,-1-4 0</inkml:trace>
  <inkml:trace contextRef="#ctx0" brushRef="#br1" timeOffset="341624">17058 16315 25102,'-11'-25'50,"2"6"-39,9 22 29,0 4 4,0 3 29,-5 5-22,-6 5-6,-10 2 28,-6 0 11,-3-5 39,0-6 6,4-9 5,5-11-5,5-9-34,7-6 0,4-3-11,8 2-44,2 4-1,7 6-28,1 5-5,3 5 5,2 7-6,4 9-5,2 10 6,0 13-12,-5 10-5,-9 12-320,-11-23 0,-5 1 322,-3 4 1,-4 1-6,-5 4 0,-3-1 8,-2 1 1,-2-1 16,0-4 0,0-2 17,3-8 0,0-4 67,-12 4-11,13-25-50,10-16-12,9-12 18,9-5 21,7 0 607,7 2-657,5 6 23,6 4-17,2 8-45,3 6-90,2 10-548,1 3-1642,3 5 2308,7 1 0,-23-6 0,-1-2 0</inkml:trace>
  <inkml:trace contextRef="#ctx0" brushRef="#br1" timeOffset="341831">17479 16587 21635,'1'-7'4005,"0"2"-3479,-1 5-313,0 0-190,6 5 16,-4 8 6,4 9-309,-4 9-1646,-2 3 1910,0 5 0,0-17 0,0-2 0</inkml:trace>
  <inkml:trace contextRef="#ctx0" brushRef="#br1" timeOffset="342091">17833 16292 22795,'0'-5'3058,"0"1"-1983,0 4-1019,7-33-17,-4 34-28,5-8-5,-7 34-23,-3 28-11,-4-6-414,2-16 1,-1 1-691,0 0 1,0 1 1131,1 2 0,1-2 0,0 3 0,2-6 0</inkml:trace>
  <inkml:trace contextRef="#ctx0" brushRef="#br1" timeOffset="342531">18142 16163 25214,'37'-41'61,"-1"0"1,2 1 0,-4 10 28,-4 24 11,13 0-73,-16 4-11,8 5-6,-25 1 75,6 9-2,-12 3 63,-3 8 38,-8 6 73,-7 13-146,2-3-62,1-1 30,8-1-41,7-7-22,11 20 22,7-7-16,11 5-23,-10-17 22,3 1 12,-14 2-6,-8 3-17,-20 9-50,-17-4-79,-2-7-512,8-14 0,-1 1 630,1-4 0,2-1 0,-11 9 0,4-5 0</inkml:trace>
  <inkml:trace contextRef="#ctx0" brushRef="#br1" timeOffset="345081">13656 17593 12068,'-2'-4'5680,"0"0"-3143,2 4-2078,10 13-84,2 2-106,10 16-95,-3 4-45,-3 7-34,-4 5-45,-6 4-33,-12 3-51,-8 2-94,-12-3-124,-5-5-437,-1-7-1440,2-13-4917,4-12 7046,8-10 0,8-6 0,6-2 0</inkml:trace>
  <inkml:trace contextRef="#ctx0" brushRef="#br1" timeOffset="345491">13825 17459 21612,'-45'16'67,"10"6"-67,31 17-11,4-4 11,7-7 23,5-9 38,6-10 51,3-9 79,1-10 84,-2-10 72,-2-8 90,-7-4 11,-4 1-95,-9 3-135,-5 4-84,-6 4-61,-6 4-62,6 7-11,-3 2-156,11 6-416,0 1-1400,3 0 1972,5 6 0,-2-4 0,3 3 0</inkml:trace>
  <inkml:trace contextRef="#ctx0" brushRef="#br1" timeOffset="345731">14173 17565 18722,'-3'0'3725,"0"0"-3506,3 0-538,33-54-18,-14 36-506,8-14 0,4 3-3800,6 19 4643,2 2 0,-15 5 0,-12 2 0</inkml:trace>
  <inkml:trace contextRef="#ctx0" brushRef="#br1" timeOffset="345924">14227 17869 23360,'25'-30'-58,"0"-1"0,5-2 1,1 3-1187,16-5-571,-1 4 1815,1 8 0,-31 16 0,7-2 0</inkml:trace>
  <inkml:trace contextRef="#ctx0" brushRef="#br1" timeOffset="346424">14867 17583 13995,'-3'0'6968,"1"1"-4016,2-1-2880,-22-2-32,22-2-46,-18-1 23,32-4-364,7-1-975,5-1-3999,9 0 5321,-5 4 0,-11 2 0,-8 3 0</inkml:trace>
  <inkml:trace contextRef="#ctx0" brushRef="#br1" timeOffset="346681">15274 17366 26654,'-4'-35'246,"-1"0"0,-2-21-218,7 56-28,2 9 23,4 15-51,2 20-3381,4 15 3431,-2-7-165,0-8 1,1 1-870,-2-11 0,0 0 1012,7 18 0,-1-1 0,0-3 0,0-8 0</inkml:trace>
  <inkml:trace contextRef="#ctx0" brushRef="#br0" timeOffset="374573">13510 18432 17322,'-23'14'1989,"2"-2"-1620,8-5-100,-4 1-101,-4 2-33,-5 3 5,-5 0-6,-3 3-11,-4-1 23,1-1 72,1-3 51,4-6 33,5-2-11,5-4-4,7-2-52,2-1-50,5-1-62,2 3-101,4 1-33,1 1 6,1 4-1,0 4-33,0 9-6,3 7-11,1 7 17,3 5 201,0 1-128,0-1-191,1 2 151,-1 3-106,3 3 40,3 1 10,4-5-50,5-6 28,4-10-23,7-8-117,6-8-5041,22-22 5265,-13 0 0,-5-5 0,-24 9 0</inkml:trace>
  <inkml:trace contextRef="#ctx0" brushRef="#br0" timeOffset="375282">14062 18476 8220,'-6'1'5825,"2"0"673,4-1-5916,-7-33-341,5 20 123,-5-29-123,7 28-118,1-2-33,3 1-67,1 7-29,4-1 34,0 7-22,4 1-18,2 6 12,2 6-61,4 15 27,-6 3 5,-2 4-15,-7 4 21,-6-4-16,-8 18 0,-3-7 11,-8 4 11,5-20 6,0-3 72,6-13 103,1-1 99,4-9-179,1-6-23,2-2 91,-1-8-24,1 3 1,1-4-28,4 1-56,2 6-40,3 1-21,4 5 44,2 4-17,15 9-6,-2 4-33,6 10 112,-12 0 51,-8-6 44,-9 4-325,-8 5 68,-8 2 78,-8 10 67,-6-8-61,3-8-281,-7-1-1181,6-12-4229,-5-2 5685,6-9 0,9-1 0,6-2 0</inkml:trace>
  <inkml:trace contextRef="#ctx0" brushRef="#br0" timeOffset="375516">14695 18649 21707,'-9'49'-865,"1"0"1,0-2 0,1-11 0,4-26-1,1-1 1</inkml:trace>
  <inkml:trace contextRef="#ctx0" brushRef="#br0" timeOffset="376873">15673 18059 21035,'13'-36'868,"-3"7"-800,-11 30 4,-3 3 8,-5 1 9,-6 5-5,-4 3 0,-4 1-28,-3 4-22,1 0-12,0-2 17,2 0 6,4-3-11,3-3-6,4-2 5,3-2 18,3-2 27,0 0 12,2-2-23,-1-1 0,1 0 0,0-1 17,0 1 34,2 0 5,-1-1-1759,2 0-2968,6 0 4604,-1 0 0,2 0 0,-4 0 0</inkml:trace>
  <inkml:trace contextRef="#ctx0" brushRef="#br0" timeOffset="377672">15137 18524 19171,'1'-44'982,"1"0"0,-2 5 0,1 7-444,1 16 10,-2 6-441,1 5 33,-1 2-79,0 3 1,0 9-62,0 16-45,0 0 23,0 26-6,0-9-34,0 11-16,11 4 50,1-18 22,6-7 73,4-18-5,0-10 11,9-13 56,6-12-17,4-18-186,-18 13 1,-1-1 154,1-3 1,-2-2 7,-1-2 1,-1-2 27,-2 0 1,-2-2 75,-1-8 1,-2 1-43,-4 10 0,0 1 0,-2-2 1,-1 3-18,-1 3 51,-3 11-129,-1 13-89,0 3 27,6 19 0,-3-5 337,8 26-331,-4-1-33,2 17-9,-5-15 0,-1 2 16,0-3 1,-1 0 5,1-1 1,-1 0-34,0 0 0,0-1-643,5 22-427,-3-24 0,1-1 1123,8 25 0,-6-28 0,1-10 0</inkml:trace>
  <inkml:trace contextRef="#ctx0" brushRef="#br0" timeOffset="377949">16224 18489 22024,'-17'-60'-62,"2"33"1146,12 66-1828,-3 19-4382,2-2 4576,0-7 0,2-17 1,1-15-1</inkml:trace>
  <inkml:trace contextRef="#ctx0" brushRef="#br0" timeOffset="379873">15064 17109 18235,'-58'11'168,"11"0"-95,47-8 11,0 3 39,1 0 85,2 0 178,3 0 146,7 0 0,7-3-118,10-2-145,11-3-39,11-2-466,10-4 295,-27 4 0,0-1-17,2 0 0,1 0-6,1 1 1,1 1-12,-1-1 0,1 1-14,-1 0 0,1 0 9,-2 0 0,1-1 22,8-2 0,-2-1-37,-13 2 1,-1 0 2,14-5 1,0-1-285,-13 2 1,1-1 292,9-2 0,2-1-12,2 0 1,0 1 2,1 0 1,0 1-6,2 0 0,-1 1-17,1 1 0,-1 0-12,-1 2 1,0 0 19,-1 0 1,-1 0 10,1 0 1,-1-1-9,0 0 1,0-1 2,3-2 0,0-2 11,3 0 0,-1-2 0,3-1 0,-1 0-467,1-1 1,-1 1 469,-2 0 0,0 1-9,4 0 1,-2 1-12,-18 5 1,-1 1-1,8-2 1,-2 2 5,3 1-28,9-1-168,-8 2-744,-6 4 940,-7 0 0,-13 2 0,-7 0 0</inkml:trace>
  <inkml:trace contextRef="#ctx0" brushRef="#br0" timeOffset="381266">17139 18065 8814,'2'-5'6996,"0"2"-1961,-2 3-4699,-15-10-140,1 12-118,-20-3-38,-1 17-12,-9 4 0,-10 3-1411,-4 0 1417,11-6 55,-6-1 158,8-9 0,5-1 94,4-7 23,20-2-95,7 0-174,6 1 1310,1 2-1410,2 2 10,3 4-16,1 7 0,4 10-28,1 11 0,0 7-17,-1 8-6,-2 2 28,-1-1 18,-1-3 10,0-9-33,-2-8 11,0-9 56,-1-7 39,1-7 168,1-4 213,1-3-33,3-6-124,2-8-90,3-10-89,1-8-39,4-2-39,3 2-29,5 6 12,5 10-11,4 8-23,3 12-5,3 8 10,0 7-10,-1 5-28,-7 5-34,-11 6-40,-11 6-133,-16 3-331,-8 2-543,-9-4-1250,0-6 319,5-13-1444,5-7 3506,3-6 0,4-4 0,1-1 0</inkml:trace>
  <inkml:trace contextRef="#ctx0" brushRef="#br0" timeOffset="381472">17470 18633 10461,'0'4'4486,"0"-1"-5841,0-3 1355,-19 62 0,14-46 0,-5 15 0,0 0 0</inkml:trace>
  <inkml:trace contextRef="#ctx0" brushRef="#br0" timeOffset="382049">17803 18265 14874,'0'-5'6296,"0"1"-4946,0 4-1059,-17 19-39,6-7-33,-16 17-51,10-13 17,-1-2 61,-1-5 62,2-4-17,2-4-67,1-7-39,2-5-17,2-8-39,4-6-56,3-7-23,7 0-22,5 1-34,9 4 18,8 7 4,6 5-32,4 7 10,5 8 0,2 11-38,-1 11 4,-5 16 1,-12 11-56,-13 13-332,-13-26 0,-4 0 354,-3 4 0,-4 0-11,-4 3 0,-3 0 22,-1-1 1,0-3 108,1-4 1,1-4 165,-12 13-185,8-24-39,7-21 123,4-17-34,5-13-22,11-7 748,4 1-754,7 9-44,0 10-6,2 10-6,2 13-16,6 6-68,5 9-419,7 5-1378,8 1-3312,5 1 4351,-4-6 0,-17-7 0,-13-7 0</inkml:trace>
  <inkml:trace contextRef="#ctx0" brushRef="#br0" timeOffset="382256">18443 18386 20375,'-2'-4'3898,"1"1"-3444,1 3-454,-8 6-23,7 24 23,-7-6-101,9 30-649,-1-14-2829,0 11 3579,0 1 0,0-24 0,0-5 0</inkml:trace>
  <inkml:trace contextRef="#ctx0" brushRef="#br0" timeOffset="382506">18757 18012 19445,'0'-4'4990,"0"1"-4066,0 3-873,-2-10-23,1 23-11,-1 1-28,2 31-51,0 10 20,0-23 0,0 1-542,1 2 1,0 1-1117,0 2 0,1-1 1700,1 24 0,0-22 0,-2-20 0</inkml:trace>
  <inkml:trace contextRef="#ctx0" brushRef="#br0" timeOffset="382966">19103 17945 24831,'-1'-38'20,"1"0"0,0-22 119,26 50-127,-2 5 57,10-1-35,7 3 16,-7 2-61,-2 0 40,-6 1-35,-11 0 61,2 4-10,-5 8-1,-7 6 30,-1 13-35,-4-5-22,-1 14 11,0 0-70,0-5 0,1 4 25,2-4 0,0 2-342,2 9 1,1-1 302,6 17 47,-1-26 1,2 0-201,-1-5 0,0 0 158,7 27 18,-10 1-152,-26-18-101,-6-10-1940,-28 3 2226,-5-10 0,18-7 0,2-5 0</inkml:trace>
  <inkml:trace contextRef="#ctx0" brushRef="#br0" timeOffset="385782">19798 12900 18448,'-19'-36'519,"1"-1"0,0 1 0,7 15-468,10 22 5,1 1 95,1 5 56,4 11-78,0 3-17,3 10-68,-1-8 40,2 8 6,1-4-28,3 11-1,0 1 57,4 11-45,-4-7-1,1 6-27,-7-17 45,0 8 100,-2 6-61,-1 3-23,0 8-22,-1-10-44,0-10 27,2 7 1,2-7 27,5 23-22,-1-8-615,-4-20 0,-1-2 586,1 12 74,-1 12 28,-5 9-96,0-30 0,-1 2-162,-1 4 0,0 1 157,0-6 0,0-2-12,-1 19 46,0 13-32,5-31 1,1 1-20,-1 1 0,1 1 343,3 6 0,0-1-337,-1-5 0,0-2-1,5 22 3,-6-21 1,-1 2 24,-1 2 1,0 1-31,0 1 0,0 1 5,-1 7 1,0 0-9,0-8 0,-1-2-14,1 1 0,0 1-14,0-1 0,1 0 8,0 1 0,1 0 12,0 0 0,0 0-9,1-1 0,0 1 8,1 1 1,0 0 2,-1 0 1,0 0-15,0-8 1,-1 0 21,2 15 1,0 2-14,-2-16 0,0 1-218,0 15 1,1 2 211,-1-9 0,-1-1 0,0 1 0,0-1-8,-1-9 0,1 1-6,0 16 0,0 0 6,0-14 0,0 0-3,1 17 0,1 1 3,0-11 0,0-2-1,0 1 1,1 0-6,0-2 1,0 1-267,0 0 0,0 0 263,0 1 1,0-2-1,-2-8 1,1 1 10,0 16 1,0 0-17,-2-13 0,0 0 8,0 17 0,0 0 8,-2-19 1,0 0-17,0 7 0,-1 2 19,0 1 1,0 0-15,1 1 0,0 2 17,-1 4 1,1 1 13,0-12 0,1 0-36,0 0 0,0-1-9,0 0 1,0-1-9,0 1 0,0 0 14,0 0 0,0 0 19,0 1 1,0-1-20,0 1 0,0 1-6,-1-2 1,2 0-7,-1 1 1,0-1-6,0-3 1,1 1-1,0-2 0,0-1 102,0-1 0,0-1-138,3 28 140,0-10 67,0-9-22,-1-9 684,0-4-869,-1 1 621,2 1-537,-2 0 207,0-3-196,-2-2-11,1-5 16,-2-4 51,1-4 40,-2-5-29,1-2-146,0-2-16,-1-1-179,-2 1-1333,0-1-6779,-1 1 8358,0-1 0,1-1 0,2-2 0</inkml:trace>
  <inkml:trace contextRef="#ctx0" brushRef="#br0" timeOffset="388332">20550 12535 13060,'0'-4'6749,"0"1"-4548,0 3-1377,-29-42-471,12 31-96,-26-29-162,23 44 68,-7 6-40,5 7-67,-6 7 17,-1 13-56,9-5 5,3 7-22,11-16 6,6 1-6,12 0 5,6 0 12,13 2-17,6-7 0,-6-6 0,11 3 39,-2-1-39,-8-1-11,3 8 45,-27-8-12,-2 4 28,-16 2 1,-22 5-34,-6 2-23,-14 1-22,10-12-17,12-8-196,1-11-1489,14-20-4263,6-5 5993,9-10 0,3 17 0,3 9 0</inkml:trace>
  <inkml:trace contextRef="#ctx0" brushRef="#br0" timeOffset="388598">20833 12488 19753,'2'-9'5142,"-1"2"-4599,-1 7-5,0 0-527,-9-28-11,11 32 6,0 14-51,9 31 3,-4-18 0,0 3-625,-2 6 1,0-1-3032,4 22-702,-2-19 1,0 0 3637,5 13 0,-3-24 0,-4-16 1</inkml:trace>
  <inkml:trace contextRef="#ctx0" brushRef="#br0" timeOffset="389622">20912 12801 23825,'-37'-26'306,"0"0"0,-1 1 0,16 8-300,28 14 5,5 1 6,12-3-6,9-2-44,6-5 5,5-2 11,-1-3 6,-4 0 39,-8 2 0,-12 4 56,-7 3-17,-8 4 11,-2 0 1,-1 3-12,-2 0-11,0 1-17,-2 3 0,-1 4-11,0 6-11,2 5 5,0 2-10,8-3 16,3-6 34,9-5 16,4-9 23,5-9-39,1-9-6,0-9 67,-4-5 62,-6-3 55,-8 1-4,-6 4-29,-9 7-22,-3 10-90,-5 8-78,-2 8 11,-1 10 0,-1 7-17,0 10 0,1 5 11,2 6-38,3 2-1,6 1-22,7-3-275,10-3-616,11-4-521,9-7-721,7-6-646,4-8 779,2-9 1395,-2-11 896,-6-8 890,-7-9 718,-8-3 95,-6-1-342,-7 1-476,-5 7-336,-2 5-224,-3 6-213,0 5-201,-1 4-102,-1 6-27,-1 8-29,-1 11 7,1 14-24,0 9 24,3 9-318,3 6 306,4 2 0,2 0 5,1-7-16,-1-10 22,-2-14-11,-3-15 23,-2-13-7,0-13-10,-1-13 367,0-15-367,0-14-29,0-10-164,3 29 0,0 1 187,0-1 0,0 2 11,5-26-16,0 9 22,-2 10 27,1 8-38,2 4-6,4 6 0,4 1 346,5 4-357,5 3 0,3 5-6,2 5 0,0 10 12,-7 5 49,-7 7-38,-9 4-23,-13 2 23,-11 1-23,-12 0-11,-7-2-230,-1-5-738,4-7-2040,7-7 3036,9-13 0,8 4 0,5-5 0</inkml:trace>
  <inkml:trace contextRef="#ctx0" brushRef="#br0" timeOffset="389839">21833 12608 20190,'1'3'4133,"-1"0"-2844,0-3-1822,29-48-1483,-1 23-1499,-1-6 1,3 0 2451,12 9 0,-15 10 0,-12 6 1</inkml:trace>
  <inkml:trace contextRef="#ctx0" brushRef="#br0" timeOffset="390339">22212 12334 25247,'-1'-40'71,"1"-1"0,-1 4 1,5 9-39,11 22-16,10 4-11,-6 3-6,12 10-11,-8 4-1,5 10 1,-4 5 0,-8 13 5,-6-12 18,-12 13 16,-9-16-17,-8 6 22,-8-5 46,-3-7 50,3-8 83,3-7-21,8-12-34,6-6-40,6-6 29,11-6-101,-1 8-17,13-4 11,1 9-6,9 1-44,5 4 22,5 11-16,16 9-1,-19 1-5,12 13-51,-31-3-167,-5 11-522,-22 5-1148,-10-13 0,-4-2-2352,-17 11 3572,10-15 1,1-3 0,9-8-1,1-2 1</inkml:trace>
  <inkml:trace contextRef="#ctx0" brushRef="#br0" timeOffset="390632">20814 13265 22229,'-54'29'715,"1"1"0,4-4 0,15-7-581,31-14 163,21-7-73,26-12-132,11-6 1,7-4-1415,-17 7 0,2-1 0,2-2 1325,1 1 0,3-1 0,1-1 0,-3 2 2,3-1 1,-3 1-1,3 0-9,-1 1 0,2 0 0,1 0 0,-2 2-296,6-3 1,-1 2 0,1 0 222,-8 2 0,3 0 0,-1 0 0,-1 1-747,11-2 1,-2 1 0,-3 1 569,-11 3 0,-3 1 0,-5 2 0,0-1 1,-7 2-1,1 1 0</inkml:trace>
  <inkml:trace contextRef="#ctx0" brushRef="#br0" timeOffset="393639">23838 12443 22212,'-26'51'863,"2"2"-802,13 2-38,3-11-18,4 8-352,7-6-1272,5-3-6150,7-5 7769,1-23 0,-5-8 0,-5-5 0</inkml:trace>
  <inkml:trace contextRef="#ctx0" brushRef="#br0" timeOffset="394006">24075 12209 16913,'-4'-1'4027,"0"1"-3254,4 0-571,-41 31-96,35-16 18,-27 23 5,47-23-6,2-5-33,-4-3 190,0-4 246,-3-6-184,-2-6 22,-2-7 0,-5-5-40,-5-4-189,-3 6 162,-13-5-202,2 13-50,-12-1-23,2 12-5,0 7-12,4 3-49,6 4-85,8 2-689,8 2-2789,14 1 3607,4-1 0,-1-8 0,-4-4 0</inkml:trace>
  <inkml:trace contextRef="#ctx0" brushRef="#br0" timeOffset="394265">24231 12511 22195,'-6'0'2453,"1"0"-2615,5 0-292,54-59-397,-12 40 55,0-12 1,1 2-2118,11 26-1685,-13 9-2386,-16 5 6984,-13 4 0,-10-5 0,-2-3 0</inkml:trace>
  <inkml:trace contextRef="#ctx0" brushRef="#br0" timeOffset="394415">24341 12556 24682,'-3'8'84,"15"-6"-1159,44-31-2029,-22 14 1,1 0 2097,-1 1 0,-2 0 1,11-3-1,-18 7 1</inkml:trace>
  <inkml:trace contextRef="#ctx0" brushRef="#br0" timeOffset="395573">24722 12414 14073,'-6'0'5927,"0"1"-4208,6-1-55,0 0-1491,13-61-33,2 30-79,-2-7 1,3 0 6,12 10-29,1 6-6,-1 8-44,-1 6-6,0 9 17,2 10 6,2 6-23,-3 9-5,-2 3 22,-9 6-23,-8 3 12,-12 1 45,-9-1 16,-9-3 17,-6-6 51,-2-5 67,0-7 95,6-7 45,6-5-73,7-6-140,6-4-84,9-5 0,9-3-23,14 0 6,10 2 6,7 5-11,2 8 11,0 9-11,-2 9-6,-3 12-23,-21-9 0,-2 2 23,5 11 46,-7 18-13,-27-19-27,-11 6-270,-13-6-6508,-14-9 6772,12-13 0,5-5 0,20-8 0</inkml:trace>
  <inkml:trace contextRef="#ctx0" brushRef="#br0" timeOffset="398223">25780 12598 24027,'11'-3'380,"-2"8"-475,-10 27-885,-4 5-4291,-3 4 5271,-2-5 0,5-13 0,2-11 0</inkml:trace>
  <inkml:trace contextRef="#ctx0" brushRef="#br0" timeOffset="398799">26185 12289 23993,'-8'-47'147,"0"0"1,2 4-1,3 4-85,15 1-6,2 5-28,4 7-17,1 10 0,1 8-11,0 13 23,-2 12-1,0 16-16,-3 9 16,-2 4-11,-1 0-11,-1-6 0,-3-4 12,-4-5 32,-8-4 18,-5-5-23,-2-6 146,-8 0 11,8-10 34,-3 0-95,8-7-91,3-2-32,4-2 4,2-1 1,2 3-6,4 1-16,1 1 10,2 4 7,2 4-18,-3 2 6,9 17 0,-5 0-6,6 15 12,-7-3-17,-6-1 5,-8-3 23,-12-4-17,-10-2-62,-9-5-409,-2-7-1337,2-9 960,5-18 0,11 6 0,6-9 0</inkml:trace>
  <inkml:trace contextRef="#ctx0" brushRef="#br0" timeOffset="399132">26962 12086 25814,'-46'18'78,"-5"10"-61,26-5 0,1 4-307,0-1 0,0 0 306,-14 23 196,16-9-223,18-8 104,15-9-87,12-7 5,9-7 11,6-6 281,6-6-426,4-3-829,4-6-5013,6-6 5965,-8 1 0,-17 5 0,-15 4 0</inkml:trace>
  <inkml:trace contextRef="#ctx0" brushRef="#br0" timeOffset="399766">27886 11904 22263,'0'-4'2772,"0"1"-2077,0 3-639,-29-36 5,9 29-33,-26-23 0,16 42-11,0 4-39,0 2 33,2 1 22,3 0-10,3-3 16,3-3 6,6-6-17,5-2-6,5-3 1,1 1 27,1 1-16,-1 3 16,-1 5 23,-1 4-12,-1 4 1,0 5-28,0 1-6,2 2-12,2-2-21,1-2 27,0-5 1,0-4 5,0-6 11,0-3 28,0-2 280,0-2-252,7-11-55,3-1-35,9-9 23,0 3-5,1 3-12,-2 5 11,-1 4-22,2 3 0,3 8-5,2 7-12,4 8 11,0 6-39,0 4 23,-5 2 33,-9 0-72,-16 7 10,-5-13-229,-23 10-470,-2-16-735,-13 2-1859,0-9 3344,0-14 0,21-1 0,5-6 0</inkml:trace>
  <inkml:trace contextRef="#ctx0" brushRef="#br0" timeOffset="400016">27844 11855 18767,'5'-3'3921,"-2"0"-2498,-3 3-925,67-48-380,-45 32-96,15-10 0,-4 1 18,-24 19-253,-5 2-1792,1 2 2005,-1 0 0,-2 2 0,-1-1 0</inkml:trace>
  <inkml:trace contextRef="#ctx0" brushRef="#br0" timeOffset="400616">28521 11952 19048,'0'-6'4721,"0"1"-3567,0 5-1059,1-8 6,0 25-6,3 13-67,0 19 5,4 7 1,5-16-6,-1-13 185,12-8-106,-11-13 139,23-19-134,-4-13-363,-6 3 1,0-2 301,14-16-12,-14 13 0,0-1 3,-1-1 0,0 0 0,-1 1 0,0 0-11,1-1 0,-1 2 13,7-8-16,-8 15-28,5 2-61,-8 13-169,6 0-643,-10 14-1631,-6 10-571,-9 4 3075,-8 8 0,3-17 0,-3 0 0</inkml:trace>
  <inkml:trace contextRef="#ctx0" brushRef="#br0" timeOffset="406539">22987 13687 16678,'0'-5'5304,"0"1"-9385,-7-57 4423,5 41 634,-2-17 0,0 2-629,4 22 698,0 0-973,0 7-44,0 8 51,0 14 3397,0 18-3409,-6 23-24,0-18 0,-2 6 0,0 0-915,0-2 1,0 0 0,1 1 438,-2 7 0,0 2 0,1-4-385,0 2 1,5-4 297,8-3 1,2-7 0,-2-10-1,9 7 1</inkml:trace>
  <inkml:trace contextRef="#ctx0" brushRef="#br0" timeOffset="407598">23300 13699 15844,'0'-5'5158,"0"2"-4111,0 3-811,-67 2 61,24 22-239,2-17 1,0 3 123,10 18 0,7 1-81,0 0 0,3-3 0,1 1 61,0 6-33,0 5-34,7-7-28,5 1-55,8-12 44,7 3-23,11-11 18,12 0-23,29-6-62,3-7 14,-29 0 1,0-2-102,2-2 1,-1-2-702,21-7 180,-22 4 1,-1-2-432,-2 0 1,-2-2-917,1-5 1,-1-1 386,14-15 1406,-7 1 493,-14 5 520,-13 10 1289,-1-7-414,-6 8-112,-3 0-914,-1 8 582,-2 1-542,2 6-280,-1 0-376,3 2-16,0 5-12,1 0 6,2 7 17,3-3 33,9 0-38,5-3-7,8-9-10,-5-1 38,6-10 29,-7-2 39,1-9 5,-7-3 208,-7-10-23,-8 6-157,-4 4 157,-11 10-55,-2 10-96,-7 2-45,2 7-27,-1 11-68,8 0 5,-2 15-16,7 2 11,-3 14-22,3 8-9,7-16 0,1-1-3,4 13 1,10 11-6,10-32-6,11 1 0,17-13 11,-7-16 1,-2-4 16,-7-21 6,-9-4 0,5-13 33,-4-6 23,-3 1 100,-2-2-94,-7 20 128,-1 0-17,-10 25-72,-1 1-101,-3 21-12,0-4 12,-1 21-6,1-7-11,5 7-5,11 4-6,4-10 11,3-3 0,3-13 11,-4-7 28,4-10 28,3-15-33,-12 3 83,2-14 29,-11 13 56,-3-2-1,-3 6-44,-4 6-56,-3 5-73,-3 13-11,-1 1 16,-5 21-5,-4 9-25,7-10 0,-2 4-17,-2 13 0,0 3-649,4-4 0,1 0 548,0 0 0,3 0-722,4-1 0,4 0 837,5-6 0,0-2 0,-1 16 0,6-9 0</inkml:trace>
  <inkml:trace contextRef="#ctx0" brushRef="#br0" timeOffset="407832">24478 13748 21702,'-4'-1'3299,"0"-1"-3137,4 2-391,59-52-1581,-17 35 698,3-12 0,1 4-6606,9 25 7718,-13 5 0,-18 0 0,-13 0 0</inkml:trace>
  <inkml:trace contextRef="#ctx0" brushRef="#br0" timeOffset="407989">24562 14023 20895,'-5'2'4364,"2"0"-4454,3-2-2352,49-41-7389,-13 17 7984,-4-1 0,-1 2 0,-6 9 0,-18 11 0</inkml:trace>
  <inkml:trace contextRef="#ctx0" brushRef="#br0" timeOffset="410572">17810 17823 7766,'-1'9'3944,"1"-2"-2034,0-7 3411,0 0-4649,-26 26-257,18-17-141,-19 18-72,24-23 16,2-2 1188,1-1-1075,12-5-119,5-3-16,19-8-106,-5 0 33,24-13-577,-26 13 1,2-2 497,10-4 1,2-2-9,5-2 1,0 0-20,3-1 0,0 1-3,0-2 0,1 1 0,-3 2 0,-1 0-12,-5 3 1,-1 1-3,-8 4 0,-3 2 45,10-4-17,-22 13-17,-16 7 12,-15 9-18,-7 3-5,-19 14-5,0-1-7,-15 6 1,14-10 5,11-9 1,-2 0 194,2-1 1,-2 0-187,-10 5 0,-4 2-11,5-3 1,-2 1 0,0 0-10,-14 6 0,-1 2-452,12-7 0,-1 1 1,3-1 462,0 0 0,3-1-19,-4 3 0,2-2 53,-10 5-39,2-1 11,25-12 22,24-12 486,10-5-469,19-10 1472,4-1-1497,-2 0 0,2-1-14,15-7-6,0-2 1,1 1-319,-1 0 343,0 0 1,2-1-306,-14 8 1,1-1 296,1 0 0,3-2 0,-2 2-11,1-2 0,0 1 9,0-1 1,4-1-1,-7 3-14,8-4-77,-9 5 1,-4 2 115,-12 7-34,-4 3 11,-13 6 310,-8 6-310,-6 3 604,1 1-643,-19 11 172,1 0-166,-19 10 33,0 1-434,-3 0 406,11-6 12,-5 3-12,9-6 34,4-3-29,8-5-21,16-11 33,8-4 22,7-5 413,10-7-379,25-17-51,7-4-1005,-14 9 0,1-1 1017,-9 8 0,0 0-486,20-11 1,1 0 479,-15 10 0,0 1-222,14-8 1,0 1 210,-14 7 0,-3 2 22,15-7-5,-20 10 1692,-17 10-1686,-12 5 1096,-13 9-1119,-22 11-11,-3 2 11,-14 6 591,22-11-608,1-4-845,17-10 862,3-1 0,7-3 0,5-1 0</inkml:trace>
  <inkml:trace contextRef="#ctx0" brushRef="#br0" timeOffset="416039">25464 13501 21108,'-33'52'1317,"6"-6"-931,21-29-50,-4 3-190,-1-4 100,-9 6 29,-8-3-107,-2 1 22,-5-1 85,11-10-119,7-4 242,1-9-185,8-6-45,0-11-28,6-7-72,8-6-46,1 6 12,12-11-18,0 16-4,6-5 10,-2 14-22,1 8 6,-1 4-6,-3 6-12,5 9 7,1 19-23,-5 9 28,-4 18 28,-24 3-31,-4-24 0,-3 0-217,0-7 1,-3 2 217,-5 3 0,-3 3 1,1-4 3,3-6 1,0-1 2,-8 9 1,-5 4 0,3-7 8,6-10 0,2-3 0,-6 5 0,1-3 53,-8-8 45,20-32-44,11-7-40,19-23 0,17 2 11,9 5-6,0 12 412,-5 11-445,-2 10-6,1 14 1,3 9-7,5 14-184,4 6-261,-21-15 1,0-1-1112,3 1 1,2-1 1567,5 2 0,-1-3 0,4 4 0,0-5 0</inkml:trace>
  <inkml:trace contextRef="#ctx0" brushRef="#br0" timeOffset="416348">26202 13869 18375,'-9'-5'4078,"1"1"-2947,8 4-140,0 0-907,-37 41-61,22-10-354,-7 2 1,0 2 330,10 14 0,5-22 0,1-4 0</inkml:trace>
  <inkml:trace contextRef="#ctx0" brushRef="#br0" timeOffset="416639">26364 13642 24469,'13'-40'315,"-1"0"1,0 0 0,-3 16-249,-9 29 17,1 8 0,-1 13-33,-3 12-12,-1 9-22,-3 7-489,1 6-27,4-28 1,1 0-3871,2 30 4369,3-12 0,0-20 0,-1-15 0</inkml:trace>
  <inkml:trace contextRef="#ctx0" brushRef="#br0" timeOffset="417289">26361 13652 22912,'3'-21'1439,"-1"5"-1271,2 35-22,-3 5-23,1 13-5,-1 9-62,0-12 0,1 1-45,2 14 6,0-13 0,1 0-6,4 7 34,-1 11 22,-4-7 6,-13-4-29,-13-3-49,-15-3-186,-9-4-727,-4-8-1872,3-10 2790,7-14 0,20-2 0,7-5 0</inkml:trace>
  <inkml:trace contextRef="#ctx0" brushRef="#br0" timeOffset="417739">26358 13239 22481,'-43'43'370,"11"-4"-348,31-13 17,8 0 17,4-11 90,9-2 156,11-11-117,-3-11-79,0-3 135,-5-12 73,-8-1-17,-3-9 67,-5-7-180,-10 9-105,-3 4 38,-8 13-83,1 8-28,-4 2-34,-1 5-6,7 4-364,0 12-134,9-4-2436,0 16 2968,11-3 0,-6-8 0,5-1 0</inkml:trace>
  <inkml:trace contextRef="#ctx0" brushRef="#br0" timeOffset="417965">26821 13354 19042,'-3'0'3467,"0"0"-2420,3 0-2049,44-39-864,-8 26-397,-1-8 1,2 2 1758,5 16 1,-18 2 0,-12 1-1</inkml:trace>
  <inkml:trace contextRef="#ctx0" brushRef="#br0" timeOffset="418156">26742 13658 17339,'-5'2'5982,"2"0"-4016,3-2-1905,71-42-1366,-29 20 1238,2-2 0,2-1-3739,-11 10 0,-4 3 3806,9-2 0,3-2 0,-26 10 0</inkml:trace>
  <inkml:trace contextRef="#ctx0" brushRef="#br0" timeOffset="422932">27506 13396 9862,'1'4'2217,"0"-1"5082,-1-3-6577,1 10-128,0-5-113,1 9 113,-1-6-212,0 0-198,-1-1 147,-3-1-6,1-3 11,-3 0 229,-1-2-206,2-4-85,0-4-184,2-1 33,2-12-62,6-2-10,4-6-18,7-2 40,7 1-62,-6 11 1,8 0-24,-8 14 7,4 2-12,2 15 28,-6 6-11,-3 7 11,-9 11-5,-16 4-15,-1-12 1,-5 3-679,-18 16 0,-6 2 690,0-3 0,-2 1-484,6-10 0,-1 1 0,2-3 492,0 0 0,1-3 56,1-4 1,4-4 167,3-7-10,17-26-97,31-16-69,1 2 0,3 1-14,20-11-9,-15 18 1,-1 3-9,13 3-17,16 14-84,-15 9-818,3 14 653,-18-6 238,14 5 0,-27-18 0,9 2 0</inkml:trace>
  <inkml:trace contextRef="#ctx0" brushRef="#br0" timeOffset="424522">16751 17680 16986,'-3'-6'3960,"1"2"-3176,2 4-279,-24-65-175,18 42-238,-7-14 1,2 4 24,10 25-61,1 4-33,1 2 33,2 5 17,2 9 5,3 12-33,2 13-23,-1 9-5,1 6 28,1-1-17,2-4-67,0-8 33,-2-7 34,-4-5 6,-3-5 50,-8-3 16,-4-4 35,-7-5-18,-4-5-21,-4-3-29,-3-8-34,-1-2 7,1-6 38,4 0 0,2 0 46,5 4-7,3 0-16,4 2 5,3 2-50,4 2-95,0 2-11,1 1 39,3 2 11,3 4 0,4 3 22,4 3 28,3 1-38,2-2-24,4-3 24,4-4-35,3-4 12,2-5 84,-1-4 11,-3-4-11,-7-2 67,-6-1 16,-5 0-116,-3 3-85,-2 2 17,-3 4 0,0 4 39,-1 4 45,1 4 6,0 2-34,1 4-28,-1 0 5,-1-1 29,0 0 11,-3-1-6,-3 1 6,-2 1 0,-3 1-73,1-1-1328,1-2 1356,2-3 0,4-3 0,1-2 0</inkml:trace>
  <inkml:trace contextRef="#ctx0" brushRef="#br0" timeOffset="432624">21429 15106 20358,'-8'-39'603,"1"-1"0,2 6 0,-3 6-155,-9 13-50,-5 6-241,-7 1-51,-8 6 12,-2 11-62,8 2 22,-9 13 17,2 13-83,6-6-7,8 1 1,3 3-40,2 10 37,6-13 0,1 2-9,4 17-5,8-7 11,13-8 0,10-10 22,12-11 34,6-8-11,-7-9 190,14-17-16,-19-6 72,10-16 39,-16-1-16,-8 0-163,-5 10 270,-5-4-214,-3 21-73,-1-2-145,-1 14-22,0 6 49,0 8-16,2 11-5,1 13 10,3 9-5,3 8-330,5 6-371,7 0-458,-8-28-1,3-1-2895,2-2 0,1-2 3224,17 16 0,-12-18 0,-9-12 1</inkml:trace>
  <inkml:trace contextRef="#ctx0" brushRef="#br0" timeOffset="432797">21838 15307 25886,'-28'-26'-1635,"10"8"1635,29 21 0,-3 1 0,1-2 0</inkml:trace>
  <inkml:trace contextRef="#ctx0" brushRef="#br1" timeOffset="441231">22350 15333 12186,'-8'-8'3982,"2"0"-2447,6 8-1126,0 0-398,-3-3 134,3 3-72,1 2 28,0 2-67,3 3 50,-4-4 11,0-1 28,0 1-16,0-1-23,0 0 930,-1-1-863,0 0 135,0 0 128,-1-1-50,1 1-185,0-1 196,-1 0-123,0 0-173,1 0-23,0 0-22,-1 0-12,1 0-38,0 0 16,-1 1 0,1 1-17,0 3 22,-1-1-5,2 2 56,-1-2-44,0-2 10,1 0-33,0-1 50,-1 1 11,0 2-27,1-1 33,-2 1 73,2-1-23,-2 0 1944,2-2-1793,-1-4-38,-2-3-79,-2-8 0,0-6-78,2 2 27,1-8-94,4 8-1,11-4 1,4 11-1,11 5 6,-7 8 34,18 11-40,-9 3-11,10 12 12,-12 1-18,-9 7 18,-9 6 10,-15 11-10,-5-6 16,-10-5 0,-6 0-400,5-10 0,-2-2 391,-11 14 1,0-1 8,6-15 1,1-3 10,-11 8 6,6-18 34,16-25-51,5-8 11,5-14 1,11 0-18,1 8 790,12 0-772,-2 14-18,10-2-33,2 12 23,6 6-1,-3 1-190,26 16-700,-11-5-536,-12-4 1,2 0-2445,-6-3 0,0-2 3340,22 6 1,-20-6 0,-14-6 0</inkml:trace>
  <inkml:trace contextRef="#ctx0" brushRef="#br1" timeOffset="441547">22990 15264 23915,'-45'-17'371,"0"-1"0,5 1 1,10 6-344,22 11-17,5 0 12,9 6 5,4 2-6,11 8-11,8 2 6,10 5-17,7 4 0,3 5 6,-2 2 5,-11 0-6,-13 1 1,-13 2 16,-18 0-5,-10 3-45,-12-2-173,-5-2-981,2-7-3315,6-6 4497,11-8 0,8-8 0,6-4 0</inkml:trace>
  <inkml:trace contextRef="#ctx0" brushRef="#br1" timeOffset="441815">23484 15315 24144,'21'-25'-209,"1"-1"0,2 2 0,2 3-1466,32 1-1790,-23 9 1,0 1 3464,-2 1 0,-3 1 0,11-2 0,-19 5 0</inkml:trace>
  <inkml:trace contextRef="#ctx0" brushRef="#br1" timeOffset="442007">23597 15502 18941,'-4'2'4526,"2"0"-4230,2-2-727,56-38-532,-13 12-553,2-3 0,3 0-1290,-14 11 0,-3 1 2214,23-11 1,-21 11-1,-15 8 1</inkml:trace>
  <inkml:trace contextRef="#ctx0" brushRef="#br1" timeOffset="442364">24237 15071 24850,'-33'24'59,"0"0"1,3-1 0,7 2-43,19 15-12,8 2 23,9 0-22,14-5-12,9-5 23,7-11 11,0-9 39,-3-11 34,-6-10 40,-7-9 77,-7-9 62,-8-3 28,-5-4-39,-8 0-73,-7 0-45,-5 3-50,-6 3-51,-3 3-33,-6 7-17,-5 6-39,-4 6-364,-4 11-1804,0 5 2207,2 7 0,18-6 0,6-2 0</inkml:trace>
  <inkml:trace contextRef="#ctx0" brushRef="#br1" timeOffset="443064">25134 15125 18644,'8'-5'3899,"-1"1"-2695,-7 4-152,0 0-968,0-9-5,-5 26-12,-4-9-5,-11 29-29,-9-3-10,-11 5-344,-9 1 346,23-21 0,-1-1 76,-24 9 51,6-11-1,10-13-22,10-13-56,8-10-23,6-25-22,9 8-11,4 6 0,4-2-257,12-18 265,-6 18 0,1 0 20,1 1 0,0 0 67,-1-2 0,0 2-22,2-10 478,-5-1-395,-9 24-38,-3 2-29,-2 7-56,-4 5-38,1 4 299,-3 4-305,3 6 5,-1 5-11,2 3 34,3 10-34,5-8-17,6 14 22,7-7 7,11 10-12,10 4-6,-14-18 0,3 2-14,7 9 1,0 0-241,-9-9 1,-1 0 236,8 12 1,-2 1-196,-1 16-200,-14-20 1,-2 2-1807,-5 9 1,-5 0-2693,-4-7 1,-2-2 3278,-1-1 1,-1-4 0,-5 1 0,9-24-1</inkml:trace>
  <inkml:trace contextRef="#ctx0" brushRef="#br1" timeOffset="443614">25504 15191 24379,'9'35'196,"1"-1"0,-3 1 0,-6-6-78,-19-9 50,-14 5-5,4-10 67,-4-6-102,15-11 124,0-9-5,10-5-79,-1-8 0,11-13-118,7-1-39,2 0 29,11-9 55,2-10-79,-12 27 1,-1 0 17,10-30 50,-11 10 162,-12 12-167,-2 8-1,-12 1-22,-1 19 23,-6 2-29,3 4 12,1 5-62,8 0 11,1 7 0,7 2-5,1 8-1,2 7-3425,12 19 3437,-2-10-76,3-6 1,2 1 19,13 15 19,-9-16 1,3 2 24,0 0 1,1 1-12,4 6 1,-2 1-29,-5-5 1,-3 0-154,-1-1 1,-4 0-665,-7 1 0,-5 1 851,-10 0 0,-1-1 0,3 12 0,-12-2 0</inkml:trace>
  <inkml:trace contextRef="#ctx0" brushRef="#br1" timeOffset="446540">26157 15044 14656,'-6'4'4414,"2"0"-3524,4-4 2516,0 0-2975,-13 5 17,11-9-179,-9 3 16,13-12 1,2-2-152,-3 1 69,1-8 21,-2-10-135,1 1-38,1-6-18,3 14-16,2 9 11,6 3-34,9 7 6,4 1-28,10 7-22,-2 5 22,-8 2 22,5 8 6,-8 8 0,-4-3 23,-5 28-18,-18-15 1,-5 16 0,-4-20 50,-14 8-28,7-18 56,-10 4 56,7-15 0,3-7-79,8-4 96,3-4-101,8-2-17,5-4-16,10-2-51,9-1 5,-1 3-10,10 2 61,7 7-28,5 6-17,6 10 17,-13 11-11,-13-2-23,-14 26 17,-19-14-33,-11 20-57,-14-14-217,-5-5-579,-1-10 114,9-11-2482,-1-12 3271,14-25 0,3 13 0,7-13 0</inkml:trace>
  <inkml:trace contextRef="#ctx0" brushRef="#br1" timeOffset="446864">26844 14812 24973,'-11'37'347,"-1"0"1,0-2-1,-3-3-168,-16 4-55,-9 5-575,-2 4 507,2-1-11,11-5 147,14-8-164,14-10 127,18-7-104,18-8-23,20-8-187,-20-1 1,2-2 166,4-1 1,1-1-37,0-1 0,-1 0-404,-2 1 1,-1-1 431,-3 0 0,-3 1 0,3-1 0,-11 2 0</inkml:trace>
  <inkml:trace contextRef="#ctx0" brushRef="#br1" timeOffset="452164">27730 14635 21668,'3'-26'768,"-6"10"-566,-17 23-6,-12 6-39,-15 4 16,-11 2-458,25-9 0,-1 1 341,0-1 0,0 0 11,2-2 1,1-1 256,-21 3-162,15-6-16,12-7 16,13-2-33,6-3-67,4 0 519,3 2-564,2 2-6,1 1 23,0 2-28,2 6 5,1 5 11,0 8-5,0 8 5,0 4-16,-2 5 11,-1 1-6,-2 0 17,-2-1 28,-2-1-17,-3-2 17,-4-2-17,-2-6 6,0-3 73,2-7 61,3-6-17,3-7-71,2-9-63,5-7-23,5-8 1,7-2-17,4 2 22,2 4-6,1 7 12,0 4-28,-1 7-6,1 7 45,1 7-28,0 8-17,0 6 23,-2 4-12,-5 3-16,-6 3-12,-7 1-17,-13 1-100,-8-1-196,-9-2-583,-6-5-1271,-4-5 2201,-1-10 0,16-7 0,3-6 0</inkml:trace>
  <inkml:trace contextRef="#ctx0" brushRef="#br1" timeOffset="452447">27717 14557 16796,'2'-3'5724,"0"2"-4352,-2 1-969,62-45-117,-36 29-174,10-9 0,-1 2 73,-21 18-79,-6 2-55,-4 3-40,-2 0-566,-1 0-2889,-1 4 3444,1-1 0,-1 1 0,0-2 0</inkml:trace>
  <inkml:trace contextRef="#ctx0" brushRef="#br1" timeOffset="453023">28539 14879 19792,'-3'-58'1555,"-1"-1"0,1 14 1,0 5-1159,-1 3-318,1 28-29,0 11 6,0 14 11,-2 15-11,-2 16-25,3-12 0,1 1-20,-1 14 3,2-14 0,3-1 14,7 4-11,7 5 28,22-14-28,3-18 17,4-10 27,6-23 12,-4-12-34,-8 2 1,2-4-18,-5 2 0,0-1-183,-1 1 1,-1-2 188,8-8 0,-3 2-620,2-2 594,-5 6 1,1 3-8,3 2-99,12-1-115,-15 17-493,-2 10-156,-17 10-3062,-5 12 3930,-8 2 0,-1-3 0,-3-4 0</inkml:trace>
  <inkml:trace contextRef="#ctx0" brushRef="#br1" timeOffset="456774">17247 17729 14449,'-16'-7'1529,"3"2"-958,12 4-78,-1-2 129,0-2 94,-2-5-183,-1-1-191,-1-2-62,1-1-151,2 3 190,0-7-151,2 4-45,5-9 0,2 0 6,7-1-79,-1 4 146,12-10-78,-3 7-6,12-12-17,-2 3-22,0-1-6,0 2-33,-2 6-23,-4 8 11,-4 8 23,-1 8 17,1 9-1,3 5-22,3 6-5,5 1-17,2 2 0,2 1-17,-1 4-12,-2 2 24,-3 3 38,-6 1 17,-6 2 12,-8-1 49,-5-3 12,-7-3-16,-5-6 44,-5-3-5,-2-6-34,0-4-6,0-5-17,1-3-22,-1 0-39,5-2 11,-7-3 34,3-3-46,-5-3-4,3-2-12,5 3 67,-4-8-17,7 8-16,-1-3-51,5 7-45,2 3 1,1 1 33,3 1 5,3 3-16,4 2-6,4 4 29,3 0 4,2 2-4,1-1-7,3-2 18,1 0-29,3-5 12,2-1 38,0-6 29,-2-3 56,-4-5 56,-3-5-6,-3-5-33,-1-8 16,0-3-16,-1-1-51,-1 6-45,-3 8-39,-5 11-11,-2 5 0,0 6-140,-1 7-1075,2 8-4756,0 9 5971,1 0 0,-3-8 0,0-9 0</inkml:trace>
  <inkml:trace contextRef="#ctx0" brushRef="#br1" timeOffset="460207">22172 16470 19098,'-8'-4'1299,"-1"3"-985,-3 12-202,2-3 61,-3 1 12,-4 2-123,-5 2 10,-9 4 7,-3 2-51,3-5 33,-10 7 29,-3-6 72,2 0 40,1-5 0,20-7-50,10-6-80,6-1 1,3-1-6,2 1 118,0 2-134,0 9 61,-2 7-62,-1 7 6,-1 9-39,1 1 11,1 6 22,2 7-50,0 5 0,0 5 6,2 0-1,3-3-10,4-6-34,4-9-6,6-11 0,7-10-28,10-10-33,9-13-68,9-7-156,2-8-606,-2 0-3469,-5 0 4405,-14 7 0,-15 7 0,-10 4 0</inkml:trace>
  <inkml:trace contextRef="#ctx0" brushRef="#br1" timeOffset="461290">22732 16587 22088,'-9'-33'499,"-1"0"0,-2-26-303,18 31-62,7-1-16,6 1-40,5 2-61,3 5-17,4 6 17,-1 7-17,1 10-11,-3 10-1,-2 10 1,-7 10-6,-7 7 17,-6 6 12,-7 1 4,-5-5 1,-4-5 17,-3-8 27,-2-5 57,1-8 72,1-8-27,2-8-51,3-5-28,3-7-11,2-2-17,6-3-28,5 2-23,6 1-10,8 4-18,5 4 29,5 4 16,6 7-16,2 4-12,1 7-11,-5 6 6,-8 5-11,-11 7-17,-16 6-40,-16 7-150,-14 5-233,10-25 1,-2 0-804,-23 19-1945,6-11-6621,9-16 8945,14-11 0,9-7 0,4 0 0</inkml:trace>
  <inkml:trace contextRef="#ctx0" brushRef="#br1" timeOffset="461530">23527 16459 17417,'0'3'4212,"0"0"-6768,-1 26 1,-1 7 2628,1-12 679,-1 18 0,1 0-763,-1-13 472,1 6-2202,0-5-8090,2-4 8674,0-13 1,1-4 0,-2-8-1</inkml:trace>
  <inkml:trace contextRef="#ctx0" brushRef="#br1" timeOffset="461981">23777 16236 24340,'-23'-12'493,"-2"28"-443,16 21-19,0-4 0,1 1-9,-3 15-22,1 9 0,7-8 0,11-15 40,12-14-29,-2-11 22,11-12-5,-5-12 6,8-12-17,-7-1 61,-2-4 1,-1-1-18,-1 2 26,-1-2 0,0 2 137,-3 5 84,2-2-224,-8 13-22,-3 6-23,-6 9 28,-1 6-5,-1 8-6,0 22-28,-2 4-11,-2 16-51,-1-4-33,1-10-689,-1 10-3031,4-9 2939,-1 2 0,2-24 0,0-14 0</inkml:trace>
  <inkml:trace contextRef="#ctx0" brushRef="#br1" timeOffset="462180">24394 16442 24788,'-16'44'-1871,"-1"-1"1,2-3-1,4-4 1871,10-5 0,2-13 0,0-8 0</inkml:trace>
  <inkml:trace contextRef="#ctx0" brushRef="#br1" timeOffset="462790">24910 16105 18084,'0'-5'4834,"0"1"-2958,0 4-1747,-26-42-34,9 36-17,-22-27-5,13 48-11,-3 3-29,-3 0 1,7-3 67,-10 1-28,16-7 45,-5 1-23,13-5-50,5-3-34,4 0 6,0 2 39,2 0-34,0 3 6,3 3 22,0 4-10,2 3 32,1 4-32,-1 3-24,0 1 24,-2 3-24,1 1 7,-2-1-6,0-6 16,-2 3-10,1-13 21,-1 2 80,0-11 10,1-5-67,2-6-5,2-7-1,5-6-5,3-1 17,3 2-28,4 5 11,0 4-34,2 4-27,1 4 22,3 7-34,0 6 22,1 6 18,-1 5-29,-4 2-27,-6 2-12,-7 3-179,-7 3-1272,-12 1-7762,-7-2 9258,-4-6 0,7-10 0,5-8 0</inkml:trace>
  <inkml:trace contextRef="#ctx0" brushRef="#br1" timeOffset="463014">25245 16277 24816,'-7'55'84,"0"-1"0,0-3 0,-2-5-717,-13 3-5220,2 0 5853,2-9 0,8-15 0,5-13 0</inkml:trace>
  <inkml:trace contextRef="#ctx0" brushRef="#br1" timeOffset="463873">25741 15957 16868,'1'-3'5091,"0"1"-3264,-1 2-1530,13-26 67,-9 19-73,6-19-84,-18 30-73,-9 3-10,-9 5-7,-5 0-21,-4 2-6,3-4-34,7 0-17,8-5-17,9-2-33,5-2 11,2 0 11,1 1 6,3 1 22,0 3 28,4 3-5,0 3-17,3 5 16,-2 5-33,-1 4-5,-2 3 27,-1 1-5,-2-1 5,-2-3 6,0-4 23,-1-4-18,-1-5 12,0-5 101,1-4 246,1-2-353,1-12 0,3 2-33,2-8-6,4 3-11,3 0-12,5-1 1,4 0-29,5 1 18,5 2 5,8 5 11,3 5 17,1 9-34,-7 9 6,-9 11-16,-12 7-40,-12 4 44,-16 4 12,-13 5-36,6-22 0,-2 0-315,-2 2 0,-2-1-327,0 0 0,-1-2-3970,-20 18 4648,12-16 0,16-13 0,10-10 0</inkml:trace>
  <inkml:trace contextRef="#ctx0" brushRef="#br1" timeOffset="464090">26197 16187 23907,'-9'57'172,"-1"1"0,1-5 0,2-5-520,3 0-9483,2-1 9199,3-19 1,1-7 0,-1-18 0</inkml:trace>
  <inkml:trace contextRef="#ctx0" brushRef="#br1" timeOffset="464357">26524 15936 21450,'0'-8'3641,"0"2"-3109,0 6 174,0 0-633,0 13 33,2 10-44,0 21-34,2 12-59,1-17 0,1 1-536,0-5 1,1-1-8,1 0-1,0 0 575,3 0 0,-1-4 0,-3-7 0,5 9 0</inkml:trace>
  <inkml:trace contextRef="#ctx0" brushRef="#br1" timeOffset="464797">26938 15903 17652,'-1'-3'5350,"0"1"-4174,1 2-975,66-48-89,-30 32-81,3-10 0,2 3 255,5 18-197,-24 4 79,14 1 101,-21 7-16,-3 2 10,-6 8-34,-12 2-77,-2 3-91,-2-4 34,-1 6-27,5-3-40,1 16-45,5-1 50,6 11-27,1-13-6,10 11-6,7 1 12,0 1 0,0 5 22,-18-13-17,-12-9-11,-23 11-350,1-17 0,-4-1-3233,-3 2 1,-2-1 2903,-6 1 1,3-3 0,-5 0 0,20-11-1</inkml:trace>
  <inkml:trace contextRef="#ctx0" brushRef="#br1" timeOffset="467623">23508 17727 9582,'-1'-9'7684,"-1"1"-6788,2 8 516,0 0 156,3-76-823,1 49-504,-2-16 0,2 5-23,0 29-44,-1 7-68,0 5 74,1 11-7,3 18-134,-1 9-11,-1 16-414,-3 0 324,-4-10-64,-4-12 0,-3 1-271,-9 13 46,4-15 1,-2 0-1201,-13 13-2594,0-12-274,8-15 4419,4-9 0,11-9 0,0-1 0</inkml:trace>
  <inkml:trace contextRef="#ctx0" brushRef="#br1" timeOffset="468013">23612 17301 19983,'-16'34'126,"1"-1"0,-9 19 8,37-29 51,4-15 89,14-1 6,2-16 23,4-10 111,-2-11 96,-5-5 6,-9-5-52,-9-1-72,-9 2-78,-10 6-124,-6 10-83,-8 9-23,-3 7-39,-1 5-23,4 4-44,6 2-68,6 4-246,4 4-90,3 0-4082,9 12 4508,7-4 0,-4-1 0,2-7 0</inkml:trace>
  <inkml:trace contextRef="#ctx0" brushRef="#br1" timeOffset="468256">24010 17357 21069,'28'-33'-204,"0"0"1,0 2 0,1 5-732,22 1-1810,-5 8 2745,-9 7 0,-19 7 0,-6 3 0</inkml:trace>
  <inkml:trace contextRef="#ctx0" brushRef="#br1" timeOffset="468440">24106 17618 21959,'39'-35'-388,"0"-1"0,-1 3 0,-2 4-2463,11 3 2851,5 0 0,-24 13 0,-4 2 0</inkml:trace>
  <inkml:trace contextRef="#ctx0" brushRef="#br1" timeOffset="469114">24821 17280 12090,'0'-5'8363,"0"1"-7719,0-27 0,1-7 454,-3 3-625,2-9 1,-1 1 215,-3 12-197,1 10-200,1 9-220,0 7-66,2 6 5,-1 9 6,1 11 45,-3 14-23,-1 13-16,-2 11-15,2-27 1,0 0-7,1 0 1,1 0-25,-2 25-6,4-11 22,3-12 12,1-11 72,0-10 68,-1-8-62,-2-12-45,-1-9 11,1-13-16,-1-12-23,0-13 12,-1-8-184,-1-1 273,-1 10 11,1 16-11,0 17-56,0 11-73,1 6 28,1 19-22,0 5 222,0 20-194,0 8-6,0 7-395,0 3-288,2 0-2224,4-6 2071,6-4 1,-4-22-1,1-7 1</inkml:trace>
  <inkml:trace contextRef="#ctx0" brushRef="#br1" timeOffset="500597">23729 16097 11486,'7'1'3870,"-1"0"-3276,-6-1 1316,0 0-1317,3 13 24,-1-8 262,4 12-291,-3-10-353,0 0 124,-3 3-102,0 0-16,0 6-118,0-4 40,0 1-85,0-7 85,1-2 78,1-2 112,1-1 268,2 0-285,-1-4-190,1 0 123,-2-6-68,0-2-44,0-5 34,-1-10-113,0 0-44,0 0 33,4 0 17,2 5 50,10-11-83,-6 10 61,14-10-96,-7 14 7,3-3 5,5 1 17,-2 2-17,24-12-5,-1 5-225,-17 10 0,-1 1 213,12-2-17,4 1 12,-14 10-12,5 4 23,-12 5 28,-3 7-45,-11-1 449,4 5-438,-1-3 0,5 3-17,8 1 12,-2-2 0,0-2-12,1 1-5,-7 0 33,4 7 34,-5 12-5,-9-1-7,-3 8-27,-9-15 28,-3 3-28,-6-4 11,-1-3 5,-3-2 1,0-11-6,4-4 11,-9-3-22,0-5 22,-14-4-39,11 0 6,-15-5-6,23 10 5,-10-3 23,11 6-22,0 0 5,5 1-28,4 0 17,5 0 0,0 1-22,1 3 16,4 1-10,3 3 32,5-1 1,7 0-22,-4-1 44,17-2-17,-5-6 1,17-7 5,-3-9 5,2-9 6,1-9-5,-1-6 0,-10 8 27,-10 9 1,-1 2 27,4-3 18,6-7-62,-19 20-17,-7 7-34,-4 5-884,-1 0-4090,-6 7 4980,2-4 0,-3 4 0,4-5 0</inkml:trace>
  <inkml:trace contextRef="#ctx0" brushRef="#br1" timeOffset="543364">26152 15177 14639,'-3'0'5596,"1"0"-2213,2 0-2806,-27-14-113,20 7 124,-19-11-285,26 11-67,0-3-57,2-3-95,1-1 73,12-16-96,3 5-10,14-11-18,5 9-33,4 5-33,1 8 10,-3 6 18,-11 8-18,3 17 34,-18 8 17,1 21-16,-15-7-1,-16 20 5,-2-22 1,-4 2-469,-1 1 1,-3 2 451,-7 9 0,-1-2-3,6-8 0,0-3 9,8-9 0,0-1-148,1 2 0,3-2 154,5-2 38,4 2 12,20-21 16,13-12-11,13-6-33,-2-3-6,-5 0 0,1 0-23,18-10 146,-12 7 0,2-2-179,-5 4 0,0 0-87,2-1 0,-1 2-215,21-8-1031,-23 9 1,-2 0-4482,-1 1 5063,4-2 1,-27 9-1,-6 4 1</inkml:trace>
  <inkml:trace contextRef="#ctx0" brushRef="#br1" timeOffset="543790">26087 15162 15984,'-2'-3'6059,"0"1"-4249,2 2-1300,6-74-158,8 42-206,-5-14 0,4 2 27,17 18-78,2 5-44,1 7-68,1 6-11,-1 9 17,0 9 5,1 13 6,-4 13 6,-9 15-1,-13 9-345,-13-25 1,-4 1 345,-5 1 0,-4 1 8,-5 0 0,-3-2 0,-2-1 0,-2-1 25,0-4 1,0-2 2,2-3 0,1-3 14,-14 11-17,17-12 50,15-12 35,18-7-68,15-9-45,23-8-23,-14 3 1,4 0-386,9-4 1,3 1-974,9-4 1,2 2 943,-3 0 0,-4 1 0,-14 5 1,-5 2-1,8-2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02:23.757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1775 2210 18044,'-11'-56'1652,"0"0"1,1 5 0,3 6-1026,3-3-369,4 17-180,3 16 28,4 19 40,5 17-6,2 19-45,2 18-364,-9-22 0,-1 2 297,0 5 0,-2 2-11,0 3 0,-2 1-6,-1 3 0,-1-1-3,-2 0 1,-2-1-4,0-4 1,-2-2 8,-1-6 0,0-3 9,-4 16 201,1-22 112,5-16-123,1-18-17,0-13-45,0-14-55,-1-11-40,2-10-40,1-3 24,6 2-18,3 10 583,5 15-605,5 13 0,4 10 17,15 17-23,-8-1-11,20 19 23,-8-3-251,9 11 222,-7 3 23,-14 1-11,-17 1 11,-21 0-17,-18-2-56,-17-3-444,-7-6-178,-2-9-812,4-11-7085,6-12 8592,12-8 0,14 2 0,11 0 0</inkml:trace>
  <inkml:trace contextRef="#ctx0" brushRef="#br0" timeOffset="184">2525 2684 25640,'0'0'0</inkml:trace>
  <inkml:trace contextRef="#ctx0" brushRef="#br0" timeOffset="4784">3940 2385 23276,'9'-57'1028,"0"1"1,1-3 0,-1 9-536,-3 26-252,1-3-157,-6 21 11,-1 16-44,0 3 10,0 25-64,-2-5 1,0 4-49,-1 3 1,-1 3-862,-1 14 0,0 1-225,1-2 0,0 0 1137,3 7 0,1-4 0,0-23 0,0-3 0,3 26 0</inkml:trace>
  <inkml:trace contextRef="#ctx0" brushRef="#br0" timeOffset="5158">4668 2169 22162,'0'-4'3551,"0"1"-2538,0 3-996,-16-14 17,6 27-1,-12-3-27,14 32 5,5 0-11,11-1-11,13-7-6,17-5-28,13-4 28,-22-12 1,1-1 13,-1 0 0,0 1 3,23 15 0,-16 2-5,-16 4 10,-20 1 1,-19 1 5,-19 1-6,11-19 1,-1-1-246,-5-1 0,-1-2 189,-1-2 1,-1-1-129,2-3 0,1-1-1250,-22-1-8402,19-11 9211,17-1 0,12-2 0,6 5 0</inkml:trace>
  <inkml:trace contextRef="#ctx0" brushRef="#br0" timeOffset="5409">5434 2336 23450,'-5'0'3092,"2"0"-2297,3 0-907,16-52-163,15 32-41,-6-11 0,4 2-658,5 21 1,2 5-349,2-1 1,1 2-3199,0 2 0,0 1 4136,-6 2 0,-3 0 0,8 1 0,-19 1 0</inkml:trace>
  <inkml:trace contextRef="#ctx0" brushRef="#br0" timeOffset="5575">5597 2510 26928,'-5'6'-588,"19"-7"16,16-9 1,6-4-616,4 0 0,1 0-3729,3-1 1,1 0 4814,-5 2 1,-2 1-1,10-4 1,-22 8-1</inkml:trace>
  <inkml:trace contextRef="#ctx0" brushRef="#br0" timeOffset="5892">6410 2149 27443,'-49'30'61,"1"0"1,4-2 0,11 2-68,24 18-16,17-4 0,16-6-1,16-8-10,11-9 16,2-10 28,-4-13 17,-7-12 39,-9-12 0,-9-12 6,-11-11-17,-7-8-5,-12-2-1,-7 6-16,-11 9-12,-3 15-44,0 12-90,7 10-252,5 12-941,4 8 1305,2 13 0,5-10 0,1 1 0</inkml:trace>
  <inkml:trace contextRef="#ctx0" brushRef="#br0" timeOffset="6785">7483 2200 24043,'-6'53'259,"0"0"1,-2-3 0,-1-5-3,-13 5 18,-6-2 39,-6-5 0,-2-8 10,0-12 1,5-10-118,6-17-72,8-14-57,6-18-11,6-19-33,6 19 0,3-2-446,0-6 0,3-2 414,2-3 1,2 1 0,0-1 0,0 2 8,0 3 0,0 1 6,-2 5 0,-1 1-28,3-23 39,-6 13 33,-5 14 12,-4 12 5,-1 11-44,-2 5 790,1 6-824,0 10 11,-1 11-5,3 14-12,2 13 6,8 10 14,-1-25 0,3 2-25,2 5 0,2 0-469,3 5 1,0 1 439,1 3 1,1 2-549,0 1 0,0 1 467,-1-1 1,-1 0-157,-2-2 0,-1 1-471,-3-4 0,-2-1-2607,-2-2 0,-2-3 3355,-1-7 0,-1-4 0,-1 7 0,0-21 0</inkml:trace>
  <inkml:trace contextRef="#ctx0" brushRef="#br0" timeOffset="7291">7921 2532 20201,'3'0'3966,"-1"-1"-2459,-2 1-1317,-2 53-56,-13-24-92,7 7 0,-4 0 222,-21-2 49,7-14-156,7-6 78,10-21-72,6-9-46,3-17-78,9-16-14,3 7 1,3-2-21,-4 13 1,1-1-505,9-21 0,1-1 516,-6 15 0,-1 1 2,3-8 1,0-3 27,-3-2 1,-1 2-23,-5 17 1,-3 1 21,-2-10 0,-4 4 37,-4 13 79,-11-14-46,1 26-33,-2 1-50,3 7 983,5 8-1017,3 3 149,2 16-149,2 7 11,8 17 1,10 10-7,2-15 1,3-1-143,-6-12 0,2 1 126,10 14 0,1 1-264,-9-16 1,0 0 184,3 7 1,-3 3-264,-4 4 0,-6 2-269,-6-7 1,-5 0-138,-2-2 0,-4-1 759,-11 2 0,-1-5 0,5-8 0,-9 9 0</inkml:trace>
  <inkml:trace contextRef="#ctx0" brushRef="#br0" timeOffset="7984">9001 2214 24939,'-14'-50'411,"1"1"0,0 7 0,6 6-215,14 6-73,6 8-33,19-10-79,3 9-17,16 3 12,-13 13-9,-6 8 0,0 5-25,11 13 6,-13-4 0,-2 3-29,5 27 12,-17 7 11,-21 9 25,-5-27 0,-4-2 6,-4 2 0,-4-1-113,0-3 1,-1-2 176,-19 16 51,7-16 78,10-15-79,8-9 208,5-16-185,8-2-78,0-6 100,12-5-106,4 10-45,5-3 276,19 6-276,1 8-6,22 0-425,2 13 417,-29-1 1,-1 1 2,18 11-56,-3 12 16,-27-1-10,-14 21-17,-22-6 5,-1-20 1,-3-1-275,-29 9-460,-3-8-1595,1-12 1851,4-10 1,22-4-1,8-3 1</inkml:trace>
  <inkml:trace contextRef="#ctx0" brushRef="#br0" timeOffset="8275">10155 1993 27247,'-28'33'114,"0"-1"1,-1 1 0,-12 12 0,3-4-47,-7 3-18,6-5-39,14-1-44,14-6-7,22-2 29,21-4 0,26-5-604,-19-12 1,3-1 432,6-1 0,0-1-79,-8-2 1,1 0 260,17 0 0,-6 1 0,-13-2 0,17 1 0</inkml:trace>
  <inkml:trace contextRef="#ctx0" brushRef="#br0" timeOffset="14917">10789 1968 26481,'9'-45'606,"0"0"0,0 5 0,0 5-172,5 8 914,2 8-906,-3 8 255,0 11-755,-6 9-212,2 19 47,-3 17 125,-3-12 0,-2 5-192,-3 14 0,-3 2 63,2-8 1,0-1-108,-2-2 1,0-2-406,3 16 283,7-27 438,5-3-21,14-18-102,3-19-39,2-7 168,4-20 108,-5-1 21,6-11 107,0-4-84,-12 16-88,-3 8-52,-14 21 854,-2 10-854,-1 21 0,-1 11 0,2 25-354,-2-25 1,0 0 257,1 25-184,2-20 0,2 1-532,2-6 0,3 0-4104,11 13 1,2-2 3342,6 10 1,5-11 0,-28-37 0</inkml:trace>
  <inkml:trace contextRef="#ctx0" brushRef="#br0" timeOffset="15283">11913 1939 24066,'-2'-4'2784,"1"1"-2152,1 3-508,-23 65-85,16-26-31,-6 1 1,3 0 19,19 2 56,25-15-12,18-8-672,-11-16 1,4-7 635,7-7 1,-1-4-20,-5 0 0,1-3 7,-5 1 0,4-2 1,0-1 4,5-3 1,0-1 0,2-1-548,0 1 1,0-1 0,2-1 526,-9 5 1,1-1 0,-1 1 0,-2 1-1,3-1 0,-3 2 1,0 1-196,15-4 0,-2 2 166,-8 5 1,-3 4-99,-7 4 1,-3 4-936,18 14 1053,-15 22 0,-20-12 0,-8 6 0</inkml:trace>
  <inkml:trace contextRef="#ctx0" brushRef="#br0" timeOffset="20135">3384 3968 25370,'1'-4'463,"-5"5"-375,-20 23 447,3-5-123,-27 23-803,3-7 466,15-12 0,-2 0-19,0-1 1,-2-1 79,-3 1 1,1-2 102,-10 4 311,-3-5-284,32-17-236,0-5-245,8-3-289,4-3 33,2 0 554,2 3-349,1 3 16,0 2-3,0 6 194,0 7 213,-2 13 327,-1 11-27,-3 14-50,2 12-308,2-16 0,1-1-19,1-12 0,2 0-68,2 23 0,3-2-344,1-9 325,2-4 0,2 0-145,8 3-117,0-16 0,3-1-434,9 5-152,5-16 0,2-5-1282,3-7 1505,-3-3 0,-3-2 0,-11-1 0,1-2 1</inkml:trace>
  <inkml:trace contextRef="#ctx0" brushRef="#br0" timeOffset="32284">4165 4411 24167,'-30'-42'125,"-1"0"0,4 4 0,12 6-92,28 14 7,12 5-24,7 3 7,8 3-23,7 3-11,4 2-12,2 7-16,-7 5 5,-8 8 23,-15 7 6,-14 7 5,-17 5 11,-11 4 11,-12 1 23,-2-5-6,7-10 185,-3-4 23,14-15 50,-3-2-39,10-11-79,2-1-101,4-2-67,1 4-11,5 2 0,6 2 0,10 0 0,11 5-11,9 5 22,7 5-27,1 6-18,-5 2 12,-13 2 22,-15 2 11,-24 2-11,-17 2-28,-17 1-56,-7-2-112,-1-6-169,7-6-951,10-8-5383,15-11 6699,9-7 0,8 1 0,2 0 0</inkml:trace>
  <inkml:trace contextRef="#ctx0" brushRef="#br0" timeOffset="32491">4904 4625 24435,'-13'53'-208,"0"0"0,1 0 0,4-9 0,7-18 0,1-3 0</inkml:trace>
  <inkml:trace contextRef="#ctx0" brushRef="#br0" timeOffset="32908">5302 4252 21646,'0'-5'3843,"0"1"-3048,0 4-773,-6 1 1,5 29-1,-4 12-17,5-6 1,1 2-176,1 1 1,1-1 169,0-2 0,1-3 0,9 23 12,3-19 60,1-18 46,1-14-12,3-18-27,5-14-6,8-14 22,3-9 11,0 1 1,-4 6 304,-7 13-360,-5 14-23,-5 10-17,-4 14 11,0 11 1,-4 17-12,-2 14-5,-3 10-289,-4-26 1,-1 2-38,0 0 1,0 1-860,-1 1 0,1 1 1179,1-1 0,1-2 0,0 5 0,2-10 0</inkml:trace>
  <inkml:trace contextRef="#ctx0" brushRef="#br0" timeOffset="33085">6122 4602 22828,'4'-6'2885,"-2"2"-2471,-2 4-246,0 0-196,-5 38-773,-1-11 801,0 6 0,0-2 0,1-7 0,0-2 0</inkml:trace>
  <inkml:trace contextRef="#ctx0" brushRef="#br0" timeOffset="33534">6576 4313 26514,'12'-41'224,"-1"-1"0,0 1 0,-3 17-157,-8 27-28,1 11-33,-2 16 38,-4 19-30,-1-8 0,0 2 3,-4 18-404,4-16 0,2 0 376,6 6 27,11 5 1,21-10 0,-8-23 45,17-7-57,-24-16 130,21-20-23,-10-6-70,-9 3 0,1-1 42,15-25-51,-19 22 1,0 1 72,13-23 45,-5 9-5,-9 15-84,-9 14-85,-5 8 51,-3 18 763,0-2-779,-1 25-7,-4 1-92,0-5 1,-2 3-332,1-2 1,-1 2-1549,-2 9 1,1 0 1965,2-9 0,1-2 0,-2 12 0,4-20 0</inkml:trace>
  <inkml:trace contextRef="#ctx0" brushRef="#br0" timeOffset="33718">7449 4697 26743,'-6'39'-779,"0"-1"1,-3 22-1,-3-28 1,6-19 0</inkml:trace>
  <inkml:trace contextRef="#ctx0" brushRef="#br0" timeOffset="34308">8358 4185 26945,'-59'-17'16,"20"11"1,2 5-5,7 10 4,-27 6 12,22-5-28,4 0 17,8-3-11,15-3-1,4-1 1,-1 4 5,2-2 6,-3 12-11,2-8-1,-2 20-5,4-15 11,-1 20 1,2-7-7,-2 19 1,0-6 16,-3 6 12,-2-15-12,0-8 85,-2-4 105,6-11 147,-1-1-40,5-7-151,0-6-118,0-1 29,5-16-51,4 2-6,9-10 1,7 5-7,3 4-10,-3 6-6,14 5 6,-10 9-6,15 8 5,-7 7-5,2 11-17,-5 3 6,-10-5-11,-13 18-57,-20-8-301,-17 20-225,5-27 0,-4-3-3041,-6 3 1,-1-3 3645,1-2 0,2-3 0,-11 5 0,18-12 0</inkml:trace>
  <inkml:trace contextRef="#ctx0" brushRef="#br0" timeOffset="34535">8889 4645 26586,'-29'38'-2659,"0"1"1,1-2-1,2-4 2659,-4-2 0,11-11 0,10-10 0</inkml:trace>
  <inkml:trace contextRef="#ctx0" brushRef="#br0" timeOffset="34808">9314 4140 24267,'-1'-6'2611,"0"2"-1788,1 4-812,10-6 23,-4 31-23,5 10-14,-10 0 0,-3 6-309,-2 4 1,-2 2 117,-1 4 1,-2 1-823,1 0 0,0 0-667,1-3 0,2-2 1683,4-3 0,0-4 0,2 4 0,2-12 0</inkml:trace>
  <inkml:trace contextRef="#ctx0" brushRef="#br0" timeOffset="35208">9862 4005 26267,'41'-27'24,"0"1"1,-1 1-1,-3 7-7,11 21 0,-6 3-6,-9 3 11,-7 1-16,-8 3-17,-5-1 22,-5 3-6,-2 1 29,-1 5 33,2 5-28,1 6 12,5 8 22,4 9 11,7 10-59,-9-27 0,0 2-236,1 1 0,-1 0 236,-3 0 0,-2 0 3,-5-1 0,-7-2-64,-8 0 0,-9-2-398,-9 0 0,-8-3 434,-20 4 0,0-5 0,22-10 0,3-1 0,-5-2 0,1 0 0</inkml:trace>
  <inkml:trace contextRef="#ctx0" brushRef="#br0" timeOffset="37818">3903 6550 19003,'0'-6'3948,"0"2"-2206,0 4-1378,-24-61-308,17 46-90,-19-43 40,24 72 16,-2 14-16,1 4 5,-3 25-22,-1-19 0,-2 2-26,-1 3 1,-1 1-543,-6 10 0,-1-1 338,0-9 0,-2-2-316,0-2 0,-1-3-440,-10 15-3475,1-14 4472,15-26 0,3-3 0,7-8 0</inkml:trace>
  <inkml:trace contextRef="#ctx0" brushRef="#br0" timeOffset="38175">3803 5974 21982,'-25'31'151,"-1"0"1,3-3-1,6 0-89,12 9-40,6-11 163,13 3 123,5-18 67,12 0-72,3-21-35,5-11 52,0-11 60,-5-6-27,-8 0-17,-12 1-50,-14 5-112,-11 7-101,-10 7-40,-5 8 1,0 6-68,2 7-61,8 7-162,6 7-119,6 0-1903,8 12 2279,11 2 0,-8-10 0,8 0 0</inkml:trace>
  <inkml:trace contextRef="#ctx0" brushRef="#br0" timeOffset="38402">4432 6309 24699,'22'-45'-308,"0"0"0,2 4 0,4 8-364,7 20 0,3 7-2649,-2 0 1,-2 2 3320,19 4 0,-23 0 0,-16 4 0</inkml:trace>
  <inkml:trace contextRef="#ctx0" brushRef="#br0" timeOffset="38567">4476 6606 25315,'34'-39'-669,"1"1"1,1 1 0,3 4 668,8 9 0,-2 5 0,6-4 0,-3 4 0</inkml:trace>
  <inkml:trace contextRef="#ctx0" brushRef="#br0" timeOffset="40308">5476 5854 16902,'-4'-2'4492,"1"1"-4100,-26 1 1,-6 4-136,9 6-67,-15 1 1,-1 7-34,24 9 0,4 4-79,-12 19 3,11-2 0,3 1-2,5 11-303,6-18 1,3-1 245,6 6-28,19-5 112,6-22 20,-1-12 0,3-3-34,-3-8 1,1-4-213,7-5 1,-2-4 259,12-17 25,-26 8 0,-3-3 132,-7-4 1,-3-1-128,-1-2 1,-3-1-45,-5-6 0,-5 0-1549,-6 8 0,-3 2 1502,-13-16 30,4 23 1,-4 3-48,-23-5-54,10 13 1,-2 3-60,6 3 1,-1 4-214,-4 3 1,2 3-459,-7 6-5057,-5 18 5779,21-2 0,4-4 0,12-6 0</inkml:trace>
  <inkml:trace contextRef="#ctx0" brushRef="#br0" timeOffset="41068">1440 8369 22610,'-46'-13'220,"0"0"0,3 5 1,6 10-37,4 46-698,17-17 1,1 1 530,1 4 0,3 1-9,1 2 1,4 0-4,4-1 1,5-1 9,4-3 1,4-2-30,5-3 0,4-4-39,4-4 0,4-4-169,3-3 1,2-5-838,4-1 1,1-5 809,8-4 1,-2-1-1,6 0 1,-3-5 0</inkml:trace>
  <inkml:trace contextRef="#ctx0" brushRef="#br0" timeOffset="41241">2196 8501 26351,'-35'-3'-196,"0"0"0,-21-8 0,54 24 0</inkml:trace>
  <inkml:trace contextRef="#ctx0" brushRef="#br0" timeOffset="50383">3798 8614 8713,'0'-9'4100,"-2"-24"0,-2-7-1853,-3-2-1220,-1-11 1,-1-1-126,-7 4-538,-1 6 258,-1 16-174,5 15-236,-4 3-156,2 12-16,-3 17 27,-6 39-45,5-10-345,6-3 1,2 1 327,5-13 1,3-1-6,-2 6 0,3 2 0,8-1 0,3-2-11,15 14 5,7-11 29,10-25 38,-5-17 51,7-13 107,1-26-18,-14-7-106,-8-4 73,-13-7-16,-17 8 245,2 19 1,-3-1-308,-8-4 0,-4 3-42,1 8 0,-1 2-14,-21-18 22,-2 23-34,12 14-22,-3 4-56,10 10-129,10 19-213,13 4-50,6 4-1445,18 5-2829,15-11 3874,9 0 0,-13-12 0,-11-11 0</inkml:trace>
  <inkml:trace contextRef="#ctx0" brushRef="#br0" timeOffset="50676">4288 8193 18621,'-2'-5'5109,"0"2"-4275,2 3-918,-38-39 51,33 34 49,-16-14-10,46 46-6,12 16 0,-10-8-28,-10-5 0,-2 0 17,-2 3 13,-4 3 1,-5-1 37,-12 5 27,-10 13-56,-2-23 6,-7 0 0,7-12-107,-4 2-352,10-8-1648,8-4-1119,10-6 3209,7-2 0,-4 0 0,0-1 0</inkml:trace>
  <inkml:trace contextRef="#ctx0" brushRef="#br0" timeOffset="50893">4763 8141 23556,'34'-36'-3277,"1"-1"0,6 1 0,-1 10 3123,7 18 0,-7 1 1,-20 6-1</inkml:trace>
  <inkml:trace contextRef="#ctx0" brushRef="#br0" timeOffset="51066">4904 8417 24861,'-4'-21'-2335,"21"-9"-124,15 6 0,8-2 1580,4-3 1,-2 3 0,6-5 0,-6 6 0</inkml:trace>
  <inkml:trace contextRef="#ctx0" brushRef="#br0" timeOffset="51366">5473 8032 16572,'3'-6'4099,"-2"1"-799,-1 5-2914,-63 40-218,35-9-146,-10-1 1,4 4-12,19 8 6,15-4-17,12-5 17,12-6 11,12-10 16,6-7 18,5-14 33,-2-11 51,-4-13 67,-10-8 101,-10-5 61,-11-1-17,-12 1-78,-11 6-78,-9 6-84,-9 7-85,-1 6-55,7 8-1121,-1 3 1143,17 6 0,-1-1 0,10 2 0</inkml:trace>
  <inkml:trace contextRef="#ctx0" brushRef="#br0" timeOffset="53176">6915 8114 15238,'0'-3'4078,"0"0"-2101,0 3-1921,-15-22 95,10 31 34,-16-9-6,9 41 0,-12 9-92,8-20 1,-3 0-703,-5 3 1,-3 0 762,-3 1 1,-2 0 75,-2-3 0,-2-2-72,3-5 1,-1-4 245,-19 4-185,16-26-107,17-24-27,12-28-414,8 15 1,2-2 356,2-9 1,1-2-1,3-4 0,0-2-2,2-1 0,1 2-4,0 2 1,0 2-6,0 7 1,-1 3 16,-2 8 0,-1 3 1376,3-10-1253,-7 19 134,-4 14-274,-5 9 6,-5 13 5,-6 12-11,0 17-16,1 13-4,10-24 1,3 1 308,2 0 0,5-1-311,12 27 17,15-7-1,17-10-343,-19-22 0,3-2 332,4-1 1,1 0-4,4 0 1,0 0-12,2 1 1,1 1-74,-1 0 1,-1 3-182,-3 2 0,-1 3-485,-5 2 0,-3 2-922,-5 3 1,-6 3 1680,-5 5 0,-4-1 0,0 4 0,-9-2 0</inkml:trace>
  <inkml:trace contextRef="#ctx0" brushRef="#br0" timeOffset="53683">7414 8448 17479,'7'-2'3360,"-2"1"-1584,-5 1-107,0 0-1501,-6 3 56,0-2 11,-6 2-39,2-7-56,-2-5-50,-1-10-22,0-14-12,2-16-31,7 18 0,1-3-355,1-5 1,1-1 343,2-3 0,1 0 11,0-1 0,0 0-191,2 3 1,-1 1 226,-1 4 1,0 1 67,0-23 5,-3 13-22,-2 13-17,0 12-39,-1 9 605,1 7-711,1 8 520,0 9-470,1 11-6,0 16-11,4 12 6,4 9 19,1-29 1,2-1-216,3 1 0,3-2 201,3-1 0,4-1-2,2-1 0,2 0-23,9 4 0,-1-2 14,-10-8 0,0-1-28,8 6 1,-2 1-264,3 11-533,0 12-1231,-16 8-1090,-18-26 0,-5 0 3162,-10 25 0,-1-19 0,5-18 0</inkml:trace>
  <inkml:trace contextRef="#ctx0" brushRef="#br0" timeOffset="53959">8216 7623 22319,'-2'-4'2604,"1"0"-2083,1 4-510,10 7-11,2 22 0,7 18-17,-10-10 1,-2 3-520,-1 5 1,-1 1 5,-2 3 1,0 1-1381,0-1 1,1 0 1909,0-1 0,1-4 0,1 5 0,2-14 0</inkml:trace>
  <inkml:trace contextRef="#ctx0" brushRef="#br0" timeOffset="54276">8637 7720 15513,'0'-6'5685,"0"1"-3108,0 5-2544,-39-30 12,11 39-28,-11-5 0,0 4-6,0 33 47,9-6 1,2 0-308,-5 11 417,0 6-204,14-6 86,14-16-22,9-6 28,14-8 28,8-5 28,30 1-112,5-3-360,-20-6 0,2-1 251,-1 0 0,-2-1-118,-6-1 0,0 0-1705,10-1 0,-1-1 1932,16-2 0,-10 0 0,-22 1 0</inkml:trace>
  <inkml:trace contextRef="#ctx0" brushRef="#br0" timeOffset="55117">8892 7674 25741,'-14'2'39,"4"10"-39,15 17 11,0-2-5,8 1 16,0-13 1,-2-7 10,6-5 68,8-16-39,2-7 16,4-15 23,-11-5-51,-9 8 73,-5-9-50,-8 10 6,-8-5-12,-4 13-17,-8 9 17,2 15-61,3 3 39,-2 13-12,10-4-16,-4 24-17,9-6-11,1 18-28,11-5 28,1-10-34,27 13 11,0-20 25,-8-8 1,1-4-1125,26-1 1149,-12-9-16,5-13-11,-13-14 17,-1-8-6,-7-12 28,-13 2 5,-6 9 57,-3-11 44,-3 21 1112,-2-3-1195,-4 16-35,-2 10-32,-2 7-1,1 7-11,3 6 22,5 3 12,9 0-23,8-4 6,11-6 11,-1-7-11,31-11 11,-12-10 0,-13 2 0,-1-3 16,14-18-632,-13-7 627,-13 8 118,-8-13 22,-9 18 79,-5-6 33,-4 17-72,-3 5-135,3 7 599,-2 7-605,-1 11 1,-4 15-51,-2 18 2,5-15 1,2 2-599,0 8 0,1 2 576,1-8 1,1 3-222,5 6 0,2 5 1,2-3-2194,5 8 1,3-1 2004,-2-7 0,0 2 0,1-5 0,0-7 0,1-5 0,3 5 0</inkml:trace>
  <inkml:trace contextRef="#ctx0" brushRef="#br0" timeOffset="56083">10366 7538 14241,'0'-4'6453,"0"0"-2499,0 4-3747,-1-42-117,-1 32-6,-5-25 11,-8 55-16,-14 19-37,9-11 0,-2 1-351,-4 5 1,0 0 361,-1 3 1,0-1-12,3-2 0,1-1-233,-9 21 230,16-14 23,20-13-12,16-9-33,19-10 0,17-9-389,-21-2 0,3-2 294,5-1 0,1 0-402,3-2 1,2 0-2095,3 0 1,-1 0 2335,-6 1 0,-3 0 0,13-2 0,-26 4 0</inkml:trace>
  <inkml:trace contextRef="#ctx0" brushRef="#br0" timeOffset="73983">9135 2166 15137,'-2'-6'5854,"0"1"-3586,2 5-1993,-12 7-6,7 0-12,-9 7 6,10-1 12,-2 0 22,-3-1 5,-3 0-44,-3 1-45,-3-2 11,0-1 56,1-5-17,3-3-50,1-10-34,4-11-61,2-15-51,4-12-33,9-5-18,7 5 1,10 11-22,3 11 10,3 11-5,6 6 0,6 8 11,6 9-22,0 12-6,-4 15-389,-11 14 408,-21-18 1,-4 2 0,-7 7 0,-6 2-9,-4 7 1,-5 1-694,-7 4 1,-5 0 707,8-17 0,-2 0 1,-1-2 6,-11 18 1,-2-3 8,3-6 1,0-4 32,6-10 1,0-4 143,-10 4-23,13-29-84,14-22 343,7-15-365,12-10-12,16-6-61,-1 18 23,18 0-18,-8 23-10,14 1-23,7 9 414,-25 1 0,2 2-411,3 0 0,0 1-85,3 2 1,0-1-249,0 0 0,1 0-452,-1-1 0,-1 0-1529,-4-1 1,-2-1 2338,16 0 0,-21-1 0,-16-2 0</inkml:trace>
  <inkml:trace contextRef="#ctx0" brushRef="#br0" timeOffset="74526">9082 2288 17882,'-3'-2'5898,"0"0"-4845,3 2-1008,6-11 22,5 12 56,7-6 6,-4 11-6,-4-1 247,-8-2 78,-2-2-100,-3 0-136,-4-1 1,-13-11-95,1-7-85,-2-9 7,5-20-18,11-1-16,5-12 16,18 0-33,5 22 11,5 11 11,6 17-5,4 13-12,15 12 9,-19 4 0,-1 5-6,-7 2 0,-3 1 8,0 2 1,-5 2-9,-8 5 1,-7 2-180,-7-2 0,-6 1 193,-4 3 0,-4 4 1,-1-1-484,-1-4 1,-1-1-1,-2 0 472,-6 6 0,-2 0 0,2-3 5,0-2 1,0-4 30,0-2 1,1-5 126,-1-6 61,3-19-185,14-13 78,24-39-44,11 10-39,8-8 136,13 8-147,-7 14-40,-6 12 0,1 3-224,25 0-767,-20 11 0,-2 4-4133,16 6 5141,3 9 0,-32-11 0,-2-1 0</inkml:trace>
  <inkml:trace contextRef="#ctx0" brushRef="#br0" timeOffset="77242">8639 8052 14241,'-43'24'1288,"0"0"0,0 1 1,-2 0-1,-1 0 1,6-2-640,6-3 1,2-1-286,0-1 1,2-1 167,-2 3 901,23-14-1063,54-35-250,-16 11 1,4-1-639,4-3 1,4-4-1,1 1 553,3-1 1,2 0 0,0-1-663,7-3 0,2-1 0,0-1 641,-11 7 0,0-1 0,1 0 0,-1 0-5,1 0 1,0 0 0,-1 0 0,1 0-3,-3 1 0,0 0 0,-1 1 0,-1 1-304,9-6 0,-2 2 0,-1 1 271,10-5 1,-4 3-124,-16 8 1,-4 2-5022,0 0 5457,-28 11 0,-7 5 0,-4 2 0</inkml:trace>
  <inkml:trace contextRef="#ctx0" brushRef="#br0" timeOffset="77808">8851 6984 9352,'-1'3'5461,"0"0"3859,1-3-8844,0 10 90,-1-9-235,-2 4-51,1-18-45,1-20-151,8-9-28,7-19-381,3 12 350,-3 17 1,2 2 7,15-15-19,-6 16 0,2 2 9,20-9-23,7 11 0,-22 18 5,3 16-10,-13 11 16,-2 19-11,-17 0 0,-5 3 5,-4-1 1,-3 0-203,-1 4 0,-2-1 200,-6 1 0,0-3 5,5-11 1,-1-1-7,0 6 1,0-1 9,0 8 371,10-17-372,10-20 51,19-18-45,17-12-93,2-4 0,5-2-689,-1 1 1,4 0 356,-3 3 1,3-2 0,-5 5-1,-11 4 1,-3 2 0,2 2-1,-1-1 1</inkml:trace>
  <inkml:trace contextRef="#ctx0" brushRef="#br0" timeOffset="79975">11205 7383 23268,'-17'-54'534,"1"0"0,0 5 0,7 6-372,14 6-63,7 5-59,9 2-17,7 6-17,6 7-5,8 9 10,7 17-22,5 12-537,-2 13 543,-16-2-61,-20-4 1,-4 2 54,-8 16 5,-6-12 1,-4 1-287,-19 23 292,7-30 0,-2-1 5,-1-2 1,-1-1 73,-18 16 123,7-14 89,12-11 427,10-14-600,6-10 70,7-6-149,7-4 312,8 4-329,9 4-22,8 5 0,6 8-5,7 9-12,2 8 0,-2 10 6,-8 5 17,-14 4 5,-17 2 17,-22 0-23,-21 1-72,9-21 0,-3-1-746,-5 0 1,-1-3-4104,-1-1 1,1-2 4065,-16 4 1,18-8 0,25-7-1</inkml:trace>
  <inkml:trace contextRef="#ctx0" brushRef="#br0" timeOffset="83641">4189 4334 22565,'3'-29'2078,"0"6"-1614,-8 8-607,4 0 241,-1-7 57,4-17-18,2 8 1,4-6 1,1 0 154,4-2-449,1-1 0,3-1 340,13-13 39,-10 21 0,1 1-25,2 3 1,0 2 34,-1 2 1,0 2-40,23-17 177,-2 8-113,2 6-118,4 8-84,7 8-36,-15 8 0,1 2-117,18 4-19,-13 2 1,0 3-82,-16 2 1,-2 2-74,6 4 1,-1 4-37,-5 2 1,-4 5-13,-6 11 1,-4 2-106,1 18 218,-15-16 0,-5 1 56,-11 9 152,4-22 0,-1-1 178,-9 19 165,5-10 170,4-8 79,6-14-1,0-3 579,3-11-373,-3 0-193,-10-11-850,-4 0-52,-3-5 4,-6-1 81,8 1-2,-4 0 48,3 0-451,9 5 94,4 2 347,7 4-123,2 1 487,12 15-402,1-1 53,7 9-28,8-4 117,1-7 90,13-1 139,20-10 122,-5-11-548,-22 0 0,-1-1 744,10-11 131,3-12 186,-16-8-261,-4-1-163,-8-7-106,-13 14-224,-5 13-91,-3 4-157,-1 12-258,-1 2-700,1 11 1082,10 11 0,-5-6 0,5 5 0</inkml:trace>
  <inkml:trace contextRef="#ctx0" brushRef="#br0" timeOffset="85325">3256 9689 14947,'0'-9'3685,"0"2"-1545,0 7 650,0 0-2510,1-38-146,-1 30-16,-4-25 5,-10 45-11,-14 8-17,-16 9-64,16-13 0,-2 0-197,-4 1 1,0-1 240,-1-1 1,0-2-4,2-2 1,0-2 123,-21 3-16,13-7-29,14-6-55,11-2-46,7-2-44,5 2 342,3 1-500,1 2 157,0 12 23,3 6-16,-1 20 16,0 13-28,-5-9 0,-1 1-28,-1 20-312,-1-14 0,0 0 331,2-17 1,2-1 2,-1 7 1,1 0 8,3-6 0,2 0-9,12 27 17,0-23-11,15-1-39,1-23-291,16-4-514,-16-11 1,2-3-4073,17-10 1,0-2 3373,-16 5 1,-2 1-1,5-5 1,-7 3-1,-16 7 1</inkml:trace>
  <inkml:trace contextRef="#ctx0" brushRef="#br0" timeOffset="85951">3803 9908 19400,'-3'-4'3372,"0"2"-3053,3 2 1,-1-70-124,11 39-140,-5-12 0,6 1 39,25 13-50,-1 9-23,6 6-11,-15 10-11,5 8 23,-7 7-29,11 17 6,-10 3 17,-5 12-12,-12-12 23,-10 12 12,-10-7 55,-12 15 90,-1-13 212,0-5-139,12-21 151,5-9-190,4-13-35,1-11-122,5-5-23,5-5-16,3 12 5,6 2-12,1 7-27,14 1 0,-1 7 11,8 9-11,-1 7-6,-7 2 11,5 8 12,-9 8 0,-7 4 22,-19 9 5,-22-8-10,-6-7-23,-20 3-17,-10-9-62,1-4-543,-4-7-2155,29-17 2777,14-4 0,11 0 0,7 1 0</inkml:trace>
  <inkml:trace contextRef="#ctx0" brushRef="#br0" timeOffset="86168">4803 9984 25029,'-21'44'-294,"0"0"0,0-1 0,-7 13 0,6-6 294,9 4 0,8-35 0,-1 9 0</inkml:trace>
  <inkml:trace contextRef="#ctx0" brushRef="#br0" timeOffset="86751">5238 9692 25623,'17'-55'110,"1"0"0,-2 3 1,0 8-67,4 12-10,1 5-17,4 8-12,3 6 1,6 7-12,8 3-10,5 7 10,4 6-11,-4 8 6,-7 7-11,-12 6 16,-13 7 17,-16 7 0,-15 4 1,-13-1 4,-9-7 1,-3-9 56,-1-10 45,3-11 10,7-8-10,9-8-23,11-3-16,6-2-63,8 1 1,8 0-11,11 1-17,13 2 22,11 2-22,8 7-348,7 8 362,-30-2 0,1 2-17,-1 2 0,-1 2 3,19 18 11,-18 5 17,-23 2-12,-28 3-38,-21 1-306,13-24 1,-3-1 33,-1-1 0,-1-3-536,1-3 1,0-2 840,-28 1 0,27-7 0,9-4 0</inkml:trace>
  <inkml:trace contextRef="#ctx0" brushRef="#br0" timeOffset="86941">6276 9827 23892,'-28'50'101,"1"0"0,2-3 0,4-4-2561,3 6 1045,5-6 0,6-15 0,4-13 0</inkml:trace>
  <inkml:trace contextRef="#ctx0" brushRef="#br0" timeOffset="87758">6705 9714 10769,'2'-4'9376,"0"0"-7590,-2 4-446,21-77-344,-13 38-610,5-11 1,-2 0 213,-5 15-135,-2 8-208,-2 13-234,-2 7-34,0 10 33,0 10 6,-1 16-11,0 1 11,-2 3 0,1 4-3,0-4 0,0 0-20,0 1 1,0 0-17,1-1 0,3-3 22,8 0-5,5-1 39,7-13 55,4-13-21,6-18-6,6-13-17,6-15-264,-22 19 1,0-1 238,-1-1 0,-1 0 30,12-17 23,-7 9-44,-10 15-24,-7 11 1,-2 9-6,0 12 34,3 25-34,-3-6-22,-2-1 0,-2 2-23,-1 20-207,-1-17 0,0 2-605,1 3 0,1 1 846,2 7 0,0-3 0,1 6 0,3-4 0</inkml:trace>
  <inkml:trace contextRef="#ctx0" brushRef="#br0" timeOffset="87959">7830 9748 22386,'0'-4'3153,"0"1"-2570,0 3-656,-2 8-773,3 12-2868,0 15 2866,2 2 0,0-13 0,-1-10 0</inkml:trace>
  <inkml:trace contextRef="#ctx0" brushRef="#br0" timeOffset="88558">9017 9240 21355,'0'-5'2974,"0"1"-2733,0 4-168,-81-40-29,29 37-237,-7-13 1,-4 4 222,15 21 1,3 7-17,8-4 0,0 1 5,-3 2 1,2 0-3,0 3 144,9 4-89,13-5 68,-1 6-44,7-4-1,2 0-56,6-8 377,1 2-270,5 0-96,-1-2 96,5 8-34,-4-3-45,1 3 62,-4 7 33,-2 1 29,-10 21-96,-3-4 0,-6 4-61,6-21 55,1-4 7,7-13 200,1-1 354,3-5-544,9-16-72,-2 3 16,12-19-16,9-5-40,-5 6 1,24-17 16,-17 22-11,6-2 6,-3 10-23,2 12 11,2 9 1,5 12-23,-11 13 16,-10-2-21,-4 12-62,-14 8-180,-11 4-229,-1-22 0,-4 0-1524,-5-5 1,-2-2-2370,-17 14 3653,-5-6 1,27-22 0,0-2 0</inkml:trace>
  <inkml:trace contextRef="#ctx0" brushRef="#br0" timeOffset="88768">9318 9575 18235,'2'3'5075,"0"-1"-4084,-2-2-565,5 62-230,-13-27-294,5 8 0,-3 2-188,-18 2-640,4-9 926,-7 12 0,17-33 0,-3 7 0</inkml:trace>
  <inkml:trace contextRef="#ctx0" brushRef="#br0" timeOffset="89017">9900 9183 23948,'-1'-3'2375,"1"1"-1994,0 2-359,-6 62-33,-1-11-631,1 3 1,0 4 123,0-14 0,1-1-1179,0 2 0,2 0 1697,4 0 0,2-5 0,-2 8 0,6-15 0</inkml:trace>
  <inkml:trace contextRef="#ctx0" brushRef="#br0" timeOffset="89375">10264 9105 22291,'0'-5'2928,"0"1"-2384,0 4-398,59-63-1108,-25 45 984,7-16 0,3 4 23,6 28 97,1 8-131,-1 4 211,-5 7-199,-9 7 16,-7 5 6,-9 8-12,-7 6 537,-6 6-537,-4 4-16,-5 6-132,-1 3 123,1-30 0,-1 1-2,1 0 0,0 1-1,0 0 1,-1 0-6,-1 0 0,-3-1 5,-2-2 1,-4 0-26,-6-2 1,-5-3-222,-10 1 0,-5-3-3440,-10 1 1,-3-3 3680,1-2 0,2-3 0,13-5 0,5-1 0,-8 0 0</inkml:trace>
  <inkml:trace contextRef="#ctx0" brushRef="#br0" timeOffset="91491">4210 11605 21629,'-8'-40'786,"0"0"0,0 3 0,3 10-662,5 20-113,0 5 45,4 13-6,4 8 12,4 21 5,-1 14-34,-6-21 1,-3 2-136,-2 2 0,-2 2 107,-3 3 1,-3-1-371,-4 1 1,-2-2 364,-3 0 0,-3-3 0,-2-3 0,-2-2-130,1-4 0,-3-4-88,-21 11-768,4-14-2453,9-14 3439,7-16 0,13 5 0,6-7 0</inkml:trace>
  <inkml:trace contextRef="#ctx0" brushRef="#br0" timeOffset="91851">4389 11136 16112,'-1'-3'5103,"0"1"-4683,-28-8 0,-9 0-44,7 8-320,-10-6 0,2 5-34,17 19-11,11 6 17,8 2 6,9 1-6,9-2 39,7-6 56,8-6 84,1-7 96,-3-12 72,-6-7 6,-8-10-45,-6-5 54,-13-6-141,-5 1-72,-7 3-70,-1 9-87,2 7-149,4 8-155,5 7-468,3 11-3153,4 10 3903,5 6 1,-2-7 0,1-7-1</inkml:trace>
  <inkml:trace contextRef="#ctx0" brushRef="#br0" timeOffset="92075">4757 11414 24413,'6'-45'-176,"0"1"1,5 2 0,6 7-231,12 20 0,5 5-877,2 0 1,0 2-897,-1 0 1,0 5 2178,28 10 0,-31-5 0,-9 10 0</inkml:trace>
  <inkml:trace contextRef="#ctx0" brushRef="#br0" timeOffset="92241">4785 11730 16320,'-4'4'7147,"0"-2"-5837,4-2-1338,38-37-398,6 9-1151,-2-3 1,4 0-1608,0 8 0,0 3 2646,-3 2 1,-3 1 0,14-4 0,-24 10 0</inkml:trace>
  <inkml:trace contextRef="#ctx0" brushRef="#br0" timeOffset="92435">5586 11462 22268,'-3'0'2744,"0"0"-2973,3 0-1188,56-56-6985,-11 33 8402,-2-10 0,-1 3 0,-5 20 0,-16 4 0</inkml:trace>
  <inkml:trace contextRef="#ctx0" brushRef="#br0" timeOffset="92625">6174 11115 20296,'0'-4'4755,"0"0"-2872,0 4-1855,-14-37-17,15 53 0,-8-9-20,9 28 1,6 14-864,-3 3 1,-1 4 413,-1-15 1,0 3 0,0 0 457,1 9 0,-1 2 0,0-5 0,0-5 0,0-3 0,0-1 0,0 1 0</inkml:trace>
  <inkml:trace contextRef="#ctx0" brushRef="#br1" timeOffset="113534">2555 13214 17932,'0'-3'4403,"0"1"-2157,0 2-2067,-35-10-28,6 12-33,-34-5-23,5 18-660,10 0 584,13-4 1,-1 1 81,-23 5-69,19-6 0,0 0 80,-16 0-17,8-3-67,29-7 40,8-1-35,6 0-44,1 0 604,3 2-588,0 4 106,1 0-89,0 9-22,-1 7 6,-3 14 2,-2-2 1,-1 4 13,-1 1 0,-1 1-464,-3 15 1,-1 0 455,3-15 0,1 0 8,-3 10 0,2 0-5,4-15 0,2 0-169,0 11 0,3 0 163,9 16-5,14-7-1,1-31-33,18-8-1036,21-15-1641,-27-5 0,1-2 2110,6-2 0,-3-1 1,3-5-1,-16 4 1</inkml:trace>
  <inkml:trace contextRef="#ctx0" brushRef="#br1" timeOffset="116658">3295 13395 16538,'0'-4'5663,"1"1"-3585,-1 3-1961,1-34-145,-1 25 0,1-24 39,-2 38 34,1 10 6,-2 5-18,-2 4 46,-9 5-7,-5-2 24,-10 3 100,-1-6 112,2-10 34,5-9-90,7-12-84,4-10-79,7-17-55,4-12-17,7 15 0,3 0-17,3-11 11,20-6 0,-6 31 6,10 2 0,3 12-29,12 23 12,-16-1-3,-11 3 1,-3 5-9,-3 21-226,-10-14 0,-4 3 234,-6 4 1,-7 2-15,-11 15 0,-7 1 6,-1-8 0,-2-2-355,0 0 0,-2-3 380,0-10 0,0-7 59,-12 3 67,-5-7 101,7-29-135,16-17-55,7-9 55,12-14-22,7 8-22,9-8-74,4 17 7,11 9-6,-4 14 426,13 11-471,2 5-179,14 11-197,6 6-4484,-20-7 1,-2 0 3064,9 5 1,-3 0 0,-33-22 0</inkml:trace>
  <inkml:trace contextRef="#ctx0" brushRef="#br1" timeOffset="116851">4087 13623 23612,'0'-3'3109,"0"1"-2980,0 2-163,-21 12-212,16 11-3865,-13 30 4111,21-8 0,0-6 0,0-24 0</inkml:trace>
  <inkml:trace contextRef="#ctx0" brushRef="#br1" timeOffset="117351">4518 13319 25309,'26'-42'22,"0"-1"1,-3 6-1,2 10-50,31 21 28,-11 17 23,-5 11-23,-13 4 28,-6 30-17,-19-9-351,-4-12 0,-3 0 340,-17 23 22,-10-7 0,3-16 135,-16 0-28,23-22 690,-22 1-438,27-20 11,-2-6-308,14-4 61,8-11-83,7 10 321,9-7-344,7 10-17,4 5-16,-4 4-1,17 6-5,-11 7 12,17 6-35,-11 9 6,-7 5-5,-12 7 0,-13 4 22,-11-5-17,-27 15-129,-2-19-129,9-9 1,-2-2-1261,-20 0-3819,3-9 5354,7-10 0,15-1 0,11-3 0</inkml:trace>
  <inkml:trace contextRef="#ctx0" brushRef="#br1" timeOffset="117574">5687 13509 25920,'-35'51'-130,"-1"0"0,0 2 0,8-8 0,16-16 1,0-2-1</inkml:trace>
  <inkml:trace contextRef="#ctx0" brushRef="#br1" timeOffset="118391">6273 13192 25657,'0'-43'418,"0"1"0,1 3 0,-2 10-239,-1 18-134,0 6-34,2 8 17,-1 10-11,0 12 6,-2 16 5,-3 11-305,-2 7 282,2 3 1,2-7-12,9-10 23,6-15 39,7-15 34,7-15-40,5-16-5,7-15 28,6-13-17,-19 18 0,-1 1-156,0-2 0,-1 1 170,0 1 0,-1 1 53,16-16 267,-8 12-334,-10 13-16,-9 12-7,-4 14-16,-2 13 11,-1 14-34,-4 13 1,-2 9-98,0-27 0,1 2-561,-1 2 1,1 1 202,1 7 0,0-3 1,1 5-1,1-3 0</inkml:trace>
  <inkml:trace contextRef="#ctx0" brushRef="#br1" timeOffset="118584">7247 13285 24183,'2'-5'2655,"-1"2"-2509,-1 3-124,-9 25-55,0 3-1031,-8 25 216,4-1 0,6-23 0,3-5 0</inkml:trace>
  <inkml:trace contextRef="#ctx0" brushRef="#br1" timeOffset="119201">8091 12909 26262,'-34'-31'33,"0"-1"1,1 5-1,0 11 23,-19 40-44,-4 4-556,2 3 550,8-4 257,9-4-67,17-11 47,7-4 76,10-7 174,2-1-471,1 2 256,0 0-255,0 4-1,0 6 12,2 7-23,2 6 0,3 5 23,0 3-29,-1 1-5,-2 1 12,-2 0-1,-1-2 62,-5-2-40,2-13 141,-3-4 78,5-12-67,-1-8-100,7-16-85,0 3 0,18-28 0,-9 27 0,18-17 0,-11 21 0,4 1 0,-2 9 0,2 14 0,-9 0 0,7 16 0,-10-1 0,3 9 0,-6 6 0,-14 19 0,-5-16-141,-6-7 1,-4-2-734,-21 12-42,14-20 1,-3-1-4001,-2-6 1,-1-4 3583,-6 2 0,8-11 1,25-4-1</inkml:trace>
  <inkml:trace contextRef="#ctx0" brushRef="#br1" timeOffset="119408">8269 13202 26273,'-20'58'-3277,"0"-1"0,0 2 0,1-9 2487,3-20 1,1-2-1,13-23 1</inkml:trace>
  <inkml:trace contextRef="#ctx0" brushRef="#br1" timeOffset="119684">8930 13040 25186,'-2'-52'689,"-1"0"0,1 8 0,1 7-168,-1 4-325,2 19-84,0-1-84,0 14-6,0 34-56,0 9-311,-1-3 1,-1 2 291,-2 1 0,0 1-846,-3 5 0,0 1-1073,-1 5 1,0-1 1971,2-5 0,0-4 0,-1 15 0,4-27 0</inkml:trace>
  <inkml:trace contextRef="#ctx0" brushRef="#br1" timeOffset="120067">9414 12816 22895,'-1'-6'3176,"1"1"-2700,0 5-285,23-66-46,-2 41-114,1-14 0,3 3 25,19 21-28,-4 7 16,-6 6 1,1 1 0,16 7-257,-14 0 1,0 1 245,19 15-12,-7 5 74,-8 4-7,-13 4 57,-12 5 61,-14 6-11,-11 11-140,1-25 0,-2 3-14,-2 3 0,-1 2-475,-3 4 0,-1 0 444,-1 3 1,-1 2-18,-1 0 1,-1 0-35,-1-1 1,0 0-54,-1-3 1,-1-2-261,-3-5 1,-1-3-207,6-8 1,-4-4 558,-28 8 0,0-6 0,17-8 0,0-3 0,0-1 0</inkml:trace>
  <inkml:trace contextRef="#ctx0" brushRef="#br1" timeOffset="122810">2803 14591 17109,'-35'-23'799,"0"-1"0,2 2 1,7 6-313,14 13-56,-1 0-95,2 1-101,1 1-145,4 0-135,2 1-67,3 0 302,11 0 34,7 0-56,19 1-44,17-6-88,-19 1 0,2-1-11,5-2 1,1-1-517,4 0 0,1 0 496,2 0 1,1-1 11,3 1 0,0 0-9,2 0 1,1 0-9,3 1 0,0 0 19,3-1 1,0 1-13,-18 2 1,0 0-1,0 1-443,1-1 1,0-1 0,1 1 431,0 0 0,1-1 1,-1 1 4,1-1 1,-1 1 0,1-1 7,-1 0 1,0 1-1,0-1-7,0 0 0,0 0 0,0 0 1,-2 0 1,1 0 0,-1 0-1,0 1 1,-1-1 0,0 0-4,19-2 0,-1 0-463,-1 1 1,0-1 473,-2 1 1,0 0-10,0 0 1,1 0 3,-1 0 0,1 0-6,1-1 0,-1 1-6,-1 0 0,1 0-16,-3 0 0,0 1 5,-3 0 0,-1 0-271,-3 0 1,-1 1 276,-4 0 0,0 1 13,-2-1 1,0 1 155,-2-1 1,-1 0-156,-1 0 0,0 0-1,0-1 1,-1-1-9,0 1 1,-1-1 5,-1-1 0,1 1 0,-2-1 0,0 1 467,-1 0 0,0-1-444,29-5-29,-3 0 0,-3 2 6,-3-2 0,-1 0 28,-3-1-33,1-2 5,2-2-6,1 0 1,0 0 27,-1 3-22,-4 2 997,-4 4-1003,-8 3 755,-6 3-743,-6 2 537,-3 0-538,4 0 280,4-2-285,6-1 36,2-2-30,2 1-12,-1 2 12,-3 0-12,-5 2 1,-6 0 22,-8 1-6,-4 0 17,-2 0 5,2 0-5,7-1 12,7-1-34,7-2 11,1-2 0,-4 2 11,-7 0 128,-11 1 40,-6 2-100,-6 0-91,-2 0-100,-1-1-387,-1 1-3949,-1 0 4431,2 1 0,1 0 0,0 0 0</inkml:trace>
  <inkml:trace contextRef="#ctx0" brushRef="#br1" timeOffset="123800">8738 13927 20341,'37'-39'45,"-8"8"-28,-22 30 156,-5 4 96,-8 4-62,-7 6-11,-23 10-112,5-5 179,-24 10 118,15-11-22,-5 3 17,7-4-208,17-8-96,8-3 85,11-4 11,6-1-78,6-4 11,19-7-68,7-3 6,6-2 1,2 0-40,13-3 2,-22 7 1,-4 2 20,-9 4 5,-20 5 39,-7 4 34,-8 4-29,-24 10-44,-6 3-20,13-7 1,-1 1 8,-11 4 17,-8 4 5,18-7-11,5-2 39,13-5 112,22-7-72,4-4 49,21-6-88,8-5 4,15-8-33,-25 10 1,0-1 16,3-2 0,0 0-280,17-7 224,-9 3-67,-21 11-857,-16 6 924,-8 9 0,2-5 0,-6 7 0</inkml:trace>
  <inkml:trace contextRef="#ctx0" brushRef="#br1" timeOffset="125333">674 15400 21523,'-45'-9'229,"0"-1"1,3 3 0,6 7-151,5 26-68,6 7-11,7 2 0,9 1 5,11 0 23,9-5 12,11-3 10,11-7-5,9-3-12,8-4 7,5-1-18,-3-1-22,-7 1 17,-13 3 33,-15 4 29,-17 5 10,-17 8-5,-17 5-42,10-17 0,-2-1-194,-2 0 0,-2 0 157,0-2 1,-1 0-56,-25 10-308,10-11-1401,12-16-4912,14-24 6671,10-8 0,8 5 0,2 8 0</inkml:trace>
  <inkml:trace contextRef="#ctx0" brushRef="#br1" timeOffset="125549">951 15320 21631,'17'43'126,"0"0"0,0 0 0,7 18 1,-5-5-119,-11-21 0,-3-1-145,-1 2 0,-1 0-1041,-1 1 0,0 2 1178,-2 3 0,0-3 0,0 6 0,0-6 0</inkml:trace>
  <inkml:trace contextRef="#ctx0" brushRef="#br1" timeOffset="126550">1136 15691 24049,'-14'-62'-168,"8"16"179,23 57 0,6-1-5,3-3-12,0-3 18,0-5-12,-3-4 11,-2-5 39,-3-3-5,-6-3 28,-5 2 50,-4 2 23,-2 5-23,-2 4-56,-2 2-28,-2 4-22,-3 7-23,-1 10-10,0 9-12,4 4 16,6 0 1,8-4 11,8-6 39,7-8-5,1-6 11,0-11 28,-4-9-1,-4-8 52,-7-8 55,-5-5-34,-5-7-16,-5-3 17,-2 0 67,-3 6 56,-1 9-62,1 9-106,1 10-101,0 7 0,2 11 17,-1 11-6,0 17-17,1 11-10,3 7-324,5 2 138,8-1-448,10-1-448,10-4-162,10-11-146,5-13 36,2-16 412,-1-18 572,-2-11 571,-5-10 587,-7 0 399,-8 3-62,-9 5-179,-5 5 70,-4 6-636,-2 2-220,0 5-43,0 3 67,2 6 45,3 11-39,-1 13-6,-1 30-135,-4-14-221,-1-7 0,-2 0 227,-3 18-34,1-22 1,0-1 0,-3 26 83,1-17 52,4-22 218,0-11-130,1-18-184,0-10-23,0-15 12,0-1 0,0-2-23,0-17 3,0 5 0,1-1-268,0 13 1,2 0 259,0-8 0,1-1 2,1 5 0,1 2-1403,2-1 0,0 3 1400,4-10 1,10-5-6,-2 24-11,8-2-6,4 10 349,9 14-355,-5 16 3410,-4 5-3399,-7 19 29,-14-1-6,-3 12 17,-27 13-28,-10-10-363,-9-3 346,14-26 0,-1-3-207,-15 7-684,-7 0-2643,9-13 2733,14-11 0,13-1 0,9-2 1</inkml:trace>
  <inkml:trace contextRef="#ctx0" brushRef="#br1" timeOffset="127033">2417 15725 26351,'8'-19'73,"3"2"-157,16 9-964,3 1-671,-5 2 656,12-1 0,-23 4 0,6-2 0</inkml:trace>
  <inkml:trace contextRef="#ctx0" brushRef="#br1" timeOffset="128092">2358 15556 7537,'-1'-5'7416,"-1"0"-3198,2 5-2774,-16-66-318,11 36-734,-4-11 1,0 0 251,7 15-129,0 6-117,1 5-79,0 5-140,0 4-157,-1 4-22,0 8 6,-2 10 28,-1 17-1,-3 17-16,5-19 0,-1 2-1,1 3 1,1 1-150,1-1 1,3 0 151,1-3 1,2-2 13,12 23 12,10-14 62,6-13 44,4-12 56,2-13 1,2-13-40,0-11-6,-1-12 17,-2-8 23,-5-7-40,-5-6-286,-7-1 259,-5 5-1,-4 7 276,-4 14-303,-4 10-85,-1 12-44,-3 4-1,1 6 23,2 6 271,1 8-271,2 13 11,-1 12-5,-2 13-227,-2-22 0,0 1 215,-1 2 0,0 0-30,1 1 0,0 0-197,1 1 1,2-1-659,1-1 0,1 0-3212,4-2 1,1 0 3448,10 18 0,-5-21 1,-6-15-1</inkml:trace>
  <inkml:trace contextRef="#ctx0" brushRef="#br1" timeOffset="128326">3289 15661 25618,'-14'-15'-707,"14"-1"-2166,44 6 2873,-2-1 0,-13 2 0,-11 4 0</inkml:trace>
  <inkml:trace contextRef="#ctx0" brushRef="#br1" timeOffset="128816">4468 15527 23567,'-4'-47'827,"0"1"0,2 4 1,-2 9-615,-1 22-208,2 7-27,1 12 33,1 10 11,0 17-5,0 15-171,1-11 0,0 1-389,0 17-1661,1-16 0,0-1 2204,3 1 0,-1-8 0,0-15 0</inkml:trace>
  <inkml:trace contextRef="#ctx0" brushRef="#br1" timeOffset="129192">4764 15153 20431,'-4'-6'3736,"0"1"-3311,4 5-307,-66-22-68,42 27-33,-14-11 0,4 6 11,26 36-17,7 0-5,5 0-6,8-3-17,3-12 17,6 2 117,4-10 79,-5-9-95,-2-7 85,-5-13-2,-8-7 108,0-20-203,-7 11 158,-11-30-186,3 36 57,-10-20-23,7 27-78,-4 4-23,0 9 6,-6 15-45,10-1-246,0 16-1048,24-2-3052,14 8 4391,9-3 0,-8-10 0,-9-7 0</inkml:trace>
  <inkml:trace contextRef="#ctx0" brushRef="#br1" timeOffset="129409">5051 15260 21909,'-4'-2'2974,"0"0"-1791,4 2-1301,-4-49-487,25 35-3154,18-35-6072,13 50 8335,-4 0 0,-25 2 0,-17-2 1</inkml:trace>
  <inkml:trace contextRef="#ctx0" brushRef="#br1" timeOffset="129593">5098 15604 25382,'35'-48'-1391,"1"-1"0,0 2 0,3 7-3525,-2 17 1,0 5 2860,17-11 0,-17 10 1,-27 13-1</inkml:trace>
  <inkml:trace contextRef="#ctx0" brushRef="#br1" timeOffset="129950">5788 14950 25914,'-49'32'76,"23"-2"0,7 3-82,16 5 6,0 7 0,2 1 0,9 5-674,-1-16 0,2-3 674,9 4 267,17-10-172,-10-20-17,12-10 18,-8-17-1,0-13 0,0-6 135,-1-1 100,-4 5 23,-8 7-112,-6 11 853,-5 10-1072,-4 12 66,-1 3-66,0 29-5,-2 2-45,0 24-278,0-30 1,1 1 44,2 4 1,2 0-715,2 26 975,3-17 0,0-3 0,-2-10 0,4 14 0</inkml:trace>
  <inkml:trace contextRef="#ctx0" brushRef="#br1" timeOffset="130399">6939 15299 21399,'0'-5'3585,"0"2"-2940,0 3-696,-3-30-156,7 31-1490,0-16 1697,8 45 0,-5-12 0,-2 0 0</inkml:trace>
  <inkml:trace contextRef="#ctx0" brushRef="#br1" timeOffset="130817">6943 15732 21013,'0'-6'3809,"0"1"-2207,0 5-1591,0-53 6,-2 52-11,-4-28-6,-10 75-42,3-15 0,-2 3-418,-5 6 1,-3 2-3711,-4 7 0,0 1 4170,1-4 0,2-2 0,7-13 0,1-4 0,-1 6 0</inkml:trace>
  <inkml:trace contextRef="#ctx0" brushRef="#br1" timeOffset="131425">7822 15177 22184,'0'-51'1157,"0"0"1,0 6 0,0 6-643,0 2-162,-1 15-224,0 12-124,-1 6 12,2 37-11,-2-13-6,2 11 0,-2 5 11,-3 20-302,2-18 0,-1 3 288,-1 1 0,1 1-5,1-2 0,0-1-4,2-4 1,1-3-6,7 17 40,5-21 61,5-20 5,5-22 1,5-18 11,5-16-51,-15 19 1,0-2-174,0-1 0,-1 0 165,0 1 0,-1 0 48,12-19 560,-6 14-566,-8 17-67,-7 15 11,-5 19 5,-1 11-16,-1 19-17,-3 10-107,2-18 1,0 0-218,-2 16-721,3-15 0,4 0 1045,10 16 0,-6-15 0,6-8 0</inkml:trace>
  <inkml:trace contextRef="#ctx0" brushRef="#br1" timeOffset="131700">8625 15032 21355,'0'-5'3764,"0"1"-2969,0 4-716,-64 9-57,41 13 1,-1 5-12,-22 0 0,1 3-335,20 6 0,5 2 315,2 0 1,2-2-9,1 18 147,4 5-153,18-16-27,24-16 22,-3-14-112,27-14-286,-7-11-448,-7-2 1,2-2-797,-3 1 1,-1-1 1025,4-1 0,-3 0 0,1-1 0,-18 7 0</inkml:trace>
  <inkml:trace contextRef="#ctx0" brushRef="#br1" timeOffset="132309">9522 14772 25786,'-37'-7'100,"6"2"-77,-5 20-6,-2-2 50,-21 5-11,11-7 22,4-2 29,23-6-40,11-2 22,4-1-66,5 1-12,-1 2-5,2 4 16,0 3-11,0 1 40,1 9 5,-1 1 44,-1 22-27,-5-2-6,-5 12-44,0-18-1,-4 5-16,3-10 33,-1 2 67,3-9 174,6-11-72,1-6 122,3-9-112,3-11-162,0 1 34,12-25-45,2 9-6,11-13-39,-5 15 22,8 2-22,0 11 0,1 4-11,2 10 0,-8 12 11,-7 3-28,5 18-6,-12-4-5,0 17-17,-15-3-106,-12 6-73,-3-10-731,-2-9 0,-2-3-3281,-11 5 3413,-10 6 0,21-25 0,11-8 0</inkml:trace>
  <inkml:trace contextRef="#ctx0" brushRef="#br1" timeOffset="132609">9486 14733 20179,'0'3'3954,"0"0"-2290,0-3-1435,39-23-49,-26 16-102,29-15-56,-37 20-10,-2 2-152,1 3-1412,2 0-8279,1 4 9167,-3-2 1,0-1-1,-4-3 1</inkml:trace>
  <inkml:trace contextRef="#ctx0" brushRef="#br1" timeOffset="134476">10121 15199 20671,'-3'-9'1714,"-4"-26"0,0-3-1417,4 19-174,-3-20 1,0 10-96,5 29 16,0 11 57,1 30-45,0 10-31,0-14 1,0 0-21,0 14 40,7 7 22,6-24 208,25-2-12,9-25-151,-13-14 0,0-4-562,20-17 525,-18 2 1,3-5 2,4-6 1,1-3-26,1-2 1,-1-1-43,-1 1 0,0-1 5,-11 9 1,1-1 0,-4 4-17,-5 6 0,0 1 6,20-20 0,2 2-23,-21 21 0,0 1-126,5-1 0,-1 2-591,4 0-1097,-12 22 10,-19 10 1821,-12 24 0,7-22 0,-7 9 0</inkml:trace>
  <inkml:trace contextRef="#ctx0" brushRef="#br1" timeOffset="135216">3550 17251 24654,'-10'-42'84,"3"26"-79,5 75-33,1-21 0,-1 1-346,-1 4 0,1 0-270,-1 3 0,1 1-2822,0-1 1,0 0 3465,2-6 0,0-2 0,1 9 0,1-21 0</inkml:trace>
  <inkml:trace contextRef="#ctx0" brushRef="#br1" timeOffset="136209">3772 17358 15894,'-7'-46'1930,"0"-1"1,0 7-1,-1 5-1240,-8 8-242,-1 13-252,0 8-101,-1 11-17,-2 9 1,-2 16 16,-2 16-17,0 12-61,13-28 0,0 1-6,-5 28-17,8-8-10,7-9 16,10-7 28,7-9 28,11-10 16,9-8 1,10-12-39,6-12-559,4-13 421,-26 10 1,-1 0-23,-1-3 0,0-1 36,0 0 0,-2-1 62,-2 1 0,-2-1 42,13-22 59,-12 6 39,-12 7 67,-6 8 68,-7 9-1,0 5 419,-3 6-458,0 3-64,-1 3-70,0 4-17,-2 7-17,3 6-44,0 8-23,6 1 28,6 1-23,8-7 18,8-7 55,4-8 0,3-13 6,-1-10 45,-1-13 39,-5-7 23,-7-4 21,-6-1-9,-10 2 4,-8 2 0,-5 7 11,-5 10-10,-2 9-136,1 11-72,-2 10 45,0 8-6,0 10-33,2 9-6,3 5 28,6 3-11,9 1 22,14-2 45,12-5-50,16-9-62,14-10 30,-22-14 1,1-2-203,1-6 1,1-2 215,-1-3 1,-1-3 16,-2-4 1,-3-4-87,21-20 143,-15-6-12,-11 2 34,-10 2 6,-7 8 16,-4 7 12,-3 12 343,-3 8-466,-4 12 136,-2 8-114,-1 12-28,3 5 11,2 3 0,9-4-23,6-6-10,9-7 16,8-9 45,7-15 5,9-12 1,3-16-9,-22 13 0,-2-1 59,16-23 84,-13 4 96,-10 14-74,-10 10-151,-10 11-39,-4 11 17,-10 13 11,-4 14-39,-3 16 8,12-18 0,2 2-231,1 4 0,2 1 200,1 3 1,2 1-60,2 2 1,1 0-379,3 2 1,2 0-1328,4 1 0,1-1 1150,2-5 1,-1-3 0,7 11 0,-6-22-1</inkml:trace>
  <inkml:trace contextRef="#ctx0" brushRef="#br1" timeOffset="136459">5171 16981 23932,'47'-18'-1254,"0"0"1,0 0-1,2 2 1,1 3 0,-7 3-985,-9 8 1,-3 2 1588,7 4 1,-7 2 0,-14 1 0,-2 1-1</inkml:trace>
  <inkml:trace contextRef="#ctx0" brushRef="#br1" timeOffset="136583">5432 17312 18100,'0'0'0</inkml:trace>
  <inkml:trace contextRef="#ctx0" brushRef="#br1" timeOffset="139659">5342 17370 11872,'-6'-2'4907,"1"0"-348,5 2-4352,13-38-106,4 21-12,11-28-33,-4 33-5,-5 6-18,-7 5 102,-6 4 179,-3 1 28,-4 5-79,-4 2-67,-5 3-17,-8 2-5,-4-1 16,-3 0-5,-1-1-79,1-1-66,-1 1-1,3 2-28,2 0-22,5-2-28,7-4 50,8-5 50,11-4-5,13-11 23,16-7-12,13-14-263,-22 14 1,-1-1 209,0-1 0,-1 0 26,20-12 4,-14 8 35,-13 11 83,-12 7-39,-9 7-67,-10 4-22,-12 7 401,-1 2-446,-29 17 0,10-9 11,13-6 0,-2-1 11,-15 7 12,8-6-7,12-5 1,10-6-50,9-4-40,5-2 84,12-3-5,4-3 22,13-8 0,7-5-23,5-6-55,4-2-577,2 0-2695,2 1 2660,-6 6 1,-15 8-1,-11 5 1</inkml:trace>
  <inkml:trace contextRef="#ctx0" brushRef="#br1" timeOffset="140400">6399 16827 17697,'-2'-4'4420,"0"2"-2673,2 2-1170,-27-65-168,17 43-258,-6-15 0,1 4 68,11 25-168,1 4-40,2 4 0,0 9 11,1 8-10,0 17-7,0 12-10,0 10-7,0 4-301,0 2 302,0-2 11,0-5 16,0-8 24,0-11-29,0-12 17,0-11 112,0-8-11,0-7-79,2-11 325,0-10-296,2-14-12,0-9-22,-2-5-6,-1-3 11,-2 5-5,-2 6 11,0 10-11,-1 11-51,2 11-16,0 8 27,3 12 1,3 12-28,2 17-1,2 13 18,-1 8-327,-1 1 298,1-3 23,0-8 6,1-13 44,-1-13 90,-2-12-40,-3-12-38,-2-14-7,0-12 299,0-15-315,-3-11-5,-2-10-298,3 30 0,-1 0 303,0 0 0,0 2 39,0-24 1,1 16-24,1 17-100,0 13-22,1 10 78,0 11-11,0 13-23,2 18-341,-1 13-592,1-22 1,0 1 406,0 7 1,1-2-1,0 5 1,1-3 0</inkml:trace>
  <inkml:trace contextRef="#ctx0" brushRef="#br1" timeOffset="141542">7363 17020 17675,'0'-3'5680,"0"0"-5087,0 3-503,0 25-17,-6 18-90,0 19-550,0-23 0,-1 0-486,1-2 0,-1-1-2761,-4 24 3814,-1 0 0,7-37 0,0-2 0</inkml:trace>
  <inkml:trace contextRef="#ctx0" brushRef="#br1" timeOffset="141826">7883 16806 24570,'13'57'156,"-8"-20"1,-2 2-140,-2-5 0,-3 0-1799,-2 12 1,-1-1 1764,1-12 0,-3 0-411,-9 23 0,-3 1-678,2-17 1,-1 0-2032,-8 18 1,-2-2 3136,6-18 0,2-5 0,-7 7 0,13-21 0</inkml:trace>
  <inkml:trace contextRef="#ctx0" brushRef="#br1" timeOffset="142249">7867 16518 23271,'-30'24'56,"0"0"0,-17 13-28,42 16-12,9-22-4,7 9 88,9-22 124,4-8 62,3-15-6,2-9-6,-2-14 46,-2-7 27,-6-7-27,-8 0-74,-12-1-78,-9 4-39,-8 7-56,-2 7-40,-1 12-33,3 7-22,3 12 5,4 9-95,2 12-521,4 8-1635,4 6 2268,12 6 0,-6-20 0,6-4 0</inkml:trace>
  <inkml:trace contextRef="#ctx0" brushRef="#br1" timeOffset="142466">8401 16674 24962,'5'-36'-639,"0"0"1,13-22-1121,26 47-2940,0 6 4699,-10 4 0,-13 1 0,-11 1 0</inkml:trace>
  <inkml:trace contextRef="#ctx0" brushRef="#br1" timeOffset="142642">8394 16931 19014,'-4'3'5108,"1"-1"-3736,3-2-1360,14-19-136,14 1-873,24-19-2697,-20 21 0,2 0 3229,-2 2 1,-2 1 0,10-4-1,-18 8 1</inkml:trace>
  <inkml:trace contextRef="#ctx0" brushRef="#br1" timeOffset="145826">9219 16604 22167,'-4'-50'323,"1"-1"0,0 5 0,6 6-211,21 6-45,5 6-27,6 7-18,3 7 6,1 7-6,-1 11-27,-3 8 10,-6 12 7,-7 8-12,-10 10 0,-10 6-6,-12 4-11,-6 0 40,-7-4 21,-2-6 46,1-9 134,3-11 112,4-9 17,4-8-51,4-10-134,4-5-95,3-7-6,8-3-11,6 0-11,11 2-23,6 5-5,5 4-28,5 7-6,1 8 6,4 7 0,-7 10 28,-7 6 39,-14 8-17,-21 3-6,-14 2-27,-14-2-23,-5-5-128,-2-6-998,3-9 1143,0-8 0,17-6 0,4-5 0</inkml:trace>
  <inkml:trace contextRef="#ctx0" brushRef="#br1" timeOffset="147649">7774 12236 21545,'-22'-46'769,"0"-1"0,2 6 1,4 4-294,8 7-78,3 9-202,2 8-191,2 6-27,0 13 39,4 12-23,1 20 23,4 19-1,-4-22 1,0 2-276,0 2 0,-1 0 265,1 1 0,-1-1-9,1-3 0,0-1 6,-1-2 0,1-2-3,1 21 0,-3-14 72,-2-13 57,-3-12 11,-5-8-27,-7-8 466,-11-5-534,-8-7-17,-6-3-17,-3-1 6,2 0 6,3 2 33,7 2 33,10 2-55,7 3-6,8 4-34,4 4-16,4 1 22,3 1 5,5 4 1,4 2 5,3 5 0,2 3 29,3 2-29,2 0-6,5-2 12,-5-4-17,22-4 56,-8-7 34,20-6-17,-8-7 16,-4-8 18,-6-3 27,-6-2-5,-10 0-6,-7 2 23,-6 5-62,-7 8-56,-1 6-17,-4 6 0,-1 4 28,-1 5-28,-1 1-11,0 2-5,1 0-6,2-4-1401,0 7 1412,0 1 0,1-4 0,0-1 0</inkml:trace>
  <inkml:trace contextRef="#ctx0" brushRef="#br1" timeOffset="150783">13871 1004 9436,'-1'-9'4716,"1"1"-2285,0 8 1781,0 0-3888,19-59 214,-14 43-258,15-43-258,-20 59 18,0 7 27,-2 9-50,1 3 28,-2 15 28,0 16-23,1 7-267,1-21 1,1 1 222,1-3 0,1-2 22,1 22-14,0-20 0,1 2 14,-2-5 0,0 2-197,0 9 1,-1 5 193,1 13 1,-2 2-1390,-2-3 0,-1 0 1372,1-2 1,0 1 5,-4 3 0,0 1-308,2-15 1,-1 0-1,1 1 307,-1 4 0,0-1 0,0 3-9,0 8 0,0 3 0,0-2-395,1-7 0,0-1 0,0 1 404,1 3 0,-1 1 0,1-3-6,1-9 1,0-3 0,0 3-5,0 9 1,0 2 0,0 2 1,1-13 1,0 1 0,0 1-1,-1-1 3,1 3 1,-1-1-1,1 2 1,-1 1-278,0 7 0,1 3 1,-1 0-1,-1-2 281,1-7 1,0-1 0,0-2 0,-1-1-6,0 6 1,0-2-1,0 2-3,0-5 0,-1 1 0,1 1 1,-1 0-7,-1 3 1,1 0 0,-1 1-1,0 0-4,0 3 1,0 0-1,1 1 1,-1 1-18,1-7 1,-1 2 0,1 1 0,0-1 0,0-2 26,0 5 0,1 0 1,-1-3-1,1-1-6,0 6 0,0-2 0,0 1 5,0-7 0,1 1 0,0 2 0,0-1-162,0 4 0,0 0 0,0 0 0,0 1 159,0-12 0,1 1 0,-1 0 0,0 0 0,1 2 6,-1 7 1,-1 1 0,1 1 0,0-1 0,0-2-111,-1 6 1,0-2 0,0-1 0,0-2 101,1-10 1,-1-2 0,1 1 0,-1 1-2,-1 9 0,1 2 0,-1 0 1,0-3-1,2-8 0,-1-3 0,1 1 0,-1 4-24,1 6 0,-1 4 1,0 2-1,1 0 0,-1-3 17,2-7 0,-1-2 0,1 0 0,-1 0 0,1 2 3,0 7 0,0 1 1,0 1-1,0-1 0,0-2 131,1 4 1,-1-2 0,1-1 0,-1 1-123,1 1 1,0-1 0,-1 1 0,1-1 24,-1 1 1,0-1 0,0 1 0,0 0-20,-1-1 0,0 1 1,0 0-1,0 0-15,-1 0 0,1 0 0,-1 0 0,1 1 2,-1-14 1,0 1 0,0 0-1,0 0 1,0 0 5,0 0 0,-1 1 0,0 0 0,1-1 1,-1-2-4,1 1 1,-1-2-1,0 0 1,0 4-1,0 5 1,-1 3 0,-1 2 0,1-1 0,1-3-3,-1-4 0,2-3 0,-1-1 0,0 5 0,0 4 1,0 3 0,-1 2-1,1 0 1,-1-4-6,1 5 1,1-3 0,-1-1-1,1 1 2,-1 1 0,1 0 0,0-1 0,0-2 4,0-12 0,1-2 1,-1 1-1,1 3 0,-1 3 1,1 4 0,-1 2 0,0-2 0,1-3 1,0-4 0,-1-3 0,1 1 0,0 3-2,-1 3 1,0 4 0,0 1 0,0-1 0,0-2-1,0 4 0,-1-3 0,1-1 1,-1 1 4,0 0 1,0 0 0,-1 0 0,1 0 134,-1-1 0,-1 1 0,1-1 0,-1 0-135,0 0 1,0-1 0,0 1 0,0-1 1,-1 0 0,1 0 1,-1-1-1,0 1-68,1-1 1,-1-1 0,0 1-1,1-1 61,0-1 0,-1 1 1,1-1-1,0 1-2,1-2 1,-1 1 0,1-1 0,0 0 1,0 0 0,1-1 1,-1 0-1,1 0 1,0-1 1,0 1 0,1-1-1,0 0 96,-1 0 1,1-1-1,0 1 1,0-1-107,-1 15 1,0 0 0,-1 0 5,2-15 1,-1-1-1,1 1 1,-1-1-5,-1 16 1,-1 0 0,0-1 5,-1 1 0,0 0 1,0-1-1,-1-1 0,1 0 1,-1 0-5,0-2 1,0 0-1,1 0 132,-1-3 0,1 0 0,1 0-130,-1-2 0,2-1 1,0 0 91,1-3 0,0 0 0,1-1-100,0-2 1,1-1 0,1 0 202,0-2 1,0-1 0,1 0-216,2 19 1,0-1 8,1-3 1,0-1-1,1-2 0,0 0 411,-1-4 0,0 0-408,-1-3 0,-1 0 0,0-5 0,-1 0 533,-2-5 1,0 0-1494,-4 25 974,-3-13 0,3-23 0,2-11 0</inkml:trace>
  <inkml:trace contextRef="#ctx0" brushRef="#br1" timeOffset="154593">15409 1863 23175,'-8'-42'382,"-1"0"1,1 1 0,2 16-388,5 27 61,0 13-1,-1 15-19,-2 18-11,-4 12-291,2 3 263,1-5 0,10-12 28,5-15 61,9-15 57,3-15-8,5-16-10,2-13 24,1-15 21,-4-7 277,-5 0 7,-8 8-6,-6 14-146,-5 14 170,-5 16-189,-2 14-88,-3 14-28,3 14-249,6 3-12,9-1-10,10-9-49,12-8 4,6-11 35,4-9 102,-3-12 97,-6-10 118,-8-13 52,-6-11-16,-8-10 22,-4-5 121,-5 0 18,-6 6-148,-2 9-99,-3 11-233,3 10-286,1 10-536,2 6-642,2 10-5828,4 8 7317,3 3 0,-1-6 0,0-7 0</inkml:trace>
  <inkml:trace contextRef="#ctx0" brushRef="#br1" timeOffset="155193">16161 1477 24924,'-14'-44'297,"0"-1"1,1 2 0,4 18-363,8 29 53,4 16 33,1 21 1,-1-11 0,-1 3-443,0 7 0,-1 2 420,-2 4 1,0 1-31,0 3 1,-1-1 32,0-1 1,1-1 3,-1-3 0,2-2 2,2-4 0,2-2-8,0 6 244,6-11-143,-3-27 27,2-9-38,2-12 0,4-15-12,3-12-22,2-5 6,3-5-46,-7 21 665,3 5-564,-8 22 359,3 4-110,1 11-224,3 8-76,3 12-63,1 7 22,2 5 21,2 0-140,3-5-363,3-10 195,1-11 327,-2-10 202,-5-12 206,-4-12 50,-5-15-105,-3-10-23,-3-16-120,-6 18 169,-2-10 124,-2 32-140,-1 2-425,0 11-106,0 8 124,-2 9 123,1 6 33,0 10-176,-1 3-148,6 3-155,4 1-327,7-1-1434,8-4 2025,9-6 0,-14-10 1,1-5-1</inkml:trace>
  <inkml:trace contextRef="#ctx0" brushRef="#br1" timeOffset="155376">16814 1454 23937,'-17'15'-2767,"1"-9"0,22 5 0</inkml:trace>
  <inkml:trace contextRef="#ctx0" brushRef="#br1" timeOffset="156076">17061 2155 22386,'-3'3'2850,"0"0"-2407,5-30 0,3-13-124,4-8-1387,-1-7 1,0-1 1151,6-5-31,-6 20 0,0-2 132,-3 5 1,0-2-164,-1-1 0,-1-3 1,0 0-15,-1-12 1,-2 0-82,0 2 1,-2 2 97,-2 10 0,-2 4 31,-5-7 17,-3 6 1100,5 19-1185,3 18 390,3 18-367,2 5 0,0 26 6,1 9-26,2-6 1,1 3-163,0-4 1,1 2 153,3 10 1,2 0-66,2-10 1,2-3-12,-3-9 1,2-2-250,6 4 1,5-3-362,5-10 0,3-4 266,17 16 112,-12-22 1,1-10 19,6-25 367,-8 2 212,-7-29 135,-23 7-2561,0-17 2494,-4 19 1194,-1-5-1295,0 29 126,-1-2-210,0 11-129,0 2 78,0 5 3348,2-2-3372,4 7 123,13-5-93,8-1-124,15-11 12,-1-8 39,-1-11-123,-11 3 75,-2-21 34,-16 14 37,-1-16-91,-13 12 109,-5 4-29,-2 8 38,-4 4 18,-4 10-74,-1 7 6,-5 13-16,4 13-40,4 2 0,1 18-22,9 12-45,9 4-310,4-26 1,5-1-251,5-6 0,3-3-695,18 12-3577,-1-13 1,1-4 2529,-2-3 1,14 4 0,-40-18 0</inkml:trace>
  <inkml:trace contextRef="#ctx0" brushRef="#br1" timeOffset="156308">18314 1181 22923,'-7'-7'1593,"-23"-16"1,-7-2-1056,6 12-412,-8-11 0,0 5-20,11 26-83,9 5 94,-1 44-44,11 6-1155,3-12 0,1 4 1082,3 2 0,3 1 0,3 6 0,3-1-6,-3-11 1,5 0-42,7-3 1,5 3-1,2-5-258,7-1 0,5-2-698,-2-3 0,3 1 1,3-5 1002,0-9 0,3-5 0,-5-2 0,-3-1 0,-2-4 0,-2-4 0,1 0 0</inkml:trace>
  <inkml:trace contextRef="#ctx0" brushRef="#br1" timeOffset="158000">18996 1576 24536,'-7'-51'108,"0"-1"0,0 4 1,7 8-92,19 16 0,2 5-17,0 7 0,1 6-23,2 3 29,3 9-12,3 5-5,2 11 17,-1 8-18,-7 7-10,-11 7 33,-11 2 17,-14 1-5,-9-2-7,-7-5 29,2-8 78,5-11 185,9-9 35,6-8-170,4-8-78,4-10-78,1 2 6,6-11-18,3 10-5,7-2-11,2 5-17,12 6 28,-10 4 22,16 9-22,-11 5-11,7 8-6,-3 13 6,-14 0 6,-7 0-1,-24 0 6,-11-7 11,-17 7-44,-8-4-256,19-17 0,0-2-288,-9 2-2419,-6-6 2996,29-11 0,3 2 0,8-2 0</inkml:trace>
  <inkml:trace contextRef="#ctx0" brushRef="#br1" timeOffset="158349">19774 1385 23252,'0'-6'2520,"0"2"-1888,0 4-989,-29 14 153,22-2 86,-17 14 77,37-6 16,12 1-379,25 10 307,-1-2-427,3 1 518,-9 1 6,-20-4 34,-5 12 2,-14-12 97,-34 15 115,5-23-111,-5-2 0,-2-1 86,-17 3-337,-11 2-1273,9-7 1449,17-6 0,16-5 0,10-3 0</inkml:trace>
  <inkml:trace contextRef="#ctx0" brushRef="#br1" timeOffset="158576">20190 1511 24461,'43'-28'-473,"0"-1"1,0 0 0,1 2 0,1 1 0,-7 8 0,7 10 0,-2 2 0</inkml:trace>
  <inkml:trace contextRef="#ctx0" brushRef="#br1" timeOffset="158792">20426 1663 19260,'-5'2'5556,"1"0"-4323,4-2-1233,1-22-34,11 11-369,33-29-449,8 20-767,-14 6 1,1 1 302,14-3-2279,-15 7 1,0 1 3594,19-5 0,-7 3 0,-19 2 0</inkml:trace>
  <inkml:trace contextRef="#ctx0" brushRef="#br1" timeOffset="159092">21008 1402 24833,'-45'13'151,"1"-1"0,3 0 1,10 3-119,15 22-5,10-1-17,15-2 12,8-6 11,13-4 22,7-9-11,4-7 28,0-10-29,-9-4 108,13-21-7,-18 1 46,6-16-7,-18 3-49,-12-3-34,-10 0-23,-9 1-39,-7 6-28,-8 8-5,-4 10-73,-1 8-392,2 11-2409,8 9 2868,8 5 0,10-4 0,6-5 0</inkml:trace>
  <inkml:trace contextRef="#ctx0" brushRef="#br1" timeOffset="160083">22053 1469 19514,'0'-4'2768,"-1"1"-710,1 3-2056,-18-6-18,4 24 27,-20 1 52,3 29-33,11-23 1,-1-1-468,-4 1 0,0-2 486,-18 12-96,10-17 0,-1-2 332,-9-6-32,-16-8-68,26-23-107,13-21-28,15-17-19,14 10 0,3-2-225,-4 14 0,2 0 205,9-22 0,3 0 14,-8 20 1,1 1-21,3-7 1,0 0 13,-3 7 1,-1 2 432,8-16-335,-10 18 23,-7 16-89,-3 11 381,-2 6-432,-2 8 896,-1 9-868,-1 15-39,0 13 28,2 9 0,7 7-279,0-28 1,1-1 269,3 1 1,3 0-20,0 1 0,2-1-1,1 1 1,0 0 11,2 0 0,0 0-8,0-1 0,1 0 2,1 0 0,1-1-30,1-1 0,1 0-146,2 0 0,1 0-376,1 0 0,0 0-565,-1 1 1,-1 0-1819,-4 0 1,-3 0 2940,4 20 0,-12-20 0,-9-15 0</inkml:trace>
  <inkml:trace contextRef="#ctx0" brushRef="#br1" timeOffset="160609">22512 1660 24850,'-20'3'252,"2"0"-51,11 5 58,-3-2 217,-6-3-320,4-2 102,-5-10-96,9-9-66,0-15-40,8-17-28,4 19 0,2-3-644,7-16 0,2 1 621,-4 13 1,2 0 5,6-16 0,2 0-192,-8 20 0,-1 1 214,2-5 1,-1-1 11,-3 6 0,-2 1 140,2-22-140,-8 22 39,-5 4-51,-3 19-44,-3 1-45,-3 15 73,-2 12-12,0 6-16,-4 20 11,5 0 614,6-17 1,3 3-615,6 6 0,5 1 0,3-5 0,3-1 0,2-1 0,3-1-3,7-1 0,2-3-13,-3-5 1,2-2 15,6 5 0,1 0-20,-2-1 1,-1-1-49,-3-2 1,-4 1-526,-7 6 1,-4-1-316,-4 12-2422,-18-9 1,-7-1 3329,-18 4 0,4-4 0,9-14 0</inkml:trace>
  <inkml:trace contextRef="#ctx0" brushRef="#br1" timeOffset="162800">23640 1498 15883,'-8'-44'918,"0"0"1,1 0 0,-2-10-1,2 4 321,3 14 0,2 4-847,1-7 674,1 15-982,0 11 379,0 9-424,6 30-5,0 8-9,-2-2 0,1 2 467,-2 2 0,0 1-495,-1 2 0,-1 1 17,0-1 0,-1 0-6,0-4 1,-1-2 63,-1 19 0,0-18 197,0-15 84,0-12-146,-1-13-112,-3-9 417,-2-15-501,-2-12 0,2 2 20,3 2 0,0-1-9,1-21-166,2 19 1,1 1 171,3-9-33,-1 20-40,2 18 22,-2 12 35,1 11-40,1 14 33,0 15 23,-1 14-93,-2-23 0,0 1-630,-1 3 1,1 1-3904,0 2 1,0-1 4597,1-4 0,1-2 0,-1 8 0,3-18 0</inkml:trace>
  <inkml:trace contextRef="#ctx0" brushRef="#br1" timeOffset="163132">24323 1252 25590,'-44'-18'72,"-6"15"-58,26 22 0,1 6-255,-2-1 1,-1 1 240,3 0 0,1-1 152,-11 21-152,15-9 77,11-6-88,14-4 11,9-4 5,16-3-27,15-2-90,13-4-293,-26-7 1,1-1-529,1-1 1,2 0 932,4 0 0,-2 0 0,3 0 0,-2 0 0</inkml:trace>
  <inkml:trace contextRef="#ctx0" brushRef="#br1" timeOffset="171166">8080 17765 6703,'-8'2'1142,"1"-1"880,7-1 3719,0 0-4464,56-17-381,-13-2-1177,4 0 0,3-3 449,-11 1 0,-1-2-64,6-3 0,2-2-34,6-3 0,2-1-33,-16 8 0,1 0 1,1-1-432,2-3 0,0 1 1,1-2 422,1-2 1,-1-1 0,0 0-487,1-2 0,0 0 0,0 0 474,-1 1 0,-1-1 0,0 0 11,-3 3 0,0 0 0,-1 0-262,13-8 0,-2 1 334,-10 7 1,-2 3 346,-9 6 1,-3 2 44,6-5 1230,-15 12-1464,-11 7 1311,-4 4-2712,-1 1 1380,0-4 0,0 3 1,0-2-1</inkml:trace>
  <inkml:trace contextRef="#ctx0" brushRef="#br1" timeOffset="173925">25040 1191 11598,'0'8'3114,"0"-2"-616,0-6 947,0 0-2813,3 1-83,-2 0-10,2 1-114,-3 0-122,-2-1-152,-1 0-112,-6 2-11,-8 1-22,-9 2-1,-7 2 29,-6 3 5,1-2-17,3-1 1,7-2-18,9-2 12,9-2-28,5 0-34,4-2 6,1 1 39,0 1 11,0 3 6,0 3-6,0 5-11,0 3 17,-1 5-11,0 3-6,-1 2 22,0 4 6,-2 0 6,0 1 16,-2-3 23,-2-3 28,0-4 16,2-5 90,0-6 219,2-5 201,2-3-77,2-2-237,0-4-184,0-4-79,3-5-44,3-3 0,4 0-1,6 0 1,6 3 11,6 1-17,5 4-23,4 4 1,3 7 5,1 6 11,-1 8-10,-4 6-40,-8 2 16,-9 3 18,-10 0-40,-13 0-72,-13-1-331,-17-2-773,-13-1-2363,-9-4 3601,7-4 0,18-7 0,15-5 0</inkml:trace>
  <inkml:trace contextRef="#ctx0" brushRef="#br1" timeOffset="174217">25352 1039 29645,'-2'-5'-427,"0"2"-400,2 3 240,14-22 234,13 36 125,19-2 137,-16 16 0,-2 8-238,1 3 1,0 3-127,-3 4 0,-2 2-146,-5 3 0,-6 2 343,-5 2 0,-7 1-526,-9 0 0,-7-1-2357,-8 0 1,-4-2 3140,-2-8 0,0-5 0,8-13 0,1-4 0,-4 3 0</inkml:trace>
  <inkml:trace contextRef="#ctx0" brushRef="#br1" timeOffset="174609">25943 1140 29561,'2'-3'-694,"-1"0"1109,-1 3-976,-1 73-133,1-43 433,0 18 0,0 1-51,3-15 162,3 4-255,8-9 363,4-13-207,1-8 239,13-18 36,9-12 22,-10 5 0,4-2-341,5-4 0,3-2 319,-3 3 0,2-2 0,-3 2-22,4-1 0,-1 1 0,-3 1 0,3-1 0,-3 4 12,-5 2 1,0 1 8,4-1 1,-1 0-43,22-7-62,-25 12-21,-14 6-673,-15 14-2179,-3 10 2952,-6 18 0,3-15 0,-3 2 0</inkml:trace>
  <inkml:trace contextRef="#ctx0" brushRef="#br1" timeOffset="178000">17000 3110 22330,'6'-15'616,"-7"6"-594,-16 15-16,-11 8 16,-12 7 12,-13 6-326,24-12 1,-1-1 327,-2 0 1,1 0 41,-28 6 60,7-7-43,13-8 0,13-4-16,10-3-46,9 1-66,5-1 512,2 5-434,3 6 55,1 11-44,1 15 0,-2 15 6,-6 12-371,1-26 0,-1 1 328,-2 2 1,0 1 8,0 0 0,1 1-14,0-3 0,2 0-127,0-2 1,1-2 124,7 26-24,5-9-10,9-10 28,6-10-180,9-14-503,11-14-192,-15-9 1,2-4-2266,9-6 1,2-2 3133,0-3 0,-2 1 0,-11 4 0,-3 2 0,8-4 0</inkml:trace>
  <inkml:trace contextRef="#ctx0" brushRef="#br1" timeOffset="179659">17813 3596 13670,'-2'-4'6005,"1"1"-3496,1 3-2374,-2-39-12,3 29 45,-1-26 28,3 44 50,-1 5 12,-1 3 33,-4 3-11,-3 0-50,-6 1 5,-6-4 11,-1-3 17,-2-6-39,1-8-50,1-9-33,4-11-57,3-13-45,6-10-11,7-8-11,11-3-1,8 3-16,10 8-11,6 9 6,3 11 5,0 11 0,-1 11-23,-4 16 18,-4 16 10,-10 19-354,-14-17 0,-3 2 340,-6 7 1,-4 2-1,-5 5 1,-3 1 2,-5 4 1,-3-1 5,-4 3 0,-1-2-457,-1-2 0,-2-1 463,2-7 0,0-2 10,2-9 1,0-4 50,-16 7 17,10-21 0,9-21-28,11-13 627,8-12-655,15-4 969,8 1-981,10 7-16,7 6 0,7 10-56,7 6-156,7 4-428,-24 4 1,0 1-703,1 1 1,1 0 1341,4 4 0,-2 0 0,4 0 0,-6 1 0</inkml:trace>
  <inkml:trace contextRef="#ctx0" brushRef="#br1" timeOffset="179860">18537 3646 21573,'0'-5'3613,"0"1"-2907,0 4-700,-4-7-79,4 27-622,-3 3-2571,5 31 3266,-1-7 0,0-18 0,-1-13 0</inkml:trace>
  <inkml:trace contextRef="#ctx0" brushRef="#br1" timeOffset="180399">18873 3399 23276,'4'-46'319,"-1"-1"0,1 3 1,3 6-35,18-2-128,-4 12-101,-1 6 23,-4 10-51,0 6-17,6 1-11,5 6-6,12 14 6,-11-2-5,10 20-7,-19-5 12,-1 12 0,-9 11 23,-16-7-1,-4-3 6,-16-6 34,0-13 67,-8 2 123,2-8 219,4-11-354,12-7 62,2-8-72,12-4-51,3-5-28,8 0-34,14-1 29,6 6-12,2 4-17,6 7 29,-4 6-12,17 13-17,-15-2-22,14 26 23,-31-20 5,6 23-34,-20-10-67,-22 21-408,-7-10-270,4-19 0,-1-3-806,-9 1 1585,-9-7 0,28-11 0,-6-1 0</inkml:trace>
  <inkml:trace contextRef="#ctx0" brushRef="#br1" timeOffset="180626">19746 3252 19871,'2'8'1708,"0"-1"-403,-2-7-196,0 0-1047,-4 78-2208,3-40 2104,-2 8 0,1 0-365,2-6-6723,0-10 7130,1 2 0,-1-13 0,1-10 0</inkml:trace>
  <inkml:trace contextRef="#ctx0" brushRef="#br1" timeOffset="181066">20074 2992 20565,'0'-5'3372,"0"2"-1479,0 3-1809,7-29 84,-6 41 34,0 1-146,-8 43-45,3-22 0,-1 1-445,0 20 434,5-15 5,8-1 40,11-14 33,5-6 18,10-13-1,0-19-11,3-14-34,-7 1 6,-8-1 0,-1-2 23,7-13-18,-10 13 1,-1-1 83,3-10 497,-8 12-440,-6 11-101,-3 8-68,-2 7-38,0 5 5,1 8 11,1 12-11,0 2-11,1 20-68,0 16-100,-1-27 0,0 2-1016,0 8 0,2 2 1195,2 0 0,0-3 0,0 6 0,2-3 0</inkml:trace>
  <inkml:trace contextRef="#ctx0" brushRef="#br1" timeOffset="181259">20980 3216 21775,'1'-5'4089,"-1"1"-3759,0 4-1007,-6 21-2510,0 8 3187,-4 14 0,5-15 0,2-12 0</inkml:trace>
  <inkml:trace contextRef="#ctx0" brushRef="#br1" timeOffset="181893">21826 2793 25203,'-43'-20'33,"0"0"1,1 2-1,7 8-16,14 18 22,-23 12-27,8-3 11,-15 10-18,10-4-5,8 0 0,8-3-12,8-2-4,9-5 10,4-4 0,5 0 18,1 0-1,3 2-11,1 4 0,-2 5 0,-3 7 12,-7 7-12,-6 5-12,-5 3 46,1-3-6,3-8-22,5-8 16,5-9 12,1-7 145,2-4 997,0-2-1075,2-9-45,1-1-12,4-7-16,6 0 0,5 1-28,8-2 6,7 3-12,2 3-5,0 5 11,-4 3 6,-4 6-6,-3 5-17,-3 7-5,-2 7 27,-6 2-16,-4 2 11,-9 2-22,-9 2-219,-10 0-795,-12 1-2213,-9-2 3249,-10-1 0,21-13 0,3-5 0</inkml:trace>
  <inkml:trace contextRef="#ctx0" brushRef="#br1" timeOffset="182100">22178 3215 24648,'-19'51'-275,"0"0"1,1-1 0,4-9-1,8-20 1,3-3 0</inkml:trace>
  <inkml:trace contextRef="#ctx0" brushRef="#br1" timeOffset="182726">22969 2886 25870,'-20'-26'11,"1"0"0,-23-10 0,7 46-28,-6 4 12,-1 4 16,3-1 0,8 0 6,8-6-11,8-2-6,7-5 5,4 0 18,0 1-12,1 3-11,-3 3 22,0 7 23,-2 5 11,0 5 6,-2 3-12,2 3-22,2-2-11,2-2 22,2-3-17,0-6 23,-1-4 39,0-5 90,1-6 128,0-3-33,1-4-84,1-5-56,1-3-68,6-8-44,7-2 0,12-3-6,6 1 6,4 3-6,1 5-11,-2 6-17,4 8 12,-14 2-1,9 11-16,-15 6 10,2 9 7,-9 6-62,-17 18 44,-6-14-42,-3-10 1,-5-1-465,-17 9 75,12-16 0,-1-2-1865,-24 12 2319,4-14 0,20-9 0,7-6 0</inkml:trace>
  <inkml:trace contextRef="#ctx0" brushRef="#br1" timeOffset="183142">23230 2817 20526,'7'-10'3489,"-2"2"-2503,-5 8-145,0 0-685,36-36-77,-16 22-46,4-7 1,1 1-12,-6 13 23,4 2 11,-2 3 6,5 0 22,2 5-45,-7 0-17,-3 2 18,-6 3-7,-5 0 29,-1 8 50,-3 15-39,-2 9-40,-1 17-287,0-9 268,0-16 0,2 3 8,4 3 1,3 1-12,0 0 0,2 0-22,4 5 0,2-1 11,-4-12 0,0-2 0,3 12 22,-21 0-122,-31-12-281,2-11 0,-6-1-2896,-6-3 0,-5-2 0,3 0 2277,-1 0 0,2-2 0,-9 1 0,10-3 1,28-5-1</inkml:trace>
  <inkml:trace contextRef="#ctx0" brushRef="#br1" timeOffset="183883">19128 4901 18857,'-3'-6'4509,"1"1"-3580,2 5-520,0 0-426,-17-42 29,20 42 10,-10-23-16,26 61-1,0 13-2,-12-20 0,-1 1-197,-2 3 0,-3 2 188,-6 0 0,-4 1-28,-4 0 1,-4 0-46,-6-2 1,-3-2-65,-2-3 1,-1-3-242,1-5 1,-1-3-2054,-18 3 2437,7-20 0,20-3 0,6-7 0</inkml:trace>
  <inkml:trace contextRef="#ctx0" brushRef="#br1" timeOffset="184259">19246 4471 23007,'-33'27'73,"0"0"0,2-3 0,11 0 0,31 8-23,8-5 12,10-6 78,2-9 168,-3-6 89,-5-10-61,-9-6-101,-7-10-83,-7-6-40,-8-3-12,-5-1-16,-4 2-5,2 5-39,2 7-136,6 8-61,3 5-151,3 10-980,7 6-3681,10 10 4969,7-1 0,-5-7 0,-5-8 0</inkml:trace>
  <inkml:trace contextRef="#ctx0" brushRef="#br1" timeOffset="184466">19572 4754 24906,'21'-33'-755,"0"0"1,3 3 0,5 7-1078,7 15 1,3 7 699,5-2 0,-4 2 0,6 0 0,-6 2 0</inkml:trace>
  <inkml:trace contextRef="#ctx0" brushRef="#br1" timeOffset="184633">19744 5022 18140,'-3'3'6441,"1"-1"-4637,2-2-1860,30-27-297,7 6-426,-3-2 1,4 0-73,3 4 1,-2 2 0,6-2-1,-2 1 1</inkml:trace>
  <inkml:trace contextRef="#ctx0" brushRef="#br1" timeOffset="187117">20588 4702 9800,'7'5'4453,"-1"-1"-1877,-6-4 1815,0 0-3904,-4-5-190,3 4-156,-4-4-57,5 6 22,-1 1 68,0 0 50,0 2 50,-1 0 68,-1 1 56,-1-1 78,0 0 123,1-1-22,-1-1-146,0-3-128,-2-3-102,0-3-33,0-8-39,2-6-56,1-9-45,8-5-28,4 3-11,5 7-34,4 9-17,1 9 34,5 10 0,3 12 12,2 12-1,-2 13 17,-5 8 0,-12 8-133,-10-23 1,-5 0 148,-5 4 1,-4 0-455,-8 5 1,-5-1 428,-5 3 1,-4-1 13,-3-1 1,-2-3 25,2-4 0,0-4 22,7-9 0,1-4 59,-12-5-39,19-23-23,13-13-33,12-8 230,10 3-281,16 8 945,-6 10-922,18 8-40,-4 9-363,16 4-2118,7 10 1853,-25-7 1,-1-1 0,4 3-1,-5 1 1</inkml:trace>
  <inkml:trace contextRef="#ctx0" brushRef="#br1" timeOffset="191466">14300 2169 17139,'0'-11'2829,"0"3"-2106,0 8 2722,0 0-1810,4-63-194,-1 36-727,-1-10 0,1 2-435,-2 20 117,-6-2-558,-3 4-299,-7-6-438,-5 7 572,-7 7 949,2 7 352,-22 22 716,11 7-2960,11-6 0,1 3 2274,5-1 0,4 2-47,1 1 1,3 0-326,-4 31-632,8-14 0,14 11 0,7-26 0,14 9-804,6-24-495,5-10 947,3-15 832,0-12 655,-1-15-295,-7-10-840,-7-7 0,-12 0 0,-8 14 0,-10-7 0,-3 24 0,-2-3 0,0 16-2747,4 6 1380,2 2 1468,2 12-414,0 5 22,4 16 263,4 7 115,5 5-540,7 7 2392,4 2-11770,5-1 8335,-8-17 0,-6-14 0,-11-16 0</inkml:trace>
  <inkml:trace contextRef="#ctx0" brushRef="#br1" timeOffset="191633">14724 2328 29415,'0'-9'1611,"0"2"-1579,0 7 1307,0 0-969,-31-30-6755,40 26 6749,-26-22 0,36 31 0,-8-2 0</inkml:trace>
  <inkml:trace contextRef="#ctx0" brushRef="#br1" timeOffset="192766">14135 6549 20678,'1'-43'877,"-1"-1"0,0 1 1,0-15-1,1 7-347,-1 10-186,1 13-217,-1 10-139,0 10-51,1 7 82,4 13 0,3 14-16,5 18 2,0 16-327,-7-24 1,-1 0 329,-1 4 1,0 0-1,-2 0 0,0 0-177,-1-2 1,0 0 173,0-4 1,-1-1 11,-3 23 22,-3-12 51,-3-13 157,0-11 44,3-12 530,0-12-737,-1-9 338,0-12-372,0-10-16,3-5-1,5-3-33,5 4-11,6 5 0,6 7 0,7 5-6,8 6 6,8 6 22,7 4-17,4 10 1,4 8-12,-2 8-28,-8 8 23,-14 7 16,-19 3-16,-26 7 33,-22 2-9,8-23 1,-3-2-197,-4-1 1,-1-2 162,-1-2 0,-1-3-227,4-3 1,0-2-2583,-22 1 2840,17-10 0,19-1 0,12-3 0</inkml:trace>
  <inkml:trace contextRef="#ctx0" brushRef="#br1" timeOffset="192976">14913 6694 24833,'0'-32'0,"0"7"0</inkml:trace>
  <inkml:trace contextRef="#ctx0" brushRef="#br1" timeOffset="195159">16373 6448 22979,'-5'-9'124,"0"2"-74,4 7 118,-1 2 302,-5 2-184,-5 2-163,-3 0 124,-12-1 72,2-3 174,-10-13-319,9-6-90,3-17-23,13-4-44,5 5 0,9-6-6,6 11-11,11-3-22,14 8-1,2 11 23,0 10-16,5 16 4,-8 11 6,-10-1 1,-2 3-6,5 27-966,-18-16 0,-6 0 977,-12 19-3,-8-16 1,-6 2-8,0-9 1,-4 0 0,0 0 3,-1 1 0,0 0 1,-1-1 8,-6 5 1,0-1 0,0-4 27,-4 0 0,2-6 19,-14 5 45,10-20 40,19-28-107,5 1-6,6-37-33,14 16-40,6-15 29,3 24 1937,7 8-1966,11 11 40,8 6-45,15 10-151,5 8-51,-10 1-1229,-7-1 0,1-1-3429,-11-5 1,0-1 3839,4 3 0,-2-2 0,2 0 0,-25-8 0</inkml:trace>
  <inkml:trace contextRef="#ctx0" brushRef="#br1" timeOffset="195483">16943 6236 20067,'-4'-3'3892,"1"0"-3528,3 3-347,-6 5 0,19 10-23,9 17 18,14 6-1,4 9 17,-17-4 5,-11-8 96,-25 20-28,-11-15-211,4-12 1,-4 0 181,-23 12-16,1-6-56,11-12-28,4-3-179,18-10-526,1-1-2455,18-5 3188,5-5 0,0 1 0,-2-3 0</inkml:trace>
  <inkml:trace contextRef="#ctx0" brushRef="#br1" timeOffset="195709">17489 6290 25320,'35'-39'-381,"0"1"0,2 2 1,1 9-772,-2 20 1,1 5-1970,0-1 0,0 2 3121,22 5 0,-25-2 0,-17 3 0</inkml:trace>
  <inkml:trace contextRef="#ctx0" brushRef="#br1" timeOffset="195866">17535 6540 22100,'52'-32'-1229,"0"0"0,0 0 0,-11 6 0,-2 1 1,-5 5-1,11 1 0,-32 13 0</inkml:trace>
  <inkml:trace contextRef="#ctx0" brushRef="#br1" timeOffset="196166">18387 6100 25201,'-50'32'82,"1"1"0,5-4 1,11 1-61,24 10 96,14-3-129,10-3 69,11-6-19,2-8 102,0-8 78,-3-9 93,-2-11-77,-3-9-39,-3-12-51,-4-9-61,-6-9-39,-4-7-11,-6 1-12,-1 8-50,-3 13-705,-1 16 733,-2 10 0,5 5 0,-2 3 0</inkml:trace>
  <inkml:trace contextRef="#ctx0" brushRef="#br1" timeOffset="198833">19285 6467 15748,'-2'-3'6032,"1"0"-4625,1 3-1351,-8-22 50,11 25 12,-5-13-18,13 34 29,-3 4 78,-2 5-5,-12 5-34,-10 1-51,-4-14 1,-2-2-23,-13 10 20,6-12 0,-3-4 148,-13-1 113,-9-4-6,8-14-169,12-14-94,11-15-51,10-17-28,11-13-303,7 25 0,2-1 283,4-3 0,3-1-2,3 1 0,2-1 2,1 2 0,0 0 3,-1 2 1,-1 1-131,-3 3 0,-2 2 186,5-23 22,-9 14 63,-10 6-68,-6 11-23,-3 5 557,-5 7-606,3 7 264,-4 1-326,4 5 27,4 7 6,4 2 12,4 9-6,10 4 11,9 10 22,13 8-245,-12-18 0,1 2 203,2 2 1,1 2 13,1 3 1,-2 0-7,2 3 1,-2 1-20,-2 1 1,-2 2-54,0-1 0,-3 2-297,1 6 0,-1 0 123,-7-15 0,0 0-663,2 10 0,-3-2-4115,-4 8 5036,-1 1 0,-3-20 0,0-15 0</inkml:trace>
  <inkml:trace contextRef="#ctx0" brushRef="#br1" timeOffset="199375">19985 6540 24043,'0'28'650,"-6"0"-336,-15-1-135,-6-6-90,-2-1 136,1-10 72,11-6-45,-3-13-191,10-10-44,6-21-11,8 4-1,13-25 7,10 5-467,-4 11 0,2-2 466,-5 5 0,0 2-3,0 1 1,-2 0 13,-4 3 1,-4 1-106,2-18 173,-4-9 16,-9 12 51,-16 4-73,-5 17-34,-8 7-39,9 15 935,1 4-941,6 11 155,1 2-166,4 11 12,6 5-1,6-2 1,15 26-17,7-5 11,-3-10 0,1 1-392,1-2 1,1 0 385,3 3 1,-1-2-1,-5-6 0,-1 0-25,4 4 1,-2 1-276,7 21-722,-13-13 0,-3 2-2966,-5-8 1,-3 1 3368,-2 1 1,-3-3 0,-1-1-1,-3-16 1</inkml:trace>
  <inkml:trace contextRef="#ctx0" brushRef="#br1" timeOffset="201433">20935 6229 17098,'-6'-62'2162,"1"0"0,1 16 0,-1 4-1232,-3-18-247,2 35-257,1 1-280,1 13-73,2 14-57,1 6 63,1 21 10,1 9-66,1 18-46,1-15 1,-1 2-43,1-6 1,0 0-564,1 9 0,0-2 63,2 13-726,-2-24 0,0-1 503,4 24 1,-3-18-1,0-7 1</inkml:trace>
  <inkml:trace contextRef="#ctx0" brushRef="#br1" timeOffset="201792">21598 5853 21511,'0'-5'3798,"0"1"-3086,0 4-718,-10-43 17,1 42 62,-27-9-50,-2 58-1172,9-12 1,-2 0 1153,7-7 1,0-1 2,-7 7 1,-1 0-334,9-4 1,1-2 332,2-2 1,3-1 2,-5 18 28,29-25-33,3-11 33,20-3 2110,7-4-2144,-2-2 1,4-1-29,-2 0 1,2 0 34,9-1 0,2 0-480,-5 0 0,-1 0-210,-9 1 1,1 0 677,13-1 0,-4 0 0,-13 1 0,15-2 0</inkml:trace>
  <inkml:trace contextRef="#ctx0" brushRef="#br1" timeOffset="202958">22210 5881 17143,'-6'1'5131,"2"-1"-3541,4 0-1556,-14-17-29,24 8-161,-5-13-628,28 14 784,2 2 0,-15 3 0,-4 2 0</inkml:trace>
  <inkml:trace contextRef="#ctx0" brushRef="#br1" timeOffset="208183">20421 3747 7755,'-7'1'5747,"2"0"-3876,5-1 1888,0 0-3283,-33 3-331,26-4-156,-21 0-11,39-6 10,6-3-16,6 0-39,1 2-22,-2 3 16,-8 2 73,-6 5 123,-6 1 45,-7 5-39,-9 5-40,-9 4-16,-10 3-22,-3 1-23,-2-2-12,5-1-10,6-4-23,9-2-56,8-5 12,6-4 111,4-2 68,6-1-17,7-2-40,10-4-38,8-6-1,7-5 0,3-1-10,-2 1 49,-7 4 96,-11 5 123,-10 4-112,-8 2-174,-11 5-11,-10 4 29,-15 7 21,-12 6 23,-3 3-11,1-1-17,13-6-34,15-7 1,11-6 50,12-3-57,12-6-346,20-6-1314,-7 2 0,3-2 1314,2 1 0,-1-1 0,14-3 0,-17 5 0</inkml:trace>
  <inkml:trace contextRef="#ctx0" brushRef="#br1" timeOffset="209459">22451 5857 13721,'-1'-8'3881,"0"1"-1959,1 7 996,0 0-2470,-29-71-112,21 40-194,-6-13 1,2 1 104,18 18-79,2 5-45,0 6-45,-3 6-50,-2 5 56,-3 7 51,-4 8-12,-5 13-28,-9 13-39,-6 11-182,10-20 1,0 1 147,0 3 1,0 0 5,1 1 0,0 0 11,2 1 1,1-1-15,2-2 0,2-1 14,-3 27-11,9-11 11,8-11 73,10-14 34,10-15 17,11-19-6,10-17-384,-21 8 1,0-2 321,1-2 0,-1-2 6,-1 0 0,-2-1 5,-4 3 0,-1-1 90,9-18 265,-11 11-355,-8 12-89,-5 11-39,-4 8 16,-1 11 23,1 11 0,1 15-28,3 14-6,3 10-48,-1-25 1,1 1-242,3 2 0,1 0-744,5 1 0,2 0 1050,7 1 0,-1-3 0,4 5 0,2-9 0</inkml:trace>
  <inkml:trace contextRef="#ctx0" brushRef="#br1" timeOffset="210026">23706 5921 21769,'-5'-48'1299,"0"0"1,0 7 0,0 8-964,-2 16-252,0 12-62,2 13 12,-2 12 16,-1 25-44,2-11 5,1 22 0,12-22 1,5 7-1,12-8 73,11-12 28,11-12 5,10-17-61,-23-3 0,0-3-338,4-7 0,1-4 312,3-5 1,-1-4-623,3-4 1,0-3 624,0-3 1,-1-1-9,-1-2 1,-2 1-12,-1 2 0,-2 1-301,-4 4 0,-1 3 287,-5 6 0,0 3-56,14-12-728,-8 17 72,-15 15-1827,-2 18 2539,-14 16 0,1-8 0,-4 3 0</inkml:trace>
  <inkml:trace contextRef="#ctx0" brushRef="#br1" timeOffset="213399">20445 2810 19899,'9'-40'509,"0"1"1,1 0 0,0 2-45,15-14-286,-10 14 0,1 1-112,6-17 111,1 5 0,1 1 31,2 4-103,1 4 0,3 1 191,18-2 68,-11 14 1,3 2 4,-7 7 0,1 3-28,5 0 1,-2 3 264,11 2-222,8 5 521,0 12-257,1 6-399,-26-1 0,-1 4-344,12 22 125,-12-1-298,-15-10 0,-2 2-259,4 23 357,-9-19 1,0 2-206,-3 4 0,-2 0-1214,-1 22 1320,-6-7 693,-9-15 100,-8-13 765,-10 2-145,-13-6 71,5-11-264,-4-6 715,19-9-1111,-4-14-583,13-2-559,-4-10-435,9 5 78,5 5-143,3 8 154,1 5 237,1 6 316,3 8 70,3 4 165,6 8 135,0-5 109,10 1 87,5-6 263,24-2 84,3-11-952,-20-2 1,-1-2 1392,12-8 251,6-10 143,-8-5-288,-4-4-330,-5-6-446,-19 9-867,-6 7-729,-5 10 1239,1 7 1,-4 6-1,2 1 1</inkml:trace>
  <inkml:trace contextRef="#ctx0" brushRef="#br1" timeOffset="214542">16145 7946 22615,'-20'-38'398,"0"12"-264,6 40-44,-14 9-23,-19 11-547,16-13 0,-3 0 516,-4 2 1,-2-1 19,-1-1 0,-1-1 8,5-4 1,1-2 312,-21 4-276,22-11-96,18-3-10,11-1 33,5 6-11,1 10 789,0 10-755,0 12 33,0 7-28,0 5-11,3 2-290,4 1 278,4-1 12,8-2-11,6-4-23,6-5-11,5-4-51,3-5-397,5-7-2974,5-8 3422,-4-9 0,-16-7 0,-11-4 0</inkml:trace>
  <inkml:trace contextRef="#ctx0" brushRef="#br1" timeOffset="215142">16816 8036 22134,'-9'0'2581,"1"0"-2105,8 0-234,0 0-248,-13-8 34,5 13 6,-12-2-29,7 15-10,-3 3 27,0 0 12,1-4 106,3-6 84,3-6-39,2-10-23,-1-7-50,0-12-56,1-10-17,3-7-5,5-3-23,6 5-11,5 8 6,8 8-12,6 8-5,8 6-17,9 7 0,3 11-11,1 12 5,-7 14 17,-11 11-28,-14 12 9,-16-23 0,-5 2-597,-7 8 1,-4 1 615,-8 6 0,-4 1 5,7-17 1,-1 0 0,-1 0 8,-12 13 1,-1-2 32,3-9 1,0-5-28,5-9 1,1-6 125,-17 2 0,13-22-23,10-11-55,10-14-29,10-6 1161,12-1-1199,8 3 118,9 10-113,5 8 11,4 8-17,7 11-61,9 8-65,-23-2 0,1 2-811,4 2 1,0 2-1223,4 3 0,0 1 1544,-4-3 1,-2 0 0,12 6 0,-19-12 0</inkml:trace>
  <inkml:trace contextRef="#ctx0" brushRef="#br1" timeOffset="215333">17501 8452 20996,'0'-7'5114,"0"2"-4828,0 5 84,0 0-410,-18-51 40,13 59-33,-15-33-62,19 63-661,-3 14-2499,3-2 2407,-1 5 0,2-21 0,0-15 0</inkml:trace>
  <inkml:trace contextRef="#ctx0" brushRef="#br1" timeOffset="215882">17928 8055 19014,'-2'-5'4951,"0"2"-4643,2 3 56,-23-69-157,18 42-157,-6-14 1,5 2 5,24 18-34,7 5-5,13 4-6,-9 7-11,8 6-39,-9 8 6,10 18 21,-10 7 7,-1 16 10,-16-14 7,-5 10-7,-19 6 1,3-10 2,-5-9 1,-2-2 41,-3-2 6,-5 3 151,8-18 96,6-10-51,0-5 17,2-15-174,4-4-61,2-4-1,10-1 7,2 8-18,14-4-39,-6 8 23,17 4 16,-11 7-22,6 3-11,2 7 11,-4 8-22,10 21-6,-13 4-6,-5 16 28,-18-16-5,-17 15-160,-3-27 1,-4-2-318,0 0 1,-1 0-1143,-6 1 0,-1-4 1630,-16 2 0,22-13 0,6-8 0</inkml:trace>
  <inkml:trace contextRef="#ctx0" brushRef="#br1" timeOffset="216076">18737 8171 22856,'-19'50'-47,"-1"0"1,3-4-1,2-5-3364,8-2 2368,1-7 1,2-12 0,2-9 0</inkml:trace>
  <inkml:trace contextRef="#ctx0" brushRef="#br1" timeOffset="216516">19039 7878 21455,'0'-7'4023,"0"2"-3715,0 5-269,0 0-6,0-28-10,0 41-6,-2-11 16,0 51-33,-1-9 11,1 18-16,2-24 10,5 12 1,4-23 22,7-10 62,0-9 10,5-14-21,3-10 10,5-13 1,4-9-12,0-4 23,-1 1 73,-2 5 55,-5 8-66,-8 11-96,-8 8-45,-4 10 1,-2 10-6,1 11-6,-2 12-6,0 11-5,-4 9-710,0 7 170,0-25-1,1 0-3347,2 2 1,1 0 3887,1-3 0,1-3 0,2 10 0,-1-20 0</inkml:trace>
  <inkml:trace contextRef="#ctx0" brushRef="#br1" timeOffset="216709">19837 8029 25175,'-6'34'-4112,"0"0"1,-4 28 4111,11-31 0,-1-12 0,2-9 0</inkml:trace>
  <inkml:trace contextRef="#ctx0" brushRef="#br1" timeOffset="217149">20147 7647 24066,'7'-45'844,"0"0"0,-1 5 0,-1 9-721,-3 23-95,-2 12 22,-2 13-11,-5 19 1,-5 21-401,2-20 1,0 1 374,-2 5 0,-1 0-3,2 1 0,1-1-6,2-3 1,3-1-11,3 23 5,11-17 28,6-16 28,5-15 11,3-12-6,8-13 1,7-12 5,6-11 423,1-10-462,-23 21 0,0-2 17,16-22 39,-7 6 73,-7 9 22,-7 12-78,-8 10-85,-4 5-4,-4 10-1,-1 8 332,1 16-343,-1 13-34,-3 11-355,-1 7 204,0 1-677,2 1-1872,8-3 2734,7-3 0,-3-26 0,1-8 0</inkml:trace>
  <inkml:trace contextRef="#ctx0" brushRef="#br1" timeOffset="217349">21085 7737 26049,'-27'51'-381,"3"-1"-1445,12-5-4184,5-1 6010,9-10 0,0-14 0,3-10 0</inkml:trace>
  <inkml:trace contextRef="#ctx0" brushRef="#br1" timeOffset="218349">21869 7294 21780,'0'-6'3950,"1"1"-2847,-1 5-1103,-11-50 28,-8 46-17,-16-31-17,-9 61 18,-3 5 4,-2-2 1,6-3 0,8-7-11,10-4-6,6-4 0,2 1 11,2 0 6,1 0-6,3-1-6,2-2 1,3-1 16,3-4 46,2 0 475,0-4-554,1 1 11,1 3 28,0 2 5,2 5-16,1 6-23,1 4 12,3 6-6,1 2-22,5 4 16,5 4 0,-5-12 12,4 4 0,-10-17 10,-1-1-4,-4-5 4,-2-3 52,0-2 32,0-1-21,1 0-62,-1 0-6,-2 4 0,0-1-17,-3 2 23,2-2-6,0-2 353,2 0-364,0-4 6,-1 2-6,0-3 34,1 3-29,0 1-10,0-2 16,0 0 0,0-1-11,0-1-34,0-2 46,2 1 4,-1 0-21,1 2 16,0 0 0,2-2-22,0-1 0,4-2 0,-1 3-1,6-1 7,10 1 22,0 0 5,5 1-50,-8 3 0,-7 2 11,2 4-5,-5 5-6,2 8 5,-4 15 1,-2 3 11,-2 14 5,-3-13 12,-1 10-23,-7-6-5,-8-1 10,-16-3-144,-16-15-452,2-10-490,12-8 1,-3-1 436,0-6 0,2 0 0,-13 2 1,3-6-1</inkml:trace>
  <inkml:trace contextRef="#ctx0" brushRef="#br1" timeOffset="218959">22488 7445 22397,'32'-45'870,"-1"0"0,-2 4 0,-4 6-461,-4 8-174,-3 5-84,-2 7-95,0 5-22,0 4-6,1 4-22,-4 2 44,7 6-44,-7 5-12,4 10 17,-4 9-33,-3 8 22,-3-4 16,-1-1 1,-1 2-11,3 24-378,-2-13 0,1 2 378,-1-3 0,0-1 2,1 4 0,-1 0-8,1-1 0,0-1 0,-1-2 0,-2-2-99,1-5 0,-4-2 121,-10 23-123,-17-14-818,-25-11 504,11-20 0,1-2 1,-6 0-1,-3-4 0</inkml:trace>
  <inkml:trace contextRef="#ctx0" brushRef="#br1" timeOffset="221733">17451 9499 23853,'-2'62'148,"-3"-25"1,-2 0-127,-14 22-73,-2-10 1,-2 3-650,0-7 0,0 0 92,-6 6 0,1-3 194,11-18 1,1-2-6074,-17 15 6487,20-28 0,3-5 0,8-9 0</inkml:trace>
  <inkml:trace contextRef="#ctx0" brushRef="#br1" timeOffset="222083">17442 9106 22179,'-30'39'203,"0"0"0,0 1 0,-14 16 0,18-9 110,37-22-178,-1-5 173,17-2 11,-2-15 174,13-13-141,-8-5 35,-2-14-34,-17-1-207,-5 7 128,-9-4-16,-9 3-174,-3 2-17,-7 2-50,4 11-23,5 3-39,2 4-22,5 4-179,0 11-819,4 5-2772,11 13 3837,5-4 0,-1-9 0,-3-8 0</inkml:trace>
  <inkml:trace contextRef="#ctx0" brushRef="#br1" timeOffset="222299">17940 9467 21360,'-3'0'2930,"1"0"-2757,2 0-313,24-65-302,10 34-602,-5-10 1,4 3-906,0 23 0,1 7-2840,20-5 4789,-2 7 0,-33 6 0,-2 0 0</inkml:trace>
  <inkml:trace contextRef="#ctx0" brushRef="#br1" timeOffset="222483">18029 9855 17960,'-4'3'5613,"0"-1"-4224,4-2-1440,75-75-1414,-47 53 0,3 0 1248,8-11 1,5-6-1,0 6-968,3 5 1,1 4-2815,0 0 0,1 1 3469,-7 4 1,-2 3 0,11-5-1,-24 10 1</inkml:trace>
  <inkml:trace contextRef="#ctx0" brushRef="#br1" timeOffset="222692">18864 9219 22543,'-2'-3'3747,"1"1"-2762,1 2-974,-15-26-22,18 34 6,-8-7 10,22 52-25,-9-19 1,0 2-166,-1 7 0,-2 3-1639,-1 4 1,-1 3 1823,1 10 0,0-4 0,-3-23 0,0-3 0,3 29 0</inkml:trace>
  <inkml:trace contextRef="#ctx0" brushRef="#br1" timeOffset="223842">14452 10783 24195,'-46'-22'169,"1"-1"1,1 6 0,4 12-52,0 49-861,18-14 0,0 2 765,-1 4 1,1 2-12,3 1 0,1 1 96,5-1 1,3 0-122,3-3 0,4-2-132,14 26-621,17-11-765,-4-29 0,4-4 1532,12-3 0,0-3 0,6 2 0,3-9 0</inkml:trace>
  <inkml:trace contextRef="#ctx0" brushRef="#br1" timeOffset="224016">14962 11079 26794,'-59'-23'-9831,"18"7"8502,49 22 0,0 0 1,-5-4-1</inkml:trace>
  <inkml:trace contextRef="#ctx0" brushRef="#br1" timeOffset="225200">16143 10907 20918,'-1'-53'1549,"1"0"1,-2 6 0,0 4-1275,-1 2 150,-1 6-195,2 17-135,0 4-101,2 9 1,0 8 27,3 24-16,-1-4-29,5 36-111,-5-20 0,1 1-612,1 3 1,0 2-4171,2 11 1,1-1 4754,0-14 1,0-3 0,4 11-1,-2-23 1</inkml:trace>
  <inkml:trace contextRef="#ctx0" brushRef="#br1" timeOffset="225533">16778 10625 20207,'0'-5'4822,"0"1"-3752,0 4-1092,-41-38 33,34 43-17,-24-26 12,53 52 0,10-2-1,-3-6 12,-3-5 0,0 1-28,9 10 5,-12-6 0,-3 2 29,0 19-46,-20 6 12,-9-11 19,-11-7 1,-4 0-3,-16 11-240,10-12 0,-1-1 66,-18 10-583,8-13-207,15-12-8873,9-10 8191,12-5 1,2-1 0,3 1-1</inkml:trace>
  <inkml:trace contextRef="#ctx0" brushRef="#br1" timeOffset="225759">17202 10684 19983,'-3'-2'4391,"0"1"-3652,3 1-761,22-61-146,8 35-213,-3-12 0,5 1-1232,0 23 0,2 5-2507,2-1 1,-1 1 3345,26-5 1,-23 8 0,-18 3 0</inkml:trace>
  <inkml:trace contextRef="#ctx0" brushRef="#br1" timeOffset="226266">17434 10840 18800,'-4'1'5490,"2"0"-4857,2-1-902,39-58-358,-4 28 16,0-8 1,2 1-505,-8 19 0,0 4-117,0-1 0,1 2 299,0 0 1,0 0-809,2 1 1,0-1 740,-1 1 0,0 0 1706,27-12 1671,-13 1 1253,-15 1-477,-15 2-1075,-9 3-756,-8 4-538,-3 5 57,-5 5-544,-4 3-129,-1 9-101,-2 9 6,1 10-1,0 7-60,5 4-1,5-1-6,8-2-16,9-7 22,12-6-11,15-10 17,10-8 6,-5-8 41,-9-5 0,-2-4 60,6-10 77,10-15 12,-29 0 33,-11-3 18,-16-3-80,-8-1-49,-10 4-40,-5 9-5,2 10-96,3 10-89,4 10-359,3 10-2750,1 11 3204,5 3 0,4-7 0,6-6 0</inkml:trace>
  <inkml:trace contextRef="#ctx0" brushRef="#br1" timeOffset="226899">19289 10504 24133,'-11'39'879,"-6"0"-750,-13-5-23,-11 3-10,-9 2-23,24-21 0,-2-1 162,-24 7 39,8-11-66,14-15-119,13-13-33,10-14-5,13-15-29,10-16-405,-3 23 0,3 0 405,1-4 1,1-1 2,0 1 0,-1 0 14,-1 3 1,-3 2 73,6-23 44,-10 13-6,-11 12-16,-6 9-23,-5 11-73,-2 5 749,2 8-777,0 8-12,1 9-10,2 12-6,2 9 6,4 10 22,6 7-11,8 8-270,-1-29 1,2 1 269,2 1 0,1-1-12,2 0 1,0-1-3,0-1 0,2-1-65,-1-1 1,2 0-418,1-2 1,1 1-1491,2-1 1,2-1 1985,-2-3 0,-2-3 0,8 7 0,-12-14 0</inkml:trace>
  <inkml:trace contextRef="#ctx0" brushRef="#br1" timeOffset="227449">19613 10653 24676,'7'-8'471,"-1"2"-51,-6 7 353,0-1-667,-7 0-16,-2-1 5,-8-2 84,0-7-117,7 2 39,0-13-45,8-3 0,5-16-11,5-15-6,2 14 0,0-1-5,7-18 8,-4 18 0,-1 1 92,-1-4 12,-1-4 10,-6 11-10,-12 7-96,0 13-27,-4 5-12,-1 10-17,3 4-5,-5 8-6,0 6 17,-3 20-11,7-9 0,1 16 17,13-12-12,8 11 12,14 6-1697,2-14 1,2-1 1692,-7-9 1,1 0-6,14 10 1,2 0-143,-13-12 1,-1-2 138,5 5 0,-2 1-151,-4 3 1,-6 2-1244,-4 20-639,-15 0 2039,-21-9 0,10-25 0,-1 0 0</inkml:trace>
  <inkml:trace contextRef="#ctx0" brushRef="#br1" timeOffset="230593">20519 9975 22049,'2'-53'1094,"0"0"0,0 6 0,-1 13-1020,0 28-29,0 17-17,1 1 61,3 41-27,-1-1-54,-1-20 1,-1 2 2,0 12 0,-1 1-1236,1-12 1,0 0 1190,-1 6 0,2 2-834,2 8 0,2-2-2016,-1-15 1,0-1 2883,3 10 0,-1-2 0,2-2 0,-4-21 0</inkml:trace>
  <inkml:trace contextRef="#ctx0" brushRef="#br1" timeOffset="230900">21054 9802 18016,'0'-4'5148,"0"1"-3725,0 3-1267,-25 18-83,11-1-3,-13 14 0,-3 5-23,12-7 1,1 2-391,-9 12 0,-1 0 407,8-8 1,2-1 75,-8 23-95,12-19 286,21-2-230,11-20-11,19 2-62,-2-12-23,3-6 1,3-2-37,-9-1 0,2-1-694,17-1 1,1-2-1021,-5-1 1,-1-1 1155,-5 0 0,-3 1 0,12-3 0,-23 4 0</inkml:trace>
  <inkml:trace contextRef="#ctx0" brushRef="#br1" timeOffset="234317">21739 9880 16913,'-3'-2'4391,"0"0"-2844,3 2-1099,-12-79-1073,19 39 709,-8-11 0,4 2 72,24 13 229,3 12-329,2 11 106,1 10-140,2 14 0,0 11-10,0 10 16,-3 5-62,-5 4 6,-8 2 50,-9 2-10,-9 1 10,-12-2 6,-9-4 493,-7-4-386,-5-9 89,2-9 72,3-9-49,6-7-85,7-5-72,8-5-45,7-4-17,8-3-17,9 0-11,8 3 28,6 2-28,4 5-33,3 6 10,1 6 1,-2 7 0,-6 4 50,-10 5 5,-12 2 6,-18 2-5,-14 1-34,-17-3-45,-12-5-491,-9-8-243,-1-7-4368,4-16 5147,15-5 0,19 1 0,13 4 0</inkml:trace>
  <inkml:trace contextRef="#ctx0" brushRef="#br1" timeOffset="234793">22715 9758 24615,'-6'-53'543,"0"0"0,1 6 1,1 9-410,4 21-111,0 11 10,5 17-5,4 13-11,7 18-11,5 12-151,-9-24 1,1-1 146,1 1 1,2-2 9,18 23 38,5-10 34,2-15 39,2-14 0,0-19-11,6-17-299,-22 3 0,1-4 220,3-3 1,2-3-446,2-4 1,2-1 442,-1-1 0,1 0-3,-1 0 0,0 2-11,-4 2 0,0 3 117,-4 4 1,0 2-135,21-11-40,-6 15 12,-4 10-67,-2 14 247,-7 14-1244,-9 19-3014,-14 20 4106,-10 3 0,-2-19 0,-1-16 0</inkml:trace>
  <inkml:trace contextRef="#ctx0" brushRef="#br1" timeOffset="239660">18159 7677 20526,'-8'-26'1579,"2"-4"-1287,10-1-51,0-5-6,4-4-123,-1 8 123,12-21-173,4 13-255,-4 12 0,2 0 215,23-12 1,4 5-6,3 10-23,-1 5-5,0 9 0,-1 4-40,0 8-5,-1 8 136,1 10-86,-2 13-5,-1 9-232,-23-16 0,0 0 243,-3 0 0,0 0 22,16 25-38,-10-6 78,-9-7 318,-9-6-207,-8-6 119,-7-7-46,-5-6 375,-7-5-532,-4-2 16,-7-2-44,-6 2-16,0-1 11,2 2 39,7-3 45,10-1-5,8-1-102,7-1-133,2 0 83,2 3 34,6 2-17,7 5 11,5 2 11,3 0 23,1-4 73,2-3 55,3-10 35,5-9-23,8-13-34,7-11-284,-22 17 0,-1 0 200,-2-1 1,-2 0 111,15-14-17,-16 8-55,-10 12-146,-8 8-3244,-3 5 3283,0 16 0,0-10 0,0 10 0</inkml:trace>
  <inkml:trace contextRef="#ctx0" brushRef="#br1" timeOffset="241277">15593 12240 23052,'-14'-21'829,"0"4"-728,6 19-17,-9 1-6,-12 5-16,-15 5-1,-14 6-44,24-8 0,-1-1-173,0 1 1,0-1 258,2-2 1,1-1 182,-18 1 10,17-5-71,14-3-107,12 0-96,4-1-100,3 1 27,0 2 486,0 10-424,0 13 17,-3 17-11,-3 16-287,1-25 1,1 2 288,-1 1 1,1 1-17,0-1 0,2 1-1,0-2 1,2 0-210,9 26 190,9-9-33,16-14-80,16-15-72,-16-18 1,2-4-676,6-7 0,1-3-1215,7-6 0,0-3 1494,-5-1 0,-3-1 1,15-7-1,-26 11 1</inkml:trace>
  <inkml:trace contextRef="#ctx0" brushRef="#br1" timeOffset="241894">16300 12112 24850,'-13'-3'84,"2"5"-17,6 7 17,-6 8-17,-4 5 17,-6 4 90,0-4 134,2-7 107,5-8-74,4-5-150,3-9-62,2-6-51,2-10-33,5-5-17,5-3-39,5 1 22,7 4-11,2 5-11,3 7 11,4 5-45,3 6 22,3 10 18,-1 10 5,-6 16 0,-9 16-12,-16-17 1,-4 2-170,-6 7 1,-6 3 170,-4-1 1,-5 2 0,1-3-589,-3 4 1,-2 0 600,0-3 1,-3 2 0,3-5-1,2-8 0,1-4 17,-2 1 1,-1-3 63,-10-2 11,11-37-72,13-4-12,8-26 28,14 7 301,5-9-340,10 7 1236,1 10-1269,3 10 22,4 9-17,8 14-134,9 6-522,7 10-1296,-16-5 1,0 1-2937,-3-3 1,-2 0 3413,0 0 0,-4-2 1,4 1-1,-26-10 0</inkml:trace>
  <inkml:trace contextRef="#ctx0" brushRef="#br1" timeOffset="242077">16932 12394 26743,'-39'13'-50,"8"16"-605,33 13-2555,5 16 1795,1-7 0,0-18 0,-4-15 0</inkml:trace>
  <inkml:trace contextRef="#ctx0" brushRef="#br1" timeOffset="242601">17211 12152 24883,'-5'-46'134,"-1"1"1,3 0 0,6 8-79,18 19-5,16-5-35,-3 11-10,8 6-17,-13 10 11,3 10 5,-6 6-10,9 19 5,-11 1 17,-5 13-6,-13-15 11,-13 12 17,-15-4 17,-6-2 45,-8-7 90,8-23-79,8-8 100,4-10 158,8-5-180,1-3-66,6-2-63,7 2-50,1 3 12,10-1-18,4 2-5,9 1 17,19 5-22,-2 8 5,13 9 0,-21 1-6,1 11-22,-20 8 11,-10 5 6,-20 9-73,-20-7-22,-2-13-362,1-10 0,-2-2-1531,-17-2-2917,15-6 1,1-1 3973,-6-4 1,15-4 0,19 0 0</inkml:trace>
  <inkml:trace contextRef="#ctx0" brushRef="#br1" timeOffset="242967">18077 12244 25987,'34'5'-84,"-7"14"-1647,-27 42 1731,-1-26 0,1-1 0,-2 4 0,1-5 0</inkml:trace>
  <inkml:trace contextRef="#ctx0" brushRef="#br1" timeOffset="243534">18541 11941 24911,'-4'-51'233,"0"-1"1,1 5 0,5 8-139,17 13-5,2 3-29,2 5-66,1 5-1,0 4 6,1 5 0,2 9 0,3 6-17,4 11 34,-1 8-22,-2 6-18,-7 5 12,-11 1 0,-10 0 22,-13-2 6,-11-4 16,-8-5 29,-2-6 67,3-9 78,6-8-11,5-8-28,6-7 6,4-5-23,3-2-39,3 1-51,2 0-21,4 3-7,4 1-22,7 2 1,7 4-29,9 5-6,7 7 12,7 8-6,3 7 6,-1 6-17,-9 5 17,-16 5 5,-21 4-173,-21 1-442,-20-3-1459,-11-9 2080,19-19 0,1-3 0,-3 1 0,4-5 0</inkml:trace>
  <inkml:trace contextRef="#ctx0" brushRef="#br1" timeOffset="244577">19572 12087 20100,'0'-4'4884,"0"1"-3511,0 3-1345,17-51-23,-10 42 7,16-27-1,-18 52-45,0 19-464,-7 2-3653,-8 19 3303,-2-5 0,0-16 0,5-16 0</inkml:trace>
  <inkml:trace contextRef="#ctx0" brushRef="#br1" timeOffset="245501">20067 11727 18846,'2'-57'1529,"0"0"0,1-9 0,2 6-650,1 8-560,0 17 0,-1 0 214,2-10-91,-1 12-274,-3 14 40,-1 9-197,-2 8-7,0 14 12,0 10 6,0 19-28,0 12 6,0-9 0,1-8 0,1-1 6,4 12-6,0-14 0,1-2 0,10 7 25,2-13-2,-4-13 72,9-15-22,-3-13 5,11-11-11,-3-10 28,0-3-33,-9 10 112,2-4-79,-12 19-50,1-1-51,-7 13 6,-3 4 6,1 3-6,2 17 28,0 4-23,1 20-16,-2 9-230,-2-23 1,1 2 125,1 3 0,0 1-535,2 4 1,1 0-1659,1 2 0,1 0 1721,1-5 0,-1-3 1,3 11-1,-3-22 1</inkml:trace>
  <inkml:trace contextRef="#ctx0" brushRef="#br1" timeOffset="245717">20902 11681 21959,'0'-4'3496,"0"1"-3143,0 3-342,3 11-28,-1 9-302,1 16-1507,-3 11 1826,-5 9 0,2-24 0,-1-3 0</inkml:trace>
  <inkml:trace contextRef="#ctx0" brushRef="#br1" timeOffset="246334">21631 11436 20789,'0'-6'3478,"0"0"-2761,0 6-307,0 0-136,-20-62-100,12 45-141,-3-17 1,-2 5-29,3 27 12,-7 2-17,-8 4 6,-12 6-17,-9 7 27,-6 5 24,1 2-35,9-2 23,11-3-17,12-4-33,6 0 33,5-1 12,1 3 5,3 2 5,1 4 18,3 2 38,0 4-33,0 1-22,-1 2 50,0 0-39,-2-1-6,0-3 6,-1-7-6,2-7 101,0-6 185,2-6 33,0-4-229,2-5-96,2-7 29,4-7-40,5-5 1,5-1-1,5 1-5,4 3 17,3 7-34,2 4 11,3 6-11,3 8-39,0 9 27,0 10-4,-2 8-12,-4 4 5,-8 5-16,-10 3-90,-16 2-436,-15 3-774,-12 0-2173,-11-5 3512,-3-10 0,18-15 0,5-8 0</inkml:trace>
  <inkml:trace contextRef="#ctx0" brushRef="#br1" timeOffset="246710">21907 11282 25618,'42'-44'205,"-1"0"0,-3 3 1,-6 11-117,-14 22-44,-4 5-11,-4 3 16,0 5-16,1 5 16,5 10-33,4 9-12,3 10 29,5 9-28,3 6-4,-14-25 1,-1 1-170,-1 2 0,-2-1 178,-2 3 1,-3-1 7,-3 3 1,-5 0-9,-5 1 0,-5 0-11,-4 1 0,-4 0-39,-6-1 0,-4-1-663,-2 0 0,-1-2-788,-3-2 0,0-2 890,5-5 0,2-4 0,-8 6 0,16-15 0</inkml:trace>
  <inkml:trace contextRef="#ctx0" brushRef="#br1" timeOffset="249477">17091 13542 18005,'0'-3'5042,"0"0"-3463,0 3-1473,-8-42-61,8 33 28,-4-24-12,10 48 35,1 14 10,-3 11-44,-4 8-6,-8 7-34,-10 3-36,5-28 0,-3 0-189,-1-1 0,-2 0 1,-1-3 1,-1-2-1233,-17 11-5043,6-19 6477,11-15 0,10-5 0,7-2 0</inkml:trace>
  <inkml:trace contextRef="#ctx0" brushRef="#br1" timeOffset="249860">17214 13095 18207,'0'-5'4756,"0"0"-4252,0 5-482,-20 29 17,21-10-5,-12 22-1,27-21 40,5-6 56,0-7 95,1-7 213,0-13-280,-10 2 179,-1-15-45,-10 3-55,-7-10-35,-5-2-22,-5 2-27,-1 8-74,-1 10-44,-1 8-34,-1 15 0,-1 6-12,1 11-200,5 10-124,7-9-2258,12 10 1746,17-10 0,-8-7 0,5-4 0</inkml:trace>
  <inkml:trace contextRef="#ctx0" brushRef="#br1" timeOffset="250101">17887 13180 25478,'33'-36'-2404,"0"0"1,-2 4 0,0 10 2403,13 27 0,-18-2 0,-14 2 0</inkml:trace>
  <inkml:trace contextRef="#ctx0" brushRef="#br1" timeOffset="250277">17883 13522 19596,'-4'3'5164,"0"-2"-4374,4-1-857,14-41-264,21 11 112,-17 2 1,3-1-1222,14 6 0,5 4 1440,-1 0 0,-1 2 0,14-8 0,-2 4 0</inkml:trace>
  <inkml:trace contextRef="#ctx0" brushRef="#br1" timeOffset="250617">18708 13023 20754,'-41'18'44,"0"-1"1,6-2 0,6 4 1037,14 11 0,6 3-1082,0 7 1046,14 0-1057,23-11 608,8-7-580,19-8 55,-4-22 1903,-10-4-1874,5-16 106,-12-13 22,-5-6-27,-9-12-62,-23 9 46,-6 12-80,-30-3-106,-1 25-45,10 6 1,-3 3-970,-25 12 1014,-3 12 0,29-5 0,4 2 0</inkml:trace>
  <inkml:trace contextRef="#ctx0" brushRef="#br1" timeOffset="252467">14429 14502 8728,'4'-7'6755,"-1"1"-3363,-3 6-776,0 0-1707,-12-28-567,6 19 171,-11-21-345,5 28 772,-2 2-873,-6 9-11,-7 10-11,-8 15-20,14-10 0,1 2-261,-2 4 1,1 3 240,1 2 1,1 1 2,2-1 1,3 1-1,3-4 1,2 0 8,-2 22 5,11-12-16,11-13 50,8-11 50,10-10 40,6-16 50,6-14-23,0-18-99,-20 14 1,-2-2 53,-1-5 1,-2-2-26,-3-4 1,-3-2-12,-2-3 1,-3-2-23,-1-2 0,-3-1-3,0 0 1,-1 0 4,0 5 1,0 1 8,0 7 1,0 3 46,0-10-94,0 20-45,0 15 5,0 11 6,5 12 23,4 16-51,5 18 5,-7-16 1,0 2-104,0 5 0,-1 1 114,0 5 1,0 1-9,0 2 1,1 1-130,0-2 1,1 0-466,2-3 1,3-1-1068,-1-6 0,3-3 1681,5-4 0,-1-3 0,3 2 0,0-11 0</inkml:trace>
  <inkml:trace contextRef="#ctx0" brushRef="#br1" timeOffset="252634">14956 14729 26004,'-32'-47'-5640,"13"14"5640,34 43 0,-4-2 0,-3-4 0</inkml:trace>
  <inkml:trace contextRef="#ctx0" brushRef="#br1" timeOffset="253127">16095 14636 24531,'-9'-46'543,"0"0"0,1 5 1,-2 6-298,-6 12-106,-2 11-78,-3 9-12,-6 16 1,-5 16-29,-6 18-450,17-16 1,1 3 427,-1 4 0,0 2 3,3 1 0,1 0-45,4-2 0,2-1 30,4-6 1,4-1 11,11 17 12,15-19-1,16-13 17,13-23-23,7-14 3,-29 4 1,-1-4 324,-1-1 1,-4-3-284,-3 0 0,-4-2 85,4-30-34,-14-2 5,-16 0 6,-6 4-39,-9 9 38,-4 12-89,-2 14-27,-3 12-6,1 14-17,3 9-51,6 9 5,10 8-1119,12 6-2285,15 5 3478,21 3 0,-14-20 0,6-5 0</inkml:trace>
  <inkml:trace contextRef="#ctx0" brushRef="#br1" timeOffset="253434">16583 14482 24010,'-3'-5'2156,"2"1"-1534,1 4-644,-22-48-12,25 41 45,-10-29 40,35 58-57,2 9-5,1 21 16,-12-13-5,-10-8 0,-3 1 0,-4 11 6,-9 12 5,-7-5-22,-11-6 11,-5-8-6,0-8-520,4-8-1871,9-11 2397,11-13 0,4 2 0,5-5 0</inkml:trace>
  <inkml:trace contextRef="#ctx0" brushRef="#br1" timeOffset="253668">17045 14474 17143,'-6'1'4996,"1"0"-2576,5-1-2420,-6-20-79,32 3-81,-3-4 1,3-1 19,30 1-437,-5 5 0,-1 3-2150,4 6 1007,-22 2 0,-1 1 1720,5 6 0,-25-1 0,-2 1 0</inkml:trace>
  <inkml:trace contextRef="#ctx0" brushRef="#br1" timeOffset="253860">17239 14624 16969,'-2'3'6111,"0"0"-3461,2-3-2578,-13 0-55,18-11-28,-9 3-62,33-18-257,7 2-754,-3 4 0,4-1-1378,-3 4 0,3 0 1783,13-5 1,-3 2 0,-1 2-1,-3 3 1</inkml:trace>
  <inkml:trace contextRef="#ctx0" brushRef="#br1" timeOffset="254201">17956 14255 26340,'-37'1'140,"0"0"0,-23 7-129,32 41 0,12 0-11,8-9-5,12 18-12,11-22 11,15 12 18,12-20-1,7-12 34,0-11 33,-5-15 28,-10-12 18,-10-11 16,-11-9 0,-9-8-73,-7 7 101,-15-17-73,-3 27-45,-13-9-27,-3 24-46,-4 10-49,8 5-2471,-10 11-7288,22 0 8040,-4 2 0,18-4 1,5-5-1</inkml:trace>
  <inkml:trace contextRef="#ctx0" brushRef="#br1" timeOffset="254885">19179 14255 19916,'1'-3'4206,"0"1"-3674,-1 2-437,18-6 73,-14 14 34,9 1-74,-27 21-55,-15 7-51,7-15 1,-2 0-15,-4 2 1,-2-1-97,-1 0 0,0-2 144,3-3 0,1-3 96,-13 3-40,17-16-62,12-18 0,10-15-27,9-20-4,0 19 1,1-1-353,3-7 0,1 0 369,2-4 1,0 1 47,0 0 0,-1 1-10,-2 4 0,-2 2 211,4-24-38,-7 16-63,-10 12-44,-4 13-67,-2 8 675,1 7-765,1 4 339,1 9-311,-3 10-11,-2 14-6,0 11 1,3 8-12,4 4-334,12 4 345,0-29 1,4-1-18,5 1 1,3-2-15,5 1 1,2-1-104,4 0 0,3-2-241,2 0 1,2-1-788,0 1 1,1-1-813,-2-1 0,0 1 1980,-5 3 0,-3-2 0,5 3 0,-15-3 0</inkml:trace>
  <inkml:trace contextRef="#ctx0" brushRef="#br1" timeOffset="255410">19472 14476 24587,'12'6'140,"-2"3"-17,-8 7 90,-1-1 72,-4-3-15,-3-4-30,-4-5-27,-4-4-50,-2-6 5,3-9-84,3-8-56,5-10 16,12-7-21,9-6 5,12-7-17,-11 24 0,1-1-285,1-3 1,1 0 298,0-2 1,0 0 30,-2 2 0,0 1 50,-4 3 1,-1 1 150,2-18-78,-11 8-44,-12 6-51,-6 8-39,-7 4 11,-1 8 513,2 7-558,4 6-11,3 5-22,4 7 33,2 7-11,3 6 0,3 8 22,8 6-33,8 8 22,14 6-325,-11-24 0,3-1 311,2 3 0,2-2-14,2 1 0,1 0-25,1-1 0,0 1-230,-1-2 0,-2 0-44,-2 0 0,-4 0-1192,7 27-2765,-22-1 4273,-14-10 0,-2-17 0,2-13 0</inkml:trace>
  <inkml:trace contextRef="#ctx0" brushRef="#br1" timeOffset="257234">20661 13958 21196,'-2'-43'894,"0"0"1,-1 0 0,0-14 0,-2 9-373,-2 15-102,0 14-342,1 10-18,3 10-38,-1 10 25,0 14-19,-2 16-5,0 14-176,2-23 0,0 1 158,1 0 1,0 1 2,1-1 1,0-1-15,5 24 23,3-10 5,3-14 90,-1-13 151,-4-10-50,0-12 274,-4-12-403,1-12-17,-3-12 0,-2-9-16,-3-4 27,0 2 45,1 8-11,2 14-61,2 13-74,1 9 18,1 12 21,0 11-10,2 13 0,1 11-34,2 8-118,3 3-778,1 4-4692,4-1 5616,2-9 0,-4-18 0,-4-13 0</inkml:trace>
  <inkml:trace contextRef="#ctx0" brushRef="#br1" timeOffset="257561">21291 13708 22408,'1'-3'2789,"-1"0"-2296,0 3-431,-5-16 39,-11 31 5,-15-1-84,8 9 1,0 6-303,-3 2 1,-1-1 318,1 0 1,0-1-1,4-2 0,2-2 28,-5 15-28,13-11-11,16-7 34,10-7 0,19-3-51,16-7-17,-17-3 1,3-2-41,6-3 1,1 0 25,2-2 1,2 0-273,1-2 1,0-1-1445,-1-1 0,-2 1 1102,-7 0 1,-3 1 0,8-3 0,-21 5 0</inkml:trace>
  <inkml:trace contextRef="#ctx0" brushRef="#br1" timeOffset="259735">22217 13595 24351,'-15'-22'157,"4"9"-78,12 29 27,1 5 23,-7 4-73,0-5 140,-15 10-17,3-14 62,-10 4 34,7-13-12,3-10-45,4-9-78,3-12-56,4-11-33,3-8-34,7-2-1,4 7-16,6 11-22,2 12 5,3 8 17,3 13 0,5 10 11,3 17-16,1 13 2,-18-18 0,-2 3-272,-2 4 1,-4 2 271,-4 5 0,-5 2-502,-5 5 1,-5 1 509,-5 4 1,-4-1 5,-5 0 1,-3-1 21,-1-6 1,-1-4-39,3-9 0,0-6 173,-16-2-72,17-37-18,17-26 468,18-16-501,13-2-17,14 7-28,4 16 1058,-1 15-1058,2 15 177,3 10-183,11 6-28,-21-4 1,1-1-487,5-1 1,1 0-134,5 0 1,2-1-2434,3-2 0,0-1 2449,-3-1 1,-4 0 0,14-1-1,-26-1 1</inkml:trace>
  <inkml:trace contextRef="#ctx0" brushRef="#br1" timeOffset="260077">22885 13517 26301,'-9'18'196,"2"11"-174,11 25-22,5-3 6,9-10 78,12-13 45,11-13-6,13-21-51,-22-2 1,1-5-494,5-5 0,1-4 516,4-3 0,2-1-364,1-3 1,0-1 340,0 0 1,0 0-37,-3 1 1,0 0-260,-5 4 0,-1 0 220,-3 4 0,-3 2-19,17-9-62,-17 12 470,-17 11-1691,-14 15-3121,-12 11 4426,-4 6 0,3-6 0,3-8 0</inkml:trace>
  <inkml:trace contextRef="#ctx0" brushRef="#br1" timeOffset="267360">15497 15724 22806,'-10'3'644,"-3"2"-454,-1 7-111,2-3 128,-12 6-84,3-4-56,-13 5 12,-2-3-29,-7 1-5,-5 1-6,8-4 62,-16 2 61,27-6-50,-7 1-61,25-5-12,8-3 6,3 0-17,6 5 33,1 6 46,5 12-1,-4 12-56,-2-2 28,-3 1 1,-1 0 28,3 20-336,0-14 0,1 1 279,2-8 1,1-1-9,2 0 0,0-3 3,9 15-11,7 3 10,9-8-10,3-4-84,13-5-869,-2-22-4279,10-21 5198,-3-9 0,-19 1 0,-15 5 0</inkml:trace>
  <inkml:trace contextRef="#ctx0" brushRef="#br1" timeOffset="269152">16573 11991 15625,'-17'-8'2240,"2"1"-973,15 9 1740,-1-1-2783,1-8-5,2-5 5,3-9-34,3-7-55,2-7-18,2-8-55,3-8-40,-3 20 1,1 0-12,8-12-11,-2 15 0,1 2-184,18-4 189,-12 12 1,2 1-6,2 2 0,2 2-3,1 1 0,0 2-3,0 2 1,0 2 16,28-1-22,-8 8-11,-7 8 33,-9 9-17,-2 16 6,-14-8 0,1 17 0,-15-12 34,-4 7-12,-8-1 213,-12 2-207,-3-9-6,-1-5 68,0-9 67,6-9-12,-2-2 23,2-6-73,4-3-55,3-2 66,2-1 0,3 2 18,-1-1-24,2 2-66,1 2-191,1 1 168,5 5-11,9 2 23,6 2-6,2-1 16,5-4 34,-3-4 23,8-6 89,4-11-39,-6-4 6,1-9-85,-14 9 46,0-6-11,-7 9-40,-1-3-17,-4 6-157,-3 8 11,-1 4-498,-1 6-2666,3 7 3271,0 3 0,0-1 0,0-4 0</inkml:trace>
  <inkml:trace contextRef="#ctx0" brushRef="#br1" timeOffset="272243">16220 15762 21763,'9'16'1788,"-3"-2"-1318,-6-6-291,-2-3 96,-3 2 38,-4-2-44,-1-1 5,-2-1-27,2-8-135,1-1 90,-2-21-157,5 8 33,-2-22-5,8 8-51,6 2-33,1 6 6,8 12-12,4 9 0,17 10 23,3 9-12,10 15-554,-7 11 554,-12-3-8,-16-2 0,-4 4 0,-8-7 0,-4 1-494,-4 19 0,-5 3 499,-9-3 1,-5 0-448,4-15 0,-2 0 1,-1-1 455,-5 8 0,-3-1 28,2-10 0,-4 0 0,4-5 28,-16 7 44,5-14 1,2-13 0,15-31-34,-2-22-28,27-2 451,15-15-439,19 10-40,2 8-28,8 10 23,-7 24-6,-9 13-45,23 19-34,-10 1 49,-12-5 1,3 1-831,-5-3 0,1 0-1789,3 0 0,-1-1 2649,24 12 0,-21-10 0,-15-9 0</inkml:trace>
  <inkml:trace contextRef="#ctx0" brushRef="#br1" timeOffset="272436">16873 16066 24883,'11'32'-1974,"-1"1"0,11 23 1974,-11-29 0,-3-12 0,-3-6 0</inkml:trace>
  <inkml:trace contextRef="#ctx0" brushRef="#br1" timeOffset="272993">17329 15777 24934,'19'1'544,"-4"3"-315,-17 9-50,-5 0 23,-4-3 16,-4-4-10,-2-8-18,-1-7-56,0-9-33,1-10-39,5-9-17,6-3-1,10-1-16,6 4 6,9 6-12,4 8 1,2 7-18,5 7-21,5 8 16,4 12-17,4 10 0,-4 13 23,-10 10-12,-16 11 9,-15-22 0,-6 2-545,-5 6 1,-5 1 510,-7 7 0,-4 0 22,-2 0 1,-3-1 11,-1-4 0,-1-3-3,5-10 0,-1-5 39,-19 4 17,15-28 0,16-16-11,11-13-23,14-5-10,11-4 16,13 1-6,11 4-39,10 5 606,7 6-724,-25 12 1,1 1-451,1 2 0,0 1-894,1 1 1,1 1 1478,4 0 0,-3 2 0,5-1 0,-5 1 0</inkml:trace>
  <inkml:trace contextRef="#ctx0" brushRef="#br1" timeOffset="273153">18052 15821 26435,'-1'39'-3131,"1"1"3131,0-9 0,0-11 0,0-10 0</inkml:trace>
  <inkml:trace contextRef="#ctx0" brushRef="#br1" timeOffset="273769">18607 15534 16583,'-4'-3'6671,"0"1"-5042,4 2-1237,-21-73-145,27 39-166,-10-12 1,4 1 7,30 15-44,6 6-6,2 9-27,2 8-1,1 10 11,-1 11-11,-4 12 1,-7 12-1,-10 6 0,-9 5-22,-13 2 0,-10-1 22,-7-5 0,-5-10 6,5-14 520,-23-16-296,26-10 0,-14-10-95,28-2-62,7-2-12,5 1-16,9 0-33,6 4-6,7 5-12,4 7-5,7 11-5,4 10-7,2 9-10,-7 7 0,-14 2 27,-18 1 1,-23 2-17,-15-2-101,-13-6-353,-3-8-834,2-11-3659,4-11 4958,8-8 0,13 1 0,9 0 0</inkml:trace>
  <inkml:trace contextRef="#ctx0" brushRef="#br1" timeOffset="273977">19398 15560 25578,'-23'51'-1105,"1"-1"0,0 0 0,5-8 1105,10-21 0,2-2 0,2-10 0</inkml:trace>
  <inkml:trace contextRef="#ctx0" brushRef="#br1" timeOffset="274410">19790 15194 22576,'-3'-5'3546,"0"1"-2622,3 4-700,-14-60-163,11 45-22,-7-39-22,14 72-17,2 5-11,-2 27 45,-2 6-363,-3-20 0,-1 3 323,-1-1 1,1 0-195,-1 2 0,0-3 194,0 10 1,8-3 27,3-34 0,9-7 6,17-26-5,0-7-18,4-7 23,0-3 34,-9 7 61,11-12-28,-12 14-16,-4 5-57,-15 19 636,-5 4-636,0 10 440,-1 6-457,1 23-10,-2 3-46,-1 15-33,-1-15-778,2 14-3126,3-7 3988,3 3 0,-3-19 0,0-15 0</inkml:trace>
  <inkml:trace contextRef="#ctx0" brushRef="#br1" timeOffset="274610">20657 15463 26911,'-28'35'-605,"6"-9"-6424,12 17 7029,6-21 0,0 4 0,4-17 0</inkml:trace>
  <inkml:trace contextRef="#ctx0" brushRef="#br1" timeOffset="275226">21299 15109 21108,'0'-4'3641,"0"0"-1787,0 4-1792,-6-48-34,0 37 5,-8-34 12,-3 49 0,-5 2 11,-5 2-28,-5 2-17,5-2 28,-19 7-27,17-2-1,-10 6-73,16-5 29,10-1 72,4-4-39,2 5 11,3-3-5,-1 9 10,2-2 18,2 5-12,0 1-5,1-3 28,0 3-23,0 0 23,-1 0-28,1-1-28,-1-10 44,0-6 57,1-4 347,0-3-314,5-10-50,2-3 5,5-10-11,2 1 1,1 3-68,1 4 16,2 7 12,4 3-28,3 8 6,4 8-12,-5 3 6,16 23-28,-14-7 17,9 17 11,-19-16-39,-13 18 5,-19-16-78,-17 15-324,-14-16-1072,-6-8-1432,-1-8-6891,7-9 8816,17-4 0,12-3 0,15 0 0</inkml:trace>
  <inkml:trace contextRef="#ctx0" brushRef="#br1" timeOffset="275653">21521 14946 26351,'30'-29'149,"0"1"1,-3 2-1,-1 6-14,2 12-35,-4 2-21,-1 3-23,-2 1-45,-1 3 23,-1 4-12,-2 5 6,-2 8 6,-2 10 5,-3 10 28,-3 9-28,-1 8-318,0 4 287,-1-27 1,0 0-4,1 1 1,2 1 2,0 1 1,2 0-9,1 1 0,0-1 0,0 0 0,0 0-3,-2-1 0,-2-1-41,-3 26-124,-28-6-213,1-29 0,-6-3-1185,-11 0 1,-4-2 1135,0-3 1,2-2 0,-17 3 0,25-9 0</inkml:trace>
  <inkml:trace contextRef="#ctx0" brushRef="#br1" timeOffset="278226">16596 17012 24855,'7'59'275,"-1"2"-253,0-3-679,-5-25 1,-3 2 647,-4 3 1,-3 1-18,-4 3 1,-4 0-20,-5 1 1,-2-1-133,-3-2 1,-2-2-521,2-5 0,-1-3-5127,-19 9 5824,15-19 0,15-15 0,11-5 0</inkml:trace>
  <inkml:trace contextRef="#ctx0" brushRef="#br1" timeOffset="278609">16828 16698 24094,'-14'30'53,"0"1"0,-3 22-14,28-22-27,8-8 32,13-8-38,-9-8 50,10-9 95,-15-8 112,3-9 152,-9-7 33,-5-2-67,-11-1-101,-5 3-95,-8 6-79,-1 6-44,-2 6-40,2 4-22,0 5-5,4 3-29,3 6-291,3 3-1019,4 4-3271,10 4 3767,4-3 0,-4-8 0,-3-7 0</inkml:trace>
  <inkml:trace contextRef="#ctx0" brushRef="#br1" timeOffset="278827">17198 16892 25091,'21'-33'-1518,"10"3"-224,0 20 0,3 3-695,12-4 2437,15 9 0,-45 3 0,5 2 0</inkml:trace>
  <inkml:trace contextRef="#ctx0" brushRef="#br1" timeOffset="279002">17196 17232 19523,'39'-35'-34,"0"-1"1,-2 2-1,0 4 630,-10 12 0,0 2-2201,2 0 0,0 0 1605,3 1 0,-1 1 0,3 0 0,-4 3 0</inkml:trace>
  <inkml:trace contextRef="#ctx0" brushRef="#br1" timeOffset="279236">17833 16924 25528,'33'-13'-318,"-1"0"1,8-3-1,-2 0-948,-8 3 0,-1 1-3782,29-12 5048,-8 6 0,-31 11 0,-2 1 0</inkml:trace>
  <inkml:trace contextRef="#ctx0" brushRef="#br1" timeOffset="279476">18413 16608 27774,'-1'18'425,"0"11"-341,6 28-53,-3-25 0,0 2-483,0 4 1,0-2 429,3 23-555,-2-16 0,0-1-9254,0 8 8319,0 7 1,-3-34-1,0-18 1</inkml:trace>
  <inkml:trace contextRef="#ctx0" brushRef="#br1" timeOffset="281710">27284 231 18390,'0'57'577,"1"-4"-373,-2-10-133,-2 2-98,0 1 64,-1 8-760,1-3 768,1-16 0,0 1-443,1 3 1,-1 1 446,0 4 1,1 1 3,-1 4 0,1 1-3,0 4 1,0 0-465,0 5 1,1 0 463,-1 2 1,0 1-22,1-18 1,-1 0 0,0 0-10,1 2 1,-1 1 0,0 0-5,-1 2 1,1 1 0,-1 0 1,0 2 1,0 0 0,0 0 1,0 2 1,-1 0 0,0 1-18,0 1 1,0-1 0,-1 4 10,1-6 0,-1 4 0,0-1 0,0-3-542,1-1 0,-1-4 0,1 5 549,-1 1 0,0 4 0,-1 1 0,2-5-5,-1 0 1,0-4 0,0 3-12,0-3 1,0 2 0,-1 1-1,1 0-392,-1 1 0,0-1 0,0 1 0,-1 0 398,0 2 0,0-1 1,0 0-1,0 1 1,-1 0 1,0 0 0,0 1 0,0 2-279,0-4 0,-1 4 0,0 0 0,0-1 0,1-4 268,0-3 1,1-3 0,0-1 0,-1 4 0,0 3 1,-1 4-1,0 1 1,0-2-1,1-3-144,0-4 1,1-4 0,0 1 0,0 2 145,-1 10 1,-1 3 0,0 1-1,-1 3-94,2-6 0,-1 2 0,0 1 1,0 0-1,1-1 91,0-7 0,0 0 0,0-1 1,1 0-1,-1-1 3,0-1 1,1 0 0,-1 0-1,0-1 1,1 0-5,-3 11 1,1 1-1,0-2 1,0-1 79,1-9 0,0-3 0,-1 1 0,1 5-85,-1-4 0,1 4 1,-1 2-1,0 0 0,0-1 1,0-4 109,0 5 0,0-4 0,0 1 0,-1 4-106,1 1 0,-2 6 0,0 2 0,1 0 0,0-5 0,1-7-2,0 3 0,0-7 0,0 5-2,0 2 1,-1 6 0,0 4-1,-1-2 1,2-6 7,0-5 0,1-4 1,0 0-1,0 3-44,0-2 1,-1 2 0,1 1 0,-1 0 0,0 0 45,1-2 1,-1 0 0,1 0 0,-1 1 0,0 1 14,1-2 1,-1 2-1,0 1 1,0-1-1,0-1 1,0-3 127,0 6 1,0-4 0,1 0 0,-1 4-127,-1 1 1,0 4 0,0 1-1,0-2 1,0-4 1,1-5 0,1-3 0,-1-2 1,0 4-66,-1 9 1,-1 2-1,-1 2 1,1 1 61,0-5 0,0 2 1,-1 0-1,1 0 1,0-2-94,2-6 1,-1-2 0,1-1 0,-1 1 0,1 1 89,-2 7 0,0 3 0,1-1 0,-1-1 0,2-5-4,-2 10 0,1-5 0,0 2 3,1-7 0,0 3 0,0 0 1,1-3 243,-1 6 1,0-2 0,0 5-250,1-10 1,0 4-1,0 1 1,-1 1 0,1-3-116,-1 5 0,0-1 0,0 0 0,0 1 116,1-5 1,0 1 0,-1 1 0,1-2-1,0-5 1,-2 10 0,1-4 0,0 1-16,0-6 1,0 2 0,0 0 0,0-3 22,-1 7 1,0-2-1,-1 4 1,2-10 0,-1 4 0,0 2 0,0-1 1,1-1 0,-2 4 0,1-1 0,0-1 0,0 2-14,1-6 0,-1 3 0,1-1 0,-1-2 0,2-3 35,-2 7 1,1-4 0,0 2-28,0-6 0,1 1 0,-1 0 0,1-2 14,-1 5 0,1-2 0,-1 4 35,0 3 1,-1 5-1,0 1 1,1-2-50,0-8 0,1-1 0,0 0 0,-1 2 4,0 6 1,0 2-1,0-1 1,0-1-8,1-8 1,0-1-1,1-1 1,0-3-11,-1 6 1,0-2-1,1 1 12,-1 7 0,0 3 0,0-1-103,-1 1 0,1 0 1,0-2 99,1-9 1,0-2 0,0 1-2,0 4 0,-1 1 1,-1 1 162,-1 6 0,-2 2 0,2-7-165,0-5 0,-1 0-62,1-3 0,-1 7 0,-1 0 0,1-7 87,-3 11 1,-1-4 210,3-9 1,-1 2-1,-1 1-229,-2 9 1,-1 1 0,1-2-14,2-6 1,0-2 0,0-1-8,1-2 0,-1 0 0,2-1 4,1-3 0,1-1 0,0-1 13,2 0 0,0 0 0,0 1-15,1-1 0,-1 1 0,0 0 9,0 4 0,0 1 1,0-3 15,-2 10 0,0-4-11,2-11 0,-1-1-9,-1 6 1,-1 0 690,-1-3 0,0 1-716,0-1 1,0 0 568,-1 3 0,0-3-901,-6 15 758,6-12-4982,4-16 4576,5-14 0,3-10 0,0-5 0</inkml:trace>
  <inkml:trace contextRef="#ctx0" brushRef="#br1" timeOffset="291569">28068 1219 31220,'-7'2'-2430,"-1"0"1550,-5 2 574,-15 4-552,6-2 353,-22 5 179,6-3 136,-9 0-825,5-2 778,10-4 232,12-1-247,11-2 220,5-1 85,4 0-76,-1 0-237,0 0 181,-1 5 79,0 2 23,-4 12-23,-3 7 45,-7 27-17,1 1-717,6-18 1,1-1 694,-2 13-42,2 9 53,4-11-12,1 8 1,6-6 55,8-4-21,-1-17-7,13-1-218,3-18-683,15-1-2789,15-11 2930,-2-2 1,-17-1 0,-15 3-1</inkml:trace>
  <inkml:trace contextRef="#ctx0" brushRef="#br1" timeOffset="291836">28485 1319 22905,'-1'-4'3058,"0"1"-2923,1 3-440,0-28 170,-1 33 71,-6 1 36,-3 40 19,2-12 0,-1 1-579,-5 16 537,6-17 1,0 0-516,-3 24-1170,6-14 0,0 2-2434,4-10 0,1-1 3509,1 1 0,2-4 0,2-3 1,0-15-1</inkml:trace>
  <inkml:trace contextRef="#ctx0" brushRef="#br1" timeOffset="292043">28940 1644 23601,'-14'35'-260,"0"0"1,1-4 0,1 1-2878,1-1 0,0 0 2308,-6 18 1,6-18 0,6-12 0</inkml:trace>
  <inkml:trace contextRef="#ctx0" brushRef="#br1" timeOffset="292643">29310 1574 19602,'0'-4'4066,"0"1"-2705,0 3-1439,6-26 33,-5 21 50,4-17 7,-7 29 49,-5 8-10,0-3 44,-3 4 129,2-7-44,3-5 357,-1-5-330,3-8-106,-1-10-34,1-11-5,7-10-45,1 5 28,17-20-34,-5 22-56,10-9 23,-6 23 5,-1 9-17,4 6-11,2 11 6,2 11 62,-2 14-29,-4 13-28,-11 11-82,-11-24 0,-5 0 99,-4 4 1,-5-1-303,-7 2 0,-3-1 322,-4 0 0,-2-2 16,0-4 1,-1-3 27,5-5 1,0-3 165,-13 2 78,14-15-61,10-14-46,7-7 159,5-6-265,5-1 573,2 5-674,5 7-16,4 6 6,8 6-29,10 9-128,9 8-443,7 8-869,2 6-2004,2 4 3104,-21-19 1,-2 0 0,4 2 0,-1-5 0</inkml:trace>
  <inkml:trace contextRef="#ctx0" brushRef="#br1" timeOffset="292819">29920 1768 19828,'1'-6'5460,"0"1"-4108,-1 5-1466,9-34 101,-9 38 19,6-17-134,-12 54-1056,-2 10-3888,-2 10 4470,0-8 1,5-19 0,1-16 0</inkml:trace>
  <inkml:trace contextRef="#ctx0" brushRef="#br1" timeOffset="293326">30272 1398 21467,'-1'-5'2677,"0"0"-2380,1 5-291,53-40 10,-23 40-19,6-14 1,-1 4-21,-4 39 18,-8 5-12,-8 2 0,-8 0 34,-8-1 39,-10-3-6,-10-3 18,-6-5 111,-2-8 196,3-6 191,8-7-79,7-7-195,6-5-96,3-8-90,7-1-33,5-2-17,5 3-34,6 3-5,3 4-23,3 4-5,1 5 28,3 8-28,3 9-12,1 10-21,-3 9-7,-10 4 34,-13 1-27,-19 2-29,-15-1-157,-15-4-391,-10-7-858,-8-9-3716,-1-10 5195,12-7 0,18-4 0,15 0 0</inkml:trace>
  <inkml:trace contextRef="#ctx0" brushRef="#br1" timeOffset="293543">31024 1582 23287,'-20'48'80,"0"0"1,2-4-1,2-5-1065,3-1-7126,-2-4 8111,3-7 0,4-11 0,5-9 0</inkml:trace>
  <inkml:trace contextRef="#ctx0" brushRef="#br1" timeOffset="293960">31275 1385 21898,'0'-4'3753,"1"0"-3249,-1 4-493,5-9 45,-9 27-44,2 4 4,-8 33 1,0 6-332,4 0 343,5-3-12,7-10 7,3-11 61,4-13 106,0-12 34,10-17-179,-4-3 50,20-18-11,-7-2-22,11-10-12,-1-2 12,-4 3 111,-4 6-105,-15 13 326,-5 6-417,-12 10-5,0 4 23,-2 9-1,0 13 0,-8 25-16,2-10-54,-2-7 1,-2 1-1037,-6 20-51,7-19 1,1 2 1162,-1 4 0,2-3 0,0 7 0,3-8 0</inkml:trace>
  <inkml:trace contextRef="#ctx0" brushRef="#br1" timeOffset="294160">31997 1855 25651,'-24'37'177,"-5"4"-4257,4-4 4091,4-4 1,6-5 0,11-18 0</inkml:trace>
  <inkml:trace contextRef="#ctx0" brushRef="#br1" timeOffset="294793">32591 1363 19753,'1'-5'5035,"0"2"-4032,-1 3-1008,-12-35 27,-4 30-5,-17-23-12,5 35 1,-18 7 11,17-5-12,-8 2-5,15-5 45,8-2-17,5-2 62,2-1-51,4 0-5,0 0-23,2 0 6,0 2-17,-1-1 28,-2 7-28,-2 5 28,-4 9 0,-5 16-28,3-1 0,-3 8 5,6-16 29,-1 4-57,1-7 46,1-4 10,0-3 85,4-12 33,3-5 588,0-3-447,2-4-180,2-7-28,4-7-34,3-3-33,0 3-45,10-4 17,-3 9-6,12-3 39,1 10-16,4 4-6,-7 4-11,5 9 5,0 14-16,-2 7-46,-1 10 24,-15-2-29,-13 0-202,-14-1-55,-3-9-2734,-26 8 3064,4-17 0,5 1 0,10-14 0</inkml:trace>
  <inkml:trace contextRef="#ctx0" brushRef="#br1" timeOffset="295209">32804 1178 20442,'3'-3'4080,"-1"1"-3428,-2 2-204,70-43-129,-37 27-202,11-9 0,-1 2 96,-12 15-88,-3 1-108,0 2-11,-2 3-17,-4 1 16,-6 1 1,-4 3-6,-3 4 22,-1 7-16,0 9 11,-1 6-6,-2 8-22,0 5 16,-1 5 1,0-6 16,0-7 1,1 2 10,-1 18-305,0-13 0,-2 0 274,-2-7 1,-2-2-3,-9 30-139,-14-7 32,-18-9-69,13-27 0,-5-3-911,-5-2 1,-4-2 1086,-12-2 0,2-3 0,-7 1 0,2-2 0</inkml:trace>
  <inkml:trace contextRef="#ctx0" brushRef="#br1" timeOffset="295769">28919 2604 21926,'51'-17'487,"-20"9"1,3 1-334,6 4 0,4 2-1805,15-1 1,6 0 1683,-11 0 1,3 1 0,2 0-432,-7-1 0,1 1 0,2 0 0,2 1 413,-6-1 1,1 0 0,1 1-1,1-1 1,1 1-184,5-1 0,0 1 0,1 0 1,1-1-1,0 1 166,-7 0 0,1-1 0,1 1 0,-1-1 0,1 0 1,0 1-249,2-1 0,0 1 1,0-1-1,1 0 1,-1 1-1,1-1 211,0 0 1,0 0 0,0 0 0,0 0 0,0 0 0,0 0-87,-1 0 1,-1 0 0,1 0-1,-1 0 1,0 0 0,0 0 89,-4 0 1,0 0-1,0 1 1,-1-1-1,0 1 1,-1-1 5,5 1 1,-1-1-1,0 0 1,-2 1 0,-2 0-310,5 0 0,-1 0 1,-2 0-1,-4 0-728,4 0 0,-3 0 0,-5 0 1066,-1 0 0,-7 0 0,0 0 0,-31 0 0</inkml:trace>
  <inkml:trace contextRef="#ctx0" brushRef="#br1" timeOffset="296126">28832 3083 22457,'56'-8'72,"1"1"1,-1-1 0,1 0 0,-1 0 0,2 0 0,1 1 0,-1 0 0,1 1 0,-2 1-802,-2 2 0,-1 1 1,0 1-1,1 0 1,0 0 747,3-1 0,1 1 0,0 1 0,1-1 0,-1 0-181,1 1 1,0 0 0,0 0 0,-1 0 0,1 0 167,-3 0 1,-1 0 0,1 0 0,-2 1 0,0-1 7,8 0 0,-1 1 0,-1-1 0,-2 1 88,-8-1 0,-1 0 1,-2 1-1,-2-1-72,5 0 0,-3 0 0,-2 0 89,5 0 1,-6 0 42,11 0 1782,-29 0-1866,-17 0-261,-8 0 0,-2 0 0</inkml:trace>
  <inkml:trace contextRef="#ctx0" brushRef="#br1" timeOffset="332352">27466 4766 14359,'16'-39'1645,"1"-1"0,-1 1 1,8-17-1,-3 2-1040,-6 14 1,-2 2-58,-2 3 1,-2 3 336,2-17-398,-14 22-319,-12 18-61,-13 25 27,-14 21-75,16-8 0,0 5-457,-2 6 0,0 3 423,-1 5 0,3 2-571,1 2 0,3 1 535,5 1 0,4 0-1,3-1 1,6-2-410,7-2 1,4-4 414,-1-11 0,5-3-85,14 1 1,5-6 141,17-7-6,-11-12 0,1-6 30,-4-11 1,-2-6 22,3-7 0,-2-6 17,1-8 0,-2-3-159,-1-9 1,-4-3 117,-10 13 1,-1-1 0,-2-1-14,-2-3 1,-1-1 0,-2 0 7,-1 0 0,-2 0 0,-2 0 32,-1-17 0,-4 2-31,-3 9 0,-6 4-28,-3 11 0,-4 6 844,-31-5-886,-11 25-6,27 15 0,-1 5 279,0 6 1,0 6-274,0 6 0,3 5-321,-1 6 1,4 3 208,1 5 0,3 3-238,5 3 0,3 1-589,6 2 1,5 0-1585,10 0 0,5-1 2166,2-8 1,2-5-1,10 13 1,-6-29-1</inkml:trace>
  <inkml:trace contextRef="#ctx0" brushRef="#br1" timeOffset="332602">28252 4580 21013,'13'-41'1116,"0"-1"0,0 1 0,4-13 1,-4 8-429,-6 15-346,-5 14-252,-2 11-29,-7 14 23,-9 15-11,-13 21-42,9-13 0,-1 3-448,-4 5 0,1 3 417,0 3 0,2 2-25,4 1 0,5 0-82,7 0 1,6-1-241,8-1 0,8-2-679,7-2 1,6-3 507,13 2 1,0-4 0,-17-15-1,-1-3 1,26 13 0</inkml:trace>
  <inkml:trace contextRef="#ctx0" brushRef="#br1" timeOffset="335752">28720 4697 15771,'7'-8'6357,"-1"1"-4772,-6 7 633,0 0-1971,7-42-180,-6 32-95,6-30 50,-7 50 6,0 12 17,0 15 5,-1 13-10,-3 8 10,-2 2-11,-4-3 6,-1-7 39,1-12 28,3-13 185,2-10 173,3-9-145,2-12-168,3-8-73,4-15 11,6-12-56,7-14-207,-6 24 1,1-2 159,2-1 0,1-1-23,2 2 0,1 2 17,-1 5 0,2 2 20,18-10-18,-3 17 1,-3 10-6,-3 13 6,-3 9-6,-2 14-123,-4 12-235,-3 10-937,-4 7-1528,-1 3 2840,3-1 0,-8-27 0,1-7 0</inkml:trace>
  <inkml:trace contextRef="#ctx0" brushRef="#br1" timeOffset="336186">29562 4361 25242,'-5'-43'129,"0"0"0,0 4 0,7 9-118,20 22-11,6 4-17,4 7-5,0 11 11,-7 13 11,-8 15 0,-13 10 22,-17 9-8,1-31 0,-3-1 3,-4-3 0,-2-1-1,-20 15-16,7-13 6,13-9-6,13-7-6,14-3-66,15-3-304,17-2-755,18-3-816,-23-3 1,3-1 1946,6-2 0,-2 0 0,7-2 0,-6 0 0</inkml:trace>
  <inkml:trace contextRef="#ctx0" brushRef="#br1" timeOffset="336393">30125 4195 27785,'26'51'5,"-12"-20"1,0 2-31,3 13 0,-2 4-1422,-2 6 0,-5 3 1116,-5-17 1,-4 2-1,-3 0-1645,-5 3 0,-4 1 0,-2-3 1976,-2-3 0,-1-1 0,-1-4 0,-2 4 0,0-7 0,-9 6 0</inkml:trace>
  <inkml:trace contextRef="#ctx0" brushRef="#br1" timeOffset="337335">27846 3491 24105,'-21'52'652,"10"-20"1,2-1-557,1 8 66,2 12 23,11-27 84,7 1 95,11-10 151,19-15-386,-10-5 100,19-17-44,-21-1-6,3-9-11,-10 3 56,-9 2-168,-7 11-5,-5 5-74,-3 10 1,-2 7 5,-2 6 6,1 15 0,3 1 11,3 1-6,9-2 0,4-8 1,9 2-1,11-6 29,-2-7-12,-2-6 11,-2-11 17,-8-9 1,5-11 16,-4-17 5,-8 4-27,-6 1-17,-7 9-6,-5 13-11,-1 1-146,-1 9-134,2 6 73,2 3-387,1 9-341,9 7-1479,23 17-717,13-3-919,-10-12 1,1-3 4049,23 4 0,-21-10 0,-17-4 0</inkml:trace>
  <inkml:trace contextRef="#ctx0" brushRef="#br1" timeOffset="337653">28725 3645 27603,'-24'-25'-129,"1"-1"0,-22-4 90,31 55 84,-2 19-68,8-7-5,3-1-13,9-10-10,4-12-4,3 0 324,3-9-123,-1-12-105,2-10 26,-2-11-77,-3 2 41,-1-8 82,-6-1-67,0 3-16,-3 3-17,0 16-68,0 8-179,-2 2-443,0 11-379,1 6-1073,2 9-4246,9 3 6374,1-3 1,0-10 0,-4-7 0</inkml:trace>
  <inkml:trace contextRef="#ctx0" brushRef="#br1" timeOffset="337952">28901 3634 26032,'26'-14'-42,"0"9"-2,-8 31-43,-1 4-19,-6 2 39,-6-1 97,-10-5 57,-4-8 105,-5-8 65,2-7-156,3-5 144,4-17-173,5-1-27,8-12-22,7 2-57,10 3-16,-1 8-214,11 2-912,13 9-1120,5 2 1721,-17 4 1,-2 1 0,-1 1 0,-4 0 0</inkml:trace>
  <inkml:trace contextRef="#ctx0" brushRef="#br1" timeOffset="338452">29504 3621 19809,'0'-4'4218,"1"2"-2297,-1 2-1809,-5-31-28,3 22-6,-2-23-5,4 31 353,0 0-359,0-2 11,0 0 18,0-1 27,0-1 6,0 0 16,0 0-10,0-1 5,0 0-12,0 0-32,0 1-12,-1 2-40,-1 1-27,0 1 0,1 1-23,-1 0-5,1 1 17,0 2-12,0 5-11,0 4 12,1 9 16,3 5-11,1 7-11,3 1 0,0 0-23,-3-3-28,-1-2-89,-7-4-246,-6-3-578,-7-5-1142,-5-4-3843,0-7 5960,5-6 0,7-1 0,5-1 0</inkml:trace>
  <inkml:trace contextRef="#ctx0" brushRef="#br1" timeOffset="338626">29456 3557 26486,'-3'-23'-23,"-1"13"-89,-2 39-364,-2 7-1126,0 0-7175,2 1 8777,2-7 0,2-12 0,2-9 0</inkml:trace>
  <inkml:trace contextRef="#ctx0" brushRef="#br1" timeOffset="338919">29726 3709 20974,'4'-5'4537,"0"2"-4140,21-32 1,6-11-739,-8-4 464,-2 12 1,3-5-1,-5 2 31,-10 5 0,-4 1 0,0 1 0,-1 1 171,0-25 182,-4 17-361,-2 17 29,0 13-175,-2 8 11,2 11-50,-3 12 465,-2 16-382,1 16-47,2-21 1,1 2-198,0 2 0,1 0 174,1 2 1,0 1-79,-1-2 1,2 1-186,1-1 1,2-1-949,7 27-1557,8-9 2794,10-14 0,-12-18 0,-1-10 0</inkml:trace>
  <inkml:trace contextRef="#ctx0" brushRef="#br1" timeOffset="339076">29833 3546 22968,'-2'-3'3831,"0"0"-3355,2 3-829,64-54-1406,-7 40 1050,-16-4 1,5-4-1,-5 7 1,13 13-1,1 1 1</inkml:trace>
  <inkml:trace contextRef="#ctx0" brushRef="#br1" timeOffset="339460">30775 3463 21808,'-3'0'4123,"1"0"-3496,2 0-621,74-35-34,-35 24-421,-1-2 0,6-3 1,-2 4 95,-4 8 0,-2 3-395,10-1 0,-1 0-885,-5 0 1,-3 2 1632,19 2 0,-28-1 0,-15 1 0</inkml:trace>
  <inkml:trace contextRef="#ctx0" brushRef="#br1" timeOffset="339643">31159 3372 27230,'-13'-2'12,"0"14"-12,7 30-23,-1 16-2324,1-13 0,0 0 2087,2-13 0,0 0-1071,-2 17 1,1 0 1048,4-13 0,-1-4 0,-1 16 1,3-9-1</inkml:trace>
  <inkml:trace contextRef="#ctx0" brushRef="#br1" timeOffset="339903">31878 3512 26514,'-42'-11'152,"1"0"1,-1 0-1,-15-3 1,8 12-92,22 23 1,6 8-2249,-7 26 2254,9 5-22,18-27 0,6-1 490,15 24-521,-4-20 0,5 0-42,14 5 0,4-3-254,-2-7 1,2-5-95,9 1 1,1-5-26,-16-11 1,-1-5 400,14-5 0,-4-3 0,-12 0 0,15-5 0</inkml:trace>
  <inkml:trace contextRef="#ctx0" brushRef="#br1" timeOffset="340776">27301 5950 24727,'40'-40'215,"-1"18"1,6 4-191,12 8 0,7 4-1071,-15 0 1,3-2 0,3 1 0,2 0 1048,-2 1 1,2 0-1,2 1 1,1-1-1,0 1-373,2-1 0,0 1 0,0-1 0,2 1 0,1 0 364,-11 2 0,1-1 1,0 0-1,1 1 1,0 0-1,-1 0 0,-2 0-142,10 0 0,0 1 0,-2 0 0,-1 0 1,-3 0 131,2 0 1,-3 1-1,-1-1 1,1 1-224,4-1 0,1 1 0,-2-1 0,-2 0-1741,4 0 1,-3 0 0,-2 0 1979,-7 0 0,0 0 0,-4 0 0,10-1 0,-10 1 0,-21-1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09:07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1692 2208 25029,'0'-28'527,"4"24"-474,6 28 0,0 15-8,3 20-343,-7-16 1,-4 2 333,-5 2 1,-2 1-255,-1-2 0,-1-1 282,-4 2 1,-2-4 215,-8 2-84,5-21 613,3-18-625,7-18-88,2-15-52,2-21-24,3 15 0,0-4-49,2-8 0,1-3 37,1-7 1,2-1-197,2-1 1,1 1 195,1 5 1,1 2-1,0 10 1,1 4-3,10-12 5,0 24-11,-6 14-11,15 17 11,-5 10-17,15 19 11,-5 13-425,-21-18 0,-2 0 431,7 24-3,-12-18 1,-3 2 407,-3-9 0,-2 1-400,-1 12 1,-1-1 5,-4 17 17,-3-12-6,2-32 57,2-16-1,3-15 6,3-17 0,8-17-37,-2 17 1,3-1 539,2-5 1,3 0-563,1-1 1,2 1 2,0 3 0,2 2-9,-2 6 1,2 3 8,16-10-1,-1 17-10,-1 11-6,2 13 12,2 10-6,1 14-51,0 12-276,-21-16 0,-2 2 136,0 5 1,-3 0 82,6 25-1525,-10-11 0,-2 2 1616,-3-14 0,-1-3 0,0 2 0,0-3 0,1 4 0</inkml:trace>
  <inkml:trace contextRef="#ctx0" brushRef="#br0" timeOffset="1450">2818 2385 21119,'0'-4'4756,"0"1"-3501,0 3-1222,-6-36-16,6 34 5,-2-22-16,11 46 0,7 1-12,8-2 17,3-5 23,2-7 5,1-5 34,-2-12-17,0-8-23,-3-11 40,-4-6-6,-4-5-11,-7-3 0,-4 2 23,-8 6 5,-8 8-11,-9 11-1,-10 11-21,-6 12 5,-4 8-28,3 12-6,3 9-11,9 11-39,8 5-262,10 4 296,16 0-23,14-5 17,18-8 0,9-11-6,2-14 23,-3-11-6,-7-14-5,-7-11-12,-2-13 34,-5-9 40,-3-6-18,-4-4 17,-2-1 12,-2 0 5,1 2 11,1 5-44,3 7-51,3 6 274,3 7-274,2 9 0,1 6 0,-1 11 0,0 12 0,-3 14 0,-5 13 0,-6 11-395,-5 8 363,-6-29 1,0-1-162,2 1 0,2 0-118,3-3 0,3-2-523,25 20-113,8-14 40,6-16 279,1-15 404,1-15 247,-4-12 89,-6-12 84,-6-10-31,-22 19 0,-2-1 73,-2-2 0,-1 0 25,-1 0 1,-2 0 122,4-29 23,-7 6 16,-8 6-94,-8 8-102,-6 11-61,-8 12-61,-6 9 424,-4 13-435,1 9 8,5 14-65,8 9-27,8 8-1,11 4 6,11-1-6,13-7 11,8-8 45,3-13 45,-5-10 34,-5-13-27,-7-9-119,-3-9 0,-4-6 0,-3 0 0,-3 4 0,-3 6 0,-1 8 0,-2 12 0,-2 13 0,-1 18 0,-3 21 0,1-21 0,1 2-568,-2 8 0,-1 2 568,-1 8 0,-2 3 0,2-14 0,-1 1 0,0 1-547,-1 5 1,-2 0 0,0 1 546,-2 3 0,0 0 0,-2-1-83,-1-1 1,-1-1-1,-2-2 40,1-6 0,0-1 0,-3-4-89,-6 7 1,-3-8 159,-18-1-11,14-47-40,16-34 31,16 8 1,7-5 52,5-10 0,7-3-80,-1 12 1,2-1-1,2-1-69,5-4 0,3 0 1,1-1 36,2-1 1,1 0 0,2 1-1,0 1 1,1 0-1,1 2-326,-3 2 1,1 2 0,0 0 337,-3 5 0,0 1 0,-1 2-204,9-10 0,-2 3 246,-6 8 0,-2 3 644,13-13-586,-18 19 1578,-12 11-1589,-7 10 1617,-4 10-1572,-2 8 742,-1 11-753,-1 6-34,1 4-27,7-2 10,7-1 6,10-5-5,10-8 16,7-9 1,4-8 22,0-14-23,-1-11-16,-5-14 16,-7-11-15,-8-8-35,-10-2 0,-9 4 0,-13 9 0,-10 13 0,-9 10 0,-2 11 0,1 8 0,4 12 0,3 11 0,5 12 0,4 11 0,6 10-385,6 6 385,7-27 0,3-1-132,3 2 0,5-2-661,6 0 1,4-2-2712,7-1 1,2-3 3067,-1-6 1,-1-2-1,12 3 1,-19-13-1</inkml:trace>
  <inkml:trace contextRef="#ctx0" brushRef="#br0" timeOffset="1950">6094 2092 23825,'6'-51'941,"0"1"0,-1 4 0,-5 4-521,-12 0-185,-7 11-112,-5 13-89,-4 12-23,-5 17 17,-3 16-5,3 16-1,8 10-22,12 7 28,18 3-241,5-31 1,3-1 192,6 0 0,4-1 6,4 0 0,2-2 3,2-2 0,0 1 5,3 0 1,-1-1 5,8 8 5,-7 1 35,-32-20-29,-16 0-6,-21-6 3,1-7 1,-2-2-14,-16-4-1,12-2 0,2-4-83,-8-15-257,19 7 1,2-2-1279,-13-25 1624,18 0 0,11 20 0,10 6 0</inkml:trace>
  <inkml:trace contextRef="#ctx0" brushRef="#br0" timeOffset="2333">6603 2133 23601,'-4'-3'2840,"1"0"-1530,3 3-1276,-61-18 5,34 26-28,-11-8 0,2 4-22,15 38 22,7 7 12,16 15-29,5-22 1,20 12-1,2-28 0,9-2 51,-1-10 56,4-22-11,-11-12-34,-3-7 84,-9-16-28,-12 3-62,-6 9 0,-4-2 12,-9-18-17,-13 0-45,2 27-11,-8 8-17,5 11-79,-2 4-173,6 10-1159,10 15 196,10-3 1243,20 18 0,-9-27 0,8 7 0</inkml:trace>
  <inkml:trace contextRef="#ctx0" brushRef="#br0" timeOffset="2650">6916 2085 27359,'22'-48'0,"4"23"-12,-4 49 1,1 13-17,-5-7 0,-3 2-14,2 7 0,-3-1 605,-4 11-597,-16 5 68,-12-20-1,-3-7 238,-5-13-192,8-25 78,7-3-112,3-22 282,6-6-331,7 7 1,4-2-137,12-23-292,-2 27 1,5 4-667,27-2 202,-7 15-2352,15 9 2431,-7 12 1,-16-3-1,-5 4 1</inkml:trace>
  <inkml:trace contextRef="#ctx0" brushRef="#br0" timeOffset="2967">7583 2319 27471,'14'-54'392,"-1"1"0,2 1 0,2 1-380,2 11 0,1 1-548,-3 6 1,0-2 576,0-6 0,0-5 0,-3 2-532,0-4 0,-2-1 486,-1 5 0,0-3 1,-2 3-2,-2-2 1,-3 3 416,-5-19-411,-2 26 0,-8 16 0,4 16 412,-6 13-412,-3 23 0,6-2 0,1 2 0,-1-2 0,1 4 0,1 8 0,1 7 0,1-1-284,1 7 1,3 2 283,-1-3 0,2 4 0,2-2 0,2-9 0,2-2 0,3-1-230,1-1 0,2-1 0,2-2-28,2 6 1,4-3-1337,12 9 1,4-7-8238,6-5 9197,-15-15 0,-3-5 0,-3-9 1,-15-10-1</inkml:trace>
  <inkml:trace contextRef="#ctx0" brushRef="#br0" timeOffset="3133">7663 1963 24990,'-46'-23'788,"1"0"0,5 4 1,9 0-674,21 5-151,18 2-268,18 0-525,28 1-785,-15 5 0,4 1 1614,15-1 0,-1 1 1,-23 2-1,-3 1 0,2 0 1,-1-1-1</inkml:trace>
  <inkml:trace contextRef="#ctx0" brushRef="#br0" timeOffset="3492">8663 1553 26249,'-5'-5'2169,"1"2"-2004,-26-14 0,-8 0 84,2 8-210,-9-6 0,0 5 2,7 25 54,9 14-84,10 8-162,9 8 107,14 2-92,10-2-47,11-3 55,5-9 191,-1-9 259,-4-11 247,-4-12 312,-6-11 49,-5-12-331,-4-12-204,-5-6-147,-4-2-211,-3 5-323,-6 7-241,-1 12-81,-6 9 196,-4 13 665,-7 11-246,-2 14-743,3 13-2057,7 11 2378,15-19 1,3-2 0,-1 5 0,5-2 0</inkml:trace>
  <inkml:trace contextRef="#ctx0" brushRef="#br0" timeOffset="3783">8643 2086 32767,'-44'-3'0,"-1"-1"0,4 2 0,7 6 0,12 23 0,10 5 0,7 1 0,14-3 0,8-6 0,10-7-70,4-9-273,2-12-530,-3-8 292,-5-10 180,-8-5 143,-9-2 297,-10 1-217,-12 4-322,-7 4 15,-9 7-1235,-1 5 1714,-7 8 1,18 1-1,0 2 1</inkml:trace>
  <inkml:trace contextRef="#ctx0" brushRef="#br0" timeOffset="4226">789 3247 21727,'59'-7'350,"-1"0"0,1 0 0,-1 0 0,-7 2 0,0-1 0,1 0 0,1-1 0,-1 1-294,3-2 0,0 1 0,1-1 0,0-1 0,2 2-763,-2-1 1,1 1-1,1-1 1,1 1 0,1 0-1,0-1 730,-2 1 0,1 0 0,1-1 1,0 1-1,2 0 0,-1-1 1,2 1-121,-4 0 1,1 0 0,0 0-1,1 1 1,1-1 0,0 0 0,0 0-1,1 0 105,-4 1 0,2-1 0,-1 1 0,1-1 0,1 1 1,-1 0-1,1-1 0,0 1 0,1 0-39,-5 0 1,1 1 0,0-1 0,1 0 0,-1 1 0,1-1 0,0 1-1,0-1 1,0 1 0,0 0 40,2-1 1,0 1 0,0 0-1,1 0 1,-1-1 0,1 1-1,0 0 1,0 0 0,0 0 0,-1 0-87,-4 1 1,1 0 0,-1-1 0,1 1 0,0-1-1,0 1 1,-1 0 0,-1 0 0,0 0 0,-1 0 0,-1 0 79,8 0 0,-1-1 0,-2 1 0,-1 0 1,0 0-1,2 0 0,1 0 0,3 0 10,-10 1 1,2-1 0,2 1 0,1-1 0,1 1 0,0-1 0,0 1 0,0 0 0,-2-1 0,0 1 0,-3 0 0,-2 0 1,8 0 0,-3 0 0,-2 1 0,-1-1 1,-1 1-1,2 0 0,1-1 0,3 1-9,-6-1 1,3 1 0,2-1-1,0 1 1,1-1 0,1 1-1,-1-1 1,0 1 0,-2 0 0,-2 0-1,-2 0-3,5 0 0,-2 1 0,-1-1 1,-2 1-1,0 0 0,-1 0 1,-1 0-1,0 0-18,10-1 0,-1 1 0,-1 0 0,-1 0 0,-2 0 0,-2 0-125,-1 0 0,-1 0 0,-2 0 0,-2 0 0,-3 0 139,12-1 0,-4-1 0,-8 1 0,-5 0 0,-9 0 0,-5-3 0</inkml:trace>
  <inkml:trace contextRef="#ctx0" brushRef="#br0" timeOffset="27251">9173 3803 20408,'2'-43'1034,"-1"0"1,0-1 0,1-17 0,-2 5-671,0 21 0,-3 4 225,-5-27-158,-16 16-369,4 19 22,-23 20-6,1 27-45,12-5 1,-2 5 0,-9 17 0,0 4-883,7-2 0,2 1 855,1 0 0,3 0-1,8 0 1,5-1-185,8-11 0,2-1 179,2 5 0,6-2 5,28 20 68,13-27-29,6-18 57,7-32 17,-12-18-409,-17 11 0,-1-4 352,-1-6 1,-3-4-23,-7 1 0,-1-5 0,-1 1-26,-2 2 0,-1-1 1,-1 1 120,0-2 1,0 1-1,-2 1-112,0 1 1,-1 1 0,0 3 30,-1 1 0,0 2 190,1-2 1,-2 3-144,0-5-54,-3 27-46,-2 17 805,0 24-805,-2 20 0,1-1 0,1 4 0,-1-1 0,2 1-822,3 14 0,1-2 816,-1-19 0,3-2-16,4 8 0,5-3-189,-2-13 0,3-2 208,4 3 0,3-2-13,23 10 16,4-26 11,-18-15 28,3-24-17,-15-12-2,-7 5 0,-2-3 24,8-24 1,-11 25 0,-2 2 2835,0-5-2819,-4 15 543,-3 11-553,0 9-51,-2 13 5,1 12 7,-1 16-29,2-3 6,5 12-85,14-1 29,-1-10-149,5-11 1,3-3-642,9-3-16,8 3-4393,-12-17 5266,-15-9 0,-4 0 0,-6-2 0</inkml:trace>
  <inkml:trace contextRef="#ctx0" brushRef="#br0" timeOffset="27418">9779 3222 20408,'-3'-3'3363,"1"0"-3767,2 3-364,-10 17-6450,26 17 7210,-12 5 0,17-6 0,-12-19 0</inkml:trace>
  <inkml:trace contextRef="#ctx0" brushRef="#br0" timeOffset="27751">9971 3559 21483,'6'-11'4118,"0"2"-3015,-6 9-162,0 0-930,-9-33-11,17 45-28,9 1 14,0 15 0,1 5-312,4 5 1,3 0 316,-4-9 1,0-2 2,19 16 18,-11-17 100,-6-11-28,-14-21-12,1-12 12,-6-20-39,0 0 16,0 2 1,2-1-17,7-17-216,-2 16 1,2 1 170,15-13-45,4 15-11,-8 15 411,8 10-1279,7 14-504,7 8-1951,11 9 3379,-6 6 0,-23-12 0,-5-1 0</inkml:trace>
  <inkml:trace contextRef="#ctx0" brushRef="#br0" timeOffset="27918">10752 3500 28222,'-3'-1'-107,"3"8"-162,8 50-363,4-5-1015,4-3-4951,1-6 6598,-1-12 0,-7-13 0,-5-11 0</inkml:trace>
  <inkml:trace contextRef="#ctx0" brushRef="#br0" timeOffset="28075">10975 3252 23623,'-16'15'-1008,"-10"-15"0,49 21 0</inkml:trace>
  <inkml:trace contextRef="#ctx0" brushRef="#br0" timeOffset="28818">11547 3524 23819,'-4'-5'3266,"0"1"-3023,-24-25 1,-11-3-1086,-5 12 940,-9-13 0,-3 6-56,18 27 0,1 8-20,-2 2 0,0 3-5,2 4 0,3 4 23,6 1 0,3 2-63,-4 26 1,23 1 16,24-5-16,22-11 2,-10-23 1,4-4-162,4-6 1,3-4 157,3-6 1,0-5 27,-1-6 1,-2-5 8,-5-4 0,-3-6-6,-5-4 1,-4-3 13,-5-5 1,-4-2-372,-1-2 0,-3-1 385,-1 2 1,-2 1 5,-1 6 0,-2 4 557,2-18-543,-6 26 145,-6 19-195,-4 22 558,-7 19-564,-1 25 0,7-20 0,1 3 205,1 6 1,2 3-217,1 3 0,3 2-512,4 3 1,3 0 429,5 1 1,4-2-29,5-3 1,5-2-45,2-7 0,4-4 22,0-8 0,2-6 18,-3-8 0,1-5 24,24-15 101,-8-22 61,-5-21-186,-23 18 1,-2-2 191,-3-1 0,-1-1 14,-1 1 1,-3 1 537,4-22-389,-6 17 873,-3 16-1008,-4 12 6,-1 14-106,-1 7 427,1 11-411,5 6-11,8 2-39,7-2 28,11-7 22,5-9-11,5-10 45,1-16-6,-4-13 6,-7-17 27,-10-8-16,-10-5 6,-10 1 16,-8 7-37,-7 10-41,-4 15 0,-2 11 0,-5 18 0,-4 13 0,-3 18 0,0 14-444,20-20 0,2 1 444,2 3 0,5 1 0,4 3 0,6 0-387,6 1 0,7-1-840,9 1 1,8-2 1226,14 1 0,2-4 0,-21-13 0,-2-4 0,4-3 0,-1 0 0</inkml:trace>
  <inkml:trace contextRef="#ctx0" brushRef="#br0" timeOffset="30068">13807 3871 18039,'38'-34'1023,"-1"0"1,1 0 0,-4 1 0,-1-1 0,-7 0-534,-5-7 1,-8-1-124,-1 1 0,-5 0-3,-7-3 0,-5 2-196,-6-10-42,-6 24 0,-5 5 58,-22 9-55,-17 9-90,28 10 1,0 5-18,0 4 0,2 5-2,3 4 0,3 5-6,3 3 0,3 3-9,5 3 1,3 1-9,3 2 0,4 1 0,5-1 1,5 0-10,9 2 1,5-4-6,12 12 9,-2-25 0,1-5 13,11-12 663,8-12-652,-5-21 12,-20-1 0,-2-5-333,-3 1 0,-2-1 316,0 0 0,-2-1 22,-2-1 1,-1 1 225,6-17-119,3-3 351,-8 17-395,-7 19-80,-7 15 7,-7 16 10,-6 16-21,-4 15-7,1 10-5,7 4-11,5-2-17,9-3-6,6-9 6,11-9 40,-5-18 697,15-23-721,-17-8 188,15-25-170,-9-1-6,6-13 22,-3 0 12,2 1-18,-8 18-21,-4 9 10,-5 17-10,0 11-1,4 9 58,6 21-52,-2 4 0,-1 2-13,-5 2-15,-1-12-16,6 10 10,1-15 17,5-7 6,-6-14-11,7-13 10,2-6 1,7-11 22,5-9-11,-9 5-11,-5 4-22,-4 8-35,-3 11-32,9 3-68,16 17 39,3 4 61,-14-2 1,0-1-11,14 9-29,-15-10 1,2 0-79,3-2 1,1-1-154,0 0 1,2-2 284,4 0 0,0-4 69,18-8-4,-19-4 94,-4-16 146,-14-15-84,-3-6-6,-5-13-5,-11 9-73,-5 12 39,-8 3 12,-21 19-57,-9 12-44,-18 18-1347,5 19 1324,14-3 369,4 14-380,19 4-16,10-1 16,21 0-23,20-23 1,15-13 11,-6-12 8,-9-14 0,-1-6 31,9-25-511,-12 5 1,-3-6 515,-8-6 1,-4-3-179,-6 10 1,-1-1 0,-1 0 169,1-12 1,0-2 47,-2 3 0,1-5 0,-1 6-574,0 5 1,-1 2 500,3-15 0,0 4 0,-1 5 0,-4 29 848,-3 18-848,-3 23 0,-8 44 0,3-20 0,0 3 92,0 0 0,-1 3 0,1 1-92,0 3 0,1 0 0,0-1 0,1-6 0,1-2 0,0 3-130,0 10 1,2 3 0,2 1-2002,6 4 1,3 0 0,0-1 2130,-1-5 0,0-2 0,1-1 0,1-4 0,0-1 0,-1-8 0,9 10 0</inkml:trace>
  <inkml:trace contextRef="#ctx0" brushRef="#br0" timeOffset="31158">17505 3621 20576,'13'-46'1169,"0"0"0,0-1 1,2-14-1,-9 8-541,-26 6-203,-22 22-178,-18 17-194,29 13 0,-1 5-335,2 2 0,1 6 293,3 5 1,4 4-12,3 5 0,3 3-342,3 4 1,3 2 344,2 3 0,5 1-6,4 0 0,4 0-3,5-1 1,6-3-18,6-1 1,7-4 2,5-3 1,6-4 5,3-5 0,2-4 8,2-5 1,1-6 5,-2-6 0,-2-6-23,-4-5 1,-2-4 33,-5-6 0,-2-4 22,-5-2 1,-3-3 19,-4-1 1,-2-2 69,9-27 28,-11 4 34,-8 14 245,-14 15-262,-15 19 12,-18 22-74,-10 17-84,25-10 1,1 3-15,4 1 1,3 2-4,-2 27-5,22-5 11,19-10-33,18-12-6,9-12 50,4-20 29,0-18 96,-27 2 1,-2-4-132,-2-5 1,-2-3 14,-3-2 0,-3-2-1,-4-1 1,-3-1 3,-4 1 0,-2 1 120,-6 2 0,-3 2-92,-15-21-6,-13 15-6,-7 17-11,0 17-5,4 16-6,8 16-56,12 16-78,9 9-433,13 8 270,5-30 0,4-1-132,6 0 1,5-1-241,7-2 0,5-3-262,4-4 1,3-4 250,3-4 0,1-5 231,-1-6 1,-2-4 291,-4-6 0,-3-5 412,-7-3 0,-3-3 871,9-31 201,-18-7-162,-10-1-308,-5 2-280,-1 9 11,-1 10-408,2 13 622,0 11-802,1 12 308,7 15-319,3 13 11,5 14-22,-1 12-6,-4 4-294,-3 3 260,-6-3 29,-7-10 22,-3-15 27,-3-16 35,2-20-6,5-18 33,9-16-26,8-11-80,12-6-93,8 2 93,6 6 0,4 9 0,0 14 0,0 12 0,1 18-208,1 12-700,0 15-403,-24-12 1,-1 1 1142,1 4 1,-2 0 0,3 3 0,-5-3 0</inkml:trace>
  <inkml:trace contextRef="#ctx0" brushRef="#br0" timeOffset="32118">19616 4041 19408,'24'-49'925,"1"0"0,0 0 1,-3 3-1,-1 1 0,-5 3-597,-7 1 0,-5 2-87,-3 3 0,-5 1 89,-14-20-83,-16 18-46,-14 18-84,14 24 1,0 5-84,-14 7-12,15 6 1,3 5-6,-4 23-17,15-18 0,0 2-6,5 1 0,2 1 6,3 0 0,3-1-3,5-1 1,4-2 454,16 23-441,14-15 28,8-20 28,2-21 51,0-20 72,-4-20-47,-19 13 0,-3-1-9,0-3 1,-1-2-100,-1 1 0,0-1-10,-2 2 1,0 2-26,8-18 207,-7 17-207,-7 16 301,-7 19-301,-9 18 0,-9 24 0,4-14 0,-2 4-900,-1 0 0,-1 5 0,0-3 900,-2 5 0,0 1 0,-1 2 0,-1 4 0,2-2-420,0 7 1,3 0 419,3-11 0,2 2 0,1-1-63,-1 15 1,8-4-145,11-10 0,6-6 67,9 1-246,32-34-84,-5-37 276,-15 3 1,0-5-172,4-8 0,-1-5 303,-5 2 0,1-3 1,-1-1 237,-4 5 1,-1-1-1,-1 1-173,0 0 1,-1 0 0,0 1 32,8-16 1,-3 4 268,-10 14 1,-1 2-175,3-5 1,-2-1 90,-4 7 1,-2 2 118,2-10 417,-8 14-568,-7 18 1747,-1 8-1948,0 4 838,-5 19-821,-1 11 0,-4 7-29,-1 20 6,3-6 28,5-14 1,2 1-7,7 21-16,9-4 136,2-30-97,7-11 17,-1-15 11,10-12 61,11-28-22,-7-10-451,-16 14 0,-2 0 401,3-17-14,-10 21 0,-2 1 19,4-15-33,-2-3-10,-4 13-160,-5 19-3,-2 8-326,2 12 494,7 8-1591,12 9-8252,21 17 9275,-13-12 0,1 0 1,-25-21-1</inkml:trace>
  <inkml:trace contextRef="#ctx0" brushRef="#br0" timeOffset="32608">20839 3897 28082,'40'-35'89,"-6"2"-50,11 3 12,-12-3-51,-9 6 33,0-10 40,-14 7-39,-6 4-29,-9 7 18,-24 14-12,10 5 0,-20 10-16,14 8-7,-5 21-4,11 3 27,5 13 0,10-15-17,9 8-10,13 1-1,8-3 0,14 0 0,2-22 17,4-12 0,-8-8 56,11-20-17,-20-7 1,9-21-29,-13-5 17,-6-5-6,-5 13 86,3-8-108,-8 28 0,10-15 0,-5 22 0,9-3 0,-3 10 0,18 6 0,-6 9 0,16 7 0,-6 12 0,3 12-270,-10-3-4646,-9-1 1,-3-1 4023,-3-1 0,5 11 1,-22-36-1</inkml:trace>
  <inkml:trace contextRef="#ctx0" brushRef="#br0" timeOffset="46993">9313 5807 11754,'-3'0'5702,"1"0"-3091,2 0-2505,-32 5 146,28-1 174,-18 5-23,44-3-140,15 2-101,21-3-114,-20-2 0,3-1-662,8 0 1,4 0 629,5-1 1,3 0-2,-17-1 0,2 1 0,0-1 0,4 1 0,0-1 0,2 0-752,3-1 0,2 0 0,1 0 744,-11 0 0,0-1 0,2 1 0,0-1-5,4-1 1,1 0 0,1-1 0,0 0-3,5 0 0,0 0 0,1-1 0,1 0-438,-9 1 0,0 0 0,1-1 0,1 1 0,-1-1 444,4 0 1,0 0 0,1 1 0,0-1 0,1 0-300,2-1 1,0 1-1,1 0 1,1 0-1,-1 0 298,-8 0 1,0 1 0,1-1 0,-1 1 0,1-1-1,0 1-3,1 0 0,1-1 0,-1 1 0,1-1 0,0 1 0,0 0-116,2 0 1,-1 0 0,0 0 0,1 0 0,0 0-1,0 0 116,1 0 1,0 1 0,0-1 0,1 1 0,0 0 0,-1-1-47,2 1 1,0 0 0,0 0 0,1 0 0,-1 0 0,1 1 42,-9-1 0,-1 1 0,1 0 0,0 0 1,1 0-1,0 0 0,3 0-2,1 0 1,2 0 0,2 0 0,0 0 0,0 1 0,-1-1 0,-2 0 0,-2 1 1,1-1 0,-4 1 0,-1-1 0,0 1 0,2-1 1,3 1-3,-2 0 0,4-1 0,2 1 0,0 0 1,1-1-1,-1 1 0,-3 0 0,-3 0 0,2-1 0,-3 1 0,-2 0 1,0 0-1,1 0 0,3 0 0,-6 0 0,1 0 0,2-1 0,0 1 1,1 0-1,0 0 0,0 0 0,-1-1 0,1 1 0,-1 0 0,1 0 1,0-1-1,0 1 0,0-1 1,0 1-1,1 0 0,-1-1 1,1 1 0,0 0 0,0-1 0,0 1 0,0 0 0,0-1 0,0 1-2,0 0 1,1-1-1,0 1 1,0 0-1,-1-1 1,1 1 0,0 0-1,0-1-2,-1 1 0,1 0 1,-1 0-1,1 0 1,-1 0-1,1 0 1,-1 0-1,0 0 0,0 0 1,0 0-1,-1 0 1,1 1-1,0-1 1,-1 0-1,0 0 1,0 0 2,-1 1 1,0-1 0,0 0 0,0 1 0,-1-1 0,1 1 0,-1 0 0,0-1 4,7 1 0,-1-1 1,1 1-1,-1-1 1,0 1-1,0-1 1,0 1-1,-2 0 0,0-1 1,0 1-1,-1 0 1,1 0-1,-1 0 0,0 0-6,-1-1 0,0 1 0,0 0 0,-1 0 0,0 0 0,1 0 0,-1 0 0,-2 0 0,1 0 0,0 0 0,-1 0 0,0 0 0,1 0 0,-1 0-12,8 0 0,-1 0 0,1 0 1,0 0-1,-1 0 0,0 0-14,0 0 0,0 0 0,-1 0 0,0 1 1,1-1-1,-1 0-31,0 0 0,-1 1 1,1-1-1,-1 0 1,0 0-1,1 1-71,-1-1 0,-1 0 1,1 1-1,0-1 1,-1 1-1,1-1-163,-1 1 0,-1-1 0,1 1 0,-1-1 0,1 0 0,0 1 295,2-1 0,2 1 0,0-1 0,-1 0 0,-4 1 0,-4-1 0,0 0 0,-5 1 0,-2-1 0,-1 0 0,10 0 0,-1 1 0,1-1 0</inkml:trace>
  <inkml:trace contextRef="#ctx0" brushRef="#br0" timeOffset="48026">9185 6014 14152,'1'-7'7539,"0"2"-6730,2-26 1,1-5 327,-2 8-734,2-11 0,0 2 359,-4 18-493,1 10-196,-1 3 11,2 5 0,1 8 11,5 12 11,1 20-67,-3-9 1,-1 3-272,-1 9 1,-2 3 233,0 6 1,-2 3-834,-3 5 0,-1 1 694,0-17 1,0 0 0,0 0-621,-2 2 1,1 1 0,-1-1 756,0 16 0,-1-4 0,3-17 0,1-5 0,0 7 0</inkml:trace>
  <inkml:trace contextRef="#ctx0" brushRef="#br0" timeOffset="49833">22728 5566 9582,'0'-3'4587,"0"1"5086,0 2-8990,36-47-381,-27 34 276,27-35-455,-36 48-39,0-1 22,0 11-44,0-2 50,-2 17 34,-1 11-96,0 7-5,0 15 5,2-2-39,0-11 17,1 12-20,0-26 1,0 2-6,0 1 0,0 0-189,0 8 0,0-1 191,1-5 1,0-2 0,1 20 5,4 9-16,0-4 5,0 0-12,-2 0 7,-2-18 10,-4-8 1,-4-7-6,-3-7 6,-6-7 416,-3-5-411,-1-4-11,2-3 17,1-2 5,2-1-22,1-3-6,1 0 6,-1 0-22,-3 2 5,-7 1 12,-10 3-12,-15 4-6,-15 2-441,24-1 0,-2 0 453,-6 1 0,-3 0-1,-4 1 1,-2-1-3,-6 1 0,0 0-1,18-2 0,-1 0 0,0-1-529,-3 1 1,0 0-1,0 0 529,-3 0 0,0 0 0,0 0 4,-3 0 0,1 0 0,-1 0 1,-2 0 1,1 0 0,-2 0-6,-1 0 0,0-1 0,-1 1 2,-1 0 0,-1 1 0,0-2-456,14 0 0,-1-1 0,0 1 1,0-1 462,-1 0 0,-1 1 1,1-1-1,-1 1-6,-1-1 1,0 0 0,0 0 0,-1 0-5,0 0 1,-1-1 0,1 1 0,-1-1 1,0 1 0,0-1 0,-1 0 0,1 0 0,-1 0 0,1-1 0,-1 0 0,1 0 4,0 0 0,0 0 0,0 0 1,1 0 0,0-1 1,1 0-1,-1 1 1,1-1 2,1 0 1,0 0-1,1 0 1,-1 0-230,2 0 0,-1 0 0,1 0 0,0 0 233,-16 0 0,1 0 0,2 0-8,12 0 1,2 0 0,-3 0-8,-4 0 0,-4-1 1,-1 1-1,4 0 13,-2-1 1,3 1-1,-4 0-266,-2-1 0,-4 1 0,-1-1 0,2 1 257,8 0 0,2-1 1,0 1-1,-1 0-3,0 0 1,-1 0 0,1 0 0,-1 0 1,1 0 0,-1 0 0,1 0 0,-1 0-90,1 0 1,0 0 0,0 0 0,1 0 86,0 0 0,1 0 1,-1 0-1,1 0-2,2 0 1,-1 0 0,1 0 0,0 0 7,0-1 0,1 1 0,0 0 0,0-1-6,-15 1 0,1 0 0,0 0 70,1 0 1,-1-1 0,1 0-60,1 1 1,0 0 0,-1 0-5,1 0 1,0 0 0,-1 0-99,0 0 0,0 0 0,-1 0 68,1 0 1,-1 0 0,0 0 16,0 0 1,-1 0 0,1 0 9,15 1 1,0-1-1,-1 1 1,1-1-2,0 1 0,0-1 0,0 1 0,0-1 4,0 1 0,0 0 0,0-1 1,1 1-8,-16 0 0,1-1 0,0 0 9,1 1 1,1-1 0,-1 0-1,1 0 1,1 0-1,-1 0 157,2 0 1,-1-1 0,0 1-171,1-1 1,-1 0-1,0 0 0,2 0 1,0-1 0,0 1 7,0-1 0,0 1 0,1-1 7,0 1 0,1-1 1,-1 0 5,2 1 0,-1-1 0,1 0 11,1 0 0,1 0 0,0 0-7,1-1 0,1 1 0,0-1-10,2 0 0,1-1 1,0 1 197,1-1 0,1 0 1,0 0-195,0 0 0,1 0 0,0-1-2,0 1 1,1-1-1,0 0-2,0 1 1,1 0-1,0-1 0,-21-1 1,0 1 10,1 0 1,1 0-6,0 1 0,0 1 0,-1 0 0,3 1 0,15 0 0,-4 1-191,-8 0 1,-10 1-1,1 0 1,9 0 201,10-1 0,1 1-13,-8 0 1,-10 0 0,2 0 0,11 0 393,15 0 1,4 0-393,-9 0 0,-1 1-3,1-1 1,1 1 4,0 0 1,0 1-3,1-1 0,0 1-3,0 0 1,0 1 7,1-1 1,1 1-1,1-1 1,0 1-6,2-1 0,1 0 963,-28 2-952,6-3 6,3 1-6,4-2 17,3 1 11,1-1 856,1 0-884,0 0 3197,-1 0-3174,0 0 492,2 0-481,4 0 164,5 0-125,4 0-11,4-1-29,1 0-4,-2 1-18,-4-1-33,-7 1-79,-9 2-408,-9 2-181,19 1 1,0-1-1,-2 2 1,-2 0 0</inkml:trace>
  <inkml:trace contextRef="#ctx0" brushRef="#br0" timeOffset="51817">10475 6107 24301,'6'-43'780,"-1"0"1,1 5-1,-3 9-561,-4 19-163,-1 7-11,-2 10-12,-6 12 6,-4 16-22,-4 14-11,-1 12-9,11-30 0,1 0-8,-1 28 17,12-11 27,12-14 68,14-16 73,9-14 16,9-20 17,6-14-394,-26 9 0,-1-4 282,-1-1 0,-1-1 3,-3 0 0,-1 0-121,14-24 46,-15 22-23,-7 7 0,-11 19 0,-2 9 0,0 11 562,-2 18-562,-1 16 0,-2 12-259,3-28 1,1 1-196,-1 4 1,2 0-1099,3 2 1,1 0 911,0-3 0,0-4 0,5 12 0,-3-22 0</inkml:trace>
  <inkml:trace contextRef="#ctx0" brushRef="#br0" timeOffset="52226">11986 6014 24783,'4'-42'886,"0"0"1,1 4 0,-4 10-685,-4 22-169,2 7-21,0 13 21,2 30-5,-1 15-230,0-25 0,1 1 177,-2 11 0,0 1-673,-3-3 0,0 1 51,-1 16 0,-2 3 647,2-16 0,-1 2 0,1-6 0,0-2 0,0-4 0,2-2 0,-1 0 0</inkml:trace>
  <inkml:trace contextRef="#ctx0" brushRef="#br0" timeOffset="52633">13138 6238 22043,'5'-46'1274,"1"0"1,0 1-1,1-15 1,-1 7-777,-5 8-341,-2 21-34,-2 11-112,1 14 34,0 13-45,1 18-78,1 21-12,0-1-187,0-12 0,0 1-1063,0-3 1,0 1 1339,-1 18 0,-1-3 0,2 6 0,-3-4 0</inkml:trace>
  <inkml:trace contextRef="#ctx0" brushRef="#br0" timeOffset="53076">14448 5997 16969,'0'-8'6391,"0"2"-5730,-6-25 0,-2-7 185,2-3-530,-2-8 1,1 0 176,4 1-152,5 7-72,2 8-67,0 9-90,0 11-90,0 7-11,0 14 12,3 15-1,0 22 0,-4-11 1,0 3-1058,-1 9 0,-1 2 1037,-1-7 1,-3 2-14,-3 5 0,-2 5 0,-1-3-610,-4 5 1,-2 0 519,2-3 0,-2 4 1,2-3-421,-4 10 0,3-3-1658,2-3 0,4-2 2179,2-9 0,2-5 0,2 10 0,2-25 0</inkml:trace>
  <inkml:trace contextRef="#ctx0" brushRef="#br0" timeOffset="54016">15384 6056 15984,'-1'-3'5746,"0"0"-3013,1 3-1993,-26-61-269,19 35-357,-6-10 1,4 0-25,19 15-40,13 5-16,16 3-40,13 6 6,7 11-325,1 11 303,-8 13 0,-12 8-6,-17 6 28,-16 6-95,-21 1 101,-13 2 11,-12-6 11,-2-7 44,3-12 96,8-10 45,10-9-45,9-10 300,6-7-322,6-7 29,5-4-125,4 1 1,6 4-12,2 6-5,4 5-12,6 10-22,8 9-6,4 11-10,1 9 4,-6 4-10,-12 4-17,-13 1 28,-21 0 5,-16-3-44,-17-7-62,-8-9-230,-2-10-616,4-7-2857,6-14 3815,10-3 0,15 0 0,9 3 0</inkml:trace>
  <inkml:trace contextRef="#ctx0" brushRef="#br0" timeOffset="54242">16308 5647 27382,'-6'50'49,"0"1"0,0-1 0,0 1 1,1 1-1,-1-1-61,1-5 1,0 0 0,0 1-1229,0 3 0,0 1 1,1 0 755,0 3 1,0-1-1,1 2 484,1 5 0,0 1 0,1-6 0,-1-5 0,2-4 0,0-3 0,1 0 0</inkml:trace>
  <inkml:trace contextRef="#ctx0" brushRef="#br0" timeOffset="55193">17641 5864 25987,'-34'-53'151,"-3"11"-128,-3 40 5,-6 3-11,-14 6-34,19-1 11,-7 8 23,27 0 39,-2 14 67,11 1 34,3 11-73,6-13 118,3 9 94,3-2-105,0-2-29,1 0 40,-3-16-68,0-6 157,-1-5 113,0-3-235,2-3-169,0-8 0,1-4 0,0-4 0,3-5 0,2 4 0,5-4 0,11 3 0,1 9 0,11 2 0,-9 11 0,10 8 0,9 17 0,1 8-169,-20-12 0,-1 1 169,9 22 0,-13-11 0,-9 4 0,-20-4 0,-10-1 0,-19-1 0,-8-14-63,6-8-92,-5-6-1973,8-7-7703,7-8 8768,6 1 1,16-1-1,5 6 1</inkml:trace>
  <inkml:trace contextRef="#ctx0" brushRef="#br0" timeOffset="55450">18668 5659 28401,'-21'50'-15,"-1"-1"0,1 8 0,3 0 9,11-6 1,3 4-1902,-3 4 1,0 6 0,0-3 1454,2-15 0,0-3 1,0 4-2007,1 0 0,-1 3 1,0 0-1,1-5 1835,-1 12 1,1-7-1,1-12 1,1-8 0,1-13-1</inkml:trace>
  <inkml:trace contextRef="#ctx0" brushRef="#br0" timeOffset="56050">20445 6027 20302,'17'-59'1592,"0"1"1,-2 6-1,-7 7-869,-16 5-387,-12 19-168,-14 14 0,-14 22-101,17-1 1,0 4-626,-4 8 1,0 5 588,-2 5-1,2 4-10,1 4 0,2 4-9,2 2 0,3 2-11,4-1 0,3 1 0,5-3 0,4-1 0,4-5 0,5-1 34,7-5 0,6-3-23,22 20 22,16-20 63,5-17 55,-4-23 45,-10-15 0,-12-16-51,-14-8-27,-14-2-34,-17 7-56,-17 10-11,-20 12 185,23 14 1,-2 3-332,-4 4 0,0 4-803,-2 2 0,0 3 932,5 0 0,2 1 0,-9 6 0,18-8 0</inkml:trace>
  <inkml:trace contextRef="#ctx0" brushRef="#br0" timeOffset="63116">15569 7468 30119,'0'-8'1178,"1"-24"0,1-6-1008,0-4-1244,1-5 1,0 0 888,1 7 1001,1-6-968,-2 24 422,1-3-1078,-3 16 505,-1 10-142,-1 15 1285,-2 14-1130,-3 20 195,2-19 1,-1 2-162,0 2 0,1 2 140,0 0 1,0-1 1,1-2 0,0 0-117,-3 24 128,-4-16-8,-4-14-12,-6-15-6,-6-14-1,-5-15 130,-6-15 0,-1-13-5,20 18 1,1-1 4,-12-27 0,8 4 0,8 11 0,6 16 0,2 10 0,1 11 0,-2 9 0,0 12 0,0 14 0,2 12 0,5 5 0,9 0 0,14-6 0,16-8 112,14-12-112,-21-16 0,0-3 0,2-4 0,-1-2 0,2-4 0,-1-2 0,-2-1 0,-1-3 0,24-10 0,-11 1 0,-17 6-96,-14 7-559,-10 3 0,-4 4 0</inkml:trace>
  <inkml:trace contextRef="#ctx0" brushRef="#br0" timeOffset="70626">9373 8268 16359,'0'-4'5780,"0"0"-4027,0 4-1540,3-21 5,-5 41-55,-3-1-124,-3 15 0,-2 8-521,-1 3 0,-2 2 339,-2 6 0,0 1-482,0 1 1,0 1-2585,3 0 0,1-2 2604,3-7 1,2-5 0,0 11-1,5-27 1</inkml:trace>
  <inkml:trace contextRef="#ctx0" brushRef="#br0" timeOffset="71600">9399 8093 9106,'0'-4'5953,"0"1"-1404,0 3-4129,0 6-68,0-3 51,2 7-16,8-4-79,11 1-67,16 0-62,17-1-558,-18-3 0,2-1 409,7 0 1,2-1-9,8 0 1,2 0-35,-15-1 1,1 0 0,2 0-601,4-1 1,2 1-1,1-1 580,5 1 1,1-1-1,2 1-456,-12 0 0,1-1 0,0 1 0,1-1 446,1 1 0,1 0 0,1 0 0,-1 1 2,2-1 1,-1 1 0,1 0 0,0-1 14,1 1 0,-1 1 0,0-1 0,1 0 8,-1 1 0,1-1 0,-1 1 0,1-1 4,0 1 1,0-1-1,0 1 1,0-1 9,1 1 0,-1-1 0,0 0 1,0 1 7,1-2 1,-1 1 0,1 0-1,0-1 2,0 1 0,0-1 0,1 1 0,-1-1-5,2 0 1,-1 0 0,1 0 0,0 0 0,0 0 0,0 0 0,1 0 0,0 0-413,0 0 1,1 1 0,0-1-1,0 1 418,0 0 1,1-1-1,-1 1 1,0 0 3,0 1 1,0-1 0,0 1-1,0-1 6,-2 1 0,1-1 1,-1 1-1,0-1-132,-2 0 1,0 0-1,0 0 1,-1 0 135,-3 0 0,1-1 1,-1 1-1,-1-1 3,-2-1 0,0 1 1,-1-1-1,0 0 12,12 0 1,-1 0-1,-1 0 0,-4-1 1,-1 0-1,-1 0 108,-5 0 1,0 1-1,-3-1-72,14 0 0,-4 1 533,-11 0 1,-4 0-450,11 2 2186,-27 2-1923,-15 3 1645,-8 4-1836,-2 4 1165,-2 2-1221,-1 3 218,-3 2-312,-2 5-18,-2 8-38,-3 9-23,-1 11 0,8-23 0,0 3-353,0 3 1,1 3 346,-1 3 1,0 2-1,0 1 1,-1 1-9,0 1 0,-2-1 0,-1-3 0,-1 0-6,-2-3 1,-1-2 10,-2-3 1,-2-2-183,-2-4 1,-2-2 170,-2-4 1,-3-2 16,-2-3 0,-4-4-6,-3-1 1,-3-4 11,-5-1 0,-3-3-583,-6-1 1,-2-2 586,14-3 1,0 0 0,-1-1-470,-4-1 0,-2-1 0,0 0 463,-2-1 1,-2 0 0,0 0-10,-3-1 1,0 0 0,-1 0 3,-2 0 0,0 0 1,-1 1-3,13 1 0,0 0 1,0 0-1,0 0-294,-3 0 1,1 0-1,-1 1 1,-1-1 304,-1 1 1,0 0-1,-1 0 1,-1 0-330,-1 1 1,-1-1 0,0 1 0,-1 0 327,0 0 0,-2 0 0,1 0 1,-1 1-7,-1 0 1,-1-1-1,1 1 1,-1 0 2,0 0 1,-1 0-1,1 0 1,-1 0 3,0 0 1,0 0-1,-1 0 1,1 0-220,0 0 0,0 0 0,-1 0 0,1 0 208,0-1 0,-1 1 1,1 0-1,0-1-7,-1 1 1,1-1-1,0 0 1,-1 0 12,1 0 0,-1 0 0,1 0 0,-1-1-106,1 1 1,0-1 0,0 0 0,0 1 84,1-1 0,0 0 0,1 0 0,0 0-16,2 1 1,1-1 0,0 0-1,1 0-19,3 0 0,0 0 0,2 0 0,0 0 40,-10-1 1,1 1 0,2-1-157,7 0 0,2-1 1,2 1 110,-12-3 0,5 0-1249,12-1 0,4-1 1310,-14-10 0,28 8 0,13 1 0</inkml:trace>
  <inkml:trace contextRef="#ctx0" brushRef="#br0" timeOffset="72726">10222 8750 15238,'0'-54'2407,"0"0"0,0 4 0,2 3-1439,2-10-189,2 9-471,0 17 162,-2 9-218,-3 14-213,0 9 29,-3 15 11,-3 18-35,-1 1-13,-3 3 0,-1 1-14,-3 21-6,4-15 0,2-2-11,-1 11 6,8 5 5,3-37 67,6 8 96,2-25 0,8-8 16,18-22-84,0-10-50,3-4 68,-3-7-18,-12 13 0,1-3 34,-8 11-106,-9 13-28,-4 8 5,-4 8 17,2 9-23,-1 7-5,2 12 0,0 20-84,0-2-5,0 1-337,4 2-526,5-11-824,10 8-4749,22-13-3306,-1-19 9072,-1-12 1,-21-8-1,-15-1 1</inkml:trace>
  <inkml:trace contextRef="#ctx0" brushRef="#br0" timeOffset="72909">11045 8558 19479,'19'-58'2106,"-1"-1"0,-2 5 0,-4 6-1429,-5 8-346,-4 12-270,-3 20-38,0 10 10,-3 15 18,-5 34-46,1-6-41,-2 11 0,1 2-1127,1 3 877,2-20 0,0 5 1,1-2-2402,1 7 1,1-2 2686,1 6 0,-1-3 0,2-15 0,0-5 0,1 4 0</inkml:trace>
  <inkml:trace contextRef="#ctx0" brushRef="#br0" timeOffset="73350">11772 8758 20752,'9'-43'1120,"0"0"0,-1 0 1,5-14-1,-5 10-621,-7 21-43,-2 14-445,0 12 99,0 13-105,-1 4 7,-2 38-96,3-4-409,0-11 0,0 2-440,1-4 0,2-1-3983,0 0 1,0-2 4365,2 15 0,1-17 0,-4-25 0</inkml:trace>
  <inkml:trace contextRef="#ctx0" brushRef="#br0" timeOffset="73576">12472 8369 22531,'0'-6'3299,"0"2"-2789,0 4-493,-28 60-40,12 0-584,4-21 1,-3 4-1,4-1 360,1 16 1,3 0-611,3-16 0,0 1 0,2-1-4059,-1 22 1,2-4 3473,1-13 1,1-6 0,2 15 0,-1-41 0</inkml:trace>
  <inkml:trace contextRef="#ctx0" brushRef="#br0" timeOffset="74076">13394 8680 23758,'41'-36'41,"0"0"0,-4 2 0,-4 12-24,-7 28-28,-1 5 16,0 9 18,-3 4-18,-4 3 6,-8 0 23,-5 1 22,-11-4 22,-5-4 51,-8-4 67,-3-5 45,-2-3 112,2-4 95,3-1-22,5-1-146,7-2-129,6 1-33,9-3-45,11 0-51,11-1 0,10 2-44,5 6 33,0 7 40,-5 9-46,-8 7-5,-9 5 39,-11 2-5,-17 1-6,-18-1-90,-22-4-84,14-17 1,-3-2-1519,-5-2 1,-1-2 1663,2-3 0,2-1 0,-11 0 0,21-4 0</inkml:trace>
  <inkml:trace contextRef="#ctx0" brushRef="#br0" timeOffset="77425">16577 8935 19059,'2'-44'1517,"0"1"1,0-1 0,1-18 0,-1 10-818,-2 28-336,-1 4-280,-1 13-44,-5 25-18,0-1-5,-7 31-12,-1 2-376,6-16 0,-1 1 309,2 2 0,0 1-193,2 0 1,1 1-869,4 4 0,2-1 59,3 12-1055,9-2 203,-4-41 1015,1-14 839,-6-30 213,-3-1 118,-1 1 0,-2-3 498,-3-27-603,2 21 1,0-2 577,-1 0 0,1-1 278,1-6 0,0 3-550,0-15-154,4 27 1,2 3 518,7 2-650,14-4-101,13 8-56,-1 15 0,4 1-983,2 3 0,2 1 955,2 1 0,2 1-6,9 1 1,1 1-596,-4 0 0,2 1 604,-8 0 1,2 1 0,4-1-3,-3 1 1,3-1-1,0 0 1,0 0-7,-5 0 1,-1 0 0,0 0 0,2 0-374,9-1 1,3 0-1,-1 0 1,-4 0 377,-4 0 0,-3 0 0,2 0-5,-5-1 1,2 1 0,0-1 0,-1 0-199,4-1 1,-2 1 0,5-1 190,3 0 1,4-1 0,2 1 0,-3 0-75,-9 0 1,-1 0-1,0 0 1,1 0 86,8 0 1,1-1-1,-1 1 1,-4 0-1,-4 0 1,-4 1 0,2 0-94,11-2 0,1 1 0,-1-1 94,-9 2 0,-2 1 0,4-1-45,4 0 1,4-1 0,1 1-1,-2 0 47,-8 0 0,-1 1 1,-1-1-1,2 1-4,6-1 0,2 0 0,-2 1 0,-4-1 22,-6 1 0,-4 0 0,2 1-19,5-1 1,1 0 0,-3 0 4,8 0 1,0 0 17,-4 0 0,2 1 0,-3-1-7,-1 1 1,-1-1 39,-3 2 1,2 0 0,-8 0 25,8-1 545,-8 2 0,-2 0-529,-1 0 1307,4 0-1386,-17 2 2984,-10 1-2945,-14 3 940,-4 0-934,-2 8 380,-5 3-385,-8 21-34,0 4-6,-4 18-621,9-13 601,6-13 1,1 2-9,1-2 1,3 2 5,3 22 0,2 3 0,-1-7 0,1-1-1345,2 11 1,-1-2 1349,-2-23 1,-1-2-26,-5 7 1,-6-2-241,-9-4 0,-5-3 243,-4 1 1,-4-3-18,-14 1 0,-4-5-724,-3-10 0,-1-5 741,8-3 0,-2-3 5,5-3 1,-3-2 0,2-1-51,-14 0 1,-3-1 65,15-1 0,-5-1 0,-1 0 0,2 0 3,-12 0 1,2 0 0,-3 0 57,7-1 0,-2 0 0,-1 1 0,1-1-60,3 1 1,1 0 0,1 0 0,0 0-6,-6 0 0,2 0 0,-3 1 4,4-1 0,-2 1 0,-2-1 1,-1 1-1,7-1 0,-1 1 1,-1-1-1,0 0 1,-1 1-292,-3-1 0,1 0 1,-2 0-1,-1 1 1,-1-1 275,3 0 1,-2 0 0,-2 1 0,0-1-1,2 0 1,0 0-138,-4 0 1,0 1-1,1-1 1,2 0 0,1 0 100,-3 1 1,2-1 0,1 1 0,-3-1-69,6 1 1,-3-1 0,0 1-1,1 0 1,3-1-180,-2 1 0,3 0 0,0 0 0,-1-1-862,4 0 1,-2 1-1,0-1 1,1 0-1,2 0 1156,-2 0 0,1-1 0,2 1 0,5 0 0,-17-1 0,10-1 0,-3 0 0</inkml:trace>
  <inkml:trace contextRef="#ctx0" brushRef="#br0" timeOffset="78184">17988 8725 19171,'5'-9'4861,"-1"2"-3679,-4 7 353,0 0-1479,0-28 22,-9 21-39,-8-20-5,-14 30-6,-11 3 6,-10 2-18,8-2 54,11-2 0,0-3 104,-4-3 11,-11-5-17,26-4-45,9-1-28,6 2-44,5 4-68,1 3 11,1 14-22,1 5 34,2 15-1,0 3-16,0 4 34,0-3-1,-1-2-11,0-6-16,-1-5 5,-1-4 11,0-7 78,0-4 102,0-5-6,0-3-85,2-5-60,2-5-18,6-6-22,6-1-17,7 0-5,5 4 22,7 4 5,2 5-5,1 8 6,0 8-6,1 8-28,-2 7 0,-6 6-22,-9 3-40,-11 6-61,-17 3-112,-12-1-225,-16-3-576,-8-9-1428,-1-11 2492,3-10 0,18-7 0,9-4 0</inkml:trace>
  <inkml:trace contextRef="#ctx0" brushRef="#br0" timeOffset="78408">18490 8473 23142,'3'-4'3198,"0"1"-2492,-3 3-527,24 8-78,-24 31-73,7-10 0,-1 4-685,-14 14 0,-6 4 629,1 3 0,-1 1-204,-1 3 0,2 0-911,1-1 0,4 1 1143,5 3 0,3-4 0,-1-23 0,2-3 0,7 21 0</inkml:trace>
  <inkml:trace contextRef="#ctx0" brushRef="#br0" timeOffset="78775">19593 8541 22884,'0'-6'3663,"0"2"-2946,0 4-683,-66 30 38,26 17-776,-7-7 0,1 5 701,21 2 0,6 4 11,2-1 1,3 1-9,4-2 0,4-1-71,7-4 1,4-1 59,5-6 0,4-2 11,4-5 0,4-4 10,23 10 91,0-18 44,-4-21-16,-2-18 50,-3-18 892,-4-12-729,-10-3-234,-18 7 382,-26 11-490,-30 16 0,11 14 0,-3 3-553,-9 5 1,-2 4-537,-5 2 0,1 3 598,6 2 1,5 1 0,15-5 0,5 1 0,-3 3 0</inkml:trace>
  <inkml:trace contextRef="#ctx0" brushRef="#br0" timeOffset="85042">11938 9678 22229,'2'-43'1019,"-1"-1"0,0 6 1,0 9-863,-2 20-123,0 13 16,2 12-5,2 16 5,1 15-33,-2 9 17,-4 6-298,-1-29 1,-1 0 279,-2 0 1,-1 0 22,-1-1 1,-3-1 38,-13 24 29,-7-14 49,-3-16-21,-4-17-34,2-17-34,0-16-6,3-13 35,5-10-35,5-3 6,6 4 62,5 11 549,3 12-627,5 12-40,1 9-11,2 11 22,-1 10-5,2 10-11,1 8 5,7 3 6,8-3-6,11-3-6,10-8 18,10-7-12,5-9 23,1-7 38,0-8-4,-2-5-12,-5-8-12,-6 0-32,-7-2-18,-7 4-184,-6 5-1378,-5 5 1568,-6 6 0,-4 1 0,-3 2 0</inkml:trace>
  <inkml:trace contextRef="#ctx0" brushRef="#br0" timeOffset="90283">9090 10923 18504,'0'-6'5119,"2"-6"-4391,1-1-145,2-7-123,-1-1-276,-1 4 225,0 0-286,-3 10-95,1 0-5,-1 28-1,0-3 9,-2 17 0,-1 6-43,0-7 1,-1 1-491,-3 20 1,0 3 490,-1-4 0,0 0-1063,0 4 0,0-2 1034,2-12 1,2 1-689,-1 13 0,3-2-1248,4-21 1,2-3 1975,3 12 0,1-3 0,3-8 0,3-14 0</inkml:trace>
  <inkml:trace contextRef="#ctx0" brushRef="#br0" timeOffset="90933">9227 10873 20369,'-4'-5'3630,"1"0"-3098,3 5-230,0 0-263,89-60-966,-53 52 1,4 1 933,11-12 0,6-4 1,0 6-5,-11 13 1,-1 6 0,0 0-436,5-2 1,0 0 0,0 0 438,4-1 1,0 1 0,0-1-12,3 0 0,1-1 1,0 0 16,2 0 0,1 0 0,-1-1-526,2 1 0,1-1 0,-1 0 498,-2 0 0,0 0 1,-1 0 14,-2 0 0,-2 0 0,0 0-245,-6 1 0,0-1 0,-2 0 242,15-1 1,-2 1 176,-7-1 1,-2 0-167,-6 2 1,-2-1 506,-4 0 0,-1-1-504,-3 2 1,-2 0 32,25-2 1737,-12 1-1753,-12 2 1272,-13 0-1216,-10 1 814,-6 0-775,-3 2 326,0 4-365,0 3-6,1 6-5,3 4-22,2 8-46,5 9 23,1 12 11,-1 12-19,-8-24 0,-1 3-462,0 5 0,-2 2 448,-1 5 0,0 1 5,-1 4 0,0 1-529,0 0 0,0-1 518,0-1 0,0-1 5,-1-3 1,-2-2-243,-2-4 1,-2-2 250,-5-4 0,-5-3 6,-5-4 0,-6-3-6,-8-4 0,-5-3-333,-9-2 0,-4-5 326,13-5 1,-1-3-1,-2 0-237,-5-2 1,0-1-1,-2-1 239,-2-1 1,-2-1-1,0-1-9,-3-2 0,0-1 0,-1-1 5,-1 0 1,0-1 0,0-1-1,0-1 1,-1 0 0,1-2-3,0 1 1,0-1 0,0 0-4,-1 0 0,0 0 0,0 0-203,14 3 1,0 0 0,-1 0-1,1 1 159,-3 0 1,1 1 0,-1 1 0,0-1-81,0 2 1,-1-1 0,1 2 0,0-1-239,2 1 1,0 0 0,0 1-1,2-1-1524,-11 0 1,2 0-1,3 1 1886,-10-1 0,7-1 0,20 1 0,7 0 0,0-1 0</inkml:trace>
  <inkml:trace contextRef="#ctx0" brushRef="#br0" timeOffset="91459">9681 11269 22845,'9'-57'999,"0"-1"0,-2 7 0,1 7-551,1 12-213,-3 12-151,-3 10-67,-2 7 27,-1 11 7,-2 14-12,-6 21-20,1-13 1,-1 2-188,-3 7 1,0 2 175,-1 1 1,1 0-12,2 0 0,1-2-3,3-5 1,2-2 11,8 19 27,7-20 63,11-18-7,6-23-38,6-17 21,6-18-371,-19 15 1,-1-2 334,2-2 1,-2-1-6,0-1 0,-2 1 158,-1 3 1,-1 2-94,8-15-57,-10 21-17,-7 18 1,-3 19-23,-1 16 714,-1 16-719,1 10-23,-1 6-252,-1-30 0,1 1 103,0 1 1,1 0-477,2 1 1,0 0-975,3-2 0,2-1 1627,19 20 0,-13-24 0,2-15 0</inkml:trace>
  <inkml:trace contextRef="#ctx0" brushRef="#br0" timeOffset="91676">10477 11111 20016,'12'-57'1833,"0"0"1,-2 7 0,-1 4-1117,3-13-174,-7 23-252,-3 16-196,-2 12-11,-3 39-22,-3 11-48,1-2 0,-1 4-559,0 3 0,-2 1 534,1 6 0,-1 3-15,0 4 1,1 1-164,3-19 1,-1 0 0,2 0-707,-1 0 1,2 0 0,0 1 894,2 0 0,1 0 0,0-5 0,-1-1 0,1-5 0,6 22 0</inkml:trace>
  <inkml:trace contextRef="#ctx0" brushRef="#br0" timeOffset="91892">10962 11146 26525,'0'-40'646,"0"0"1,0-23-602,-3 64-17,-3 13-5,-2 17-29,1 5 0,-1 5-22,0 1 0,1 1-448,-2 3 0,2 1 11,-1 6 1,2 0-1586,3-7 0,0 1 1531,0 4 0,1-1 0,1-17 0,1-3 0,0 5 0</inkml:trace>
  <inkml:trace contextRef="#ctx0" brushRef="#br0" timeOffset="93092">13154 11042 23019,'7'-59'1131,"0"0"0,-1 7 1,-2 11-919,-2 26-174,-2 13-28,-1 39 6,-2 9-1,0-6 1,-1 4-633,-1-2 0,-2 2 526,0 4 1,-2 1-54,2-10 1,-1 2-1080,-3 17 1,0 0-359,5-24 1,1-1-638,-2 11 0,1-4-2987,0-6 2163,3-23 2626,0-17 1227,1-22 3344,3-30-2428,1 23 1,-1-2-246,2-13 0,0-1-371,2 3 0,0 0-236,1 0 1,1 1-552,-2 12 0,2-1 268,3-7 1,3 3-498,11-10-1,-4 16 0,4 1-47,2 10 0,3 2-324,8 1 0,3 2 282,-7 4 0,3 2 8,15-2 0,4 3-20,7 2 0,1 2 2,-19 2 1,1 0-1,1 1-386,6 1 1,1 0 0,-1 1 389,12 0 0,-4 1 0,-13 1 0,1-1 13,-5 0 0,1 0 0,-2 0 9,-1-2 1,0 1-21,16-2 1,0 0 3,-17 0 0,-3 0 8,-2 1 0,-3 0 14,13-1 377,5 2-237,-25 2 552,6 3-535,-17 3 1248,-6 6-1277,-1 3 798,0 8-870,4 9-6,3 10-5,3 15-396,-8-22 1,0 2 338,0 7 1,0 1-11,-3-8 0,0 3-5,-1 3 1,0 4 0,-2-2-2,-1 3 0,-2 1-368,-2-4 0,-2 3 0,-3-3 387,-8 9 1,-6-6-18,-9-3 1,-6-4 3,-7-4 0,-5-5 10,-7-5 1,-3-5-418,17-10 1,-2-3 0,0-1 418,-3-1 1,0-3 0,-1-2-6,-1-1 0,0-3 1,0 0 2,0-2 1,0-1 0,1-1-21,2-1 0,0-1 1,2-2-479,-18-5 1,3-2-40,7-2 0,3-2-2254,6 0-1,2-1 2776,9 2 0,3 1 0,-5-4 0,16 11 0</inkml:trace>
  <inkml:trace contextRef="#ctx0" brushRef="#br0" timeOffset="93650">13944 10984 18644,'-4'-3'5355,"0"0"-4527,4 3-284,-24-60-157,26 34-253,-10-11 0,5 2 57,30 14-18,6 5-66,6 4-68,1 6-17,0 6-16,-1 11-12,-2 8-5,-5 11 0,-9 7 22,-10 5-5,-16 4 5,-13 1 11,-15-4 1,-6-7 27,-3-9 45,5-11 29,8-8 32,7-11-16,8-4-22,6-4-51,3 0-39,5 2 6,6 3-29,7 4 1,11 5 5,9 7-5,9 9-12,5 10-11,3 4 12,-7 5-6,-14-1 11,-17-3 11,-26-6-50,-20-6-264,-21-7-901,-10-7-3274,30-6 0,1-2 3889,-23-4 1,22 2 0,16-2 0</inkml:trace>
  <inkml:trace contextRef="#ctx0" brushRef="#br0" timeOffset="96134">18659 10151 19546,'1'-57'1786,"0"1"1,-1 7 0,1 4-1070,-3-7-336,0 23-308,0 16-73,0 15 33,2 15-27,0 15 5,0 16-16,0 13-136,0-26 0,0 2 163,-3 1 1,-1 0-43,-2 2 1,-2-1-12,-5-1 0,-4-3 25,-2-2 1,-4-4 5,-1-5 0,-4-5 33,-29 2 7,3-26 27,8-22 0,12-17 23,11-9 50,11 2-12,7 7-66,4 13-51,2 14-28,1 13 23,2 16-6,3 12 304,3 12-304,5 9 6,7 1 50,12-2-28,12-9-473,12-11 470,-25-16 0,1-5-11,1-4 0,1-4 3,1-4 0,-1-2-12,0-3 1,-1-3-9,-3-1 1,-1 0-110,22-15-661,-12 7-2050,-15 10-7008,-12 8 8877,-8 6 1,-5 2 0,-1 0 0</inkml:trace>
  <inkml:trace contextRef="#ctx0" brushRef="#br0" timeOffset="97308">17425 11140 24676,'-5'40'59,"0"-1"1,-1 6 0,-1-1-150,2-12 1,-1-1-1122,-1 11 0,0 1-1229,2 1 1,0 0 2439,2-4 0,1-3 0,0 11 0,2-22 0</inkml:trace>
  <inkml:trace contextRef="#ctx0" brushRef="#br0" timeOffset="98075">17521 11122 23346,'46'-19'75,"1"1"0,0-1 0,2 1 0,0 2 0,-3 4-719,2 6 0,0 3 651,-5 0 1,3 0-1,-2 0 10,12 0 0,2-1-14,-1 1 1,3 0 0,-1 0-4,-11 1 0,0 0 0,0 0-285,4-1 0,1 1 0,-3-1 299,7 0 0,-5 1-9,-13 0 1,-2 1 77,4-1 1,-4 1 89,-3 0 148,3 1-91,-28 0 616,-6 3-706,-3 1 1336,-5 14-1258,-2 3 537,-6 14-660,0 7-11,-2 7-67,5-3-17,4-4 0,2 3 0,2-9 0,1 2-515,2 17 1,2 3 500,2-7 0,1 0 5,4 2 1,1-2 2,-2-9 1,-1-2-4,2 7 1,-5-1-345,-10-5 1,-8-3 341,-3 0 0,-7-2 13,-14 0 1,-8-7-11,-8-10 0,-4-8-260,13-4 0,-2-2 0,0-2 281,-5-3 0,-2-2 1,0-1-515,-2-1 0,-1-1 0,0-2 510,0-1 0,0-1 1,0-2-3,3 1 1,1 0-1,1-1-26,4 1 0,2 0 0,1 0 10,-14-4 1,5 1-15,14 4 1,2 0-171,2 1 0,1 0-3728,-16-2 3921,7 2 0,12 3 0,23 3 0</inkml:trace>
  <inkml:trace contextRef="#ctx0" brushRef="#br0" timeOffset="98691">18339 11387 22263,'0'-4'2816,"0"0"-1796,0 4-997,-7-40-7,-1 32 1,-10-28-11,-3 44 27,-8 3-5,-7-1 12,-6-2 38,1-2-22,5-2 28,10-3 6,8-1-51,10 0-28,5 0-22,2 2 16,1 3 18,0 4-12,0 6 11,1 5-10,-1 6-24,1 4 29,-4 3 0,-2-1 33,-3-2 34,-4-5 56,1-5 101,1-8 56,3-6-51,3-4-89,2-5-118,1 0 29,1-11-35,4 2-16,3-7 5,7 6-22,6 2 12,7 5-12,8 3-12,11 7 1,9 6-378,6 8 380,-31-6 1,0 1-3,23 17-11,-15 3 11,-17 0 11,-24 1-62,-22-3-168,-22 1-198,16-16 0,-2-2-283,-1-1 0,-1-1-2209,0-3 0,1-1 2920,-21 1 0,23-5 0,16-4 0</inkml:trace>
  <inkml:trace contextRef="#ctx0" brushRef="#br0" timeOffset="99634">20136 11430 21506,'12'-61'1450,"0"-1"1,-3 10 0,-2 5-913,-3-9-264,-7 25-212,0 18-62,0 18 22,3 20-27,0 20 2,1-14 0,1 2-231,1 3 1,-1 2 216,3 2 0,0 0-56,1 1 1,-1-1-124,1 0 0,-1-2-171,0-2 0,0-3-558,1 21 237,-5-21 357,-8-18 152,-4-23 140,-4-19 89,3-23 9,7 16 0,2-2-145,2-7 0,3-1 231,2-4 1,2-1 39,2-1 0,1 1 47,1 4 1,1 1-7,-2 6 1,1 2 110,7-20-152,1 15-113,5 10-38,11 10-23,16 4-196,-16 10 0,3 1 182,8 0 0,4 1-173,8 1 1,3-1 175,-16 2 0,1 0 0,2 0-494,1 0 0,1 1 1,1-1 491,1 1 0,0-1 0,-1 0-4,0 0 1,-1 1-1,0-1-243,-4 0 0,0 0 1,-2-1 259,15-1 0,-3 1-8,-11-1 0,-4 0 276,16-1-274,-25 3 926,-19 2-869,-8 3 1566,-4 3-1533,1 8 1025,0 7-1069,1 10 16,1 8-45,1 11-5,3 11-12,-1-24 1,0 2-436,3 4 0,1 1 435,1 4 1,1 0-12,1 1 1,-1 1 10,1 10 1,-3-2-6,-2-17 0,-2-2-6,-5 15 1,-6-3 19,-7-20 0,-6-3-6,-9 7 1,-7-2-9,-9-4 0,-6-4 0,-9-3 0,-3-5-556,16-6 1,-1-2 0,-1-1 571,-2-2 1,-2-1 0,1-2-10,-2 0 1,-1-2 0,0-1-10,1-1 0,-1-1 0,1-1 4,1-1 0,1-1 0,0-1-938,-3-2 1,-1-3 0,4 2 789,0-1 1,2-1-547,-9-6 0,5-1-6808,3-6 7500,0-2 0,24 11 0,12 8 0</inkml:trace>
  <inkml:trace contextRef="#ctx0" brushRef="#br0" timeOffset="100034">21270 11144 21198,'0'-5'4016,"1"1"-3064,-1 4-862,-53-39-12,8 48-2165,-8-8 1,0 6 2097,24 12 1,3 8-4,-10 11 1,4 3 167,15-13 0,3 1-168,-2 5 1,2 1-12,5-3 0,6 0 8,10 2 1,7-2-11,21 16-273,11-8 329,13-18 38,-10-16 3113,10-16-3051,-21-10 29,-13-16 633,-23 8-729,-16-6-22,-13 9-48,0 10 0,-4 1-42,-29-2-840,21 10 1,0 3-287,-16 7 1154,13 4 0,4 0 0,9 0 0,-16 5 0</inkml:trace>
  <inkml:trace contextRef="#ctx0" brushRef="#br0" timeOffset="103208">8847 13043 17042,'0'-4'5904,"0"1"-4874,0 3-492,2-14-113,-4 32-117,-4 2-139,-9 41-127,5-25 0,-2 1-34,3-7 1,-1 1-29,-6 18 1,0 2-77,6-16 1,0 1-484,-2 13 0,0 0-169,6-13 1,1-4-1354,1 15 281,2-20 772,1-21 639,-2-20 398,-1-16 213,0-18 212,2-16-253,3 28 1,0-2 294,1-4 1,2 1 85,-1-1 0,2 1 88,0 2 1,0 2-130,0 5 0,1 1 199,7-22-258,4 10-201,11 4-112,14 4-442,-12 17 1,3 1 329,7 0 0,4 1-411,6 1 0,3 0 388,6 1 0,2 1 6,-18 5 0,1 0 0,0 0 0,3 1 0,1-1 0,0 1-289,0 0 1,1 0 0,0 0 295,-1 0 1,0 0 0,0 1-7,-2-1 1,-1 1 0,-1 1-269,16-3 0,-3 2 272,-9 1 1,-3 0 250,-11 2 0,-3 2-206,8 2 1073,-21 7-909,-12 10 1500,-11 9-1551,-4 10-46,-4 8-50,1 8 291,4 8-339,7-26 1,1 2-15,3 2 1,3 1 2,1 2 1,2 1-15,3 3 1,1 0-9,1 1 0,-2 1-416,-1 0 1,-2 0 432,-2 0 0,-5-1-6,-7-1 0,-6 0-3,-7-2 1,-6-3 5,-9 0 0,-7-4 8,-7-4 1,-5-3-441,13-12 0,-1-2 1,-1-1 434,-2-3 1,0-2 0,-1-2-3,0-1 1,-1-2 0,1-2-5,-20-2 1,1-4-323,3-4 0,2-5 207,1-6 0,2-4-384,3-6 1,2-3-2326,3-3 1,3-1 2826,8 3 0,5 2 0,-7-8 0,21 20 0</inkml:trace>
  <inkml:trace contextRef="#ctx0" brushRef="#br0" timeOffset="103684">9173 13178 19568,'3'-5'5304,"0"1"-4178,-3 4-1025,27-29 28,-18 37-6,19-13-50,-31 52 11,-5 9-39,-4 3-51,0-4 29,4-11 38,4-16 113,9-15 22,8-15-90,13-13-22,10-12 17,8-9 22,2-1-5,-5 3-23,-8 8-28,-11 10-33,-9 8 11,-8 11 5,-2 9-28,-2 14-5,-1 10-22,0 10-91,3 7-1022,6 8-426,0-29 1,3 0 734,11 25 1,-4-21-1,-7-18 1</inkml:trace>
  <inkml:trace contextRef="#ctx0" brushRef="#br0" timeOffset="104651">11090 13161 21271,'2'-56'1049,"0"-1"0,0 2 1,1 10-345,1 23-340,1 3-203,-3 20 6,-3 18-84,-1 7 39,-6 25-61,-3 2-516,1-9 1,-1 4 262,1-5 1,1 0-586,-2 10 0,0-1-112,5-17 1,1-2-3552,1 6 0,1-1 4439,2 5 0,-1-6 0,2-20 0</inkml:trace>
  <inkml:trace contextRef="#ctx0" brushRef="#br0" timeOffset="105117">11114 13229 14180,'1'-56'2468,"0"1"0,0-2 0,-1 4-625,0-7-1187,5 2-292,6 3-180,12 22-128,0 12-5,21 1-6,8 7-1085,-2 4 1,5 1 1047,-4 2 1,3 1-2,-10 1 1,3 1-1,-4 1-7,3 0 0,-1 0-8,10 0 0,1 0 5,2 0 0,-1-2 0,0 1 0,-1-1 9,4 0 0,-3-1 5,-22 2 0,-3-1 0,8 0 774,-19 3-522,-17 3 452,-4 4-412,-7 6-113,-6 8-44,-6 8 1032,3-1-1077,-8 31-68,12-2-441,3-13 1,3 3 415,2-1 1,3 0-12,1 4 0,2-1 3,-1-9 0,3 1-20,6 20 1,2 2 2,-3-20 1,0 1 10,3 17 0,-4 0 0,-10-16 1,-6-3 5,-8-3 0,-7-4 8,-10-3 1,-7-6-1,-8-2 1,-5-6-658,-7-4 1,-3-4 646,18-5 0,-2-3 0,1-1-19,-1-3 1,-1-1 0,1-3-74,1-1 1,0-2 0,3-1-103,-8-3 0,2-4-2577,-7-14 0,6-3 2773,4-7 0,20 16 0,4 3 0,11 5 0</inkml:trace>
  <inkml:trace contextRef="#ctx0" brushRef="#br0" timeOffset="105351">11648 13099 27331,'1'35'-22,"-2"14"-401,-2-10 0,-2 3-984,1-7 0,1 0 1407,-1 8 0,0-5 0,0-6 0,1 0 0</inkml:trace>
  <inkml:trace contextRef="#ctx0" brushRef="#br0" timeOffset="120517">8666 13691 7207,'-5'-4'6816,"2"0"-2285,3 4-3057,2-60-282,0 34-702,0-10 1,0 0 265,1 17-185,-2 4 68,-1 4-516,0 5-50,0 2-96,0 4 51,0 7 17,0 6 0,3 12 28,1 9-1,2 8-10,1 4-12,1 1-10,0-1-12,1-4 5,1-4 12,1-6 56,4-9 50,7-9-17,15-10-92,-1-10 0,1-3-98,21-1-625,-10-2 0,2 1-2055,-15 6 0,-1 1 2110,4 0 1,-3 0 0,10 1 0,-22 2 0</inkml:trace>
  <inkml:trace contextRef="#ctx0" brushRef="#br0" timeOffset="124326">8869 15205 17288,'-3'-49'1317,"1"1"1,-1 0-1,1 4 1,0 0-1,2 5-928,2 3 1,1 4 220,5-25-77,0 12-136,-3 14-223,-3 15-180,-2 10 6,-6 36 6,-1 5-1,1-2 1,-1 2-31,0 1 0,1-1-439,0 5 0,1 2 105,1 2 1,1 2-351,1 1 1,2 1-578,2-3 1,1 0-1745,2-5 0,1-2 3030,6 17 0,-3-26 0,-4-17 0</inkml:trace>
  <inkml:trace contextRef="#ctx0" brushRef="#br0" timeOffset="125066">8977 14831 13732,'0'-5'4783,"0"1"-3903,0 4-813,41-61-33,2 38-651,1-12 0,4 2 639,-3 24 1,3 6 8,5-2 0,2 1-6,6 1 0,2 0-7,-18 1 1,1 0 0,0 0-500,4 0 0,1 0 0,0-1 484,4 1 1,0 0 0,1-1 1,4 0 1,0 0 0,1 0-418,-12 1 0,-1-1 0,1 1 1,1-1 413,1 1 1,1-1 0,1 0 0,-1 0-2,1 0 1,0 1-1,0-1 1,1 0 3,-1 1 1,1-1-1,-1 1 1,1-1-1,-2 1 1,0 0 0,0 0-1,-1 0 5,-1 1 0,0-1 0,-1 1 0,0 0 25,15-1 0,-2 1 1,0 0 36,-3 0 1,0 0 0,-1 1 52,-3-1 0,0 1 0,-1-1-288,-2 1 0,0 1 0,-1-1 314,-2 0 0,-1 1 1,0 0-93,-2 0 0,-2 0 0,0 0 98,17 0 0,-1 0 349,-8 1 1,-2-1-362,-8 0 1,-3-1 1724,19 1-1209,-24 0 1471,-18-1-1807,-11 0 1021,-8 0-1273,-4 2 671,-3 4-721,-2 4 5,0 9-17,-1 9 0,-3 11 11,-2 11 12,0 9-23,8-27 0,1 2-321,1 1 0,2 1 315,1 3 1,2 0-23,1 1 0,4 1 0,7 11 1,3-2 13,-3-15 0,0-1-6,10 13 1,0-2-14,6 10 16,-13-22 1,-1 0 5,0 24 11,-38-2 0,-1-22-8,-11-14 0,-6-5-611,2-7 0,-3-3 613,5 0 1,-3 0 0,-1-1-462,-3-1 0,0-1 0,-2 0 454,-1 0 0,-1 0 0,0-1-2,0 0 1,-1-1-1,1 1 4,-1 0 0,0 0 0,-1 0 3,-1-1 1,-1 1 0,0 0-458,-3 1 0,-1 0 0,-2 1 463,12 0 1,-1 0 0,-2-1 0,0 2-3,-5 0 0,0 0 0,-2 0 0,-4 1 0,11-1 1,-4 0-1,-1 0 1,-1 0 0,3 0-1,2 0-458,-7 0 0,3 1 0,1-1 1,-4 0 454,8 0 1,-4-1 0,-2 1 0,1-1 0,3 0-1,4 0 1,0 0 1,4-1 0,1 0 0,-1 0 23,-7 1 0,-1-1 0,-1 0 0,1-1-21,2 0 1,-1-1-1,2 0 1,2-1-6,-3 0 1,2 0 0,2-1-8,5 1 0,2-2 1,1 0-59,-11-2 0,4-2-494,16 1 1,2-1 555,-31-9 0,30 6 0,18 4 0</inkml:trace>
  <inkml:trace contextRef="#ctx0" brushRef="#br0" timeOffset="131742">9662 15145 22929,'-2'-49'898,"0"0"0,0 1 0,1 10-601,0 25-202,1 1-61,1 10 5,4 14 62,4 28-73,-2-5-9,-3-1 1,-2 3-510,-8 24 506,1-21 1,-1 2 0,-4 1 0,0 0-14,0 5 0,0-2 13,-3 14 12,5 2 84,8-42 235,1-5 29,2-18-175,4-18-55,4-19-57,3-18-55,-5 22 0,0-2-114,0-3 0,1-1 102,0-1 1,0 0 8,0-2 0,0 1-136,5-17 116,-4 14-22,-7 30-12,-3 17 18,0 23-1,-1 0-14,-1 11 1,-2 3 8,-1 2-160,-2 1 0,0 1 171,-6 14-11,5-22 0,1 1 11,1-1 0,0-1 33,0 13-33,4-11 764,1-22-697,0-14 99,0-15-143,1-15-1,3-3 1,1-3-7,3-17 1,1 9 0,1 0-195,3-11 206,2-3 315,-6 21-377,-4 24 1,-8 23 5,-1 10-129,-7 24-524,5-11 1,0 1-937,-2 22 1617,4-7 0,1-3 0,2-17 0,1 13 0</inkml:trace>
  <inkml:trace contextRef="#ctx0" brushRef="#br0" timeOffset="133876">10710 14959 18828,'6'-46'1319,"-1"0"0,1 1 0,1-18 0,-2 7-456,-2-2-163,-3 18-380,0 18-204,-2 16-32,-4 22 5,-3 22-53,1-7 1,0 4-347,-1 10 0,-1 3 324,-1 10 0,-1 2-538,4-15 0,-1 1 1,0 2 510,0 3 0,-1 1 0,1 0-517,-1 3 1,0 0-1,1-1 466,1-1 1,1-1 0,2-1-171,1-4 1,1-2 0,3-1-1174,5 11 0,5-5 1407,4-9 0,2-6 0,6 2 0,-1-17 0</inkml:trace>
  <inkml:trace contextRef="#ctx0" brushRef="#br0" timeOffset="134266">11189 14927 27057,'11'-21'185,"-8"23"-129,-18 56-54,6-22 1,-1 0-359,2 2 0,0-1 364,2-1 1,2-2 2,9 24 256,11-16-194,12-18 152,8-23-90,5-20 49,9-19-370,-23 13 1,0-1 294,0-2 0,0 1-3,-2-1 1,-1 2 366,14-17-473,-11 14 0,-11 14 0,-7 13 0,-4 16 0,-4 14 0,-2 19 0,-3-17 0,0 3-40,-2 7 1,0 1-443,-1 7 0,3 2-3419,1 7 1,3-1 3900,4-4 0,1-3 0,-1-14 0,0-4 0,5 4 0</inkml:trace>
  <inkml:trace contextRef="#ctx0" brushRef="#br0" timeOffset="138441">18047 13317 15513,'0'-9'3005,"0"-27"0,0-8-1493,0 3-1036,0-7 0,0 2 107,-3 12-359,-2 18-230,0 11 23,-1 17-6,-2 13 6,-2 19-11,-2 15-48,6-24 0,0 1-355,1 3 1,0 1 110,1 2 1,2 1-278,1-2 0,2 0-535,2-2 1,1-2-4107,7 23 5204,1-19 0,-5-21 0,-3-12 0</inkml:trace>
  <inkml:trace contextRef="#ctx0" brushRef="#br0" timeOffset="139067">18051 13112 12191,'0'-7'6430,"0"1"-5499,0 6-523,28-63-189,8 41-669,-1-14 1,7 3 468,3 23 1,3 6-12,11-2 1,3 0-2,-15 2 0,2 0 1,1 0-593,6 0 1,1 1-1,2-1 593,-11 2 1,0-1-1,2 1 1,0 0-518,4 0 1,1-1 0,0 1 0,1 0 515,3-1 0,1 1 0,1 0 0,0-1-346,-10 1 1,0 0-1,0 0 1,0 0-1,1-1 340,1 1 0,0 0 0,0-1 1,0 1-1,0 0 6,1 0 1,-1-1 0,1 1 0,-1 0 0,0 0-8,0 0 0,-1 0 0,0 1 0,-1-1 0,1 1-210,10 0 1,0 0 0,-1 0 0,0 0 204,-4 0 1,0 1 0,-1-1 0,-1 1 29,-4 0 0,0 0 1,0 0-1,-2 0 8,12 1 1,-1-1 0,-2 0 190,-5 1 0,-1 0 0,-2-1-94,-5 1 1,-1 0 0,-2 0 851,10 0 0,-4 0-587,-10-1 0,-5 0 2612,7 0-2156,-22 0 962,-15-2-1673,-8 1 1485,-4 0-1569,-3 2 453,-2 4-498,0 7 12,0 10-12,-1 12 17,0 14 0,2 12-327,7-26 0,0 1 307,1 4 0,1 1-11,1 2 1,1 2 4,0 1 1,2 1-3,2 2 0,0 1-409,1-1 1,1 0 397,-1-1 0,1 1-1,-1-3 1,-2 0-9,-4-2 1,-3-2-172,-2-3 0,-5-3 182,-5-3 1,-5-5 8,-6-3 0,-5-5 8,-7-2 1,-5-5-599,-9-1 0,-3-3 601,14-4 0,-1-1 1,-2 0-16,-4-1 0,-3-1 0,0 0-4,-3-1 1,-2 0 0,0 0-468,-4 0 1,0-1 0,-1 1 475,14-1 1,-1 1-1,1-1 1,-1 1 2,-2 0 0,0 1 0,0-1 1,0 1 0,-3 1 1,0-1-1,-1 1 1,0 0-5,-3 1 1,0 0-1,-1 1 1,0 0 0,10-1 0,-1 1 0,0 0 0,-1 0 1,0 0-290,-1 0 1,-1 0 0,0 1 0,0-1 0,0 0 280,-1 1 1,0-1-1,0 0 1,0 1-1,0-1-47,2-1 0,0 1 1,0-1-1,1 1 1,0-1-409,-10 0 1,0 0-1,2-1 1,0 0 460,3-2 0,0-1 0,3 0 0,5 0 0,-12 1 0,7-1 0,12-2 0,0-1 0</inkml:trace>
  <inkml:trace contextRef="#ctx0" brushRef="#br0" timeOffset="145909">19176 13451 23679,'-4'-34'560,"1"1"0,-7-21-453,-8 50-57,-11 2-22,-12 8 6,-12 3-20,23-2 0,-2 1 8,0 1 1,-1 0-7,-28 7-4,11-4 16,15-3-12,15-4-16,13-3 23,5-1 27,2 3 51,1 2 28,0 5-5,1 4-7,0 4-44,0 3-28,-1 2-12,0 2-10,1 1-1,1-1 6,-2-1 39,0-2 12,-1-5 5,-1-5 73,0-4 83,-1-6-10,1-2-118,2-6-90,1-2 23,9-18-28,7 2 11,12-12-17,6 8-16,5 6 10,6 9-16,8 9-11,6 11-308,-29 1 1,-1 2 323,-1 4 1,-2 4-6,15 25-86,-20 5 97,-28 6 5,-23-1-295,3-27 0,-4-2 276,-4-1 0,-2-2-14,-1-2 0,0-3-45,0-2 0,2-2-410,-27 5-800,13-9-2828,15-12 4111,15-5 0,10 0 0,7 3 0</inkml:trace>
  <inkml:trace contextRef="#ctx0" brushRef="#br0" timeOffset="146159">19606 13072 24133,'2'-4'2812,"-1"2"-2056,-1 2-583,21 78-1522,-18-41 1,1 4 1363,2 8 0,3 7 0,-3 0-376,-5-5 0,-2-1 0,0 1 327,0 3 1,0 2-1,0 0-304,0 0 0,0 0 1,0-1-2053,1-2 0,1 0 1,1-3 2389,0 12 0,2-7 0,-1-19 0,0-5 0,2 0 0</inkml:trace>
  <inkml:trace contextRef="#ctx0" brushRef="#br0" timeOffset="147016">20867 13249 23615,'-54'-10'229,"-1"1"1,4 1-1,5 10-173,19 15 0,4 6-20,-3 2 1,2 2 8,-6 13 0,3 2-34,9-12 0,1 0 6,-4 15 0,5 0-365,8 15 370,9-26 1,4 1 10,5-3 1,7-4 0,5-3 0,4-4 22,3-5 0,2-4 341,30-3-129,-10-21 57,-16-15 181,-16-9-254,-20-7-196,-17 10-50,-6 4 154,-17 13-166,3 11 164,-12 3-9989,-7 17 9096,22-5 0,5 4 0,26-11 0</inkml:trace>
  <inkml:trace contextRef="#ctx0" brushRef="#br0" timeOffset="155199">9108 16466 17557,'-7'-52'1770,"0"0"0,1 5 0,2 7-868,3 6-426,1 13-358,-1 12-46,0 12 29,-2 15-17,-4 18-61,-4 20-29,0-10 0,0 0-30,2-12 0,0 0-621,-5 18 1,0 1-95,5-17 1,2-1-877,-1 8 0,1 1-2207,2-4 0,3-2 3834,5 19 0,-2-31 0,1-19 0</inkml:trace>
  <inkml:trace contextRef="#ctx0" brushRef="#br0" timeOffset="157049">9195 16329 11788,'-6'-2'6553,"1"0"-5124,5 2-1267,-23-22-5,40 16-22,-5-17-91,17 20 1,8 5-351,3-1 0,1 0 336,5 0 1,2 1-6,5 0 1,3 0-7,5 1 1,2-1-536,-17-1 1,0 0 0,2 0 522,2 0 1,1-1 0,4 0 0,-4 1 0,3-2 1,1 1-1,-1 0-565,-4-1 0,0 0 0,-1 0 0,0 1 559,-1-1 1,1 0 0,-1 0 0,0 1-1,16-2 0,0 0 0,-2 0-250,-11 0 1,-1 1 0,3-1 272,6 1 0,4-1 1,2 1-1,-6-1-164,-3 1 1,-3-1 0,5 1 195,-4 0 0,7 0 0,0 0 1,-2 0-1,-8 1-112,-6-1 0,-6 1 1,5-1 108,14 0 1,6 1-1,2-1 1,-6 0 73,-1 0 0,-5 1 0,3-1-100,-4 0 0,2 0 0,0 1 0,0-1-2,-2 1 1,0-1-1,1 0 1,1 1-1,7-1 1,3 0 0,-1 0-1,-5 0-17,-2 0 1,-4 0-1,3 0 5,-3-1 0,4 0 0,-2 0 0,-5 0-14,15-1 1,-4-1 19,-12 1 1,1-1 0,1 0 110,2-1 0,0-1 1,-2 0-76,10-1 0,-3-1-28,-4 1 0,-4-1 22,-9 1 0,-4 0 1289,13-3-1244,6-3 1953,-10 1-2003,-17 5 1306,-8 2-1339,-13 4 1067,-5 1-1073,-2 0 74,0 0 1203,1 0-1272,0 2 0,2 1-11,1 2 51,2 0 21,-2-2-10,-2-2 95,0 0-34,-1-1-39,2-2-34,1 0 34,1-1-67,-2 1-22,0 2 5,-4 0 11,2 0 11,2 0-5,3 0-6,1 0-16,-1 1 10,0 0-5,-3 1 11,6-1 1,-4 0 10,13-1 17,-9 0-33,13 0-40,-5 0 34,0 0 0,0-1-11,-6 2 0,-5 0 28,1 2-12,-5-2 23,1 1 6,0-1-29,0-1-21,0 0 16,1 0 22,3 0-22,-2 0 11,3 0 12,-4 0-23,-2-1-6,-2 1 6,0-1 67,0 1-39,1-2 23,3-1 0,6-3-29,0-1 12,5-1 5,-4 3-39,-5 2-51,-1 2 40,-6 1 11,2 0 39,-2 4-16,0 0-18,0 3-10,0 1-6,0 2 11,0 5-6,0 6 23,0 10 39,-2 8-6,0 10-22,-3 8-282,2-25 0,1 1 268,-1 1 0,0 0-17,-1 0 1,1 0 2,-1-2 0,0 0 5,-6 27-10,-1-4-184,-3-2 183,-1-5 17,-1-1 6,-2-4-22,-3-2 5,-1-3-28,-2-2 16,-3-4 24,-3-4-12,-2-4 541,-3-6-524,-1-5 172,-2-5-234,-4-2-5,-6-3-6,-10-1 16,23 0 1,-2-1-437,-5 0 0,-2 1 473,-6-1 1,-2 0-548,-5 0 1,-2-1 543,17 0 0,-1 0 1,-1 0 5,-1 0 0,-1-1 0,-1 1-14,0-1 1,0 1 0,-1-1 2,1 0 0,-1-1 0,1 1-401,1-1 0,-1 1 0,1-1 395,0 0 0,0 0 1,1 0-1,-1 1 0,-1-1 0,1 1 7,-1-1 1,0 1 0,-1 0 5,-2 0 1,0 1-1,0 0 4,-2 0 0,-1 1 0,0 0-422,-1 0 1,0 0 0,-1 1 424,1 1 1,-1-1 0,0 1 1,3 1 1,0-1 0,1 0-8,2 1 0,1-1 0,1 0 26,4 1 1,0-1 0,1 0-14,-17 0 1,2 0-12,4 0 0,2-2-3,1 1 0,1-2 25,1-1 1,-1-1-23,0 0 0,0 0 11,-3-1 0,0-1 8,-2 1 1,0 0-14,-3 1 0,0 0 8,-1 1 0,0 0-12,0 0 1,1 1 5,2 0 1,2-1-9,3 1 0,1 0 287,5-1 1,1-1-272,4 1 1,1-2 600,3 0 0,2-2-606,-27-4 35,4-2-41,1 0-5,-4 1 0,27 5 0,-1 1 8,-1 1 1,0 0 2,-1 1 1,0 0-4,1 1 0,1-1 20,-29-2-16,7-1 641,8-1-631,9-2 1060,5 1-1071,4-1 603,3 1-591,-1 2 245,2 0-268,0 2 6,3 2-6,3 0-17,5 0-112,5-1-1406,3 0 1535,4-2 0,1 2 0,1-1 0</inkml:trace>
  <inkml:trace contextRef="#ctx0" brushRef="#br0" timeOffset="164149">9677 16757 15872,'1'-5'6671,"-1"2"-5512,0 3-414,10-63-185,-6 37-356,2-10 1,-1 2 47,-2 22-151,-1 7-51,-1 6 23,-1 11 33,-6 14-16,-7 16-56,-10 14-256,10-25 1,-1 0 221,1 0 0,1 0 5,-4 25 23,8-11-22,9-13 33,3-12 84,3-10 23,-1-10-12,1-12 460,1-12-465,2-16 0,0-10-56,2-11-282,-6 27 0,1 0 231,0 0 0,1-1 12,2-1 0,-1 2-6,4-9-17,1 3 6,-9 30-29,1 3 24,-1 13 16,0 19-23,0-1 509,-2 26-526,-7-5-4,-3 17-164,2-31 0,0 1 146,-6 26 74,4-5-18,4-22 51,1-8 168,2-22-146,4-40-39,-1 2-67,3-22-223,-2 1 273,-1 7-25,-2 20 0,1-1 352,0-27-360,-1 22 11,0 13-56,-1 21 44,-7 34-5,-5 17 5,3-14 1,0 1-6,-8 25-39,-1 0 34,7-17-12,1 6 283,5-12-238,3-17 45,2-12-40,2-13-5,1-14 28,2-9-16,6-25-113,0 5-230,3-7-133,-5 24-1659,2 3 2095,1 16 0,-4 2 0,1 7 0</inkml:trace>
  <inkml:trace contextRef="#ctx0" brushRef="#br0" timeOffset="164682">10555 16721 22369,'2'-54'823,"-1"0"0,1 10 1,-1 4-129,3-6 206,-1 15-486,0 4-158,-2 10-139,-1 13-96,0 4 40,0 7-29,-1 6-5,0 5-11,-6 23 0,0-2-11,-1 7 13,2-10 1,0 0 2,-4 24-392,2-16 0,1 2 373,-1-5 0,0-1-1,-1 1 1,1-1-25,-6 21-382,5-20 1,1-1-1765,1 9 1567,3-14 1,1-2 0,1-5-1,3-8 1</inkml:trace>
  <inkml:trace contextRef="#ctx0" brushRef="#br0" timeOffset="171566">11198 16637 25130,'-16'-39'285,"0"0"1,3 2 0,7 5-163,21 6-61,8 0-34,8 3-17,7 5-33,4 8 16,0 12 6,-2 11-5,-9 11 5,-9 7-6,-10 3 6,-9 3-11,-11 1-17,-2-9 28,-21 11-6,5-15 17,-12 8 12,10-14 44,8-8 34,6-7-17,9-11 17,3-5-6,6-4-17,4-1-16,5 4-34,4 3-17,-1 4 17,17 6-11,-4 9 0,17 7-29,-6 10 24,-1 7-46,-3 6-5,-13 2 5,-9-1-11,-20-2 40,-16-5-12,-20-6-134,-14-7-169,24-14 1,-2-2-706,0-2 0,0-3 1025,-1-5 0,3-1 0,-4 1 0,10-6 0</inkml:trace>
  <inkml:trace contextRef="#ctx0" brushRef="#br0" timeOffset="171825">12120 16284 23203,'2'-4'3501,"-1"1"-2375,-1 3-930,32 49-84,-17 6-837,6-4 1,-1 5 721,-11-2 0,-3 0-48,0 6 1,0 2-185,-3-20 0,1 2 0,-1-1 235,-1 6 0,1 0 0,-1-5 0,0-3 0,-1-4 0,1-4 0,-1 1 0</inkml:trace>
  <inkml:trace contextRef="#ctx0" brushRef="#br0" timeOffset="174041">13162 16538 24279,'2'-40'327,"-1"1"1,2-21-306,-6 70 17,-2 12 17,-3 14-16,-2 10-12,1-5-20,3-9 0,1 0-41,0 11 55,0 17 12,9-23-6,1-12 196,9-7 34,-2-14 28,11-9-34,4-13-34,11-14-5,9-7-118,-20 18 0,0 0-3,1 1 1,-1 2 97,23-12-22,-12 10-61,-9 11-23,-8 7-17,-1 10-33,-1 9-18,0 11-4,-2 13-46,-5 11-31,-9-21 1,0 2-686,-2 3 0,-1 1 750,0 7 0,-2-2 0,1 5 0,0-4 0</inkml:trace>
  <inkml:trace contextRef="#ctx0" brushRef="#br0" timeOffset="183067">13107 17812 22593,'6'-39'874,"-2"29"-844,-2 35 1,-3 17-40,-2 1 1,-1 2-979,-2 5 1,-1 0 767,-2 3 1,-1 0-365,1-1 1,1-1-1183,1-5 1,3-2 1134,6-6 1,1-5 0,0 4 0,7-15 0</inkml:trace>
  <inkml:trace contextRef="#ctx0" brushRef="#br0" timeOffset="184651">13279 17717 19557,'60'-15'177,"1"1"1,0 0-1,-2 6-141,-10 8 1,-1 3-1091,9-1 0,4-1 1063,0-1 0,3 1 1,-2-2-497,-16 1 1,-2-1 0,3 0 483,6 0 0,4-1 1,1 0-1,-3 0-317,1 0 1,-3-1-1,3 0 321,-4 0 1,2 1-1,0-1 1,1 0 6,-2 1 0,1 0 1,0 0-1,0 0-8,-2 0 0,0 0 0,0 0 0,0 0-2,-2 1 1,0-1 0,0 1 0,-1-1 2,0 0 0,-1 1 1,0-1-1,0 0-3,0 0 1,0 0 0,0 0 0,-1 0-5,2-1 0,-1 0 1,1 0-1,0 0-15,1-1 0,0 1 0,1-1 0,3-1-366,-1 1 1,3-1 0,1 0 0,-1 0-1,-4 0 388,-2 1 1,-4 0-1,1-1 1,3 1 0,4-1 0,4-1 0,2 1 1,-2 0-1,-3 0-152,-6 1 1,-2 0 0,-1 1 0,2-1 150,10 0 0,2 0 1,1 0-1,0 0 1,-5 0 1,1 1 0,-1 0 0,1-1-2,-6 1 0,1 0 0,1 0 1,-2 0-1,-4 0-1,10-1 0,-4 1 0,3-1 2,-2 0 1,2 0 0,0 0 0,-5 0-12,-3 0 1,-4 0 0,2 0 17,12-1 0,1 0 1,1-1-3,-2 0 1,0 1-1,2-1 3,-7 0 0,2 0 0,0 0 0,-2 0 3,10 0 0,-3 0 0,0 0-15,-2 0 0,0-1 0,-2 2-4,-5 0 1,-2 1-1,-2 0 285,7 0 1,-1 0-273,-11 1 1,1 0-1,0 1 11,1 0 1,1 0 0,-3 0-5,0 0 0,0 1-3,11-1 1,0 1 519,-19 1 1,-1-1-527,10 0 1,1 0 13,-1 0 1,-1 0 5,-1 1 1,0-1 13,3 0 0,-3 1 12,13 0 1222,4 0-1161,-35 0 699,-1 0-503,-9-1 2988,-3-1-3291,-1 0 494,10-5-494,3 0-16,10-1 33,-2 0 29,-2 2 50,-7 1-45,-10 3 5,-5 1-44,-6 1 17,0 0 10,3 5-38,-1-2 67,2 7 89,-2-2 29,-1 2 106,-1 7-123,0-3-113,0 2 40,-1-1-22,-1-2 27,-2 12-56,1 1-10,-1 9 4,2 4-49,0-7-40,2 16 17,0-6 31,0-7 0,0 1-26,1 26-310,0-24 0,-1-2 333,1 10-131,-6 7 136,-5-12 18,-16 13-35,-5-13-16,-12-2 6,10-19-28,-14-1 5,2-6 39,8-4 1,-2 0 2,4-2 0,-2 0-765,-7 1 0,1 0 774,-16 1-296,23-5 0,0 1 284,-23 1-19,13-2 0,-1-1 14,8 0 0,0 0 5,-7 1 0,2-1 6,-13 3-22,21-2 0,1 0 5,3 0 0,0-1-6,-10 2 1,-2-1-9,-1 0 1,-2 1-7,-3 0 1,0-1 2,-4 1 1,-2-1 16,-2 1 0,-2-1 15,18-2 0,0 1 0,-1-1-206,-1 1 1,-1-1 0,0 1 208,0-1 1,-1 1 0,0-1-4,0 0 0,0-1 1,-1 1-16,0 0 0,0 0 0,2-1 17,-9 1 0,-2-1-2,1 1 0,-4 0 1,5 0-5,10-1 0,-2 1-3,-9 0 1,-11 1 0,-1 1 0,7-1 2,11 0 0,5 0 1,-5-1-540,-5 2 0,-6-1 0,0 0 1,7 1 549,-9 0 1,4 0 18,12-2 0,-1 0 1,2-1-49,-10 1 0,3-1 12,0 0 1,-2-1-27,5 0 1,-4-1 0,2 0 40,4-1 1,1 0 0,0 0-1,1 0 1,-1 0 0,-2 0-12,-14-1 1,-4-1 0,6 2-18,-1 0 0,1 0-69,3 1 0,-4 0 0,2 0 101,7 1 1,3 1-1,-1 0 15,-1-1 1,1 1-1,0 0 533,1 0 0,0 0 0,0 0-538,3-1 0,0 1 0,0-1-4,2-1 0,1 0 0,-1 0 139,-18 0 0,0-1-146,1 0 0,-1 0-15,0 1 1,-1 0 2,19 2 0,0-1 1,1 1 5,-8 0 0,-2 0-10,1 3 1,-5 0 0,3 0 9,-4 0 0,0 1-114,3-1 1,-2 1-1,1-1 118,11-1 0,2-1 0,0-1 32,-18 2 0,2-2-28,15 0 1,0 0 33,-13-2 0,2-1 416,20 0 1,0-1-442,-14-2 0,0 0 80,12 0 0,2 0-64,0 1 1,0 0 432,1 1 0,0 1-460,0 0 0,1 1 5,-31 1 39,6 0-16,7 0 16,8 0 1478,11 0-1405,10 0 648,9 0-715,7 0 415,5 0-841,1 0-3247,9 0 3617,0 0 0,3 0 0,-5 0 0</inkml:trace>
  <inkml:trace contextRef="#ctx0" brushRef="#br0" timeOffset="191068">13676 18085 11306,'0'-4'9052,"1"1"-6515,-1 3-1803,13-67-202,-7 43-359,2-14 1,0 3 33,-5 26-162,0 5-45,-1 7 62,-2 9-1,1 10-33,-1 9 6,-4 7-34,1 2 11,-4 0-22,4-4 0,1-6 0,1-8 83,1-8 197,0-8-83,0-7-69,1-7 12,1-8-39,1-9 16,2-8-44,2-7-1,1-4 34,2 3-27,-2 8 10,-1 13-28,-5 10-38,-1 12-1,-2 11-45,-3 11-5,-4 11 17,-4 9-6,-1 6 5,2 1 1,4-4 11,5-9 83,6-13 40,1-13 45,2-12-17,1-13-11,0-14 11,2-14-39,-1-12-348,-1-6 306,-5 27 0,0 1 8,2-28 23,-2 10-1,-1 14-38,-1 17-102,-1 10 1,-2 12 61,-1 10 331,-5 13-353,-1 13-6,-4 9-450,-2 8-177,1 5-560,8-30 0,1 1-1148,3 0 0,2 0 1678,5 21 1,0-21 0,1-16 0</inkml:trace>
  <inkml:trace contextRef="#ctx0" brushRef="#br0" timeOffset="191301">14457 17996 19160,'1'-9'5522,"-1"2"-4385,4-56-431,-4 43-522,2-15 1,-2 6 0,-3 27-123,1 12-23,-1 13 6,-1 17-79,-2 17-253,2-21 0,1 2 88,-1 4 0,0 3-1982,0 4 1,-1 0 2180,1-5 0,1-3 0,-2 14 0,3-25 0</inkml:trace>
  <inkml:trace contextRef="#ctx0" brushRef="#br0" timeOffset="197558">14914 17936 24755,'0'-33'305,"0"1"0,6-22-215,17 43 17,8 2-102,9 2 6,11 3-22,6 5-39,3 10 22,-6 7-6,-9 9 17,-18 5-5,-15 1 5,-21 0 12,-12-2-24,-12-1 7,-1-3 22,2-4 5,4-5 80,6-7 72,6-5 50,5-6 22,6-5-38,3-1-62,4-3-34,5 1-45,8 2 6,7 2-17,9 2-27,9 2-1,10 6-11,2 5 11,0 8-50,-10 5-40,-12 4 46,-18 4-12,-19 1 0,-17 0-78,-16-6-291,-9-5-713,-3-9-2116,3-6 3243,5-8 0,20 0 0,7-2 0</inkml:trace>
  <inkml:trace contextRef="#ctx0" brushRef="#br0" timeOffset="197817">15867 17729 24351,'0'-5'3098,"0"2"-2129,0 3-908,12-19-38,-5 64-51,7-30-567,-12 32 1,-8 10 90,0-12 0,-3 1 145,-1-3 1,-1 4 0,2-5 0,-1-3 0,1-4 0,0 0 0,-1-1-1</inkml:trace>
  <inkml:trace contextRef="#ctx0" brushRef="#br0" timeOffset="201282">16597 17806 21534,'9'-51'881,"-1"0"0,0 5 1,-2 10-703,-3 23 56,-2 8-151,-1 14 34,-5 13 5,-6 18-50,-9 13-65,8-22 1,-1 0-29,0 2 0,1-1 14,1-1 1,1 0 11,-3 24-23,6-13 73,12-11 39,2-14 68,9-10 22,4-14-28,7-9 22,9-16 28,9-6-109,-20 16 0,-1 0 5,2 0 1,-1 1 59,20-16-74,-9 10-27,-9 12-34,-13 8 6,-5 15-23,-6 8-11,-1 15 0,-4 10-34,-3 9 1,-4 5-124,0 5-409,3-1-963,7-5-1882,12-10 3411,15-14 0,-11-16 0,3-7 0</inkml:trace>
  <inkml:trace contextRef="#ctx0" brushRef="#br0" timeOffset="201475">17547 17749 23948,'10'-52'986,"0"1"0,-1 6 0,-6 10-729,-10 24-184,-4 14-34,-4 18 12,-2 19-57,7-10 0,1 3-531,-1 6 0,2 2 268,-1 7 0,2 3-1160,0 4 1,-1 2 1428,3-11 0,-1 1 0,1-5 0,0-3 0,1-3 0,-1-1 0,0 0 0</inkml:trace>
  <inkml:trace contextRef="#ctx0" brushRef="#br0" timeOffset="207434">18465 17650 15995,'2'-4'6996,"-1"0"-5490,-1 4-1265,5-39-17,-16 34-146,0-27-11,-21 46-44,5-2 10,-12 6-16,0 0 11,7-6 0,-1 1 45,-21 7 84,0-4-17,27-10 202,10-4-34,11-2-258,3 0-5,1-1-28,2 0-23,4 3 12,-1 1 50,8 9-67,-4-4 28,12 16 22,-6-3-45,4 11-5,-6-6 39,-5 17 0,-11-11-11,-9 16 33,-14-11 6,-8-5-17,5-9 197,-2-6 55,15-11-45,3-5-72,18-19-152,4 3 40,16-19-40,4 8-27,7-2 72,8 6-56,-7 10 0,4 6 6,-2 8-28,7 5 0,-3 3-20,-2 2 0,1 2 9,5 3-6,4 6 0,-1 3-586,-11 8 558,7 8-163,-48 1-240,-27-9-185,-4-9 0,-4 0-485,3-5 1,-2-1-3788,-7 2 1,2-3 4895,-10 5 1,23-11 0,16-7-1</inkml:trace>
  <inkml:trace contextRef="#ctx0" brushRef="#br0" timeOffset="207700">19167 17520 23248,'0'-6'3372,"0"2"-2538,0 4-789,-33 6-26,25 22 1,2 9-28,-13-2 0,1 3-577,12 2 1,4 4-1,0 0 285,-2 16 1,2-2-1034,-1 3 0,2-3-580,-1-11 0,1-2 1913,2 2 0,0-6 0,-1-10 0,2-1 0</inkml:trace>
  <inkml:trace contextRef="#ctx0" brushRef="#br0" timeOffset="208041">19966 17568 26054,'-52'-20'270,"0"0"1,2 5 0,5 12-221,16 20 1,4 9-627,-2 3 1,1 3 617,1 4 0,2 2-53,3 4 0,2 1-29,4 2 1,3-1 39,4 0 0,5-1-6,7-3 1,5-2 5,5-4 0,4-4 64,6-4 1,2-5 3,30 6 128,-5-18 61,-13-22 322,-13-12-266,-14-12-156,-18-1-56,-23 3-76,2 19 0,-6 4-45,-10 1 1,-5 4-536,-10 1 1,-2 3 554,14 2 0,-2 0 0,5 0 0,2 1 0,4 0 0,3 1 0,1-1 0</inkml:trace>
  <inkml:trace contextRef="#ctx0" brushRef="#br0" timeOffset="217974">12062 9540 22190,'-34'-43'827,"0"0"0,3 3 0,7 11-385,15 23-27,2 3-348,3 1 0,2 2 17,11 6 73,10 8 67,22 13-146,-10-7 1,2 2-605,9 6 1,3 1 550,6 6 1,3 1-638,-15-9 0,1 0 1,0 1 569,2 1 1,1 1 0,1 1-717,2 2 0,0 0 0,0 0 758,-4-3 0,0 0 0,-4-2 0,3 2 0,-4-4 0,7 6 0</inkml:trace>
  <inkml:trace contextRef="#ctx0" brushRef="#br0" timeOffset="218684">12868 10184 19557,'-34'-35'1333,"0"-1"0,0 1 0,-12-13 0,9 10-700,18 22-364,8 8-218,7 4-12,3 3 45,4 14 22,4 8-27,6 16-40,6 5-11,-2-8 45,13 3 179,10-15 67,5-7 34,9-20-197,-21-10 85,5-22 0,-8-12-123,-3 0-102,-5-1-16,-16 22-156,-4 14-606,-2 8-2123,7 13-6946,9 5 8459,0 2 0,0-3 0,-11-7 0</inkml:trace>
  <inkml:trace contextRef="#ctx0" brushRef="#br0" timeOffset="220117">18834 9690 20543,'-51'-24'1109,"-1"0"0,4 2 0,9 4-420,14 7-241,8 4-314,7 3-28,5 2-100,5 2 44,6 6-33,1 1 6,26 17-12,-9-7 34,13 5 0,4 3-28,-10-7 0,1 1-309,18 10 1,2 2 316,-2-2 0,0 1-494,-13-9 1,0 1 0,2 0 482,2 2 1,1 0 0,1 0-494,4 1 0,0 0 0,0-1 484,3 1 1,1 1 0,0-2-12,1 1 1,1 0-1,0 0 9,-1-1 1,-1 0 0,0 0-8,-2-1 1,-1 1-1,-2-1-285,-3-1 1,-2-1 0,-1 1 237,11 6 1,-4 0-269,-10-4 0,-3 0-2509,10 13 2828,-22-9 0,-14-14 0,-6-5 0</inkml:trace>
  <inkml:trace contextRef="#ctx0" brushRef="#br0" timeOffset="220434">19920 10361 25528,'-14'7'286,"11"4"-118,28 15-12,12 0 1,10-5 62,11-7-482,-27-10 0,1-2 380,3-4 1,0-3-29,1-3 1,0-2-20,1-3 0,-2-3-14,-2 0 0,-2-2 229,21-17-212,-15 5-129,-14 5-722,-11 8-5753,-5 8 6531,-2 4 0,-3 5 0,0 0 0</inkml:trace>
  <inkml:trace contextRef="#ctx0" brushRef="#br0" timeOffset="222084">10200 12217 15434,'3'-8'3543,"2"-24"0,1-4-2602,-3 14-664,2-13 0,-1 4-148,-2 25 6,-2 5 273,0 22-38,-9 11-79,-8 26-212,3-25 0,-2-1-37,-3 3 0,0-2-9,-10 19-5,10-21 0,2-2 28,0 2 56,-3 4 168,13-23-117,5-9 33,1-7-174,1-5-16,3-9 5,3-5 6,6-5-40,0 3-27,10-5-57,4-2 57,0-1 28,3-4-1,-10 9 12,-4 2 11,-4 1 6,0 2-1,-2 1-5,0 1 23,0 0-23,0 1 0,-2 2 22,0 3-11,-3 4-11,-2 2 17,0 3-6,-1 0 12,1 2-23,-1 2 0,1 0-34,-2 2 62,1 3-22,-1 0 5,-3 18 17,-4 4 5,-9 20 7,-7 7-29,8-23 0,0 0-280,-2 2 0,0-1 291,-11 17-22,6-13 0,1-1-11,-6 11-79,9-14 0,1 0-409,-1 9-1557,9-9-7775,11-10 9164,2-9 1,3-7 0,-5-3 0</inkml:trace>
  <inkml:trace contextRef="#ctx0" brushRef="#br0" timeOffset="222474">10477 12144 14947,'-5'-5'7108,"0"1"-5820,5 4-352,-67-49-208,41 34-451,-13-12 1,2 3 175,25 20-195,5 3-169,5 0-27,2 1-12,6 3 29,9 5 27,13 8-50,13 8-28,-13-8 0,1 1-519,8 3 0,2 2 499,7 3 1,1 1 2,8 3 0,3 1-23,-17-9 1,2 0 0,1 0-590,4 0 0,0 1 0,1-1 466,3 1 1,1 0 0,0 0-647,1 1 1,0-1-1,-1 0 426,-7-3 0,-1 0 0,-4-1 0,2 0 1,-6-2-1,3 2 0</inkml:trace>
  <inkml:trace contextRef="#ctx0" brushRef="#br0" timeOffset="223158">10098 12476 24170,'-36'-44'399,"-1"0"1,3 3 0,9 10-187,19 23-9,1 3-198,3 3 42,0 7-37,1 5 27,0 9-15,-1 8 69,0 3-58,0-1 10,-2-5 7,2-7 33,0-7 134,0-6 197,2-3-359,2-15 11,1-1-11,2-15 11,0 2 17,-2 3 11,-2 6-5,-2 8-68,0 6-39,0 4 17,-1 2 6,2 5 0,0 6 22,0 7-17,6 5-6,3 5-10,10 0 5,5 0-23,6-5-5,5-4 17,4-6-95,5-7-443,9-5-1546,9-8-849,-26 1 1,1-2 2290,-4 0 0,-1-1 1,10-2-1,-19 4 1</inkml:trace>
  <inkml:trace contextRef="#ctx0" brushRef="#br0" timeOffset="223650">11465 12412 16997,'0'-5'6027,"0"1"-3680,0 4-2117,15-44-163,-11 37 95,10-24-5,-14 53-73,-2 14-73,1 6 45,1 14-44,1-18 10,1 12 23,0-23 28,-10 5-17,-9-4-23,-28 1-83,-2-5-85,-2-4-1047,6-6 1182,13-5 0,9-3 0,7-1 0</inkml:trace>
  <inkml:trace contextRef="#ctx0" brushRef="#br0" timeOffset="225274">18319 12540 22341,'-18'-44'992,"1"-1"1,-1 1 0,-5-15 0,4 10-769,9 23 67,5 6-173,4 13-96,3 6 12,7 15 5,9 17-33,2 3-9,-5-5 0,2 3-6,-1-1 1,1 2-1418,14 22 0,2 0 1420,-11-17 1,2 2-57,5 3 1,3 3-1,-2-3-592,-4-5 0,-1-1 404,7 8 1,-3 1-883,-11-8 0,-6-2-6048,-10 15 7180,-11 0 0,4-28 0,0-16 0</inkml:trace>
  <inkml:trace contextRef="#ctx0" brushRef="#br0" timeOffset="225584">18203 12704 25858,'-43'17'314,"13"9"-264,42 18 18,8 11 66,17-7-11,8-4-423,-14-24 1,4-5 400,-2-8 0,1-6-28,24-5-3,-21-5 0,1-4-26,-1-3 1,0-2-20,-3 1 1,0 0-7,-1-1 1,-4 2 142,-3 0-246,-15 6-1551,-7 7-4257,-4 5 5892,2 3 0,-1-1 0,1 0 0</inkml:trace>
  <inkml:trace contextRef="#ctx0" brushRef="#br0" timeOffset="226317">20821 12423 17692,'3'-7'6816,"0"2"-5841,-3 5-297,29-68-174,-21 47-359,8-17 1,-3 6-56,-11 28-40,-3 11 23,-4 8-28,-5 16-1,-9 14-24,6-17 0,-1 2-303,-3 4 0,-2 1 288,-1 2 1,-2 1-6,0-1 0,-2 0 3,1-3 0,0-2 2,1-5 1,0-3-17,-22 10 34,1-17-1,2-20-5,5-15 17,10-14-23,7-11 581,9-3-575,7 1 28,6 6-22,2 10-29,1 11 6,-1 8-5,-3 6 10,1 10 23,0 9-39,2 12 11,4 9 0,5 6 0,9 0 39,9-3-16,12-6-29,11-10-25,-23-15 0,1-3-413,2-2 0,0-4-1242,-1-2 0,-2-1 1333,18-6 0,-23 2 0,-15 3 0</inkml:trace>
  <inkml:trace contextRef="#ctx0" brushRef="#br0" timeOffset="231500">9686 14184 25970,'7'-40'574,"0"1"0,5-21-316,22 75-185,-12-2 5,26 23-44,-7 0-1036,-5-3 1,1 2 712,-4-2 1,1 1-914,6 8 1,-1 1-760,-13-14 1,-2-2 1960,0 4 0,-3-4 0,-5-6 0,-3-2 0</inkml:trace>
  <inkml:trace contextRef="#ctx0" brushRef="#br0" timeOffset="232133">10348 14502 23573,'-22'-34'1702,"3"3"-967,16 20-332,-1-3-95,0-3-73,1 4-84,0 2-89,2 5 55,-1 2-44,2 3-90,-1 0 1,0 4 16,1 1-118,-1 7-16,1-2 33,0 3 62,1-6 39,0-3 11,0-2-6,4-9 1,-1-1 11,1-8 50,-2 0 34,-2 0-17,-1 3 145,0 1-156,0 8 218,0 0-223,0 4-7,0 1-61,0 4 0,2 6 23,-1 17-23,-6 4 11,-7 10 11,-12-2 12,-8-4 16,-8-5 23,-5-8 17,-2-10-18,-4-7-4,-3-12-35,9 0 14,11-4 1,0-1 20,-10-6-35,-13-5-33,29 10-201,15 6-163,14 3-9467,33-3 9024,-11 3 1,11-2 0,-25 4-1</inkml:trace>
  <inkml:trace contextRef="#ctx0" brushRef="#br0" timeOffset="232900">11598 13984 20162,'2'-7'2436,"9"-27"1,1-5-1524,-1 10-566,1-9 0,0 2 29,-5 22-225,-6 9 22,0 14 1,-5 10-51,-5 18-50,-10 16-51,4-19 1,-2 3-599,-6 6 1,-2 2 572,-7 7 0,-2 2-548,9-15 0,-2 1 1,-1-1 561,0 1 0,0-1 0,0 0-7,1-3 0,0-1 0,1-2-143,-7 9 0,3-4 170,6-10 0,4-5 14,-5 2 5,15-24 898,9-20-942,4-16-1,-1 0-8,0 1 1,0-1 47,-1-18-43,-1 16 1,0-1 1800,-5-17-1798,-1 9 432,-3 8-415,3 8 12,1 8 11,3 8-6,1 6-17,1 4 6,2 4-11,1 9-17,0 11 45,0 15-6,-5 15 11,-4 13-122,2-28 1,1 0 93,-1 0 0,1 0-5,8 28-6,14-14-100,23-16-225,-8-22 1,5-6-2969,12-6 0,3-6 3282,1 0 0,-3-3 0,-13 1 0,-4 0 0,9-3 0</inkml:trace>
  <inkml:trace contextRef="#ctx0" brushRef="#br0" timeOffset="237334">14271 11816 21601,'-1'20'1182,"-1"9"-913,-2 17-56,-3 13-1431,2-24 0,0 0 1263,-5 25-75,0-11 0,0 3 63,3-15 1,0 2 8,-4 17 0,0 3-6,1-8 1,1-1-146,0 4 0,0 1 159,0 2 1,0 2 7,0 2 1,0 1-7,3-19 1,0 0-1,0 0-342,-1 1 0,1 1 0,-1-1 325,1 2 1,-1 1-1,0-1 2,0 2 1,0 0-1,0 0-5,-1 3 0,0 0 0,-1 0-12,0 2 1,0 0-1,-1 0-5,0 1 0,0-1 0,-1 1-108,1 0 1,-1-1-1,0 1 96,0-1 1,0-1 0,0 1 5,1-1 1,0 0-1,0 0 0,0 0 1,0-1-1,0 0 15,0 0 1,1-1-1,-1 0 13,1-1 1,0-1-1,0 0-4,0-1 1,0-1 0,0 0-133,0-1 0,1 0 0,0-1 127,-1 0 0,1 1 0,0-2 27,0 1 1,0-1 0,0 0-38,0 0 1,0-1 0,1 0 11,-5 19 1,1-2 17,1-2 0,0-2 10,0-4 1,2-2-9,-1-4 1,2 0 301,0-5 0,0 0-310,1-3 0,1-2 596,-1-3 0,1-1-598,-6 26 21,-1-8-16,0-3-23,-1-3 1264,1-2-1281,2-4 909,4-7-1031,3-11 57,5-12-2215,5-18 2275,9-18 0,-6 10 0,1-3 0</inkml:trace>
  <inkml:trace contextRef="#ctx0" brushRef="#br0" timeOffset="237934">11312 15865 18661,'-18'-60'1930,"-1"0"1,2 7 0,3 7-1102,4 14-395,6 15-266,1 14 51,8 15-28,3 10-37,10 13-59,7 9-81,-9-16 0,2 0-377,3 7 0,0 1 346,4 6 0,1 2-676,2 5 0,1 2 579,-7-15 0,1 0 1,2 0-117,1 2 0,1-1 1,3-1-242,2 0 1,2-2-1,2-1-2025,1-2 0,2-1 0,0-2 2041,14 6 1,-3-5 0,-15-10 0,-4-3 0,3-1 0</inkml:trace>
  <inkml:trace contextRef="#ctx0" brushRef="#br0" timeOffset="238458">11542 16228 22481,'-40'-34'849,"0"-1"0,3 5 1,10 5-485,19 16-192,5 4-139,1 6 100,2 7-16,2 7-17,1 7-17,4 6-34,2 7 34,3 3-11,3 4 5,5 0-22,-1-11 129,21 2 5,-3-22 1,22-3-57,0-21-81,-28 2 1,0-2-203,0-2 1,-2-2 167,-2-1 1,0 0-39,-1-2 0,-2 1-37,11-11-23,-6 6-358,-10 9-1064,-6 8 1501,4 2 0,-8 3 0,-1 2 0</inkml:trace>
  <inkml:trace contextRef="#ctx0" brushRef="#br0" timeOffset="239041">13099 16228 14202,'0'-9'4467,"-3"-33"0,-3-8-3145,-1 15-1068,1-13 1,-1 2 564,-4 21-231,3 11-90,0 1-397,4 7-51,2 7-22,4 5 51,4 13 5,8 22-45,1 5-23,-5-16 1,1 0-22,12 17 33,8-8 0,-3-14 84,17-11 112,12-20-157,-26-2 0,1-2-276,6-5 1,-1-3 225,-4-1 0,-2 0-40,18-10-38,3 0-740,-18 16-2840,-5 3 3641,-9 11 0,-15 1 0,-3 1 0</inkml:trace>
  <inkml:trace contextRef="#ctx0" brushRef="#br0" timeOffset="242174">14077 17074 19266,'-2'-7'4671,"0"2"-3489,2 5-118,0 0-761,-28-55-281,22 44 56,-14-29-5,37 68-45,14 19-22,0-2 30,4-1 1,4 4-768,-5-10 0,3 0 718,-1-1 0,4 3 0,0-3-17,-1-3 0,1-3 0,1 0-635,2 0 0,2-1 1,-1-2 512,8 5 1,2-1-1124,-4-3 0,3 0 0,-5-3 1275,-8-4 0,-3-1 0,9 4 0,-5-3 0,-14-6 0</inkml:trace>
  <inkml:trace contextRef="#ctx0" brushRef="#br0" timeOffset="242691">14612 17568 15437,'-43'-26'698,"0"1"1,5 3-1,10 4 2158,19 8-2648,8 6 1413,0 3-1525,6 12 858,2 7-870,5 15 3375,3 5-3397,2 2-12,4-1 46,8-8 83,10-10 28,14-11-428,-20-14 1,2-3 284,3-4 1,1-2-34,-7-1 0,1-2 30,13-9 1,0-1-48,-18 9 0,-1 1 3,10-6 0,-2 1-40,1-1-173,-15 9-577,-11 8-1497,-2 2 2270,-1 3 0,-1 0 0,-2 0 0</inkml:trace>
  <inkml:trace contextRef="#ctx0" brushRef="#br0" timeOffset="243850">19159 14207 17809,'1'-7'5585,"0"1"-4756,-1 6-118,0 0-493,-9-3-22,-3 28-16,-15 13-107,10-1 0,0 6-707,-4 5 0,-1 3 663,4-12 1,-1 1 0,-1 1 0,-2 3 0,0 2 0,-2 0-15,-2 3 0,-1 1 0,-1 0-4,-2 2 0,0 1 0,-1-1-703,-1 2 0,-1 0 1,0 1 705,7-14 0,1 1 0,-1 0 0,0 0 1,-1 0 0,-1 1 1,0 0-1,0 0 2,-1 0 0,0 0 0,0 1 0,-2-1-12,0 1 1,0-1-1,-2 1 1,1 0-5,-1 0 1,-1 0-1,0 0 1,-1-1 13,1 0 0,-1 0 1,-1 0-1,1 0 1,1-1 1,-1 0 0,0 0 0,1-1 0,1-2 0,0 1 0,0-2 0,1 1-466,-9 9 0,0 0 0,1-1 501,3-1 0,0-2 1,0 1-290,3-4 0,-1 0 0,1 0 283,1-2 1,0 0 0,0-1-25,1-1 1,1 0-1,-1-1 13,2-1 1,0-1 0,0 0-8,1-2 0,0-1 0,1 0 194,-11 12 0,2-1-200,3-5 1,1-1-21,6-6 1,2-1 31,-14 18 1471,15-14-1489,12-12 1798,7-10-1725,4-6 1690,0-4-1695,1-6 549,0-4-572,-2-7-38,0-1-35,-2-1 24,2 1-57,0-1 17,1 0 5,3 0-21,1 2 38,1 3-22,0-1 6,-2 1 38,-5-2-16,-3-1 12,-4-2-7,-3-1 40,-2-1 11,-1-2-28,-1-3 34,-1-1-74,1 3 7,2 4 38,4 9-38,3 4 16,4 6 0,1 6 12,1 7-1,1 11-39,0 8 17,3 6 0,4 2 6,7 0 44,9-4-61,11-6 11,1-17 0,3-4-34,20 2-748,-1-11 0,3-5-232,-8-3 1,1-3 638,-2-1 1,2-1 0,-4 1-1,-4 1 1,-3 0 0,-3 0 0,1 0-1</inkml:trace>
  <inkml:trace contextRef="#ctx0" brushRef="#br0" timeOffset="276133">23314 5538 10562,'-5'-5'5058,"1"1"-2998,4 4 752,0 0-2498,2-28-118,3 20-28,5-22-23,4 26-49,4 0-63,3 2 6,2 0 1,2 2-35,2 3-10,3 3-12,-1 6 0,0 4 17,-2 6 11,-4 5 17,-7 8 6,-5 6-12,-6 6-5,-3 8-392,-2 6 397,0-27 1,0 1-315,0 3 0,0 1 317,0 3 1,0 0 7,-1 4 1,1 0 5,0 2 0,0 0-491,0 1 1,0 1 493,0 1 0,0 0 11,0 0 1,0 2-9,0 1 0,0 1-3,0 2 0,0 0-6,-1 2 0,-1 1-2,0 1 0,0 0 5,-1 1 0,0 0-23,1-19 1,0-1 0,0 1-397,0 0 0,0 0 1,0 1 392,0 0 0,1 1 0,-1 0-4,1 1 0,-1 0 1,1 0-7,-1 1 1,1 0 0,0 0-6,-1 0 0,1 0 0,0-1 9,0 0 1,0 0 0,0 0 7,0-1 0,1-1 0,-1 1-2,1-1 0,0 0 0,-1 0 11,1 0 0,0 0 1,0 0-5,0-1 1,1 1-1,-1-1 13,0 0 1,1-1 0,-1 0 25,1 21 0,-1 0 13,1-1 1,-1-1-242,0 1 0,0-1 205,0 1 1,0-1-1,-1 2 1,-1-1-216,0 1 1,-1 0 197,0-2 1,-1-1-3,2-1 0,0-1-3,1-2 0,1-1-12,1-3 1,1 0 85,-1 0 1,1-1-84,1-1 1,-2-1 11,1-2 0,-3 0 41,-2-3 1,-4-1 50,-3-3 1,-8-3 30,-21 3 0,-7-5-124,11-10 1,-5-4-272,-8-1 1,-8-2-1,1-2-376,4-4 0,0-1 1,-2-1 449,-5 2 0,-2 1 0,4-2 0,-5 1 0,7-1 0,21-5 0,-1 0 0</inkml:trace>
  <inkml:trace contextRef="#ctx0" brushRef="#br0" timeOffset="280333">25077 7518 18207,'12'-42'1471,"0"1"1,-1-1 0,3-13 0,-3 4-1022,-7 16 1,-3 4 71,-13-10-281,-15 21-96,-15 18-33,-13 20-531,24-1 1,0 4 432,-1 5 0,3 4-14,0 5 0,4 3 0,4 3 0,3 2 5,4 1 1,5 2-9,5 0 0,7-1 8,6-2 1,6-2-3,8-3 0,6-4 5,7-6 1,4-5 21,4-6 1,3-6 17,-1-9 0,0-8 24,-3-5 1,-2-8 28,-5-6 0,-3-6 22,-6-5 0,-5-4 17,-4-3 0,-5-1-28,-3-2 0,-3-1-3,-3 1 1,-3 0-21,-2 3 1,-4 2-26,-1 5 1,-3 2 249,-17-15-281,-9 20-22,-4 18-22,-4 19-6,0 18 6,2 20-132,22-8 1,3 2-116,-3 18-193,13-13 0,8 0-703,9-14 0,5-2-1358,7 8 1,6-3 1995,1-4 0,2-5 1,12 6-1,-16-16 1</inkml:trace>
  <inkml:trace contextRef="#ctx0" brushRef="#br0" timeOffset="281000">26012 7105 23147,'5'-62'1206,"-1"-1"0,0 12 0,-5 9-1066,-10 13 73,-7 22-180,-3 16-27,-11 15-1,-5 24-1472,14-6 0,3 3 1461,6-11 1,2 0-4,-2 21 1,5 2-48,9-16 1,4 0-23,5 11 0,7 0-127,6-3 1,8-2-282,1-15 1,6-1-1,-1-4 144,4 2 1,2-5-262,-2-7 0,4-1 0,-3-6-560,0-9 1,-2-5 305,8-3 0,0-7 530,-7-5 1,-4-7 513,0-14 1,-5-4 246,-7 4 0,-3 0-106,-3 0 0,-3 1 500,-3 4 1,-2 3 841,1-10-360,-1-2-10,-5 13 1279,-4 15-2428,-1 5 845,-1 10-990,0 2 320,0 8-304,-1 20-16,1 10-1,0 3 12,3 13 0,3-10-11,2 11 22,4 1 5,-5-18 1,0-9 123,-6-16 128,0-11 124,0 0-314,-2-9 6,1 1-79,-2-3 18,2 3-24,0 3 1,1-1-11,0 2 11,-1-1-1,0 1 29,0 0-34,0-1-50,1 1-62,-2 0-162,2 0-235,-2-1 11,0-1-1396,0-1-6529,0-1 8412,0 0 0,0 1 0,0 2 0</inkml:trace>
  <inkml:trace contextRef="#ctx0" brushRef="#br0" timeOffset="281757">26651 7574 19585,'-6'6'4856,"0"-1"-4223,6-5 1120,0 0-1534,23-37-29,-10 17-117,15-26 33,-14 14-27,4-23-63,-9 20 1,0-3-521,2-12 0,-1-3 526,-2 0 1,-1 0-15,-2 11 1,-2-2 21,1-19 1,-2 0 0,-2 23 0,0 2-148,-1-14 0,-1 1 195,-4-6 23,-1 22-73,1 16-39,-1 15 5,-3 20 23,-9 22-20,6-8 0,-1 4-928,-2 11 1,0 0 924,3-5 1,0 2-3,3 2 1,1 3 0,2-1-4,3 2 0,3 0 3,2-4 1,1 3 0,4-3-16,9 6 1,6-4-20,7-3 0,6-4-23,5-5 1,3-5 25,-8-7 0,3-4-17,18-4 0,1-9-122,-19-8 1,-2-5 168,16-5 1,-1-5 8,-15-8 0,-4-4 11,-2-4 0,-3-1 3,-6 7 0,-3-1 53,4-11 1,-4 0 83,-4-4-17,-1-15-33,-20 31 1706,-4 11-1790,-2 9 964,-6 14-969,4 10 724,-8 15-731,6 10-10,7 6-6,5-8-34,19 15 28,8-23 17,18 10 6,3-23 16,-1-11 28,-3-15 18,-9-13 4,-7-13 1,-8-8 0,-8-4-17,-5-1 17,-4 5 0,-3 9-34,-4 9-17,-3 10-27,-1 8-18,-3 9-50,0 9-16,5 4-634,1 24-385,15-3-842,13 22 24,2-33 0,4-2-2337,9 0 1,2-3 3618,1-3 1,-1-3 0,13 2 0,-19-10 0</inkml:trace>
  <inkml:trace contextRef="#ctx0" brushRef="#br0" timeOffset="282150">28009 7381 17619,'3'-5'7382,"0"0"-6822,3-29 1,-1-7 206,-4 8-524,2-12 1,-4 1 19,-19 21-145,-12 10-68,-8 9-33,-4 15-11,4 12-6,6 16-12,9 8 18,11 3 33,8-3-33,14-7-1,8-12 74,9-11 33,5-14 56,1-15 56,0-11-10,-4-8-214,-6 0 0,-6 6 0,-8 9 0,-3 8 0,-4 15 0,0 17 0,0 22 0,0-13 0,0 4-518,-3 9 1,-2 3 517,-1 9 0,-3 3-381,1-14 1,-1 2 0,-1 0 380,-1 4 0,-1 2 0,-1-1-580,0 3 1,-1 0-1,-2 0 244,0-2 0,-2 0 0,-2-2-25,0-5 1,-2-2 0,-2-5-99,-12 9 1,-3-11 262,2-15 0,0-14-160,5-18 0,5-11-134,6-14 0,7-8-1174,8-15 1,8-2 1400,5-1 1,2 3 0,-1 16-1,1 4 1,7-9 0</inkml:trace>
  <inkml:trace contextRef="#ctx0" brushRef="#br0" timeOffset="282534">28555 7027 26760,'-5'37'74,"-1"0"1,0 0 0,0 0-58,0-4 0,0 0-3,0 0 0,-1-1 30,-6 28 1,2-12 73,2-15 302,4-16 123,1-9-229,5-15-202,5-12-83,5-17-29,10-14 0,-8 19 0,2 0 0,2-1 0,2 1 0,0 2 0,1 2 0,22-16 0,0 17 0,0 14 0,1 14 0,-1 14-57,-2 14-117,-6 12-515,-9 9-297,-11 4-1781,-9 1 2767,-11-2 0,2-25 0,-3-5 0</inkml:trace>
  <inkml:trace contextRef="#ctx0" brushRef="#br0" timeOffset="282767">29367 6797 27891,'25'24'50,"0"0"1,-1 8-1,-7 5-42,-11 16 1,-6 6-807,2-15 0,-2 1 0,0 2 531,-3 3 0,-1 2 1,-3 0-2366,-3 3 1,-4 1 0,-1-2 2631,-1-5 0,-2-2 0,0-3 0,-3 3 0,0-6 0,-9 5 0</inkml:trace>
  <inkml:trace contextRef="#ctx0" brushRef="#br0" timeOffset="288049">23298 16986 18240,'5'-9'2571,"-1"-27"1,-5-5-1844,-17 10-499,8-10 1,-4 3 61,-30 23-140,-2 17-67,-4 19-65,23-2 1,1 5-516,-4 7 0,2 4 521,-2 6 0,1 2-460,0 6 0,2 1 421,3 2 0,2 2 0,6-3 0,4 0-247,7-5 0,7-3 224,10-6 1,7-5 28,8-7 0,7-6 19,8-6 0,5-7-363,4-8 0,1-6 422,1-5 0,0-6 39,-4-7 1,-4-5 13,-5-5 0,-4-5 3,-7-4 0,-4-3-11,-6-5 0,-3-2-31,-4-3 0,-4 0-3,-2 2 0,-3 1-11,-4 4 0,-4 3 203,-1 7 0,-5 5-161,-22-16-78,-9 25-12,-7 24-22,-4 23-9,26-1 1,2 3-37,-2 7 1,3 3-82,2 4 0,2 3 119,4 3 1,3 1-398,2 2 1,5 1-381,7 0 0,5-1-1017,5-1 0,6-1 1801,12-2 0,2-3 0,4 4 0,5-13 0</inkml:trace>
  <inkml:trace contextRef="#ctx0" brushRef="#br0" timeOffset="288282">24267 16629 22043,'5'-60'1413,"1"-1"1,-2 9 0,-3 6-983,-8 8-274,-7 22-95,-7 24 10,-8 22-41,10-5 0,-1 4-692,-3 9 0,0 4 672,-1 7 0,0 4-28,9-13 0,1 2 1,1 0-9,1 4 1,1 1 0,3 1-4,1 0 0,3 0 0,3 0-71,4-2 0,4 0 0,5-2-620,3-3 0,5-2 0,5-3-477,6-3 1,6-4 0,0-3 768,19 6 0,0-7 1,-15-9-1,-4-4 1,9-2-1</inkml:trace>
  <inkml:trace contextRef="#ctx0" brushRef="#br0" timeOffset="288932">24702 16973 24211,'24'-52'945,"0"0"0,-3 6 0,-5 11-626,-11 23-224,-3 9-95,-2 5 22,0 19-33,0 9 11,0 21 17,0-9-11,-3 16-6,0-12 11,-2 15-6,2-21 96,0-11-22,3-20 49,0-17-4,2-9-24,3-15 7,6-12 27,8-11-200,-5 23 0,1-1 96,4-1 1,1 2-14,2 0 0,2 3-9,0 4 1,1 4 8,22-9-12,-2 15 6,-2 12-22,2 15 11,3 13-11,0 15-115,-25-15 0,-2 2-504,-2 2 1,-3 2-514,-2 1 1,-4 2 1142,-2 0 0,-3-1 0,1 4 0,-5-6 0</inkml:trace>
  <inkml:trace contextRef="#ctx0" brushRef="#br0" timeOffset="289142">25797 16404 28115,'48'26'-4,"-1"1"1,1 0 0,-1 4 0,0 2-1,-3 5-80,-4 5 0,-4 5 0,-4 4-1616,-9-3 0,-4 5 0,-2 0 0,-3-3 202,-2-1 1,-3-3-1,-6 2 1498,-9 14 0,-7 2 0,-3-12 0,-14-3 0,-8-2 0</inkml:trace>
  <inkml:trace contextRef="#ctx0" brushRef="#br0" timeOffset="295800">26548 11563 19316,'-56'2'1029,"1"0"0,0 0 1,-9 0-1,6-1-752,12-1 0,8-2-47,14-4-208,24 1-44,37-5 8,-7 4 0,4 0-755,9 0 0,5-1 1,0 1 740,-2 1 0,0 1 0,2 0-32,10 0 0,1 0 1,-4 2 3,1 1 0,-5 3-101,-1 2 0,-7 5 336,-10 12-336,-48 27 179,-11-22 1,-9 0-923,-3-3 0,-6 1 0,2-1 947,-11 2 1,-1 0 25,8-4 0,-2 0 0,2 0-119,-7 3 0,2 0 105,9-4 1,0 2 0,3-2-58,1 1 1,7 0 31,-8 12 1096,45-21-1085,39-9-45,-12-7 0,5-4-531,8-2 1,7-3-1,-1-1 533,-2-1 0,-1-1 0,2-2 3,-5 2 1,1-1-1,0-2 1,-3 0 409,4-4 1,-4-1 0,-2 0-377,6-5 1,-5-2 176,-5-7 0,-8-5 179,-15 2 0,-7-2-51,-2 3 1,-5-1-76,-6-2 0,-6 3-51,-13 0 130,-7 7 1841,14 19-2117,3 7 1669,20 19-1730,20 22-17,-4-6 1,0 1 21,-1-2 1,-1 1-37,7 13 1,-3 3-511,-8-5 1,-4 3 344,2 10 0,-7 4-1150,-11-9 0,-7 2 1,-1-3 1334,-4 7 0,-2-3 0,-4-3 0,1-7 0,-2-8 0</inkml:trace>
  <inkml:trace contextRef="#ctx0" brushRef="#br0" timeOffset="296941">28276 11503 17468,'2'-9'6239,"-1"2"-5231,-1 7-324,0 0-471,-39-33-17,-4 55-135,2-16 1,-2 5-689,0 29 0,4 12 632,12-17 1,0 1 0,2 2-8,2-1 0,1 1 0,3 0 13,-4 17 1,7-2-168,7-5 1,9-3 155,9-6 0,7-4 8,9-6 1,6-5-12,7-6 1,5-7-388,5-7 1,2-7 428,1-9 0,0-6 28,-1-9 1,-3-7 18,-3-7 1,-4-6-28,-15 11 1,-2-1 0,-3-3-430,-1-2 1,-2-3 0,-2 0 404,-1-4 1,-3-1-1,-1-1 11,-2-1 1,-2 0 0,-2 1 9,-2 2 0,-2 1 0,-4 3 194,-5-15 1,-7 7-215,-6 14 1,-7 8-18,-7 12 1,-4 8-6,-5 12 0,-2 9-8,-2 7 0,1 8-18,2 6 1,5 6 2,4 5 1,6 3-40,9 3 1,6 3-303,7 1 1,7 1 116,9 3 1,8-1-452,8 0 1,7-3-236,-4-17 0,3-2 1,4-1 918,7-1 0,4-2 0,-4-3 0,-4-2 0,-1-3 0,1-6 0,-1 1 0</inkml:trace>
  <inkml:trace contextRef="#ctx0" brushRef="#br0" timeOffset="297184">29281 11132 24335,'-11'-49'804,"0"0"1,3 7 0,-1 8-665,-2 21-118,-1 20 12,-5 20-6,-6 27-37,8-16 1,0 4-783,-1 8 0,2 4 765,0 6 1,2 3-347,5-18 0,2 0 0,1 1 254,1 1 1,2 0 0,2 0-106,3-1 1,3-1 0,3-1-159,2-2 0,4-1 0,2-2-1533,15 13 1,6-6 1913,7-5 0,0-8 0,-19-12 0,-1-4 0,20 5 0</inkml:trace>
  <inkml:trace contextRef="#ctx0" brushRef="#br0" timeOffset="297550">29807 11617 23517,'1'-50'985,"0"0"1,1 6 0,-2 9-706,-3 19-218,2 9-34,0 8 0,-1 12-22,0 14 5,-4 19-11,-3 17-168,4-26 0,0 2 159,1-1 1,0 1 11,1-3 0,0 0 13,0 21 18,2-18 95,1-19 33,0-17-106,4-18-5,5-17 5,10-17-23,-5 18 1,1-2-191,3-4 1,2 0 220,2-1 0,2 1-2,-1 2 0,1 2-44,-2 5 1,0 4 37,13-10-45,-8 16-22,-3 13-17,1 16-90,3 13-330,4 20-202,-16-16 1,0 2-2083,-1 6 0,-1 0 2732,-3-2 0,-1-2 0,2 11 0,-6-20 0</inkml:trace>
  <inkml:trace contextRef="#ctx0" brushRef="#br0" timeOffset="298633">30690 11973 23332,'2'-8'1644,"9"-24"0,1-8-1246,4-10-1303,2-6 0,0-4 986,-4 13 1,0 1-35,3-8 1,1-1-418,-5 14 1,1-1-1,1-1 390,1-2 1,1-1 0,0 0 3,0 1 0,0-1 1,0 2 47,6-16 1,0 4 223,-6 10 1,-3 4-112,2-12-56,-13 24-90,-11 17 835,-8 19-863,-11 17 0,-8 24-11,13-13 0,2 4 253,0 8 1,1 3-262,2 5 0,3 3-4,3 2 1,4 3-25,9-14 1,3 2 0,2-4 7,0 3 0,4-2-12,4-6 1,4 1 0,2-4-45,5-5 0,2-3 29,5 5 0,3-3-12,-4-10 0,0-5 5,26-6 40,-6-29 16,-25-1 1,-1-4-267,0-7 0,-1-2 303,1-2 0,-1-1 16,-3 1 1,-1 1 58,-3 2 1,-3 3-51,2-6 11,-8 9-50,-14 21 953,-5 7-987,-15 19 17,6-2 303,-11 23-292,14-8-28,0 13 689,9-1-683,13-4-28,9-9-12,19-11 57,-9-13 5,18-18 34,-13-16 50,5-14-28,-17 8 0,-2-2 12,8-25-46,-6 0 23,-7 8-22,-5 16 44,-2-5-61,-7 16-17,-7 9-5,-2 13-18,-10 13-44,1 12-207,-7 16-292,7 11-162,14-15 0,4 0 84,4 14-205,9-15 1,5-2-2267,24 1-97,-12-15 0,3-2-1034,11-5 1,1-5 5269,-8-6 1,0-4 2308,4-5 0,-4-3 83,3-15 1139,-3-15-1559,-8-10-1977,0-4-655,-13 22 0,-2 1 180,2-15-337,-6 14 95,-5 5-151,-6 14-67,-7 7-123,-6 15 39,-10 16 6,5 4-1,-9 18-16,9-4-23,10-11 1,2 2 27,0 19 18,16 1-18,6-25 23,12-10 5,-2-16 51,10-13 11,-7-4 7,1-9-91,-13 10 0,-6 5 0,-3 6 0,-2 12 0,-1 10 0,0 17 0,-7 15 0,-1-2-198,-2-12 1,-3 4 197,-9 15 0,-2 3-650,6-17 1,-2 1 0,0 1 449,-6 11 0,-2 2 1,0-2-63,1-8 1,0-1 0,1-3 101,-5 9 1,-1-3-37,-3-1 0,-2-9-33,-17-7-236,8-23-521,13-41-53,28 1 1,7-5 64,-1 4 1,3-2-1906,6-15 0,4-3 2540,7-1 0,0 2 1,-9 15-1,1 1 1,2 2-1,0-1 0</inkml:trace>
  <inkml:trace contextRef="#ctx0" brushRef="#br0" timeOffset="298991">32158 11758 18789,'54'-31'1753,"-1"-1"0,-8 6 0,-8 5-149,-18 9-1290,-13 8-93,-1 4 9,-4 11 40,0 9-158,-1 3 135,1 15-141,-2 12-67,1 3-22,0 9-11,0-19-6,1-15 179,1-7 73,0-16-129,1-10-56,2-14-5,3-16 11,4-10 67,4-7 16,7 0 7,4 6-29,2 9-50,0 13-60,-3 11-24,0 7 0,0 11 0,2 9 0,0 12-119,-1 12-368,-6 6-34,-7-5-5680,-7 20 6201,-10-27 0,2 3 0,-3-22 0</inkml:trace>
  <inkml:trace contextRef="#ctx0" brushRef="#br0" timeOffset="299207">32910 11249 26252,'8'-43'397,"1"0"1,-1-1-1,4-14 1,4 11-208,19 19-78,9 18-77,9 26-35,-20 4 0,-2 7-1306,5 13 1,-1 6 1305,-11-6 0,-1 3 0,-1 3 0,-2 8 0,-2 3 0,-3 3-167,-6-10 0,-3 3 1,-2 1-1,-5 0-1960,-4 3 0,-4 2 0,-3 0 1,-2-2 2126,-1-4 0,-3 0 0,-1-3 0,0-3 0,-1-1 0,0-4 0,-1-4 0,-1-6 0,-1 0 0</inkml:trace>
  <inkml:trace contextRef="#ctx0" brushRef="#br0" timeOffset="384056">17718 12099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15:52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1459 1911 25936,'-32'-52'251,"1"1"1,10 8 0,-3 10-842,-28 26 1389,10 26-246,13-2 0,-1 4-362,-1 7 1,1 6 264,-4 17 1,3 4-1541,9-2 1,3 0 1152,1 1 1,6 0 194,9 1 0,9-2-167,6-11 1,5-2-326,9 8 1,8-4-190,8-8 0,8-8 104,-5-13 0,4-6 1,-3-3-87,5 0 0,0-7 245,-6-5 0,1-3 0,-5-5 59,-7-7 0,-4-5 112,3-6 1,-4-5 159,-8-14 0,-9-3 3,-7 4 0,-6-1-120,-1 0 1,-4 0-87,-9-7 1,-3 1-67,2 8 1,-2 0 76,-4-8 1,-3 0-101,-5 7 0,-2 6-60,5 16 0,-1 7 78,-25-3 312,0 41 281,25 8 1,2 3-60,4-5 0,1 2-76,-5 17 1,6 5-258,13 0 1,6 3-166,1 2 1,2 0 495,3 1 1,2-1-1215,8 2 1,3-1-1230,-1-8 1,2 0 1854,-1-6 1,2 1 0,-3-4 0,-1-2 0,-1-4 0,14 19 0</inkml:trace>
  <inkml:trace contextRef="#ctx0" brushRef="#br0" timeOffset="507">1554 2467 18976,'-22'-44'1322,"-1"0"1,1 0 0,-6-10-1,4 6-402,5-3 118,11 27-666,3 2-41,4 13 149,14 19-300,-2 0-325,29 37-62,-17-17 149,0 2 1,0 3-47,-2 0 1,-1 0-26,1 1 1,1 0-87,3 4 0,-1-2-424,9 6 287,-4-23 1,2-5-79,19-6 26,-13-9 1,1-5 327,-5-7 1,-2-4 77,-1-5 0,-2-2 25,14-16 124,-7-14-44,-24 21 0,-2-1 71,0-1 0,-1-1 22,0-5 0,-3 1 265,-1-16-235,-1 18 549,-5 9-345,-3 19-387,-1 8 283,-4 16 81,1 18-113,2 1 218,-1 23-505,6-24 0,1 1-44,3-1 0,3 1-61,2 3 0,3-3 87,22 8-290,8-17 145,-7-14-45,16-24 166,-16-10 103,11-20 12,-16-2-246,-9-4 162,-9 10-22,-6-13-129,-3 21-241,2-8-515,5 18-976,8 7 287,0 7-8235,22 2 8202,-20 5 1,8-1 0,-21 1 0</inkml:trace>
  <inkml:trace contextRef="#ctx0" brushRef="#br0" timeOffset="690">2754 2188 27398,'-47'-14'68,"9"13"-102,34 44-123,7 6-280,8-2-772,9-1-2909,9-8 3217,-2-12 1,-9-11 0,-8-10-1</inkml:trace>
  <inkml:trace contextRef="#ctx0" brushRef="#br0" timeOffset="840">2921 2007 21019,'0'-6'4190,"0"2"-4792,0 4-2468,-18-7 3109,24 14 0,-22-12 0,26 13 0</inkml:trace>
  <inkml:trace contextRef="#ctx0" brushRef="#br0" timeOffset="1266">3416 2126 24186,'-6'-4'3021,"2"2"-2371,4 2 400,-62-44-1038,30 32 19,-9-9 1,-2 6 24,4 32 246,-1 17-10,3 15-161,22-21 0,4 2-354,3 3 0,6-1-116,7 0 0,6-1 147,5 0 1,7-4-40,7-4 1,4-4-77,5-4 1,1-5-465,3-6 0,1-6 169,-1-4 1,-1-5 52,-2-6 1,-1-4 236,-2-5 0,-3-3 208,-2-4 1,-3-2 148,-2-2 0,-4-1 103,-3 1 1,-2 1 128,-4 2 0,-3 2 485,4-23 0,-8 13-146,-5 12-93,-2 11 134,-1 11-424,-1 6 554,-3 15-437,-1 12-172,1 13-80,1 11-18,2 3-146,7 2-409,5 1-817,9 0-5594,2-3 6815,-2-11 0,-7-17 0,-6-13 0</inkml:trace>
  <inkml:trace contextRef="#ctx0" brushRef="#br0" timeOffset="1499">4140 2048 25078,'5'-42'627,"1"0"0,-2 6 0,-7 8-660,-22 21 109,-13 15 101,-12 13-267,19-4 1,1 2 321,-2 3 0,0 3-255,0 2 1,3 1 45,4 2 0,4 1 0,6 0 0,8 0 14,20 27-431,8-31 0,8-3 378,11-2 1,5-3-192,8-3 0,4-3-94,3-2 1,1-3-195,2-2 0,0-3 122,-17-2 1,0-1 0,-4-1 0,-5 1 0,-3 0-1,-2-2 1,0 0 0</inkml:trace>
  <inkml:trace contextRef="#ctx0" brushRef="#br0" timeOffset="2066">5681 2166 23118,'12'-42'686,"0"1"0,0-1 0,0-17 0,-9 8-365,-16 20-187,-24 5-27,1 23-35,-12 11-21,0 11-12,8 13-45,9 8 12,14 8 5,9 3-33,17 3-426,16 2 439,-5-29 1,4-1-6,3 0 0,3-2 17,2-1 0,2-1-9,-1-2 1,-1-1-12,-3-2 0,-3-1 192,11 10-158,-24-6 122,-28-5-99,-25-3-29,10-7 0,-3-2 3,-5-1 0,0-1-216,-2-3 1,1-3 212,2 0 0,0-4-118,3-4 1,3-2-387,-6-7-3311,17-10 3804,30 15 0,-2 3 0,2 6 0</inkml:trace>
  <inkml:trace contextRef="#ctx0" brushRef="#br0" timeOffset="2433">6305 2104 26911,'-48'-5'114,"0"1"0,9-2 0,7 6-114,8 23 114,17 15-95,5-8-15,13 19-24,14-19-25,17 4 62,-11-20 1,3-2 29,21 1 48,2-14-11,-28-6-13,-9-18-1,-14-2 132,-12-21-84,-10 6-69,-6 2 27,-5 10-65,4 12-34,-3 1-27,4 8-124,7 5-795,9 14 45,7-2-5511,19 16 6456,5-9 1,-3-1 0,-8-7 0</inkml:trace>
  <inkml:trace contextRef="#ctx0" brushRef="#br0" timeOffset="2740">6702 2078 31104,'64'0'26,"-14"8"-234,-27 17 1,-6 7-2743,3 22 2552,-11-11 828,-18 5-415,-18-15 204,-3-8-21,-7-14-434,15-25 48,11-5 221,5-23-42,14-1-32,11-13-170,4 26 1,5 3-17,0 6 0,3 4-837,10 1 1,1 5-1312,20 3 2423,-28 8 1,-3 2-1,-7-1 1,0 3-1</inkml:trace>
  <inkml:trace contextRef="#ctx0" brushRef="#br0" timeOffset="3050">7464 2311 29027,'9'-56'237,"-1"1"0,3-1 0,3 1-304,1 10 0,3 0-2473,2-9 0,0-1 2510,-4 8 1,1-1 15,-4 8 0,1-1 0,-2 0 271,4-14 1,-3 3-273,0 3 1,-2 2 322,-1 4 0,-4 5-363,-6 6-12,-4 17-7,-4 11 2657,-6 19-2654,-8 23 37,6-7 1,2 5-79,-4 11 0,3 4 112,1 9 0,2 2 1,5-17 0,2 1 0,1 0-29,3 1 0,1 1 0,3-1-607,1 0 1,3-1 0,1-1 399,4 0 0,1-2 0,3-1-381,11 14 0,5-4-939,0-8 1,2-6-1502,-7-12 1,0-6 3055,22 3 0,-32-18 0,-2-4 0</inkml:trace>
  <inkml:trace contextRef="#ctx0" brushRef="#br0" timeOffset="3207">7521 1935 29783,'40'-16'-2458,"1"0"0,0 1 1,19-5-1,-4 6 1698,-19 13 0,-4 4 0,14 2 0,-34-4 0</inkml:trace>
  <inkml:trace contextRef="#ctx0" brushRef="#br0" timeOffset="3673">998 2993 16224,'-6'1'2857,"2"-1"-656,4 0-1254,61 1-670,-21-1 0,5-1-1257,9 0 1,7 0-1,2 0 1062,-9-1 1,2 1 0,2-1 0,1 0-379,-3 0 1,1 1 0,2-1 0,1 0-1,1 1 339,-4-1 0,1 1 0,2 0 0,0-1 0,1 1 0,0 0-262,-3 1 0,0-1 0,1 0 1,1 1-1,0-1 0,1 1 1,0-1 236,-5 1 1,2 0 0,-1 0 0,1 0 0,1 0 0,0 0 0,0 0 0,0 0-141,3 0 1,0 0 0,0 0 0,1 1-1,0-1 1,1 0 0,-1 1 0,1-1 149,-7 0 0,1 0 0,1 1 0,-1-1 0,0 0 0,1 1 0,-1-1 0,1 0 0,-1 1-18,1-1 0,1 0 0,-1 1 0,1-1 0,-1 0 1,1 0-1,-1 1 0,0-1 0,1 0 23,-1 0 1,-1 0 0,1 0 0,0 0-1,0 0 1,0-1 0,-1 1 0,1 0-1,0 0-2,-2-1 0,1 1 0,0-1 0,0 1 0,0-1 1,-1 0-1,0 1 0,1-1 0,-1 0-9,5 0 0,1 0 1,-1 1-1,0-1 1,0 0-1,-1 0 1,1 0-1,-1 0-10,-2 0 0,0-1 0,0 1 0,-1 0 0,1 0 0,-1 0 0,-1 0 0,0 0 0,5 1 1,0-1 0,-1 0 0,-1 0 0,0 0-1,0 1 1,-2-1-7,6 1 1,-1-1-1,-1 1 1,0 0 0,-2 0-1,0 0-37,3 0 1,0 1 0,-2 0 0,-1 0 0,-1 1-89,2 0 0,0 0 1,-3 1-1,-3 1 119,5 1 0,-3 1 0,-6 0 0,-6-1 0,-7 1 0,6 4 0</inkml:trace>
  <inkml:trace contextRef="#ctx0" brushRef="#br0" timeOffset="4250">9035 1778 32767,'-36'-39'-155,"0"0"1,4 2 0,3 14-517,6 31 1805,-2 11-1134,0 15 0,3 10 0,8 3 0,9 1 0,15-7 0,10-8-113,7-12-283,1-10 714,-4-9-127,-2-13-191,-5-9 0,-2-14 0,-5-7 0,-6-3 0,-5 4 0,-3 8 0,-1 12 0,-4 10 0,-2 15 0,-9 15 0,-6 21-606,12-12 1,0 2 651,1 10 1,2-2 0,-2 7 0,6-3 0</inkml:trace>
  <inkml:trace contextRef="#ctx0" brushRef="#br0" timeOffset="4540">9051 2259 32767,'-44'3'0,"-1"1"0,5 0 0,11 7 0,32 42 0,16-10 0,7-7-284,18-16 100,-9-14 256,7-6-516,-10-14 68,-13-11 314,-11-8 183,-13-4-75,-10 4-574,-11 9-7768,-17 16 8293,-4 13 1,13 2-1,8 1 1</inkml:trace>
  <inkml:trace contextRef="#ctx0" brushRef="#br0" timeOffset="11440">11494 2666 7857,'-49'8'718,"-1"-1"0,1 0 0,-16 2 1,9 0 127,13 2 187,19-2-428,14-3 832,13-1-199,14 1-281,20-1-652,-6-2 1,5-2-696,12 1 1,5-1 462,-9 0 0,2-1 0,3 0-389,6 0 1,2 0-1,1 0 337,-9-1 0,0 1 0,1-1 0,0 1-507,3-1 1,1 0-1,1 0 1,0 0 516,4-1 0,0 1 0,1 0 0,0-1-385,-9 1 1,1 0-1,0-1 1,0 1 0,1-1 360,3 0 1,1 1 0,0-1 0,1 0 0,0 0-6,3-1 0,1 1 0,1 0 1,0-1-1,0 1 6,-7-1 0,0 1 1,0 0-1,1-1 1,0 1-1,0-1-143,3 0 1,0 1 0,1-1 0,0 0 0,0 0-1,1 0 138,-8 1 0,1-1 0,0 1 1,0-1-1,0 1 0,1-1 1,0 1-81,1-1 1,0 0 0,0 1 0,1-1 0,0 1 0,0 0 0,0-1 88,1 1 0,0-1 0,0 1 1,1-1-1,-1 1 0,1 0 1,-1 0-28,1-1 0,0 1 0,0 0 0,0 0 0,1 0 0,-1 0 0,0 1 27,0-1 0,1 0 1,-1 0-1,1 0 0,0 0 1,-1 1-1,1-1 6,-1 0 1,0 1 0,0-1-1,1 1 1,-1-1-1,0 1 1,0-1-8,0 1 0,-1 0 0,1-1 1,0 1-1,-1 0 0,1-1 1,-1 1-3,0 0 1,0 0-1,-1-1 1,1 1 0,0 0-1,-1 0 1,0 0 4,0-1 0,-1 1 1,0 0-1,0-1 1,-1 1-1,1-1 1,0 1-2,-2-1 0,1 1 0,-1-1 1,0 1-1,1-1 0,-1 0 1,-1 0 0,9 0 1,-1 0-1,1 0 1,-1 0 0,-1 0-1,1 0-3,-1-1 1,-1 1 0,0-1 0,0 1 0,0-1 0,-1 1-10,-1-1 1,0 1 0,0 0-1,0-1 1,-1 1 0,0-1-6,-2 1 1,0-1 0,0 1 0,0-1 0,-1 1 0,0-1 7,9 0 1,-1 1 0,0-1-1,-1 0 1,0 1-9,-2-1 1,-1 1 0,0-1 0,-1 1 0,0-1 43,-3 1 0,0 0 1,-1 0-1,0 0 1,-1 0-52,10 0 0,-2 0 0,0 0 0,-1 1 118,-4-1 0,-1 1 0,-1 0 0,-1 0-146,10 0 1,-1 1 0,-3-1-170,-8 1-1,-1 0 1,-3 0-4709,16 0 1,-6 0 4419,7 0 1,-21 0-1,-37 0 1</inkml:trace>
  <inkml:trace contextRef="#ctx0" brushRef="#br0" timeOffset="12173">21296 2482 15793,'0'-4'6138,"0"1"-3634,0 3-2408,-8-35-113,6 26 0,-6-25 11,10 42 23,2 8 6,3 12-23,0 14 28,-3 11-23,-3-21 1,0 1 5,-4 23-22,0-8 0,-2-1 5,-1 5 0,0-4 1,0 3-358,2-18 0,-1 0 248,0 8 1,-2 1-365,-3 6 0,-2-1-1582,1-8 0,-1-2 2061,-2 1 0,1-4 0,-2-1 0,6-16 0</inkml:trace>
  <inkml:trace contextRef="#ctx0" brushRef="#br0" timeOffset="13733">11233 2835 10623,'0'-3'8593,"0"1"-6611,0 2-1859,-17-30-78,13 27 162,-12-15 129,17 42 23,1 15-124,-1 15-425,-1-21 1,-2 2 260,1 4 0,-1 1-9,-1 3 0,0 1 8,1 0 0,0 0-4,1-1 0,-1 0 7,1-3 0,1 0 5,-1-4 1,-1 0 6,1-1 1,-1-2-12,-4 27 60,-1-8 20,-3-9-63,2-15 78,-3-3-29,6-16 75,0 1 61,4-8 424,2-2-564,2 0 95,5 0-167,8-2-23,6 2-37,6-2 3,6 1-31,5 0 21,10 2-27,9 1-119,-24 0 1,1 1 134,3-1 0,1 1-359,3 0 0,0 0 344,3 1 0,1-1-7,0 1 1,0 1 19,2-1 1,0 1-2,1 1 1,0 1-64,2-1 0,0 0-8,2 2 1,0 0-521,1 0 1,1 1 527,1-1 1,1 1-6,2 0 0,0 0 6,3 0 0,0-1 29,-18-3 0,0 1 0,0-1 4,2 1 1,1 0 0,0-1 45,2 1 1,0 0-1,1-1-560,1 1 0,1-1 0,0 1 564,3-1 0,-1 0 0,1-1 1,2 1 1,-1-1-1,1-1-1,3 1 0,-1-1 0,1 0 1,1-1 1,1 0-1,0 0 7,-14 0 1,0-1 0,0 0 0,0 0-340,1 0 0,0 0 0,0 0 1,1 0 335,-1 0 1,1 0 0,0-1 0,1 1-1,-1 0 1,0 0 0,1 0 0,0-1-2,-1 1 1,1 0-1,0-1 1,0 1-2,0 0 0,-1 0 0,1 0 0,0 0 1,1 0 0,-1 0 1,1 0-1,0 0 0,0 0 1,1 0-1,-1 0 1,1 1 0,1-1 1,-1 1 0,1-1 0,0 1-264,1-1 0,-1 1 1,1-1-1,-1 1 261,1-1 0,0 1 0,-1 0 0,0-1-5,0 1 1,0 0 0,0 0 0,-1 0-127,-1 0 0,0 1 1,-1-1-1,-1 0 122,-1 1 1,0 0 0,-1-1 0,-1 1 1,13 1 0,-1 0 0,-1 0 79,-4 0 1,0-1-1,0 1-77,-3 0 0,-1-1 0,0 1 13,-1-1 0,-1 0 0,0-1 9,0 1 0,0 0 1,0 0-11,0-1 1,1 0 0,0-1 2,2 1 0,1-1 0,0 1-12,2-1 1,0 0 0,1 1 67,1-1 1,1 0 0,0 1-76,1-1 0,1 1 1,-1-1-11,0 1 1,0 0 0,0 0 14,0 0 1,0 1 0,0-1-1,-2 1 1,1-1 0,-1 1 0,0 0 0,-1-1 0,0 1 10,-1-1 1,0 0 0,0 0-15,-1-1 0,0 1 0,0-1 0,-1 0 0,1-1 0,-1 1 5,1-1 1,-1 0 0,1 0-6,1 0 0,0 0 0,0 0-4,1-1 1,0 0-1,0 0-4,1 0 1,0 0 0,0-1 3,0 0 0,0 0 0,0 0 6,-1-1 0,1 1 0,-1-1-2,-1 1 0,0-1 0,0 1 11,-2-1 0,0 1 1,0 0 182,-3 0 1,0 0 0,0 0-203,-4-1 1,1 1 0,-1-1 167,-2 1 0,0 0 1,-1 0-161,19-2 0,-1 0 2,0-1 1,0 1 11,-2 0 0,-1-1-3,-1 1 1,-1 0 2,-3-1 0,-2 1 323,-5-1 1,-2 0-324,-7 1 0,-3-1 1476,14-3-1367,-21 1 1064,-17 0-1719,-18-1-710,-12-3 1242,-7 2 0,8 3 0,7 3 0</inkml:trace>
  <inkml:trace contextRef="#ctx0" brushRef="#br0" timeOffset="14523">21295 2842 8405,'-2'-4'6396,"1"1"-1449,1 3-2713,6-77-1253,-1 49-791,-1-15 0,1 4 415,1 27-202,-3 7-218,-1 2-196,-1 2-6,-1 10 40,1-1 16,1 20 7,1 7 16,1 15-20,-1-13 1,-1 2 2,0-3 1,0-1-20,0 1 0,0 0 22,-1 3 0,0-2-261,0-3 0,0 1 298,0 9 0,-1 2 13,1 1 1,-1 1 62,-2 10 1,-3 0-59,1-8 0,-1-3-45,-1-1 1,-1-1 46,-1-7 1,-1-2 112,-5 18-124,6-22 1,-1 0 13,-1-1 1,0 0 7,-4 13-66,2-7 23,6-15-11,4-11 5,0-2 17,2-3 522,0-5-583,-1 1-90,-1 1-197,0 1-626,-4 4-3306,-3 2 4196,-1-1 0,2-3 0,3-3 0</inkml:trace>
  <inkml:trace contextRef="#ctx0" brushRef="#br0" timeOffset="15590">21070 3715 22923,'9'-31'504,"-1"0"0,5-18-470,-11 46 22,-1 11 112,-1 8 56,-4 16-11,-4 14-40,-3 11-333,4-24 0,0 1 216,0 2 0,1 0-17,1 0 0,0-1-101,2-1 1,1-1 184,2 24 46,5-11 60,4-12 197,1-13 341,-2-11 462,-3-6-803,-1-10-69,2-9-295,1-14 22,2-14-12,2-11-196,-5 21 1,1-1 129,1-4 0,1-1-344,2-3 0,0-1 341,1 0 0,1-1 2,-1 3 1,0 1-1,-2 2 1,0 1-7,-1 4 0,-2 1 7,4-22 16,-4 10-16,-4 9 271,-1 9-249,-2 5 666,0 8-694,0 4 20,0 3-20,0 2 0,0 0-11,0-4 22,-2-3 2,0-7-13,-3-8 0,-1-9-13,0-6 19,1-2-12,1 0-10,3 4 32,0 4-3,1 4-12,0 6 0,0 6 1,0 8-19,0 4-87,0 5-29,0 3 67,0 9 56,0 13 122,0 22-57,1-12 1,0 2-534,0 9 1,0 1 517,1 8 1,0 1-625,1 5 1,-1 2 557,0 2 0,-1 0-138,1 0 1,-2 0-501,-2-3 0,-2-1 645,-3 2 1,-1-4 0,-2 4 0,-3-9-1</inkml:trace>
  <inkml:trace contextRef="#ctx0" brushRef="#br0" timeOffset="16490">11226 3041 25863,'-12'-43'228,"-1"0"1,2 4 0,3 8-271,5 19 452,2 3 168,1 3 189,0-1-157,0 2-342,-2-1-753,0 1 444,-1 0-4237,-1 0 3761,2 2 3966,1 0-4237,0 2 157,0 1-3022,-1 0 5026,8 0 145,3 1 169,12 0 4156,6-1-5693,17-3-150,-14-1 0,3-1 0,11-2 0,3-1 0,0-1 0,-2 1 0,-11 2 0,-4 1 0,10-2 0</inkml:trace>
  <inkml:trace contextRef="#ctx0" brushRef="#br0" timeOffset="23198">12096 3280 17456,'5'-62'2024,"0"-1"0,-1 12 0,-1 6-1156,1 7-207,-2 18-594,0 6-50,-2 12 39,1 15-28,-1 2 73,1 21-11,-3 4-54,-1-5 1,-1 3-26,1-6 0,0 2-549,-1 4 0,1-1 550,1 6 27,9-3 286,11-24-1,11-16-77,17-23-138,-19-1 0,-1-2-56,-3 2 1,0 0 32,4-9 1,-1-1 53,-4 1 0,-1 1-7,-3 2 0,0 2 115,9-23 966,-19 33-1170,-6 15-44,-2 8-11,-4 31-1,2-7-95,0 13 1,0 5-94,3-13 1,2 0-702,2 19 0,2 0 501,-1-16 1,2-2-1178,6 10 1,2-1 961,1-9 0,0-2 0,5 16 1,1-11-1</inkml:trace>
  <inkml:trace contextRef="#ctx0" brushRef="#br0" timeOffset="23408">13305 2870 24628,'-24'45'8,"0"1"0,-1-1 0,2 1 0,1-1 0,5 0-81,7 13 0,4-3-722,0-7 0,0 0 360,2-6 0,1 3 0,0-2 435,3 17 0,0-2 0,-1-16 0,0-3 0,2-4 0,0 0 0</inkml:trace>
  <inkml:trace contextRef="#ctx0" brushRef="#br0" timeOffset="23982">14268 3151 22246,'0'-4'2615,"0"0"-1629,0 4-963,-60-48-12,24 42 0,-9-14 0,-4 3-6,18 25 1,1 5-285,-6-2 0,1 1 307,-2 0 0,1-1 8,2-2 1,3-1 219,-16 3-167,20-7-55,16-1 16,9-1 29,3 6 5,3 5 431,4 9-437,5 6 6,1 6-33,-1 2-12,-3-1 17,-5-3 22,-3-3 51,-6-7 28,-1-6 33,-5-7 34,1-6-5,-2-2-1,1-8-61,1-4-62,2-7 0,3-3-55,6 1-24,8 2 1,11 1-11,12 4 5,13 4-11,12 5-230,-25 6 0,0 2 224,1 1 1,-1 4-15,-1 2 0,-2 3-13,22 19-23,-17 5 11,-20 4-33,-28 5-85,-24 2-361,8-24 0,-3-2 252,-3-2 0,-2-3-313,1-3 0,0-4-4232,-24 1 4817,19-14 0,20 0 0,12-3 0</inkml:trace>
  <inkml:trace contextRef="#ctx0" brushRef="#br0" timeOffset="24191">14614 2878 23209,'2'-3'3545,"0"2"-2901,-2 1-504,7 49-44,-6 7-892,1-3 1,-2 6 761,-3-2 1,-3 1-93,2-15 1,0 1 0,0 0-568,1 2 1,-1 1-1,1-1-2584,1-1 0,0-1 0,1-2 1656,-1 7 1,2-6 0,0 12 0,0-40 0</inkml:trace>
  <inkml:trace contextRef="#ctx0" brushRef="#br0" timeOffset="24398">15229 3126 24458,'0'-7'3013,"0"2"-2492,0 5-521,15 24-73,-5 17-48,0-6 1,0 4-1010,-4 6 0,-4 2 1130,-1 9 0,0-4 0,-1 10 0,-2-6 0</inkml:trace>
  <inkml:trace contextRef="#ctx0" brushRef="#br0" timeOffset="24682">16046 3083 24854,'16'-58'799,"0"0"0,-1 7 0,-2 8-469,-5 16 35,-2 13-331,-4 11 91,-1 13-86,0 20 0,0 25-17,0-12 1,-1 4-883,-4 12 0,-1 5 836,-1-13 0,0 2 0,-2 1-725,-3 7 1,-1 0-1,0 1 374,2-13 0,-1 0 0,0 0 0,1 1 375,-1 2 0,1 1 0,0-1 0,1-5 0,-3 11 0,1-5 0,4-8 0,1 1 0</inkml:trace>
  <inkml:trace contextRef="#ctx0" brushRef="#br0" timeOffset="25315">17200 3273 18700,'-10'2'3988,"2"-1"-2157,8-1-688,0 0-426,-21-67-218,11 29-337,-2-7 0,0-1 96,7 0-196,4 17-6,6 1-34,5 17-5,7 1-28,6 6 5,9 12-44,14 17 27,-14 0-111,-8-1-1,-4 2 57,1 19 16,-3 14 51,-22-21 0,-5 0 11,-2-8 0,-3-2 8,-3 1 1,-3-4 19,-24 9 22,11-18 57,-2-3 105,7-17-55,13-6-101,5-6 34,9-2 179,7 4-236,4 0-10,15 6-12,1 6 0,3 5-5,5 12-23,-2 7 28,7 11-28,-16-10 0,-2 3-44,5 23-220,-12 11 259,-20-21-56,-27 2-57,-9-17-190,-15-2-436,1-14-5266,1-26 6027,20-3 0,9-3 0,20 10 0</inkml:trace>
  <inkml:trace contextRef="#ctx0" brushRef="#br0" timeOffset="25515">17906 2789 21231,'3'-3'4577,"-1"0"-3115,-2 3-1300,-5 73-123,-4-25-430,2-5 0,-2 10 1,-1 1 326,-3 1 1,-2 2 0,1 1-661,3-13 0,1 1 1,-1 1-1,1 1-1734,-1 6 0,0 2 1,1-1-1,1-6 1733,-2 16 1,4-8 0,2-15 0,2-9 0,3-14-1</inkml:trace>
  <inkml:trace contextRef="#ctx0" brushRef="#br0" timeOffset="26048">18670 3105 27264,'32'-12'78,"-8"9"-38,-24 34-12,-6-6-6,-15 5 62,-14-11 34,-1-4 10,-4-12 12,14-15-72,10-2 49,5-14-44,7-3 5,15-17-66,6 8-7,15 2 12,-6 22-28,18 6 5,-9 12-5,18 10-6,-10 12 23,-8 14-17,-13 13 5,-14-5-11,-23-3 0,-9 2-630,-3-9 0,-5 0 626,0 0 1,-3 1 0,-2-1 18,3-5 0,-2-2 0,1-2 24,-14 9 1,1-5-9,14-8 0,2-7 171,-16-11-62,34-25 0,6-20-49,25-8-74,14 0 0,1 13 0,-2 19 0,1 6 0,13 11 0,-11 5 0,-1 6 231,-6 8 1,-3 6-689,2 8 1,-2 2-107,-5-5 1,-1 1 562,9 18 0,-4-4 0,-5-13 0,8 18 0</inkml:trace>
  <inkml:trace contextRef="#ctx0" brushRef="#br0" timeOffset="26558">19634 3028 20179,'15'-58'1032,"-1"-1"1,0 1 0,-1 7 0,-1 2 0,-1 4-680,1 1 0,-1 5-17,2-7 213,-7 26-499,-3 30 34,-4 27-39,-2-4 0,-1 4-790,-2 12 1,-1 3 749,0-11 1,0 2 0,-1-1-17,-2 12 0,-1 2-26,2-11 1,-1 5 0,1 0-1,0-2-167,1 3 1,1-2 0,0 2-655,0 1 1,0 4 0,1 0-1,2-3-1803,4 5 1,2-4 0,2-2 2301,5 12 0,1-7 1,0-21-1,0-6 1,5-1-1</inkml:trace>
  <inkml:trace contextRef="#ctx0" brushRef="#br0" timeOffset="26882">20512 3127 25079,'-17'-49'577,"-1"-1"0,1 6 0,-3 12-453,-20 32-63,-8 18-36,21 0 1,1 4-745,-1 8 1,1 3 718,2 7 0,2 3-421,3 5 1,5 3 420,2 3 0,5 1 0,6 0 0,5 0-3,5-4 0,5-1-96,6-6 1,5-3 109,2-8 1,4-4-43,0-7 1,0-4 276,26 1 637,-13-24-609,-16-16 908,-14-16-1036,-19-7-62,-18-1-56,-24 6-19,14 24 1,-4 4-257,-8 4 1,-3 5-2983,-7 7 0,0 5 2753,3 1 1,3 2 0,14-3 0,5 1 0,-6 3 0</inkml:trace>
  <inkml:trace contextRef="#ctx0" brushRef="#br0" timeOffset="38124">20499 5120 12600,'6'-48'2456,"1"-1"0,-1 1 0,3-18 0,-1 8-1073,3-1-328,-2 19-495,-3 16-187,-2 12-244,-3 8-49,0 4-13,-1 7 68,1 1-46,2 26-55,-2 4-17,1 24-346,-3-29 1,-2 0 314,0 2 0,0 0-3,-2-2 1,-1 0-29,-6 25 62,-1-14 34,-4-16 10,-3-12-22,-6-10 1,-7-14 646,-6-9-647,-4-13-5,-1-9-153,5-6 208,8 1 6,9 5-95,12 17-11,3 8-45,7 12 34,-1 6 27,5 16-5,-1-2 251,6 23-245,-2-7-17,5 10 28,2-2-23,5-5 45,5-7 12,4-9 94,6-9 79,4-11-39,4-12 73,11-12-186,-18 4 35,7-9-62,-25 17-96,-3 0-218,-8 7-3069,-14 15 3338,0 0 0,-3 3 0,5-6 0</inkml:trace>
  <inkml:trace contextRef="#ctx0" brushRef="#br0" timeOffset="48648">20402 6170 19736,'0'-5'3770,"0"1"-2762,0 4-868,-77 12-90,46 7-547,-20 4 1,-1 6 512,30 2 1,5 5-3,-7 7 0,1 4-3,3-1 1,4 2 4,5 7 1,5-1-9,4-18 1,3-1 16,10 8 1,6-3 101,26-4-32,-15-18 1,3-2 246,29 0 106,-10-19-6,-17-14-66,-16-12-113,-18-7-84,-14-4-61,-16 2-68,7 17 0,-2 2 18,-21-7-52,1 7-55,9 14 782,11 12-866,-6 9-801,-3 28-1328,8 4-1561,5 4 3813,10-7 0,8-28 0,1-1 0</inkml:trace>
  <inkml:trace contextRef="#ctx0" brushRef="#br0" timeOffset="48915">19608 6197 25724,'-25'22'91,"0"-1"1,2 13-1,5 4-77,13 4 0,4 5-1923,-3 1 0,-1 5 0,0-3 1864,0 2 0,-1 2-355,-1 5 1,0 5-1,1-9-101,2-18 0,2-2-1492,-3 27 0,3-5 1993,9-17 0,-3-8 0,1-21 0</inkml:trace>
  <inkml:trace contextRef="#ctx0" brushRef="#br0" timeOffset="49432">19705 6010 22806,'51'3'100,"0"0"1,0 0 0,5-1 0,-4 1-59,6-1 0,0 0-1132,1-1 0,4 1 1,-3-1 1100,2-2 0,0 0 2,-10-1 0,1 0 1,1 0 4,2-3 1,0 1 0,0-1-5,1 0 1,0 0 0,0 0 7,4-1 1,1 1 0,-4 0-44,2 0 0,-6 0 82,-16 2 1,-4 1 1481,13 0-1017,-35 2-240,-6 5-11,-15 5 1602,-6 13-1781,1-1 83,-10 36-140,13-20-25,0 13 0,1 5 42,6-15 1,2 1-61,-1-1 0,0 4 1,1-2-3,0 3 1,2-1 5,0 16 0,0 1-14,2-11 0,1 1-7,-1-1 1,0 3-1,-1-2-4,2 10 0,-3-1 16,-4 3 1,-6-4 5,-5-20 0,-7-5 14,-9-6 1,-7-5-1,-12-5 0,-5-6-8,9-5 1,-2-3 0,-2-1-834,-8-2 0,-3-2 1,-1-2 836,11 0 0,-2 0 0,0-2 0,-1 1-40,-3-2 1,-1 0 0,1-1 0,2 0-551,-7-1 0,3 0 0,-2-1 583,4-1 0,-4-1 0,3 0 0,10 2 0,8 1 0,3 0 0,-16-4 0,-1 0 0</inkml:trace>
  <inkml:trace contextRef="#ctx0" brushRef="#br0" timeOffset="54748">11036 5684 15926,'-6'0'4217,"1"0"-3945,5 0 468,10-1 469,10 5-299,21 1-12,19 7-661,-3-3 73,-3-2 1,5 0-182,-14-2 1,2 0-555,-2 0 1,3 0-1,0 0 442,15 2 0,-1-1-58,-19-2 1,1 1 0,0 0 105,3-1 0,0 0 0,1 0-19,3 1 0,1-1 0,1 0 34,3 0 0,0 0 1,2-1-662,2 1 0,2-2 0,0 1 616,-14-1 0,1 0 0,-1-1 0,2 1-428,1-1 1,0 0 0,1 0 0,1 0 425,1 0 1,1-1 0,-1 1 0,-1-1-26,5 1 0,-1-1 0,1 0 8,-5 0 1,2 0 0,1 1 0,0-1-4,3 1 0,1-1 0,0 1 0,1-1-17,1 1 0,1-1 0,0 1 0,2-1-304,-8 1 1,3 0 0,-1 0 0,0-1 0,-3 1 316,4 0 1,-3 0-1,-1 0 1,1-1-5,-1 1 0,0 0 0,0 0 0,0 1-39,-2-2 1,0 2 0,0-2 0,-1 1-2,1 0 1,-1 0 0,-1 0-1,1 0-114,0 0 1,-1 0-1,1-1 1,-1 1 189,0 0 0,-1-1 0,1 1 0,0-1 2,-1 1 1,1 0-1,-1-1 1,0 1 1,-1 0 1,0 0-1,0-1 1,0 1-38,-2 0 1,0 0 0,0 0 0,0 1 0,14-1 1,0 1 0,-1-1 99,-2 1 0,-1-1 1,-1 1-62,-2 0 1,-1-1 0,0 1-1,-5-1 0,1 1 0,-2-1-142,-3 1 0,-1 0 1,-1 0 258,18 1 0,-1 0-312,-5 1 0,0 0 84,-3-1 0,0 1-6,-3 0 0,0-1 551,-2 0 1,0 0-608,-2-1 0,-1 0 4,-11-1 0,0-1 790,9 1 0,-1-1-886,5 0 372,13 0 1826,-27-2-1460,-4 0 1219,-1-2-1027,8 1-179,7 0-23,7 0 83,7 2-319,4 0-357,1 0-37,-5 0-133,-10 0 749,-13 0-444,-14-1 265,-10 1-359,-5-1 65,1 1-72,5-2-8,5 1 44,7 0-79,6 0-4,4 2-65,0 0 14,-3 0-227,-6 2 70,-8-1 14,-6 1 20,-5-1 60,-2-1-24,2 0 143,4-1 89,5 0 75,4-1 10,3 0 14,1 1 23,-2 0-9,-4 1-54,-5 0-239,-5 1-138,-1 1-30,-1 1-128,2-1 461,2 0 108,5-2 115,6 1 92,6-2 117,2 1 75,-1-1 63,-4 0 134,-8 1-419,-6 1-133,-4 0-215,-2 2-764,0-1-16,-1 2 197,0-2 1438,0-1-1500,0 0-36,1 1-4,-1 2 93,-2 4 972,1 2-83,-3 4-194,2 0-692,0 3 673,1 1 1,0-7 0,1-2 0</inkml:trace>
  <inkml:trace contextRef="#ctx0" brushRef="#br0" timeOffset="56291">10750 5997 26405,'11'-48'2120,"0"0"1,-2 5 0,0 6-2121,1 2 0,-4 10 0,-3 8 0,-2 8 0,-1 6 0,0 4 0,0 9 0,1 12-290,2 14-275,1 16 296,-2-20 1,-1 1 100,1 5 0,-1 1-333,0 5 0,-1 1 508,1 2 0,-2 0-64,0 3 1,0-1 9,0 1 1,-1 0 51,0-1 1,1 0-6,-1-1 0,2 0-19,0-1 1,2-1-27,0-2 1,2-1-65,0-2 0,2 0-94,0-4 0,0 0-78,1-2 0,0-2-165,5 29 3,-4-10 42,-2-10 61,-2-10 94,-1-10 8,2-6 66,3-5 736,4-3-356,7-1 382,6 0-90,9-2 92,8 1-20,8 0-173,8 0-263,-26-2 0,1 0-230,2-1 1,2 0 123,5 0 1,1 0-124,4 0 1,2 0-457,5-1 0,2 0 340,6 0 1,1 1-501,-18-2 0,1 1 0,0-1 645,3 1 0,1 0 0,1 0 78,1 0 0,0 0 0,1 0-50,0 1 1,0-1-1,1 0-13,-1 0 0,1 0 1,0 1-5,-1-1 0,0 0 0,0 1 11,0 0 1,1-1-1,0 1-4,1 0 1,0-1 0,1 1-2,1 0 1,0 0 0,1 0 7,1 0 1,1 0 0,-1 0-581,3 0 1,-1 0 0,1 1 536,1-1 0,1 0 0,-1 1 16,-15-2 0,1 1 0,-1-1 1,1 1-4,-1-1 1,1 1 0,0-1 0,-1 1 7,0-1 0,-1 0 1,1 1-1,-1-1-69,15 1 1,-1 0 0,0 0 5,-2-1 1,-1 0 0,0 0-1,-1 0 1,0-1 0,-1 0 82,-2 0 1,0 0 0,0-1 5,0 0 1,-2 0 0,1 0-14,-1 0 1,0-1-1,0 1 0,0-1 1,0 1 0,0-1 3,-1 0 1,0 0-1,2 1 25,9-1 1,2 0 0,-4 1-12,2-1 0,-1 1-119,-8 0 1,3 0-1,-4 0 109,-5 0 1,-1 0 7,9 1 1,2 1-7,-7-1 1,-1 1 31,-2 0 1,-2 1-27,-3 0 0,-1-1 34,0 0 1,0 0 0,0 0 0,0 0-9,1 0 1,0-1 10,2 0 1,0 0-6,0 1 0,0-1 5,-1 1 1,0-1-9,-3 2 1,0-1 500,-3 0 1,-1 1-496,-1 0 0,-2 0-3,29 1 0,-2 0 5,-24-3 1,0 0-6,13-1 5,-11 0 1,-1-2-6,23-3 3,-21 2 0,3-1-3,11-2 0,2-1-3,-8 2 0,-1 0 553,-1-1 1,-1 1-546,-6 1 1,-2-1 0,15-2 1011,7-2-983,-3-3-12,-12 1 665,-5 0-698,3 0 17,-1 3 5,13-1 170,-21 4 0,0 2-181,17-1-17,-7 1 696,-18 2-713,-16 1-139,-1 0-3798,-7 0 3971,-5-1 0,1 1 0,-1 0 0</inkml:trace>
  <inkml:trace contextRef="#ctx0" brushRef="#br0" timeOffset="56958">18902 6128 21338,'-3'-41'784,"0"0"1,0 3 0,2 8-273,1 18-74,0 3-307,0 4 80,0 1-108,0 3 25,-1 0-230,0 12 352,0-3 14,0 31-50,1-4-26,0 23 11,2-3-1446,0 2 1181,2-11-372,-3-10 0,1 0 324,-1 21-196,0-14 0,-1 1 269,1-6 1,-1-1 21,0 2 0,0-1-26,-2 23 88,-2-16 1,-2 0 24,1-12 1,-1-1 20,-3 14 1,-1-1-9,3-9 1,-1-2-89,2-1 0,0-1-9,0 28-129,2-3-11,3-3-28,0-5 1093,-7-5-1146,-13-7 28,-16-2 13,-2-10 151,-4-6 1,-5-2-78,7-5 1,-2-1-355,-1 0 1,-3 0-1,1-1 96,-12 0 1,5-2-1,13-2 1,6-1 0,-10-1-1</inkml:trace>
  <inkml:trace contextRef="#ctx0" brushRef="#br0" timeOffset="58224">11302 6868 21531,'13'-51'1167,"0"0"1,0 1-1,-1 2 1,0 1 0,-3 5-615,-3 0 1,-1 4-37,-2-2 0,-1 3-488,1-8 726,-4 5-754,-2 31-333,0 3-603,1 14 812,2 21-171,2-1 166,4 31-8,3-7-171,-3-17 1,0 1 209,1 0 0,1 0 72,1 3 0,0-1 192,8 16-680,-2-10 283,-2-27 68,-6-12 258,3-10 653,7-21-169,3-11-92,2-5 24,5-6-105,-3 10-120,7-2 135,0 10-217,-10 15-98,-4 11-416,-8 16-176,-3 11-64,-1 14 162,-1 12 136,-2 7-211,2 7-407,0-30 0,2 1 102,3 2 0,1-1-774,4 0 1,2-1 917,4-2 1,1-3 0,2 5 0,0-13 0</inkml:trace>
  <inkml:trace contextRef="#ctx0" brushRef="#br0" timeOffset="58465">12411 6257 25106,'-11'-57'688,"1"1"1,0 10 0,3 6-380,2 7-127,3 20-237,1 4 31,1 20 205,4 22-117,-1 7-66,0-2 0,0 5-210,-2-2 0,-1 5 189,-3 5 1,-1 7 0,-1-1-783,1-4 1,0 1 0,-1 1 627,0-5 1,0 2-1,-1 0 1,2-1-419,-1 9 1,1-1 0,1-2-493,0-12 0,1-1 0,2 1 1075,3 8 0,1 1 0,0-9 0,0 7 0,2-19 0,-1 1 0</inkml:trace>
  <inkml:trace contextRef="#ctx0" brushRef="#br0" timeOffset="59124">13360 6415 17498,'6'-4'5884,"0"1"-4455,-6 3-245,0 0-1212,-15-15-22,-1 9 8,-19-11 12,-5 15-33,-11 2-25,8 2 6,-18 6 54,29-2 6,-6 4 27,25-1 6,8 3 6,1-1-11,-1 12 39,-3 10-1,-1 6-21,-1 1 38,-3 6-33,5-17-5,-2 10-18,6-15 35,3-8 88,0-7 248,1-5 66,0-4-235,3-6-128,3-8-23,4-7-17,8-6-11,4-1-28,7 1 11,8 2 6,4 6-6,5 6-5,0 6-18,-1 10 1,-1 9-6,-4 12-11,-4 8 6,-8 6-28,-12 5-1,-14 3-10,-20 3-57,-16-1 20,8-26 0,-2-1-297,-4-2 1,-1-3-18,-3-3 1,0-2-673,1-3 0,0-3 1084,1-4 0,3-2 0,-4-1 0,10-4 0</inkml:trace>
  <inkml:trace contextRef="#ctx0" brushRef="#br0" timeOffset="59448">14187 6133 27327,'-6'-57'363,"-1"-1"1,2 7 0,2 9 112,6 16-25,0 13-58,-2 16-712,0 20 378,-2 28-6,-1-12 1,-1 5-700,-1 12 1,0 2 720,-1-12 0,0 0 0,1 2-588,-2 4 1,1 1 0,1 1 449,-1 2 1,1 1 0,2 1-161,1-1 0,1 1 0,3-1-168,1-2 1,3 0 0,1-1-1314,3-5 1,1-1 0,2-2 1653,5 10 0,1-6 0,-5-18 0,-2-5 0,2 1 1</inkml:trace>
  <inkml:trace contextRef="#ctx0" brushRef="#br0" timeOffset="59798">15028 6387 27321,'-6'-49'309,"0"1"0,0 4 0,2 10-387,3 23 136,0 7 87,1 13 164,-1 12-126,-2 21-119,-1 20-632,0-24 0,-1 3-38,0 5 0,-1 2-1549,-1 4 0,2 0 1547,0-6 0,1-3 0,-1 13 0,4-26 0</inkml:trace>
  <inkml:trace contextRef="#ctx0" brushRef="#br0" timeOffset="60358">15715 6259 20208,'6'-60'2201,"1"0"0,-2 5 1,0 6-1068,-2-5-452,0 15-267,-3 14-268,2 11-113,-2 13-35,0 17 158,-1 27-172,0-8 0,-2 5-587,0 11 0,-2 4 594,0-13 1,-1 1 0,0 1 15,-2 4 0,-1 1 1,-1 0-62,-1 2 0,0 1 0,-1 0-688,1 1 1,0 0 0,1 0 117,1-2 1,2 0 0,1-1 622,3-1 0,3-1 0,0-5 0,-1-3 1,2-5-1,7 19 0</inkml:trace>
  <inkml:trace contextRef="#ctx0" brushRef="#br0" timeOffset="60998">16476 6501 18175,'-3'-1'5336,"1"-1"-4900,2 2 169,-30-65-324,23 36-175,-9-11 0,5 1 56,20 11-129,-1 12 9,11 0 1,1 12-19,13 1 260,6 10 220,16 14-133,-10 8-112,-3 5-189,-14 7-180,-17-1-41,-8 13 93,-14-19 1,-6 0-99,1-6 0,-5-1-63,-6 3 0,-3-4-108,-11 3 289,-4-10 287,17-12 188,-2-8-95,13-12-62,11-14-241,8 6 45,15-10-11,5 17-40,10-2-22,17 8-11,-2 10 6,0 3-23,2 14-5,-10 5-6,-13-2 0,-2 2-51,6 21-27,-13 13 50,-24-19-62,-25 7 133,-14-14-59,6-12 0,-3-2-257,4-7 1,-2-2-2889,-6-1 0,1-4 3306,-15-9 0,24 2 0,20-2 0</inkml:trace>
  <inkml:trace contextRef="#ctx0" brushRef="#br0" timeOffset="61324">17243 6019 29863,'9'-41'161,"1"-1"0,0 2 0,-5 15-675,-5 25 128,0 12 203,-2 19 71,-3 27-963,0 3 1043,1-18 0,-1 7 0,0-1-1159,0 12 0,-1 2 1132,3-17 0,-1 3 0,1 1 0,0-1-80,1 9 0,0 0 0,1-1-478,3 1 1,0 0-1,1-1-530,0-2 1,1 0 0,0-3 781,3 14 0,0-7 0,-2-19 0,-1-7 0,0 2 1</inkml:trace>
  <inkml:trace contextRef="#ctx0" brushRef="#br0" timeOffset="62631">17907 6420 15395,'-1'-7'3075,"1"1"-790,0 6 35,0 0-2281,4-12 28,0 13 6,4-7 16,-4 16 35,0 1 32,-2-1 57,0-2 118,-2-2 285,0-3 34,0-2-303,-2-7-157,-1-6-50,-1-13-28,1-11-11,2-7-22,7-2-40,4 4-17,7 9-27,1 11 224,4 9 69,2 9-42,6 12-84,2 11-45,1 15-70,-5 11-44,-11 10-248,-16-23 1,-5 1 191,-7 4 1,-5 1-597,-8 4 1,-6 0 623,-5 1 0,-3-2 97,-2-5 0,0-2-8,3-8 0,1-4 466,-20 1 111,19-24-204,18-20 134,19-16-594,10 2 85,13 6 1,6 3-234,21-3 446,-11 10 0,1 4-391,-7 8 1,-1 7-220,28 15 69,-33 1 0,-3 5-436,-2 9 0,-3 4 686,-4 13 0,-3-1 0,2 7 1,-9 0-1</inkml:trace>
  <inkml:trace contextRef="#ctx0" brushRef="#br0" timeOffset="68281">18080 7850 32287,'3'-51'160,"0"0"0,0 5 0,-1 7-267,-1 9-138,1 10 140,-1 7-105,0 7 95,-1 7-63,0 13-491,0 13 505,0 20 75,-1 16-276,0-26 1,0 2 274,1 1 0,-1 0-41,0-1 1,0-1-87,2-4 1,0-1-114,2 22 1,0-12 6,-1-14 18,-1-10 193,-1-10 108,0-6 616,-2-5-594,-4-6-73,-4-8-32,-5-9 4,0-5 5,2-1-13,5 1-11,3 5 96,1 4 28,3 6 26,0 4 14,0 4-1,1 3 7,0 2-136,-1 1 59,1 6 4,1 3 6,2 5-32,3 1-10,2-2 13,-2-3 18,0-4 40,-3-2 18,-2-3-68,-1-6-16,1-5 18,0-8 32,0-9 4,2-8-11,0-4 35,0 1-11,0 3 10,-1 10 0,-2 7-47,0 7-30,0 7-79,0 3 118,3 16-20,0 5 5,4 18-6,0 4 1,1 3 20,-2-2-21,-2-4-9,-2-5 7,-2-6 22,0-5-38,-2-6-137,0-3-209,-1-4-205,0-2-322,-3-3-675,-4-2-984,-7-2-1199,-8 0-556,-6 0 1251,0 2 1839,4 0 1157,6 1 942,6-1 1055,3-4 1131,1-4 471,1-5-711,-1-5-974,2-3-567,1 0-363,3 2-264,0 4-230,2 2-173,0 6-157,2 2-129,0 2 11,1 6 29,2 6 5,3 11 11,5 10-5,6 7-1,5 3-5,6-1 6,5-5 50,1-7 67,1-10 140,-3-9 28,-2-15-67,2-10-39,4-14-39,2-7-12,-1-3-33,-6 1-39,-7 5 10,-10 9-105,-6 9-214,-5 8-397,-2 10-1360,-3 12 2004,-1 17 0,0-12 0,1 3 0</inkml:trace>
  <inkml:trace contextRef="#ctx0" brushRef="#br0" timeOffset="69391">17543 8984 24290,'-11'-32'509,"-5"6"-481,-9 25-22,-1 1 2,-4 3 1,-4 2 2,-19 4-275,14-2 1,-1 0 302,-19 5 45,11-6 82,17-2 13,2-3-17,14-2 35,-3 0-52,10-1-89,4 0 278,2 2-345,1 7 50,-1 6 0,-2 15 12,-3 9-12,-3 10 0,-2 9-14,5-25 0,0 1-164,0 0 0,1 1 139,-2 30-6,5-8 0,14-9-5,11-9-78,15-10-303,12-8-1409,10-9 1801,-24-10 0,-3-1 0,6 0 0,-5-4 0</inkml:trace>
  <inkml:trace contextRef="#ctx0" brushRef="#br0" timeOffset="70024">18063 9129 25970,'-3'-19'-117,"0"7"128,3 17 39,0 4 1,0 1-6,0-2 128,0-2 169,-1-3 22,0-1-123,-1-6-57,-1-5-44,1-8-89,1-6-1,5-5-27,5 3-35,5 4 1,5 8 6,2 6-12,4 9 0,3 8 6,2 11-12,1 11-5,-7 8 6,-10 9-6,-16 5-328,-8-23 0,-4 1 344,-8 4 1,-4-1 0,-7 4 0,-4-1 8,-3-1 0,-2-1 25,1-5 1,1-4 30,5-7 1,1-4 97,-14-3 0,19-22-17,16-12-10,11-11-57,11-4-17,10 3-22,7 6 640,4 10-652,2 8-38,3 12-62,5 7-230,7 10-430,6 3-348,-23-9 1,0-1-1360,2 1 1,1 0 1650,25 9 0,-22-9 0,-16-7 0</inkml:trace>
  <inkml:trace contextRef="#ctx0" brushRef="#br0" timeOffset="70448">18684 9077 21416,'0'-6'3848,"-1"1"-2783,1 5-836,-3-60-150,5 44-51,-1-45 0,9 61 0,7 3-6,6 2-16,9 3 44,9-1 1,6-3 5,2-2 39,-2-1-50,-11-2-12,-12 1 1,-12-1-12,-8 2 23,-4 3-17,-2 2 6,-1 4 5,0 3 11,0 2 17,2 4-33,0 8-6,4 8-6,3 10 12,4 9-20,-2-23 0,-1 0-271,0 2 1,-2 1 236,-1 2 1,-4 0-37,-7 2 0,-6-1-112,-6 4 0,-5-2-362,-11 1 1,-5-2 529,6-11 0,-2 0 0,3-3 0,2-1 0,3-4 0,-1-2 0,0 0 0</inkml:trace>
  <inkml:trace contextRef="#ctx0" brushRef="#br0" timeOffset="74782">20279 9023 22839,'17'-28'1384,"-5"4"-1300,-17 19-68,-6 2 1,-7 1-11,-7 1 5,-5 3 17,-1 1 0,0 0 11,5-1 6,1-1 11,2-1-6,2 0-10,0 0 4,3 3-38,0 2 5,2 5 17,-1 6-28,2 7 17,-1 9 22,1 10 45,1 8-353,1 9 328,8-27 0,0 0 2,0 1 1,1 0-23,0-1 0,1-1 6,0 26-33,2-6 22,4-8-6,3-8-11,7-6-23,4-6-11,7-4 278,8-5-770,11-3-1093,11-5 930,-17-4 1,-2-1 0,5 0-1,0-1 1</inkml:trace>
  <inkml:trace contextRef="#ctx0" brushRef="#br0" timeOffset="75291">20971 9258 24486,'0'-42'207,"0"0"0,0 4 0,4 8-151,13 16-61,3 6 5,6 3-28,8 8-23,9 7-27,10 10-28,4 8-153,-30-10 0,-1 1 91,15 23 51,-17 4 30,-20 2 126,-23-2 73,-16-6 96,-13-8 77,-5-10 153,3-10 116,11-9-67,13-10-168,14-6-167,11-3 290,10 1-431,7 3 67,8 4-39,5 4-39,4 9-6,1 7 12,-1 13-6,-2 8-62,-7 9-95,-12 13 68,-14-16-281,-29 13-408,-24-24-1750,12-12 1,-4-2 2527,1-3 0,1-2 0,-17 1 0,25-6 0</inkml:trace>
  <inkml:trace contextRef="#ctx0" brushRef="#br0" timeOffset="77007">21955 9674 24637,'12'-14'123,"-6"12"-100,-16 27-119,-7 10-396,-7 9-1912,-3 4 2404,2 5 0,9-23 0,7-6 0</inkml:trace>
  <inkml:trace contextRef="#ctx0" brushRef="#br0" timeOffset="77598">22823 9275 21489,'0'-3'2554,"0"0"-1792,0 3-756,-45-27 22,16 23 0,-4-9 0,-2 2 11,-4 15 6,1 0 27,3-2 7,7-2-6,4 0-29,8 0-16,5 0 0,4 2-11,1 4 6,0 5 5,-2 8 0,-1 6 6,-1 6-12,1 4 1,-1 3 16,2 1-6,0 0 7,2-3 4,1-4-4,1-7 10,1-7 107,1-7 324,2-7 152,1-3-241,2-5-246,4-5-79,7-9-17,15-11-44,-5 9 16,19-5-10,-10 16-29,9 2 0,-3 9 11,4 17-16,-11 6 5,-4 5-11,-11 6-17,-14-6-11,-9 11-16,-14 2-18,-4-15 0,-3 0-5,-14 9-353,6-10 0,-1-3-319,-14 1-236,20-13 1,-1-2 1002,-21 2 0,25-9 0,10-3 0</inkml:trace>
  <inkml:trace contextRef="#ctx0" brushRef="#br0" timeOffset="77791">23209 9693 24083,'-5'48'-198,"1"1"0,-4 0 0,-4-6 198,-23-4 0,14-12 0,-4-2 0</inkml:trace>
  <inkml:trace contextRef="#ctx0" brushRef="#br0" timeOffset="78958">23810 9758 16611,'-2'-47'1101,"1"1"1,-1-1 0,1-20 0,4 9-550,10 14 504,8-6 235,-2 14-678,-1 5-142,-3 8-274,-10 16-90,-4 5 1,-1 7 23,-7 20 3,-4 11-84,1-7 0,-1 3-747,-1 0 0,-1 1 720,-8 21-152,9-21 0,1-1 208,-1 12-17,2 13 10,5-21-6,7-6 7,0-20 1634,5-5-1370,5-10 446,19-15-546,4-6-36,13-11 46,-7 7-38,-12 9 85,-1 4 120,-18 11-85,2 2-172,-9 10-448,1 6 42,0 5 32,3 19-108,-3-4-123,3 17-441,-2-4-442,2 0 139,-1-10-5324,11 8 6507,-5-24 1,2 4-1,-7-18 1</inkml:trace>
  <inkml:trace contextRef="#ctx0" brushRef="#br0" timeOffset="79341">24609 9462 16465,'0'-3'5114,"0"1"-3286,0 2-1101,30-43-355,-3 32 86,18-31-207,-2 47-113,0 5 206,0 1 11,0 3-137,-17-4-277,-9-1 151,0 6-255,-7 1 18,2 10-18,-4 6 38,-1 7-21,-2 6-34,0 6-20,2 2-294,1 3 340,0 1 81,-3 1 20,-12 0-6,-15-1 51,3-30 0,-5-2-92,-4 0 0,-4-2-1957,-5-2 1,-1-2 2108,3-4 0,1-2 0,-11 2 0,19-9 1</inkml:trace>
  <inkml:trace contextRef="#ctx0" brushRef="#br0" timeOffset="81441">14141 8985 9962,'2'-3'7461,"0"1"-3462,-2 2-3242,38-48-186,-28 36-185,28-37-162,-40 49-151,-4 3-34,-11 2 0,-13 7 1,-16 3-1,-13 4-17,25-10 1,0-1-112,-1 0 1,1-1 272,-28 1 74,14-7 61,16-7-56,12-6-139,10-2 150,3-9-145,6 9-33,0-4 301,1 11-324,0 4-4,0 3 28,0 7-69,-3 8 1,-4 14 4,-6 12-10,-5 10-103,-2 8 42,11-27 1,0 1-150,1 0 1,2-1 83,-2 30 114,5-7-11,10-8 6,4-10 0,11-9-23,7-9-45,10-7-106,16-9-239,-21-5 1,2-3-115,8-2 0,1-1-1227,5-4 1,2-1 1747,9-3 0,-3 0 0,-24 7 0,-3 0 0,27-8 0</inkml:trace>
  <inkml:trace contextRef="#ctx0" brushRef="#br0" timeOffset="81657">14724 9057 25091,'-9'14'106,"0"9"-123,5 25-95,1 7-201,1 7-440,4-30 0,2 1-359,1-1 0,3 0 1112,5 1 0,2-4 0,1 4 0,2-8 0</inkml:trace>
  <inkml:trace contextRef="#ctx0" brushRef="#br0" timeOffset="82041">15209 9020 24732,'17'-59'387,"6"11"-309,19 47-5,-3 1-23,-4 3 1,-7 3 0,-7 3-23,-4 3-12,-2 3 18,1 6 16,1 5-38,2 6-18,1 6 12,2 3-29,2 3 29,0 2-1,-1-1-49,-5 0 21,-7 0-16,-5-3-23,-16 0-50,-13-4-135,-20 2-349,14-21 1,-3 0-1620,-5 0 0,1-1 1579,1-2 0,3-3 0,-10 5 0,20-10 0</inkml:trace>
  <inkml:trace contextRef="#ctx0" brushRef="#br0" timeOffset="89798">24066 10693 17563,'1'-8'4896,"-1"1"-3827,0 7-498,0 0-475,8-49 16,-7 52-23,5-27-5,-10 72-17,-2 9-45,2-25 1,0 1-125,0 0 1,-1 0 106,0-1 1,-1-2 50,-6 24 56,-1-13 95,-2-14 40,-3-14-79,-2-13-39,-4-13 175,-2-14-242,-4-12-12,-2-9-480,0-6 469,0 1 12,4 6-51,4 12 5,6 15-22,6 10 29,4 11-12,3 13 16,3 11 430,2 12-474,7 5 102,8 0 5,13-4 33,13-6-393,16-10 373,-23-15 1,1-2 7,4-4 1,0-3-14,0-2 0,0-3-26,-1-2 1,-2-2-20,-5 0 0,-2 0-3,16-9-5,-17 6-180,-15 4-1046,-7 5-5788,-5 2 6980,-2 4 0,-2 0 0</inkml:trace>
  <inkml:trace contextRef="#ctx0" brushRef="#br0" timeOffset="90908">23822 11816 10892,'0'-4'7903,"1"2"-4094,-1 2-3506,6-38-163,-9 29-62,-3-26 6,-26 43-62,5 0 18,-27 7 4,10-4-4,-13 0 27,2-4 6,9-3-17,11-6-6,11-1 23,7 0-6,7 0-56,5 2 28,2 2-22,2 3 17,-3 6 5,-1 7 17,-1 11 28,-1 8 22,1 8-5,2 7-6,2 5-22,2 2-254,5-1 215,4-4-17,6-6-23,13 1-5,-6-19-68,18 0-189,-5-20-668,17-3-3336,8-13 4272,-4-3 0,-19 0 0,-17 4 0</inkml:trace>
  <inkml:trace contextRef="#ctx0" brushRef="#br0" timeOffset="91315">24277 11831 15956,'0'-3'7001,"0"0"-5422,0 3-1461,-21-5-6,10 24-62,-15-9 29,15 37-23,3-6 22,1 18-28,7-13 29,7-1-23,4-22 95,6-6 62,1-12 23,10-10 27,4-11 157,15-24-297,-14 9-28,-9 6 0,0-1 62,5-7-22,4-3 49,-8 10-128,-12 12-39,-6 10-17,-6 7 11,-1 11-11,-3 20-11,0 6-39,-1 17-152,2-5-5,2-11-616,10 8-841,8-15-6357,21 9 8021,-6-19 0,-4-7 0,-17-15 0</inkml:trace>
  <inkml:trace contextRef="#ctx0" brushRef="#br0" timeOffset="91648">24980 11884 22823,'11'-47'857,"-1"1"0,0 4 0,-1 7-510,2 10-235,-2 10 67,3 4-123,-3 8-22,4 5-6,-1 7-6,-1 3 0,6 8 6,6 8-5,1 3 5,7 8-23,-8-3 23,-6-8-5,0 18 5,-8-11 28,-1 21 17,-6-4-1473,-6 7 1422,1-11 9,-2-10 0,0-1-20,-1 1-219,0 3 1,-4 2-56,-8 4-477,2-14 1,-4-2 739,-10-5 0,-1-6 0,-2 4 0,-8-6 0</inkml:trace>
  <inkml:trace contextRef="#ctx0" brushRef="#br0" timeOffset="93824">26689 13046 14303,'0'-6'5305,"1"2"-2494,-1 4-2542,-18-26-101,2 16 28,-29-21-134,8 26-23,-2 1 11,-7 3-5,9 4 78,-15 3-16,16 1 61,5 1-39,20-4 156,5-2 1,3-1-73,-1 2-79,-1 1 62,-4 5-62,-2 1-27,-1 4-29,0 3-11,1 2 29,-1 4 61,-1 2 22,-1 3-28,-2 5 12,0 0-12,0 2-45,4-1 1,3 0-40,4 2-50,2-8 28,2 6 11,7 0-17,5-1-6,14 2-77,14-11-180,16-8-152,-20-10 1,2-2-829,5-3 0,-1-1-1080,-6-1 1,-1-1 2283,4-2 0,-5 0 0,-7-1 0,-1 0 0</inkml:trace>
  <inkml:trace contextRef="#ctx0" brushRef="#br0" timeOffset="94408">27276 13093 21416,'0'-3'3120,"0"1"-2190,0 2-890,-3-19-24,-1 14 29,-18-9 0,-6 18-17,-17 3 6,-2-4 10,1-1 1,7-1 28,12-2 45,12 0-12,8 0-44,6 0 22,1 1-45,-1 8-11,0-1 84,-2 19-45,-1-4 6,-3 12-6,-1-2-17,-1 3-10,1-1-12,0 1-6,2-4 17,1-5 6,3-8 145,0-8 118,2-6-56,3-9-106,3-4-56,6-8-12,4-2-22,6-1-11,4 1 11,3 3-17,3 5-39,4 5 11,0 6-16,2 8 10,1 9-16,2 10-11,1 8-244,0 4 210,-6 1 0,-14 1-107,-18-2-425,-21-3-806,-18-5-1787,-13-8 3181,-4-9 0,22-8 0,7-6 0</inkml:trace>
  <inkml:trace contextRef="#ctx0" brushRef="#br0" timeOffset="94781">27693 12983 18852,'3'-3'5124,"-1"1"-4037,-2 2-728,79-40-1185,-38 27 955,12-9 0,0 2 89,-9 17 312,-6 3-435,-12 1 139,-10 2-139,-9 4 34,-6 1-17,0 7 555,-2 7-595,-2 8-10,-1 8-12,0 9-5,4 8-270,4-24 1,3 1 226,3 2 1,3 1 0,3 1 0,1-1 0,1 1 0,0-2-9,-4-2 0,-2-1-137,0 24-450,-26-8-1951,-25-7 1738,-13-12 0,15-12 1,11-9-1</inkml:trace>
  <inkml:trace contextRef="#ctx0" brushRef="#br0" timeOffset="97874">21460 12718 9195,'0'3'8620,"1"-1"-4476,-1-2-3835,10-12-130,-8 9 23,8-10 84,-14 17-40,-7 4-100,-14 8-57,-14 3-5,-15 1 8,19-9 1,0-1-20,-14 1 100,-7-2 35,31-10-35,1-5 74,9-7-169,8 2 28,3-2-66,4 7-63,0 3 51,-2 13 11,0 8 17,-4 18-5,-2 9-6,-1 10-382,1 7 354,5-31 0,1 2-1,0 7 1,1-2-11,2 14 2,2-17 1,2-2-15,13 5-144,12 6-12,10-10-320,9-12-938,-14-16 0,1-5-2075,15-4 2848,-15-2 1,-5-2-1,-10 0 1,-1 0-1</inkml:trace>
  <inkml:trace contextRef="#ctx0" brushRef="#br0" timeOffset="98381">21836 12880 16986,'-9'-3'4744,"3"0"-4375,6 3 1183,0 0-1311,40-43-34,-21 30-173,4-11 0,1 3 55,-4 17-44,-1 5-17,12 8-17,-2 4 0,4 11-16,-12-4 10,-2 11 1,-11-1 0,-3 12 5,-19 9 0,-5-10 17,-6-4 17,-5-13 44,6-10 96,-5-3 28,4-5 101,3-13-95,9-2-130,4-4 79,7-1-33,3 4-102,3 1-5,6 3-28,7 4 0,1 4-17,24 12 6,-16-2-12,5 7 1,1 3-34,4 12-520,-12-9 1,-2 2 508,-1 8-140,-16 6-186,-25-11-414,-5-10 1,-5-1-838,0-5 0,-2-3 1349,-9 1 1,2-4-1,1-1 1,10-7-1</inkml:trace>
  <inkml:trace contextRef="#ctx0" brushRef="#br0" timeOffset="98831">22460 12804 20117,'-5'0'4509,"2"0"-3445,3 0-924,-11-29-39,19 18 28,-3-23-67,25 26-23,5 2 17,5 0-39,2 4 22,-2 1-6,-3 7-33,-7 4 12,-8 10 10,-9 6 40,-6 9-23,-7 5-39,-2 8 28,0 6-1175,3 6 1158,5-10-264,6-11 1,3 1 257,0-12 1,2 0 2,5 12 1,1 0-116,-6-10 1,-2-2 73,3 20 33,-17-16-79,-41-4-542,-16-17-1577,9-4 0,-3-2 2198,5-2 0,4-2 0,-17 0 0,24-1 0</inkml:trace>
  <inkml:trace contextRef="#ctx0" brushRef="#br0" timeOffset="100048">14367 11525 5688,'6'-58'1030,"0"0"1,0 0-1,0 0 1,-1 3-1,0 1 1,0 0 0,0 1-300,-1 1 0,0 1 0,0 1 0,-1 4-1068,0 1 1,0 4-1,1-2 746,0-11 0,1-2 0,0 6 204,0 8 1,0 2 432,0-3 0,1 1 46,0-13 23,-4 31-1076,-4 22 516,-4 29-437,-4 20-62,3-11 0,-2 4 330,0 7 0,-1 4-371,0-1 0,0 4 0,1-2-430,-1 4 0,1 3 427,2-14 1,0 3-1,0 2 1,2-3-598,0 4 1,2-3 0,1 2 593,-1-3 1,1 3 0,0 1 0,2 2 1,1-1 0,1 3 0,2 2 1,-1-2-1,0-4-688,1 14 0,-1-5 0,2 5 690,1-11 1,0 3-1,1 2 1,1-1-1,-1-4 16,0-3 1,0-3-1,0-1 1,1 3-219,-1 0 0,1 1 1,0 1-1,0 1 0,0-1 212,0 1 1,0 0 0,0-1-1,-1 1 1,0 1-151,1 0 0,-2 1 0,1-1 1,-1 1-1,0 1 153,-1 0 1,0 1 0,-1-1 0,0 2 0,-1-1 3,0 1 1,0 1-1,-1 0 1,0 0-1,-1 0-10,-1 1 0,0 0 0,-1 1 1,0 0-1,-1-1-84,1 2 1,-1 0 0,-1 0 0,1 0 0,-1 0 79,-1 0 1,0-1 0,0 1 0,0 0 0,-1-1-15,1 0 0,-1 1 1,0-2-1,0 1 1,1 0-2,-1-2 0,0 0 0,1-1 0,-1 1 0,1-1 37,-1-2 0,1-1 0,0 0 0,0 0 0,1 0-56,-1-4 0,1 1 0,1-2 0,-1 1 1,1-1-104,0 8 0,-1 0 1,2-1-1,0-1-623,2-4 1,0-2 0,1 0 0,0-2 743,0 5 0,1-2 0,1-5 0,0 1 0,1-8 0,2 2 0</inkml:trace>
  <inkml:trace contextRef="#ctx0" brushRef="#br0" timeOffset="100774">18053 10281 21399,'1'-44'848,"0"-1"0,0 5 0,0 9-708,-2 21-152,1 7 74,0 15 39,0 15-34,0 3 56,0 10 0,-1 4-39,-2-5 0,0 3-530,0-1 1,-1 4 0,0 0 473,-1-1 0,-1 0 0,-1 1-17,1 4 0,-1 0 1,-1 2-5,1 3 1,-1 0-1,1 1 4,-1 4 0,1 1 1,0 0-638,1 2 0,-1 0 0,1 0 638,2-14 1,0 1 0,0 0 0,0-1-403,1 1 1,-1 0 0,1 0 0,-1 1 419,1 0 1,0 1 0,0-1 0,0 1 4,0 0 0,0 1 0,0-1 1,0 1-4,1 0 0,-1 0 0,0 0 0,1 0-3,-1 0 1,1 0-1,-1 0 1,1 0-5,0 1 0,-1-1 0,1 1 1,0 0-3,-1 0 1,1 0 0,0 0 0,-1 1-3,1-1 0,0 1 0,0-1 0,0 1 0,0-1 0,1 1 0,-1-1 0,1 0-3,-1 0 0,1 0 0,1 0 1,-1 0 0,1-1 1,0 0 0,0 0-1,0 0-3,1-1 1,0-1 0,0 1 0,1-1-278,-1-1 1,1 0-1,-1-1 1,1 0 278,-1 15 1,1 0 0,0-1-8,0-2 0,-1 1 1,-1-2-3,-1-1 0,-1 0 1,-1-1-7,-1-2 1,0 0 0,-2-2-16,-1-1 1,-2-2 0,-1 0 3,-1-2 1,0 0 0,-1-1-135,0-2 0,-1-1 0,0 0-876,0-2 1,1-1-1,0-2 1018,-3 10 0,3-4 0,-4 10 0,10-28 0</inkml:trace>
  <inkml:trace contextRef="#ctx0" brushRef="#br0" timeOffset="101882">21967 14288 20196,'3'-55'1293,"0"-1"1,-1 12 0,0 3-790,3 4 0,0 3-50,1-7-90,3-12-78,-2 25-113,-3 11-100,-1 10-45,-3 13 6,1 13-1,0 18-10,1 19-363,-2-21 1,0 2 364,0 6 0,0 1-3,-1 5 1,0 1-1,-1 4 1,-1 1-655,-1 3 0,0 0 674,-1 2 0,1 1-14,-1-2 0,1-1-324,0-1 1,2-2 300,0-2 1,1-2-9,0-2 1,0-2-7,0-1 1,0 0-51,-1-2 0,-1 0-322,0-1 1,-2 0-1136,-1 0 1,0-2 1515,0-4 0,0-4 0,-2 9 0,5-20 0</inkml:trace>
  <inkml:trace contextRef="#ctx0" brushRef="#br0" timeOffset="102431">24777 13497 18367,'-1'-50'1312,"-1"1"0,1-1 0,-1-16 0,-1 9-528,-3 8 72,-1 18-509,3 12-130,2 10-128,1 7 20,1 8-36,1 11 188,3 15-171,1 17-43,-3-16 1,0 3-453,0 7 0,-2 3 444,-1 7 0,-2 3-423,1-15 1,0 1 0,-1 1 405,-1 3 1,0 1-1,-1 1-5,0 1 0,0 1 0,0 1-495,0 1 1,1 0-1,-1 1 474,1 0 0,0 0 1,1 0 6,0 0 1,0 1 0,1-1-1,0 0 1,0 0 0,0 0-6,1-2 0,0-1 1,1 0-315,-1-2 1,1-1 0,0 0 216,1-2 0,0-2 0,0 0-1097,0 19 0,1-2 1196,-1-11 0,1-3 0,0 10 0,-1-27 0</inkml:trace>
  <inkml:trace contextRef="#ctx0" brushRef="#br0" timeOffset="102865">26977 14368 21388,'1'-9'1213,"12"-25"0,5-3-239,2 3-582,-1-7 1,0 0 156,-2 11-236,-10 9-178,-5 9-119,-1 9 40,-2 18 28,-4 21-39,0-4 0,-1 4-602,-3 12 0,-2 4 566,2-11 1,0 1-1,-2 2-596,0 4 1,-1 0-1,0 2 529,0 2 0,0 0 1,1 0-561,1 2 0,0 0 0,2 0 317,2 2 0,0 1 1,2-5-1,0-5 1,2-3-1,2-7 0,0 1 1</inkml:trace>
  <inkml:trace contextRef="#ctx0" brushRef="#br0" timeOffset="104191">13777 16766 23926,'-46'-10'168,"7"2"-123,-21 30-703,29-11 0,-1 0 675,-10 5 0,-2 0-12,-9 1 1,1 0 11,12-4 0,2-2 198,3-1 1,2-2-166,-3-3 260,17-5-159,-1-1-67,10 0-39,3-1 658,6 2-675,0 5 45,1 6 56,0 12 140,0 25-101,0 6-528,3-17 0,0 0 383,3 17 2,1-19 0,2 2 3,3 2 0,3 1-25,0 0 0,2 0-6,6 6 0,0-3-19,12 6-40,-10-23 1,2-3-360,21 3-1018,-5-12 0,4-4-3477,-6-5 1,-1-3 3766,0-2 0,-4-1 0,4-4 0,-28 3 0</inkml:trace>
  <inkml:trace contextRef="#ctx0" brushRef="#br0" timeOffset="104657">14701 17133 22791,'3'-61'1068,"-1"1"0,1 11 0,-1 6-839,0 0 220,0 23-275,-1 13-82,0 10-47,-1 14 0,0 20 5,0 2-22,-2 2 0,-1 4-9,0-8 1,-1 0-431,-1 17 0,-2 2 419,2-9 1,0-1-20,-1-3 0,1-1-17,-1 18-443,0 1-1019,4-34 1490,5 3 0,-2-21 0,4-7 0</inkml:trace>
  <inkml:trace contextRef="#ctx0" brushRef="#br0" timeOffset="105124">15849 17358 26598,'10'-12'11,"-9"16"-118,-6 22 1,-4 10-600,-2-1 0,-2 0-69,-1 6 1,1-1 0,-3 5 0,4-5-1</inkml:trace>
  <inkml:trace contextRef="#ctx0" brushRef="#br0" timeOffset="105731">17267 16912 22043,'-3'-1'3048,"0"-1"-2561,3 2-414,-17 0 0,12 8-6,-18 3-39,11 12-5,-10 1 38,-8-2 12,-3-5 22,-2-8 56,5-13 68,7-10-23,9-14-56,7-11-23,12-6-55,9 1-34,10 7-11,5 12-6,3 11 23,4 11-23,4 12-11,4 10 11,0 14-312,-5 10 262,-12 12 25,-18-24 0,-5 2-9,-7 5 1,-5 2-15,-6 4 1,-6 0-549,-8 6 1,-5-1 569,7-15 0,-2-2 0,-1-1 9,-16 12 1,-2-4 33,3-10 0,1-5 19,6-9 1,3-8 25,-14-15 28,23-18 61,17-16-22,19-6 0,12-2 17,14 6-84,10 10-51,6 16-40,3 15-21,5 17 5,-27-2 0,-2 4-120,3 4 1,-1 3-475,-1 2 1,0 2-1927,-1 4 0,-1 0 2152,-6-2 0,-2-2 1,7 9-1,-15-15 1</inkml:trace>
  <inkml:trace contextRef="#ctx0" brushRef="#br0" timeOffset="106541">18826 17559 23086,'7'-42'886,"-1"0"1,0 4 0,-2 12-831,-4 22-50,-1 10 0,-2 17-62,-3 11-454,0-1 0,-1 3-3573,1-3 0,1 1 3503,-1 4 1,0-2 0,0 1 0,4-16-1</inkml:trace>
  <inkml:trace contextRef="#ctx0" brushRef="#br0" timeOffset="107174">20907 17005 23243,'-8'-57'773,"-1"0"0,2 6 0,1 5-488,2 1-223,11 10-29,12 0-16,5 16 22,36 2-44,-8 12 2,-20 3 0,1 2-17,4 9 1,-3 6-491,6 17 499,7 9-34,-25 12-45,-18-3 14,-11-10 1,-4 0 53,-9 16 27,-10-10 1,-4-3-6,1-7 22,-5-4 1,-2-2 44,-3-9 56,-15 1 154,23-24-115,12-11-72,12-3 128,11-18-117,14 8-6,10-11-39,13 15-22,7 7-62,6 10 33,3 11-5,-12 3-25,-9 6 0,-1 3 14,10 14 18,-14-7 1,-2 3-19,0 26 28,-22 4-73,-24 1-9,3-31 1,-5-1-110,-5-3 1,-3-1-724,-4-3 0,-2-2-1792,-2-2 1,0-3 2254,4-3 1,3-1-1,-9 0 1,19-6 0</inkml:trace>
  <inkml:trace contextRef="#ctx0" brushRef="#br0" timeOffset="107857">22497 16986 21343,'7'-8'2924,"-2"2"-2196,-5 6-464,0 0-298,5 41-700,-14-1 734,1 3 0,-1-1 0,-8-2 0,-2-3 0</inkml:trace>
  <inkml:trace contextRef="#ctx0" brushRef="#br0" timeOffset="109498">21161 7562 18224,'27'-2'1042,"9"2"-768,21 9-849,-3-2 846,5-3 1,6-1-1066,-11-1 1,4 0 862,-2 0 0,5 0 0,-1 0-454,-2 0 1,-1-1-1,0 1 445,6-1 0,2 1 0,-3-1-34,-11 1 0,-1-1 0,4 0 12,-4 0 0,4 1 0,2 0 0,-2-1 0,-6 1-21,2-1 0,-5 1 0,6 0-2,1 0 1,6 0 0,3 0-1,0 1 1,-2 0 4,-3 1 0,-1-1 0,0 1 1,0 0-1,1 0-427,3 1 0,1-1 0,-1 1 0,1 0 0,-1 0 409,-1 0 0,-1-1 0,0 1 1,1 0-1,2 1 6,-3 0 0,3 0 1,1 0-1,-2 1 1,-2-1-1,-5 0-287,10 1 1,-7-1 0,9 1 286,-13 0 1,7 0 0,3 0 0,3 2 0,-1-1-1,-3 0 1,-5-1-162,9 2 0,-5 0 0,0-1 1,4 2 156,-6-2 1,2 1 0,3 0-1,0 0 1,-1 1 0,-2-1-69,3 0 0,-2 1 1,-1-1-1,-1 0 1,-2 0 67,2 0 0,-3 0 0,1 0 0,3 1 6,-6-2 0,4 2 1,2 0-1,-1 0 1,-1 0-1,-4 0 2,8 1 1,-4-1 0,-1 1-1,5 1-60,-8-2 1,3 1-1,2 0 1,0 0 0,-1 1-1,-2-1 57,-1 1 0,-1 0 0,-1 0 0,-1 0 0,1 0 17,-1 1 0,0 0 0,0 0 0,-2-1 0,-1 1-21,0 0 1,-2 0 0,0-1 0,2 3 14,2 0 0,2 1 0,2 1 0,-2 0 1,-4-1-3,9 4 1,-4 0 0,3 1-5,0-1 0,4 3 0,0-1 0,-4 1 175,2 2 0,-4 1 0,-1 0-169,-2 0 1,-1 1-1,-3-1-3,6 5 0,-1 1 1,-9-1 1,2 3 0,-5-1 397,-1 2 1,-2 1-391,-2-2 0,1 3 1,-2-1 23,5 10 1,-4 0 13,-1 4 0,-2 0-33,-7-11 0,-2 1 25,-2 3 0,-1 3 0,-2-2 5,0 4 1,-2 1-21,0-3 0,-1 4 0,0-1 18,0 11 0,-2-1-6,1 2 0,-1 1-14,-5-20 0,1 0 1,-1 1-1,0 2 0,0 1 1,1 0-9,-1 2 1,1 1 0,-1 0 206,0 1 1,0 2 0,0-1-221,-1 3 1,1 0 0,-1 1-6,0 0 0,0 1 1,-1 1 187,1 2 0,-1 1 0,-1-3-196,-1-10 1,1-2 0,-1 3 15,1 3 0,1 4 0,0 0 0,-1-3-1,1-1 1,0-3-1,1 4-6,-1 0 0,1 4 0,1 1 0,-1-3 16,2 8 0,0-3 0,-1 0 39,1 2 0,-1-1 0,0 0-45,-1 0 1,1 0-1,-2 1 0,0 0 0,-1 1 1,0 0-159,-2-15 1,0 1 0,-1 0 0,-1 0 149,0 1 1,-1 0 0,-1 1 0,0 0 5,-2 1 1,0 0-1,0 0 1,-2 1 3,0-1 1,-1 1-1,-1 0 1,0 0-2,-1 1 0,-1-1 0,-1 0 1,1 0 3,-1 1 0,0-1 1,-1 1-1,0-1 6,0 0 0,0 0 1,0 0-1,-1-1-3,1 1 0,-1-1 1,0 0-1,1 0 4,-2 0 0,1 0 1,0-1-1,-1 1 0,0-1 1,0 0-1,0 1 1,0-1-8,0 0 1,-1 0-1,0-1 1,0 1-11,0-2 1,0 0-1,0 0 1,0-1-9,-4 14 0,0-1 1,0-1 16,0-3 0,1 0 0,0-2-12,1-3 1,1-1 0,1-1-10,1-4 1,0-2-1,1-1 586,-4 12 1,1-3-583,4-10 0,0-5 17,-3 14 1117,7-24-1000,4-18 1843,2-18-1977,-1-13 1692,-4-11-1664,-6-5 313,-8 0-347,-7 1 1,-6 2-6,-1 1 28,-3 0-39,-1 0 22,-3 0 6,-2 1-17,4 6 22,8 8-28,9 9-5,10 6 0,6 9 0,2 8 33,1 10-16,0 12-17,4 7 27,6 6-10,8 3 5,10 0-341,12-4 332,-14-24 1,3-3-3,5-1 0,3-2-20,6-1 1,3-1-4,5-2 1,1-1-437,3-2 0,0-1 367,-1-2 0,-2-2-401,-5 0 0,-3-3-2279,-7-1 0,-3-2 2772,9-2 0,-20-1 0,-13 2 0</inkml:trace>
  <inkml:trace contextRef="#ctx0" brushRef="#br0" timeOffset="111258">24033 16559 23377,'30'-7'549,"-7"15"-409,-32 50-123,3-16 16,-5 14 12,8-27-28,5 2 67,3-12 145,5-11 51,6-12 17,8-10 11,9-12 1,8-7-52,4-2-38,-2 3-12,-6 9-123,-11 9-56,-10 11 17,-7 14-12,-5 9-5,-1 14 0,0 8-89,0 7-684,3 6-3042,7 2 2994,2-5 0,-4-21 0,-3-13 1</inkml:trace>
  <inkml:trace contextRef="#ctx0" brushRef="#br0" timeOffset="111448">24992 16920 26116,'-18'41'-399,"1"1"1,-1-1-1,-7 19 1,7-12-1,17-31 1,0-2 0</inkml:trace>
  <inkml:trace contextRef="#ctx0" brushRef="#br0" timeOffset="112364">26476 16489 25405,'8'-29'246,"-6"7"-235,-12 25-5,1-1 22,-10 5-11,8-4 5,-2 1 12,5-2 22,2-2 45,-1-1-62,-2-2-11,-2-3-23,0 1 40,-8-1 11,-6 0-11,3 2 61,-12 0-16,19 3-23,-5 1-50,12 0 39,4 0 73,3 0 28,1 0-118,0 3-6,0 6 7,-1 8-29,-3 9 22,-1 4-21,-1-5-24,2 12 24,2-20 27,1 19-17,2-22 29,1 12-40,-1-18 101,3 3 45,-3-8 117,1-2-56,3-4-100,3-5-79,6-6-33,4-4 33,6 0-22,1 5 11,-1 5-39,-7 5-23,-2 7 62,4 11-17,13 13-28,9 14-186,-18-19 0,-2 2 113,11 26 34,-14-3 17,-16-11-644,-31 9-622,-8-20-104,7-9 1,-2-3 1408,-29-3 0,26-7 0,7-6 0</inkml:trace>
  <inkml:trace contextRef="#ctx0" brushRef="#br0" timeOffset="112558">26434 16430 21517,'6'-4'4011,"-1"1"-3434,-5 3-196,0 0-135,88-43-1149,-28 23 923,-17 3 1,8-3-1,-3 3-500,4 5 0,-1 4-783,8-1 0,1 1 798,-3 1 0,-4 1 1,-15 2-1,-5 1 1,7 0-1</inkml:trace>
  <inkml:trace contextRef="#ctx0" brushRef="#br0" timeOffset="112957">27401 17135 24626,'18'-48'651,"1"0"1,-4 6 0,-2 10-551,-7 22-79,-5 17 6,-5 12 6,-5 18-34,-6 11-236,-3 10-593,8-27 0,2 0-9002,-4 29 8331,6-19 0,5-15 0,1-19 0</inkml:trace>
  <inkml:trace contextRef="#ctx0" brushRef="#br0" timeOffset="113365">28234 16781 24928,'-2'-51'577,"0"0"0,0 8 0,-1 7-375,-6 15-141,-7 16-27,-13 20 16,-14 17-30,15-6 0,0 4-260,-2 5 1,0 2 233,1 5 1,1 2-510,4 3 1,2 1 491,4 0 1,3 1-3,4-1 0,5-1-183,6-3 1,5-1 195,4-6 1,4-2-112,6-6 1,5-4 119,2-6 0,3-4 25,2-4 1,2-5-12,28-9 12,-5-13 38,-17-14 415,-14-6-392,-18-4 974,-19 1-1014,-17 5-44,-17 7 34,-11 12 492,-4 12-526,5 12-50,11 11-34,14 14-15,14 7-1340,13 6-4174,18 1 4765,4-10 0,0-15 0,-6-12 0</inkml:trace>
  <inkml:trace contextRef="#ctx0" brushRef="#br0" timeOffset="113765">28935 16787 25539,'-2'-40'125,"-1"-1"0,4 4 0,7 9-74,40 21-40,5 5-5,-1 7 16,-3 6 23,-7 8 11,-8 5 61,-12 4 46,-10 4-96,-10 1 6,-10 2 0,-5 1-73,-2 2 61,0 6 34,5 9-53,6-21 0,1 1-249,2 4 0,0 2 243,1 3 1,-1 0-6,0 1 0,-2 0-12,0-3 1,-3 0 11,-7 2 0,-3-3-9,-9 10-39,1-20 0,-5-5-251,-21-4-643,15-10 1,-2-2 910,-7-4 0,3-2 0,-6 0 0,5-4 0</inkml:trace>
  <inkml:trace contextRef="#ctx0" brushRef="#br0" timeOffset="114858">13256 18361 16807,'57'18'1351,"-1"0"1,3-1 0,-1-5-1112,-7-11 1,1-4-929,-11 1 1,1 0-1,4-1 776,3-1 0,4-1 1,0-1-1,-2 1-782,0 0 0,-2 0 0,5-1 730,-6 0 0,5 0 0,1 0 0,1-1 0,-4 1-297,3-1 1,-3 1-1,1 0 1,3-1 282,0 1 0,3-1 1,1 1-1,1-1 1,0 1-2,-9 0 1,1 0-1,0 1 1,1 0-1,1-1 1,2 1 15,2 0 1,2-1-1,2 1 1,0 0 0,0 0-1,-2 0 1,-4 1-322,6-1 0,-5 0 0,-1 1 1,2 0-1,3-1 305,-4 1 1,3 0-1,3 0 1,0 0 0,-1 0-1,-1 1 1,-5 0-146,5-1 0,-5 2 0,-1-1 1,1 1-1,3 0 138,0 0 0,1-1 0,3 1 0,-1 0 0,1 1 0,0-1-44,-1 0 1,0 1-1,0 0 1,0 0-1,0 0 1,0 0 32,1 0 1,-1 1 0,1-1 0,-1 1-1,1-1 1,-1 1-10,1 0 1,0 0-1,-1-1 1,1 1-1,0 0 1,0 0 1,-1 0 0,1 0 1,0 0-1,0 0 0,-1 0 1,1 0 8,-1 0 1,1 0-1,0 0 1,-1 0 0,1 0-1,-1 0 0,0 0 1,1 0 0,-1 0-1,0 0 1,0 0 0,0 0-2,-1 0 1,1 0 0,-1 0-1,1 0 1,-1 0 0,0 0-2,0 0 1,-1 0 0,1 0 0,-1 0-1,1-1 1,-1 1 5,-1 0 1,1 0-1,-1 0 1,0 0-1,0 0 1,0 0-8,-1-1 1,1 1 0,-1-1 0,-1 1 0,1-1 0,0 1-5,-2-1 0,1 0 0,-1 1 0,1-1 0,-1 0 0,0 0 5,-1 0 1,0 0 0,1 0 0,-1 0 0,0 0 0,-1 0-8,1 0 0,-1 0 0,0-1 1,0 1-1,0 0 0,-1 0-3,0 0 1,0 0-1,-1-1 1,1 1 0,1 0-1,1 0 17,-1 0 1,3 0-1,0 0 1,1 0-1,-1 1 1,-2-1-1,-3 0-13,3 1 1,-3-1 0,-2 0 0,2 0 0,2 1-10,5-1 1,3 1 0,2 0 0,-1 0-1,-1 0 1,-5 0 25,5 0 0,-5 1 0,0 0 0,3 0-7,-4 0 1,3 0 0,1 0 0,-1 0 0,0 1-8,-4 0 0,0 0 0,0 0 0,1 0 0,0 0-3,7 1 1,2 1 0,-1-1 0,-1 1 0,-4-1 3,-5 0 1,-4 0-1,-1 0 1,3 0 35,1 0 1,3 1-1,1 0 1,-2-1-1,-5 0-28,9 0 1,-5 0-1,3 0 153,-5-1 1,2 0 0,1 1 0,1-2-158,-4 1 1,2-1 0,0 0-1,0 0 1,-1 0-4,6-1 1,-1 0 0,0 1 0,-1-1 4,-1 0 0,-1 0 0,0 0 0,0-1-7,-1 1 0,-1 0 0,0-1 0,-2 0 142,7 0 1,-2-1 0,3 0-149,-6 1 1,3 0-1,0-1 1,-1 1 2,-1-1 0,0 1 0,0-1 1,2 1 4,-5-1 0,2 1 0,0 1 1,0-1-1,-2 0-37,7 0 1,-2-1-1,-1 1 1,0 0 38,-1 0 0,-1 1 0,0-1 0,-1 0 6,-2 0 0,0 0 0,-1 0 0,-1 0-119,6-1 0,-2 0 0,3-1 120,-7 1 0,3 0 0,1 0 0,1-1 7,7 0 0,2-1 1,0 0-1,-2 0-11,-7 1 0,0-1 0,-2 1 0,1-1 1,-3 1 1,0-1-1,0 1 1,-1 0-8,14-2 1,0 1 0,-2 0-12,-11 1 1,-2 0 0,3 1-61,4 0 0,3 0 0,1 0 0,-2 0-203,8 0 1,-3 1 0,2 0-304,-10 2 0,2 0 1,-2 1-1,-4-1-235,-4 1 1,-4-1 0,2 2 810,10 2 0,2 1 0,-9 0 0,6 0 0,-16-1 0,0 0 0</inkml:trace>
  <inkml:trace contextRef="#ctx0" brushRef="#br0" timeOffset="125549">24849 1292 26941,'1'-50'643,"1"-1"1,0 1 0,-7 10-1452,-20 20 317,-6 6 540,-14 16 491,10 12-200,-14 25-654,27-15 1,0 5-72,-11 22 1,1 5 333,10-17 1,3 3 36,2 9 0,2 5 1,4-6-46,6-15 1,4-1-110,2 29 1,8-2-242,5-27 1,6-4 116,16 12 1,6-5 323,-2-11 1,2-5-842,12-2 1,-1-7 1087,-17-9 1,0-6 221,6-6 0,-2-5 112,-10-3 0,-2-5 91,7-13 0,-4-5-319,-8 3 0,-6-4-1137,-2-11 1,-5 0 710,-7 15 0,-4 0-123,-4-13 1,-4 0-85,-1 11 0,-3 0-190,-10-12 1,-3 3-140,3 13 1,-3 4 59,-4 4 0,-2 6-56,-23 10 358,11 13 72,-14 18 100,11 12-24,14-1 1,2 4-14,7-1 1,5 3 297,0 10 1,6 0-440,8-13 1,5-1-512,5 11 1,7-1-1468,14 0 1,4-3 698,-5-5 0,2-1 1055,16 5 1,-2-7 0,-11-14 0,0-2 0</inkml:trace>
  <inkml:trace contextRef="#ctx0" brushRef="#br0" timeOffset="126183">25736 1387 18039,'3'-64'2038,"0"1"1,-1 8 0,-2 5-1305,-4 2-286,-3 17-330,2 14-129,-6 15 5,0 17 23,-4 5 0,-1 11 0,0 4-12,3-6 1,1 3-3,-6 16 0,2 2-374,5-4 1,3 0 339,2 0 0,3 1-126,6-3 0,4-1-134,4-4 0,6-3-110,9-4 1,5-6 108,-5-6 1,4-4-986,29-1 0,4-8 67,-16-7 0,1-3-382,-2-1 1,2-1 0,-2-4-255,7-7 1,-4-5 1089,-6-4 0,-4-1 789,-11 6 1,-4-4 1249,-1-12 0,-6-1 2907,-3-15-2280,-6 16 0,-3-1 297,-4-14-818,-4 9-448,-1 10 263,1 11-1024,0 11 904,2 7-1095,0 9 380,-1 10-330,1 13-6,-1 14-38,0-5-4,2-5 1,0 0 8,2 15-3,-1-14 0,1-1 9,3 13 39,-2-12 173,1-16 225,-2-9-96,-1-16-190,1-10-23,3-16-72,0 1 38,7-19-58,-1 20 0,2-1-8,1 2 0,1-1-15,5-3 1,2 2-3,15-7-17,-1 14-6,1 11-16,1 10 5,2 11-17,2 11-39,-3 12-100,-5 12-460,-9 10-857,-11 8-54,-9-28 0,-3 1-1008,-1 0 1,-2-1-5324,1 27 7875,5-10 0,-3-23 0,5-11 0</inkml:trace>
  <inkml:trace contextRef="#ctx0" brushRef="#br0" timeOffset="127282">26968 1704 23500,'26'-38'610,"-1"-1"1,1 1 0,11-16-1,-5 6-285,-6 0-848,2-3 747,1-5-146,-15 25 1,-1 0-35,1-4 1,0 0-307,-1-5 1,0 0 280,-1-2 1,-1-1 2,-1 2 1,-2 2 24,-2 4 1,-2 3 404,-1-14-373,-6 20-62,-2 15-51,-1 6 403,-3 14-357,-3 11-29,-6 22 17,-1 18-7,10-24 1,1 3 11,1 2 1,3 0-1,2 0 1,3 0-115,4-1 1,3-2 100,3-3 0,4-1-6,4-3 0,4-3-6,2-4 0,3-3 0,2-3 1,2-5 2,1-3 1,0-5 4,1-5 1,0-4 19,-2-3 1,-1-4 5,-2-5 0,-2-2-11,-3-3 0,-1-1 19,14-25 23,-7 1 5,-10 7 34,-8 11-45,-7 12-61,-10 9 5,-5 7 688,-8 9-694,-3 8 228,2 11-217,7 8 12,8 4 0,12 2-33,10-3 33,10-6 22,7-9 6,2-10 17,1-9 5,-1-13 1,-2-11 10,-5-14 12,-8-9 6,-10-4-7,-5-1 24,-11 3 38,-3 5-50,-7 7-17,0 8-61,0 10-113,2 7 12,1 7-11,-2 12-85,1 11-201,2 13-347,8 6-403,16 1-404,12-4-466,18-5 410,-16-19 1,3-3 147,5-3 1,2-1 542,5-3 1,0-2 902,3-5 0,0-2 848,-2-2 0,-2-3 717,-5-3 0,-3-3 1473,18-18-997,-22-4-784,-16 0-470,-13 5-359,-11 7-308,-9 11 507,-12 8-602,-9 11 25,-3 9-19,3 10-23,11 7 0,11 3 5,10 1-33,10-4 51,7-7 38,7-8 74,6-10 61,4-14-40,4-9 40,0-9 90,-4-3 0,-8 4-130,-8 7-172,-6 8-57,-3 8 39,-1 13 40,2 19 27,3 25-22,-1-16 1,0 3-462,0 10 0,0 3 446,-1-13 0,0 1 1,-1 1-593,-1 4 1,1 2 0,-2 0 537,2 3 0,-1 1 1,-2 1-93,-1 1 1,-2 0 0,-3-1-120,-2-1 0,-2 0 0,-3-3-302,-5-3 1,-2-2 0,-4-3 508,-1-8 0,-3-3 1,-2-5-79,-15 2 0,-2-13 157,4-15 0,3-11-3,5-12 0,6-9-56,5-11 0,10-8-73,9-11 1,10-3-65,5 14 1,6 0 0,3-1 13,5-4 1,5 1-1,3 0 1,-5 13 0,2 1 1,2 1-1,0 1-318,11-10 1,2 1-1,1 2-1135,0 4 0,0 2 0,-1 2 1418,-6 7 1,0 1 0,-4 3 0,2 0 0,-5 4 0,3-1 0</inkml:trace>
  <inkml:trace contextRef="#ctx0" brushRef="#br0" timeOffset="128106">29180 1290 32767,'0'-6'0,"0"2"0,0 4 0,0-55-529,0 49-221,7-23 134,0 66 98,5 19-1420,-5-13 1604,-3 11 106,-3-14-450,-5 7 767,2-21 163,-3-11-93,3-17 0,0-13 0,1-25-160,0 4 44,5-4 1,2-2-29,8-12-274,-2 17 1,2 1 247,8-5-70,6 7 58,-5 20-5,13 5-5,-1 17 16,10 15-22,-11 4-48,-11-5 0,0 3-504,0 5 1,-1 2-1064,-2 1 0,-2 2 1654,0 10 0,-5-3 0,-5-2 0,-8-5 0</inkml:trace>
  <inkml:trace contextRef="#ctx0" brushRef="#br0" timeOffset="128349">29933 845 23915,'0'-8'2778,"0"1"-2599,0 7-140,12-59-39,5 48 17,21-30 0,10 81-15,-19-6 1,1 4-782,1 11 0,-3 6 777,-10-12 0,-3 3 0,-2 1-922,-3 6 0,-2 3 1,-4-1 854,-1-9 0,-3 0 0,-3 1-340,-6 14 0,-3 1 0,-4-2-1322,-2-11 0,-2-3 0,0 1 1731,-3 2 0,0 1 0,1-5 0,-2 2 0,1-9 0,-3 1 0</inkml:trace>
  <inkml:trace contextRef="#ctx0" brushRef="#br0" timeOffset="128866">30662 1262 28189,'-3'0'3366,"0"0"-4517,3 0-169,90-29-1286,-33 19 2431,-15 0 1,5-2 0,-5 3-9,-6 6 1,-3 1 536,20-2-970,-17 1 365,-19 0 195,-14-2 107,-14-4-29,-10-2 961,-10-5-910,-6 0 78,3 1 84,8 2 39,10 2-16,9 2-174,4 4 28,3-1-78,6 2-34,8-1-23,12 3 23,12 2 0,6 7-5,1 7-12,-6 8-11,-11 7 11,-10 6-45,-10 7-318,-15 7-1183,-6 6-3909,-8 3 4721,4-10 0,6-18 0,7-15 0</inkml:trace>
  <inkml:trace contextRef="#ctx0" brushRef="#br0" timeOffset="129490">31560 1163 25567,'4'43'24,"-1"-1"1,1-2-1,-1-2 32,0 15 17,0-6 28,-4-11 251,-1-14 158,-1-11-129,-1-12-224,1-12-101,0-11 16,1-14 7,3-10-34,6-9-214,6-3 214,5 3-6,2 7-39,2 11-34,1 14 12,3 9-6,5 9 11,5 11 6,6 12 202,0 12-180,-3 12-22,-10 8 11,-14 3 17,-13-2-34,-14-5 34,-9-9 28,-5-11 27,0-11 29,3-11-6,6-13-22,5-11-56,6-12-11,6-8 5,9-3-34,7 2 18,7 9-29,4 11-11,3 9 62,6 7-28,5 10 5,7 9-22,5 14-193,-25-9 0,-1 3 142,-1 3 1,-2 2-124,-2 1 1,-5 2-957,6 26-1413,-17-2 2571,-17-2 0,3-24 0,-4-6 0</inkml:trace>
  <inkml:trace contextRef="#ctx0" brushRef="#br0" timeOffset="131316">32433 1331 16980,'0'-5'7304,"0"2"-5259,0 3-2006,-13-49-11,9 37-6,-7-35-10,19 50-7,6 1 1,9 3 16,3-3 1,1-2 49,-5-4 52,-6-5-29,-4-5-22,-5-4 16,-3-3-38,-5 1-7,-6 4-16,-5 2-22,-4 6 16,-3 4-16,-1 8 5,2 6-16,1 11-18,3 7 23,4 8 11,5 6 1,7 2 4,9 0-10,11-4 28,8-8-18,-1-9-4,-2-11 16,-7-10 11,-2-11 6,-1-8-6,0-12 6,-3-7-12,-1-10-5,0-5 0,3 3 0,2 4-17,2 10-5,-2 7 11,2 9-17,-7 8-17,3 4 11,-4 8-10,5 6 4,1 9 24,6 21-29,-8-10-73,3 21-55,-10-19-152,0 9-90,-1-9 51,-1-10 118,1-10 95,0-9 22,6-10 28,7-5 40,7-8 10,19-9 34,-4 0 23,0 0 95,-8-2 156,-17 4 68,-2-8 168,-16-1-213,-7 7-185,-4 7 68,0 8-107,5 9-79,2 1 6,2 4 6,1 8-22,-2 1 21,-3 16-10,-2 5 5,-3 14-5,0 6-4,7-18 1,1-1-8,-1 12 16,5 13 28,2-28-39,1 2-33,-1-11 33,-1-9 11,-2-4 11,0-5 342,0-1-285,-3-9-40,0 2-17,-1-6-39,0 3 51,3 4 5,-1-2-50,2 3 5,0 0-5,0 2-39,3 0-62,4 1-364,12 0-347,2 1-577,6 0 475,-10 2-1568,-3 1-3701,-10-1-370,-4 0 3001,-3-2 3563,-5-3 0,2-2 0,2-1 0,1-5 0,2-3 135,3 0 2267,0-2-4,1 7-1234,-2 2 1206,-1 1 1293,0-1-1646,0-1-410,0-5-268,0 1-774,-1 0 337,-1-2 56,0 0-532,-2 0-141,1 0-72,-1 5-146,2 4 23,-1 2-79,-3 2 0,-3 3 1,-5 5-7,-5 5 6,-2 5-11,3-1 0,-3 8 12,11-7-1,-2 5-11,9-9 22,6-3 1,2-6 77,14-4-44,1-6 34,10-6 33,-4-7 107,-1-2-73,-8 4 145,1-3 112,-8 6-234,-2 1-108,-3 6-55,-3 5-22,-2 4 33,0 17-12,3 11-4,2 27 13,-3-21 0,0 2-462,1 7 0,-2 3 434,-2 6 1,-2 2-10,0 5 1,-3 1-9,-2 1 1,-1-1-9,-1-3 0,-2-2 5,0-9 1,-2-4 25,1-11 0,-3-5 14,-17 3 0,-1-25 11,3-20-12,8-16-21,11-11 5,18-10 5,17-1 3,-5 25 1,4 1-6,4 1 0,2 2 202,3 0 1,2 1-212,1 1 0,1 2 3,1 0 1,-1 0-7,0 0 1,-1-1 19,-2-1 0,-1-1-3,-2-1 1,-3-2-26,-2 1 1,-3-2-52,10-23 85,-13 5 5,-11 6-11,-5 7 6,-3 6-6,-1 7 472,-2 6-471,-4 5 24,-5 4-31,-8 10 18,-9 7-12,-4 11-22,3 6 39,11 6-11,12 4-45,23 6-70,1-20 0,6 0-756,11 2 0,4-1-4062,7 0 1,0-3 3217,-8-5 0,-3-2 1,16 4-1,-36-16 0</inkml:trace>
  <inkml:trace contextRef="#ctx0" brushRef="#br0" timeOffset="141156">24307 3232 22632,'-7'-45'888,"1"-1"1,-2 3 0,-5 13-743,-7 32-62,-15 15 0,-3 21-42,15-11 0,2 3-400,-1 4 0,1 2 364,4 2 0,2 2-1,4-2 1,4 0 2,6-2 1,3-1 13,9 15 11,12-22 1,6-5 33,25-4-14,-13-8 1,3-6 16,-6-9 0,-1-8 19,-1-3 1,-2-4 22,15-19 14,-24 10 0,-4-5 70,-7-4 0,-3-3-84,0 0 0,-3-1-31,-5-6 0,-6 0-22,-4 13 0,-5 2 8,-22-21-51,-10 17 1,-5 16-34,0 17-11,4 17 12,5 18-1,7 18-34,9-2-433,13-3 0,6 2-628,6-10 0,5 0-2321,3 18 0,4 0 3433,4-14 0,1-4 0,9 11 0,-10-23 0</inkml:trace>
  <inkml:trace contextRef="#ctx0" brushRef="#br0" timeOffset="141440">25005 3171 24687,'-5'-56'765,"-1"-1"1,1 8 0,1 8-447,1 16-190,1 13-107,0 9-10,-3 13 27,-6 13-11,-7 23-14,5-14 0,0 3-586,-1 5 0,1 2 560,0 2 1,3 0 8,4 0 1,4-1-206,5-5 0,7-1 191,5-4 1,5-4-10,8-4 1,5-4-177,6-3 1,3-4-468,5-3 0,2-4-701,2-4 1,1-4-3547,0-4 1,-2-3 4673,-8-1 0,-4-1 0,9-6 0,-25 6 0</inkml:trace>
  <inkml:trace contextRef="#ctx0" brushRef="#br0" timeOffset="141749">25620 3199 15025,'0'-5'8212,"0"1"-5064,0 4-2846,-21-56-100,16 40-62,-16-41-56,21 56 73,0-1-174,-2 6 17,2-2 11,-1 5-22,1-4 11,0 0-235,0 0-1171,1 1-6139,1 1 7545,2 0 0,-1-1 0,-1-3 0</inkml:trace>
  <inkml:trace contextRef="#ctx0" brushRef="#br0" timeOffset="142332">25589 3218 25998,'-10'-43'347,"0"0"1,2 5-1,1 10-319,5 23-17,1 11 17,1 10 23,-1 17-29,-2 14 0,-1 11 23,-2 4-28,0 1-272,3-5 289,2-9 11,3-13 279,0-14-156,1-12 96,1-16-175,2-11-38,7-16 10,4-17-30,-6 19 0,1 0-3,1-4 0,0 0-14,1 0 0,1 1 5,-1 3 1,0 2 42,12-18 209,-2 15-288,3 15 17,-10 10-22,14 14 0,-6 12-1,11 16-38,0 13-96,-17-13 0,-1 0-162,3 16-502,-11-15 1,-2-1-6832,-5 8 7652,-1-1 0,-3-16 0,1-15 0</inkml:trace>
  <inkml:trace contextRef="#ctx0" brushRef="#br0" timeOffset="142706">26117 2770 26088,'2'-43'164,"-1"0"0,8 1 1,6 9-148,27 18-17,2 4 0,0 20-6,-17 10-5,-1 18 16,-12 13 17,-17-15 1,-5 2-18,-2-5 1,-2-1 0,-2-1 0,-2-2 10,-24 18 29,6-18 17,-9 3-40,17-14 57,6-4-46,16-11 102,4-1-29,7-1-67,19-3-33,12-1-68,22-3-55,-10 1-373,-14 3 0,1 0-2524,-2 0 0,-1 0 3014,5 0 0,-2 1 0,12-2 0,-22 1 0</inkml:trace>
  <inkml:trace contextRef="#ctx0" brushRef="#br0" timeOffset="143166">26871 2915 22604,'6'-62'1366,"1"1"1,-1 7 0,1 8-857,1 7-303,-1 18-157,-2 13-22,2 16 23,4 20-1,1 7-11,1 9 0,1 4-33,-5-7 0,-1 2-509,-1-1 1,0 4 0,-1 0 477,-3-4 1,-1 1 0,-3 0-118,-3 3 0,-2 1 1,-1-2-209,-2 11 0,-4-1-2927,-8-3 0,-6 1 0,3-7 1831,5-13 0,1-2 0,-10 13 0,3-7 0,14-25 0</inkml:trace>
  <inkml:trace contextRef="#ctx0" brushRef="#br0" timeOffset="146399">22477 691 31472,'5'-42'-402,"0"0"1,-3-4 0,-6 8-799,-11 17 316,-4-4 342,-10 16 253,3 17 170,-5 3 81,8 9 1,0 4-1284,-3 15 1156,7-11 1,3 2-26,3 15 116,15-9 69,9-9-12,10-12-31,9-13-42,8-14 247,8-14-56,-20 8 0,-1-2-20,1-1 0,-2-2 26,20-21 22,-12 7 16,-14 11-89,-9 12-117,-7 8 33,-2 11 28,-1 2-40,-3 22-10,2 0 28,-1 20 27,6-3 1,2 2-17,6 0 11,4-5 0,3-8 33,0-9 57,-2-12 89,-1-8 0,1-17-78,5-13-45,10-18-28,-13 14 0,2-2-294,1-4 0,1-1 330,-1-4 1,0 0-37,-2-1 0,0 0-14,-3 0 0,-2 2 5,-1 2 1,-2 3 59,5-22 10,-9 18-49,-4 16-68,-3 12-40,-3 8 46,-1 6 33,-12 25 0,-1 9-14,5-7 1,-1 3 174,1 2 0,2 0-203,0 3 1,3 1 10,0 1 0,3-1 17,3-2 1,3-1-1,3-2 0,3-1 6,4-5 0,4-2 8,24 18 6,10-17-6,7-13-22,5-21 16,-29-4 1,0-4-370,2-7 1,-1-3 365,2-5 1,-2-4 50,-1-3 1,-2-4-24,-3-3 1,-3-2-14,-4-1 0,-3-3 8,-5 1 0,-3-1-8,-3 4 0,-3 0 8,-4 6 0,-1 3 3,-7-18-33,-3 20-51,-1 19 17,0 17 284,-3 16-256,-4 19 33,-4 16-5,11-20 0,1 1 56,-1 5 0,2 2-112,2 1 0,1 0-360,2 2 0,3 0 359,5-1 1,3-1-126,5-2 0,4-1-339,6-2 0,5-3-768,5-3 1,5-3 1271,9-4 0,-1-4 0,7 3 0,-1-10 0</inkml:trace>
  <inkml:trace contextRef="#ctx0" brushRef="#br0" timeOffset="147723">24470 513 27885,'1'-5'3020,"1"2"-2992,-2 3 596,5-63-1333,-9 42 363,4-15 0,-5 4-283,-15 26 267,-8 7-891,-8 12 984,-6 11-48,0 13-868,4 10 888,9 8 89,12 4 29,13 0-233,16-1-245,15-7-305,17-9 433,-14-26 0,3-4-11,4-3 1,3-5 398,4-6 1,2-4 84,0-4 0,0-4 90,0-4 0,-3-4 94,-5-1 1,-3-2 101,-6 1 0,-3-2 257,9-25-22,-15 6 45,-12 7-40,-4 10-84,-6 10 84,0 9-437,-3 5 533,-2 10-538,-10 17-11,4-2-51,-11 20-10,9-11 49,-2 7 1,6-4-1,5-6 23,3-9 0,3-8 140,2-6 18,6-8-102,7-8-39,8-7 72,12-13-78,-10 10 12,9-8-51,-15 15 5,2 1-10,-6 7-6,-7 7 5,-3 4-44,-2 7 10,-1 4 35,3 7 27,3 11-5,1-6-17,0 0 22,3-11 1,-2-9 89,4-1 56,2-8 61,8-17-44,0-7-67,1-5 173,-2-10-67,-6 6 45,4-19-79,-6 9-33,-1 2-90,-9 21 23,-2 5-51,-2 12-56,-1 1-16,0 3 55,0 15-44,2 4 5,3 16 22,8 2 7,7 4-119,9 6 51,-9-15-157,-2 9-257,-22-15-465,-14 7-3278,-29 0-5618,5-10 7791,-2-4 1,27-12 0,13-5 0</inkml:trace>
  <inkml:trace contextRef="#ctx0" brushRef="#br0" timeOffset="148339">25618 559 26194,'35'-35'146,"-3"4"-101,-14 19 61,0-3-50,-3 1 34,1-9 27,-3 1 107,-1-10-33,-5 10-40,-4 4-123,-5 11-17,-3 5-11,-5 3 0,-6 5 6,-8 14-1,3 4-5,2 4 40,4 10-52,10-19 1,0 25 22,10-20-95,6 10 45,7-13 62,6-6-7,3-8 40,3-11 28,2-9-5,3-10-46,-2-8 1,-8 5 67,3-15-17,-15 14 73,4-11-12,-11 14-22,-3 4-50,-2 8 62,-1 3-102,0 7-44,0-1-135,0 3 135,0 4 0,3 7 45,3 8-6,3 8-34,0 0-28,-3 2-122,-2-1-292,-8 1-779,-7-2-1797,-8 1 3024,-8-1 0,11-12 0,2-2 0</inkml:trace>
  <inkml:trace contextRef="#ctx0" brushRef="#br0" timeOffset="148533">26282 566 24715,'2'3'2879,"0"-1"-2739,-2-2-9971,-5-29 8988,2 23 1,-2-23-1,3 31 1</inkml:trace>
  <inkml:trace contextRef="#ctx0" brushRef="#br0" timeOffset="150582">27729 3357 14225,'-12'-3'5405,"3"1"-3501,9 2 1205,0 0-2790,-40-8-274,30 6-23,-29-6-84,41 8 51,7-1-6,15-1-87,7-2 1,3 0 219,20-2-555,-4-1 1,1-1 258,-15 3 0,-1-1-100,6-1 0,-1 0-530,21-3-1,-26 3 158,-21 2 414,-22 0 330,-10-2 610,-9-4 1038,-1-2-140,0-8-923,8 1-578,2-1 267,6 1-5,5 6-53,0-1-74,3 7-249,2 3-56,1 4-71,1 1-24,1 3 113,6 7 48,11 10-58,23 22 57,-9-8 2,-5-6 0,-1 1-47,2 12-63,-1 10-119,-19-1-321,-24-3-955,-18-1-4027,-10-7 5537,5-10 1,15-12 0,14-10 0</inkml:trace>
  <inkml:trace contextRef="#ctx0" brushRef="#br0" timeOffset="151149">28568 3244 22881,'0'-3'3077,"0"1"-2483,0 2-555,-20-19-73,11 31 76,-16-16 4,17 44-69,3-5-30,1 9 68,7 1-37,5-12-43,11-4 88,-1-18 49,15-5-32,0-14 160,21-13-28,-10-7 5,2-12-104,-24 13 160,-5-1-88,-12 12-123,0 2-52,-4 7-153,-1 9 167,0 1 7,2 12 16,4 2 6,12 15-45,1-4 7,9-2 0,-9-12 45,6-6 18,-3-6 84,10-13 0,-4-6-21,0-17 44,-9-2-72,-8 4 84,-4-16-84,-9 20-40,-4-10-27,-4 18-62,-1 8 0,2 6-353,-6 6 129,7 5-1557,-5 19-510,13 4-1506,11 15 207,7-12 3646,13 0 0,-18-20 0,2-1 0</inkml:trace>
  <inkml:trace contextRef="#ctx0" brushRef="#br0" timeOffset="151490">29445 3326 20515,'0'-3'4716,"0"0"-3137,0 3-1489,-7-55-152,3 42 12,-9-35 39,2 63 11,-3 12-11,-1 6 16,4 2 6,4-3-5,6-5 5,7-6 23,6-8-6,4-6 117,25-13-83,-16-2 75,6-8 0,-1-4 132,0-11 0,7-18-135,-23 18 40,-10-4-84,-15 8-62,-5 1-56,-9 4-45,3 14-34,3 4 23,7 7-666,1 13-1155,7 7-4009,8 15 5914,7-7 0,0-10 0,-3-9 0</inkml:trace>
  <inkml:trace contextRef="#ctx0" brushRef="#br0" timeOffset="151832">29781 3265 23831,'-1'-4'2436,"0"0"-2189,1 4-253,33-29-5,-8 34-12,28-15 29,-21 43-23,-6 2 6,-9-4 56,-8-9 78,-8-7 101,-6-10 11,-5-11-33,-3-9-17,-1-14-34,4-8-73,4-5-78,9 0-33,7 6-91,10 7-251,8 10-857,6 8-2106,8 8 3338,10 9 0,-23-4 0,-1 5 0</inkml:trace>
  <inkml:trace contextRef="#ctx0" brushRef="#br0" timeOffset="152666">30463 3182 26161,'-6'-41'205,"-1"1"0,3 2 1,-1 12-217,1 24-29,2 1 12,1 7 28,-1 4-5,2 10 16,-1 9 11,5 8-22,1 5 12,5 2-7,0 0-22,0-3 12,-3-4-40,-3-7-123,-9-7-459,-4-8-931,-7-7-1618,-4-6-4536,-3-10 7712,4-2 0,7 0 0,6 4 0</inkml:trace>
  <inkml:trace contextRef="#ctx0" brushRef="#br0" timeOffset="152832">30373 3126 15653,'1'-4'8094,"0"1"-5658,-1 3-2441,8-23 10,-11 24 12,4-11 11,-13 34-179,0 8-1211,5 4-4575,6 6 5937,7-5 0,0-13 0,-1-11 0</inkml:trace>
  <inkml:trace contextRef="#ctx0" brushRef="#br0" timeOffset="153116">30733 3276 22864,'18'-47'590,"0"0"0,0-1 1,-2 4-1,0 0 1,-4 4-325,-2-2 0,-4 2 25,-1-2 0,-3 2-128,-4-12 89,-7 0 70,-2 34-278,0 2-21,1 14-23,5 7 30,-4 14-30,2 10 40,-3 16-40,4 12-257,3-25 0,2 1 260,1 2 0,2 0-29,2 1 1,2-2-39,2 1 0,3-1-155,3-1 1,2-1-345,2-3 0,2-1-1506,21 20-1376,0-14 3445,-2-16 0,-19-11 0,-4-6 0</inkml:trace>
  <inkml:trace contextRef="#ctx0" brushRef="#br0" timeOffset="153273">30787 3064 26278,'35'-42'-1512,"-8"23"0,4 6-8319,31 13 7373,-4 0 0,-28 0 1,-22 0-1</inkml:trace>
  <inkml:trace contextRef="#ctx0" brushRef="#br0" timeOffset="154032">31401 3145 19417,'-11'4'3540,"2"-1"-2314,9-3 315,0 0-1496,11-2-51,8-2 6,6-1 28,30-5-11,-14 1 61,17-4 124,-23 2-84,-15 1 83,-11-6-100,-14-3 56,-15-16-6,-6 3 118,-8-2-112,11 15 212,2 3-184,14 11-107,-1-2-83,7 6-146,1 1 95,10 10 61,5 5 1,13 14 5,3 7-33,0 7-90,-4 4-359,-11 3-61,-8-11-4078,-22 16 4610,0-25 0,-5 3 0,10-21 0</inkml:trace>
  <inkml:trace contextRef="#ctx0" brushRef="#br0" timeOffset="154649">32205 3057 15255,'-10'-5'7131,"2"1"-6403,8 4 997,0 0-941,25-68-269,-20 45-381,8-15 1,-7 4-34,-16 28-62,-11 3-16,-9 9-23,-7 7-6,-8 12 0,2 8-5,4 8 11,11 5-33,12 3 10,13-1 23,15-5 11,11-7 6,13-9 11,7-11 79,2-9 38,-4-16-10,-4-10 27,-5-12-16,-7-10-40,-6-7-39,-9-7-28,-6-1 12,-9 5-40,-5 11-17,-10 14-5,-8 13-11,-5 10 5,-3 11-11,3 7-6,4 10-50,10 7-296,9 7-740,12 5-1457,14 4-5074,9 2 7164,4-8 0,-11-16 1,-7-11-1</inkml:trace>
  <inkml:trace contextRef="#ctx0" brushRef="#br0" timeOffset="154856">32186 3223 19776,'0'-5'5315,"0"2"-3993,0 3-1356,21-46 1,-9 47-12,19-25 56,-14 65-67,-1 7-101,-4 5-537,-4 1-908,-1-1-1821,2-8 3423,2-7 0,-4-19 0,0-6 0</inkml:trace>
  <inkml:trace contextRef="#ctx0" brushRef="#br0" timeOffset="155166">32589 3150 25696,'-20'-25'0,"4"13"-6,10 40 18,4 3-1,3-2 6,4-3-1,5-7 68,4-5 12,-3-8 693,20-18-486,-13-9-141,9-10-84,-15 2-33,-7 10-78,-2 4-275,-1 6-936,-1 4-1954,6 4 3198,10 8 0,-8-5 0,5 5 0</inkml:trace>
  <inkml:trace contextRef="#ctx0" brushRef="#br0" timeOffset="155373">32958 3176 21220,'4'-8'4308,"0"0"-3541,-4 8-285,0 0-516,-12-17 17,8 23-5,-7-8-40,13 32-352,1 4-903,3-1-1523,1-2 2840,2-7 0,-4-11 0,-1-5 0</inkml:trace>
  <inkml:trace contextRef="#ctx0" brushRef="#br0" timeOffset="155539">33077 2965 22015,'-1'-3'2863,"0"0"-3720,1 3-1871,-4-19 2728,15 26 0,-12-23 0,12 28 0</inkml:trace>
  <inkml:trace contextRef="#ctx0" brushRef="#br0" timeOffset="155783">33309 3083 22419,'8'-3'3848,"0"0"-3646,-8 3 128,0 0-313,-53-2-11,29 14-20,-8-5 0,3 2-31,15 16-157,7 10-279,11-2-410,11 7-1204,20 2-78,3-13 342,2-6 1831,3-16 0,-28-6 0,7-1 0</inkml:trace>
  <inkml:trace contextRef="#ctx0" brushRef="#br0" timeOffset="156299">33508 3087 24232,'5'-49'655,"-1"-1"1,1 5-1,-4 11-548,-4 21 210,-1 7-323,3 7 94,1 7-88,0 11 0,0 11 6,0-1 19,0 15-143,-6 10-610,2 2-219,1-23 1,-1-2-2829,1 15-87,3-15 3862,0-8 0,0-15 0,0-3 0</inkml:trace>
  <inkml:trace contextRef="#ctx0" brushRef="#br0" timeOffset="156540">33715 3131 24391,'-40'-3'123,"0"0"0,3 1 0,6 4-84,12 16 62,0 4-17,8 1-39,2-1-23,2 2 18,7-10 10,3-3 12,20 2-270,16-3-260,-5-2 1,4 1-3034,10-1 1,-1 1 3500,9 7 0,-1-6 0,-56-3 0</inkml:trace>
  <inkml:trace contextRef="#ctx0" brushRef="#br0" timeOffset="160123">24369 5045 21651,'-7'-47'1101,"-1"0"1,1 6 0,-3 8-883,-14 12-130,-6 18-33,-9 21-17,-8 21-563,21-10 0,1 3 530,1 6 0,2 2 2,3 5 0,3-1-5,5-8 0,4 1-6,6 14 0,7-2 14,5-17 1,3-3 4,9 13 1,6-4 0,4-14 0,5-6 19,5-4 1,2-5-15,-9-2 1,1-5 91,18-10 1,-2-7-9,-21 1 1,-1-5-9,12-9 0,-5-6-20,-14-1 1,-7-3-23,-4-5 0,-4-1 2,-4-5 1,-3-1-11,-5-3 0,-4 1-20,-2 0 0,-4 2 0,-4 3 0,-3 4-3,-1 6 0,-3 5 72,0 7 1,-2 6-115,-24-2-27,3 25-7,4 22-16,7 25-351,21-17 0,3 4 171,4 8 1,5 1-533,7 5 1,6 1-1421,7 6 1,5-3 1721,3-5 1,1-4 0,-6-14-1,-2-5 1,6 5 0</inkml:trace>
  <inkml:trace contextRef="#ctx0" brushRef="#br0" timeOffset="160916">25199 4995 20907,'10'-57'1505,"0"-1"0,-2 8 0,-3 5-850,-2-11-280,-8 24-246,-2 18-101,-6 15 0,-4 19-11,-7 20-17,10-10 0,-1 2-372,0 8 1,2 2 365,1 4 1,3 2-6,2 1 0,5 1-12,6-1 1,4-1-15,6-4 1,4-2-37,7-3 1,5-4-43,4-5 0,2-5-8,3-4 0,1-6 30,-2-3 1,1-6 33,-4-6 0,-1-4 37,25-16 55,-11-18 1,-27 14 0,-3-2-98,-2-3 1,-2-1 152,-3-1 1,-2-1 117,3-29 11,-6 6 12,-3 12-23,-4 12 667,0 13-840,-1 10-74,0 6 24,1 10 285,0 11-269,0 15-5,-1 15 16,1 11-220,0-28 1,1 1 205,-1-1 1,1 0 2,2 25 0,2-13 39,2-15 95,0-15 29,0-15-57,2-15 389,3-14-405,8-16-12,6-10-220,-10 26 1,1 1 166,1 1 1,2 1-4,20-18-11,-3 13 1,-3 14-7,-5 11-10,-1 12-18,-1 12-44,-1 12 143,-4 13-1426,-6 9-4554,-8 6 5143,-5-8 1,-2-17 0,0-16 0</inkml:trace>
  <inkml:trace contextRef="#ctx0" brushRef="#br0" timeOffset="162289">26439 5380 15782,'0'5'4766,"0"-2"1222,0-3-5826,35-20-44,-7-15-59,8-3 0,1-5-675,-12 2 0,-2-2 649,5-11 1,-1-1-23,-11 17 0,-1 0 11,2-11 1,-2-3-1,-4-3 1,-2 1-15,-1 10 1,0 0 7,-2-20 1,-3 7-11,-3 19 314,-4-11-348,-7 44 33,-9 18 12,-14 24-31,6 5 0,0 6-1197,3 0 0,1 2 1205,0 2 1,3 1-7,6 4 1,5-1-137,6-10 0,2 1 136,5-4 1,1 4 0,3-3 0,5 9 0,4-3 52,8 3 0,6-6-83,0-17 0,2-7 19,20 6 3,-14-24 1,-2-5 19,-1-9 3,-4-4 0,-1-7 16,-8-7 1,-2-4-1,0 0 1,0-1-6,-2-1 0,-1 2 76,4-21 2351,-12 24-2357,-3 3 314,-9 14-398,-8 16 788,-3 3-782,-11 16-12,1 10-5,4 5-6,7 7 11,19-11 6,3-12-5,14-4-6,2-14-6,24-8 0,-2-12-205,9-14 250,-15-6 6,-14 4 61,-6-6 107,-14 4-85,-7 2-22,-9 2-22,-10 13-28,2 7 5,-7 5 195,2 7-262,0 5-17,3 7-22,9 7 6,4-2-521,7 15-757,8-9-1752,9 14 2232,10-6 0,-12-15 0,1-2 0</inkml:trace>
  <inkml:trace contextRef="#ctx0" brushRef="#br0" timeOffset="162723">27519 5209 24811,'18'-43'601,"1"0"0,-3 7 0,-5 6-153,-12 13-380,-13 13-24,-13 8-21,-11 13-29,-5 11 12,10 0-1,-3 16-16,22-14 6,-1 9 10,17-18 34,7-9-16,2-8 55,21-17 12,-6-5 78,13-12 134,-11 2 57,-7 4-79,-7 8-139,-7 6-141,-4 6 0,-2 14 0,-1 15 0,3 22 0,-1-15 0,1 2-204,3 28 204,0-7 0,-1 4-602,-1-13 0,-1 2 602,0-2 0,1 3 0,-1-1-25,-1-4 1,0-2-1,0 0-102,-1 1 0,1 0 0,-2 0-363,-4 18 0,-3-3-446,-3-7 1,-5-6 461,-2-10 1,-6-7-697,-23-8-651,0-44 479,24-6 1,4-7-3575,2-11 1,4-1 4042,2 8 0,3 2 0,0-20 0,6 42 0</inkml:trace>
  <inkml:trace contextRef="#ctx0" brushRef="#br0" timeOffset="163182">28161 4744 23293,'-4'-45'1124,"0"-1"0,0 6 0,2 7-855,0 12-213,2 12-23,4 15 1,7 17-12,11 25-22,-7-12 0,0 4-446,1 10 1,-2 3 435,-6-12 1,0 2 0,-3 1-530,-1 3 0,-1 2 1,-3 0 431,-3 2 1,-3 1-1,-2 0-356,-3 0 0,-3-1 0,-3 0-1148,-2-2 0,-3-1 0,-1-2 1179,-10 12 0,1-7 1,9-16-1,2-7 1,-2 1-1</inkml:trace>
  <inkml:trace contextRef="#ctx0" brushRef="#br0" timeOffset="164106">27773 5205 24099,'7'-46'691,"1"1"0,-2 7 0,-1 8-495,-3 14-140,-1 13-28,-1 24-6,-3 20-16,2 4 2,-2-12 1,1 1-9,0 12 22,0 8 12,2-10 61,0-15 235,0-12 253,0-10-118,0-11-292,5-10-89,3-15-11,15-23-79,-5 13 23,13-14 17,-11 28-29,4 2 7,5 13-40,-2 17-45,6 14 28,-9 5-218,5 20-796,-8 0-1060,-8-16 0,-2 2 2119,6 23 0,-9-22 0,-4-14 0</inkml:trace>
  <inkml:trace contextRef="#ctx0" brushRef="#br0" timeOffset="164839">28732 5059 24783,'8'10'537,"27"-3"-498,21-8-14,-20-1 1,-1-2 25,12-5 106,-2-4 195,-20-3-156,-7-4-56,-15-8-22,-18-3 28,-13-1 50,-5 1 117,-2 6-10,9 7-141,9 8-67,10 4-106,5 5-39,2 0-12,6 4 84,18 13-5,8 8-23,-7-5 1,-1 3-739,-1 2 0,-1 0 739,10 16-353,-17-6 1,-3 1-41,-7 15-454,-6-13 0,-4 0-5483,-17 22 6335,-4-12 0,9-19 0,7-14 0</inkml:trace>
  <inkml:trace contextRef="#ctx0" brushRef="#br0" timeOffset="165249">29383 4966 27454,'-10'-8'17,"6"15"-28,8 41 5,3-7 9,1-8 0,0-1-3,7 13 11,7 14 0,-4-21 51,-3-14 84,-3-15-18,1-21-49,2-15 5,4-16 0,-1-10-303,-2-5 263,-3-1-38,-5 15-17,1-1-163,-2 26-89,6 0-224,7 20-516,14 12 259,-1 2-1032,-1 5 0,2 2-3528,17 12 4705,-9-6 1,-1-1 0,-4-1 0,-3-4 0</inkml:trace>
  <inkml:trace contextRef="#ctx0" brushRef="#br0" timeOffset="165616">30197 5169 18806,'5'-6'5232,"0"0"-4235,-5 6-358,0 0-208,-22-65-112,11 40-210,-2-13 0,-1 4-30,2 23-40,-3 9-11,-7 11-22,-6 7-1,-4 10-22,3 4 6,6 2 0,8-2 17,8-3 33,6-6-6,7-6 7,5-9 38,6-5 34,5-10 0,1-5 17,-1-6 44,-5 1-33,-7 0-11,-4 5-34,-3 2-33,-2 5-23,0 4-252,-1 1 85,-1 9-376,1-3-1451,-1 7 1955,3-2 0,-2-4 0,2-1 0</inkml:trace>
  <inkml:trace contextRef="#ctx0" brushRef="#br0" timeOffset="166223">29664 5169 14040,'3'-3'7919,"-1"1"-6663,-2 2-360,8-60-292,-12 30-391,5-9 0,-4 0 146,-15 9-96,-3 6-140,-1 7-83,-1 8-18,-3 8 17,-6 13 12,-4 9-18,-6 11-16,-1 8 11,2 5-266,6 1 260,11-3 1,12-6 38,18-8 46,16-9 27,20-9-11,12-10-192,6-13 226,-2-8 28,-7-10 61,-11-4 68,-11-3 227,-10 0-295,-8 1-50,-6 8-67,-4 9-62,0 8-95,-2 8 198,1 3-176,-2 8-5,0 8-17,0 11-73,2 8-151,8 7-599,4 3-1440,10 4 2291,6 6 0,-12-25 0,-1-3 0</inkml:trace>
  <inkml:trace contextRef="#ctx0" brushRef="#br0" timeOffset="166699">29967 5119 15860,'-8'-6'6643,"2"1"-5114,6 5 365,0 0-1357,-13-62-173,10 43-275,-5-16 1,3 6-73,5 26-11,0 6-1,2 8 18,4 10-23,5 11-34,5 7 34,3 3 6,2-2-1,1-6 23,-2-8 135,-3-10-68,-7-9 67,3-13-55,-2-9-6,6-13-29,1-8 85,5-22-73,-5 7-61,0 0 38,-6 12-44,-4 20-79,0 1-50,0 11-324,11 19 10,-3-1-1591,19 21-5443,-6 0 7460,4 4 0,-13-12 0,-9-11 0</inkml:trace>
  <inkml:trace contextRef="#ctx0" brushRef="#br0" timeOffset="167166">30654 5118 22071,'0'-6'3659,"0"2"-2987,0 4-68,-28-70-352,13 44-221,-2-13 0,-2 4 47,-2 25-22,1 12-28,-14 14-5,6 8-18,-5 16-10,16-9 5,0 8-11,9-1 16,3-4 1,8-2 5,3-18 73,11-7 17,4-13 106,18-17-5,-4-9-102,0-3 276,-3-13-291,-19 25-85,6-13 0,-15 25 0,-1 4 0,-10 31 0,-5 19 0,1-3 0,-1 2-434,3-5 1,-2 1 433,-3 16 0,-2 5 0,4-11 0,-2 1 0,1 1-667,0 4 1,0 0 0,0 3 666,2-7 0,-1 2 0,1 0 0,1-1-25,-2 8 1,2-1 0,1-2-40,2-12 1,0-1-1,0 0-59,0 1 0,-1-1 0,-2-4-20,-4-7 0,-3-5 104,-18 9-6,-5-53-70,21-13 0,6-6-182,1 1 0,2-2-215,1-19 0,4-4-1512,7 5 1,3-1 2023,1-6 0,2 3 0,-1 18 0,1 5 0,5-6 0</inkml:trace>
  <inkml:trace contextRef="#ctx0" brushRef="#br0" timeOffset="167416">31125 4853 27589,'-8'49'7,"1"-1"1,-5 1-1,-3 3-20,1-2 0,-2 5 0,-1-2-1097,-1-3 1,-1-2 0,0 0 853,1 1 1,-1-1-1,2-2-128,-3 7 1,3-1-1001,3 3 1,5-1 1383,7-17 0,3-3 0,-3 18 0,7-17 0</inkml:trace>
  <inkml:trace contextRef="#ctx0" brushRef="#br0" timeOffset="167966">31443 4900 20711,'0'-3'4161,"0"1"-2721,0 2-1412,-4 9-17,-2 15 6,-3 18-11,0 16-224,4-27 1,1 0 222,-1 1 1,0 0-6,-5 30 22,-1-8 1,2-8 10,2-13 102,2-14 161,3-10 208,2-6-13,1-13-345,3-11-90,1-8 11,6-7-28,1 5-11,5 5 6,3 6-28,4 9 10,4 6-16,4 9-50,-1 9 50,1 12 6,-3 9-12,-4 5 17,-7 0-16,-10-3 10,-17-3-16,-14-4 5,-17-6-33,-8-10-207,-3-7-409,5-13-808,8-8-1970,14-11 3433,18-12 0,4 17 0,8 0 0</inkml:trace>
  <inkml:trace contextRef="#ctx0" brushRef="#br0" timeOffset="168540">31757 5216 25472,'51'36'896,"-3"-7"-683,-24-34 5,-2-5 17,-4-9-78,-6-4-45,-3-5 6,-3 1 50,-1 3 56,-3 6-23,-1 7-94,-1 5-46,-1 3-49,-2 3-7,-3 5 18,-5 5-23,-4 8 0,-2 6-6,0 5 6,4 3-17,5 3-22,4 0-6,8-2 0,7-4 17,7-7 28,7-8 6,3-8 16,4-12 1,0-7 10,1-12 18,-1-7-1,-4-5 29,-5 1 33,-8 5 5,-7 10-33,-5 9-32,-2 7-52,-1 4-7,0 1-10,3 8 12,4 7 16,7 15 7,7 6-31,6 6-43,2-1-78,-3-1-191,-10-4-688,-12-1-2796,-19-1 3809,-6-6 0,3-11 0,5-9 0</inkml:trace>
  <inkml:trace contextRef="#ctx0" brushRef="#br0" timeOffset="168899">32419 5415 21668,'4'-4'4129,"0"0"-3810,21-23 0,6-9 157,-2-6-998,8-7 0,-1-2 642,-20 17 1,-5 1-4,0-3 1,-4 0 21,0 0 1,-4 1 162,-6-27 257,-7 14-434,-4 17-125,1 12 0,5 10 688,4 6-688,2 2 375,-1 9-375,0 11 0,-2 19 0,1 17 0,1-20 0,2 1-334,1 3-1,1 0 335,3 3 0,1-1-127,3 0 1,2-2-199,3-2 1,1-1-399,0-5 1,0-1-2157,10 16 2092,-6-15 0,-10-17 0,-4-7 0</inkml:trace>
  <inkml:trace contextRef="#ctx0" brushRef="#br0" timeOffset="169049">32517 5122 25984,'44'-12'-109,"0"1"1,0 0 0,5-8 0,-8 7 0,-12 19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20:04.3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1475 2432 24917,'1'-49'573,"1"1"0,0 3 1,-1 11-333,-1 26-208,0 4-33,2 14 11,1 13 6,3 17 11,-2-2-17,-1 21 9,-6-25 0,-2 2-12,0-1 0,0 1-5,-5 3 0,0-2 53,-7 7 0,5-18 330,4-14-290,5-14 55,-2-21-73,3-11-22,1-29-296,3 8 251,3 11 0,2-2-268,0 1 0,2-2 264,1 3 1,3-2 0,-1 1-360,5-9 1,0 2 337,4 0 0,0 6-36,6 3 22,13 10 67,-10 24-39,16 7 207,-6 19-212,-4 14-12,-9 11 11,-11-5-8,-16-1 0,-8 1 19,-7-5 1,-4-2 108,1 8 1,-6 0-111,-5-7 0,-7-1 0,2-3 10,-1-2 0,0-2 2,-13 9 1,1-5 45,-3-5 38,25-15 693,18-13-787,19-7 10,14-7-4,20-2-7,-1 6-2,-5 8 0,1 3-9,17 0-71,-16 5 0,0 2-27,-8 2 1,-3 0-154,19 7-908,11 5-1423,-30-8 0,1 0 2588,-1 1 0,-1 0 0,16 5 0,-24-7 0</inkml:trace>
  <inkml:trace contextRef="#ctx0" brushRef="#br0" timeOffset="340">2082 2490 26262,'37'-17'26,"0"-1"0,8-2 0,-4 4 2,-12 6 14,2-3 0,-1-1 36,-3-5 12,7-13-28,-20 9 38,-8-5 46,-11 5-6,-7 3 22,-12 4 18,-6 11-12,-6 8-62,0 7-61,5 6-12,7 6-21,11 5-29,7 4-6,9 6 12,4-7-50,23 21-96,2-14-271,-6-10 1,1-1-153,-1-6 1,0-3-1841,28 11-6778,-1-11 9198,-10-10 0,-17-5 0,-12-2 0</inkml:trace>
  <inkml:trace contextRef="#ctx0" brushRef="#br0" timeOffset="1017">2903 2303 8074,'0'-4'8302,"0"1"-646,0 3-6681,8-37-247,-6 24-185,6-29-111,-9 34-91,-3-1-117,-2 2-129,-4 1-50,-2 2-28,-4 3-11,-3 8-1,-4 8 1,-3 11 16,-2 12-33,2 8-28,5 7-331,8 3 353,11-1-28,13-4-22,14-6-45,13-10-34,10-12 6,2-11 90,0-14 55,-5-12 7,-3-14 16,-6-8 16,-2-7 40,-4-2 45,-3 2 22,-6 8 51,-8 10 347,-6 11-437,-6 8-95,-5 10-50,-5 7 49,-7 10 1,-1 10-17,4 6-11,6 2 0,15 1 22,12-3-11,18-8 17,9-9 5,7-10-27,-1-15 44,-4-12-17,-9-13 12,-5-9 55,-10-6 18,-6-1 27,-8 1 12,-5 4-12,-6 7-27,-5 9-78,-3 7-29,-3 8-18,2 5-111,0 7-280,4 7-1047,1 10-3176,13 9 4632,4 0 0,0-9 0,-3-9 0</inkml:trace>
  <inkml:trace contextRef="#ctx0" brushRef="#br0" timeOffset="1624">3753 2372 25074,'-1'-5'2750,"1"2"-2358,0 3-375,37-43-40,-14 45 7,28-22 16,-26 59-12,-8 8-21,-7 6-1,-14 2 34,-11-3-5,-10-10 5,-2-13 56,3-16 0,7-15 5,6-13-16,6-12-39,10-7 5,10-3-6,15 3-21,12 3 16,12 6-12,-24 14 1,2 1-216,3 1 0,1 1 218,1 0 1,0 0-1,1 1 1,-1-1 13,-2 0 1,-1-2 11,-2-1 0,-3-1 33,6-4-16,-10-6-23,-23 9 90,-7-3 11,-4 2-66,-7-1-46,6 7 449,-3 1-449,8 4 0,1 1 0,2 1 0,2 0 0,0 6 0,3 4 0,3 13 0,8 9 0,6 12 0,7 7 0,4 6 0,-15-28 0,-1-1 0,10 27 0,-9-4 0,-13-7 0,-25 0 0,1-18 0,-26 3 0,13-19-847,-4-1-1365,14-6-7619,20-15 7625,7 6 1,6-6 0,-6 10 0</inkml:trace>
  <inkml:trace contextRef="#ctx0" brushRef="#br0" timeOffset="1817">4749 2351 28429,'9'-20'17,"-3"21"-29,-7 34-105,-1 16-135,0-14-1355,-1 13-4000,6-13 5607,2 2 0,0-17 0,-1-12 0</inkml:trace>
  <inkml:trace contextRef="#ctx0" brushRef="#br0" timeOffset="2000">4998 2182 25976,'-27'-42'231,"0"1"1,1 2-1,9 13-326,15 24-11,5 12-908,9 21-1803,6 10 2817,-4-9 0,0 0 0,1 0 0,-1-2 0</inkml:trace>
  <inkml:trace contextRef="#ctx0" brushRef="#br0" timeOffset="2383">5353 2412 27762,'-37'-39'-22,"8"10"22,7 63 6,11 9-6,8 1-40,12 6 24,11-17-1,0-12 6,15-6 33,-7-15 6,13-8 50,-8-16-5,-4-12-28,-9 2 134,-7-28-56,-8 18-11,-8-16-33,-6 21-1,-7 11-44,2 12-1,-1 6-27,4 8-40,0 7-22,2 9-156,5 12-673,8 10-151,4-5-8795,25 20 7469,-14-28 1,8 7-1,-21-25 1</inkml:trace>
  <inkml:trace contextRef="#ctx0" brushRef="#br0" timeOffset="2717">5905 2365 28671,'0'-57'-13,"-1"25"8,-2 78 23,-1 7-22,1-18 1,1-1 10,-1 23-20,5-9-3,4-14 38,2-16-15,3-16-7,3-18 0,8-17 0,9-18 0,-12 20 0,0-1-217,2 0 0,0 1 217,1 2 0,0 1 0,24-14 0,0 18 0,3 17 0,-1 21 0,1 19-6,-25-8 0,-1 3-762,0 5 0,-1 3-798,-1 5 1,-2 1 965,-3-2 1,-2-3-1,2 13 1,-8-21-1</inkml:trace>
  <inkml:trace contextRef="#ctx0" brushRef="#br0" timeOffset="3124">923 3233 21791,'53'-4'475,"0"-1"0,-1 0 0,7 0 0,0 1 1,2 2-397,-13 2 1,0 1 0,1 1 0,1 0-1448,9 0 1,2 0-1,1 0 1,1 0 1398,-7 1 0,1-1 1,1 1-1,1-1 1,0 1-193,-5-1 0,1 1 0,0-1 0,1 0 0,0 0 0,1 0 175,4 1 0,1-1 0,1-1 0,0 1 0,1 0 0,0-1-64,-6 1 1,2-1 0,-1 0 0,2 0 0,-1 0 0,1 0 0,0-1 52,-4 0 1,0 0-1,0 0 1,1 0-1,0 0 1,0 0-1,1-1 1,-1 0-132,3 0 1,-1 0-1,1 0 1,0-1-1,0 0 1,1 0-1,-1 0 1,1 0 129,0 0 0,0 0 0,0-1 0,0 0 0,1 0 0,-1 0 0,0 0 1,0-1-85,-1 1 0,0-1 0,0-1 0,0 1 0,0 0 0,0-1 0,-1 0 0,0 1-686,-1-1 0,0 0 0,-1 0 0,1 0 0,-1 0 0,-1 0 0,-1 0 0,-1 0 768,10-2 0,-1 1 0,-2-1 0,-1 1 0,-2 0 0,-4 0 0,5 0 0,-3 0 0,-4 0 0,-5 1 0,8-2 0,-1 0 0</inkml:trace>
  <inkml:trace contextRef="#ctx0" brushRef="#br0" timeOffset="3640">6976 2187 24172,'50'-19'791,"1"0"1,-7 1 0,-9 0-383,-21-4-90,-10 1-112,-11 4-123,-7 4-56,-12 6-28,-5 6-16,-4 9 10,3 9 12,4 7-6,9 6-23,9 2 29,10-2 5,12-3 17,12-7 28,11-7 28,3-7 62,-2-11 55,-6-5 12,-8-9-56,-11-3-90,-5-1-17,-8 0-16,-4 4-62,-5 3-112,-5 8-364,-5 7-1406,-5 14-6592,2 15 8502,7 7 0,8-10 0,7-9 0</inkml:trace>
  <inkml:trace contextRef="#ctx0" brushRef="#br0" timeOffset="3967">7347 2745 28671,'-33'-27'0,"0"0"0,3 2 0,5 13 0,13 37 0,4 2 0,7 0 0,7-4 0,6-7 0,5-6 0,3-5 0,0-9 0,-2-3 0,-3-8 0,-6-1 0,-4 0 0,-4 2 0,-1 1 0,0 4-718,-2 3 718,1 10 0,-1-3 0,2 5 0</inkml:trace>
  <inkml:trace contextRef="#ctx0" brushRef="#br0" timeOffset="16390">5532 4632 23693,'-32'-28'313,"-1"0"1,1 1 0,-12-12 0,5 13-275,1 29-56,-3 12 12,-2 14-30,3 11 2,12 7 5,13 5 5,21 0 12,17-2 11,19-5-588,-15-24 1,2-2 595,4-1 1,0 0-7,0-2 1,0-1 251,-3-1 0,-1-1-243,14 8 294,-19-4-249,-22-1 94,-25 0-110,-28 4-26,13-9 0,-2 0 129,-8 0 1,0-1-142,0-1 1,0-1-23,6-2 1,3-3-323,-21-6-817,26-16-2118,19-18 3277,26-15 0,-6 20 0,10 2 0</inkml:trace>
  <inkml:trace contextRef="#ctx0" brushRef="#br0" timeOffset="17690">5883 4472 19591,'1'-6'5404,"0"2"-3913,-1 4-1480,-37-35-11,24 51 0,-26-10-6,33 25 1,9 10-404,-2 3 0,1 1 389,0 4 1,0 1-32,3 2 1,0 2-112,1 0 0,1-1-175,1-1 1,2-3-179,1-4 0,1-4-279,0-7 0,1-2-965,10 9 762,-4-20 756,-6-21 241,-7-16 208,-9-15 172,-12-10 253,-13-6 274,-11 0-361,17 24 1,-1 1 394,-21-15 527,6 11-1009,12 11-222,10 7-316,10 6-27,10 1 117,13 1-5,20-1 16,21 0-438,-21-1 0,1 0 399,3-1 1,1 0 16,-2-2 0,0 0 19,-5-1 1,-2 0 69,19-9 96,-18-2 57,-15 1 66,-10 0 11,-10 2 737,-7 3-944,-8 4-39,-10 3-29,-8 10-21,-3 6-23,5 8 0,9 6-17,11 3-33,12 2 27,14-2 1,12-5 22,11-9 50,7-7 6,0-15 39,-5-8 17,-7-13 12,-8-5 10,-9-4 12,-6 3 27,-6 5-22,-2 9-61,-1 9-68,-1 6-38,0 7 16,-2 11-12,-1 11 7,1 15-1,1 8-39,7 3 29,8-4 16,12-7-6,7-12 23,7-11 11,3-17 5,3-17 7,1-15-338,-24 9 0,0-3 328,-1-4 1,-1-3-23,-1-7 1,-2-2 16,0-7 1,-2-2 13,-1-6 0,-2-1-573,-1-1 1,-1 1 608,-3 4 1,-1 2 22,-1 10 0,-2 4 98,-5-12-189,-5 25-7,-4 19 0,-5 21 579,-3 16-579,6 5 0,2 5 0,1 2 0,2 1 100,0 2 0,3 1-100,3 6 0,4 0 0,2-8 0,2 2-23,3 12 0,2 2-92,3-2 0,5 0-158,-2-15 1,3-1 0,-1-2 31,0 0 0,2-2-409,8 4 1,1-6-824,-4-13-370,-3-9-2134,-15-36 2387,-17-12 1489,-4-11 857,-15-7 941,1 9 493,-8-9 330,-1 1-1500,8 16 390,5 7-861,9 14-297,6 9-263,1 0-73,4 4 28,9 4 34,12 0 16,6 0-50,25-1-62,7-7 73,-19 1 1,3-3 44,6-4 0,0-2-214,-11 0 1,-2 0 258,24-13 179,-28-1 112,-20 6 403,-2-8-252,-9 7-129,-4 2-218,0 9 506,-1 5-629,4 4-62,-1 10 22,3 10 1,0 15 11,9 10-34,-1-5-224,12 11-554,0-10-3366,10 14 4189,-4-15 0,-8-11 0,-8-17 0</inkml:trace>
  <inkml:trace contextRef="#ctx0" brushRef="#br0" timeOffset="17833">7430 4492 21416,'-5'-4'3148,"1"2"-7589,4 2 4441,-24 11 0,19-8 0,-19 9 0</inkml:trace>
  <inkml:trace contextRef="#ctx0" brushRef="#br0" timeOffset="18057">7976 4784 22778,'0'-4'4380,"0"0"-3563,0 4-542,-60-58-79,14 43-174,0-13 0,-2 6-11,15 26 1,3 8-29,-21 20 6,15-1-34,12 17-50,26-3-132,16-9 0,9-1-398,5-5 1,7-3-2294,-1-6 0,6-2 0,-2-2 2918,16 1 0,-2-5 0,-16-4 0,-3-2 0,8-1 0</inkml:trace>
  <inkml:trace contextRef="#ctx0" brushRef="#br0" timeOffset="18983">9181 4863 25965,'-13'-43'414,"0"1"0,2 4 1,1 11-443,4 26 39,4 17-11,5 16 6,5 19-4,-1-20 1,3 0-257,1 2 1,2 1 258,3-1 1,2 0-3,1-4 0,2-2-30,23 17 60,-2-19 12,-4-21 28,-5-25-6,-3-23-48,-16 13 1,-1-3-292,-1-5 1,-1-2 299,-1 0 0,-1-1 3,0 2 0,-2 1 166,0 4 1,-1 3-226,7-16 4,-2 20-21,3 15 12,5 18-51,9 12 0,11 14-62,6 11 0,-20-20 1,2 1 64,0 0 1,3 0-139,2-2 1,1-2 50,3-3 0,2-3 84,0-3 0,2-3 73,-2-5 0,-2-4 117,26-10-5,-23-5 425,-12-18-207,-20 8-28,-8-11-67,-12 12-84,-9 7-84,-9 10 347,-6 11-375,-2 13-22,4 11-1,8 8-21,13 5 38,14 1 0,12-3-33,10-6-6,10-8 23,6-9 28,4-10 5,1-14 17,-5-9 50,-7-13 23,-12-5 11,-10-3-28,-13 0-28,-10 4-11,-8 5-28,-2 8-45,2 7-40,4 9-32,6 10-108,5 10-357,7 12-762,13 10-1054,12 4-3596,20 1 5101,1-7 0,-15-14 0,-12-9 0</inkml:trace>
  <inkml:trace contextRef="#ctx0" brushRef="#br0" timeOffset="19173">10671 4855 27992,'-11'-38'98,"0"1"0,-8-18-109,15 68 16,0 11-33,1 13-33,2 7-169,7 1-671,6-1-1603,8-1 2504,8-3 0,-14-18 0,1-5 0</inkml:trace>
  <inkml:trace contextRef="#ctx0" brushRef="#br0" timeOffset="19323">10977 4516 19608,'0'-9'4570,"0"2"-4229,0 7-385,0 0-270,-59-16-1316,44 34-4385,-34-6 6015,62 31 0,1-16 0,-4-13 0</inkml:trace>
  <inkml:trace contextRef="#ctx0" brushRef="#br0" timeOffset="19707">11476 4767 26026,'-38'-45'336,"1"-1"0,1 6 0,0 10-240,-13 24-63,-7 18-25,26 0 1,1 3-444,1 5 0,3 3 429,2 3 1,4 3-1,5 0 1,4 1 279,4 30-286,23-8 7,16-10 33,17-17 33,8-19-33,-27-13 0,-1-6-35,0-5 0,-2-5 79,0-7 1,-2-5-433,-3-6 1,-2-3 454,-3-7 1,-3-4-506,-1-6 1,-3-2 478,-5 19 0,0 1 1,0 0 81,1-16 0,0 3-221,-3 11 0,0 5 70,0-9 222,-8 31-222,-2 28 0,-8 27 0,5 9 0,0 4-86,3-12 1,1 2 85,0 5 0,2 5 0,1-1-352,6 9 0,2 1-868,-1-6 1,2 4 0,1-2 900,0-3 1,1-1 0,0-4 0,1 4 0,0-5-1,2 11 1</inkml:trace>
  <inkml:trace contextRef="#ctx0" brushRef="#br0" timeOffset="22432">12922 4922 24307,'-4'-39'859,"-1"0"1,-2-22-787,9 59-6,3 11 62,2 13-50,3 18-46,-3-3 1,-2 2-23,2 20-6,-4-12 1,-1 2-359,-2-13 1,0 1 346,0 8 0,-1 3-8,0 4 0,1-1 14,-1-14 0,0-2 28,0 23 107,0-37 38,-5-21-16,-6-16 45,-15-38-160,12 19 0,0-2-1082,-3-17 0,1-1 1042,5 12 1,2-1 11,0-17 0,4-3-177,3 11 1,2 0 176,3-10 0,2 0 0,2 10 0,4 3-9,4 7 1,1 5-29,8-4-5,11 13 6,-7 27 22,13 11 2063,6 13-2066,-15 3 0,-2 2 9,11 13-6,-14-7 0,-4 2 1149,-6 14-1158,-11-14 1,-5 1 3,-16 19 5,-2-26 0,-4-4-23,-20 2-25,11-15 1,-1-3-294,-17-3-1822,-12-16-3953,26-16 6116,11-12 0,20 12 0,4 9 0</inkml:trace>
  <inkml:trace contextRef="#ctx0" brushRef="#br0" timeOffset="22908">13308 4563 25259,'50'35'102,"0"1"1,-3-1 0,-7-4-80,-6-5-1,-4 8 56,-17-8 219,-8 7-62,-14-12-5,-12-7 39,-4-15-129,5-4 129,3-8-17,11-9-213,4 4 6,21-20-17,6 13-23,8-6 6,9 2 1,8 0-7,1 0 6,4 0 40,-21 12 22,-13 7 123,-10 2 22,-8 4 112,-2-3-145,-1 2-105,0-2-80,0 4 0,0 2 0,-1 10 0,1 8 0,0 16 0,0 10 0,0 8-18,5 3-727,4 1-1137,8-3-4212,3-10 5539,-1-12 1,-7-15 0,-5-10-1</inkml:trace>
  <inkml:trace contextRef="#ctx0" brushRef="#br0" timeOffset="23091">14013 4403 21392,'-32'-31'4117,"21"19"-5318,15 39-1991,24 19-6639,3 5 8231,-8-13 0,-7-12 0,-12-19 0</inkml:trace>
  <inkml:trace contextRef="#ctx0" brushRef="#br0" timeOffset="23658">14199 4739 25998,'21'-55'547,"0"1"0,-3 4 0,-1 13-480,-1 25-39,1 12-11,2 13-6,-1 2 23,10 31-28,-12-4-296,-6-10 1,0 3 295,0 27-45,-4-2 179,-1-9-67,-3-16 78,-1-17-11,-1-18-67,0-16-12,3-15 417,5-12-422,6-3 16,6 1 7,4 8-40,2 10-61,1 13 22,3 8 22,2 12-16,3 6 10,2 6-16,2-2 6,3-2 5,2-7-16,1-9 38,-1-10 19,-6-11-52,-6-13 0,-7-15-191,-14 18 0,-3-3 191,0-5 0,-1-3-331,-1-2 0,-1 0 331,-2 2 0,-1 0 0,-1 6 0,-1 2 0,-7-21 0,-4 17 0,-4 15 0,2 13 356,1 10-356,1 15 688,-1 14-688,1 21 0,6-15 0,3 2 0,1 6 0,3 3-543,4 5 1,2 0 542,5 2 0,3 0 0,4 0 0,4-1-68,3-3 0,2-2-967,1-3 0,2-2-1037,-3-6 0,0-3 2072,15 11 0,-20-20 0,-13-14 0</inkml:trace>
  <inkml:trace contextRef="#ctx0" brushRef="#br0" timeOffset="23832">14914 4505 23293,'-5'-2'3064,"1"-1"-2611,4 3-464,40-55-73,10 37-1065,-4-12 0,4 0 1149,5 22 0,-2 7 0,6-5 0,-2 1 0</inkml:trace>
  <inkml:trace contextRef="#ctx0" brushRef="#br0" timeOffset="24491">16047 4278 23775,'-2'-43'765,"-1"0"1,1 0 0,-2-18 0,-7 16-525,-9 36-112,-8 11-28,-1 17 0,-3 23-48,17-13 0,1 4-11,0 8 0,2 2-645,1 8 0,4 2 620,1 5 0,5 0-12,4 1 1,7 0-26,5-3 1,9-3-261,10-3 0,9-5-940,-6-18 1,5-2 0,0-3 1219,1-2 0,1-3 0,-3-3 0,6 1 0,-5-4 0,13-1 0</inkml:trace>
  <inkml:trace contextRef="#ctx0" brushRef="#br0" timeOffset="25558">16803 4586 20509,'-2'-7'2433,"-7"-30"1,-1-6-1968,5 15 21,-6-19 0,2 2-162,7 30-275,0-2-39,2 23 17,0 14-16,0 4 10,0 7 0,0 3-16,0 18-181,0-13 1,0 1 180,0 21-1,2-8 1,-1-16 16,2-8 365,-2-19-124,0-8-162,0-18-23,0-17 0,0-16-44,1 18 0,1-1-9,1-6 0,1 0-78,1-4 1,2 0 71,2 1 1,0 1-3,0 5 0,2 2 17,11-13-29,-6 22 12,12 13-23,-3 16 6,17 10-11,3 15 2,-20-10 1,-1 1-3,18 17-28,-14-3 0,-2 2-118,-10-10 0,-1 1-450,6 11 1,-1 1-2080,-8-9 0,-2-1 2200,6 16 1,-8-18 0,-4-15 0</inkml:trace>
  <inkml:trace contextRef="#ctx0" brushRef="#br0" timeOffset="25765">17478 4094 25298,'-2'-8'2504,"0"3"-2236,2 5-60,0 0-180,92-6-23,-51 25-7,3 2 0,8 6 1,-10 6-1142,-18 18 1,-10 8 1045,2-4 0,-3 5 0,-6 0-1433,-12-4 0,-6 0 1,-3-1 1529,-1-4 0,-4-2 0,1-3 0,-5 2 0,-1-6 0,-10 8 0</inkml:trace>
  <inkml:trace contextRef="#ctx0" brushRef="#br0" timeOffset="26666">18833 4130 20783,'0'-6'3832,"0"1"-3284,0 5-133,-82-42-123,38 36-228,-8-13 0,1 6-24,17 32-24,16 8-4,15 5-1,13 4 11,11 1-39,10-4 6,4-4 34,1-7-7,-3-7 12,-7-6 28,-9-4 0,-9-3-16,-5-1-24,-3 1 18,-3 3 16,-8 7 6,-12 9 0,-17 12-42,15-12 0,-1 2-263,-1 1 0,-1 2 257,0 0 1,3 1-1,4-2 1,3 0 13,-4 19 45,25-7 23,24-10-45,21-7-51,11-8 12,0-3 5,-12-2 538,-21 2-482,-19 9 28,-26 10 11,-18 10-75,11-16 0,-1 0-26,1-1 1,1-1 5,-12 15-50,21-8-56,28-5-1210,22-6 1305,27-3 0,-25-6 0,2-3 0</inkml:trace>
  <inkml:trace contextRef="#ctx0" brushRef="#br0" timeOffset="28041">10008 6688 20834,'-14'-60'1738,"0"0"0,2 6 1,1 6-1056,2-2-235,3 16-196,4 13-168,1 12-106,1 8 44,1 14 6,3 17-17,1 22 0,-2-18 1,0 1-18,-1 4 0,0 0 14,-2 1 1,0 0-155,1-3 1,-1-1 162,-2 22 56,0-18 207,-1-20 67,1-15-173,2-20-79,5-19-10,7-20-85,-1 20 0,2-1-76,2-4 1,3 1 75,0 2 0,2 1 0,-1 4 0,1 3 0,19-13 0,2 18 0,5 16 0,7 18-347,3 15 347,-28-7 0,-2 4 0,-1 3 0,-2 3-264,-3 5 0,-4 3-2108,-3 7 0,-5 0 2372,-2-1 0,-4-2 0,0 15 0,-5-23 0</inkml:trace>
  <inkml:trace contextRef="#ctx0" brushRef="#br0" timeOffset="30515">10952 6540 25623,'31'-26'-546,"1"0"1,2 3 0,3 5-2233,4 12 0,2 5 1774,-4-1 1,-2 1-1,12 0 1,-22 1 0</inkml:trace>
  <inkml:trace contextRef="#ctx0" brushRef="#br0" timeOffset="30691">11104 6767 26435,'44'-23'-2379,"0"0"1,4 0 0,1 5 2378,-1 7 0,-3 3 0,15-3 0,-26 6 0</inkml:trace>
  <inkml:trace contextRef="#ctx0" brushRef="#br0" timeOffset="32449">11880 6348 17479,'-5'-2'5708,"2"0"-3916,3 2-1764,-1-47-163,28 30-44,-4-34-434,11 44 0,5 7-3149,-2-2 0,0 1 3762,6 2 0,-3 0 0,15-1 0,-25 3 0</inkml:trace>
  <inkml:trace contextRef="#ctx0" brushRef="#br0" timeOffset="32608">12023 6591 20280,'-10'4'4923,"3"-1"-4542,-23 8 0,-2-1-56,20-9-236,-32 9-66,87-31-68,7-1-592,-8 7 0,7-1 1,-2 1-4280,9-2 1,1 1 3840,-13 3 1,2-1 0,-5 3 0,-3 0 0,-7 3 0,-12 4 0</inkml:trace>
  <inkml:trace contextRef="#ctx0" brushRef="#br0" timeOffset="34458">12965 6355 19473,'4'-37'2347,"0"-1"0,3-18-1852,-1 8 1,1 1 171,1-1-298,-4 20-352,-3 16-56,-1 19 73,-1 16-23,-2 21-28,0 15-331,2-24 1,-1 1-143,1 2 0,2 0-1339,2 3 0,2 0 1829,3 5 0,1-2 0,2 5 0,3-5 0</inkml:trace>
  <inkml:trace contextRef="#ctx0" brushRef="#br0" timeOffset="34782">13451 6379 19042,'1'-10'2806,"1"-22"0,-2-3-1898,-2 11-682,2-11 1,-4 5-59,-14 27-134,-2 16-29,-2 6-5,0 19 6,9-1-12,1 13 1,10 0-6,19 1 16,-2-19 18,23-4-1,-6-21-5,11-8 184,5-23-89,-17 2 81,-11-7 1,-5-2-60,-6 0-22,-2 0 0,-4-1 39,-10-11-89,-10-7 0,-23 2-130,-2 18-38,-2 10-1048,5 18 1154,14 18 0,7-8 0,7 7 0</inkml:trace>
  <inkml:trace contextRef="#ctx0" brushRef="#br0" timeOffset="35741">8129 6625 25791,'-19'47'0,"2"8"-137,13-18 0,3 3-957,-1 0 0,1-1-799,3 1 0,2 0 1893,3-1 0,1-3 0,2 6 0,2-12 0</inkml:trace>
  <inkml:trace contextRef="#ctx0" brushRef="#br0" timeOffset="36091">8457 6331 23164,'-49'-5'205,"0"0"1,5 2-1,8 9-171,13 36-23,11 3-5,11-1 50,13-5-17,10-7 45,12-10 73,5-11 72,-2-12 130,-8-11 128,-9-11-5,-9-10-107,-8-5-106,-10-3-11,-6 3-79,-7 8-134,-1 10-34,1 10-50,2 12-34,3 13-179,4 14-644,4 15-1664,14 12 2039,2-20 1,1-2 0,4 6 0,3-3 0</inkml:trace>
  <inkml:trace contextRef="#ctx0" brushRef="#br0" timeOffset="36441">8932 6575 25734,'-38'-43'429,"1"1"0,4 2 1,3 14-315,4 34-98,5 22-28,2 29-861,10-16 0,0 5 863,0 12 1,0 4-13,3-16 1,1 3-1,0 1-43,0 5 1,1 1 0,1 1-643,0 3 1,1 1-1,1 1 385,1-15 0,1 0 1,1 1-1,0-1-109,-1 1 0,1-1 1,0 0-1,-1 0 21,2 13 0,0-1 1,-1-3 151,-3-7 1,-2-2 0,-1-4 542,-5 7 0,-5-10 453,-23-3-22,-5-54-359,22-9 1,2-7-58,2-13 0,3-5-139,3-9 1,4-5-124,6 17 0,2-1 1,2-1-35,3-2 1,3-1 0,2 1 3,4-1 0,2 1 1,3 1 135,3 2 0,2 1 0,1 2-250,2 2 0,1 2 1,2 2-259,0 3 1,0 3 0,1 0-1318,15-10 0,0 2 1680,2 3 0,-3 3 0,3-2 0,-8 8 0</inkml:trace>
  <inkml:trace contextRef="#ctx0" brushRef="#br0" timeOffset="36648">9452 6213 26990,'-21'48'97,"-1"0"0,1 8 0,2 4-94,8-11 1,3 3 0,0 2-1339,1 4 0,1 1 0,2 1 1303,1 3 0,3 0 1,4-1-139,3-2 0,5-1 0,5-2-785,4-3 1,5-2-1,6-3 955,10-2 0,7-4 0,-4-4 0,-5-3 0,-1-5 0,4-7 0,0-1 0</inkml:trace>
  <inkml:trace contextRef="#ctx0" brushRef="#br0" timeOffset="37249">13973 6097 25786,'-5'-45'285,"-1"0"1,3 2-1,8 11-189,20 24-24,15 16-4,6 22-12,-15 11 0,-1 5-496,-9-11 0,-2 1 432,-1 5 1,-1 4 0,-4-1-493,-4 6 0,-4 1 405,-1-7 0,-1 2 0,-4 0-812,-3 0 0,-2 1 0,-3 0 907,-4 4 0,-3-1 0,1-4 0,2-4 0,-2-4 0,0-5 0,-1 1 0</inkml:trace>
  <inkml:trace contextRef="#ctx0" brushRef="#br0" timeOffset="37958">14793 6043 19988,'0'-4'4918,"0"1"-3411,0 3-1507,-24-38-79,17 29 74,-17-26-1,23 45 1,1 6 27,2 8-28,3 2-5,6-1 0,5-2 0,6-4 11,1-4 0,-5-6 5,3 0 18,-13-5 10,1 2-16,-11-1 6,-10 6-12,-10 5 17,-13 6 0,-10 7-23,10-4-5,7-2-11,16-6 39,12-5 0,7-1-11,7 0-17,6-5 6,-3 0-1,3 1 6,-10 4 6,-1 0 78,-15 20 40,-13-1 16,-16 19-503,2-12 391,12-13 1,0 1-90,-8 25 50,6 0 22,16 4-22,25-16-67,4-11-1462,29 0 1529,-18-18 0,-1-2 0,11 5 0,3-5 0</inkml:trace>
  <inkml:trace contextRef="#ctx0" brushRef="#br0" timeOffset="39382">12806 8051 20979,'-2'-56'1649,"-1"1"0,1 8 0,-1 4-1089,-6-5-275,1 22-251,4 15-85,2 8 12,2 22 50,4 10-11,4 27-866,-2-23 1,1 0 837,4 24-271,-4-21 1,-2 1 90,-1 24 65,-8-16 1,-2 0 161,-1-12 1,-2-3 114,-18 22 23,5-41-73,9-17 67,4-21-33,22-25-56,8-6 441,-1 21 1,3 1-510,2 8 0,2 2-14,1 2 1,1 2-32,2 4 1,0 2-70,-1 3 0,1 3 51,28-3-918,-5 7-239,-7 6 548,-17 2-1310,-1 9 1304,-17-4 819,2 4 1485,-9-7-125,-2-2-727,-1-2 504,0-1 212,-1 0-1422,0 5-17,0 0 5,5 4-28,2-3 90,24-1-39,0-8-11,19-5 50,-8-9-34,-10 0 180,-5-23-45,-16 6 33,-1-18-61,-14 13-45,-7 8-39,-7 11-17,-4 11-62,4 5-22,-8 17-6,8 8 6,-9 21-11,8 11 2,9-21 1,3 1-181,1 1 0,2 1 186,1-1 0,2 0-3,12 27-10,13-10 21,17-13-16,15-17 11,-23-18 0,0-4 0,4-6 0,0-4 0,1-6 0,-1-5-460,0-3 0,-1-5 482,-1-4 1,-2-4-4,-1-5 1,-3-3 2,-2-5 1,-2-2-548,-4-3 1,-2 0 563,-3 3 1,-3 1 4,-5 7 1,-1 4 74,1-19-119,-8 26 286,-4 21-286,-2 17 860,-6 19-860,-4 21 0,6-11 0,1 3 0,-1 6 0,2 4 131,1 5 0,3 1-131,1 4 0,2 1 0,4 3 0,3 0-793,2 0 0,3 0 253,4 1 0,2-2-427,1-3 1,2-1-838,0-8 0,1-3 1804,-2-9 0,-2-4 0,4 1 0,-10-17 0</inkml:trace>
  <inkml:trace contextRef="#ctx0" brushRef="#br0" timeOffset="39841">14082 8170 22676,'-44'-43'715,"-1"0"0,3 3 1,15 10-666,26 23 394,19 0-439,20 1 6,20-2-22,-22 4 0,2-1-312,3 0 1,0-1 316,0 0 1,0 0 5,-3-1 0,-2 0 22,25-7 313,-19 0-151,-17 1 306,-14 2-165,-10 3-45,-6 2-140,-5 3 548,-4 9-626,-4 8-51,1 13-5,4 7-12,6 2 17,14-2 23,9-4-34,13-9 6,7-8 27,6-10 6,0-13 45,0-9 51,-5-13 27,-5-8 1,-9-6 21,-9-2 7,-8 2-68,-10 6-39,-4 10-56,-2 12-73,1 9-39,5 8-73,2 11-235,7 8-532,10 12-902,13 6-2055,14 0 3881,-14-18 0,-1-2 0,4 3 0,-2-6 0</inkml:trace>
  <inkml:trace contextRef="#ctx0" brushRef="#br0" timeOffset="40124">15060 7923 27818,'8'-38'-22,"4"16"0,10 49-12,-1 7-16,-5 3-29,-7 3-27,-8-1 27,-10-5 85,-5-9 50,-4-11 17,0-16 28,4-13-17,6-13 0,5-9-34,10-5-33,8-1-34,12 2-61,12 5-230,14 9-641,-21 16 1,3 3-716,4 2 1,2 2 1663,6 2 0,-3 1 0,7 0 0,-6 1 0</inkml:trace>
  <inkml:trace contextRef="#ctx0" brushRef="#br0" timeOffset="40475">15768 7812 28026,'-5'50'28,"0"-1"-40,1-4 24,-1-3 21,0-6-16,-1-9 78,2-12 68,2-11-79,5-14-45,6-11 0,9-15 39,7-8-9,5-6-410,5-1 341,3 5 0,11 8 0,-15 16 0,16 8 0,-14 20 0,11 11 0,2 17 0,-24-12 0,-1 4-292,3 12 0,-3 1-264,-6-11 1,-4 1-1187,3 16 0,-5 0 1235,-7 9 1,-1-10 0,-4-18-1</inkml:trace>
  <inkml:trace contextRef="#ctx0" brushRef="#br0" timeOffset="41175">16855 7655 27880,'-12'-38'-485,"-1"0"1,-8-16-3420,16 72 3904,1 8 0,2-6 0,0-5 0</inkml:trace>
  <inkml:trace contextRef="#ctx0" brushRef="#br0" timeOffset="41365">17024 8328 27964,'-36'44'-1967,"0"0"1,-1 0 0,1-1 0,0-1 0,3-5-1,3-7 1,2-3 0,-14 12 0,30-28 0</inkml:trace>
  <inkml:trace contextRef="#ctx0" brushRef="#br0" timeOffset="42599">11619 9041 21013,'-4'0'3344,"0"0"-2924,4 0-398,23-33-22,15 21 6,-6-6 0,1 1-6,2 12 0,0 6-23,25 1-16,-18 6 56,-20 6 44,-26 6-5,-23 3-11,-24 5-23,19-14 1,-3 1-164,-1 0 1,-1-1 179,3-1 0,1 0 51,-20 8-40,18-4-56,15-4 23,13-1 0,4-2-11,10 0 33,6 1 315,12 0-343,9 1 28,7 0-27,4 2-24,-3 2-10,-9 0 28,-14 2 33,-16 2-11,-16 3 28,-14 4-11,-15 6-17,-8 3-17,25-16 1,0 0-7,-15 19 1,12-4-34,15-6 11,16-6 39,16-6-16,14-4-12,14-1 6,3 1-16,-4 2 27,-18 2-6,-25 5-5,-27 5-5,-20 2-152,-10 1-2828,0-5 2313,12-9 0,18-7 1,14-6-1</inkml:trace>
  <inkml:trace contextRef="#ctx0" brushRef="#br0" timeOffset="47341">9098 10581 12230,'7'0'6565,"-1"-1"-4117,-6 1 638,0 0-2677,-27-53-152,11 36-187,-3-13 0,-1 5-19,-1 23-40,1 13-5,2 10-18,4 11 1,6 4-11,7 5 39,10 0 11,7 1-17,10-3 6,6-1-6,4-5-28,-1-5 17,-7-3 34,-13-11 33,-15 0 12,-22-7-29,-20 2-27,-18 0-1703,18-6 1,0-1 1696,-15 0-12,23-5 1,4-3-202,10-10-751,5-11-3780,24-5 4727,7 4 0,0 9 0,-5 11 0</inkml:trace>
  <inkml:trace contextRef="#ctx0" brushRef="#br0" timeOffset="48199">9333 10700 27057,'5'-33'25,"0"0"0,8-7-14,-4 58-11,3 7 23,1 7-23,-1 0-62,4 11-95,8 12 34,-2-16 11,3-3 79,-11-23 27,1-12 40,-3-12 5,13-24 28,0-8-31,-8 13 1,-1 0-9,5-13 73,3-4 151,-10 15-180,-2 7 24,-6 9-80,-9 24 7,-2 3-6,-9 22-12,-5 10-14,3-3 1,-1 5-473,1-2 1,0 2 480,-5 14 0,1 0-6,6-17 1,0 0-15,-2 11 0,1 1-282,4-8 1,3-1 264,0-5 1,2-2 19,5 20 28,15-53-5,15-31 5,1-9 0,5-10 1,2-4 40,-16 22 1,0-2-37,12-15 1,4-7 0,-3 4-359,-4 3 1,0 0 350,-2 2 0,2-2 1,-4 3-2,-1 2 0,-2 1-65,2-4 0,-3 0 113,-5 7 0,-1 0-9,-3 3 1,0 1 87,4-27-23,-15 32-62,-3 11 45,-4 8-89,-1 11 723,-1 1-707,-3 24-22,3 1-5,0 10-23,5 6 33,8-5-14,3-9 1,2 1-8,16 23 526,-9-24 1,1-2-544,12 16 33,-11-14 211,-7-2-379,-23-4-235,-10-2-532,-20-2-1059,-9-12 0,8-5 1994,-9-14 0,33 6 0,-6-6 0</inkml:trace>
  <inkml:trace contextRef="#ctx0" brushRef="#br0" timeOffset="48591">10410 10520 21800,'2'-43'750,"-1"-1"1,0 0-1,0-8 1,0 6-303,3-7 874,-4 33-1299,1 12 404,2 40-427,-1 9 3,1-2 0,0 3-304,-1 0 0,0 0 248,0 6 0,0 0-112,0 4 0,1 1-317,0 2 0,2 1-496,1 0 1,1-1-642,3-2 1,1-2-1743,1-6 1,1-4 3360,10 17 0,-9-28 0,-7-19 0</inkml:trace>
  <inkml:trace contextRef="#ctx0" brushRef="#br0" timeOffset="49649">10526 10997 19468,'-24'-55'1607,"1"-1"0,1 7 1,3 7-774,2 14-296,5 11-241,5 5-185,4 7-106,7 3 16,10 1-44,17 1-57,20-1-5,-18 1 0,1 0-48,4-1 1,0-1-12,1 1 0,-1-2 31,-4 0 0,-1-1 50,21-6 124,-16-3 106,-17 0 101,-12 0 45,-11 1 33,-5 2 12,-5 2-51,-2 4-84,0 2-140,1 3-45,1 6 6,1 4-34,5 8 0,2 2-5,11 2-6,5-3 5,11-4-10,4-6 21,0-5 18,-1-9 16,-6-6 40,-4-9 11,-6-4 28,-5-4-17,-8-1 5,-3 2 6,-5 4-55,-1 9-24,-3 6-21,-2 9-23,-2 9 5,-2 9-10,1 10-18,7 6-16,5 4-129,14 1-308,12 1-453,18-5-582,15-4 937,-21-21 0,1-3 185,2-1 0,0-4 81,30-8 369,-10-11 292,-15-12 308,-13-7 190,-11-3 1,-9-2-175,-3 4 89,-2 4-386,0 7-122,0 8-163,0 8-72,0 5-35,4 21 12,1 2 0,2 20 6,0-2-12,-1 2 18,-2-3 4,-1-6-16,-1-9 28,-1-9 6,-3-10-28,0-10 22,0-7 16,0-13-27,2-8 6,5-6 27,6-3-16,8 1-40,10 8 28,5 8-38,6 11-18,0 9 28,3 12 1,-2 9-1,-3 13 1,-7 7 27,-9 6-44,-11 1-6,-8-2 50,-10-6-22,-3-10-11,-3-10 61,2-13 34,2-12-56,4-11 6,1-13-6,8-6 0,4-3-23,6 3-21,4 7 38,0 11-5,4 9-6,3 8 17,3 10-50,7 9-29,3 9 29,4 8-57,2 6-313,-4 4-1058,-5 1-8381,-8 7 8370,-14-19 1,-5-3 0,-7-21 0</inkml:trace>
  <inkml:trace contextRef="#ctx0" brushRef="#br0" timeOffset="49808">12204 10765 25539,'2'-23'0,"0"4"0</inkml:trace>
  <inkml:trace contextRef="#ctx0" brushRef="#br0" timeOffset="50799">12693 10498 16807,'1'-5'6822,"0"2"-4469,-1 3-1637,17-64-105,-12 46-567,5-19 1,-6 10-22,-7 28 16,-10 14-5,-8 10-6,-10 16-28,11-10 0,1 1 16,-8 25-19,15-23 1,5-2 7,8 7-10,16 1 22,13-16-17,28-1 28,-4-14-247,9-16 292,-27-7 78,-4-19 39,-18-2 79,-1-27-146,-15 6-318,-3 24 0,-3 1 234,-8-6 13,-11 4-52,0 18 298,-19 7-298,6 18 0,-4 13 0,19 2 0,7 12 0,12-3-259,21 22-88,18-11 25,-3-20 0,5-4 117,4-6 1,1-6 151,-7-1 0,1-3 8,9-4 0,-2-4 45,16-10 59,-21-2 0,-2-2 120,11-17 73,-9-9-107,-20 16 135,-3-3 118,-5 9-280,-3 4 61,-2 4-157,-3 12 636,-1 3-658,-3 18 6,1 5-17,-1 17-6,7-3-11,7 1 28,3-11-22,25 2 22,-14-21 11,24 2 22,-11-28-5,-2-6-15,-6-9-13,-13-11 0,-10 1 0,-4 10 0,-2-2 0,-3-20 0,-3 0 0,0 27 0,3 13 0,1 15-416,4 13-665,9 13-879,11 11-1860,13 6-6,-2-7 3826,6 0 0,-24-22 0,0-2 0</inkml:trace>
  <inkml:trace contextRef="#ctx0" brushRef="#br0" timeOffset="51082">13867 10700 21041,'11'-3'5053,"-2"1"-4141,-9 2-363,13-83-2388,-4 30 1904,-2 13 0,2-8 1,-1 6-47,-1 10 1,0 1-165,8-26 0,1-1 195,-5 16 1,0 1 27,4-16 1,-1 2 13,-6 20 1,-2 4 491,-1-8-584,-11 25 0,-11 21 0,-10 16 0,-7 19 0,18-15 0,2 3 0,2 6 0,2 2 0,3 4 0,4 2 95,3 4 0,3 1-95,4 3 0,2-1 0,5 1 0,3 0-194,3-1 1,2-1-239,1-1 1,1-4 512,-6-11 0,1-1-2179,5 2 1,-3-4-4339,-4-9 1815,3 1 4621,-22-28 0,1 0 0,-3-1 0</inkml:trace>
  <inkml:trace contextRef="#ctx0" brushRef="#br0" timeOffset="51208">13995 10713 18423,'-35'-38'1200,"0"1"1,0-1 0,3 4 0,2 1 0,6 4-484,1-16 112,11 8-723,17 7 112,15 8-274,22 5-233,-11 11 1,3 3-3244,9 0 1,3 1 3531,-1 2 0,-2 1 0,17 0 0,-25 0 0</inkml:trace>
  <inkml:trace contextRef="#ctx0" brushRef="#br0" timeOffset="51391">14420 10369 28671,'13'-37'-5669,"4"16"5669,4 46 0,-8-8 0,-6-6 0</inkml:trace>
  <inkml:trace contextRef="#ctx0" brushRef="#br0" timeOffset="52048">14911 10681 23724,'6'-60'1107,"-1"0"0,0 7 1,-1 3-837,0 13 1,0 5 58,0-10-240,-3 23-79,-1 22 39,-2 22-22,-1 25-22,-1-15 0,1 3-431,-1 6 1,0 1 404,0 5 1,-1 2-641,2 4 0,-1 1 649,1 4 0,2 0-9,2 2 1,1-1-313,2-5 1,1-2 336,0-10 1,1-4 6,2 9-1,-7-34 680,-8-35-680,-5-27-11,5 10 0,0-4 155,0-9 1,1-3-145,2-9 0,1-2-313,1 18 1,1-2 0,0 1 304,2-3 1,2-1 0,0 1 3,0 1 1,2 0 0,0 0-272,2 3 1,2 1 0,0 1 271,6-15 1,3 4-233,1 8 0,2 5 207,1 9 1,3 5 597,25-6-603,4 25 16,-2 24 12,-3 19 610,-27-9 1,-3 4-623,-3 3 1,-3 3-4,-4 2 1,-3 1-9,-6-1 0,-4-1-17,-6-2 1,-5-4 16,-5-2 0,-6-5-3,-4-3 1,-4-4-29,-1-5 1,-2-2-99,2-4 1,0-4-790,-25-10-2387,19-13 3322,19-5 0,12 7 0,9 7 0</inkml:trace>
  <inkml:trace contextRef="#ctx0" brushRef="#br0" timeOffset="52525">15578 10198 27242,'28'17'-28,"4"10"16,1 20 1,-4 4-6,-11-2 23,-11-7 28,-14-12-6,-6-11 44,-4-11 1,1-10-39,6-9 16,5-9 12,8-6-51,9-3-11,9-2 17,10 2 22,4 1-39,3 4-17,0 1 17,-3 1 6,-5 0 106,-7-1-34,-10 8 157,-5-2 68,-6 10-12,-2 0-228,0 3-63,0 2 0,0 2 0,0 7 0,0 6 0,1 12 0,2 7-309,4 18-156,-2-14-1490,1 19 1955,-6-19 0,-1-9 0,0-7 0</inkml:trace>
  <inkml:trace contextRef="#ctx0" brushRef="#br0" timeOffset="52725">16126 9971 26430,'-18'-39'125,"1"1"0,-1 1 0,9 13-226,10 24-78,8 9-420,4 13-1088,7 16-3684,-1 13 4523,-2-2 0,-8-17 0,-5-14 0</inkml:trace>
  <inkml:trace contextRef="#ctx0" brushRef="#br0" timeOffset="53298">16201 10198 23383,'3'-5'3411,"-2"2"-2633,-1 3-761,53-38-4252,-31 48 4241,37-32 864,-45 69-847,-6-3-18,3 18-16,-6-24 0,1 0 0,2 19 5,-2-2 23,-2-33 45,-3-12-12,2-18 0,4-10 57,14-33-18,6-2-69,-12 25 0,2 0 22,2 0 0,2 3 47,13-8-22,16 19 1,2 6-68,-5 0 1696,1 14 0,0 8-1674,-4 23-33,6 2-170,-20-17 0,1-1 192,20 5 17,-13-12 56,0-11 11,-14-19 13,7-25-108,-10-12-973,-11 13 0,-2 0 973,0-23 0,-6 17 0,0-3-482,0-7 0,-1-1 482,0 3 0,0-1-39,1-3 0,-2 5 39,0-3 0,-2 29 0,-1 15 0,0 11 1690,-2 19-1690,0 12 0,-4 26 0,5-19 0,1 0 263,-1-4 0,1 1-263,-1 14 0,3 3 0,6 7 0,4 2 0,3 1 0,4 1-426,0-15 0,3 1 0,2-4-302,14 9 0,3-7 27,-7-10 1,1-3 700,10 0 0,-4-6 0,-10-8 0,8 2 0</inkml:trace>
  <inkml:trace contextRef="#ctx0" brushRef="#br0" timeOffset="53448">17125 10208 26346,'18'-44'69,"1"0"0,3 4 0,6 9-361,10 19 1,5 8-4002,5-1 1,0 2 4292,-4 0 0,-3 2 0,15 1 0,-26 0 0</inkml:trace>
  <inkml:trace contextRef="#ctx0" brushRef="#br0" timeOffset="54148">17571 10368 23489,'-3'5'1758,"1"-1"-1327,28-16 1,14-9-112,5-5-1061,5-2 0,1-2 842,-18 7 0,-3-1-9,0-2 0,0-3 6,-2-3 0,-2-3-39,-3-4 0,-2-1-20,-3-4 0,-4-2-191,-4-1 0,-3-1 177,-4 2 1,-4 0-12,-5 4 0,-3 1 14,-2 6 0,-3 3 39,-16-15-11,3 18 795,4 15-829,2 18 378,0 13-384,0 18-10,1 18-3,12-18 0,2 2-77,1 8 1,2 2 67,3 7 1,3 0-4,3 3 1,5 0-17,3-1 0,5-1-6,5-4 0,4-3-14,1-6 1,3-3-46,-2-6 0,2-5-86,-4-8 0,1-4-26,19-3 124,-8-26 89,-7-17 28,-9-18 45,-9-8 39,-8-3 57,-5 8 55,-5 13-118,1 17-89,-1 12 961,2 11-977,1 9 128,4 10-117,4 13-1,4 7-28,2 7 1,-2 1 27,-3-5-27,-5-6 77,-2-13 130,-2-11-56,0-15-57,1-15-27,6-14-45,7-11 22,11-4-6,8 0 1,7 6 0,5 7-18,-1 12-10,-1 10-45,-3 16 16,-1 12 1,0 19-135,-19-13 0,-1 2-708,-1 6 0,-1 2 566,-1 5 0,-3-1 0,2 6 1,-6-4-1</inkml:trace>
  <inkml:trace contextRef="#ctx0" brushRef="#br0" timeOffset="54632">19457 9785 24665,'-1'-51'944,"-1"-1"1,0 9 0,0 7-732,-1 14-146,-2 20 23,-7 26 78,-11 28-101,6-11 0,0 4-1000,-2 9 1,0 4 937,8-16 1,2 1-1,1 1-11,2 0 1,1 1 0,5-1-10,4 0 0,3-1 0,4 0-82,5-2 0,3-2 0,5-1-297,5-2 0,6-1 0,2-4-2342,7 0 0,3-4 0,1-2 2736,-3-4 0,1-2 0,-4-3 0,5 1 0,-5-4 0,8-1 0</inkml:trace>
  <inkml:trace contextRef="#ctx0" brushRef="#br0" timeOffset="56558">19620 10091 26463,'13'-39'213,"0"0"0,-1 0 0,-3 16-191,-7 27 6,-2 11 22,0 12-33,0 13-22,-2 8 21,0 0-21,-1-3 38,1-9 63,2-13 223,-1-11 73,1-10-207,3-10-79,2-10-33,7-13-51,8-12 17,8-8-291,-11 22 1,2 0 256,2 1 1,0 1 8,2 3 0,0 1-8,13-7 16,13 8-22,-16 15-11,16 9 5,-7 13-16,1 13 5,1 9-89,-6 8-693,-6 5-707,-7 1-3955,-6-1 5461,-5-10 0,-7-17 0,-3-12 0</inkml:trace>
  <inkml:trace contextRef="#ctx0" brushRef="#br0" timeOffset="56775">20518 9722 26844,'8'-40'321,"-1"0"0,0 3 0,3 12-282,9 24 23,10 20-23,16 18-727,-16-9 0,2 5 693,4 7 1,1 3-17,-10-10 0,0 2 0,-1 1-419,2 5 1,-2 1 0,0 1 259,-2 4 0,-1 1 0,-2 1-1529,-4 3 1,-3 1 0,-3-1 1698,-4-5 0,-3 0 0,-1-4 0,-1 2 0,-3-5 0,-10 7 0</inkml:trace>
  <inkml:trace contextRef="#ctx0" brushRef="#br0" timeOffset="59032">8692 12199 18980,'0'-3'5629,"0"0"-4492,0 3-1120,3-20 22,6 30 1,8-5-24,8 39-4,6 9-112,-15-24 0,0-1 103,0 3 0,-1-1-9,-3 2 1,-2 1-7,-3-1 1,-5 1 11,-13 25 34,-15-12 72,-9-19 45,1-17-11,8-22-39,12-16-28,13-16-28,17-9-40,-2 24 1,4 0-9,5 1 0,4 1-8,3 1 0,3 3-149,2 2 1,2 3 16,0 3 0,0 2-218,0 2 0,0 2-337,-2 3 0,-2 1-1565,28 0-1075,-10 6 145,-15 6 2253,-16 0 979,-18 11 1922,-12-6 3096,-10 4-3640,5-9 945,0-2-1270,11-5-532,1-1-302,1 0-168,3-2-79,6 0-6,9-3 7,14 0-7,10-2 1,7-3 16,-2-1 29,-9-5 44,-11-2-6,-13-2 35,-8-3 116,-16-6-49,-3 5-107,-5 4 45,-4 8-40,7 9-44,-2 3-23,4 11-16,4 8-6,2 27 0,4-10-22,2 27 22,10-13-228,0-17 0,2 0 219,4-1 1,5-1-6,14 1 0,3-4 14,16 8 0,-8-19 0,1-7 0,14-14-6,-23-2 1,0-5 10,4-11 1,-3-6 8,-6 0 0,-2-3-8,-2 1 0,-2-3 10,-3-5 1,-4-2-6,-4 4 1,-2-3 13,2-9 0,-1-3 70,-2-6 0,-2 2-14,-3 14 1,-1 3-35,-2 4 1,0 4 137,-2-1-100,-2 19-85,0 3 0,0 7 0,2 3 450,0 4-450,0 2 0,3 5 0,-1-1 0,0 0 0,-1-3 0,-2 0 0,-3-1 0,1-1 0,-7 1 0,6-3 0,-3 1 0,4-3 0,1 0-13,0 0-373,1 1-40,1 1-1618,0 3 2044,1 4 0,-1-4 0,1 1 0</inkml:trace>
  <inkml:trace contextRef="#ctx0" brushRef="#br0" timeOffset="61473">8945 12455 19826,'-59'12'573,"1"0"1,-1 0 0,9-2 0,2 1-1,9-3-209,1-2 726,34-6-995,38-11-64,-1 2 0,6-2-876,16-4 1,6-1 848,-13 4 0,2-1 0,2 1-408,5-1 0,2 0 0,0 0 323,2 1 1,1 0 0,-1 1-142,-1 0 0,0 1 0,-1 2-462,-5 0 0,-1 1 1,-3 2-594,13-2 0,-5 3 139,-17 1 1,-8 3 415,-8 7 1983,-50 7-1146,-6-3 0,-6 1 81,-13 2 0,-5 1 185,13-4 0,-3 0 1,0 0 15,-5 1 1,-1 0 0,0 0 37,-3 1 0,0-1 0,0 0-88,-1 1 0,0-1 1,1 1-106,1-1 1,2 0 0,0 0-68,4-1 1,2 0-1,1 0 294,-12 3 0,3 0-349,13-3 1,4-1-20,-7 2-12,32-6 29,38-14-82,6-1 1,6-2-21,0 0 1,4-2 0,2 0-231,13-3 0,3-1 1,2 0 218,-9 2 1,3 1 0,0 0-1,1 0-367,-9 2 1,0 0 0,1 1-1,1-1 1,-1 1 363,0 1 0,0-1 1,1 1-1,-1-1 0,-1 1-2,10-1 0,-2-1 0,0 1 0,-1 1-321,-7 1 1,-1 0-1,-2 0 1,-2 1 297,2-1 1,-3 1-1,-4 0-19,2 0 0,-18 2-53,-31 3 56,-21 5 0,-11 5 24,1-2 0,-4 1 0,-3 1-9,-9 2 1,-3 2 0,-2 0 28,10-3 1,-1 2 0,-1-1-1,-1 0 9,-2 2 0,-1-1 0,0 1 0,0-1 10,1 1 0,0-1 0,0 0 0,2 0 173,4-1 1,0 0-1,2-1 1,1 0-144,-4 1 0,2-1 0,3-1 773,-2 0 0,6-2-687,4-4-33,47-13 44,37-12-98,-7 7 1,6-1 329,-7 4 1,2 0 0,2-1-371,7-1 0,1 0 0,2 0-146,4 0 1,2-1-1,1 1 140,-14 4 0,1-1 0,0 1 0,0 0-22,13-4 0,1 1 0,-2 1-480,-3 0 1,-2 1 0,-2 0-705,-6 3 1,-2-1-1,-3 1 1199,7-1 0,-5 1 0,4-1 0,-26 6 0</inkml:trace>
  <inkml:trace contextRef="#ctx0" brushRef="#br0" timeOffset="62900">11039 12517 24469,'-3'-49'898,"0"-1"0,1 7 0,-1 10-870,-2 23 11,0 20-22,2 18-9,-1 6 1,1 5-9,1 0 0,0 2-1688,0 13 0,0 1 1640,2-17 1,2 0-586,2 25 0,1 0-654,-1-17 0,1 0-802,1 17 0,1-2-743,-3-19 0,-1-4-999,-3 11 3248,-4-30 2112,-2-33 1451,1-27-1381,3 8 0,2-4 198,0-9 0,0-3-985,1-10 0,-1-2-638,0 15 1,1-1-1,-1 2 142,0-12 1,0 0 80,0 11 1,-1-1 0,0 0-213,0 4 1,0 0-1,1 0 42,0-21 0,1 1-338,2 0 1,4 5 166,3 20 0,2 5-33,11-9 639,29 12-645,-6 22-31,-11 6 0,3 4 604,-4 5 0,0 4-593,2 6 0,-3 2 572,-6-2 1,-2 3-581,5 16 0,-5 3-28,-7 17 210,-11-16 0,-8-1-149,-31 15-11,3-30 0,-4-3 6,-6-3 0,-2-2-9,-2-3 1,-1-4 2,4-1 0,1-4-11,5-2 0,4-3-173,-13-10-1502,22-12 1675,26-17 0,-2 17 0,10-2 0</inkml:trace>
  <inkml:trace contextRef="#ctx0" brushRef="#br0" timeOffset="63383">11676 12058 21646,'5'1'4414,"-2"0"-3697,-3-1-706,12-6-11,4 17 17,13 3 0,0 20-23,-5 4 17,-8 0-5,-9-4 5,-9-6 11,-7-7 34,-4-7 56,-1-8 6,4-7-79,4-3 45,7-12-67,9 0-17,11-11-6,11 0 6,7 0 12,3-2-1,-1 1 6,-4 2 27,-8 4 40,-8 5 112,-9 5 62,-7 3-40,-3 3-27,-2 3-79,0 0-56,0 3-28,0 7 0,0 7-34,1 13 1,1 7-23,2 6-124,0 2-475,-1 0-1075,-1-2-5855,-2-3 7557,0-8 0,1-12 0,-1-10 0</inkml:trace>
  <inkml:trace contextRef="#ctx0" brushRef="#br0" timeOffset="63566">12234 11942 25948,'-4'-45'438,"1"1"1,0 4 0,0 9-428,1 19-61,3 10-34,4 13-370,4 14-1176,4 17-4340,2 13 5489,-4-3 0,-4-17 0,-4-16 0</inkml:trace>
  <inkml:trace contextRef="#ctx0" brushRef="#br0" timeOffset="64173">12456 12177 24094,'2'-6'3248,"0"0"-3002,9-26 1,2-6 72,-4 14-263,4-16 0,0 6-28,-7 31-16,1 17-12,0 15-17,3 18 6,-2 12 19,-5-27 0,1 1-185,1 0 1,1 0 176,8 28 34,3-10-12,-1-15 1,-5-17 10,-3-18-22,0-16-5,5-14 0,4-14 27,5-8 12,3-5-23,5 3-5,0 6 0,3 14 336,-1 15-358,3 12-7,4 16-4,4 8 4,3 9 29,-2 4 0,-4-1-23,-7-2 6,-7-4 0,-8-6-5,-7-9 22,-3-5 5,2-12 6,4-7 0,5-15 7,3-15-35,-11 16 0,1-3-334,0-7 0,0-2 334,0-2 0,-1-2 0,0 1 0,-2 1 0,-1 5 0,-1 2 0,0-20 0,-4 22 0,-6 15 0,-1 12 0,-3 8 0,-2 12 668,-1 13-668,0 16 0,4 18-317,7-24 1,2 2 316,3 4 0,2 1 0,5 1 0,3 0 0,3-1 0,2-1-166,2-3 1,2-2-600,-1-3 1,2-2-1261,-2-5 1,-1-3 2024,14 11 0,-16-16 0,-11-12 0</inkml:trace>
  <inkml:trace contextRef="#ctx0" brushRef="#br0" timeOffset="64356">13302 12076 26726,'38'-23'15,"0"0"1,0-1-1,16-8 1,-4 9-402,13 22-1939,-1 5 2325,0 1 0,-28-1 0,-6-1 0</inkml:trace>
  <inkml:trace contextRef="#ctx0" brushRef="#br0" timeOffset="64773">14204 11750 26440,'-25'45'125,"0"1"1,0-1-1,2 0 1,1-1 0,4-1-107,7 7 1,5 0-936,2 2 0,6 0 812,7 2 1,8 0-981,10 1 0,5-2 1084,4-5 0,0-5 0,-9-12 0,-1-5 0,9 5 0</inkml:trace>
  <inkml:trace contextRef="#ctx0" brushRef="#br0" timeOffset="65957">14790 12285 25281,'-7'-50'554,"0"-1"1,0 7 0,2 10-488,6 25-56,-1 7 45,1 13-17,1 10 6,0 26-22,-1 1-18,-5 15 6,0-22 1,-6 8 32,2-12 63,2-7 78,1-9-57,7-28-94,2-3 5,10-21 28,8-4-17,-3 4 1,2-3-9,-2 3 0,0-1-871,6-7 0,0 1 869,7-11 32,7 0-49,-1 22-18,1 7 1,5 13-17,-6 20 22,4 10 0,-10 2-33,6 16-527,-6 10-1013,0 4-2018,-15-22 0,-1-1 3580,6 12 0,-8-18 0,-6-12 0</inkml:trace>
  <inkml:trace contextRef="#ctx0" brushRef="#br0" timeOffset="66133">15550 12284 25457,'41'-24'-293,"0"0"1,-1 0 0,0 2-1,0 1 1,-1 7-2481,5 7 1,-2 6 1741,-3-2 1,-2 0 0,11-1 0,-22 2 0</inkml:trace>
  <inkml:trace contextRef="#ctx0" brushRef="#br0" timeOffset="66340">16280 11905 22979,'0'-4'4067,"0"1"-3255,0 3-796,0 9 12,-2 20 12,1 18-77,0-14 1,0 2-540,2 3 1,1 0-761,3 2 0,1-1-3580,2-1 1,0-2 3540,8 14 1,-5-19-1,-8-24 1</inkml:trace>
  <inkml:trace contextRef="#ctx0" brushRef="#br0" timeOffset="66573">16684 11744 26795,'-11'-58'494,"0"-1"1,2 7 0,6 10-372,12 24 14,10 14-126,7 21 17,10 18-19,-13-8 0,0 4-500,2 5 1,-1 4 490,1 4 0,-3 3-12,-3 5 0,-4 3-507,-2 4 0,-6 1 280,-8-18 0,-3 1 0,-4-1-1455,-6 2 1,-4 0-1,-3-3 1694,-3-3 0,-2-3 0,1-2 0,-5 2 0,2-6 0,-13 4 0</inkml:trace>
  <inkml:trace contextRef="#ctx0" brushRef="#br0" timeOffset="67391">17506 11845 22951,'-6'3'2185,"1"0"-826,5-3-1102,0 0-169,-7-17-1370,6 16-7966,-4-3 9248,9 19 0,-1-2 0,-1-5 0</inkml:trace>
  <inkml:trace contextRef="#ctx0" brushRef="#br0" timeOffset="67557">17655 12492 26396,'-25'39'228,"0"0"0,1 0 1,-13 16-1,1-6-256,10-21 0,0-4-599,-3 2 0,-1 0 627,-3 2 0,1-2 0,-3 3 0,3-2 0</inkml:trace>
  <inkml:trace contextRef="#ctx0" brushRef="#br0" timeOffset="68008">21794 9955 24883,'1'-4'1944,"0"1"-3159,-1 3 1215,12-24 0,-9 18 0,10-17 0</inkml:trace>
  <inkml:trace contextRef="#ctx0" brushRef="#br0" timeOffset="68198">21933 10480 25758,'0'6'2245,"0"-2"-1690,0-4-701,17 84-1114,-14-22 551,-5-14 1,-1 7-1,0-9 1,-5 9-1,-16 0 1</inkml:trace>
  <inkml:trace contextRef="#ctx0" brushRef="#br0" timeOffset="69332">7360 13282 18936,'-2'-4'5410,"1"1"-4183,1 3-1154,0-46-34,14 33-17,9-33-5,17 46-6,4 6-22,-2 6-6,-10 8 6,-14-1-17,-25 19 6,-26-7 19,5-7 0,-5 0-422,-5-3 0,-2-2 433,-3 1 1,0-1-7,10-4 1,0-1 5,-6 3 1,4 0-9,3 2 0,-3 5 6,33-9 5,15-1 0,15-1 0,12 1-11,-3-3 0,-4 0 0,1 1-5,14 8 2,-15-6 0,-1 3 9,8 11 877,-20 3-871,-23 3 4,-21 3-4,-17 3-7,-6 0 12,2-4-11,12-8-12,14-7 6,14-5 0,13-1 0,9 2 11,10 4-11,6 8-5,5 6 10,-1 8-5,-7 4 11,-11 3-11,-20-2 0,-19-3 17,-20-7-356,-15-8 260,25-19 1,-2-2-740,0-3 0,1-2 211,-20-5 0,21 0 1,15-3-1</inkml:trace>
  <inkml:trace contextRef="#ctx0" brushRef="#br0" timeOffset="70533">22037 3101 23332,'0'-3'135,"0"0"-23,0 3-28,13 89-9,-4-34 1,1 5-845,-3-16 1,1 5-1,0 1 1,1 0 815,-1 1 1,1 2-1,0-1 1,0 1-8,-1 2 1,1 0 0,0 0 0,-1-1-23,1 8 1,0-1 0,0 3 3,-2-14 0,0 3 1,0 2-1,0-1 1,-1 0-2,1 6 0,0-1 0,0 2 0,0 5-263,-1-12 0,0 5 1,0 2-1,1 1 1,-1 1-1,0-1 1,0-1 249,0-5 1,-1-1 0,0 0 0,0 0 0,0 0-1,0 1 1,0 2-221,0 0 0,0 1 0,0 2 0,0 0 1,1 0-1,-2 0 0,1-1 0,0-1 210,-1 2 1,1 1-1,-1-1 1,0-1-1,0-1 1,0 0-1,0-2-167,0 0 0,-1-3 0,1 0 0,-1 0 0,1 2 0,-1 4 169,0-6 0,0 3 0,1 3 0,-1 1 0,0 0 0,0 1 0,0-2 0,0-1 0,0-2-36,-1 1 1,1-1 0,-1-3-1,0 0 1,0 1 0,0 2-1,0 4 44,1-7 0,-1 3 1,0 1-1,0 2 1,0 1-1,1 0 1,-1 0-1,0-1 1,0-1-1,0-2 11,0 7 1,0-1 0,-1 0-1,1-2 1,0 1 0,-1-1-1,1 0 1,0 1 4,0 1 1,0 0-1,0 1 1,0-1-1,0 0 1,0-1-1,0-1 1,0-2-13,0-2 0,-1-1 0,1-2 0,0 0 0,0 0 0,1 1 0,-1 2 4,1 0 1,0 0 0,1 2 0,-1 1 0,1-1 0,0 0 0,0-2 0,1-1-26,0 8 1,0-3 0,0-1 0,1 1-1,1 2 1,0 3 12,-2-13 1,1 2-1,1 2 1,-1 1-1,1 2 1,1-1-1,-1 0 1,0 0-1,0-1 1,0-3-1,1 7 0,-1-2 0,1-1 0,0-1 1,-1 1-1,1-1 0,0 2 0,0 0 0,0-2 0,1 2 1,-1 1-1,1 0 1,-1 0-1,0-2 1,1-1-1,-2-2 1,1-3 63,0 4 1,-1-5-1,1-1 1,-2-1-1,1 1 1,-1 4-105,0 4 1,0 4 0,0 1 0,-1 1 0,-1-1-1,-1-2 1,-1-4-560,-1 4 0,-2-4 0,0-2 1,-2 1-1,1 2 595,1 1 0,-1 4 0,0 1 0,0-2 0,-1-3 0,0-7 0,-3 11 0,-1-7 0,0-7 0,-1-5 0,0 0 0</inkml:trace>
  <inkml:trace contextRef="#ctx0" brushRef="#br0" timeOffset="73557">5416 15822 25993,'-3'47'62,"-1"-1"1,1 1 0,-1-1 0,-1 0-1,-1-1-90,-7 15 0,-2 0-1490,2 1 1,2 1 35,3-1 1,1 0 1481,2 3 0,2-4 0,1-25 0,1-3 0,1 22 0</inkml:trace>
  <inkml:trace contextRef="#ctx0" brushRef="#br0" timeOffset="73849">5329 16123 20450,'-15'-56'636,"1"0"0,-1-1 1,3 6-1,0 0 0,5 4-507,6 3 0,5 3-70,4 5 0,5 2-42,4 5 0,5 4-6,4 5 0,4 6-11,3 4 0,1 5-5,22 8-9,-15 13 0,-1 6 8,-14-2 1,-3 3-9,9 11 0,-3 4 8,-13-5 0,-6 2 6,-7 0 0,-7-1 6,-6 1 0,-6-3-9,-5-1 0,-5-2 20,-2-3 0,-3-3 2,2-4 1,-1-3-3,-23 3 618,11-12-1263,15-15-1543,12-15 2171,19-15 0,-2 14 0,8 0 0</inkml:trace>
  <inkml:trace contextRef="#ctx0" brushRef="#br0" timeOffset="74316">5945 15641 26670,'18'-2'12,"9"9"-7,10 23-22,13 8 23,-16-11 0,0 0-6,11 12-26,-18-12 1,-5 1 14,-12 5 28,-14 5 5,-18-13 101,-21-11 6,7-17-67,5-4 61,15-15-50,12-1-17,10-8-34,20-11-11,10 5-292,6 1 303,8 3-5,-7 5-17,-16 12 0,0-1 31,1-1 0,-1 0 97,7-9-38,-8 4 117,-20 9 135,-12 5-241,3 2 128,-7 1 159,5 5-365,-1 1-1,2 7 6,-2 5-28,0 10-28,0 6-325,2 18-1153,5-2-584,1 2 1282,5-9 1,-4-22-1,0-1 1</inkml:trace>
  <inkml:trace contextRef="#ctx0" brushRef="#br0" timeOffset="74499">6536 15454 26922,'24'-19'-782,"2"19"1,7 40 0,-11-8 0</inkml:trace>
  <inkml:trace contextRef="#ctx0" brushRef="#br0" timeOffset="75049">6826 15705 24335,'0'-5'3181,"0"1"-2688,0 4-482,49-40 6,-21 48-23,7-16 1,-2 4-7,-8 41 1,2 17 8,-18-23 1,0 0 2,-2 0 0,0 0-9,-2 3 1,0-3 53,-4 3 27,-1-17-32,0-12 32,0-25-55,7-5 17,6-20-12,11 2-16,7 2 11,-3 11-6,15 3 6,-10 18-12,17 3-16,-3 15 17,7 7 8,-23-5 0,0 0-17,5 1 0,0 0-317,3-1 0,1-1 337,1-3 0,-1-1-3,-1-2 0,-2-3 47,24-12-16,-22-3-39,-12-35 0,-19-2-6,-7 9 0,-3-4-519,-2-2 0,-2-1 519,-2-5 0,0-1 0,1 0 0,1 1 0,1 7 0,0 2-21,3 10 1,0 3 20,0-11 559,1 21-559,1 14 127,-1 40-127,4 10 0,-1-4 0,2 5 138,1 0 1,1 1-139,2 5 0,2 1 0,3 2 0,2-1-639,5 0 0,2-1-4277,5-4 1,0-4 3783,-6-11 0,0-4 1,9 8-1,-22-26 0</inkml:trace>
  <inkml:trace contextRef="#ctx0" brushRef="#br0" timeOffset="75240">7906 15433 25774,'-9'-1'2179,"2"-1"-1989,7 2-173,0 0-426,83-39-1732,-42 29 1,5 0 2140,-4-3 0,8-3 0,-1-1 0,-6 5 0,2 4 0,-3 3 0,1-3 0,-1 0 0</inkml:trace>
  <inkml:trace contextRef="#ctx0" brushRef="#br0" timeOffset="75690">8785 15518 23403,'5'-45'939,"-1"0"1,0-1 0,0-11-1,1 6-451,1-3-157,-4 28-270,-1 20 1,-2 23-28,0 21-20,0-5 0,1 3-583,-1 10 0,0 4 580,0 7 1,0 3-20,1-17 1,-1 1-1,2 0-9,1 2 0,1 0 1,2 0-53,1-1 0,2 0 0,4-2-193,3-1 1,3-1 0,4-4-356,3-2 1,4-3 0,3-3-1849,4-5 1,3-4 0,0-3 1970,18 1 1,-3-6 0,-15-5-1,-5-4 1,8-3 0</inkml:trace>
  <inkml:trace contextRef="#ctx0" brushRef="#br0" timeOffset="76240">10280 15324 27471,'-13'-25'370,"-6"7"-376,-7 24 34,-15 2 11,-11 5-27,-1 0 16,10-4 0,13-2-17,14-4-17,9-2-5,5-1 17,2 0-6,0 2 22,-1 1-11,-3 3 6,-4 4 5,-4 1-27,-2 1-12,-1-1 17,5-3 22,3-3 85,5-3 251,1-1-341,0-4-23,1 2-839,0-2-902,3 5 1747,4-2 0,-3 2 0,3-2 0</inkml:trace>
  <inkml:trace contextRef="#ctx0" brushRef="#br0" timeOffset="78307">10038 15555 19605,'17'-56'1400,"-1"0"1,-1 3-1,-3 4-570,-4-6-478,-4 15 1068,-3 2-1179,-1 26-5,-1 3-191,-3 26 122,-4 21-142,2-8 1,-1 2 13,-1 8 0,-1 1-272,-1 4 1,-1 1 240,0 1 0,-1-1 9,0-1 0,0 0-17,1-5 0,2-1-30,1-6 1,1-1 46,-3 17 50,6-18 163,2-17-57,2-14-100,1-16-17,4-16-39,7-17 108,-2 18 0,1-2-125,3-5 0,1-1-3,2-5 0,0-1 14,1-2 1,-1 2-15,-1 2 0,-1 2 8,-3 9 1,-2 3 60,4-8-77,-8 22 50,-4 15-56,-1 15 23,0 15-6,0 20 0,-1-19 0,0 1 145,0 3 1,-1 1-160,0-1 0,0 0 14,-4 26 5,3-12-16,0-13 0,1-13 61,1-11 46,0-10-57,-2-12 303,1-13-325,-1-16-12,3-14 0,1 20 1,0-1-237,2-5 1,1-1 230,1-1 0,0 1 11,1 4 0,0 1-16,5-17-29,-4 23 23,-4 17-6,-3 18 45,-1 16-17,-3 19-22,-2 16 22,0-23 0,0 1 30,-2 1 1,0 1-40,1-1 1,-1 0-9,0-4 1,0-1-17,-2 20 38,4-15-16,2-15 45,3-11 0,3-17-45,3-12 407,6-16-407,1-15 0,-6 19 0,0-1 6,-1-4 1,0-1-179,-1-1 1,-1 1 171,-1 1 0,-1 2 0,2-17 0,-3 20 0,0 17 0,-1 17 0,-1 16 0,-3 19 0,-3 20-274,1-23 1,1 2 273,-1 1 0,-1 0 0,0-1 0,0 0 0,1-5 0,1-1 324,-6 19-324,5-15 0,2-15 0,2-13 0,1-16 0,0-13 566,1-17-566,4-15 0,-1 23 0,1-2 0,1-2 0,0 0 0,0 2 0,-1 1 0,2-18 0,-2 23-63,-6 18-1135,-7 21-6084,-2 13 7282,-2 6 0,6-10 0,3-9 0</inkml:trace>
  <inkml:trace contextRef="#ctx0" brushRef="#br0" timeOffset="78557">10896 14902 25511,'-2'-7'2834,"-1"2"-2543,3 5-256,0 0-35,39 66 0,-25-34 0,0 4-703,5 7 1,2 6 0,-4 0 702,-5-3 0,-4 1 0,-1 2-92,-1 4 0,-3 2 1,-2 2-859,-3 3 0,-4 2 0,-3 0 950,-2-8 0,-2 2 0,-1-2 0,2-6 0,-4 12 0,0-5 0,-4-2 0,-1 0 0</inkml:trace>
  <inkml:trace contextRef="#ctx0" brushRef="#br0" timeOffset="82415">7240 6753 21976,'-24'-25'275,"-9"15"-224,-14 45-26,16-13 0,-1 2-935,-6 3 1,-1 2 917,-4 2 0,-1 0-5,-2 2 0,0-1 0,-1-1 0,2-1 5,4-4 0,2-3 243,7-4 0,3-3-352,-7 4 335,20-9-273,15-3 28,8 2 11,6 3 952,8 7-957,1 9 16,-2 11 11,-4 15 6,-11-20 0,-2 2-495,-3 8 0,-1 3 520,-4 9 0,-1 2-584,1-12 1,-1 0 0,-1 2 589,-1 6 1,-1 2 0,0 0-29,2-10 0,0 1 0,0 1 0,0 0 2,-1 3 1,1 0-1,0 1 1,0 0-2,0 0 0,1 1 1,0 0-1,1-1-412,0-1 0,1 1 0,0-1 0,1-1 450,0 12 1,1-1 0,2-1 3,2-6 1,1-2 0,2-1-146,1-7 1,2-1 0,2-2 193,8 15 0,5-5-5,5-6 0,4-4-27,5-5 0,5-5 4,10-3 0,5-7-115,-12-9 1,2-3 0,3-3-75,9-1 1,2-3 0,2-3-845,-8-2 0,3-3 0,-1 0 0,0-1 866,-2 0 1,0-1 0,-1 0 0,-4 0 0,1-1 0,-4-1-1,-3 1 1,-3 0 0,1 0 0</inkml:trace>
  <inkml:trace contextRef="#ctx0" brushRef="#br0" timeOffset="85691">24377 3269 21245,'3'-53'659,"0"0"1,-1 0 0,1 5 0,-1 1 0,-1 6-100,1-19 192,-4 19-628,0 20-8,-1 12-144,-2 17 115,0 13-70,-1 19-6,-1 17-11,4-23 0,0 1-69,1 3 0,0 0 77,1 0 1,0-1-6,1-2 0,1-2 2,2 21 18,1-16 167,-1-17 129,-2-12-100,0-17-124,-1-13-45,-1-16 1,1-16-239,0 22 1,-1-2 203,2-3 1,0 0 14,0 0 0,0 1 19,2-26 342,0 18-386,-3 21-62,1 14 28,-1 15 22,2 13 6,1 19 11,2 16-5,-3-23 0,1 1 66,0 1 1,0 0-76,-1-1 0,0-2-8,2 21 39,-1-14 107,-1-17 55,-2-14-72,-7-20-40,-3-15-39,-4-19-45,7 16 1,2-1 10,1-4 1,2 0-1,2-2 1,2 1 139,1 3 0,1 2-179,6-15-263,-4 21-1187,-3 21 1484,-9 29 0,4-13 0,-4 12 0</inkml:trace>
  <inkml:trace contextRef="#ctx0" brushRef="#br0" timeOffset="90108">11877 13248 14085,'-58'-2'651,"1"1"1,6 0 0,6 0 440,6 2-353,5 1-347,-4 3-17,-6 3 1,-4 1-146,5 1-242,12-3 12,15-2 230,25-3 44,27-2-142,2-4 0,7-2-843,-2 0 1,4-1 0,3-1 792,-1 0 1,2-1-1,3 0 1,1 1-542,-2-1 1,1 1-1,1-1 1,2 1-1,1-1 502,-4 2 1,1 0 0,1-1 0,1 1 0,1 0 0,0 0-250,-5 1 1,1-1-1,1 1 1,0 0-1,1 0 1,-1 0 0,2 0 245,2 0 1,1 0 0,0 0 0,0 1 0,1-1-1,0 1 1,0-1-160,-6 1 1,1 0 0,-1 1 0,1-1 0,0 1 0,0-1-1,0 1 1,0-1 135,0 1 1,1 0 0,0 0-1,1 0 1,-1 0 0,0 0-1,-1 0 1,1 1-45,7-1 1,-1 0-1,1 0 1,-1 1 0,0-1-1,-1 1 1,0 0 38,-3 0 0,-1 0 0,1 0 0,-2 0 0,1 0 0,-2 0 0,0 1 0,3-1 0,-1 1 0,-1-1 0,0 1 1,-2 0-1,-2 0 70,2 0 1,-2 0-1,-1 0 1,-3 0 0,-2 0-108,13 0 1,-4 1 0,-8 0 597,-3 0 0,-21 2-651,-52 7 7,-22-1 1,-13-1 69,19-1 1,-3 0-1,-3 0 1,-2 0-39,4-1 1,-2 0 0,-1 1 0,-2-1 0,0 0 6,-6 1 1,-2 0 0,-1-1 0,0 1-1,-1 0 16,6-1 0,0 0 0,-1 0 1,0 0-1,-1 0 0,0 0-92,-3 0 1,0 0 0,-1 0-1,-1 0 1,1 0 0,-1 0 111,7 0 0,0-1 0,0 1 0,0 0 0,-1 0 0,1 0 0,-1-1-147,0 1 0,0 0 1,0 0-1,0 0 0,-1 0 1,1 0-1,0 0 155,0 0 0,1 0 0,-1 1 0,1-1 0,-1 0 0,1 0 0,1 0-18,-9 1 1,2-1 0,-1 1 0,1-1 0,0 1 0,1-1 11,4 0 1,0 0-1,0 0 1,1-1 0,1 1-1,0-1 0,-5 1 1,1 0 0,0 0 0,2-1 0,0 1 4,-6-1 0,1 1 0,2-1 1,1 1 161,8-1 0,2 0 0,1-1 0,1 1-149,-4 0 0,1 0 1,4 0 626,-7-1 1,6 0-562,-9 0 1840,42-5-1906,46-8 1,4 2 0,8-2 300,-2 0 0,6 1 0,2-1-299,-2 0 1,2 1-1,3-1 1,1 1-319,-3 0 1,3 0 0,1 0 0,1-1 0,1 1 306,-2 1 1,0-1 0,2 1 0,1 0 0,0-1 0,1 1-231,-3 1 0,0-1 0,2 1 1,-1-1-1,2 1 0,-1 0 0,2 0 224,-5 1 0,2 0 0,0-1 0,0 1 1,0 1-1,1-1 0,0 0 0,1 1-149,1-1 1,1 1 0,1 0 0,-1 0 0,1 0 0,0 0 0,0 0 0,1 1 146,0 0 1,1-1 0,0 1-1,0 1 1,1-1 0,-1 0 0,0 1-1,0 0-46,-1 0 1,0 0 0,0 0-1,0 1 1,-1-1 0,1 1 0,-1 0-1,0 0-30,-3 0 0,0 0 1,-1 1-1,1 0 1,-1 0-1,-1 0 1,0 0-1,0 0 69,5 0 0,1 1 0,-1-1 0,0 1 0,-3 0 0,-2 0 0,-5 0 0,9 0 0,-5 0 0,-3 0 0,-2 0 0,3 1 0,-1 0 0,1 0 0</inkml:trace>
  <inkml:trace contextRef="#ctx0" brushRef="#br0" timeOffset="92999">15888 12423 9318,'-2'-9'5287,"1"2"-2738,1 7-695,0 0-252,-37-71-863,25 44-78,-10-18 0,1-4 975,12-1-768,2-4-218,3-7-135,6 19-302,-1 16 78,4 9-162,-4 14-101,0 11 5,-2 14-21,-4 20-7,1-1-8,0-9 1,0 3-474,2 8 0,2 1-4440,2 3 1,2-1 3815,-1-2 1,1-3-1,6 2 1,-7-30-1</inkml:trace>
  <inkml:trace contextRef="#ctx0" brushRef="#br0" timeOffset="101125">24433 4135 27504,'-7'-7'941,"2"2"-1551,5 5 2623,0 0-1380,3 2-736,-1 1-452,2 3 338,-4 1-857,-7 1 1812,-7 1 304,-11 1-719,-6-3-448,-2-3 271,6-9 353,5-6-196,11-12-571,6-8-479,12-10-167,6-1 9,10 2 573,3 9 259,4 12 241,1 10 135,2 17-17,2 14-378,1 20-253,-19-14 1,-3 3 182,-2 6 0,-4 1-41,-4 5 1,-7 1-44,-7 5 0,-8 0-720,-9 4 0,-6-2 762,5-15 1,-4-1 0,-1-2 115,-2-1 0,-2-1 1,0-2 164,-16 8 1,1-5 135,9-9 0,4-6 358,-11-6-190,27-26-219,23-18-78,17-12-61,18-1-23,15 12-17,-20 23 0,2 6-88,3 7 1,0 6-61,3 7 0,-1 7-1231,1 10 1,-2 4 1395,-6 1 0,-3 0 0,7 15 0,-18-21 0</inkml:trace>
  <inkml:trace contextRef="#ctx0" brushRef="#br0" timeOffset="113265">13554 6108 22419,'18'-33'669,"0"-1"1,6-20-597,-35 54-12,-15 5-5,-18 4-22,-17 6-422,24-6 1,-1 0 398,-1 0 0,-1 0 3,2 0 0,1 0 0,4-2 0,3 0 445,-16 3-167,19-4-35,14-2-4,6 0-150,3 1-29,0 4 619,0 3-655,0 6-218,-2 6 26,-1 8-20,-2 7 32,-3 8 157,0 1 6,1 2 12,3-4-33,3-4 23,3-6 12,1-7 28,0-9 55,0-6 162,0-7 275,0-4-28,1-2-269,1-6-146,3-4-62,4-6-16,6-3-17,4 0-12,7 2 51,6 4-39,7 3-17,6 2 6,5 4-29,3 3 29,2 7 0,-1 6-12,-4 6 12,-11 6 10,-14 5 7,-17 7-1,-23 5-16,-21 6-418,9-23 1,-3 0 419,-4 1 1,-1-1-4,-2 0 1,-1-1 5,-1-2 1,1-1-296,0-2 0,0-2 303,3-3 1,0-2-104,3-4 1,1-2 151,-22 1-12,7-13-23,8-4 1,6-7-12,8 1 777,7 4-805,8 5 579,6 4-612,3 2 297,6 6-258,6 2-5,13 4 5,13-1 0,16-5-6,-19-4 0,2-2-317,4-2 1,2-1 330,2-2 1,0-2-1,0-2 0,-2-2 0,-2-1 1,-2-2-1,-4 0 1,-2-3-89,-4 0 1,-4-2 102,15-23 10,-12-3 6,-13 1-16,-10 2-1,-12 6 1,-9 5-7,-10 8 613,-5 6-635,-2 6 188,-2 7-188,1 5-5,-2 5 16,-2 6 1,0 1 0,-4 0 2,6-1 1,4-1 7,12-9 1,4-6 0,3-6 0,4-9-23,3-10 12,3-9-1,2-9-10,6-6 22,1-2 5,3 0-16,-1 5-12,-1 6 6,-2 9-6,1 10-33,1 11 6,3 7 21,5 5 12,7 4 12,12 3-12,9 2-17,9 1 22,2-2 7,0-3-12,-2-5-152,0-5-1914,4-5 2066,-6-2 0,-17 6 0,-14 3 0</inkml:trace>
  <inkml:trace contextRef="#ctx0" brushRef="#br0" timeOffset="116373">24156 5681 24034,'22'-45'606,"0"0"0,0 2 1,1 7-251,18 6-318,2 2-17,-2 6-19,-1 5-29,-3 7-47,-2 5-72,-2 10-38,-2 8-8,-2 10 140,-8 11-48,-10 6 41,-17 7 12,-15 1-10,-14-1 45,-5-7 51,2-7 85,8-11 162,11-9 156,9-7-67,6-5-207,4-5-84,1-2-72,3-1-35,0 1 18,2 3-40,2 8 67,3 7 12,5 12-40,4 10 17,3 7-16,-3 6 10,-7 0-5,-12-1 12,-19-4 10,-24-4-427,10-22 0,-3-2-49,-8-2 1,-2-3 453,-5-2 0,2-2 0,-9 0 0,11-4 0</inkml:trace>
  <inkml:trace contextRef="#ctx0" brushRef="#br0" timeOffset="123189">23834 7226 17125,'4'-10'2772,"12"-26"1,4-7-1618,-3 3-1007,4-7 0,0-1 406,-4 11-135,-4 12-384,-7 12 15,-3 16-64,-10 20 37,-7 21-18,1-14 1,-1 3 5,-3 4 0,0 2-9,1-1 0,1 0-30,2-1 0,2-2 236,1 24-150,14-17 321,10-18 145,14-18-109,15-20-267,-14 1 1,2-4-390,4-5 1,2-2 340,2-3 1,0 1-14,-2 0 0,-1 1-20,-5 4 0,-3 2-5,12-6-79,-18 12 6,-10 14 5,-4 16-22,-1 19-33,1 23-532,-3-19 0,-1 4-603,2 10 0,0 6 881,0-9 0,0 3 0,-1-5 1,0-4-1,0-3 0,0 3 1,1 0-1</inkml:trace>
  <inkml:trace contextRef="#ctx0" brushRef="#br0" timeOffset="133633">12711 5633 7922,'-61'7'125,"-1"1"0,0-1 0,1 0 0,-1 1 1,1-1-1,3 0 0,2 0 0,1-1-7,-6 2 0,3 0 0,6-2 464,6-2 0,4 0 298,0 0 1,7-1 1072,12-6-1454,50-4 0,20-3-319,-11 3 1,4-1-763,3 0 0,7-2 1,4 1-1,-2 0 662,-2 0 1,-1 2 0,1-1 0,4 0-360,0 0 0,3 0 1,2 0-1,0 0 0,1 0 341,-6 1 1,-1 0 0,2 0 0,0 0 0,1 1 0,3-1-154,-5 2 0,3-1 0,2 0 0,0 0 0,1 1 0,-2-1 0,-1 1 0,-3 0 107,3 0 1,-4 0 0,-1 0 0,0 0 0,2 1-1,3-1-93,0 0 1,3 0-1,3 1 1,0-1-1,1 0 1,-1 1 0,-2-1-1,-4 1 131,1 0 1,-3 1-1,-1-1 1,-1 1-1,2-1 1,4 1-42,0-1 1,2 1-1,3-1 1,1 1 0,1-1-1,-1 1 1,-2-1-1,-2 1 3,-1 0 1,-1 0 0,-1 0 0,-1 1 0,-1-1-1,1 1 1,1-1-2,3 1 0,2-1 0,0 1 0,-1 0 0,-1 0 1,-3 0-1,-5 0 10,10 1 0,-6-1 0,-2 1 0,1 0 143,0 1 1,1 0 0,-3 1 0,-4 0-131,15 1 1,-6 2 444,4-1 0,-11 5-307,-20 13-3,-74-1 212,-16-6 0,-9-4 34,25-4 1,-1-1 0,-3-1-296,-6 0 0,-5-1 1,-2 0-1,0-1 35,1-1 1,1 1-1,-3-2 1,-5 1-76,9 0 0,-4-1 1,-4 1-1,-1-1 0,-1 0 1,1 1-1,1-1-114,4 1 1,0-1-1,0 0 1,0 1 0,0-1-1,-1 1 1,-2-1 64,6 1 1,-1-1-1,-3 1 1,1-1 0,-1 1-1,1 0 1,1-1-1,2 1 1,3 0-192,-8 0 0,3 0 1,2 0-1,1 0 1,-1 1-1,-3-1 122,2 1 1,-1 0 0,-2 0 0,0 0 0,1 0 0,1 0 0,2 0-68,-8 1 1,3-1-1,1 1 1,0 0 0,-3 0 93,3 0 0,-1 0 0,-1 0 0,0 0 0,-1 1 0,0-1-7,8 0 1,-1 0 0,-1 1 0,1-1-1,0 1 1,2-1 0,1 0 36,-8 1 1,2-1-1,1 1 1,2-1-1,-1 1 111,5-1 0,1 1 0,0-1 1,2 0-1,2-1-90,-14 1 1,3-1-1,6 0 676,4-1 1,5 0-698,-3-3 1,12-3 1770,26-7-1899,32 0 1,16 1 223,3 1 1,7 0 35,-7 2 1,5 1 0,3-1 0,0 1-136,2 0 1,-1 1-1,4-1 1,4 0-2,-7 2 0,4-1 1,4 0-1,1 1 0,1-1 1,0 1-1,-2-1-207,-1 1 1,-1 0-1,0 1 1,0-1-1,1 0 1,1 1-1,2-1 187,-5 1 1,1 0 0,2 0 0,0 0 0,1 1 0,-1-1 0,1 0 0,-1 1 0,-1 0-199,3-1 0,1 1 0,-1 0 0,0 1 0,0-1 1,-2 0-1,0 1 0,-1 0 228,-1-1 1,-2 1 0,0 0-1,-1 0 1,0 0 0,1 0-1,2 0-193,0 1 0,2-1 0,0 1 0,1-1 0,0 1 0,1 0 1,-1 0-1,-1 0 132,0 0 0,0 0 1,0 1-1,-1-1 0,1 1 1,0-1-1,-1 1 1,1-1 19,-1 1 0,1-1 0,-1 1 0,0-1 0,0 1 0,1-1 0,0 1 0,0 0 26,2-1 0,2 1 1,0 0-1,0 0 1,0 0-1,-2 0 1,-2-1-1,-3 1 22,3 0 0,-1 0 0,-3 0 0,-2-1 0,-1 1 1,-2 0 11,10 0 1,-4 0 0,-2 0 0,1 0 168,-1 0 0,0 0 0,-2-1 0,-3 1-172,-1 0 0,-4 0 0,-3 0 45,14 0 0,-10 0 1571,-12 0-1682,-62 0 0,-20-1-53,1 0 1,-6 0 184,9 0 1,-4-1 0,-4 0 0,-2 0-149,0 0 1,-2 1 0,-2-1 0,-1 0-1,0 0 21,6 1 0,1 0 0,-2 0 0,0-1 0,-1 1 1,-2 0-1,0 1 0,-2-1 0,-1 0 0,-1 0 0,0 0 0,0 1 0,2 0-184,3 1 0,0 0 0,0 0 0,1 1 1,0 0-1,1 0 0,2-1 180,-12 1 1,4 0 0,0 0-1,-2 0 1,-5 2-124,14-1 1,-3 0 0,-3 1-1,-1 0 1,-1 1 0,-1 0 0,2-1-1,2 1 1,2-1 144,-3 1 0,3-1 1,1 1-1,1 0 0,-1-1 1,-2 1-1,-4 0-32,7 0 0,-2 0 0,-3 0 0,-1 0 0,0 0 0,-1 0 0,0 0 0,1 1 0,2-1 0,2 0 23,-6 0 1,2 1 0,1-1 0,0 0 0,1 1 0,1-1 0,-1 1 0,1-1 6,-5 1 1,0-1 0,0 1 0,0 0-1,2 0 1,0-1 0,1 1 8,-4 0 1,0 0-1,1 0 1,1 0 0,3-1-1,2 1 176,-8 0 0,3 0 0,2 0 0,1-1-229,2 1 1,-1-1 0,5 1 0,8-1-38,8-1 0,7 0 1558,-10 4-1417,63-9 1,19-3 36,-2 1 0,5-1 0,-1-1 179,-2 0 1,0 0 0,4-1-174,3 0 0,3-1 1,3 0-1,2-1-2,1 1 0,2 0 0,2 0 1,2-1-1,0 1-57,-6 0 1,1 1 0,0-1 0,2 1-1,1-1 1,2 0-162,-6 1 0,1 1 0,2-1 0,0 0 1,2 0-1,-1 0 0,0 0 0,-1 1 120,-2-1 1,-1 1 0,1 1 0,-1-1 0,0 0-1,1 1 1,0-1 0,0 0-129,-4 1 1,0-1-1,1 1 1,-1-1-1,1 1 1,0 0-1,0-1 1,0 1-1,0-1 116,1 0 1,0 1 0,0-1-1,0 0 1,0 0 0,0 0-1,1 0 1,-1 1 0,-1-1-69,0 0 0,1 0 0,-1 0 0,0 0 0,0 0 1,-1 1-1,1-1 0,-1 0 0,-1 0-978,4 0 1,0 0 0,0-1 0,0 1 0,-1 0 0,-2 0 0,-1 0 0,-2 1 1043,13-2 1,-2 1-1,-3-1 1,-2 2-1,-4-1 1,14-1-1,-5 1 1,-13 1-1,-4 0 1</inkml:trace>
  <inkml:trace contextRef="#ctx0" brushRef="#br0" timeOffset="135025">7740 7019 27388,'16'-40'1169,"0"0"1,1 3-1,-8 9-1544,-15 22-2405,-7 6 3636,-13 9 621,-14 10-855,13-5 0,-2 2-495,-7 3 0,-2 1 351,-4 2 1,-1 1-360,-2 0 0,0-1-119,1-2 0,1-1 0,6-4 0,2-2 0,-20 2 0,21-8 0,17-8 0,12-3-1281,12-1 1355,5 1-209,7 3-438,3 6-459,1 6-284,-1 10-501,-5 10 149,-7 14 1844,-6 14-939,-7-21 0,-2 1 303,-2 9 1,-1 2 250,-4 10 1,-2 3 259,3-15 1,0 1-1,0 1 136,-2 4 0,1 1 0,0 0 220,-1 1 0,1 1 0,1 0 121,1-1 1,1-1-1,2 0-220,0-3 1,2-1 0,2-1-200,2-2 0,2-2 1,2 0-191,3 17 0,4-3-162,4-6 1,3-2-188,3-5 1,3-4-194,1-5 1,4-4-98,0-4 0,3-4 371,2-4 1,1-3 217,4-4 1,1-4 223,5-3 0,1-3 81,5-2 0,2-3-776,7-3 0,0-3 715,-3 0 1,-4-1 0,-14 1-1,-5 1 1,8-3 0</inkml:trace>
  <inkml:trace contextRef="#ctx0" brushRef="#br0" timeOffset="142700">25547 2746 14813,'-2'-6'1031,"0"0"-670,1-23 0,4-6 496,6 4-499,-3-10 1,5 0 72,22 12-235,12 4-576,14 7 422,-26 13 0,2 0-20,1 2 1,1 2-4,-2 4 1,0 1-3,-3 3 0,-2 1 82,21 19-77,-11 9 70,-11 8 7,-12 11-57,-12-24 0,-1 1-286,-2 4 0,-1 2 301,0 2 0,-1 2-34,0 4 0,0 1-544,0 5 1,1 2 540,1 5 0,1 3-24,-1-18 0,0 2 0,1 0 20,0 3 0,0 0 0,0 2-426,0 2 1,-1 0 0,1 1 418,0 2 0,-1 1 0,1 0-4,-1 3 1,0 0-1,0 1-1,-1-14 0,0 1 0,0 0 1,0 0-4,-1 3 0,1-1 1,-1 1-1,1 0-489,-1 1 1,0 0 0,0 1 0,-1 0 491,0 1 0,0 1 1,-1 0-1,0 0 0,-1 1 1,1 1-1,-1 0 1,-1 1 0,0 0 1,-1 1 0,0 0 0,0 0-4,-1 2 1,0 0 0,0 0 0,-1 0 7,0 1 0,0 1 0,0-1 0,0 1 5,1-12 1,-1 0 0,1 0 0,0 0 0,-1 0-7,1 0 0,-1 0 0,0 0 0,0 0 0,1 0 4,-1 0 0,-1 1 1,1-1-1,0 0 0,0-1 10,-3 12 1,1 0-1,-1-1 1,1 0-9,-1-2 0,0 0 0,0-1 0,0-1-5,0-2 1,0-1 0,0 0 0,-1-2-175,1-3 1,0 0-1,-1-2 1,-1 0 173,-3 10 1,-2 0 0,1-5-21,-3 8 1,-4-4 8,-6-9 1,-4 0 0,4-9 0,-2 4-1,1-11 1,-1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22:38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2533 1859 19604,'-35'-30'812,"-1"0"1,0 0 0,-16-8-1,1 10-658,18 19 0,0 9 376,-13 10 0,3 9-119,16 2 0,3 4-1195,-11 15 0,2 7 846,10 6 1,5 3-55,2-8 1,2 3 66,4-4 1,-1 4 0,1 2-59,1-6 1,0 1-1,0 2 1,0 0-571,-1 3 0,-1 0 0,1 2 1,-1 1 445,1-5 1,-1 3 0,1-1 0,-1 0-1,0-2-54,0 4 1,0-2 0,0-2-1,-1-1 34,-3 11 0,0-2 1,1-4 57,0 5 0,-4-6 286,-6-13 1,-2-9 725,-3-15-691,-9-19 0,-2-10-202,14-6 0,1-5-176,-12-14 1,3-7 5,10-5 1,6-4-48,4-8 0,6-2 151,8 17 0,4-1 0,3 0 246,3-1 1,4 0-1,4 2-281,4 1 0,4 1 0,4 2-65,3 4 1,2 2 0,4 2 71,1 4 0,3 3 1,2 2 24,1 4 1,1 1 0,0 3 141,1 1 1,1 3 0,-1 0 62,0 2 1,-1 1 0,1 0-26,-2 1 0,-1 0 1,0 1-180,-2 0 1,-1 1-1,-1-1 235,14-2 1,-2-1 61,-11 1 1,-3 0 812,14-8-24,-27 2 897,-17 0-1680,-12 2 1039,-6 3-1957,-1 5 1032,-18 16-250,1 11 31,-13 18-138,6 11-296,9 3 200,12-2 251,10-8-22,8-10-247,4-13-384,3-9 36,4-17 356,5-14 74,7-17-26,8-12-61,-16 21 1,-1-1 452,0 2 0,0 0 486,13-17 71,-12 14-195,-9 16-403,-7 10 88,-5 15-418,-2 8-137,-2 15 217,0 6-817,1 7-616,9 3-992,9 0-2706,13-1 4853,15-9 0,-18-17 1,2-11-1</inkml:trace>
  <inkml:trace contextRef="#ctx0" brushRef="#br0" timeOffset="417">3344 2317 26753,'3'-42'416,"0"0"0,-1 3 1,-7 11-729,-24 29 652,-8 10-3,-3 11-34,1 12-162,5 12-226,10 8-51,16-23 1,3 1-277,2 2 0,5 0 138,5-1 1,4-1-163,6-3 1,5-3-94,7-4 1,4-5-4,5-5 0,3-5 271,4-7 1,2-4-217,1-5 1,0-5 373,0-5 0,-2-5-376,-2-4 1,-3-3 703,-3-4 1,-4-3 236,-4-5 1,-2-3-143,-2-4 0,-2-1-54,-1-3 1,-1-1 6,-1 1 1,-1 2 109,-3 5 1,-3 4 12,-3 9 1,-2 3 173,-2-8 39,-11 22-848,-5 17 1193,-6 19-567,-4 18-124,0 21-194,11-21 0,1 2 64,1 6 0,0 3-233,2 6 0,0 2-615,2-14 1,-1 1 0,1 1 260,0 4 0,1 0 0,-1 1-737,1 1 1,0 1 0,0-1 1135,0 1 0,1-1 0,0-4 0,0-3 0,0-4 0,0 21 0</inkml:trace>
  <inkml:trace contextRef="#ctx0" brushRef="#br0" timeOffset="884">3823 2830 18646,'-16'-41'1317,"-1"1"0,0-1 1,-6-14-1,2 3-892,8 20 0,2 2 36,-7-19-304,10 14-201,11 11-10,18 7-20,19 6-95,19 2 92,-22 5 1,2 0-404,3 0 0,2-1 442,2-1 1,-1-2 13,0 1 0,-2-2 151,-4-1 1,-2-1 295,20-9 160,-23 3 162,-18 5-194,-15 5-153,-11 4-73,-9 6 720,-8 7-1131,0 10-82,4 8-54,11 6-28,9 3 159,15-1 45,11-3-27,15-6-24,6-9 13,5-9 20,-3-11 55,-7-11 69,-13-12 91,-14-9 34,-15-4 22,-13-4 0,-10 2-16,-5 3-68,1 7-67,5 8-62,8 10-72,9 6-96,6 6-148,10 9-514,12 7-844,14 8-4040,11 4 4879,-3-3 1,-14-9 0,-13-7 0</inkml:trace>
  <inkml:trace contextRef="#ctx0" brushRef="#br0" timeOffset="1317">4724 2368 28364,'30'-29'-259,"3"16"194,-10 31 1,-1 11-34,12 17 22,-5 1-30,-21 1 43,-16-14 60,-8 2-10,-7-13 114,-5-16-45,10-15-45,5-5-34,11-13-5,15 1 0,14-8 23,21-3-12,-7 14 0,2 1-459,-12 6 1,1 0 461,17-5 0,-1 1-14,11-3-257,-24 7 1,-2 0 368,7-4 22,-16 2-44,-22 10 72,-6 0 62,-3 3 837,0 1-966,2 1 589,2 5-667,2 3-17,-1 14-28,7 10-118,3 18-285,1-12 0,1 2-306,-1-2 1,0 0-2495,2 8 1,-1-1 3258,2 18 0,-5-24 0,-5-17 0</inkml:trace>
  <inkml:trace contextRef="#ctx0" brushRef="#br0" timeOffset="1484">5480 2191 22083,'0'-8'1804,"0"2"-1580,0 6-5764,0 0 5540,45-21 0,-34 16 0,34-16 0</inkml:trace>
  <inkml:trace contextRef="#ctx0" brushRef="#br0" timeOffset="2050">6207 2347 22167,'0'-6'3619,"0"1"-3031,-5-25 0,-4-6-213,-2 8-297,0-11 1,-3 3-57,-4 22 0,-11 8-10,-18 22-12,-1 7-260,18-4 1,1 5 220,-9 27 153,14-9-117,15-8 1,4-2-15,2 0 14,7 0 0,5-2 14,10-7 23,16 2 11,-1-26-40,-7-7 450,5-19-259,-5-16-22,-4-4 55,-4-11-16,-14 17-140,-3 12 61,-1 8-139,-2 15 10,-2 7 1,-3 17-17,-2 18 11,1-1-6,2 22 0,15 5-16,9-3-123,-2-27 0,4-4 139,34 0-11,-5-13 8,-14-15 1,1-7 8,-7-2 0,1-7 22,14-15 1,-1-7-4,-8-2 1,-2-4-572,-9 5 0,0-3 0,-2-1 554,-5-1 0,-2 0 0,-1 0-2,4-11 0,-1-3 0,-2 1 0,0-4 0,-2 5 0,-2 6 0,-1 3-129,4-16 0,-3 6 129,-6 16 53,-15 36 17,-13 30-17,5 0 0,-1 5-52,-3 10 1,1 4-409,-1 11 1,3 2 407,7-14 0,1 1 0,2 2-145,1 3 1,2 1 0,2 1-801,4 5-1,2 1 1,2-2 735,0-3 0,2-2 0,0-3 0,2 5 1,1-7-1,5 9 0</inkml:trace>
  <inkml:trace contextRef="#ctx0" brushRef="#br0" timeOffset="2974">7596 2054 28294,'1'-4'2430,"0"0"-1253,-1 4-311,4-60-866,-4 45-83,1-45-308,-8 70 865,-5 10-474,-5 15 0,-2 5 0,6 2 0,7-5 0,13-7 0,8-9 0,8-11 0,3-10 0,2-14 0,0-11 0,-4-11 0,-9-6 0,-6-1 0,-14 3 0,-6 6 0,-7 10-476,-3 9-627,3 10 965,2 14 1158,3 13-1012,4 18-1294,6 14-1308,7-20 0,2-1 2632,7 29 0,-1-21 1,-5-18-1</inkml:trace>
  <inkml:trace contextRef="#ctx0" brushRef="#br0" timeOffset="3267">7768 2459 32767,'-43'0'-268,"0"0"0,5 1 0,10 6 51,23 28-412,18 0 1,14-5 341,14-9 246,5-10 129,-4-11-143,-8-11 447,-9-11-304,-9-9 127,-8-7-157,-13-3-129,-9 4-163,-14 6-313,-9 11-912,-4 11-3415,-2 13 4774,7 6 0,14 0 0,9-4 1</inkml:trace>
  <inkml:trace contextRef="#ctx0" brushRef="#br0" timeOffset="3650">1533 3572 20974,'54'0'524,"0"0"0,0 0 1,1 1-1,-6-2 1,1 0-1,0 1 1,2-2-1,1 0-1390,-2 0 0,0-1 0,2-1 1,0 1-1,2-1 0,0 0 913,-2 0 0,1 0 0,1 0 1,0-1-1,1 1 0,1-1 0,0 0-151,-2 1 0,0-1 0,1 0 0,0 0 1,1 0-1,0 0 0,1 0 0,0-1 125,-3 1 0,1 0 0,1-1 1,0 0-1,0 1 0,0-1 0,1 0 1,0 0-1,0 0-44,4 0 0,-1 0 1,1-1-1,1 1 0,-1 0 1,1-1-1,0 0 0,0 1 1,1-1 43,-6 1 0,1-1 0,0 1 1,0 0-1,0-1 0,1 0 0,-1 1 1,1-1-1,-1 1 0,0-1-102,1 0 1,-1 1 0,1-1 0,0 0 0,0 1 0,0-1 0,-1 0 0,1 1 0,-1-1 0,0 0 101,-1 1 1,0-1 0,0 1 0,-1-1 0,1 0 0,-1 1-1,0-1 1,0 1 0,0-1 0,-1 1-3,4-1 1,-1 1 0,0-1 0,0 0 0,-1 1 0,0-1 0,0 1 0,-1 0 0,0 0 1,1 0 1,1-1 0,-1 1 0,-1 0-1,0 1 1,0-1 0,-2 0 0,0 1-3,9-1 1,0 0-1,-1 1 1,-1-1 0,-2 1-1,-2 1-15,1-1 1,-1 2 0,-3-1-1,-1 1 1,-3 0 227,13-1 1,-4 2-1,-7 0-282,-1 2 0,-14 4 606,-25 6-556,-56 9 0,12-8 0,-9 2 0</inkml:trace>
  <inkml:trace contextRef="#ctx0" brushRef="#br0" timeOffset="6524">10716 2065 32767,'-5'-33'0,"-6"7"0,1 27 0,-9 3 0,-38 12 0,27-8 0,-3 1 0,-22 7 0,-1-1 0,16-6 0,3-1 0,3 0 0,2-1 0,-1-4 0,19-9 0,4 2 0,4-4 0,5 6 0,0 0 0,5 17 0,3 7 0,4 35-126,-1-4-530,-5-18 0,0 0-199,-1 8 1056,-2 9 133,-4-16 298,-4 8-185,0-18 232,-1-8-679,4-14 0,1-9 0,-1-6 0,-1-24 0,6-4 0,8-14 0,3 17 0,14-1 0,3 16 0,-1 9 0,3 3 0,0 3 0,0 3 0,10 3 0,0 5 0,-4 3 0,-3 3 0,22 10 0,-23 1 0,-2 2 0,-2 13 0,-10-10 0,-6 3 0,-19 22-990,-17 1-80,-6-13 499,-16-3-669,0-15-179,-1-7 1526,-3-14 1,27-4 0,6-5 0</inkml:trace>
  <inkml:trace contextRef="#ctx0" brushRef="#br0" timeOffset="6791">11460 1989 32767,'0'-10'0,"-5"18"0,-1 21 0,0 7 0,-7 23 0,4-14 0,0 3-1247,4 11 0,2 3 1181,4-16 1,0 1-1,1-2 1,-2 9-1,1-5 1,5-16-1,0 0 1</inkml:trace>
  <inkml:trace contextRef="#ctx0" brushRef="#br0" timeOffset="7141">11601 2915 32767,'-52'29'0,"12"-3"0,44-3 0,7-6-680,10-5 511,4-6 277,4-10 90,-2-5 6,-5-8-365,-10-1-181,-6 2 517,-13 1-235,-6 2-103,-9 2-36,-2 4 19,3 2-64,6 3 94,7 2 161,3 6-857,3 6-5791,4 12 6627,1 2 0,-1-9 0,1-7 1</inkml:trace>
  <inkml:trace contextRef="#ctx0" brushRef="#br0" timeOffset="9659">12887 2202 23875,'46'-20'-116,"1"-1"1,1 3-1,0 6 147,-2 12 0,-1 4-400,2 2 0,-4 2 43,4 13 316,-9 9 41,-58 16 15,-3-24 0,-5-2-150,-5 1-1,-4-2 242,-12 1 1,-1-3-384,9-3 0,-1-1 357,-6 3 1,1 0-80,8-3 0,4 0 63,-1 6 38,35-7-81,22-7-5,42-7-29,-25-2 0,3-2-362,3-2 1,4-1 0,0-1 358,-6 0 0,-1 0 0,0-2 50,6-2 0,-1-2 1,-4 0 150,-4 1 1,-4-2-29,-3-4 0,-7-3 489,-11-35-460,-8 11 134,-22 6 1,-9 2 40,-23 2-267,20 15 0,-2 3 397,-27 3 234,25 12-260,4 12 90,23 11-264,21 20-305,8-2-8,-1-6 1,4 2-248,3 9 0,-1 1-4678,-1 2 1,-2 0 3931,0-3 0,-4-2 1,-7 2-1,-12-29 1</inkml:trace>
  <inkml:trace contextRef="#ctx0" brushRef="#br0" timeOffset="12516">15036 2414 25357,'13'-60'694,"0"1"1,0-1 0,-2 8 0,-1 1 0,-1 10-437,2-4 1020,-7 19-1349,-3 20 292,-4 15-123,-5 20-61,-6 28-81,4-19 0,-1 4-546,1 7 1,1 2 14,1 4 0,2 1-1785,4 3 1,3 0 1845,2-8 1,2-4 0,2 14 0,1-29 0</inkml:trace>
  <inkml:trace contextRef="#ctx0" brushRef="#br0" timeOffset="12875">16022 2304 27002,'-1'-37'502,"0"0"0,-4-13-447,-10 70 510,-8 15-1002,-7 11-736,-7 4-35,17-24 0,-1 0-261,-3 0 0,0-1 97,-2-2 0,-1-3 630,-27 10 1858,7-17 166,13-25 393,11-18-154,11-17-280,6-5-300,6 5-348,2 13-351,1 15 211,0 15-441,3 16-35,8 15 9,12 15-8,-7-15 0,4 0-1202,7 4 0,3-2 1046,-5-4 0,4-1-1269,10 0 1,6 1-1,-3-3 1447,-1-3 1,-1-1 0,9 4 0,-4-2 0,-8-7-1</inkml:trace>
  <inkml:trace contextRef="#ctx0" brushRef="#br0" timeOffset="13282">16726 2250 23248,'-3'-4'3030,"1"1"-2139,2 3-701,-19-64-95,19 39-70,-7-13 1,4-1 7,18 15 29,3-1 39,-3 5 232,0 4 11,-2 9 96,4 3-1,6 9-137,7 6-119,3 14-88,-1 11-78,-11-1-172,-14 0 0,-7 3-17,-7-6 0,-5 1-350,-6 16 1,-6 1 398,-8-4 0,-4-3-333,-1-1 0,-1-3 516,2-5 1,1-3 57,7-8 0,2-4 258,-5 2 77,19-15-193,24-13-92,20-8-44,25-6-432,-18 9 1,2 1 127,8 1 0,2 1-210,6 1 1,1 0-600,4 2 1,1-1 952,-15 4 1,0-1 0,-4 1 0,-4 0 0,-4 0 0,-2 1-1,0-1 1</inkml:trace>
  <inkml:trace contextRef="#ctx0" brushRef="#br0" timeOffset="13609">17944 2147 28813,'-53'34'-34,"25"-16"0,0 2-174,3 5-1,-1 2-1042,-6 2 1,-3-1 820,-2 1 0,-1-1 221,0-2 1,0-3 177,6-5 0,1-4 561,-12-2-500,22-26 87,15-19 122,15-15 203,7-7 206,6 9-441,-2 11-123,0 18-62,1 12-10,9 17-1,17 12-76,-15-6 1,3 2-410,8 3 1,3 2-1756,6 3 0,1 1 1725,-3-3 0,-3-2 1,-14-6-1,-4-2 1,6 2-1</inkml:trace>
  <inkml:trace contextRef="#ctx0" brushRef="#br0" timeOffset="14132">18534 2154 26301,'30'-53'336,"0"-1"0,-3 7 0,-1 7-303,6 12 1,3 8-6,8 8-22,8 7-23,9 11-340,-27 1 0,0 3 354,0 4 1,-1 3-12,-2 1 0,-4 3 123,15 27-148,-20 4 5,-21 1 40,-19-2 28,-15-9-6,-11-10 50,-3-11 84,1-10 130,7-12 27,10-12-73,14-10-78,12-6 442,16-1-564,13 5-46,15 9 0,10 8 120,8 12-456,3 10 378,-30-3 0,-2 4-42,0 2 0,-1 2 0,19 23-178,-9 2 178,-16 2 0,-17-4-120,-23-4 18,-20-6 18,-18-8-180,-5-11-694,6-9-3886,13-14 4047,18-5 0,12 2 0,9 3 0</inkml:trace>
  <inkml:trace contextRef="#ctx0" brushRef="#br0" timeOffset="14309">20140 2000 25196,'-47'39'-1067,"0"0"0,0 1 0,-3 2 1,-1 0-1,6-6 681,10-8 0,3-4 0,2 0 0,3-3 0,5-5 0</inkml:trace>
  <inkml:trace contextRef="#ctx0" brushRef="#br0" timeOffset="14475">19605 2145 27507,'61'-12'-48,"0"0"1,-5 2 0,-3 10-367,-7 29 0,-4 8-1039,-10-12 1,0-1 1451,15 12 0,-4-4 1,-11-8-1,14 11 1</inkml:trace>
  <inkml:trace contextRef="#ctx0" brushRef="#br0" timeOffset="14849">20565 2036 24491,'2'-11'1445,"3"-24"1,0-4-791,-2 6-373,2-8 0,0 3-28,-2 21-94,-1 24-161,2 24-3,-1 7 40,-1-6 0,-1 3 7,2 6 1,-1 2-18,2 2 1,2 0-433,1 8 0,3-1 345,1-12 1,2-3-98,11 17 73,7-7 38,-6-27-13,16-8 1,-5-24 23,8-21 19,-13-5 38,-12 8 1,-1 0-29,11-20 7,-11 20 0,0 1 0,4-5 808,-6 12-808,-14 24 0,-9 14 0,-8 25 0,-1 7 0,7-16 0,2 3-515,4 28 2,10-30 1,3-1-395,12 20-1020,4-23 0,5-3 1105,18 3 1,-17-9-1,-20-15 1</inkml:trace>
  <inkml:trace contextRef="#ctx0" brushRef="#br0" timeOffset="15209">22169 2121 27606,'-35'17'-12,"0"-1"1,-2 2 0,2 2-79,3 5 1,0 2-732,-2-2 0,0 1 320,0-1 0,1-2-155,1-3 1,1-2-544,-24 4-627,10-19 635,13-22 838,8-19 644,8-16 656,4-9-174,6 13 1736,8-11-684,6 31-1024,4-5-350,1 23-165,2 8 11,4 12-65,9 11-51,8 19-137,-15-13 1,2 2-69,1 4 0,1 2-307,3 3 1,1 1-2732,2 1 1,1-1 3043,-2-5 0,-2-2 0,10 8 0,-18-18 1</inkml:trace>
  <inkml:trace contextRef="#ctx0" brushRef="#br0" timeOffset="15799">22938 2121 28137,'5'-40'51,"0"-1"1,-1 4-1,0 10-243,-3 25 147,-5 6 109,-6 5-76,-12 9 346,-12 5-28,-12 1-22,-6-5 154,3-4 64,9-8 65,13-4-10,10-8-113,8-3-430,5-3-212,3 0-136,1 5-54,1 3 5,-1 2 474,3 8-394,0 8 29,1 12 67,0 9 145,-2 6 83,-5 2 4,-3-3-47,-6-4-486,-4-7 489,-2-6 155,-1-7 151,4-8-119,3-4-57,5-6-104,4-5-64,4-6-59,7-5-45,9-1-42,14-1-39,15 5 251,13 5-223,-26 7 1,1 1 215,0 5 0,0 2 15,-1 2 1,-2 3-1,-2 3 0,-2 4-2,18 24-192,-16 5 152,-17 3-160,-27 0-313,-19-1 163,7-26 1,-3-2-107,-2-2 1,-2-2-540,-2-4 0,-1-5-1434,1-5 0,0-4 1702,-23-8 1,23-1-1,18 1 1</inkml:trace>
  <inkml:trace contextRef="#ctx0" brushRef="#br0" timeOffset="15992">22764 2001 23269,'58'-8'1011,"-1"0"1,1 0 0,-5 1 0,0 0-1,-5 3-428,-1 1 0,-5 2-192,-3 0 1,-2 0 174,20 0 128,-19-2-601,-16 0 517,-13 0-82,-7 2-4604,-12 2 4274,-5 3 1,1-2 0,3 1 0</inkml:trace>
  <inkml:trace contextRef="#ctx0" brushRef="#br0" timeOffset="17817">24074 2041 32767,'45'-16'0,"0"-1"0,0 1 0,0-1 0,13-3 0,0 2 0,-3 4 0,8 9 0,-3 4 0,-2 1 0,-3 2 0,-8 1 0,-4 2 0,12 10 0,-35 6 0,-48 5 0,-2-11 0,-6 0-23,-12 1 0,-4-1 46,-3 0 0,0 0-23,3-2 0,2 0 0,10-1 0,3-1 0,-13 7 0,24-4 0,18-2 0,17 0 0,16 0 0,21-1 0,16-4 0,-26-5 0,0-1-387,2-3 0,-1-2 352,-2-2 0,-2-2 249,24-19 253,-15-11-304,-15-11-163,-12-11 0,-11 28 0,-2-1 0,0-28 0,-2 13-506,0 15-259,0 16 57,0 10 186,1 7 325,4 14 326,9 16-274,10 21 90,-9-19 1,2 2-387,0 4 0,0 2 288,0 3 1,-2 2-572,-2 4 1,-3 2-2882,-2 5 1,-5-1 3585,-3-4 0,-2-4 1,-2 16-1,-4-29 0</inkml:trace>
  <inkml:trace contextRef="#ctx0" brushRef="#br0" timeOffset="18217">25873 2364 21191,'20'-44'705,"0"0"1,-1 0 0,1 0 0,4-10-1,-2 2 1,-3 4-367,-4 0 0,-4 6-124,-3 9 1,-3 3 584,-5-3-789,-9 26 235,-11 29-229,-8 26-1,12-14 1,1 5-956,1 21 1,2 1 809,4-18 0,2 2-349,5-1 0,4 4 1,2-2 124,8 9 1,3-5-1,-7-13 1,1-2 0,3-3-1,-1 0 1</inkml:trace>
  <inkml:trace contextRef="#ctx0" brushRef="#br0" timeOffset="19008">26816 2166 25522,'2'-9'1058,"5"-22"1,3-5-723,0 7-283,1-8 1,0 2 13,-1 17-62,-2 9-10,-1 14 22,-1 14-6,-3-1 17,-5 15-11,-12-6-6,-15 7 8,3-14 1,-4-3 47,-20 6-11,0-6 67,19-21-16,17-10-61,3-15-46,11-9-3392,15-10 3392,-2 16 0,13 0 0,-7 22 0,7 4 0,2 16 0,3 15 0,-2 18 0,-10 15 0,-14-24 0,-4 1 1503,-7 2 1,-7 2-1504,-16 12 0,-5-1 0,9-14 0,-4-3 0,-7 2 0,-5 1 0,5-7 0,-12 2 0,8-8 0,1-7 0,9-19 0,1-21 0,19-9 0,17-14 0,7 17 0,19-1 0,7 15-23,18 3 11,-25 11 0,3 3-274,12 4 1,-1 3 122,-13-2 1,0 1-264,17 4 1,1 1-363,-13-3 1,2-2 241,0-2 1,4 0 0,-1-2-326,13 0 0,0-4 742,7-4 1,-3-4 142,-24 1 0,-3-4 114,3-7 1,-3-3 156,-10 1 1,-2-2 436,8-9 1,-3-2 325,6-15-453,-10 8-12,-26 24-86,-5 12-435,-27 19-51,13-1-11,-5 9 0,1 4-6,3 9-16,-5 16 33,23-16 1098,18 3-1053,15-12 8,4-11 1,4-2 2,-4-5 0,2-3-774,9-3 1,-1-5 835,9-7-41,2-19 181,-20-5-263,-16 7 0,-3-3-6,-2-20 0,-20-4 0,-7 24 0,-25 4 0,18 18-3978,-36 19 3978,27 7 0,-4 4 0,19-8 0</inkml:trace>
  <inkml:trace contextRef="#ctx0" brushRef="#br0" timeOffset="21033">18233 2916 9416,'-57'5'672,"1"0"1,-1 0 0,1 0-1,-1 0 1,1 0 0,-6 0-1,-2 1 1,0 0 0,1 0 0,2 0-1,4-1-906,-6 2 0,5-1 1,1 1-1,-3-1 437,6 1 0,-2-1 0,0 1 0,1-1 0,2 1-13,-5 0 0,1 1 1,3 0-1,0-1-195,-8 2 0,3 1 0,6-2 97,3 1 1,7-2 1440,-11 6-635,79-10-523,6-2 0,8 0-192,2-1 1,5-1-1,5 0-317,-2-1 1,6 0 0,4-1 0,0 0 0,-1 0 197,0 0 0,1 0 0,0-1 0,1 1 0,-1-1-41,3 0 0,0 0 1,1 0-1,0 0 1,0 0 4,-9 0 1,1 0 0,0 0 0,0 0 0,-1 0 0,-2 0 5,1 0 1,-1 0 0,-2 1 0,1-1 0,2 0-57,8-1 1,2 1-1,1-1 1,-1 1-1,-1-1-96,-6 1 0,-1 0 0,0 0 0,-1 0 0,-1 0 116,11 0 0,0 0 1,-3-1-1,-5 2-22,-6-1 0,-4 1 1,-2 1-73,20-2 0,-13 2 1099,-30 1-1205,-15 4 1347,-25 4-10976,-27 9 8892,13-4 1,-1-1 0,28-8 0</inkml:trace>
  <inkml:trace contextRef="#ctx0" brushRef="#br0" timeOffset="21784">21117 3036 21142,'-59'4'903,"0"0"1,12-1 0,2 0-434,6 0 1,3 0 10,-9 1-200,-10 1-79,30-2 33,15-1-90,9-2 231,21-2-259,20-5-78,-5 1 1,5-1-573,9-1 1,3-1 529,7-1 1,0 1-1,-10 1 0,-1 1 6,7-1 0,-2 0-63,-15 2 0,-4 1 195,22-3-18,-34 3-66,-63 8-18,-14 2-492,16 0 1,-7 1-1,-3 0 470,-2 1 0,-3 2 1,-3-1-1,1 1-381,-1 0 0,0 0 1,-1 1-1,-2 0 351,6-1 0,-2 1 0,0 0 0,1 0 0,4 0-106,-11 3 0,3-1 0,6 0-414,-6 3 1,8-1-130,0 2-3140,69-9 3808,27-12 0,-2 3 0,-8-3 0</inkml:trace>
  <inkml:trace contextRef="#ctx0" brushRef="#br0" timeOffset="22424">22912 3009 20067,'-9'0'1644,"-35"0"0,-7-1-855,9 0-512,-10 0 1,3-1-94,26-1-200,15 2 21,16-1-10,16 2-40,20 0 17,-12 1 0,1 0-320,6 0 1,1 0 321,1 1 1,1 0 28,-2-1 0,-1 1 19,24 1 90,-21-2 34,-27 0-85,-29-1 79,-27 0-22,9 0 0,-4 0-372,-7 1 1,-3-1 421,-3 1 0,0 1-28,0 0 0,1 0-37,6 1 1,3 0 667,-16 2-665,26-2 18,31-1-52,31-5-89,0 0 1,6 0-887,15-2 0,5 0-85,-10 1 0,2 0 1,0 1 675,-1 0 1,0 0 0,-4 0-1,5 1 1,-6-1 0,10 1-1</inkml:trace>
  <inkml:trace contextRef="#ctx0" brushRef="#br0" timeOffset="25783">10244 4521 25865,'7'-58'609,"-1"0"0,1 0 0,-2 7 0,0 2 0,-1 7-401,-2-13 375,-4 25-872,0 17 300,-1 20 157,1 21-364,-1 29-48,1-17 0,0 4-285,-1 6 0,0 2 404,0 2 0,1-1 56,1-3 0,2-2 204,2-7 1,4-3-222,12 15-261,8-25 364,8-25 62,6-24-21,-16 1 1,-1-3-182,2-7 1,1-3 151,1-5 1,-1-1 133,-1-3 0,-2 1-137,-1 2 0,-1 1 28,-5 7 1,-1 3-36,7-8-77,-10 23-33,-5 24 16,-2 19 75,2 21 0,-5-18 0,1 1-104,0 4 0,1 1 45,1 3 0,1-1-174,1 3 1,2-1-471,3 1 0,1-1-2347,3-1 1,2-2 2668,-1-8 1,-1-2 0,7 5 0,-10-19 0</inkml:trace>
  <inkml:trace contextRef="#ctx0" brushRef="#br0" timeOffset="25966">11421 4442 23551,'0'-3'3763,"0"0"-3343,0 3-481,-27 29-169,20 3-109,-7-1 1,1 3-1061,13-1 0,4 2 1399,-2 9 0,0-3 0,2 6 0,-1-1 0</inkml:trace>
  <inkml:trace contextRef="#ctx0" brushRef="#br0" timeOffset="26274">11606 5264 22571,'7'2'4340,"-2"0"-4021,-5-2 589,0 0-824,-37-5-68,28 4-10,-26-4 33,42 4 6,5 0 5,5-2-5,2-2 67,-4-2 24,-6-4-136,-4-5 0,-6-3 0,-4-1 0,-3 2 0,-8 5 0,0 6 0,1 3 0,-2 7-108,7 3-872,-1 6-3584,13 1 4564,10-1 0,-1-4 0,0-5 0</inkml:trace>
  <inkml:trace contextRef="#ctx0" brushRef="#br0" timeOffset="26474">12422 4650 26799,'43'-36'-862,"1"-1"0,-15 5 0,2 7 1,11 20-1,-2 7 0,-9-2 1</inkml:trace>
  <inkml:trace contextRef="#ctx0" brushRef="#br0" timeOffset="26808">12504 4810 26586,'-36'12'515,"1"0"1,-18 5-522,83-32-67,18-5-11,-4 1 0,3-1 56,-5 2 0,-1 0-195,6-4 1,-3-1 256,6-15-12,-24 6 46,-20-13 94,-27-15-73,9 30 1,0 0 23,-3 0 0,-1 1 312,-9-17-285,15 30 57,0-5-197,9 18 0,0 0 0,9 19 0,7 13 0,4 10 0,-5-8 0,1 1 0,6 27 0,-10-12 0,-2 3-536,-4-7 0,-3 1-702,-4 8 1,-2-1-2191,-1-16 0,-2-2 3428,-1 3 0,1-4 0,1-6 0,0-3 0</inkml:trace>
  <inkml:trace contextRef="#ctx0" brushRef="#br0" timeOffset="27234">15417 4585 18362,'11'-53'1106,"0"0"0,0 0 0,1-7 1,-3 5 95,-2 15 1,-3 6-884,-5 8 474,0 15-787,-2 12 417,-7 32-395,3 15-25,1-8 0,2 4 111,1 3 1,3 1-241,2 3 0,2 1-476,3 1 1,2-2-371,0-10 0,1-2 972,5 2 0,-1-5 0,-2-7 0,0-2 0</inkml:trace>
  <inkml:trace contextRef="#ctx0" brushRef="#br0" timeOffset="27750">16476 4363 22167,'4'-5'4207,"-1"0"-3451,-3 5-247,33-61-251,-25 45-225,11-19 1,-7 10-17,-23 34 16,-14 13-21,-19 17-351,16-14 1,-2 3 282,-5 3 0,-2 2-618,-1 3 0,0 0 335,0 0 0,0 1-201,3-3 0,1-1 114,6-8 0,2-2 264,-10 5 274,16-32 185,12-26 129,9-26-180,3 20 1,1-2 36,1-3 0,2 1-65,2 1 1,0 2 145,9-23 893,-3 21-1184,-3 19-18,-1 18-55,9 20-11,14 20-17,-10-11 0,2 3-554,5 5 1,3 1 247,3 3 1,2-1-491,3 1 1,1-2-3140,3-1 1,-1-3 3962,-5-6 0,-2-2 0,11 5 0,-24-16 0</inkml:trace>
  <inkml:trace contextRef="#ctx0" brushRef="#br0" timeOffset="28350">17013 4296 27555,'23'-28'0,"-5"9"0,-18 30 23,0 2-18,0-2 29,0-2-12,0-3 29,0-3 128,0-3-56,3-6-67,4-8 11,7-15-22,10-12-17,9-9-150,-12 25 0,0 2 144,26-16-39,0 17-22,-2 18 34,-4 18 10,-6 18-16,-9 17-193,-17-19 0,-4 2 192,-4 2 1,-5 1 5,-4 2 1,-5 0-26,-6 2 0,-4-1 11,-5 2 1,-3-2-351,-2-1 0,-3-2 364,2-4 1,-1-3 35,4-7 1,1-3 306,-16 2-264,19-20-29,13-15-38,14-10 382,14-4-438,15-1-135,18 5 248,-15 14 0,2 3-354,8 1 0,1 1-812,8 3 0,1 0 75,6 2 0,2 0-1713,-17 1 1,1-1-1,0 1 2257,15 0 0,-4 0 0,-16 0 1,-5 0-1,7 0 0</inkml:trace>
  <inkml:trace contextRef="#ctx0" brushRef="#br0" timeOffset="28524">18383 4379 27897,'-33'35'-172,"0"1"0,2-3 1,4 1-725,2 23-545,8-28 1,-2-2-1134,-4-1 1,-1-2 2573,-23 13 0,15-16 0,13-12 0</inkml:trace>
  <inkml:trace contextRef="#ctx0" brushRef="#br0" timeOffset="28667">17839 4537 23231,'28'-43'1077,"0"-1"1,1 6-1,1 8-836,25 19-191,-21 13 1,2 3-867,6 3 1,2 3 745,6 4 0,3 3-661,4 3 0,1 1 174,-18-7 1,1 1-1,0-1 557,2 3 0,0-1 0,-5-1 0,-2-1 0,-3-2 0,21 10 0</inkml:trace>
  <inkml:trace contextRef="#ctx0" brushRef="#br0" timeOffset="29124">18801 4293 26025,'24'-38'316,"0"0"0,0 0 1,7-10-1,-1 8-305,11 12 29,1 18-35,0 9 1,16 12-12,-25-1 1,1 3-1579,9 13 1,-1 2 1561,-13-8 0,-1 1-46,9 11 1,-6 1 902,-11 6-869,-10 7 96,-38-5-17,2-17 591,-26-6-468,19-15 81,-3-8-8,11-6 1744,12-11-1901,14 4-44,10 0-29,5 10 11,11 4 12,3 7-29,14 8-8,-12 3 1,1 2-1,-2 2 0,-1 1-144,0 1 0,0 2 127,-2 1 1,-3 0-48,7 14 5,-5 7 6,-27-6 17,-41-2 11,3-15-56,0-10 0,-2-4-704,-20-6-30,23-3 1,-2-3 817,2-4 0,2-1 0,-4-2 0,10-3 0</inkml:trace>
  <inkml:trace contextRef="#ctx0" brushRef="#br0" timeOffset="29334">20801 4349 23192,'-6'1'3585,"2"0"-3454,-30 12 1,-8 4-2680,2 3 2556,-6-1 0,0 1-58,5 8-3420,0 7 2506,7-6 964,9-5 0,4-1 0,8-9 0,-5 6 0</inkml:trace>
  <inkml:trace contextRef="#ctx0" brushRef="#br0" timeOffset="29524">20324 4329 27746,'7'-43'182,"0"0"1,-3 2 0,5 14-261,19 34 22,-5 5-112,12 11 0,3 5-123,-10-3 0,0 2-2416,14 14-1,0 0 2173,-15-12 0,0-1-4381,10 10 1,-2-2 4666,3-2 1,5 4-1,-30-27 1</inkml:trace>
  <inkml:trace contextRef="#ctx0" brushRef="#br0" timeOffset="29866">20931 4438 18554,'22'-57'2418,"1"0"0,-3 8 0,-1 4-1847,-6 13 0,-1 4-173,4-4 145,-10 13-504,-4 15-16,-5 8-12,-3 13 17,-1 16-17,1 1 6,5-2 0,4 1 11,11 19-281,-2-15 0,4-1 247,4-6 1,4-4 5,3-2 0,2-2 0,19 7-98,-12-17 0,1-4 132,5-10 55,15-10 57,-23-15 16,-7-9-15,-6 1-147,-8 6 493,-6 11-493,-4 9 248,-3 11-248,-1 11 0,-1 14 0,0 15 0,0 12-127,5-23 1,3 1-812,2 5 0,3 0-1922,7 4 1,3-1 2226,0-3 0,-1-3 1,10 11-1,-12-21 0</inkml:trace>
  <inkml:trace contextRef="#ctx0" brushRef="#br0" timeOffset="31308">22722 4405 22296,'-5'0'2190,"2"0"-1254,3 0-925,95-57-1624,-56 48 1,2 1 1417,12-11 1,7-4 0,-2 7-129,-13 12 0,-2 4 0,0 2-587,19 0 0,-2 3-641,-9 1 0,-6 3-2633,10 16 3104,-53 6 2587,-54 5 176,5-17 0,-7-1-873,12-6 1,-2 1 0,-1-2 44,-3 2 0,-1-2 0,1 1-346,1-1 1,1 1 0,2-1 261,-16 4 1,5 0-571,11-2 1,5-1 247,-9 8-326,30-5 45,31-3-51,30-5-78,-6-5 1,5-2-32,10-4 1,4-2-48,6-3 1,1-1 36,-20 2 0,-1-2 1,-1-1 17,16-4 1,-3-4 241,-11-1 1,-5-3-203,-11-2 0,-7-3 22,-9-5 1,-7-2 21,-8-4 1,-5 1 33,-4-1 1,-1 2 38,-3 4 1,0 2 241,-10-14-343,13 23-65,7 9-7,14 15 0,13 12 0,22 19-1389,-5 4 0,0 3 1355,-9-10 0,-2 2-193,11 20 1,-5 2-86,-20-16 1,-4 0-1165,-2 11 0,-8 1 1476,-15 5 0,-5-3 0,-2 4 0,4-30 0,1 0 0</inkml:trace>
  <inkml:trace contextRef="#ctx0" brushRef="#br0" timeOffset="32224">17461 5257 12226,'-57'7'646,"-1"0"1,1 1-1,0-1 1,5 0-1,2-1 1,0 1-1,1-1-228,-12 2 1,3-1-1,4 0-177,-1 1 0,7-2 117,7-2 1,18 0 2365,38-3-2203,46-5-398,-19 1 0,7 0 1,3 0-695,-4-1 1,3 0 0,2-1-1,2 1 602,-5 0 1,2 0-1,2 0 1,0-1-1,0 1-12,6 0 0,0-1 0,1 0 0,1 1 0,0-1-199,-8 1 1,1 0 0,-1-1 0,2 1 0,-1 0 0,0 0 179,1-1 1,0 1 0,1 0 0,-1 0 0,0 0 0,0-1-169,0 1 0,0 0 0,0 0 1,-1 0-1,1 0 0,-1 0 154,-1 0 0,-1 0 0,1 0 0,-1 1 0,0-1 0,0 1-306,7-1 1,1 0 0,0 0 0,-3 1 0,-2 0 83,1-1 1,-4 1 0,0 1 0,2-1 225,7-1 0,4 1 0,-4 0 0,-11 1 0,-9 0 0,-3 0 1,15-1-1,0 1 0</inkml:trace>
  <inkml:trace contextRef="#ctx0" brushRef="#br0" timeOffset="33191">24997 4451 20890,'8'-2'3663,"-2"0"-3349,-6 2 302,0 0-493,-29 21-44,8-10-18,-27 16 12,13-18-11,-1-4 27,2-4 85,6-5 16,10-6-10,8-12-24,14-14-32,11-12-18,13-3-56,7 8-22,2 14-11,-1 16-39,0 14 22,2 14 0,-1 17-11,-5 15 11,-13 12-296,-19-26 1,-6 0 297,-9 2 1,-6-1 5,-11 2 1,-6-1-709,-10 2 1,-4-1 687,13-11 1,-1 0 0,-1-1-2,-1-1 0,0 0 0,1-1-267,-15 5 0,3-3 392,11-6 0,5-6 112,-9-6-50,28-20 415,24-14-539,17-6-27,20 0 459,-14 19 1,2 3-480,4 3 0,2 2-20,3 2 0,1 3-36,2 3 0,0 3-59,1 1 0,0 2-143,1 3 0,0 1-294,1 0 1,1 1-725,2 0 1,0 0-2573,0-3 0,0 0 3253,-7-2 0,-4-2 0,11 0 0,-25-3 0</inkml:trace>
  <inkml:trace contextRef="#ctx0" brushRef="#br0" timeOffset="33500">25562 4717 19770,'4'-51'1417,"0"0"0,-1 0 0,2-16 0,-1 8-638,-3 9 59,-2 20-737,0 15 82,-2 17-161,-1 19 12,-3 22-29,3-12 1,-1 2-188,0 5 1,1 0 181,0 2 0,1 0 8,2-4 1,0 0-7,4-3 1,3-2 248,7 18-162,9-16 158,2-16 16,6-16-17,5-13-183,5-8 384,2-3-447,-4 4 0,-4 7 0,-4 9 0,-4 15 0,-4 14 0,-4 24 0,-12-14 0,-2 4-743,-1 13 0,-2 3 152,-2-10 1,-1 2 0,0 2 227,0 12 1,-1 4-1,0-7 1,0-4-1,-1-4 1,1 0 0,0 1-1</inkml:trace>
  <inkml:trace contextRef="#ctx0" brushRef="#br0" timeOffset="41625">5485 7377 20392,'1'-56'944,"0"0"0,0-1 0,-3 9 0,0 1 0,-2 4-542,-3 0 0,-6 7 1,-23-2-193,-13 32-122,-8 32-69,26-1 0,2 6-920,-1 10 0,4 6 893,8-8 1,2 1-1,1 3-454,1 5 0,1 3 0,2 2 403,0 6 1,1 3-1,1 1-19,2-12 1,1 0 0,1 2 0,0-1-38,0 3 0,1 0 0,0 0 1,0 0-470,0 0 1,1 0 0,0 0 0,0-1 396,0-3 1,0-1 0,0 0 0,-1-1 40,-2 9 1,0-1-1,-2-4 33,-1-9 0,-2-2 0,-3-5 211,-7 4 0,-6-10 886,-32-9-814,28-32 1,3-10-31,0-12 0,5-7 140,5-13 1,6-5-238,7 14 0,3-2 0,4-1-27,3-2 1,3-1 0,4 1-12,3-2 1,3 1 0,3 0-18,4 2 1,2 1 0,3 2 144,2 1 1,3 2 0,2 3-153,0 3 0,3 1 1,1 3-20,0 3 1,3 2 0,-1 2-111,0 3 1,1 1 0,-1 2 115,-1 3 1,-1 1-1,-1 1-7,14-3 0,-2 1 30,-9 3 1,-3 2 194,13-5-24,-25 7 1163,-21 5-1156,-38 19 27,-2 3-135,5-1 1,0 1-23,-12 16-34,13-2 1663,13-3-1662,17-7 1219,9-8-1085,9-7 67,3-10 34,3-10-6,2-12 29,0-10 4,0-6-38,-3 0 0,-6 5-29,-7 10-66,-6 10-96,-4 9-50,-3 7 11,2 10-51,1 9-128,3 12-213,6 8-566,5 9-1557,4 4 2515,-7-22 0,0-2 0,1 3 0,0-3 0</inkml:trace>
  <inkml:trace contextRef="#ctx0" brushRef="#br0" timeOffset="42099">6414 7597 25506,'-9'-41'416,"-1"1"0,-2 5 0,-4 11-287,-30 36-39,-4 12-79,1 14-270,28-14 1,2 3 246,3 3 1,3 2-9,3 3 1,3 1 2,2 2 0,4 0-17,4-1 1,4 0-9,3-4 0,5-2 19,4-5 1,4-4 11,32 8 22,-24-23 1,1-4-10,2-7 1,1-4 11,3-5 0,-1-5 17,2-6 0,0-3-420,2-6 1,-1-3 421,-2-3 1,-2-4-550,-1-4 1,-3-2 557,-2-4 0,-4-3 42,-2-2 0,-3-1 45,-3-1 0,-4 1 39,-4 4 0,-3 1-183,-4 6 0,-3 3 146,-3 8 1,-2 4 398,-6-14-530,1 21 809,4 15-809,3 18 1217,2 17-1217,3 23 0,0-13 0,1 2-176,-1 7 1,1 3 175,0 5 0,-1 2 0,-1 6 0,0 2-16,0-18 1,-1 1 0,1 0-490,0 2 0,1 1 1,0-1 293,1-1 0,1 0 0,0-2-780,6 21 0,1-5 514,-3-22 1,0-4-2683,8 17-6637,-13-53 9796,-2-9 0,-1 0 0,0 1 0</inkml:trace>
  <inkml:trace contextRef="#ctx0" brushRef="#br0" timeOffset="42225">6890 7720 24939,'-29'-49'736,"0"1"0,1 8 0,13 6-591,44 6-128,9 12-129,18-4-880,-14 11 1,1 1 991,-9 1 0,-2 2 0,25-4 0,-34 6 0</inkml:trace>
  <inkml:trace contextRef="#ctx0" brushRef="#br0" timeOffset="42649">8239 7280 23226,'-3'-59'1142,"0"-1"1,2 11 0,-3 8-628,-10 9-286,3 25-16,-6 28-17,0 22-109,4-3 0,1 3-633,2-7 0,0 0 582,-4 19 1,1 2-40,3-6 0,3 3-89,5 0 1,2 6 0,4-3-660,4-7 0,5-2 0,4 0-267,7 6 1,5 0-1,4-6 656,-1-14 1,3-3 0,-2-5 0,4 2 0,-2-5-1,10-1 1</inkml:trace>
  <inkml:trace contextRef="#ctx0" brushRef="#br0" timeOffset="43949">8893 7707 21451,'-4'-64'1534,"0"1"1,0 8 0,0 8-919,-1 11-264,1 18-285,2 12 12,2 17-6,5 11 19,2 20-42,5 14-47,-6-24 0,0 1-164,-1 2 0,-1 1 163,0-1 1,-1-1-3,1 28 45,-2-15 95,-4-19 22,1-23-27,-1-22-29,2-19-5,7-17-54,-1 19 1,1-1-154,3-4 0,3 0 131,1-1 0,2 0-8,0 4 0,3 2-3,-2 6 0,2 4-9,18-5 1,1 18-6,3 22-17,5 15-243,-21-4 0,0 3 164,1 4 1,-1 2-140,-1 3 0,-3 2-465,-1 1 0,-4 1 700,-3 4 0,-3-2 0,0 4 0,-6-5 0</inkml:trace>
  <inkml:trace contextRef="#ctx0" brushRef="#br0" timeOffset="44142">9701 7263 27818,'52'25'56,"0"1"0,-14-5 0,0 2 0,-5 3-92,-1 10 0,-4 4-977,-3-5 0,0 3 0,-2 1 260,-2 6 1,-2 1 0,-2 0 362,-4-3 0,-1 0 0,-3-3 0,0 5 0,-3-6 1,-5 9-1</inkml:trace>
  <inkml:trace contextRef="#ctx0" brushRef="#br0" timeOffset="44958">10834 7486 15081,'1'-4'7417,"-1"0"-4247,0 4-2884,-31-55-107,11 44-109,-3-16 0,-2 6-20,3 30 17,-9 13-44,4 12-57,3 2 29,7 9-1,17-12 12,8-10-1,16-1 40,21-7-56,4-4 22,10-2-17,-19-4 12,-15-3 0,-11 3 38,-14 4 40,-8 1-22,-11 8-23,-9 1-5,-4 4-29,5-2-5,-13 21 6,12-8-6,-8 17 0,14-12 6,10-7 10,6-11 24,14-1-29,6-12 6,13 2-34,6-7 11,-6 1 12,4 6 5,-16 14 45,-7 7 62,-18 14 50,-13-2-56,-6-2-90,7-10-11,3 7-33,13-20-426,9 19-2252,16-17 2700,7 4 0,-6-13 0,-6-6 0</inkml:trace>
  <inkml:trace contextRef="#ctx0" brushRef="#br0" timeOffset="46199">7579 9666 20839,'1'-7'2557,"2"-27"1,0-9-1780,-1-3-518,2-5 1,-1 1 125,-2 0-145,-1 18-140,0 14-118,0 13-17,-4 32-61,2 5-235,-4 31-594,4-3-1408,3-27 1,0-1 2331,3 19 0,-2-21 0,2-15 0</inkml:trace>
  <inkml:trace contextRef="#ctx0" brushRef="#br0" timeOffset="46532">7933 9195 25976,'-39'8'45,"1"0"0,-22 12-40,67 12 12,7-5-17,8-8 45,5-10 95,1-13 145,-1-11 130,-5-14-1,-6-10-111,-7-8-135,-9-2-56,-7 2-40,-5 11-49,-1 14-74,-1 15-94,-1 19-169,-1 18-352,4 18-829,5 15-2208,11-27 0,3-1 3045,1-3 0,2-2 1,6 9-1,-3-18 1</inkml:trace>
  <inkml:trace contextRef="#ctx0" brushRef="#br0" timeOffset="46742">8642 9198 27302,'-44'-27'160,"-1"0"1,3 21-1,6 13-115,16 46-1367,8 5 1,3 5 1304,2-6 0,3 2 7,0-7 1,0 2 0,1 1-514,0 4 1,1 1-1,1 0 316,0 2 0,0 1 0,0 2-498,-1-5 1,0 2 0,0-1-1,-2-4-78,1-1 1,-1-3 0,-3 2 782,-4 2 0,-3 5 0,-1-4 0,2-12 0,3-13 0,-2-4 0,-8 11 0,-1 0 0</inkml:trace>
  <inkml:trace contextRef="#ctx0" brushRef="#br0" timeOffset="46866">7975 10767 21389,'-14'-57'675,"0"0"1,0 0-1,3-2 1,3-1-1,5 0-526,6-1 1,5 1-1,4 0-509,2 0 1,3 0 0,5 0 382,3 11 1,3-1 0,3 2 0,-3 4-256,0 2 1,-1 3 0,4 0 151,1 4 0,4 0 1,1 1-1,-2 5-649,15-5 0,1 3-464,-7 6 0,1 0 0,-1 2 849,15-5 0,-5 5 0,-17 7 0,-4 3 0,4 0 0</inkml:trace>
  <inkml:trace contextRef="#ctx0" brushRef="#br0" timeOffset="47082">9188 9108 22817,'0'-3'3842,"0"0"-2156,0 3-1585,-43 21-45,12 27-474,9-15 0,-3 6 1,5 1 397,5 19 0,6 2-2,1 0 0,7-1-74,14-2 1,10-5-129,7-13 0,7-3-585,-3-7 1,3 1 0,2-3-1123,5-3 0,3-2 1,-1-2 1930,-1-3 0,-1-2 0,-3-2 0,3 0 0,-5-3 0,9-2 0</inkml:trace>
  <inkml:trace contextRef="#ctx0" brushRef="#br0" timeOffset="47699">10218 9392 27650,'23'-28'202,"-4"45"-135,-19 41-62,0-24 1,-1 2 5,-2 0 1,-2-1 16,-9 22 56,1-9 129,2-12-1,6-33-77,4-19-89,3-6-46,8-25 0,2 13 0,3-2 0,2-2 0,2 0-327,5-8 1,1 2 326,-4 12 0,0 4 0,11-10 0,3 15 0,-10 19 0,14 12 0,0 17 0,3 17 0,-9-2-345,-12-3 0,-1 3-1682,3 19 1649,-4-14 0,-2-2 1,-4-4-1,0-7 0</inkml:trace>
  <inkml:trace contextRef="#ctx0" brushRef="#br0" timeOffset="51066">11396 9320 19725,'-3'-1'4486,"1"1"-2217,2 0-2163,-43-4-22,18 16-39,-8-4 0,-3 3-402,10 8 1,1 2 376,-8 4 0,-1 0-18,-3 1 1,2 0 5,2-3 1,4 1 216,-9 15-208,26-12 22,35-7-33,11-12 0,6-2-20,-9-2 0,2 0-557,25 0 0,3-1 277,-16 0 1,-1-1-304,12 0 0,1 0-1058,-2 0 0,0 0 1655,3-1 0,-4 0 0,6 0 0,-7-1 0</inkml:trace>
  <inkml:trace contextRef="#ctx0" brushRef="#br0" timeOffset="51266">12042 9420 20313,'-4'-1'4089,"1"0"-4268,3 1-521,80-49-18,-49 39 1,3 1-1281,7-9 0,6-3 0,-4 6 1998,-2 8 0,-4 5 0,9-2 0,-24 4 0</inkml:trace>
  <inkml:trace contextRef="#ctx0" brushRef="#br0" timeOffset="51449">12091 9651 25887,'53'-13'-407,"1"0"0,-1 0 1,-5 2-1,-2 0 1,-4 0-502,0 1 1,-3 0 907,6-3 0,-6 2 0,-9 2 0,13-5 0</inkml:trace>
  <inkml:trace contextRef="#ctx0" brushRef="#br0" timeOffset="51625">12969 9109 28462,'-16'44'-60,"-1"0"1,1 0 0,0 2 0,1 1 0,4-5-622,5-6 1,4 0-453,-2 16 1,0-3 0,0 8 0,2-6 0</inkml:trace>
  <inkml:trace contextRef="#ctx0" brushRef="#br0" timeOffset="53175">13281 9019 26766,'-13'-32'120,"0"1"0,6-7-24,55 73-71,-17-8 0,0 3-8,5 8 0,-2 3-745,-1 4 0,-2 4 641,-6 1 1,-5 3-273,-6 1 1,-7 1-975,-8-1 0,-7 0 1333,-10 3 0,-2-5 0,8-21 0,0-3 0,-18 19 0</inkml:trace>
  <inkml:trace contextRef="#ctx0" brushRef="#br0" timeOffset="53759">14316 8862 25970,'-51'-2'179,"0"-1"1,3 2-1,7 4-140,6 16-16,7 5-18,11 2 6,8-2 1,11-1 21,11-5 12,12-3-17,11-3-11,11-2-6,5-1-5,0 1-1,-7 0-10,-12 3 33,-15 2 67,-18 4-11,-20 6 5,-21 6-47,13-13 0,-2 0-17,-3 1 1,-3 1 46,-6 4 1,1-1-33,-13 8-12,22-11 0,5-2 33,10 0-16,5 2 0,18-3-17,9-2-11,18 6-17,-8-7 0,12 12 0,-16-4 22,0 12 6,-10 7 39,-15 19-67,-3-18-11,-2-10 0,-2-2 11,-6 9-34,-1 6 12,6-5-79,11 1-45,7-15-845,14 5-5954,9-14 6945,6 0 0,-10-7 0,-10-5 0</inkml:trace>
  <inkml:trace contextRef="#ctx0" brushRef="#br0" timeOffset="55433">11478 10896 20263,'0'-3'4374,"0"1"-2716,0 2-1551,28-26-46,-11 34-22,17-21 1,-14 50-35,-2 14-10,-4-8-21,-7-3 1,-4 1-8,-13 12-268,0-15 1,-3-1 306,-15 9 145,-18-3 51,26-35 16,-2-17-11,34-30-123,1 10 0,4-2-39,7-3 0,3 1-419,4-1 1,2 1 350,3 2 1,1 2-59,2 3 0,1 3-188,2 2 0,0 3-347,2 2 0,-1 3 95,-8 4 0,-1 2-1537,7 0 0,0 1 1543,-7 3 0,-2 2 0,14-4 0,-9 4 1</inkml:trace>
  <inkml:trace contextRef="#ctx0" brushRef="#br0" timeOffset="56008">12319 10842 18380,'11'4'6666,"-3"0"-5322,-8-4 90,0 0-1350,-21-26-56,6 27-39,-15-15 44,16 35-27,6 2-34,8 0 22,13-3 1,10-6 27,12-6 1,9-8-18,2-11 46,-2-10 33,-7-11 61,-9-9 29,-9-4-6,-7 1-94,-8 4-74,-6 15 0,-7 5 0,-5 14 0,-14 12 0,3 13 0,-1 7 0,13 2 0,3 3 0,1 4-1696,3 9 0,2 0 1696,8-3-129,6 3 1,6 0 128,20 1 0,-5-15 0,3-3 0,19 0 0,-5-18 0,1-5 0,2-6 0,4-9 0,1-8-236,-25 1 0,-3-4 236,13-12 0,-2-3 0,-16 10 0,-2-1 0,3-13 0,-2-3 0,-2-7 0,-2-2 0,0-1 0,-2-2 697,-5 14 0,-1-1 0,-1 3-697,-2-4 0,-2 3 320,0-14-320,-8 14 0,0 29 0,-10 7 0,1 26 0,-7 20 0,9-10 0,1 2 32,-5 28-32,8-17 0,1 1 0,3-6 0,2 3 0,3 0 0,2 4 0,2-1-141,2 14 1,2 1-639,1-13 1,1 1-1,0-3-84,2 0 1,0-2 862,7 9 0,-2-5 0,-5-14 0,6 9 0</inkml:trace>
  <inkml:trace contextRef="#ctx0" brushRef="#br0" timeOffset="56475">13058 11085 24827,'-25'-43'448,"0"0"1,4 4-1,13 7-426,37 15-66,23 1-49,-18 7 1,2 2-911,6-2 1,2 1 783,4 0 0,0-2 62,0 0 1,0-1 105,-3 0 1,-2-1 55,-11 3 1,-3-2 819,27-15-309,-37 9 297,1-4-314,-24 8-18,-5 5-145,-6 3 725,-1 5-926,-1 9-62,1 9-29,5 12-27,5 9-6,11 4-5,8 0-12,4-12-33,20 7 11,-6-19 0,14 2 51,-5-15 27,-5-16 12,-2-12 66,-7-14 35,-6-9 27,-9-5-16,-6 1-128,-9 5-46,-3 10 0,-3 13 0,1 10 0,3 11-326,1 11-436,3 9-655,6 11-2022,9 4-6392,10 0 8438,-2-11 0,-5-9 0,-11-11 0</inkml:trace>
  <inkml:trace contextRef="#ctx0" brushRef="#br0" timeOffset="56792">14194 10785 23142,'0'-4'4413,"0"1"-3410,0 3-975,13-38-12,1 40-21,13-20-18,-4 54 1,-8 8-56,-5 3-40,-14 2 56,-6-3 62,-10-10 23,0-11 16,-1-14 34,4-18-28,7-14-12,5-14-44,13-8 17,2 8-18,8 9 1,5 2-90,16-4-238,-7 9 1,2 2 27,-3 7 0,1 3-266,2 1 0,0 2-504,0 1 0,1 1-1353,-2 0 1,0 0-7398,26-1 8400,-20 0 0,-15 2 0,-18 0 1</inkml:trace>
  <inkml:trace contextRef="#ctx0" brushRef="#br0" timeOffset="57108">14788 10700 20072,'0'-10'6352,"0"2"-5176,0 8-105,0 0-1071,-3-5 0,7 19 0,-1 3 0,3 22 0,-2 4 0,-2 1 0,-5 0 0,-2-5 0,-3-9 0,3-10 0,2-13 0,12-17 0,13-14 0,19-15-297,-14 16 1,2-1 296,2 0 0,2 1 0,-1 2 0,0 1 0,-2 4 0,0 3 0,21-5 0,-9 10 0,-9 11 0,-7 7 0,-6 10 593,-2 6-593,-5 6-1491,-1 5 1491,-6 4 0,-2-19 0,-3-1 0</inkml:trace>
  <inkml:trace contextRef="#ctx0" brushRef="#br0" timeOffset="57275">15766 10780 27695,'17'-25'-581,"-3"-6"1,-14 49 0</inkml:trace>
  <inkml:trace contextRef="#ctx0" brushRef="#br0" timeOffset="57442">15839 11070 28451,'-13'44'-1279,"0"0"1,0 0-1,-5 14 1,1-8-1,-2-14 1,5-16-1</inkml:trace>
  <inkml:trace contextRef="#ctx0" brushRef="#br0" timeOffset="58666">10008 11698 25914,'38'-29'58,"1"-1"0,-2 3 0,-1 8-58,12 24-11,-4 6 5,-11 7 1,-18 8 27,-25 2 12,-24 4-15,6-14 1,-4-1-157,-5 1 1,-2 0 189,-2 0 0,0 1 0,4-1 1,1-1 2,-18 13-17,23-6 28,20-7 6,20-4-11,14-5-6,17 0-28,10-2-6,2 1-5,-8 2 351,-13 3-335,-15 3 1,-10 4 16,-9 6-27,-8 7-12,-8 6-11,-7 6-6,-3-1 1,5-4-1,7-9 17,12-9 6,16-8-22,12-5 10,12-3-5,7 0-11,-2 2 5,-7 6 1,-14 4-1,-14 6 12,-17 4-1,-13 3 7,-12 2-7,-9-2-50,-3-7-347,4-8-5131,4-8 5523,11-8 0,13 0 0,8-2 0</inkml:trace>
  <inkml:trace contextRef="#ctx0" brushRef="#br0" timeOffset="63674">15853 10968 12141,'-1'-5'9578,"0"2"-8769,-2-29 1,3-11 243,2-11-1413,-1-4 0,2-1 811,1 23 1,1 4 175,3-20 277,-2 20-787,-4 20 202,-2 10-280,-5 14-22,-4 11 5,-4 19 1,0 15-32,7-22 1,1 1 87,0 4 1,2 2-83,0 1 0,0 1 6,1 0 0,1-1-9,0-1 1,0-1-46,2-4 0,1-2 51,1 22 44,1-17 264,-1-17 163,-2-13-197,0-17 525,-4-14-799,2-21 0,-2-19 0,5 22 0,2-1-448,1-7 0,1-2 448,4-2 0,1-1 0,1 0 0,0 2 0,0 0 0,-1 3 0,3-10 0,-4 10 0,-9 37 0,0 4 0,-6 17 0,-3 16 0,-7 25 0,6-18 0,0 3 200,1 5 0,0 2-200,2 1 0,0 1 0,2-3 0,1 0 0,1-3 0,1-1 0,0 23 0,3-16 0,0-18 0,1-14 0,-1-14 0,0-13 600,-1-15-600,0-19 0,-4-16-366,1 25 1,-1-1 365,-2-3 0,1-1 0,-2 1 0,0 0 0,0 3 0,1 2 0,-2-7 0,1 14 0,5 26 0,0 9 0,0 14 0,2 34 0,-1-8-247,1-4 0,0 2 247,1 18 0,-1-25 0,1 1 0,5 25 0,1-15 0,-3-23 692,0-11-692,-2-24 0,1-15 0,5-34 0,-4 27 0,0 0 0,0-1 0,0 0 0,0-2 0,0 1 0,1-18 0,0-5 0,-4 19 0,-1 18-2089,-1 20-208,3 9 2297,2 11 0,-2-10 0,1 1 0</inkml:trace>
  <inkml:trace contextRef="#ctx0" brushRef="#br0" timeOffset="63924">16733 10785 28423,'-6'-38'-244,"0"0"1,-4-15-894,10 69-5270,3 16 5344,0 4 0,1-10 0,-2-10 0</inkml:trace>
  <inkml:trace contextRef="#ctx0" brushRef="#br0" timeOffset="64108">16939 11439 26278,'5'0'2324,"-1"0"-2255,-4 0-69,-78 91-3499,39-45 3499,12-14 0,-7 6 0,-1 3 0,2-4-3277,-3 5 0,0-2 0,3-2 1756,-8 7 1,2-2 0,-4 5 0,8-9 0,20-23 0</inkml:trace>
  <inkml:trace contextRef="#ctx0" brushRef="#br0" timeOffset="69891">6030 13285 26586,'-12'-2'40,"8"42"-52,7-10 1,2 3-761,0 15 0,0 2 724,-1-4 1,-2 0-26,-1 3 0,-2 1 8,-4 1 1,-3-1 44,-3-2 1,-4-4 86,-2-7 0,-2-4 202,-16 2 426,12-39-510,14-35-118,11 7 0,5-3-28,3-4 1,3-2-265,5-2 0,4 1 208,4 3 0,3 3-42,2 3 1,3 4-77,2 4 1,2 4-252,0 5 0,1 4-43,0 3 1,-1 3-245,-1 3 1,-1 2-275,-3 2 1,-1 1-1199,21 7 1501,-17 4 1087,-18-1 1400,-11-4 375,-7-6-450,-1-6 321,0-5-1103,1 3-678,-1 0-235,1 5-73,0 2 11,3 3-16,6 3 16,8 4-6,7-2 12,4-3 17,3-10 16,0-7 34,-1-12 23,-3-10-7,-5-9 24,-7-4 55,-7 1 50,-7 10-49,-8 10-91,-4 11-50,-3 8-33,-1 13 22,-1 15-17,-1 18-22,3 17-266,8-23 1,2 2 259,0 2 1,2 1-4,3 0 0,4 0-14,3-1 1,3-2-144,6-2 0,4-4 154,4-4 1,4-5-3,3-5 0,3-6 25,1-7 0,2-6-289,1-6 1,-1-7 294,1-7 0,-2-6 10,1-6 1,-4-6-3,0-6 0,-2-5-542,-12 14 1,-1-1 0,-1-2 540,-1-2 0,-1-2 0,0 0 5,-2 0 1,0-1 0,-1 0-24,-1 3 1,-2 0 0,0 2 21,2-13 0,-3 5-17,-2 11 0,-3 4 238,1-5-238,-7 23 470,-1 23-470,-4 21 0,-2 30 0,4-18 0,-1 4 431,1 7 1,0 2-432,0 5 0,1 0-340,2 3 1,0 1 120,1-20 0,2 1 0,-1 0-408,2 1 0,1-1 0,0 1 627,0 3 0,1 0 0,0-5 0,0-3 0,1-3 0,2 26 0</inkml:trace>
  <inkml:trace contextRef="#ctx0" brushRef="#br0" timeOffset="70933">7202 13627 25926,'30'-31'11,"0"1"0,0-1 0,15-12 0,1 8-42,-4 22 1,0 4-570,1-1 0,-1-1 574,-1 1 1,-2-1 28,-5 1 0,-2-1 397,14-9-378,-22 3 257,-14 2-128,-14 3 112,-2 2 196,-2 3 567,2 3-808,3 2-150,3 4-57,0 9 28,2 8-22,5 13-17,4 6 11,7 2-39,4-1-17,6-6 17,4-10 17,1-10 33,0-13 6,-2-14 23,0-11 44,-3-11 73,-3-6 62,-5-3-6,-4 2-6,-6 5-99,-3 7-119,-4 8 0,-2 9 0,-1 7-46,0 5-380,0 15-408,1 3-600,5 15-1226,8-2-1990,12-2 158,9-6 2846,6-9 3248,-2-9 2817,-8-10-100,-11-3-1945,-10-5-1001,-7 3-533,-3 2-353,0 5-269,0 2-173,0 3-39,2 4 16,7 6-11,9 10-22,12 10-28,10 9-17,-19-16 0,1 1-51,-1 2 1,-3 1-224,10 29 72,-18-3 213,-21-12 112,-13-15 101,-9-17 45,4-17-34,10-14-39,9-11-84,14-8-39,17-11-34,-1 18-100,24-9-186,-1 22-53,-14 9 1,3 1-802,12 0 1,2 1-725,-5 2 0,0 2 943,-1 0 0,-1 1-1020,-5 2 1,-2 0 388,7 1 4404,-1-1 1718,-19 0-503,-12 1-3339,-6 0 527,-1 0-299,0 6-755,4 14-116,2 9-35,2 4-5,3 13-28,0-3 0,0 14-11,-5-1 22,-3-1 45,-5-20 23,1-8 117,0-23-62,7-16-15,6-12-119,16-15 0,0 11 0,4 2 0,16-12-400,-5 14 0,2 5 400,-12 13 0,1 2 0,7 0 0,3 5 0,8 10 0,-2 8 0,-8 2 0,-2 3 0,-2 2 0,-2 4-1249,-6 7 0,-5 2 1249,4 17 0,-5-8 0,-12-19 0</inkml:trace>
  <inkml:trace contextRef="#ctx0" brushRef="#br0" timeOffset="72740">11569 13391 23343,'-28'-43'715,"-1"0"0,0 9 1,-1 16-610,-22 54-1082,24-4 0,3 6 984,-1 9 0,4 6-377,8-13 1,1 3-1,2 0 305,1 5 1,2 1 0,0 1-173,2 2 1,0 1 0,2 1-618,0 0 0,0 1 0,1 1 610,0 5 0,0 0 0,0-5 0,1-6 0,1-4 0,-1-3 0,0 0 0</inkml:trace>
  <inkml:trace contextRef="#ctx0" brushRef="#br0" timeOffset="73190">10865 14555 19311,'3'-52'723,"1"-1"1,0 0 0,3 2-1,2-1 1,3 1-594,3-2 1,4 1 0,2 1-1036,3 5 1,2 1 0,3 3 947,1 5 0,2 2 0,2 2-30,0 4 0,3 3 0,1 2-197,0 3 1,1 2-1,0 2 163,1 2 1,1 1 0,-1 2-98,19-4 0,0 2-17,-3 1 1,-1 0-6,-4 2 0,-3-1-142,-4 1 0,-3-1 245,-6-1 1,-3 0 1268,16-12-1013,-22 4 1187,-18 7-1210,-17 7 1079,-13 10-967,-13 10 626,-9 12-603,-1 7-124,1 6-106,9 0-57,12-3 7,11-3 10,14-6 29,8-8 72,10-7 74,4-9 117,3-12 89,-1-7 29,-1-10-18,-4-2-122,-4 0-62,-5 3-57,-5 7-94,-4 8-79,-2 6-61,0 4 16,-1 8-27,0 7-152,0 10-263,4 6-678,5 4-1546,8 1 2672,11 1 0,-12-16 0,1-4 0</inkml:trace>
  <inkml:trace contextRef="#ctx0" brushRef="#br0" timeOffset="73617">12432 13654 25914,'1'-43'513,"-1"0"1,1 6-1,-3 8-423,-5 22-56,-5 13-34,-5 12 11,-7 15-34,-3 15-16,2 9-304,15-24 0,2 1 250,2 0 1,5-1 19,7 0 0,5-3-4,5-2 0,7-4 27,8-4 0,5-5 8,8-3 0,2-5-396,5-4 0,0-6 446,1-3 1,-1-6 7,-2-4 1,-2-5 25,-4-5 0,-2-4 28,-4-3 0,-2-4 8,-1-6 1,-3-2-546,-2-4 1,-1-3 569,-2-5 1,-2-2-16,-9 19 0,-2-1 0,0 0 88,2-17 0,-3 2-8,-3 8 0,-2 2 136,-3 13 0,-2 3-304,-2-4 40,-1 20-40,-3 14 756,-3 16-756,-3 18 0,-1 23 0,6-18 0,0 2 231,2 8 1,0 1-232,0 7 0,2 1-745,0 3 1,0 2 458,1-20 1,-1 1-1,1-1-585,3 20 1,1-1-1024,0-7 0,1-2 1894,1-10 0,0-4 0,2 2 0,-4-20 0</inkml:trace>
  <inkml:trace contextRef="#ctx0" brushRef="#br0" timeOffset="73774">12997 13715 19098,'-2'-8'6811,"0"1"-6400,7-25 1,6-5 98,14 7-379,-4-12 1,5 2-622,30 18 473,-24 14 0,1 2-285,1 1 0,1 2-3983,0 2 0,-1 2 3310,24 3 1,-24 0 0,-15-2 0</inkml:trace>
  <inkml:trace contextRef="#ctx0" brushRef="#br0" timeOffset="74800">13932 13376 23937,'3'-47'881,"0"0"0,-2 7 1,-5 16-714,-20 46-45,-3 22-95,4 0-9,9-3 1,2 3-20,7-10 0,2 0-375,-1 15 0,4 2 316,6-10 1,5-1-753,5-1 0,3-2 729,-2-9 1,4-3-384,17 7 1,3-6 15,5-5-739,7-9 0,2-9 793,-23-12 1,-1-5 307,13-7 0,-2-4 106,-16 4 1,-3-4 215,5-17 1,-4-1 102,-10 12 1,-1-1 128,4-13 1,0 0-35,-6 11 0,-2 1 435,7-22 171,-5 15-625,-5 15 1240,-3 14-1615,-2 9 891,0 13-891,1 13 210,1 16-232,-2 14 6,0 9-268,-2-30 1,-1 0 249,0 0 1,0-2 0,-4 23-1,0-14 23,4-16 129,0-17-67,8-19-23,5-14 28,9-14 17,6-11-62,-5 9 6,-2 8 0,1 0-11,8-7-34,-7 12 1,1 3-1,14-1 483,1 14-488,3 11-23,2 13-134,1 12-331,-2 13-912,-3 9-6557,-4 7 7951,-8-6 0,-10-17 0,-9-14 0</inkml:trace>
  <inkml:trace contextRef="#ctx0" brushRef="#br0" timeOffset="74984">15340 13643 25909,'48'-23'-1299,"0"1"1,0-1 0,-1 2 0,-1 1 0,-4 6 1298,-5 9 0,-5 4 0,13-2 0,-20 1 0</inkml:trace>
  <inkml:trace contextRef="#ctx0" brushRef="#br0" timeOffset="75174">16043 13273 28671,'-35'9'0,"18"19"0,29 9 0,11 7-983,-3 4 1,1 3 393,-1 4 1,-1 1-2683,0 2 0,-2 0 3271,-2-8 0,-2-4 0,3 11 0,-9-28 0</inkml:trace>
  <inkml:trace contextRef="#ctx0" brushRef="#br0" timeOffset="75391">16592 13174 28283,'21'-40'129,"-1"-1"0,1 5 1,3 12-130,25 34 0,-19 5 0,0 5-1030,4 10 0,0 6 1030,2 11 0,-3 5-487,-10-12 0,-3 3 0,-3 2 386,-1 6 0,-3 1 0,-6 2-799,-7 4 0,-6 2 1,-4-2 683,-2-5 0,-4-1 0,-1-4 0,-4 5 0,-2-8 1,4-19-1,1 0 0</inkml:trace>
  <inkml:trace contextRef="#ctx0" brushRef="#br0" timeOffset="78250">10158 13720 11620,'6'-9'7562,"-2"1"-4717,-4 8 919,0 0-3187,18-58-213,-12 38-266,4-12 0,0 3-36,-7 24-46,0 5 12,0 9 6,2 12 5,-2 12-16,-1 12-7,-7 8 29,-5 4-237,-4 2 203,-2-7 17,2-10 5,4-13 163,2-13 129,5-8-84,2-13-90,4-7-16,2-10 186,5-10-259,2-10-12,4-4-5,1-1-34,2 9 11,-1 10-5,2 13-17,2 8 0,3 11-11,4 9-17,-2 11-118,-2 10-285,-6 8-700,-7 2-2840,-4-1 3971,-4-10 0,-2-13 0,-2-11 0</inkml:trace>
  <inkml:trace contextRef="#ctx0" brushRef="#br0" timeOffset="78591">10826 13675 27202,'-14'36'-41,"-1"1"0,0-2 0,-1-2-390,-19 13-532,-6-2-567,-6-8 136,-4-11 828,5-13 684,12-18 442,16-15 358,15-18 146,13-15-27,7-4-219,6 1-275,2 12-218,-1 15-141,-1 15-72,6 17-89,-9 7-34,15 20-297,-3 6-827,-8-11 1,3 2 455,-1-2 1,0-1 0,10 8-1,-13-14 1</inkml:trace>
  <inkml:trace contextRef="#ctx0" brushRef="#br0" timeOffset="79407">10748 13680 26105,'6'-19'728,"1"10"-655,-1 22 27,2 16-66,-5 16-152,-1 5-425,-5 12-1255,-1-14-464,1-14 2262,3 2 0,0-24 0,2 3 0</inkml:trace>
  <inkml:trace contextRef="#ctx0" brushRef="#br0" timeOffset="79600">10656 13856 17955,'-6'-1'6458,"1"0"-4189,5 1-2079,21-26-106,17 16-70,-10-5 0,3 0-107,1 11 1,0 2-1370,24 0 1462,-8 1 0,-23 1 0,-6 0 0</inkml:trace>
  <inkml:trace contextRef="#ctx0" brushRef="#br0" timeOffset="80174">17849 13386 24234,'0'-6'2683,"0"1"-2000,0 5-1137,-1-53-33,1 43-2672,1-33 3159,1 58 0,1-3 0,-2-2 0</inkml:trace>
  <inkml:trace contextRef="#ctx0" brushRef="#br0" timeOffset="80341">17859 13771 28248,'-14'48'0,"-1"0"0,0 0 0,-2 13 0,-5-5-505,-10-6 1,-8-1-163,6-13 0,-3 1 1,2-3-1,2 2 0,1-1 1,-8 0-1,1 1 1</inkml:trace>
  <inkml:trace contextRef="#ctx0" brushRef="#br0" timeOffset="82582">4075 14947 16801,'-10'0'4436,"2"0"-3416,8 0 156,0 0-862,56-45-51,-19 30-171,3-9 1,0 1 35,1 20-27,-13 4 73,-13 4 111,-12 6-16,-14 6-101,-15 7-55,-17 4-77,15-12 1,-1-1-1,-2 0 0,1 0 9,-26 12-45,14-4 6,15-6-17,15-5-17,7 1 33,7-6 6,6 5-11,4-3 6,7 4-12,4 1 1,3 1-34,-3 3-29,-5 4 29,-8 6 0,-12 5 45,-13 5 38,-14 4-21,-10-3-1,-3-3-5,5-8-28,10-7-17,12-7-11,10-3 27,12-3 7,1 0 5,12 2 39,0 4-39,6 7-6,0 7 29,-4 8-18,-8 3 29,-7 2 28,-14-1 22,-14-1-28,-16-4-26,6-16 1,-1-3-36,-14 6-93,11-10 0,0-2-2367,-10-5 1617,-2 0 0,19-5 0,14 0 0</inkml:trace>
  <inkml:trace contextRef="#ctx0" brushRef="#br0" timeOffset="83325">18501 6767 23285,'11'-45'356,"1"0"1,-4 3 0,2 15-188,12 42-63,-2 24-42,-5-2 1,0 6-1124,0 14 0,-2 5 1129,-2-11 1,-1 2 0,0 2-347,-2-6 0,0 1 0,-1 1 0,1 2 323,0 6 1,0 1 0,0 1 0,0 2-445,-1-7 1,0 0-1,-1 2 1,1 0-1,-1 1 426,0-6 1,0 1 0,0 0 0,-1 1 0,1 0 0,0 0-254,0 4 1,0 0 0,-1 1 0,1 0 0,0 1-1,0-1 235,-1-5 0,0-1 0,1 0 1,-1 1-1,0 0 0,0 1 1,1-1-82,-1 2 0,0-1 0,1 2 0,-1-1 1,1 0-1,-1 1 0,0-1 78,1 2 1,-1 0 0,1 0 0,-1 0 0,0 0 0,0 0 0,1 1-55,-1 0 0,0 1 0,1 0 0,-1 0 0,1 0 0,-1 0 0,0 0 50,0 2 1,0-1 0,0 1 0,0 0 0,0 0 0,0 0-1,0 1-2,-1-8 1,0 0 0,0 1 0,-1-1 0,1 1 0,0-1 0,-1 1 0,1 0 1,-1 1 1,0 0 0,0 0 0,0 0 0,0 0 0,0 0 0,-1 0 0,0 0 8,1 1 0,-1 1 1,0-1-1,0 1 0,-1-1 1,1-1-1,0-1 0,-1-1-2,0 6 0,1-2 1,-1-1-1,0-1 0,0 3 1,-1 4 7,1-10 0,0 3 0,-1 3 1,0 0-1,1 1 0,-1 0 1,0-1-1,0-3 0,0-2-8,0 9 0,-1-4 0,1-2 1,-1 1-1,0 1 0,1 4-6,-1-10 0,1 3 0,0 2 0,-1 1 0,1 1 0,0-1 0,-1 0 0,1-2 0,-1-2-6,0 5 0,0-1 0,0-2 1,0 0-1,0-1 0,0 0 1,1 0-20,-1-1 1,0-1 0,0 1 0,0-1 0,1-1-1,-1 1 1,0-1-97,0 7 0,0-1 1,1 0-1,-1 0 0,0 0 1,0-1 115,1 1 0,0 1 0,-1 0 0,1-2 0,0-3 0,-1-4 0,1 15 0,0-7 0,-1-2 0,1-7 0,0-1 0,0 1 0</inkml:trace>
  <inkml:trace contextRef="#ctx0" brushRef="#br0" timeOffset="85417">20075 6262 24424,'-55'0'226,"0"1"0,3 6 0,8 12-212,20 24 0,9 10-1095,3-14 0,1 2 0,1 1 1055,0 6 0,1 1 0,1 2-56,1 3 0,0 2 0,2 1-101,0 2 0,1 1 0,2 0-673,1 2 0,1 0 0,1 1-24,1-2 1,1 0 0,1 0-1785,-1-3 0,1-1 0,-1-2 2664,0-8 0,1-2 0,-2-5 0,0 2 0,-1-7 0,-1 1 0</inkml:trace>
  <inkml:trace contextRef="#ctx0" brushRef="#br0" timeOffset="85850">19512 7765 17504,'-18'-48'855,"-1"0"0,1-1 0,0 1 0,-3-13 0,2 1 0,6 2-734,10 13 0,3 3 1,5 0-553,6-16 1,8 3 446,8 4 1,7 5-28,7 5 0,4 5-54,7 3 1,5 4-237,-17 12 1,1 1 0,1 2 137,2 0 1,0 2-1,1 1-69,-1 0 1,0 1 0,-1 0-136,19-3 0,-2 0 233,-6 0 1,-4 0 96,-9 1 1,-4-1 742,12-9-118,-26 4 949,-18 5-960,-12 4 1151,-6 4-1403,-5 3 644,-3 7-828,0 5-108,2 9-38,3 8-6,5 5 5,5 3 17,6-2-16,5-4 44,4-9 168,1-10 95,3-12 102,1-12 94,6-11-84,3-11-117,3-2-84,1-1-62,-3 7-61,-6 9-79,-7 11-33,-5 10-29,-3 11-61,-1 10-145,1 14-376,0 9-818,3 6-2862,5 2 3804,1-9 0,-2-16 0,-4-12 0</inkml:trace>
  <inkml:trace contextRef="#ctx0" brushRef="#br0" timeOffset="86283">20926 6759 27107,'-32'-14'-9,"1"0"1,-23 3-36,35 59-68,5 4-79,6 4-184,13-2-347,9-6-225,16-11-22,16-16-120,16-18 1035,-25-10 1,0-5-119,3-4 1,0-5 414,-1-5 1,-1-4 109,-3-4 0,-2-3 53,-1-4 0,-3-3-378,-3-3 0,-2-1 347,-2-3 0,-2-1-87,-4 0 1,-2 1-71,-4 2 1,-3 1-43,-1 5 1,-3 2 142,-3-21-139,-5 22 117,0 21-297,-1 15 623,0 19-623,0 16 0,-2 23 0,5-19 0,1 2-53,-1 7 0,2 3 53,3 3 0,2 3-34,2 3 0,1 2-84,4 2 0,1 0-666,2 0 0,1-1 218,-1-3 1,0-1-701,-2-8 0,-2-3 723,-3-6 0,-2-4 1,0 1-1,-5-13 0</inkml:trace>
  <inkml:trace contextRef="#ctx0" brushRef="#br0" timeOffset="86424">21353 7027 25203,'-27'-49'429,"0"-1"1,3 5-1,12 6-457,32 11-381,24 1-535,-10 14 1,4 1-1,16-2 1,-1 3-1,7-2 1,-28 7 0,0 1-1</inkml:trace>
  <inkml:trace contextRef="#ctx0" brushRef="#br0" timeOffset="86874">22281 6558 22621,'2'-11'2066,"2"-27"1,-1-4-1439,-5 18-472,4-17 1,-2 7-50,-7 27-91,-4 16 18,-5 13-17,-7 20-40,9-13 1,2 2-276,0 4 0,1 2 216,3 3 1,3 0-185,4 1 0,6 1-933,12 8 1,6-4 386,-6-13 0,5-3 812,23 11 0,1-6 0,-15-16 0,18 5 0</inkml:trace>
  <inkml:trace contextRef="#ctx0" brushRef="#br0" timeOffset="87383">23017 6776 18913,'3'-8'3523,"4"-27"0,0-3-3108,-4 13-127,4-15 0,-3 1 76,-6 23-151,-3 1-123,-1 8-101,0 5-6,-3 5 22,1 1 7,-12 8 4,-5 1 24,-26 8-18,1-5 34,-7-3 0,22-9 90,7-4-1,16-2-33,1 0-95,8 1-11,1 3-6,2 2 11,-1 8 0,0 7-11,-1 9 0,-1 12 0,-1-5-6,-1-2 6,0-5 6,1-10 33,-1 1 34,2-10 101,1-3-79,2-6-49,0-6-46,3-4 0,7-13 0,6 2 0,2 0 0,15 3 0,-13 12 0,21-3 0,-8 14 0,19 12 0,-7 6 0,6 12 0,-21-10 0,0 9-304,-20 0-345,-19 2-1351,-30 3 2000,2-23 0,-2-4 0,-7 4 0,-2-6 0</inkml:trace>
  <inkml:trace contextRef="#ctx0" brushRef="#br0" timeOffset="87591">23232 6279 28199,'37'29'0,"0"0"0,1 0 0,-4 2 0,-2 2 0,-8 2-67,-7 18 0,-11 4-1101,-4-15 0,-3 1 0,-4 0 167,-6 2 0,-4 0 0,-2-1 640,-2-4 0,-1-1 1,-1-3-1,-4 2 1,1-5-1,-9 4 0</inkml:trace>
  <inkml:trace contextRef="#ctx0" brushRef="#br0" timeOffset="95825">20839 8584 12118,'-1'-4'8386,"-1"0"-3934,2 4-4065,-12-59-196,7 43-147,-9-44-16,12 59-67,0 1 650,1 0-270,1-3-178,1 1-68,0-3-45,-1 4-145,0 0 134,-1-2 6,-1 2-17,-1-3 39,1 2 45,0-1 0,-1 0 6,0-2 16,-1-1-67,1 1 40,1 1-62,2 2-73,0 0 28,0 8-6,3 7 12,1 4-18,7 28 7,0-6-4,-3-9 1,2 2-48,9 22 28,5 0 28,-3-14-28,11 7 22,-16-24 23,2 4 17,-16-17 22,-11-6-28,-8-7-6,0-2 17,-12-15-22,15-3-17,-3-5-84,18-15-61,9 13-1,5-5-537,27 10 347,-13 16-488,7 3 1,5 3-1272,14 1-1583,-14 1 0,1 1 3678,16-2 0,-23 1 0,-17 0 0</inkml:trace>
  <inkml:trace contextRef="#ctx0" brushRef="#br0" timeOffset="96408">21392 8588 17333,'7'-6'6458,"-1"0"-4946,-6 6-934,0 0-533,-5-7 61,11 5 79,0-6 50,14 6-5,2-4-18,-2-7-21,-2-7-12,-3-8-33,-2-8-62,-4-9 28,-4-3 67,-2 3 0,-6 10-28,0 11-44,-2 10-74,1 9-66,-1 3 5,3 7 50,-6 21-50,1 10 34,-2 8-1,5-9 1,2 1-34,1 13 19,4-14 1,1-1 8,5 7-28,21 3 22,0-23-10,18 2 21,2-22 12,5-18-9,-25 2 1,-2-4-214,1-4 0,-2-3 219,-1-4 0,-2-3-386,-2-4 1,-3-3 402,-3-4 0,-2-3-9,-2-4 1,-3-2-1,-2-2 0,-2-1 3,-2 1 1,0 1 10,-3 3 1,-2 3-4,0 6 1,-2 4 16,-5-19-15,-1 22-35,3 19-40,4 12 453,0 18-419,2 18-33,1 26-76,3-18 0,1 2 92,1 8 1,2 2-62,4 6 0,1 1-38,-3-17 1,0 0 0,0 0-481,1 1 1,1-1 0,-1 0 142,5 20 0,1-2-340,-2-6 1,0-2-882,-2-9 0,0-2-8151,3 17 8371,-6-28 0,-6-17 0,-3-11 0</inkml:trace>
  <inkml:trace contextRef="#ctx0" brushRef="#br0" timeOffset="97175">22033 8664 17387,'-27'-37'1565,"0"-1"1,0 1 0,-9-13-1,5 5-786,8 2-145,10 11-617,11 9 19,18 5-232,19 2-179,22 2-142,-20 6 1,2 1 376,6 0 0,0-1 31,3-1 0,-1 0 44,-3-1 1,-2-1 92,-6 0 0,-4 0 323,10-7-76,-23 4 72,-22 3 134,-9 1 114,-6 2 15,3 1 613,5 2-1011,5 3-240,3 1 0,2 7 51,0 8-1,2 12-11,3 7-11,3 3 0,1-4-11,-1-6 22,-3-9 85,-2-7 133,-1-5 34,-1-5-78,-1-5-73,1-3-56,-1-5 0,1-1 23,-1 1-46,0 2-5,0 1 11,0 1-16,0 1 16,-1 0 28,1 1 12,-1 1-7,0 0-27,0 1 17,-1 0-23,2 1-17,-1 1-9,1 1-13,0-1 0,0 1 0,0-2 0,0 2 0,0 0 0,-2 14 0,1 5 0,0 14 0,1 4 0,3 4 0,4-1 0,7-1-13,8-3-20,5-7 22,4-8 44,3-9-9,-2-15-24,-2-9 0,-4-12 0,-4-8 0,-5-8 0,-6-2 0,-5 1 0,-5 7 0,-5 10 0,-1 9 0,-2 8 0,1 5-158,-1 6-615,1 8-845,3 7-2808,11 6 4426,2-1 0,2-9 0,-4-6 0</inkml:trace>
  <inkml:trace contextRef="#ctx0" brushRef="#br0" timeOffset="97775">22926 8258 22218,'-1'-4'5242,"0"1"-4749,1 3-566,-6-29 0,20 34-84,4-14-61,24 43-51,-1 6-33,-9 3 16,-14 0 124,-19-1 173,-22-5 56,1-17 112,-15-6 45,17-21 17,0-7-90,9-10-100,17-14-62,4 10-68,25-11-50,5 16-159,-11 9 0,1 1 178,1 1 1,1 1-17,0 1 0,1 1 3,0-1 0,-1 0 100,9-3 57,-4-3 89,-28 7 68,-3-3 195,-6 2-162,-1 2-129,0 3 376,-1 3-449,0 3-22,-1 5 34,-2 17-34,1 7 0,0 4 22,2 6-22,2-7-28,0 7 0,0-2 140,2-16 11,-1-6 157,2-16-73,3-10 6,4-9 118,14-22-274,1 2-57,10-7 0,-10 19 0,8 5 0,-5 13 0,7 3 0,14 23 0,-7 8 0,-1 9-797,-8 15-3934,-15 4 4731,-3 7 0,-8-20 0,-6-17 0</inkml:trace>
  <inkml:trace contextRef="#ctx0" brushRef="#br0" timeOffset="99807">24644 8113 22004,'0'-4'3372,"0"1"-1960,0 3-1406,-3-27 5,0 20 28,-7-19 11,-5 32-33,-11 4 28,-22 8-28,1-3 0,-1-1 55,7-5 57,17-6 17,2 0-1,10-3-77,8 2-52,3 1-4,1 1 4,-1 6 1,1 4-11,-2 16 22,0 0-11,-1 10-12,-1-12 18,-1 7-1,1-6 6,0 5-17,-2 1 23,2-11 5,0-6 163,2-11 443,2-6-645,-2-12 0,2-3 0,1-13 0,3 6 0,7-5 0,11 4 0,4 2 0,12 5 0,1 10 0,-5 6 0,15 9 0,-6 10 0,-12-1 0,1 3 0,13 19 0,-24-16 0,-4 1 0,-5 6 0,-23 10-248,-29-1-41,16-21 1,-2-1-419,-8 1 1,-2-3-2738,-19-1 3000,12-10 0,20-6 0,13-1 0</inkml:trace>
  <inkml:trace contextRef="#ctx0" brushRef="#br0" timeOffset="99974">24661 8158 25713,'51'-27'-240,"0"0"1,-3 1 0,-5 7-4544,4 13 3368,-5 2 0,-15 1 0,-12 2 0</inkml:trace>
  <inkml:trace contextRef="#ctx0" brushRef="#br0" timeOffset="100183">25622 8132 25983,'-29'40'-135,"0"1"1,0-1 0,1-1 0,0-2 0,2-4-614,-1-4 0,-1-3-2838,-1 1 1,-2-2 725,6-5 1,-1-2 2859,-28 13 0,32-21 0,2-2 0</inkml:trace>
  <inkml:trace contextRef="#ctx0" brushRef="#br0" timeOffset="100341">25041 8507 21243,'18'-58'1781,"1"1"0,-4 5 0,2 10-1271,5 16-303,-1 11-151,3 7-45,-2 7-33,33 18-90,-6 7-475,-9-3 1,2 2 143,-2 2 1,1 0-908,4 2 0,1 0-3566,2 0 1,-2-3 3966,-11-6 0,-2-2 1,10 4-1,-32-15 1</inkml:trace>
  <inkml:trace contextRef="#ctx0" brushRef="#br0" timeOffset="100750">25431 8429 24144,'9'-54'1127,"1"-1"1,-1 7 0,-1 8-674,-5 13-185,-1 12-225,-2 8-77,0 10 44,-1 14-39,0 19-62,-2 19-400,2-21 0,-1 2-42,1 4 0,0 0-1563,0 3 1,0-1 2094,1-4 0,-1-4 0,0 12 0,0-21 0</inkml:trace>
  <inkml:trace contextRef="#ctx0" brushRef="#br0" timeOffset="100917">25331 8572 22408,'-3'-6'4010,"1"0"-3752,-15-23 0,-2-6-29,8 13-201,-6-15 0,8 2-78,36 23-247,32 2-204,-14 6 0,5 1-3024,12 1 0,1 0 3525,-2 1 0,-3 1 0,-17 0 0,-4 0 0,7 0 0</inkml:trace>
  <inkml:trace contextRef="#ctx0" brushRef="#br0" timeOffset="101300">26613 8332 24155,'3'-52'1092,"-1"-1"0,0 8 1,0 5-701,0 2-314,-2 19-111,-5 24 33,-7 24 5,-6 31-845,5-16 1,1 4 831,-1 10 0,0 4-371,5-17 1,1 2 0,1 1 353,1 3 1,1 0 0,1 1-57,2 1 1,1 0 0,0 1-94,2-2 1,0 1-1,0-1-248,1-1 0,-1 0 1,-1-1-563,-2-3 0,-2-1 0,-3-2 631,-5 0 1,-4-1-1,1-5 1,3-3-1,-2-5 1,-23 19 0</inkml:trace>
  <inkml:trace contextRef="#ctx0" brushRef="#br0" timeOffset="101733">26032 9520 20284,'9'-62'573,"-1"-1"1,0 1 0,4 1 0,2 2-1,5 4-508,4 11 1,4 3-1,3 2-794,2-1 0,2 1 0,2 2 736,2 0 1,1 3 0,1 0-27,1 1 0,1 1 1,0 2-23,0 1 0,1 2 0,0-1-14,6-3 1,2 0 0,-4 3 34,1-1 1,-1 1 13,-9 5 1,0-1-1,-5 3 1045,9-12-899,-6 0 597,-21 12-502,-19 8 339,-4 5-328,-2 3 1491,2 3-1664,0 8 0,-1 7 11,-4 14-39,-4 12-23,-2 9 17,1 6-27,3-1-12,7-5 16,3-13 152,8-12 112,3-16-22,10-16 78,8-13 56,7-13-11,3-6-51,0-3-72,-5 3-17,-4 6-72,-9 10-169,-8 12 0,-5 7 0,-3 15 0,-1-1 0,-3 21-231,1 3-475,-1 15-1002,7 6-3208,4-20 1,0-2 2781,4 9 1,2-3 0,-10-31 0</inkml:trace>
  <inkml:trace contextRef="#ctx0" brushRef="#br0" timeOffset="102200">27624 8519 23175,'1'-6'3557,"1"2"-3252,0-26 0,-3-5 115,-9 9-375,6-10 0,-3 4-23,-17 24-27,5 13 5,-7 10 0,4 11-11,-6 14 11,2 12 16,13-16 1,2 0-17,-1 15-11,6-15 0,6-2-23,16 4 17,16 5 6,-6-27 0,4-4 22,13-4 0,1-5-5,19-4 11,-19-9 0,-3-7 33,6-22 59,-13-1 0,-2-3-371,-10 12 1,-2-3 319,1-11 0,-1-7 0,-2 2-890,-4-5 0,-1 1 867,-2 11 1,1-1 0,-2 0-22,1-20 1,-2 3-293,-5 19 0,-1 2 278,1-3 0,-1 2 0,-5-15 0,0 31 0,-2 12 454,1 18-454,-2 13 1796,-2 20-1796,2 2 0,0 4 0,2 4 0,0 0-35,-1 3 0,2 2 35,2 9 0,3 0-785,0-7 0,2 0 428,-1-11 1,1 2-1,2-1-637,3 1 1,0 0 0,1-3-2259,-1 3 1,1-4 3251,1-5 0,-2-7 0,-6-11 0,-4-13 0</inkml:trace>
  <inkml:trace contextRef="#ctx0" brushRef="#br0" timeOffset="102333">27961 8591 24262,'-4'-50'1299,"0"1"0,5 1 1,6 6-1132,21 9-95,18 3-73,-7 16-219,20 6-2178,-26 7 0,-1 2 2397,24 0 0,-10 2 0,-33-1 0</inkml:trace>
  <inkml:trace contextRef="#ctx0" brushRef="#br0" timeOffset="104450">28701 8199 25236,'7'-53'739,"0"-1"1,-1 6-1,-2 11-582,-5 25-140,-2 8-11,-4 16-6,-7 15 0,-8 22 2,10-16 1,-1 2-325,0 5 1,2 2 284,1 2 1,2 0-73,3 1 0,3-1-129,5-3 0,6-2-258,3-3 1,6-4-277,5-7 1,5-4-223,3-5 0,3-6-76,1-9 0,1-5 268,1-6 1,-2-5 893,1-6 1,-3-5 413,-1-3 1,-1-4 235,-3-2 0,-2-3 53,-3 0 1,-2-2-60,-4 3 1,-1 1-160,-4 5 0,-2 1 207,2-12-319,-6 18 336,-6 14-784,-1 10 58,-3 12-35,-3 14 492,-2 14-516,0 10-33,4-17 1,2-1 16,-2 12-6,5 9 17,7-29 68,2-2-12,8-12-11,5-19 56,11-12 6,9-12 106,6-6-158,0 3 92,-8 4-158,-12 12 0,-9 9 0,-11 6 0,-4 11 0,-3 8 0,4 24 0,3 4-522,10 15-110,-1-17 632,20 11 0,-22-33 0,8 7 0</inkml:trace>
  <inkml:trace contextRef="#ctx0" brushRef="#br0" timeOffset="104667">29929 7963 28671,'33'53'-3,"1"-1"1,-1 1-1,-2 1 1,-2 0-1,-6-3-101,-6-1 1,-6 0-1144,-6-5 0,-3 3 0,-6-1 1247,-10-2 0,-6-1 0,3-2 0,6 5 0,-3-4 0,-10-3 0,-1 0 0</inkml:trace>
  <inkml:trace contextRef="#ctx0" brushRef="#br0" timeOffset="108957">27454 9462 23433,'16'-31'369,"0"0"1,10-16-303,-27 58 6,-2 13 11,-1 17-17,1 13-1749,1-22 0,1 1 1705,1 20-196,2-11 0,3-1 190,4 20 0,-2-16 0,2 0-9,-1-7 1,0-1-7,-2 1 1,1-1-6,-2-1 1,-1 0 10,-2-1 0,-1-2-99,-8 29 102,-9-7 28,-12-10-5,-10-9 16,-13-11-11,21-15 1,-3-3-277,-5-1 1,-3-3 241,-6 0 1,-4-2 827,-6 0 1,-3 0-838,15 0 1,-2-1-1,-1 1 0,-5 0 0,-2 0 1,-1 0-1,-4 1 0,-2 0 1,-1 1-441,12-1 0,-1 0 0,0 0 0,-1 1 446,-2-1 1,-1 2 0,0-1 0,-1 0-3,-3 1 0,-1-1 0,0 1 0,0 0-367,10-1 0,-2 1 1,1-1-1,1 0 0,2 1 370,-4-1 0,4 0 0,-2 1 0,-4-1-1,4 1 1,-3-1 0,-3 1 0,-1-1 0,2 1-1,4-1-267,-11 1 0,5-1 1,-1 1-1,-5 0 266,8-1 1,-5 0 0,-1 1 0,-1 0 0,1-1 0,2 1-129,-3 0 1,2-1 0,0 1-1,1-1 1,-1 1 126,-1 0 0,0-1 0,0 1 0,0 0 0,-1 1-33,1-1 1,0 0 0,-1 0 0,1 0 0,0 1 34,0 0 0,-1 0 1,0 0-1,2 0 0,2-1 84,-1 1 0,3 0 1,-1 0-1,-4 0-85,8 0 1,-3 0 0,-2 0 0,0 1 0,2-1 0,4 0 30,-7 0 1,4 0-1,0 0 1,-3 1-30,7-1 1,-3 0 0,-2 0 0,1 0-1,2 0 1,4 0-3,-1-1 1,5 0-1,0 1 1,-3-1 17,-10 1 1,-3 0 0,0 1-1,7-2 179,5 0 1,5 0 0,-2-1-164,-15 2 1,-3-1 0,6 0 600,1 0 1,6-2-589,10-1 0,5 0 1230,-13 0-1289,23-1 2253,17 0-2281,7 0 1816,6 0-1799,1 0 774,4 0-730,-1 0 12,0-1 16,-3-1 17,-1-2-28,-2-3-16,-1-1 44,0-2 6,-2-1-12,-2 0 1,0 0-23,-1 2-16,2 2 21,1 0-10,2 4-28,-1 0-18,1 2 63,-1 0 5,0-1-11,-1-2 44,-1-2-27,-2-2-1,0 0-5,1 0-22,0 4-17,3 1-62,1 2 45,-1 6 11,0 4 23,0 10-34,0 8-6,1 8 12,0 5-17,3 0 11,1-2 28,4-2-17,0-4 0,-1-4 6,-2-2 22,-1-5 34,0 0-6,0 1 6,0 2 11,-2 5 5,0 1-5,-2 4-16,-2-4-7,-1-3-16,-1-8 56,1-7 89,2-7-33,1-5-107,0-5-50,0-4-33,0-5-6,0-2-23,0 2-72,-2 1-46,-7 4 52,-7 3 66,-9 4 56,0-1 34,3 1 17,5-5 17,4-4 11,0-7 22,-1-5-6,-3-3-16,-1 3-11,0 5-29,2 8-21,2 5-24,3 9 24,4 8-1,2 8 6,4 4 16,8 2 29,5-3 22,12-2 22,7-4 6,9-3-11,7-5-17,3-4-28,-3-5-50,-3-4-23,-5-4-56,0-3-201,2-2-398,2 0-1619,-2 0 1443,-2 5 0,-18 3 0,-5 3 0</inkml:trace>
  <inkml:trace contextRef="#ctx0" brushRef="#br0" timeOffset="115715">20411 12053 23814,'-26'-54'928,"-1"1"0,4 6 0,3 10-665,10 21-218,5 9-34,5 8 17,8 11-23,7 12-27,12 14 16,-2-2-14,-1-2 1,0 2-34,-7-9 0,0 1-248,6 12 1,-1 2 238,-9-9 1,-3-1 5,-6 26 56,-19-14 44,-13-14-16,-6-17 0,3-20 0,12-12 0,9-14-28,17-6-11,12-3-34,16 2-95,14 3-48,-19 20 1,1 2-15,3 2 0,1 1-48,3 2 1,-1 2-56,0 2 0,0 1-154,-3 2 0,-2 0-241,21 1 151,-18 3 431,-17 2 381,-14 2 219,-8 0 622,-3-1-555,0-1 130,2-1-388,2-1-56,3 1 18,0-1-1,4 1-67,4-1-73,10 0-28,6-2-17,7-4 17,2-5 11,1-7 28,-4-9 62,-4-6 28,-7-8 22,-7-1 34,-8 3-51,-11 8-89,-5 12-73,-5 9-28,-1 8-11,1 11-17,2 8 11,2 12-5,2 9-17,6 8-1,2 7-290,11 3 285,8-2-6,15-4-27,13-10 5,11-12 42,-24-19 1,1-4 7,31-7 12,-3-16-12,-32 2 1,-2-5 8,-2-4 0,-3-3 3,-2-5 0,-2-2 8,-2-6 0,-3-1-324,0-4 1,-3 0 374,-1-1 0,-1 0 33,-1 6 0,-1 2 116,0-20-225,-3 25 0,-3 19 0,-1 17 282,-1 14-282,-1 18 0,2 17 0,2-20 0,1 2 0,2 3 0,1 1-143,1 2 1,3 1-264,1 1 0,1 1-518,2 0 0,0 0-1465,1-3 0,1-1 2389,-2-7 0,0-4 0,3 6 0,-6-19 0</inkml:trace>
  <inkml:trace contextRef="#ctx0" brushRef="#br0" timeOffset="116199">21559 12193 20890,'-5'-3'4385,"1"1"-3578,4 2-846,-12-51-112,33 33-26,-9-12 1,4 2-127,15 19 1,6 5-62,1-2 0,0 1 84,-1-1 0,-1 1 39,24-6 325,-19 3 280,-21-1 230,-14 0 145,-11 1 17,-2-2-89,-2 2-96,2 1-173,3 2-253,1 1-117,2 3-17,0 6 1,3 9-1,4 12-50,5 9-17,13 13 39,-5-15-34,14 5 40,-6-23 6,5-2 33,-2-13 61,6-20-61,-13 2 79,8-20 66,-17 7 68,0-6-11,-8 1-85,-3 7-121,-5 5-24,0 9 0,-1 6 0,1 5-125,0 6-407,1 7-2425,12 14-359,-3-4 3316,12 10 0,-12-21 0,1 1 0</inkml:trace>
  <inkml:trace contextRef="#ctx0" brushRef="#br0" timeOffset="116832">22425 11998 24643,'0'-3'3181,"0"1"-2380,0 2-812,4-19 5,3 23-16,11 1-29,2 34 6,-1 13 6,-8 4-11,-18 5 78,-7-16-28,-6-8 28,-1-21 17,7-13 33,0-16 6,7-5-77,5-14-7,5 9 0,8-6 0,6 7 0,19-10 0,3 10-192,14-1 19,-14 12-455,13 1-458,-6 4-606,11-2-1613,2 0 2269,-22 1 1092,-9 0 779,-22 0 694,-5 2 95,-2-4-324,0 0 22,-1-4-768,1 4-363,1 1 21,0 4-200,1 18-18,3 7 12,1 20-29,0-6-10,0 11-7,-3-1 18,1-4 44,-2-3 6,-1-23-16,2-8 44,1-17 22,8-8 191,17-27-139,4-1-291,-11 18 0,2 1 161,17-13 0,-10 14 0,6 9 0,2 16 0,1 13 0,8 19-565,-10 20 565,-10 0-1473,-16-11 0,-3 3 853,-5-10 0,-2-2 1,1 24-1,-4-22 0</inkml:trace>
  <inkml:trace contextRef="#ctx0" brushRef="#br0" timeOffset="118615">23968 12191 20175,'20'-49'929,"-1"0"1,1 1 0,-2 4 0,-1 1 0,-1 5-575,-1 4 1,-2 5 131,4-12 98,-8 19-540,-8 16 154,-6 21-127,-7 15-27,-8 21-31,8-18 0,-1 2-254,1 2 0,0 2 245,2 0 1,1-1-6,3-2 0,2-1 202,5 20-186,13-15 40,9-18 45,10-18 22,9-21 17,10-18-380,-24 11 0,1-1 341,-1-3 0,0-1 5,-2 2 0,-1 0 615,16-18-575,-12 13-140,-11 15-6,-9 10 0,-6 15 0,-1 12 0,-2 16 0,4 16 221,0 8-543,0-26 0,2 0-899,1 0 0,3 1 1221,5 4 0,1-3 0,1 5 0,5-6 0</inkml:trace>
  <inkml:trace contextRef="#ctx0" brushRef="#br0" timeOffset="118958">25278 12124 25343,'0'-3'2358,"0"0"-2263,0 3-201,-53 72-214,20-31-271,8-10 1,-4 6-1,1-6-255,0-6 0,1-4-871,-5 0 1,-1-3-262,0-4 1,-1-4 974,1-3 1,2-5 1187,-20-15 1075,18-16 1126,16-19 263,15-12-1799,5 27 1,2 0-84,3 1 0,1 1 1070,11-22-1170,0 15-354,0 15-184,0 14-84,7 17-23,12 13-30,-12-4 0,3 2-74,6 4 1,3 1-574,6 3 0,3 1-300,5 2 0,2 0 580,-12-7 0,1 0 1,-3-2-1,-5-1 1,-2-3-1,-1-1 0,1 1 1</inkml:trace>
  <inkml:trace contextRef="#ctx0" brushRef="#br0" timeOffset="120116">26513 11924 23511,'-11'-46'924,"0"1"1,-1 2-1,-3 12-756,-7 25-28,-20 28-123,0 22-1290,15-2 0,1 4 1273,6-8 0,2 3-8,2-1 1,-1 4 0,1 0-23,3-5 0,0 0 0,-1 4-105,0 4 1,0 5 0,0 1 0,1-1-685,-1 9 0,1-1 1,1 2 386,3-9 1,-1 2 0,2-1 0,1-4 24,1-4 0,2-3 0,0 0-320,0 3 1,1-1 0,0-4 992,0-5 0,0-4 714,-6 22 510,-7-66-577,5-38-717,4 16 0,2-3 162,3-15 0,5-2-134,3 3 0,3-1-114,0 9 0,0-1 1,3 0-37,6-6 1,3 0 0,1 3-61,7-10 0,2 4-22,-5 16 1,0 1-1,0 4-6,1 3 0,0 4-56,6 0 0,2 3 638,-5 7 1,2 2-799,6-3 1,4 3-236,8 0 0,0 4 171,-8 3 0,-1 1 185,-3 1 0,-2 1-59,17 2 463,-24-4 85,-5-3 108,-7-6 88,-10 0 914,-2 3-846,-3 1 491,-2 6-659,-15 3-157,-7 9-179,-8 1 28,-14 15-101,7 2-33,-4 7-34,12 10-12,15-10 1,15 0 11,11-15 17,4-9 61,20-11 34,-7-12 101,14-9 106,-12-6 40,-7-3-208,-9 8 196,-3-9-173,-6 19-79,0-4-73,-3 13-33,-2 8 22,0 2-55,2 20-46,0-8-660,10 36 156,-5-27-3097,6 5 0,1 0 3691,4-1 0,2 3 0,-11-21 0</inkml:trace>
  <inkml:trace contextRef="#ctx0" brushRef="#br0" timeOffset="120582">27463 12155 26698,'-9'-47'418,"1"0"0,0 6 1,-5 10-335,-16 24-73,-3 15 28,-2 12-28,7 3 1,-2 20 27,9-1-42,9-7 0,1 1-17,4-4 1,2-1-805,5 5 0,3-1 796,7 8-110,10-18 0,4-3 49,20 0 80,-9-9 1,2-5 19,-1-8 0,1-5-8,2-3 0,1-4 14,0-6 0,-2-2-6,-7 3 0,-1-3 6,9-18 0,-3-5 2,-12 6 1,-2-2-385,-1 0 1,1-2-1,-3-1 432,4-15 1,-5-1 13,-2 1 0,-2 2-193,-5 5 0,-3 2 171,-2 8 0,-3 2 866,-7-17-925,-2 18 464,-2 17-464,1 12 1354,2 11-1354,-8 27 0,1 17 0,4-7 0,-1 3-301,3 4 1,1 3 300,2 5 0,1 2 0,0 2 0,3 0 0,3 0 0,2 0-121,2-4 0,2-2-676,3-4 1,2-2-353,0-9 1,0-2 1067,8 14 1,-10-25 0,-7-15 0</inkml:trace>
  <inkml:trace contextRef="#ctx0" brushRef="#br0" timeOffset="120732">27858 12209 22128,'-5'-4'4744,"0"0"-4206,5 4-247,0 0-314,10-55-201,20 41-302,-7-14 0,6 1-3589,8 23 0,4 8 4115,-3-3 0,-1-1 0,12 1 0,-20 0 0</inkml:trace>
  <inkml:trace contextRef="#ctx0" brushRef="#br0" timeOffset="120982">28610 11832 24676,'-3'-5'3221,"0"1"-2605,3 4-566,-62-19-5,18 42-640,-5-14 1,0 6 591,17 19 1,5 8-32,0 1 1,5 2-29,4-1 0,5 1-14,7-2 1,6 0 41,8-4 0,6-2-148,7-4 0,5-2-213,6-3 1,5-5-990,4-3 1,3-5 1383,8-4 0,-3-4 0,8 1 0,-6-8 0</inkml:trace>
  <inkml:trace contextRef="#ctx0" brushRef="#br0" timeOffset="121449">28885 12075 17193,'-2'-3'6800,"1"1"-4436,1 2-2101,-5-60-151,9 43-73,1-45-5,13 61-23,7 1-11,4 3-11,6 5 16,5 5-27,-1 5-23,-3 1 6,-10 3 5,-12-1 29,-12 2 10,-14-1-5,-11-1 12,-7-3 27,-1-5 22,6-4 51,6-3 73,8-4 45,5-2 179,3 0-331,11-2-33,4 0-12,12-3-10,5 2 10,4 2-5,3 7-33,0 9-6,1 13 11,-5 6-12,-10 5-49,-16-3-96,-21-5-207,-14-7-403,-12-5-981,-2-8-5920,0-6 7668,10-9 0,14 2 0,9-3 0</inkml:trace>
  <inkml:trace contextRef="#ctx0" brushRef="#br0" timeOffset="121658">29370 11661 24676,'0'-4'2896,"1"1"-2392,-1 3-420,69 26-73,-47-4 0,-1 4-380,11 0 0,5 2 0,-5 4 296,-4 22 0,-7 5-765,-2 2 1,-7 1-2342,-13 1 1,-7-1 2724,-6-9 1,-5-5 0,3-15 0,-1-5 0,-11 2 0</inkml:trace>
  <inkml:trace contextRef="#ctx0" brushRef="#br0" timeOffset="124082">27753 12860 17272,'4'-5'6363,"0"2"-5417,-4 3-784,55 13-66,-42 18-71,12-6 0,-4 2-11,-26 6 0,-10 2-520,-1 1 1,-4 1 505,-4 1 0,-3-1-3,-5 3 0,-3-2 3,7-8 0,-4 0-4,-5-1 1,-4 0-1,2-3 1,6-5 0,-2-1 1,-4 0 1,-7 2 0,-3-1 0,5-3-9,2-4 1,2-4 0,-3 1-435,-2 1 1,-5 0-1,0-1 1,4-2 441,2-2 0,3-1 0,-4-2 9,-3-1 0,-5 0 0,0-1 0,3-1 13,0 0 1,3 0 0,-4-1-13,-2 1 0,-3-1 1,-1 0-1,2 1 0,6-1 1,2 0-1,0 0 1,-1 0 0,-3-1 1,0 1 0,-1 0 0,0-1-6,-3 1 0,-1 0 0,-1 0 1,-1 0-3,-3 0 1,-1-1 0,-2 1 0,1 0-496,9 0 1,-1 0 0,0 0-1,0 0 1,-1 1 492,-2-1 0,0 0 0,-1 0 0,-1 0 0,1 0-329,-2 0 1,-1 0-1,0 0 1,0 0 0,0 0 332,-1 0 0,-1-1 1,1 0-1,1 1 1,1-1-115,-1 0 0,3 1 0,0-1 1,-4-1 115,7 1 1,-4-1-1,-1-1 1,-1 1-1,3-1 1,3 1-100,-6-1 1,4 1 0,0-1 0,-3 0 105,7 1 0,-3-1 0,-2 0 0,0 1 0,1-1 0,3 0 59,2 0 0,1 1 0,2-1 0,1 0 0,-1 1-51,-10-1 0,0 0 0,1 0 0,4 0-8,-4-1 0,4 1 1,-2 0 11,4-1 0,-3 1 0,1-1 0,4 1-8,7 0 0,3 0 0,-2-1-2,-13 0 0,-3-1 0,4 1 523,-1-1 1,5 0-511,7 1 0,4-1 990,-20-2-878,21 1 2295,21 2-2385,11 1 2370,6 3-2448,1-1 842,0 6-797,1 1-6,0 6 0,-1 0-5,-2-1-6,1-2 28,0-5 67,0-1 135,1-3-129,0-8 22,0 1-17,-1-8-22,0 4-11,-2 1-6,1 2-16,0 1 5,2 3 0,0 1 5,0-1 18,0 3 5,0-2-6,0 1 12,0 1-79,0 12-11,1 6 22,2 15-5,4 5-17,0 3 17,3-2-12,-3-1 7,0-3 21,-5-4 6,0-4-5,-3-6-6,0-6-6,-1-3-10,0-5-7,1 0 1,0-3 5,-1-1 56,2-1 40,-2-1-51,-4-1-28,0-1 11,-16-8-28,2 1 34,-10-6-34,6 4-5,8 2 16,-2 2-33,8 3 28,-5-1-6,6 3-17,-7-3 12,8 2 55,-8-5 7,10 5-24,-2-1-66,6 3 22,2 1 11,0 7-5,0 3 27,1 9-21,2 2 21,6 2-16,5-2 0,11-2 1,14-7-42,19-6-437,-21-7 0,2-2 413,6-1 1,1 0-144,0-3 1,0 0-535,-4 0 0,-3 0 725,20-3 0,-28 4 0,-18 4 0</inkml:trace>
  <inkml:trace contextRef="#ctx0" brushRef="#br0" timeOffset="131815">20310 14359 19479,'0'-5'5175,"-1"2"-3971,1 3-1064,15-31-89,-8 29 66,16-1-72,-17 25-12,-1 10 1,1 3-6,-3 15-340,-1-11 1,0-1 306,-4 15-23,-4-13 0,-3-2 5,-3-1 40,-5-2 0,-2-4 67,0-13 22,-4-7 79,17-30 5,16-17-16,11-11-84,12-1-96,7 6-261,4 9 222,-10 13-266,21 5-31,-14 9-212,22-1-483,-8 4-21,2 0 78,-5 1 621,-9 1 589,-15-1 1232,-13-2-661,-10-1 137,-4-2-159,-2-1 128,0 0-437,-1 0-122,1 2-124,0 2-101,1 2-95,0 1-17,7 11-17,1 1 12,7 11-12,-1-4 12,1-2-6,-5-6 17,6-5 5,-7-9-11,8-7 6,-3-10 34,0-7-12,-2-2 62,-3 3 39,-5 5-6,-5 9-28,-7 6-78,-5 7-16,-9 9 10,-3 7-5,-1 11-12,5 6-16,7 5 11,7 2 17,11 1-23,9 0 6,15-2-22,14-5-317,14-9 325,-23-16 0,1-3-8,2-2 0,1-3 24,-2-3 1,-1-4 8,0-1 1,-1-4-4,-3-3 0,-2-4 0,-1-3 1,-2-2-6,-2-3 0,-3-3 8,-2-1 0,-1-2 20,-3-1 0,-2-2 13,-2 1 1,-1 0-32,2-28-13,-5 11 0,-4 16 0,-3 13 0,1 12 0,-3 10 0,-2 12 305,-2 14-305,-2 19 0,4-14 0,1 2-135,0 4 0,2 2 135,0 3 0,1 2-438,1 2 0,1 0-190,2 2 1,0 0-863,1-1 0,1 0 1490,0 1 0,-1-4 0,2 5 0,-3-11 0</inkml:trace>
  <inkml:trace contextRef="#ctx0" brushRef="#br0" timeOffset="132874">21452 14806 24934,'-18'-49'773,"1"1"0,0 4 0,7 8-656,17 19-77,11 3-68,18 5-40,15-1 12,-19 6 0,1-1-265,3 0 0,2-1 248,0-1 0,1 0 31,-1 0 0,-2-1 33,-4 0 1,-2 0 170,15-7-84,-21 2 45,-17 3 6,-14 3 39,-8 4 90,-6 3 369,-1 4-415,5 3-116,5 4-46,5 6-5,8 5-23,8 7-22,10 3-39,11 2 0,9-2-12,3-6-38,1-11 89,-6-8 50,-8-15 6,-7-10 34,-6-14 44,-4-6 40,-4-3-72,-1 1-102,-2 7 0,-3 6 0,0 8 0,-2 9 0,0 5 0,0 9 0,0 5-186,6 8-621,6 6-492,10 5-740,10 0-364,10-2 863,6-7 1299,-2-8 1255,-12-14 963,-14-8-45,-12-8-576,-10-1-443,-1 2-280,-1 3-202,1 4-172,2 4-259,0 4 0,6 4 0,7 8 0,13 10 0,11 10 0,2 8 0,-4 3 0,-14 1-52,-12-5 35,-20-8 62,-15-10-21,-10-10-24,0-12 0,9-8 0,12-11 0,9-5 0,15-1 0,9 2 0,15 5 0,8 6-80,11 6-485,8 4-29,-25 4 0,2 0-608,1 1 0,1-1-300,0 0 1,0 0 205,-4-1 0,-3-1 943,17-7 2134,-20-3 919,-16-2-544,-12 2-773,-3 1-492,-2 3 107,2 1-722,1 4-276,2 4 0,1 9 0,2 10 0,2 14 0,0 11 0,-1 6 0,-3 2 0,-4-3 0,-2-9 0,-1-10 0,0-14 0,3-14 0,10-24 0,2 2 0,18-27 0,6 8-263,-9 14 0,2 1 263,3 1 0,3 3 0,10 3 0,1 4 0,16-3 0,-17 15 0,-1 5 0,6 14-224,4 17 224,-16 13-2905,-28-9 1,-6 1 2904,-10 21 0,-5-7 0,1-31 0</inkml:trace>
  <inkml:trace contextRef="#ctx0" brushRef="#br0" timeOffset="133892">24656 14482 19417,'-4'-3'4817,"0"0"-2498,4 3-1978,12-59-189,0 36-105,0-12 1,2 3-15,3 20-5,8 5-16,-2 5-1,19 12-34,-3 6 7,8 14 16,-18-3-12,-1 11-4,-16 3-1,-9 2 17,-17 5 17,-16-13-23,-8-6 17,8-9 17,-2-7 51,14-9 128,1-12-67,10-6-11,11-11-62,5 6 73,16-2-62,-5 12-39,11-1-22,-3 15 0,3 9-11,-5 3-6,-2 4 0,-1 3-17,11 15-169,-11-11 0,0 2 153,4 19-18,-16-3 12,-13-13-39,-24 2-264,-29-12 56,24-13 1,0-2-398,-8-2 0,1-5-3446,-17-13 3539,17-6 0,18 4 0,12 4 0</inkml:trace>
  <inkml:trace contextRef="#ctx0" brushRef="#br0" timeOffset="134258">25832 14427 22795,'3'-1'3019,"-1"0"-1619,-2 1-1316,-8 66-96,-11-33-47,4 11 1,-4 0-857,-29-5 386,20-20 0,-2-1-270,-2-2 1,-2-3 201,0-3 1,-1-2 537,1-5 0,1-4 691,-21-17 258,18-20 169,18-19-779,17 25 0,5 0 109,4-1 0,4 3 165,20-21-268,9 15-51,3 16-134,4 18-39,5 19-62,-25-2 0,0 3 5,2 5 1,-1 2-18,0 3 1,-1 1-34,-5-5 1,-2 1-130,4 6 1,-1 1-578,-5-3 1,-1 0-1788,12 23-5398,-9-9 7936,-16-27 0,-5-11 0,0-5 0</inkml:trace>
  <inkml:trace contextRef="#ctx0" brushRef="#br0" timeOffset="134365">25996 14549 11161,'0'0'0</inkml:trace>
  <inkml:trace contextRef="#ctx0" brushRef="#br0" timeOffset="137932">26792 14411 24979,'-14'-45'455,"0"-1"1,2 5 0,0 12-400,-2 23-68,-4 15 12,-6 13 6,-9 23-529,14-13 0,-1 2 517,-1 7 1,1 3-7,0 5 1,1 1-45,1 3 0,2 2-274,3 1 0,1 0-592,4 2 1,1 0-637,3-3 1,1 0-118,4-5 1,1-3 1035,-1-9 1,2-5 1882,1 7 162,-8-32-62,-9-26-106,-12-19-236,-4-14-700,14 22 1,2-2 106,1-1 0,3-1 91,2 1 1,5 1-350,13-27-123,20 8-22,-7 27 0,4 3-237,5 1 0,4 1 211,4 1 1,2 1-29,3 1 0,1 0-410,1 1 1,0 0 415,-2 0 0,0-1 28,-4 1 0,-2 0 156,-5 0 0,-3-1-36,14-13 213,-18 3-118,-16 4 501,-8 3-394,-4 6 857,-2 4-1030,-2 5 10,-3 5-128,-4 8-11,-7 9 11,-5 10-17,-1 7 0,4 1 33,6-1-38,7-5-1,4-9 62,7-9 73,3-8 11,8-13 5,6-7 102,2-10 83,0-5 34,-3 0 11,-4 4-95,-6 4-112,-4 7-106,-4 7-112,-1 4-23,-1 5 28,1 8-17,3 7-139,3 8-505,7 7-818,6 1-1057,10 0-3441,7-5 5174,-1-10 0,-11-8 0,-11-6 0</inkml:trace>
  <inkml:trace contextRef="#ctx0" brushRef="#br0" timeOffset="138375">27577 14571 25135,'-12'-47'477,"-1"16"-415,-8 58-57,7 5 34,5 4 1,6 2 60,18 3-38,-1-15 33,29 2-33,3-18-275,-14-5 0,3-2 257,2-3 1,1-2-14,0-4 0,2-3 28,7-11 0,-1-3-23,-15 6 0,0-2 45,10-15 1,-2-4 24,-14 7 0,-2-3-567,5-10 1,-1-3 611,-3 0 0,-3-3 148,-3-5 1,-4 2-205,-4 17 1,-4 2 80,-2-5 0,-5 5-57,-6 6-119,-5 2 0,-2 14 434,-3 19-434,4 3 1228,-5 24-1228,6 8 0,7-11 0,0 2 0,1 4 0,2 2-32,3 13 1,0 1-252,1-17 1,-1 0-203,2 16 1,1-2-939,3 12 585,-3-27 1,1-1-1364,3 16-3383,-3-21 1691,-2-19 3893,-4-14 0,0-5 0</inkml:trace>
  <inkml:trace contextRef="#ctx0" brushRef="#br0" timeOffset="138515">28085 14545 15177,'-4'-5'7864,"1"2"-4968,3 3-2840,-1-66-56,9 47-3,1-17 0,5 3-249,30 28-490,-12 3 0,2 0-4174,15 1 1,0 1 2457,13 0 0,-1 1 1,-50 0-1</inkml:trace>
  <inkml:trace contextRef="#ctx0" brushRef="#br0" timeOffset="138775">28835 14168 27942,'-39'-1'25,"-1"0"0,-22 0-31,38 22 1,5 6 2,0 2 0,2 1-11,1 1 0,1 1-219,2 6 0,4-1 116,7 22 165,10-16-361,19 3-499,13-16-888,-2-10 0,4-4-3216,-4-5 1,-1-3 3646,1 0 1,-4-3-1,2-5 1,-27 0 0</inkml:trace>
  <inkml:trace contextRef="#ctx0" brushRef="#br0" timeOffset="139158">29162 14319 27387,'21'-34'25,"-1"0"1,13-19-15,-5 52-17,8 8 6,2 4-5,8 10-1,-12 3-5,-7 6 11,-11-5-6,-14 19 1,-18-11-18,-20 14 46,-17-12-12,24-20 0,-1-1-5,-25 6 16,15-7 6,16-7 34,13-3-18,14-2-32,12-2-12,4-1-17,38-1-17,-3 2-297,-13 0 0,2 0 45,-4 1 1,0 0-511,1 0 1,-1-1-1244,0-2 0,-1 0 2039,21-6 0,-25 1 0,-18 1 0</inkml:trace>
  <inkml:trace contextRef="#ctx0" brushRef="#br0" timeOffset="139349">29757 14180 20722,'-18'-47'2542,"0"1"1,1 2 0,8 8-2235,16 24-295,4 0-13,5 8 0,4 15 0,9 15 0,7 25-343,-15-15 1,-2 3 342,0 9 0,-3 3-546,-3 6 0,-4 3 275,-6-18 0,-1 1 0,-4 0-680,-2-1 1,-4 0 0,-1-1-3966,-10 16 1,-2-6 3642,2-14 1,1-5 0,-12 7-1,21-31 1</inkml:trace>
  <inkml:trace contextRef="#ctx0" brushRef="#br0" timeOffset="142517">27733 15153 21926,'2'60'170,"0"-1"0,-1-1 0,-5-4-137,-6-15 1,-4-2-646,-2 1 1,-3 0 585,-3-1 1,-4-1-12,-4-1 1,-4-4 19,-5-1 1,-3-3 13,-7-2 0,-3-4-777,-8-3 0,-2-4 778,15-6 0,-2-2 1,0-2-369,-5-1 0,-1-2 0,-1-1 366,-4-2 0,-1-2 1,1 0 3,-3-1 0,0-1 0,1-1 2,14 2 1,0-1 0,1 1 0,-1-1 2,-14-2 1,-1 1 0,0-1-3,0 1 1,0 0 0,0 0-2,15 1 1,0 1 0,-1 0 0,0 0 4,-1 0 0,0 1 0,-1-1 0,0 1-3,-1 0 0,-2 0 0,1 0 1,-1 1 0,-2 0 1,0 0 0,0 0-1,-1 0-445,-1 1 1,0 0 0,-1 0 0,0 0 437,0 1 1,-1-1 0,1 1 0,-1 0 6,0 1 1,-1-1 0,1 1-1,0-1 3,-1 1 1,1 0-1,0-1 1,-1 2 5,1-1 0,-1 1 0,0 0 0,1 1 0,0-1 0,-1 1 0,1 0 0,0 0-2,0 1 1,0 0 0,0 0-1,1 1 2,0-1 0,0 1 0,1-1 0,0 1 1,1 0 1,0 0-1,1 0 1,0-1-7,2 1 1,1-1 0,0 1 0,0-1-115,3 0 0,1 0 0,0-1 0,1 1 122,-12-1 0,1 0 0,0 0 9,6-1 0,0 0 0,2 0 5,5-1 1,0 1 0,2-1-1,-14 0 0,4 0 258,7 0 1,4-1-256,8 1 0,2 0 1334,-12-2-1233,18 1 2236,17-1-2248,7-1 1546,6-3-1513,4-3 582,3-5-497,-1 0 44,-3 2-100,-3 5-163,-2 3-5,-3 19-17,0-5 28,-1 23 34,1-5 39,1 12 78,1 16-100,2-6-57,1-2 12,3-6 16,0-11-33,6 3-107,4-6-5169,19-10 5259,-6-8 0,-1-5 0,-16-5 0</inkml:trace>
  <inkml:trace contextRef="#ctx0" brushRef="#br0" timeOffset="142966">21695 16004 24755,'-14'29'515,"7"-4"-330,23 4-90,-2-12 107,12-5-17,1-8 22,21-4-112,-1-9-1454,13-9 1348,-19 1 262,10-5-855,-17 7-9227,8-3 8122,-20 8 0,-7 3 0,-13 6 0</inkml:trace>
  <inkml:trace contextRef="#ctx0" brushRef="#br0" timeOffset="145790">20919 16797 23455,'-2'-46'691,"-1"0"0,1 6 0,1 9-495,1 20-134,3 11-34,4 8 5,14 21-22,1 8-5,3 5 0,1 9-287,-10-3 200,-8-17 0,-1 2-132,-2 1 0,-4 0-163,-10 7 1,-4-3 308,-5 14 67,-3-23 0,-3-6 179,-7-10 84,-2-12 45,15-29-140,21-10-94,18-15-348,6 17 308,20-3-17,1 13-40,-10 10 1,3 1 5,-7 5 0,1 1-31,6 1 0,-2 2-36,11 1-274,7 1-230,-13 2 101,4-1 603,-9-2 85,-19-2-44,-8 0 274,-12-3 85,-3 1-68,-2-3 349,-2-2-585,1 4-144,1 2 21,3 5-89,2 3-11,0 6 17,1 10-6,3 4-6,0 2-16,6 0 16,2-6 17,7 1 17,10-7-11,-2-7-6,4-11 28,-12-2 51,-2-13 39,-7 0 207,0-14-17,-6 6 0,-3 2-201,-3 15 5,-3 7-78,-5 8-40,-3 8 23,-6 10-5,2 10-46,4-2-5,0 13-3392,9 5 3392,4-8-94,20 21 77,10-30 11,-5-9 1,3-2 5,17-3 11,-13-9 0,2-4-8,1-7 0,1-4 5,-2 0 0,-1-2 14,4-7 1,-5-3 72,7-19-44,-14 5 106,-4-13-62,-11 17 28,2-11-50,-8 20 67,-1 4-90,-2 12 3385,0 0-3402,-1 5 165,0 2-47,0-3-61,0-5-56,0-7-6,0-6 5,0 1 6,1-14 12,0 9-1,2-10 12,-1 8 55,1 1 1,-2 3-27,0 6-63,-1 0 0,1 10 0,-1 0 0,-2 18 0,-5 20 0,-3 14 0,3-13 0,0 1-241,0 0 1,1 0 240,0 3 0,1 0 0,-3 21-188,6-12 0,2-1-944,7 17-364,-1-19 0,3 0 1496,2-8 0,2-4 0,2 3 0,-2-8 0</inkml:trace>
  <inkml:trace contextRef="#ctx0" brushRef="#br0" timeOffset="146257">22015 16965 26939,'17'-44'26,"1"0"0,2 3 1,7 9-75,8 22 0,5 7-935,2-3 1,2 2 629,3 0 0,-1 2 373,-10 0 1,1 0-733,11 1 1,-2 0 190,0-1 726,7-1 120,-42-2 375,-20-2 230,-9-2 392,1 1-218,-2-4-651,11 7-290,-1-2-124,7 7-34,5 12 12,5 10 22,8 12-39,3 6-28,5 1 6,1-3 11,0-6 22,-3-9-11,-2-11 50,-2-12 46,1-12-29,2-11 39,0-11 40,-3-4 27,-5-2 40,-6 2-62,-4 7-82,-4 9-69,-1 9-24,0 7-49,0 7-319,5 6-1036,6 6-2907,10 5 4335,4-1 0,-6-6 0,-5-4 0</inkml:trace>
  <inkml:trace contextRef="#ctx0" brushRef="#br0" timeOffset="146557">23161 16742 28227,'20'28'-39,"0"0"0,-1-1 0,-2-1-17,10 21-51,-14-1 34,-18-4 68,-16-8 16,-12-14-11,-1-13 62,10-17 5,10-10-62,20-10-16,16-6 28,20 1-214,-14 18 0,2 1 203,4 2 0,2 2-244,3 1 0,2 2-692,0 1 1,0 1-3276,-1 1 0,-1 1 4205,-6 1 0,-2 0 0,6 0 0,-18 2 0</inkml:trace>
  <inkml:trace contextRef="#ctx0" brushRef="#br0" timeOffset="146874">23818 16739 24447,'-3'-5'3371,"2"1"-2518,1 4-853,6 34-13,-4-5-15,5 32 45,-11-15-50,-4-2-7,-5-8 74,0-12-17,2-12-17,6-16 22,4-11 2,11-14-24,8-9 0,12-5 0,9-2 0,5 6-264,3 8 264,2 14 0,-1 9 0,3 16 0,-1 12 0,0 14 0,-26-13 0,-3 3-807,-2 2 0,-2 1 807,-4 4 0,-3-1 0,1 5 0,-8-5 0</inkml:trace>
  <inkml:trace contextRef="#ctx0" brushRef="#br0" timeOffset="148166">25428 16830 26228,'-4'-12'286,"1"6"-281,-1 19 62,1-2-22,0 0 62,-1-1 100,-6-2-45,-2-3-5,-6-1 11,2-10-67,4 0 67,0-13-67,6-6 39,2-22-112,8 6 5,6-4-27,2 23 5,6 7 23,-1 11-18,7 5-38,9 18 0,-4 9 10,3 16 1,-16-7-26,-11-6 1,-7 1-14,-18 19-404,2-12 1,-6 0 425,-9-3 0,-3-2-1102,-7 3 0,0-3 1127,6-7 1,0-1 13,-6 1 0,0-4 16,12-10 0,1-4 12,-21 0 11,19-20-27,37-15-18,8 2 640,23-5-640,19 10 6,-25 10 1,2 3 1033,8-1 0,0 4-1070,-6 3 0,-1 2-115,1 1 0,-1 2-386,18 3-2740,7 9 3266,-22-5 0,-6-1 0,-14-5 0</inkml:trace>
  <inkml:trace contextRef="#ctx0" brushRef="#br0" timeOffset="148374">26387 16830 25113,'0'-5'2784,"0"2"-2555,0 3-273,-27 18-35,6 11-229,-3-5 0,-2 3-538,3 1 1,0 1-998,-4 1 0,-3-2-3073,-1-1 1,-1-3 3253,-14 10 1,14-15-1,23-15 1</inkml:trace>
  <inkml:trace contextRef="#ctx0" brushRef="#br0" timeOffset="148541">25901 17125 11558,'0'-9'4915,"3"-27"0,3-10-1638,8-5-3306,-2-4 1,1 0 829,14-3-280,-2 17 139,-1 16-554,-3 14 141,2 18-259,4 15-32,6 18 32,4 11-44,-16-22 0,1 1-554,-1 0 1,1 1-484,-1-1 1,1-1-1661,-1-1 1,-1-3 2752,13 13 0,-13-16 0,-10-13 0</inkml:trace>
  <inkml:trace contextRef="#ctx0" brushRef="#br0" timeOffset="148733">26455 16844 25926,'-3'-46'574,"0"0"1,1 5 0,-1 10-496,1 24-85,1 15 17,0 14-61,4 17-79,0 12-78,-1 8-182,-1-27 0,-3 1-600,-3 1 0,-3 0-1963,-4 1 0,-2-1 2273,-2-4 1,0-2 0,-7 8 0,9-17-1</inkml:trace>
  <inkml:trace contextRef="#ctx0" brushRef="#br0" timeOffset="148900">26071 17097 25303,'9'-45'709,"0"1"1,0 4 0,5 7-503,17 12-134,9 9-51,6 6-89,9 6 50,7 5-17,-28-1 1,1 0-584,1 0 0,1 0-840,3-1 1,-1-1 837,-4-2 0,-3-1 0,11 0 1,-19-3-1</inkml:trace>
  <inkml:trace contextRef="#ctx0" brushRef="#br0" timeOffset="149933">27709 16497 25976,'-44'13'74,"1"1"1,-3 11 0,7 7-98,19 6 1,5 6-1246,-7 11 1,0 4 1246,9-19 1,0 1-1,0 3-433,0 10 0,0 2 1,2-2-267,-1 2 1,1 1-2411,2-4 1,-1 3 0,2-6 2664,0-8 0,1-4 0,1-3 1,0-3-1,-2 2 0</inkml:trace>
  <inkml:trace contextRef="#ctx0" brushRef="#br0" timeOffset="150383">26957 17524 18964,'19'-57'1086,"1"0"1,-1 1-1,1-4 1,3 4-1003,5 12 0,5 1 0,2 7-1356,5 2 1,3 5 1282,-7 6 1,2-1-1,0 2-11,0 3 0,1 1 0,2 1-110,5-1 0,1 2 0,0 1-165,12-3 1,-2 2 72,-2 1 1,-3 2-174,-7 2 1,-3 0-119,15-9 1022,0-6-59,-21-7 192,-20 8-310,-12 5 320,-10 10 1166,-6 8-1205,-17 5-314,-2 7-112,-14 9 477,13-1-634,-7 10-28,11-1-44,-2 7-40,8 7 85,12-9-34,5-4 72,10-10 107,6-11 225,14-10 27,1-10 33,11-12-212,-12 3 174,2-9-163,-8 3-6,5-4-44,-6 3-29,-2 8-145,-7 10-45,-4 5 17,-2 8-16,-1 7-158,3 8-1668,4 19-4381,2 0 6223,2 3 0,-4-19 0,-4-9 0</inkml:trace>
  <inkml:trace contextRef="#ctx0" brushRef="#br0" timeOffset="150824">28497 16783 22761,'1'-6'3708,"-1"2"-2773,0 4-929,-36-29 5,15 41-62,-29-14 23,31 39 8,9-6 1,1 3 25,2 14-4,4-14 1,3 1-741,15 14 726,4-14-38,28-7 13,-14-22 1,3-3 44,3-3 1,1-4-409,9-4 0,-1-6 405,-5-7 1,-3-3 5,-8 4 1,-1-3 18,7-12 1,-2-4 11,-8 3 0,0-5 29,-2-1 0,2-6 0,-3 2-12,-5 5 1,-1 1 0,-2-2-249,2-4 0,-2-3 1,-3 4 356,-3-5 0,-3 5-23,0-17 467,-8 17-612,-2 30 0,-4 6 0,-1 21 775,-2 19-775,-2 25 0,6-20 0,1 1 0,0-5 0,1 1 0,0 21 0,2 2 42,2-15 0,1 1-428,2 20 0,2 0 27,0-21 1,1 0-1947,7 15 0,0-2-7526,-2 4 8390,-3-23 0,-1-4 0,-5-10 0,-3-17 0</inkml:trace>
  <inkml:trace contextRef="#ctx0" brushRef="#br0" timeOffset="150967">28857 16805 25449,'42'-29'-154,"-1"0"1,1 0 0,1 2-1,-1 2 1,0 7-2043,10 10 0,0 7 1186,-3-2 1,-3 0 0,17 0 0,-29 1 0</inkml:trace>
  <inkml:trace contextRef="#ctx0" brushRef="#br0" timeOffset="151217">29827 16333 24598,'-6'-4'2537,"2"0"-2414,4 4 129,0 0-224,-72 37-881,38 2 858,-12-4 1,3 4-28,26-6 0,7 1-32,1-1 1,2 0-49,6-1 1,4-1-347,15 25-162,16-12-107,14-12-521,8-14-535,-24-13 0,0-2 1422,24-4 1,-21 0 0,-15-3-1</inkml:trace>
  <inkml:trace contextRef="#ctx0" brushRef="#br0" timeOffset="151424">30296 16447 23573,'-3'-5'3848,"0"1"-2784,3 4-1025,-14-24-17,14 37-16,-10-8 5,19 48-302,3 7-647,-4-27 0,0 0-1235,2 0 0,0-1 1370,9 22 0,-5-22 1,-7-16-1</inkml:trace>
  <inkml:trace contextRef="#ctx0" brushRef="#br0" timeOffset="151640">30737 16295 27326,'1'-48'313,"0"1"1,2 3-1,6 15-251,25 35-23,7 24-11,-20-3 0,0 6-721,0 9 1,-1 5 683,-1 8 1,-4 3-426,-5-16 0,-2 1 0,-3 1-111,-3 2 0,-4 0 0,-3 0 545,-7 3 0,-5 1 0,1-5 0,3-4 0,-2-3 0,-6-6 0,0 1 0</inkml:trace>
  <inkml:trace contextRef="#ctx0" brushRef="#br0" timeOffset="154258">28611 17458 17221,'-56'0'309,"1"0"1,-1 0 0,0 0 0,0 0 0,1 0 0,-2 0 0,5 0 0,1 0 0,-4 0-399,-3 0 0,-4 0 0,-1 0 0,4 0 0,7 0 363,4 0 1,6 0-1,0 0-8,-23 0 0,8 0 1046,6 0-1183,74-4 5,31 0 1,10-1-96,-13 1 1,4 0-400,-8 1 1,5 0 0,1 0-1,-1 1 382,7 0 1,-1 1 0,3-1-7,-2 1 1,3-1 0,2 1 0,4 0-295,-12 0 0,4 1 0,1-1 0,1 1 1,0-1-1,-2 1 287,-3 0 0,-1-1 1,0 1-1,0 0 0,1 0 1,1-1-121,0 1 0,2 0 0,2 0 0,-1 0 0,0 0 0,-3 0 1,-3 0 115,3 0 1,-4 0-1,-1 0 1,0 0 0,2 0-181,7 0 0,3 0 0,-1 0 0,-1 0 1,-3 0 176,-4 0 1,-3 0 0,-1 0 0,1 0 34,6-1 1,0 0-1,0 0 1,-4-1-21,1 1-1,-3-1 1,-6-1 643,-5-4 1,-11-3-678,-13-2-11,-74-8-17,11 11 1,-7 2 138,3 0 1,-3 1 0,-3 0-101,7 1 1,-1 1-1,-2 0 1,-2 2 2,-4-1 1,-3 2 0,-2 0 0,1 1 0,4 0-4,2-1 0,3 2 1,1-1-1,-5 2 0,-4 0 1,-5 1-1,-2 0 1,3 1-1,3 1 10,6 0 0,3 0 1,0 2-1,-2-1-2,2 0 0,-2 0 1,-1 1-1,0 0 0,0 0-2,3 0 0,0 1 0,0-1 0,-1 1 0,0 0 5,-4 1 1,-2 0 0,1 1-1,1-1 1,4 0-1,-10 1 1,5 0 0,-1 0 6,8-2 1,-2 2 0,3-2-1,8-1 546,7-2 0,4 0-558,-23 3 1612,54-9-1615,24-4 0,17-2 28,7 0 1,3 0-679,5-2 1,4 0 661,-8 3 0,4-1 1,2 1 2,-3 1 1,1 0 0,3 0-1,0 0-9,-9 0 1,1 1-1,0 0 0,2-1 1,1 1-80,0 0 1,1 0 0,1 0 0,1 0-1,-1 0 1,-2 0 75,7 1 0,-1-1 0,-2 1 0,0-1 0,-2 1-288,3 0 0,-2 0 0,-1 1 0,2-1 291,-7 0 0,2 1 1,0 0-1,-2-1 1,-1 1-181,0-1 1,-1 0 0,-2 1 0,-1-1 198,9 0 1,-2 0-1,-3-1 387,15 0 0,-27-4-443,-44 0 18,-28 0-1,-9 4 0,-7 1 563,-6 0 1,-5 1-564,9 1 0,-5 0 0,-3 1 1,2 0-42,2 1 0,1 1 1,-2 0-1,-1 1 51,1 0 0,-3 0 1,0 0-1,1 1 1,4 0 3,3 0 0,4 1 0,1 0 0,-3 1 0,-10 2 0,-2 0 1,0 0-1,0 2-222,2 1 1,0 0 0,1 1 0,0 0 221,2 0 0,1-1 0,0 1 1,1 0-5,0 0 0,1 1 0,2 0 0,7-2-13,-5 2 0,16 0 15,27 0 38,34-10 2,11-6 1,11-2 0,0-1-145,-5 1 0,-1 0 0,5-1 114,3-1 1,4 0 0,2 0-1,-1 0 15,-2 0 0,-1 1 1,1 0-1,0 1-122,3 0 0,1 0 0,0 0 0,-2 1-265,5 0 1,-2 1 0,2 0 366,-3 1 0,3 1 0,-3 0 0,-10 0 0,-8 1 0,-3 0 0,16 0 0,0 0 0</inkml:trace>
  <inkml:trace contextRef="#ctx0" brushRef="#br0" timeOffset="155025">28947 18231 24497,'29'-50'767,"1"1"1,-4 5-1,-6 7-386,-14 14-179,-3 11-141,-3 7-61,0 17-28,0 23 23,0 13-9,-1-14 0,-2 1-154,-1-1 0,-1-1 171,-2 0 0,0 0 47,-8 26-33,1-13 0,7-14 28,3-16 11,5-12-34,4-16 6,5-11 34,5-15-23,2-8 45,0-9 42,-2 0-98,-4 5-11,-5 14 0,-3 15-1,-2 12-21,-5 13-12,-3 12 11,-7 13 249,-2 12-243,1 5-11,3 2 0,6-5-17,5-7-6,5-8 34,1-10 56,1-8 0,-2-8-22,-1-14 16,-1-10-67,-1-16 34,-2-13 0,0 19 0,0 0-20,0-4 0,1 1 20,0 1 0,3 2 0,2-18 11,3 21-23,-2 19 12,-4 16 5,-2 14-61,0 15 34,-3 12-23,-1 8-12,-2-2 7,1-3-6,3-9 61,1-9 6,1-11-39,0-11-454,0-5-4805,4-10 5270,1 1 0,0-2 0,-2 3 0</inkml:trace>
  <inkml:trace contextRef="#ctx0" brushRef="#br0" timeOffset="159665">25199 14723 13004,'8'0'2324,"-2"0"-2347,-6 0-606,0 0 0,0 0 0</inkml:trace>
  <inkml:trace contextRef="#ctx0" brushRef="#br0" timeOffset="160615">30386 14229 20380,'-4'-3'4128,"1"2"-3859,3 1-308,81-26-28,-26 22-340,5-8 1,1 4 272,0 18 100,-22 5-139,-29 4 38,-35 5 62,-28 4 73,16-12 0,-2-1-350,-4 1 0,0 0 372,2-1 1,1-1 7,6-1 1,2-2 526,-12 6-523,22-7 72,19-7-27,17-1-40,16-6-17,18-2 23,10-5 17,2-5 78,-7-5 123,-10-7 17,-15-7 34,-14-6 16,-10-2 761,-9 3-772,-4 8-61,0 11-79,3 9-106,3 7-90,2 4 17,6 16 5,4 6-10,8 19-18,6 4-27,2 5-180,-1 2-705,-7 0-1457,-7-5 2392,-17-3 0,4-20 0,-7-7 0</inkml:trace>
  <inkml:trace contextRef="#ctx0" brushRef="#br0" timeOffset="161032">31114 14165 26508,'17'-47'48,"-1"0"1,0 5 0,2 8-44,9 20-5,2 6-5,1 8-23,0 12-12,-4 9 12,-3 13-5,-9 10 5,-10 4 28,-20 2-17,-15-2 6,8-24 0,-2-3-130,-3 0 0,-1-2 138,1-1 1,-1-1-4,-18 12-11,11-7 29,16-7 27,11-7 17,14-4 28,13-3-62,19-1-39,18 0-12,-20 0 0,2 0-459,12 0 1,0 0-891,-4-1 0,-1 0-1151,0 0 0,-2-1 2529,-6-1 0,-4 0 0,-6 0 0,0 0 0</inkml:trace>
  <inkml:trace contextRef="#ctx0" brushRef="#br0" timeOffset="161232">32008 14190 26362,'-26'24'17,"-1"0"0,2 0 0,1 0-17,-9 19-185,-3 3-796,-2-2-1881,13-20 1,1-2-1643,-10 5 4504,-6-5 0,29-18 0,2-3 0</inkml:trace>
  <inkml:trace contextRef="#ctx0" brushRef="#br0" timeOffset="161415">31656 14364 21646,'9'-55'1527,"0"1"1,0 4-1,-2 10-1247,-4 22-230,1 9-22,4 7 6,5 11-12,14 8-33,12 13-9,-8-4 1,2 2-3,13 11-43,-10-7 1,-1 1-813,7 10 258,-16-18 0,-1 1-2762,-4 0 1,-1-3 3380,7 7 0,-11-9 0,-12-16 0</inkml:trace>
  <inkml:trace contextRef="#ctx0" brushRef="#br0" timeOffset="164549">32340 14214 19742,'1'-4'4525,"-1"1"-3617,0 3-426,3-62-404,-2 45-42,0-19 1,4 7-37,2 27 22,2 0-27,11 3-18,12 9 12,-4-1-22,20 22-7,-23-7 18,3 6-40,-14-1-72,-11-3 112,-7-2 16,-11 1 12,-10-8 22,-5-2-6,6-5 51,-2-2 123,11-6-101,3 0-67,5-2-34,10 0 6,2 0 17,17 10-6,3 3-16,14 14-6,-3 5-6,-2 8 6,-11-8-34,-5 17-95,-26-17-533,-18 14-285,1-28 1,-6-4 590,-11 1 0,1-2 0,-7 1 0,0-3 0</inkml:trace>
  <inkml:trace contextRef="#ctx0" brushRef="#br0" timeOffset="167042">30359 11852 17972,'-4'0'5097,"0"0"-3221,4 0-1764,-46-15-123,36 10-12,-25-11 18,61 12-23,20 1-51,15 1-200,-27 3 0,0 0-113,28 5-168,-18 3 79,-21 3 324,-30 3 106,-25 0 51,-25 5-141,23-9 1,-1 1 190,-1 1 1,2 1 10,3 0 1,1 0 39,-17 14 244,17-5-266,16-5 72,18-5-28,19-4-78,23-5-34,-12-3 0,2-1-361,8-2 1,2 0 368,3 0 1,2-2 47,-3-1 0,0-2 104,-8-1 0,-3-2 628,11-15-340,-27-9-66,-28-9-12,-14-6-23,-12 0-78,3 8-106,7 14-169,11 14-66,7 10 797,7 10-747,5 11 16,9 14-72,7 11-795,5 11-1982,-16-23 0,-1 0 2844,5 27 0,-9-21 0,-6-14 0</inkml:trace>
  <inkml:trace contextRef="#ctx0" brushRef="#br0" timeOffset="168075">31111 11791 24178,'-14'-47'522,"1"0"1,0 5 0,5 7-427,7 20-80,5 7-16,3 9 17,5 15-22,1 15-12,-2 15 17,-3 14-1702,-5-20 1,-1 0 1701,1 15-63,0-18 0,2-1 63,10 1 28,8 1 44,7-15 85,4-16 28,4-19 22,1-13 28,2-15 2932,-3-10-2966,-3-1-10,-8 4 21,-8 11-184,-8 17 148,-7 10-187,-4 17 16,0 8-22,0 13 1,-1 21-18,0-12-229,1 22-796,6-13-2156,4 15 3215,0-27 0,1-3 0,0 5 0,3-5 0</inkml:trace>
  <inkml:trace contextRef="#ctx0" brushRef="#br0" timeOffset="168282">31932 12055 19742,'2'-6'5461,"-1"1"-4486,-1 5-863,-4 0-34,-8 31-50,-4-1-42,4-1 0,0 0-87,-6 11-790,-7 5-1825,-1-8-4061,-10 5 5714,3-10 0,12-14 0,10-11 0</inkml:trace>
  <inkml:trace contextRef="#ctx0" brushRef="#br0" timeOffset="168449">31651 12211 15608,'24'-55'2457,"0"0"0,-5 9 0,0 9-1253,5 11-1024,-13 19 122,12 4-190,-7 14-28,13 10-34,-6 2-16,14 16-76,-13-15 0,0 1-451,3 2 0,2 0-3140,7 4 1,1 0 3632,-8-9 0,-1-2 0,9 5 0,-17-12 0</inkml:trace>
  <inkml:trace contextRef="#ctx0" brushRef="#br0" timeOffset="168849">32631 11791 26284,'-37'-2'140,"-3"17"-135,16 16 1,1 5-3,5-8 0,1 1-17,-3 10 0,4 3-635,5-2 0,4 2 652,1-1 0,4 0-3,5 3 0,5-3 94,25 13-86,-11-31 0,3-3 37,18 6 11,-11-15 0,0-6 112,7-10-61,6-2 626,-14-30-381,-21 6-206,2-8 145,-21-5-196,-5 18 596,-12-9-663,-3 19-84,-7 9-61,5 9-917,0 8 1,0 4-8798,-17 13 8254,-7 5 1,26-12 0,20-14 0</inkml:trace>
  <inkml:trace contextRef="#ctx0" brushRef="#br0" timeOffset="172282">30742 8156 22783,'-38'-10'291,"1"0"1,-21-6-264,68 16-17,14 0-17,16 4-16,11 3-34,5 7-67,-6 4 5,-14 2 85,-18 0 49,-25 1 12,-21-1 28,-25 2-11,21-10 0,-2-2-118,-1 1 1,0-1 125,2 0 1,3-1 30,-18 7-45,21-4-11,14-5 84,18-2 0,13-3-39,20-1-17,17-5-34,-20 1 0,0-2-26,2 1 1,0-2 64,-2 0 1,-2-1 212,17-7 29,-20-7-68,-17-5 23,-16-11 33,-6-5 34,-7 0-34,2 6 170,3 14-422,6 11-78,3 8 5,2 11 34,7 6-17,3 16 23,11 12 5,4 11-22,-2-9-191,-6-6 1,-2 0-1245,-1 21-2979,-9-14 1,-4 0 4424,-6-10 0,-4-4 0,-4 11 0,-1-19 0</inkml:trace>
  <inkml:trace contextRef="#ctx0" brushRef="#br0" timeOffset="173149">31655 8167 23551,'10'-22'375,"-5"5"-34,-12 23-122,-10 1-96,-12 2-39,-12 0-6,-9-4 23,-2-1 67,5-7 34,10-3-6,12-4-33,10 2-96,8 2-95,5 3-22,2 3 27,0 6 34,0 7-16,0 13-12,0 9 39,-4 8-5,-2 5-22,-2 0 21,-1-3 1,1-6-28,2-9 39,2-9 134,3-10 242,1-7 44,4-5-196,4-7-84,6-6-96,5-6-66,3-1 22,2 2-22,-1 6-29,-1 5 23,1 6 17,1 9-6,4 5-33,2 11 5,4 6-17,-3 5-22,-6 3-33,-11-2-180,-13 2-409,-17 1-487,-13-1-1013,-13-4-5648,-5-6 7826,7-9 0,16-8 0,11-6 0</inkml:trace>
  <inkml:trace contextRef="#ctx0" brushRef="#br0" timeOffset="173365">31984 8368 25422,'53'-21'257,"-19"15"-290,-59 45-349,4-10 1,-2-1-335,-10 12-769,7-11 1,-1 0-7237,-10 9 7658,-2 3 0,15-16 1,11-12-1</inkml:trace>
  <inkml:trace contextRef="#ctx0" brushRef="#br0" timeOffset="173558">31769 8568 21780,'12'-46'1198,"0"0"1,0 2 0,-4 14-1058,-8 28-136,0 4-5,0 6 23,6 12-6,0-1 22,17 13-39,8-9-1733,0-5 1,3 0 1547,15 7-1680,-3-6 0,-1-1-1182,-9-4 3047,19 8 0,-43-17 0,-2 0 0</inkml:trace>
  <inkml:trace contextRef="#ctx0" brushRef="#br0" timeOffset="173915">32298 8327 20968,'0'-5'3747,"0"2"-2665,0 3-1071,42-54-22,-16 41 2,3-15 1,2 7 2,0 34 6,-1 20 0,-13-4-44,-6 23-1,-24-11 6,-13 11 22,2-24 0,-2-1 17,-19 12 17,2-7 33,17-17 40,16-9-45,2-1-6,6-4-28,5-1 11,3 0-22,3 0-5,12 0-51,6 0-869,27 0-1152,0-3-745,-21 1 0,1 0 2822,13-5 0,-17 2 0,-14 2 0</inkml:trace>
  <inkml:trace contextRef="#ctx0" brushRef="#br0" timeOffset="174225">32799 8317 26558,'15'-51'45,"-7"24"-6,-15 73-44,-3 8-1,1 2-5,3-12-17,6 3 17,10-18 28,13 1 5,8-18 45,13-17-28,-11-8 126,-5-4 1,0-2 231,8-8-5,10-8-151,-23 16-218,-13 9-23,-7 9 16,-5 22-32,-3 10-68,-3 26-314,4-23 0,1 3-2115,0 7 0,1 1 2513,1-2 0,1-2 0,0 14 0,0-23 0</inkml:trace>
  <inkml:trace contextRef="#ctx0" brushRef="#br0" timeOffset="175715">20308 9315 3221,'-61'3'1817,"0"0"0,0 1 0,5-1 0,1-1 0,-1 1-1050,-1-1 1,-1 1-1,5-1-272,-3 0 1,16-2 1750,27-6-2014,39 1 1,21 0-119,1-1 0,7-1 0,4 0-743,-1 1 0,3 0 1,3 0-1,2 0 661,-14 1 1,1 1 0,1-1-1,1 0 1,2 0 0,-1 1-153,-2-1 1,1 1 0,0 0-1,1 0 1,0 0 0,1 0 0,0 1 140,3-2 1,1 1-1,1 0 1,0 0 0,0 0-1,1 0 1,-1 1-110,-6-1 1,1 1 0,-1 0 0,1 0-1,0 0 1,0 0 0,0 0 0,0 0 115,0 0 1,0 0 0,0 1-1,0-1 1,-1 0 0,1 0 0,0 1-1,-1-1-150,7 0 0,-1 0 1,0 1-1,0-1 1,0 0-1,-1 1 0,0-1 134,-4 1 0,0-1 0,0 1 0,-1 0 0,-1-1 0,0 1 0,-1 0-6,3 0 1,0-1 0,-1 1-1,-2 0 1,0 0 0,-2 0-5,2 0 0,-1 0 0,-1 1 1,-2-1-1,-3 1 230,15-1 1,-4 0 0,-7 2-245,3-1 1,-20 5 1413,-33 5-1419,-30 0 1,-18-2-16,2 1 0,-5-1 1,-3 1 67,3-1 1,-2-1 0,-2 1 0,-1 0-55,5-1 0,-2 0 0,0 0 1,-2 0-1,0 1 6,-6-1 1,-1 1 0,-1-1 0,0 1 0,-1 0 16,6-1 1,0 0-1,-1 0 1,0 1 0,0-1-1,-1 0-191,-2 0 1,-1 1-1,-1-1 1,1 1 0,-1-1-1,0 1 194,8-2 1,-1 1 0,1 0 0,-1 0 0,0-1 0,1 1 0,-1 0-156,1 0 1,0 0 0,0 0-1,1 0 1,-1-1 0,1 1 0,0 0 153,-6 1 0,0 0 1,0 0-1,1 0 1,1 0-1,0-1-16,-6 2 0,1 0 1,1 0-1,0 0 0,3 0 14,6-1 1,0 0 0,2 0 0,2 0-1,1 0 157,-3 0 1,1 0 0,3 0 0,2 0-104,-2-1 1,4-1 0,4 0 667,-3 1 0,15-6-755,24-12 56,29-2 0,18 0 7,5 0 0,11-2 0,3-1 0,-3 2-24,-11 3 0,-2 0 0,1 0 1,6 0 4,-5 1 0,6 0 0,3-1 0,1 0 0,1 1 0,-1 0 0,-3 1-14,1 1 0,-3 1 0,0 0 0,0 0 0,2 1 0,1-1 24,2 0 0,2 0 1,2 0-1,0 0 1,0 1-1,0-1 1,0 1-118,-2 0 0,1 1 0,-1 0 0,1 0 0,-1 0 0,0 1 0,-1 0 111,-3 0 0,-1 0 0,1 1 0,-2 0 0,0-1 0,0 1 0,-2 0-138,4 0 0,-1 0 0,0 0 1,-2 0-1,0 0 0,-3-1 86,3 1 1,-1 0 0,-2-1-1,-2 1 1,-2 0-43,15-3 0,-4 1 1,-5-1-2854,1-1 1,-9-1 2926,-2-1 0,-32 4 0,-12 4 0</inkml:trace>
  <inkml:trace contextRef="#ctx0" brushRef="#br0" timeOffset="176442">24028 6508 19025,'-6'1'739,"2"0"3036,4-1-3562,71-8-154,-37 3 0,4-1-421,6 0 0,6 0 0,1-1 373,6 0 0,1-1 0,0 1-949,-5 1 0,1 1 0,-1-1 941,-1 1 1,1 0 0,-2 1 1,-1 1 1,-1 0 0,-3 1-201,2 0 1,-2 2 160,2-1 0,-5 3-27,-4 9 44,-55 5 11,-23 3 9,-5-6 0,-4 0-129,-1 0 1,-2-1 141,8-1 1,-2 1 0,-1 0 7,0 0 1,0 1-1,0 1 7,-3 2 1,-1 1 0,4 1-38,-7 4 1,5 1 5,4-3 0,8 1 2104,8 20-2071,29-24 509,40 13-464,19-20-50,-10-4 0,2-1-395,-10-4 1,0-2 430,16-2 1,1-3 30,-12-1 0,1-4 86,-6 0 0,1-3 0,-3-1-58,0 2 1,-4-5 201,2-17 0,-10-3-196,-19 0 276,-11-2 0,-5-3-321,-5 12 0,-4 1 42,-3-7 0,0 0 75,-1 3 1,1 3-68,-6-9-95,10 14 687,11 20-760,4 7 155,17 15-115,11 10-15,-2-3 1,1 3-53,3 5 0,0 1-4,-3-5 1,-3 4-840,-5 7 0,-2 4 1,-4-2-1258,-4-4 1,-4 0 2160,-1 29 0,-5-3 0,-5-22 0,-7 1 0</inkml:trace>
  <inkml:trace contextRef="#ctx0" brushRef="#br0" timeOffset="178192">26736 6718 17707,'-13'-62'1039,"0"1"0,0-1 1,2 9-1,0 1 1,0 8-373,-9-8 496,8 26-1230,7 17 67,8 35 6,1-2-6,2 6 0,-1 5-17,0-3 0,0 1-14,0 10 1,0 3-657,3 15 1,0 1-3341,0-8 0,1-1 4027,1 4 0,0-4 0,3-1 0,-5-24 0</inkml:trace>
  <inkml:trace contextRef="#ctx0" brushRef="#br0" timeOffset="178975">27320 6465 22419,'1'-7'3143,"0"1"-2751,-1 6-342,0 0-50,14-35 11,-8 38 0,9-22 12,-16 49 33,-19 7 33,-6-9 85,-14-5-68,11-15 124,0-14-28,11-9-62,2-15-40,10-14-94,11 7-6,5 3-17,12 18-16,11 12 21,6 10-10,10 13 11,-8 16 5,-13-2-11,-9 17 6,-22-4-3,-13-8 0,-9 2 11,-2-4 1,-4-1-1097,-15 8 0,-2-4 1101,14-12 1,-1-4 19,-2 0 1,1-4 134,-3-5 39,2-17-140,23-15-78,23-15 10,20-2 1,5 10 5,-6 11 1,3 3-1,9 2 1,2 2-386,3 0 1,2 1 365,11 1 0,1 1-31,-5 2 0,-3 2 5,-10-1 1,0 1-141,8 0 1,-1-1 916,-14 0 0,-2-1-992,10-4 0,-3-3 216,12-13 72,-12-15 6,-25 4 79,-6-12 111,-5 11 202,-5-3 670,-5 16-1046,-7 12-38,0 13 11,-6 12-17,3 16-11,3 6-1,8 9 18,15-9-23,13-4 40,12-7-7,0-11 40,-1-11 0,1-3 96,17-11-74,-15 1 0,-2-3 85,11-22-90,-19 3 117,-16-27-151,-13 27-20,-11-4 1,-6 1 8,-19 3-8,6 10 0,0 3-20,-15 4-40,-7 9-77,17 23-320,7 10-1193,16 23-1078,21-20 0,6 0 2029,1-1 1,1-3 0,10 12-1,-7-17 1</inkml:trace>
  <inkml:trace contextRef="#ctx0" brushRef="#br0" timeOffset="179241">26671 7259 22615,'-46'0'1170,"-1"0"1,-16-3-1025,68-2-1,52-5-89,-6 4 0,8 0-752,-7 1 1,3 0 0,2 1 699,-6 0 0,2 1 0,2 1 1,0-1-517,6 1 0,1 0 1,0 0-1,1 0 503,-10 1 0,-1 0 0,1 0 0,0 1 0,-1-1-75,12 1 0,-1 0 0,-1 1 0,-1 0-226,-5-1 1,-2 1 0,-1 0-1,-3 1-942,5 0 0,-4 0 0,-4 1 1252,0 2 0,-7 1 0,-1-1 0,-33 1 0</inkml:trace>
  <inkml:trace contextRef="#ctx0" brushRef="#br0" timeOffset="179415">27352 7350 16616,'-61'7'832,"1"0"1,0 0-1,0 0 1,7 0-1,-2-1 1,1 1 0,4-1-1,7-1-499,-4 0 1,6 0-121,-14 1 0,22-1 1216,51-3-1205,16-4 0,12-3-114,-1 2 0,5-1 0,3 0-867,-3-1 0,3 0 0,3 1 0,1-1 803,-5 1 0,3 0 0,1-1 0,0 1 0,1 1-248,-5-1 0,1 1 1,1 0-1,0 0 1,0 0-1,0 0 210,2 1 1,0-1-1,1 1 1,0 0-1,0-1 1,-1 2-22,-2-1 1,1 0 0,0 1 0,-1 0 0,-1 0 0,-1 0-428,6 1 1,-2-1-1,0 1 1,-2 0-1,-2 1 440,3 1 0,-2 2 0,-3 0 0,-4-1 0,11-1 0,-8 2 0,4 9 0</inkml:trace>
  <inkml:trace contextRef="#ctx0" brushRef="#br0" timeOffset="191390">6818 9409 23325,'14'-14'1763,"-7"3"-1743,-19 11-168,-7 6 330,-6 5 25,-7 7 54,-11 6-66,-8 2-260,21-13 1,-1 1 98,-1-1 0,-1 0 55,0-1 0,1-1 181,-27 7-133,10-7-17,14-5-110,13-5-174,11-4-33,7 1-255,3-1-78,2 1 1017,2 2-69,2 3-727,2 3-189,0 8-52,-1 7 171,0 6 385,2 8 139,-1 6-458,1 8-337,-1 9 748,-4-26 0,-1 1-58,-1 4 1,-1 1 307,-2 2 0,-1 1-445,-1 3 1,-1 0 351,-2 1 1,-1 1-9,-1 1 1,0 0-7,0 1 1,1 0-24,0-1 1,0 0-62,2-1 1,2 0-56,0-2 0,1 1-144,1 0 1,2-1-61,-1 0 1,2 0-28,0-1 1,0 1-16,0-1 0,1-1-8,0-2 1,1 1-241,-2-2 1,0 0 273,0-2 0,0 0 21,-1-2 0,0 0 70,-1-1 1,0 0 45,1-2 0,0 0 8,-1 0 1,1 0 47,0 31 93,1 0-112,1-3-52,2-2-29,2-3-156,1-3-39,2-2-6,3-2-58,4-2-14,5-1-54,5 1-25,5-1-9,5-3 153,9-6 48,11-6 132,-23-17 1,4-3 20,5-1 1,2-3-443,9-1 0,2-2-87,-13-3 0,1-1 0,2-1 259,10-2 0,2-1 1,-5 0-1,-4 0 1,-4 1-1,0-3 0,1 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26:07.1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1771 2339 20554,'3'-54'1508,"0"0"1,0 8-1,0 7-1093,-2 19-280,0 11-102,1 9 12,3 13-11,3 11 16,2 20 12,-4 15-85,-5-23 1,-1 1-627,-4 5 0,0 0-1264,0 1 1,0 0 1748,0-5 1,1-3-1,0 9 1,3-21 0</inkml:trace>
  <inkml:trace contextRef="#ctx0" brushRef="#br0" timeOffset="333">2256 2458 20795,'1'-10'4060,"0"3"-3141,-1 7 336,0 0-1222,-10-19-21,7 14 4,-7-14-10,12 19 22,7 1 0,10-1 11,10-2-16,10-4-29,4-3 17,-5-2 17,-8 2 67,-12 1 34,-9 2-28,-6 1-28,-2 2-45,-3 2-17,-1 0-45,-4 0-173,1 2-1725,2 4 1932,1 0 0,3 1 0,1-3 0</inkml:trace>
  <inkml:trace contextRef="#ctx0" brushRef="#br0" timeOffset="1850">3857 2718 19907,'2'-47'1180,"0"0"1,0 0-1,0-15 1,0 6-525,2-3-376,-2 25 28,-1 23-280,-1 61 6,-3 10-29,0-4 1,-1 4-949,-2-2 0,-1 0 950,1-14 1,0 0-1,-1 1-9,-1 1 0,0 1 1,1 1-5,0-1 0,-1 0 1,2 0-4,-3 17 1,1-3 95,3-9 1,0-4-52,2-14 1,-1-5 158,-6-1-145,-3-40-27,-2-33-9,7 5 0,2-4-609,0-14 0,3-5 604,3 13 0,2-2 1,0-2-182,1-5 0,2-1 0,0-1 179,2-2 1,2 0-1,0 0-5,0 4 0,0 0 0,1 2-114,0 7 0,0 2 0,1 1 117,4-11 1,0 4-118,0 13 1,1 3 106,14-15 982,3 22-966,4 17 1927,7 22-1961,5 18 9,-23-4 0,-1 5 22,-1 6 1,-1 3-26,-3 4 0,-4 4-3,-3 0 1,-7 2 10,-12 8 1,-6-1 16,3-18 1,-4-2-9,-18 10 0,-6-5 11,7-18 0,-1-3-3,-8 2 1,0-2 107,3-5 0,2-5-312,-19-11-633,20-23-1787,21-28 2616,20 16 0,3 0 0,-1-9 0,13 4 0</inkml:trace>
  <inkml:trace contextRef="#ctx0" brushRef="#br0" timeOffset="2499">4586 2218 19960,'-8'8'4621,"1"-2"-3103,7-6-549,0 0-401,-41-24-407,33 15-140,-32-18 106,42 23 275,-1 3 761,-1 1-373,5 0-9,9 7-708,7 6 132,4 5 15,5 18-254,-6 5-123,-9-13 0,-1 3-500,0 2 1,-1 2 305,-1 0 0,0 1-48,2 4 1,-1-2 70,3 10 99,-3 0 125,-15-35 368,-6-2 247,-12-23-376,3-8-161,-2-8-12,11-8 86,5 7 433,9-14-618,7 11-148,13 0-156,6 12 300,-2 7 95,11 3-16,-6 5-101,17-2 151,-10 2 201,-3-2 19,-20 2 63,-7-5 52,-8 0-105,0-5 60,-3-4-138,-1 4-61,0 2-133,0 6-70,0 5-92,0 0-61,1 10 126,2 6 1,1 5 32,4 15-391,1 2-1029,-1-4 1,0 2 1537,1-3 0,-1 0 0,4 18 0,-2-21 0</inkml:trace>
  <inkml:trace contextRef="#ctx0" brushRef="#br0" timeOffset="2676">5218 2212 20481,'-1'-8'4626,"0"2"-4113,-8-23 0,-2-3-390,4 14-101,-5-18 1,4 8-158,9 27-38,8 10-623,7 12-2166,11 14-2281,-3-1 4395,2 4 0,-16-22 0,-1-1 0</inkml:trace>
  <inkml:trace contextRef="#ctx0" brushRef="#br0" timeOffset="3259">5496 2434 26418,'8'-45'222,"0"-1"0,-2 5 0,2 11 216,2 23-466,4 16 179,-1 1-146,13 34-16,-10-1-175,-4-8 0,-2 2 186,-4-4 0,-1 1-6,-2 0 1,0-2 5,1 15 266,-1-7-132,-1-28 23,1-5-123,0-23-23,6-17 17,5-17-34,-5 19 1,2 0 19,2-1 0,1 1 489,16-24-514,-2 15-6,-2 18 17,-3 13-5,-6 11-6,16 18-6,-6 5 28,16 18-50,-4-2 39,4 4 17,4-5-285,4-6 285,-1-12-11,-2-12 16,-4-15-22,-6-15-5,-6-18 19,-18 10 0,-2-3-341,0-5 0,-2-3 349,0-5 1,-2-1 2,-1 0 0,-1 0-3,-1 3 1,-1 2 21,-2 5 1,-1 2-10,-1-17 193,-4 16-228,-1 15 0,-1 10 0,2 9 699,0 13-699,-1 16 0,0 23 0,3-16 0,0 2-416,0 7 0,2 0 416,4 5 0,2 0-135,4 4 0,4 1-428,5 2 0,4 0-1687,-6-17 1,2 0-1,0-1 2250,7 14 0,-1-5 0,-7-14 0,-2-5 0,1 5 0</inkml:trace>
  <inkml:trace contextRef="#ctx0" brushRef="#br0" timeOffset="3450">6158 2410 24071,'-3'-6'1832,"0"0"-1552,3 6-112,54-66-84,-3 46-933,-2-16 1,5 4 867,-11 27 1,1 7-23,-1-1 0,0 1-302,-2 1 1,-1 1 304,-1 2 0,-4 1 0,4 1 0,-9-1 0</inkml:trace>
  <inkml:trace contextRef="#ctx0" brushRef="#br0" timeOffset="4359">8289 2726 22873,'-15'-58'1377,"1"-1"1,2 6 0,1 6-851,1-2-197,5 17-218,3 14-123,1 11 5,3 13 34,4 11-11,5 19-6,5 14 0,-7-20 1,-2 2-15,-1 2 0,-1 0 6,-1 2 0,-2-1 14,-2 27-17,-3-14 145,-1-19 107,1-18-101,2-18-82,0-15-69,6-23 0,1 14 0,2-3-367,4-5 0,4-1 367,3-3 0,4 2 0,3 0 0,2 3 0,1 4 0,1 4 0,-2 6 0,2 5-57,25-4 57,-3 17 0,-2 20 0,-2 15 0,-24-7 0,-1 4 0,-1 2 0,-2 3-305,-2 3 0,-3 2-194,-1 2 1,-2 0-1737,0 2 1,0-1 1639,-2-5 0,-1-3 0,5 9 0,-6-19 0</inkml:trace>
  <inkml:trace contextRef="#ctx0" brushRef="#br0" timeOffset="5659">10753 2475 26525,'25'-27'411,"0"0"1,15-16-306,-40 38-178,0 3 83,-3 15 17,-3 10-28,-8 30-6,4-3 12,1 9-1,13-18 1,1-13-6,14-6 50,0-15 68,18-13-45,0-14 0,9-20-249,-16 5 212,-13 8 1,-2-1 35,2-26-27,-8 12 0,-4-2-28,-5 10 0,-5 1-6,-2-1 0,-5 5-11,-14 3 28,-19 21-22,1 18-9,13 2 0,0 4-3,-11 23-5,23-15 0,4 2-6,6 12 28,16 13-11,5-24 0,2-1-5,12 20-4,5-10 1,4-2-3,-9-16 0,2-3-325,15 8 0,1-3 325,-12-9 0,0-3-3,9-2 0,0-5-8,18-11 33,-22-5 0,-1-6 6,9-23-6,-27 12 0,-4-2 0,-4-11 1,-10-13 10,-7 8 12,0 7-23,-2 8-45,5 23 23,2 8 22,1 18 842,3 8-848,6 19-16,7 2 6,9 1 5,-2-13-12,13 0 12,-2-16 51,15-3-6,-7-18-17,0-15 16,-10-19-16,-7 3 3,-10 2 0,-1-1 3,0-12-26,-3 14 0,-2 1-19,1-8-73,-2 13-22,-2 12-1115,11 9-986,5 12-3522,18 11 5729,0 6 0,-13-7 0,-9-7 0</inkml:trace>
  <inkml:trace contextRef="#ctx0" brushRef="#br0" timeOffset="6283">12204 2555 21231,'-4'8'5148,"1"-1"-4431,3-7-90,0 0-593,1-62-17,23 34-17,-12-11 0,3 0 39,28 12 22,-12 3 46,-13 5-23,-10 2-62,-15 4 1,-12 6-1,-19 6 23,-11 10-34,-3 6-61,8 8 38,12 3 35,11 6-23,10 5 11,5 4-22,10 1 0,8-1-23,14-4-16,15-6-398,15-10 408,-22-14 1,1-2 11,1-4 0,0-2 33,0-5 1,-3-2-98,-2-4 1,-3-2 114,21-26-7,-14-10-4,-7-6 32,-9 1 7,-4 10 22,-7 15-51,-4 15-44,-3 13 44,-5 12 374,0 11-402,0 11 214,5 6-214,9 1 0,8-4-10,8-4 10,1-7 12,-1-7 10,-7-7 46,-6-5-23,-4-11-22,-3-8 22,2-11-11,5-8 17,6-4-17,13 2 11,14 3-286,-17 18 0,2 3 264,4 2 0,1 3-6,1 3 0,0 3-11,-1 4 0,-3 4-163,-2 4 0,-2 2-100,18 28-605,-29-16 0,-3 3 868,-3 6 0,-3-1 0,1 5 0,-7-2 0</inkml:trace>
  <inkml:trace contextRef="#ctx0" brushRef="#br0" timeOffset="7393">7193 2607 21243,'-25'-38'1125,"1"-1"1,-1 1 0,-4-10 0,3 9-790,3 15-268,15 17-68,5 5 0,2 6 11,3 23-11,1 14-14,-1-6 0,0 3-563,0 6 1,-1 1-130,-1 8 0,-1 3-2938,-1 5 1,-1-1 3643,1-5 0,-1-4 0,0-15 0,1-4 0,-1 3 0</inkml:trace>
  <inkml:trace contextRef="#ctx0" brushRef="#br0" timeOffset="8176">7531 2989 22459,'0'-4'3271,"0"0"-3017,-3-26 1,-3-7 137,1 1-571,-1-10 0,0-1 324,0 0-16,2-4-34,2-4-39,0-5 0,1-1-16,1 3 32,0 11 191,0 10-179,0 13 97,-2 7-153,-1 7-45,0 5-67,1 5 352,0 9-285,0 10-22,-1 17 39,-2 16-6,2 11-283,1-29 0,1 1 300,1 0 0,1 1-16,3-1 1,1 1-39,1-3 0,2 0-52,3-2 1,1-2-311,14 18-311,-3-13-96,-5-13 317,-9-10 318,-6-9 689,-10-11-448,-8-6 120,-10-7 100,-6-4 137,-4 2 101,4 2 10,6 4-170,10 2-244,8 3-93,9 0-4,11 1 26,15-2 28,15 1-17,15 0-256,-26 7 1,1 1 214,0 0 1,-1 1 25,24-2 33,-17 2 0,-18 1 34,-13 2-13,-6 1-93,-9 2 3,-2 4 461,-7 8-452,1 9-24,3 6-15,6 3-3,11-4-7,10-3-7,13-7 30,8-7 49,0-5 72,-3-11 117,-7-5 127,-9-9-12,-8-6-128,-10-3-90,-7-2-46,-8 2-69,-8 5 142,-4 8 139,-4 6-41,1 8-2074,8 9 1993,10 3 0,8-1 0,5-3 0</inkml:trace>
  <inkml:trace contextRef="#ctx0" brushRef="#br0" timeOffset="9109">14215 2150 11894,'-51'7'-1246,"0"-1"1,9-1 0,6 1 1245,5 10 0,21-9 0,3-1 0</inkml:trace>
  <inkml:trace contextRef="#ctx0" brushRef="#br0" timeOffset="10593">14085 2450 23758,'-15'-54'929,"0"0"1,3 6 0,1 5-515,3 5-163,4 13-191,2 12-94,1 12 44,6 16 6,7 18-1,9 20-10,-8-19 0,1 1-361,-1 5 0,0 0 366,-1 1 0,-1 1 6,-1 0 0,-3-1-12,-1-3 1,-2-1 17,1 24 83,-5-20 118,0-21-45,-1-25-145,9-23-17,7-23-12,-2 16 1,3-2-41,2-4 0,2 0 71,1 0 1,0 0 7,-1 3 0,1 2-69,-3 6 1,0 1 76,12-11-12,-3 17 9,1 16-36,7 17-4,8 14-227,-18-5 1,0 2 77,1 4 1,0 2-202,1 2 1,0 1-193,0 0 1,0 0-14,1-1 1,0-2 150,-2-3 0,-1-3 749,19 9-351,-10-17 351,-12-19 44,-4-15 93,-1-14 85,1-6 472,2 1-577,-4 8-288,-3 9-190,-4 11-37,-1 9-24,3 11 74,4 8-1,7 8-16,2 4 0,2-1 16,-4-7-5,14-4 0,-10-13 40,13-7 32,-9-14 29,-5-13 22,-6-10 1,-5-5 66,-6-3-28,-5 5-100,-6 8-23,-2 10-67,-2 11-45,3 8-537,2 9-880,12 9-3131,14 9 4621,10 2 0,-8-7 0,-8-6 0</inkml:trace>
  <inkml:trace contextRef="#ctx0" brushRef="#br0" timeOffset="11143">15811 2416 21467,'-8'-11'4599,"1"2"-3703,7 9-163,0 0-744,-22-19 5,24 32 1,-15-6 10,28 39 7,-4 3-12,-4-2 5,-7-8 18,-4-10 66,-3-13 34,-1-11-44,2-16-18,0-11 7,2-15-7,2-11 18,4-11 5,5-3-17,4 4-28,4 11-17,3 15-16,7 14-6,8 11 6,11 13-12,8 12 0,1 15 18,-7 11-257,-13 5 217,-15 2 17,-15-2 22,-9-7 6,-7-10 28,2-13 56,1-10-67,6-15-34,3-13 245,8-15-245,6-11 0,10-7-230,7 0 230,4 6 0,1 10 0,-1 13 0,-1 11 0,-2 13 0,1 14 0,3 12 0,7 13-550,-17-16 1,1 1-50,3 4 0,2 0-944,2 2 0,1 1 1543,5 4 0,-2-2 0,4 4 0,-4-5 0</inkml:trace>
  <inkml:trace contextRef="#ctx0" brushRef="#br0" timeOffset="12266">17071 2365 24071,'1'-51'693,"0"1"0,-1 1 0,-1 11-341,-3 25-268,1 3-100,1 9 27,3 12-6,3 3 7,7 19-1,7 2 11,-2-5 1,2 0-23,7 12 2,-2-8 1,0 0-3,-1 2-17,5 7-100,-16-4-68,-15-16-229,-8 6 100,-6-16-969,-20-6 729,16-9-1441,-23-19 937,23-7 571,-5-24 565,15-5-774,6-5 1295,5 14 1614,5 1-1121,0 27-537,1-1-365,-2 15-111,-2 8-34,0 3 1502,-1 16-1418,-11 24-208,-6 13-1170,3-18 0,-3 3 1249,-2 3 0,0-2 0,-4 5 0,3-1 0</inkml:trace>
  <inkml:trace contextRef="#ctx0" brushRef="#br0" timeOffset="14109">18514 2283 23803,'18'-59'950,"0"-1"0,-1 8 1,-6 9-683,-14 19-206,-2 12-68,-4 12 12,-2 13 0,-3 14-1,0 15 1,4 13-223,6-24 0,3 1 205,3 2 1,4-1 0,1-1 0,4 0 2,5-3 1,4-2 2,3-4 1,2-4 16,30 9 105,-3-17 46,-8-19 12,-12-16 5,-7-16 6,-8-7-17,-3-3-40,-5 7-49,-4 12-79,-3 13-39,-1 12 50,1 14 412,2 13-418,5 14 1,10 19-12,-5-15 12,15 11 16,-1-27-11,15-1 6,7-12 14,-17-16 0,0-4 14,10-6-15,-15-5 1,-4-4 36,-6-19 34,-4-17-51,-14 29 1,-5 0-10,-3 0 0,-3 2-41,-9-2 0,-2 4 0,-9-7 0,-8 5 0,25 25 0,2 9 0,9 16-578,18 31 35,-1-10-631,5-6 1,3 1 494,2-8 1,-1-2-1,7 11 1,2-6 0</inkml:trace>
  <inkml:trace contextRef="#ctx0" brushRef="#br0" timeOffset="14283">19705 2305 24043,'0'-6'3764,"0"2"-2991,0 4-790,-26-23-33,25 27-202,-11 0-2229,44 50-2435,-15-25 1,0-1 3124,15 23 1,-16-27 0,-12-17 0</inkml:trace>
  <inkml:trace contextRef="#ctx0" brushRef="#br0" timeOffset="14459">19885 1734 26536,'-40'-39'239,"0"0"0,3 1 0,8 12-301,22 23-95,12 25-660,11 14-743,0-3 0,1 1 709,1-2 1,-1-3 0,7 13 0,-9-18-1</inkml:trace>
  <inkml:trace contextRef="#ctx0" brushRef="#br0" timeOffset="14683">20298 1819 25662,'-6'-44'666,"-1"-1"1,0 1-1,-2-9 1,2 10-594,3 12-84,3 44 27,7 31-4,0 9-446,3-5 0,2 7 423,-1-11 0,3 3 0,-1 1-577,2 1 0,1 2 0,1 1 529,-2-6 0,1 1 0,1 0 0,-1-1-240,2 6 1,0-1-1,-2-3-685,4 11 0,-3-1-1498,-5 7 1,-6-4 2481,-7-25 0,-2-3 0,-1 26 0,-5-33 0</inkml:trace>
  <inkml:trace contextRef="#ctx0" brushRef="#br0" timeOffset="15117">20253 2645 22582,'-19'-44'696,"-1"0"0,1 0 1,-1 0-1,-3-10 1,2 0-1,6 5-573,5-1 0,8 3-1484,7 5 1,4 4 1372,13-16-209,15 22 1,8 6 190,-6 9 1,3 3-9,-1 1 1,3-1 0,0 2-4,17 0 1,-1 2 13,1-1 0,-1 0 0,-4-2 1,-3-2 4,-12 3 1,-4-3 11,-1-6 0,-5-5 269,-15-3 1,-5-3-211,2-27 72,-21-3 180,-15 26-118,3 14 280,1 3-391,13 13 1198,-1 3-1300,12 22 6,5 21 6,2 4 2,-2 7 0,1 3-5,-6-11 0,-1 1-15,0-1 0,1 3 1,-2-1 11,-2 9 0,-2-2 0,0-3 0,-1-3-9,0-13 1,0-3 214,-4 20-117,3-33-5,0-16-50,5-25 16,6-24-38,9-9-12,-6 27 0,3 1 0,20-22 0,5 12 0,4 15 0,6 12 0,4 16 0,5 10-85,-26-1 1,-2 2-494,1 3 0,-1 2-971,-1 2 0,-2 2 1546,16 21 0,-18-16 0,-12-12 0</inkml:trace>
  <inkml:trace contextRef="#ctx0" brushRef="#br0" timeOffset="16167">23095 2259 27564,'21'-43'84,"-1"-1"0,1 1 0,-2 1 0,-2-1 0,-6 3-59,-9-3 0,-6 1-460,-2-7 0,-3-1 435,-3-2 0,-3 2 0,-2 3 0,0 3 0,0 10 0,0 5 476,-13-4-483,2 37-21,0 27 22,13-3 1,2 6-355,0 8 1,3 4 353,2 8 1,2 2-500,4 6 1,3 2 491,1-19 0,2 2 0,0 0-312,2 2 0,1 1 0,0 0 258,1 3 0,1-1 0,-1-1-31,3 11 0,0 1-250,0-6 1,1 3 0,-2-6-157,-1-4 0,-1-2-75,4 15 0,-4-5-155,-13-10 1019,-13-39-414,-15-33 134,12-1 1,-1-4 133,-4-10 0,-1-3-55,-2-9 0,0-3 44,9 14 1,0-2 0,1 0 42,1-1 1,0-2 0,1 1 33,3 2 1,1-1 0,1 2-10,-2-14 0,3 3-39,4 10 0,3 3-34,6-17-140,14 20 29,19 14 10,24 7 30,-19 9 0,3 1-60,8 1 0,2 0 206,6 0 0,1 0-192,1-2 0,0 0-4,-3-2 1,-2-3 2,-6-2 1,-5-5 11,-7-4 0,-5-4 90,-8-2 1,-6-4-44,-5 1 0,-4-1 149,-1-23 62,-12 16 833,-4 14-896,-2 12 1056,5 7-1274,1 3 319,5 13-302,6 13-10,3 24 1,-3-12 1,-1 3-450,0 7 0,-3 1 447,0 5 1,-2 0 4,-4 0 1,-1 0-6,0-3 0,-2-1-192,-1-5 0,0-3 198,-3 23 16,3-23 84,3-19 34,4-17-63,6-14 840,8-14-900,9-14-12,7-8 12,5 3 17,-2 7 367,-3 12-407,-3 12 12,-1 9 11,1 13-17,2 9 0,-2 8 5,0 4-16,-3-2 28,3-5 0,0-9 39,-1-9 33,-2-14 1,-5-9 11,-4-13-55,-6-5-46,-4-2 0,-4 4 0,-4 8 0,-1 10 0,-1 7 0,2 6 0,1 9 0,1 8 0,5 14 0,10 13-981,16 13-1255,-5-23 0,3 0 2236,-1-3 0,0-2 0,13 10 0,-17-17 0</inkml:trace>
  <inkml:trace contextRef="#ctx0" brushRef="#br0" timeOffset="17700">25464 2141 27639,'16'-55'157,"0"1"0,0 0 0,3 4-96,1 13 1,1 1-751,-3-4 1,-3-2 716,-1-3 0,-4-1-17,-3-2 0,-2 0 3,-2 3 0,-1 1 0,-2 7 0,-2 3 429,-1-10-499,-3 26 276,-3 30-192,-2 22 0,-2 28-548,8-20 1,1 4 522,1 7 0,1 4 8,4 5 0,2 2-11,-1-19 0,-1 0 0,2 0-239,-1 1 0,1 0 0,0 0 229,-2-1 1,1 0 0,-1 0 7,-1 4 0,0 0 0,-1-2 7,-1 6 1,1-4-3,-1-4 0,0-7 36,0-5 62,1-25-6,0-14-71,7-30-37,4-13 699,4-7-680,-3 22 0,3 2-6,13-18 0,-11 21 0,1 2-12,17-11-27,2 19 17,-12 15 1480,11 16-1464,-10 10-33,8 8 6,5 10 33,-7-9 0,-4-4-17,0-14 6,0-9 342,13-9-336,4-8-12,-2-8 62,-3-9-17,-17 10 28,-6-3-17,-13 15-5,-2 0-5,-1 4-29,-1 3-24,1 0 7,-1 4 6,3 3 0,2 6 11,4 8-11,0-2 11,1 0-6,0-5 12,0-5 22,2-2 18,2-8-46,-1-7 0,0-2 0,1-10 0,-3 1 0,1-4 0,-3 0 0,-4 7 0,-4 2 0,0 8 0,-1-2 0,0 2 0,0-2 0,-1 2 0,-1 3 0,0 3 0,0 0 0,1 1 0,-1-1 0,2-1 0,-1 0 0,1-1 0,-1-3 0,1-1 0,0-5 0,-1 0 0,-1 1 0,1 1 0,-2 3 0,1-1 0,0 4 0,0 1 0,1 3 0,0 0 0,-1 2 0,-6 11 0,-2 5 0,-7 14 0,-2 4 0,3-5 0,-2 9 0,6 4 0,4-1 0,9 5 0,16-16 0,4-9 0,22-3 0,4-11 0,-9-5 0,3-2-191,-7-4 0,0-2 191,4-3 0,-2-4 0,6-10 0,3-21 0,-24 9 0,-2-5-520,1-4 1,-1-2 519,1-14 0,-1-3 0,-6 5 0,-1-1 0,-2-1 0,0 2 0,-4 12 0,0 2 0,-1-6 0,-1 5 0,-2 3 0,0-3 342,-2 31-342,0 8 0,0 3 0,-1 1 1079,0 4-1079,0-2 0,0 2 0,0-2 0,1-2 0,-3-7 0,1-4 0,-2-5 0,-2-10 0,2 9 0,-1-2 0,2 11 0,2 5 0,-1 5 0,0 9 67,-4 14-19,-3 18-4,-3 19-494,6-23 0,-1 2 469,0 5 1,0 2-2,0 2 0,2 1-3,0 0 1,2 1-5,2-1 1,4-1-46,5 1 1,4-1 9,5 0 0,5-1-380,7 2 1,4-3-114,-6-11 1,3-1-2761,0-4 0,3-1 0,-4-4 2016,10 9 1,-10-11 0,-6-6-1,-15-13 1</inkml:trace>
  <inkml:trace contextRef="#ctx0" brushRef="#br0" timeOffset="18233">27378 2193 20319,'-3'-5'4167,"1"2"-846,2 3-3293,5-13 28,-1 35-28,6 7-9,-5 6 1,-2 6-502,2 5 0,1 3 493,-2 4 1,0 2 4,1 5 1,-1 0 8,0 3 1,-1 1-24,0-2 1,0-2 2,-1-5 1,-1-3 8,0-10 0,0-5 87,-1 9 34,-3-30-85,-4-31-22,-7-23-23,4 7 1,0-2-463,-1-9 1,-1-2 475,2-7 1,1-3-15,2-6 1,2-2-6,4 18 0,2 0 0,1-1-129,2 0 0,2-2 0,1 2 140,1 0 0,1 1 0,2 1-11,7-18 0,3 1-353,-1 8 1,3 2 352,-1 8 0,1 4-59,-2 9 1,2 5 8,17-6 798,-5 20-765,-4 19 1322,-5 17-1327,-7 22 5,-11-16 0,-4 3 234,-3 3 0,-2 2-215,-4 0 1,-4 0-14,-5-2 0,-5-2 25,-4-3 0,-6-4-17,-4-4 0,-3-5 0,-3-4 1,-2-5-105,1-2 1,0-5-541,3-4 0,3-4 647,-16-15 0,23 8 0,17-6 0</inkml:trace>
  <inkml:trace contextRef="#ctx0" brushRef="#br0" timeOffset="18742">28857 2331 20268,'4'0'5383,"0"0"-4537,-4 0-236,48-77-167,-33 45-267,12-13 0,-5 3 15,-19 25-124,-9 10-45,-9 7 6,-12 10 6,-9 10-51,-5 11-11,4 8 23,9 3-29,12 0 12,13-5 10,13-4 1,10-5 22,9-9-5,3-8 39,0-13 84,-4-14-6,-6-15-6,-8-12-44,-7-8-34,-9-2-26,-4 3-13,-4 10 0,1 14 0,2 12-147,4 9 1,1 10-167,4 11-561,9 15-974,13 13-1261,-6-18 1,3 0 2902,20 22 1,-13-19-1,-11-13 1</inkml:trace>
  <inkml:trace contextRef="#ctx0" brushRef="#br0" timeOffset="19093">29597 2220 24497,'4'-44'843,"0"-1"0,0 0 0,1-14 0,-2 5-594,-2 15 0,-2 5-30,-3-9-219,-2 22-40,-5 27 35,-12 48-1,5-3-786,2 4 0,0 6 789,5-6 0,3 3-515,0-6 0,1 4 0,1 0 506,2-10 1,0 1 0,2 1 0,0 2-96,0 11 1,2 4 0,0 0 0,1-4-21,0-2 0,0-3 0,1 3-201,0-2 1,0 5-1,1-2 1,-1-5-545,0 9 1,-2-4 120,-3 5 0,-5-5 669,-3-20 1,-6-11 104,-32-21 156,18-23 0,1-11 101,-2-12 0,2-8-44,2-9 0,5-5-5,11 16 1,2-2 0,4 0-57,4-2 1,4 0 0,4 0-57,3 0 1,4 1-1,4 2-43,4 1 1,5 2 0,1 1-42,3 4 1,3 1-1,2 3-18,1 2 0,3 3 0,0 2-21,1 3 0,2 1 0,-1 3-17,1 2 1,-1 2 0,3 1-313,3 1 1,2 0 0,-3 2-3539,7-1 1,-3 1 3870,-2 0 0,-7 2 0,-10 1 0,-20 4 0</inkml:trace>
  <inkml:trace contextRef="#ctx0" brushRef="#br0" timeOffset="20242">3817 4539 19708,'7'-62'2134,"1"1"0,-3 13 0,-1 5-1490,-5-19-425,-1 37 33,-4 11-235,4 10-40,0 12 34,3 15 6,2 25-14,0-15 0,0 2-468,3 28 459,-4-19 1,0 1 8,-3-9 0,-1 1 5,-5 15 1,-2 0 27,0-15 0,-1-3 34,-4-2 0,-1-6 3,-5-7 78,-4-28-83,8-16-54,7-5 0,2-5 0,3-1 0,2-2-1314,3-16 0,3-1 1311,0 14 0,1 0 11,4-16 1,3-1-277,-1 1 0,2 1 262,1 3 1,0 0-179,2-1 1,2 6 153,12-5 10,-5 22-33,21 13 17,-10 23 22,17 14 2280,-19 8-2303,-15 6 1,-6 6 30,-10-7 1,-3 1-9,-5 18 0,-6 1 54,-8-3 1,-7-2-55,-5 0 0,-4-3 2,1-4 1,-1-4 113,3-7 1,0-5-50,-21 3 167,19-42-239,33 2-12,24-23 17,17 23 2,-2 4 1,3 2-42,21 2-370,-16 1 1,1 2 133,-7 2 1,0 2-440,1 0 0,0 0 111,-9 0 1,1 0-4314,15 0 1,-3-1 3246,-4-1 1,11 0-1,-44-1 1</inkml:trace>
  <inkml:trace contextRef="#ctx0" brushRef="#br0" timeOffset="20583">4465 4431 26380,'-36'-46'17,"12"13"452,38 39-475,9 0 164,6-2-163,4-6 99,1-5-66,-4-4 16,-5-8-21,-11 3 313,-4-17-268,-8 6 16,-5-11 5,-5 11-33,-6 8-22,-3 9-29,-2 9 1,-2 12 0,-1 11-40,4 11 6,5 7-11,8 5-107,15 1-307,9 0-914,19 0 252,-14-23 0,3-1-2722,6 0 1,1-2 3836,-3-3 0,-2-2 0,13 4 0,-20-11 0</inkml:trace>
  <inkml:trace contextRef="#ctx0" brushRef="#br0" timeOffset="21133">5200 4405 23982,'7'-52'965,"1"0"0,-1 5 1,-2 5-485,-5-1-145,-4 11-123,-4 12-146,-6 10-89,-3 10 22,-7 15 0,-6 16 0,-3 17-116,17-19 1,1 3 90,2 2 0,2 1-6,2 2 0,4 0-25,1 0 0,3-1-48,5-2 1,4-2-171,15 21-68,16-17 23,8-17 106,7-17-111,2-16 346,-1-14 0,-28 9 1,-2-2 41,0-3 1,-3-2 24,-1-1 1,-2 0 145,13-26 101,-10 8 0,-9 12 124,-7 13-354,-4 11-94,-4 9-18,-2 11 247,-2 14-247,-1 16 51,2 13-56,3 7-12,12-3 6,11-6 6,16-12-11,9-13 11,4-14 44,-4-15 18,-8-13 16,-10-13 62,-7-9 22,-8-9-34,-6-7 29,-5-3-40,-6 2-93,-2 10-13,-2 9 0,0 12-13,4 9-199,1 7-186,6 6-453,12 7-684,13 4-1097,13 7 2632,12 3 0,-22-9 0,-4-1 0</inkml:trace>
  <inkml:trace contextRef="#ctx0" brushRef="#br0" timeOffset="21726">6103 4342 19910,'2'-8'5657,"-1"2"-4475,-1 6 83,0 0-1253,-24-41-1,25 31-22,-10-26-17,40 46 22,9 10-16,5 6-6,-1 8-56,-6 5-45,-14 5-11,-18 5 56,-21 0 101,-15-8 61,-5-16 23,6-17 11,10-18-51,11-12-49,14-12-24,16-4 1,18-1 2,-13 22 1,2 2-283,4 0 0,2 1 260,1 3 0,2 0-20,1 2 1,0 0-43,0 1 1,0 1-9,0 0 1,-1 1 46,-2-1 1,-2 0 59,22-8 95,-19-2 89,-17-1 34,-11-1 45,-13-2 11,-3 1-28,-6 0 489,-1 0-741,-1 2 0,1 2 0,4 4 0,3 4 0,3 4 0,2 2 0,1 4 0,1 8 0,2 9 0,5 14 0,7 10 0,9 9 0,-4-18 0,1-2 0,10 15-244,-5-14 0,0 0 244,5 8 0,3 7 0,-16-7 0,-18-7 0,-16-5 0,-16-6-584,-9-5-900,-4-9-3098,8-6 4582,13-7 0,13 1 0,9-2 0</inkml:trace>
  <inkml:trace contextRef="#ctx0" brushRef="#br0" timeOffset="21926">7238 4231 28406,'1'-12'-5,"0"26"-6,-1 19-68,3 26-593,8-14-3681,10 13 4353,4-9 0,-7-19 0,-7-14 0</inkml:trace>
  <inkml:trace contextRef="#ctx0" brushRef="#br0" timeOffset="22117">7527 4108 25822,'-35'-42'104,"-1"-1"1,2 1 0,10 16-262,19 27 37,10 22-754,9 8-1159,12 21 587,0-11-2270,-7-13 0,1-1 2694,10 12 1,-5-6 0,-10-15 0</inkml:trace>
  <inkml:trace contextRef="#ctx0" brushRef="#br0" timeOffset="22466">7982 4377 25746,'13'-44'592,"0"1"0,0 6 0,-6 6-318,-19 11-184,-5 11-51,-11 5-17,-18 24-27,6 8 5,-1 9-12,13 12 7,16-2 2,8-12 0,5 1-19,15 19-4,-1-26 1,4-3 14,17-1 0,20-10 33,-8-14-5,-14-8 0,-1-4 28,14-16 56,-8-21-62,-25 10 39,-12-16-22,-16 7-3,0 13 1,-4 1 7,-18-15-10,-9 6-79,12 28 5,9 7-27,5 15-275,7 21-649,6 7-1827,18 17 2801,27-4 0,-15-22 0,7-4 0</inkml:trace>
  <inkml:trace contextRef="#ctx0" brushRef="#br0" timeOffset="22776">8584 4292 25320,'0'-5'2907,"0"2"-2582,0 3-319,-5 33-1,4-1-16,-4 31 11,5-24 0,4 3 67,1-19-15,2-4-52,-1-15 0,2-22 0,1-3 0,6-12 0,3-2 0,1 7 0,2 2-382,10-14 1,5 2 381,0 11 0,2 5 0,0 5 0,0 5 0,22-2 0,-3 24 0,-26 28 0,-11 15-456,-18-13 1,-5 2 455,-3 4 0,-3-2 0,-4 7 0,3-2 0</inkml:trace>
  <inkml:trace contextRef="#ctx0" brushRef="#br0" timeOffset="24909">9714 4519 28671,'-35'-49'-670,"7"11"1,28 34-1,1 3 1</inkml:trace>
  <inkml:trace contextRef="#ctx0" brushRef="#br0" timeOffset="27101">1479 6181 12191,'7'-1'7764,"-1"1"-5518,-6 0 156,0 0-2396,2 2 39,-3 3 50,-2 5 56,-8 6 0,-10 4-16,-13 3 5,-11-1 51,-4-4 122,4-8 35,12-8-113,12-9-101,12-9-72,8-10-34,11-10-11,7-5-17,12 2 0,4 5-23,2 11 12,-1 11 0,-1 15-6,-3 13 17,-2 14-11,-4 12-6,-9 11 6,-15 10-573,-10-25 1,-6 2 566,-8 7 0,-7 1-577,4-11 0,-2 0 0,-3 0 586,-4 4 1,-1 0 0,-2-1 7,-2-1 0,0 0 0,0-2-4,2-3 0,0-2 0,2-3-143,-10 4 1,3-5 215,13-10 1,3-8 59,-2-12-11,18-23 834,19-17-913,11-9-16,15-1 5,12 8 1569,5 12-1614,3 17-5,1 17-45,0 17-286,-3 16-381,-26-12 0,-2 3 734,0 6 0,-2-1 0,2 4 0,-6-2 0</inkml:trace>
  <inkml:trace contextRef="#ctx0" brushRef="#br0" timeOffset="27268">1731 6996 26704,'7'19'-1169,"-3"-10"0,-3 1 1</inkml:trace>
  <inkml:trace contextRef="#ctx0" brushRef="#br0" timeOffset="36101">4116 6258 24615,'-50'2'145,"0"0"1,3 8-1,6 12-139,15 25 0,8 12-1268,2-16 1,0 1 0,0 3 1216,-3 4 0,1 3 0,-1 1-84,-1 4 1,1 1-1,0 2-51,4-15 1,1 1 0,0 1 0,0 1-230,-1 8 0,1 4 1,0-2-1,1-3 114,0-2 0,1-4 0,0 2-85,1-4 1,0 3-1,0-3 1,0-6 906,-3-1 1,0-6 40,-1 0 1,-2-12 963,-9-26-714,8-51-454,11 9 0,4-4-529,2-8 0,3-2 285,4-5 1,4 0 94,-1 21 0,2 0 0,2 1-199,9-18 1,4 2-28,3 4 0,4 3-204,3 6 1,4 4 177,2 4 1,2 4-15,2 4 1,1 3-398,2 2 1,0 2 421,0 1 1,0 1 36,-1 0 1,0 1 13,-2-1 0,-2 0 212,-4 0 1,-1 1-138,-7 2 1,-2 0 1419,13-10-1106,-19 11 543,-14 6-727,-7 6 886,-3 2-1066,-1 6 465,-2 4-521,0 8 0,0 9 18,1 4-46,7 7-196,2 4-537,6 3-2594,2 1 3361,-4-9 0,-3-14 0,-5-11 0</inkml:trace>
  <inkml:trace contextRef="#ctx0" brushRef="#br0" timeOffset="36284">4740 6257 20879,'-2'-5'3590,"0"1"-3780,2 4-1283,-31-12 1473,20 34 0,-21-28 0,29 31 0</inkml:trace>
  <inkml:trace contextRef="#ctx0" brushRef="#br0" timeOffset="36751">4966 6170 25275,'-6'-51'769,"1"-1"1,0 6-1,1 12-752,2 25-6,1 17 0,7 17-5,2 27-6,1-3 0,0 4-996,-1 1 0,-2-1 993,1 3 0,-1 1-25,-4 4 0,-1-2-248,-1-9 0,-2-1 262,1 9 0,-1 0-81,-2-7 1,-1-4 240,-3 9-40,-1-22 118,3-40 84,3-33-207,0 3 19,6-7 1,2-3-109,8-9 640,-5 22 1,1 0-653,14-14 0,3 19 0,-4 7 1085,20 9-1085,-12 20 0,17 11 0,-16 4 0,8 14 0,-10-2-35,3 20-15,-17-10 55,-21 5-10,-12-23 303,-28 0-388,16-19 1,-3-3-68,-2 2 1,0-3-289,-6-3 1,1-5-1085,-18-10-426,20-5 1955,13-20 0,18 25 0,2-9 0</inkml:trace>
  <inkml:trace contextRef="#ctx0" brushRef="#br0" timeOffset="37192">5598 6196 28199,'11'47'9,"-1"1"1,0 2-1,-1 0-12,0-2 1,-1-1-403,-2-7 0,0 0 405,-3 10 0,-1-1 8,-1-12 1,-1-1 5,-3 9 0,0-1 120,-3 11 178,-2-16-305,4-31 178,-1-26-185,3-9 0,-1-24 0,6-4-205,7-3 205,8 6 0,0 16 392,17 2-392,-8 23 172,16-2-172,-3 22 0,4 9 0,0 11 0,-4 8 0,-8 2 0,-13 2 217,-15-1-217,-22-4 0,-4-10-141,-10-11 1,-5-3-448,7-6 0,-3-1-3652,-16 2 1,-1-1 4239,11-4 0,4-1 0,-14-1 0,24 0 0</inkml:trace>
  <inkml:trace contextRef="#ctx0" brushRef="#br0" timeOffset="37825">6518 6626 25040,'7'-43'642,"1"-1"1,-2 6-1,-1 9-468,-3 21-135,-8 10-5,-9 12-23,-12 14 6,-12 16-324,18-17 0,0 2 301,-1 3 0,3 1 6,3-1 0,4 1 0,-1 29 0,27-9 28,22-12-215,-8-25 0,3-4 223,4-3 1,0-5 38,1-4 1,-1-4 260,25-14 54,-18-15-53,-18-9-337,-17-8 0,-19-9 0,1 28 0,-2 0 0,-4 0 0,-2 2 0,-1 2 0,-2 2 0,-18-13 588,6 16-588,4 13-1149,5 18 1149,-1 14 0,11-7 0,3 3 0</inkml:trace>
  <inkml:trace contextRef="#ctx0" brushRef="#br0" timeOffset="39367">7028 6781 20285,'1'-8'2604,"4"-33"1,0-7-1613,-1 7-654,1-10 1,0 2 76,-2 20-242,-1 14-145,-2 8-33,2 11 27,3 20-33,1 11-12,0 8-16,-2 16 6,-4-5 44,-3-12 0,-1 2-8,0-10 0,-1 0 33,-1 1 0,-1-4 32,-1 0 200,4-16 29,2-16-62,2-14-222,4-13-13,5-16 0,7-10 0,-5 24 0,3 0 0,2-1 0,2 2 0,2 2 0,1 3 0,22-17 0,7 15 0,-17 14 0,13 11 0,-12 15 0,-7 1 0,0 5 0,19 23-412,-20-14 1,-1 2 64,-3 0 0,-2-2-208,12 20-210,-10-19 1,4-2-2553,6-6 0,3-2 2669,-7-2 1,1-3-440,25-3 1,0-8 866,6-19 475,-24 7 0,-2-3 1341,10-28 292,-21 1-404,0-16-748,-14 18 1,-1 0-70,4-26-79,-3 4-90,-5 16 2986,-5 19-3327,-7 3 597,-16 16-726,-11 17-22,-3 5 58,12 0 0,1 5-87,1 4 1,1 2 16,1-1 1,2 3-7,1 3 1,5 0-11,10 13 33,17-13-11,5-14 17,21-12 11,2-19 33,-8-3 1,0-3 30,-6-2 1,0-3-237,1-6 0,-3 0 273,2-12-94,-5-7-35,-9 7 0,-3 4 0,-4 8 0,-6 17 0,0 9 0,-3 25 0,0 3 0,-1 15 0,2-5-208,6-3 0,5 1-1568,7-4 1,4 1-3141,3 8 1,3-2 2948,-3-13 1,1-6 0,5-1 0,-20-13 0</inkml:trace>
  <inkml:trace contextRef="#ctx0" brushRef="#br0" timeOffset="40418">8973 6603 22403,'2'-7'3999,"0"1"-3689,1-26 1,-4-4 48,-8 15-270,4-17 1,-5 7 22,-25 38-23,-15 15-61,21-3 0,0 3-308,-2 3 1,1 4 276,2 2 0,3 3-11,4 0 0,3 1-14,5 0 0,5 0-84,11 27-67,23-9 14,-3-32 0,5-4-495,8-4 1,2-3 23,6-4 0,2-4-889,4-5 0,1-4 18,1-2 1,-1-3 91,1-5 1,-2-2 789,-1-3 0,-4-1 1210,-3-1 1,-4-3 498,-5 1 0,-3-2 246,-5 1 1,-4-1 668,11-26-140,-13 5-918,-9 5 640,-9 6-1149,-8 9 673,-6 7-937,-7 8 456,-7 7-546,-8 12-22,-8 10-43,-4 15-310,2 10 297,8 11-23,23-22 0,2 2-53,4 1 1,3 1-76,4 1 0,4 0-115,5-1 0,4-2-146,4-2 1,4-4-107,4-3 0,3-5 89,3-4 0,1-4 227,2-3 1,0-5 175,3-5 1,-1-4 84,2-2 0,-1-3 126,1-3 0,-3-3 123,-1-1 0,-2-1 76,-4 0 0,-2-2 394,16-24-182,-9 5-64,-8 5-167,-8 9-365,-8 9 0,-5 8 0,-2 6 295,-1 5-295,-3 6 61,-5 9-61,-4 15 0,-3 13 0,2 10 0,4 9-196,7-29 1,2-1-195,5 1 1,2-2-818,5 0 0,4-3 1207,6-3 0,1-2 0,5 2 0,-1-10 0</inkml:trace>
  <inkml:trace contextRef="#ctx0" brushRef="#br0" timeOffset="40584">10276 6428 28283,'-34'-12'-228,"1"1"1,-15 2 0,50 27 0,3 0-1</inkml:trace>
  <inkml:trace contextRef="#ctx0" brushRef="#br0" timeOffset="41109">9587 6509 14622,'3'-4'7338,"-1"1"-3660,-2 3-3275,20-61 212,-20 43-534,8-16 1,-5 4 209,-22 26-235,-5 6 613,-12 9-630,-8 12-17,18-5 1,-1 1-1,-2 4 1,1 1-18,0 2 1,1 2-112,4 0 1,2 1 105,-7 28 0,15-4-33,23-5-1698,9-22 0,4-3 1658,13 6-143,-3-12 0,1-4-282,13-4-421,7-1 225,-16-9-2824,-1-11 3518,-18-2 0,-2 1 0,-10 5 0</inkml:trace>
  <inkml:trace contextRef="#ctx0" brushRef="#br0" timeOffset="41351">9638 6488 17216,'2'-6'7679,"-1"1"-5876,-1 5-739,-9-64-935,2 49-37,-4-19 1,-4 7 92,-18 39-23,-19 10-98,14 1 1,0 2-48,11-7 0,1 1-3,-5 4 0,2 2 2,8 1 1,2 0-39,-6 20 19,9-13 0,5 1-42,20 26-61,20-13-334,10-7 218,-7-25 1,3-4-409,-4-4 0,2-1-28,12 0 1,-1-1 0,6 0 0,-8-4-1</inkml:trace>
  <inkml:trace contextRef="#ctx0" brushRef="#br0" timeOffset="46566">12650 6484 21612,'-1'-6'1823,"-33"-24"1,-14-4-1381,-8 12-1226,16 2 1,-7-4 0,5 7 829,9 11 1,0 7 10,-8 2 1,-1 5 123,6 6 0,1 3-151,2 2 0,2 3-17,3 6 0,5 2 291,7 25-305,16-10 11,18 10-3,5-26 1,5-2-7,3 1 1,4-1-342,10 3 0,2-2 345,-2-7 0,-2-3-6,-9-4 0,-2-1 2,3-1 1,-4 0 1231,1 1-1150,-16 0 428,-34-4-501,-38-2 1,-4-1-130,13 0 1,-4-1 134,-4 1 0,-1-1-28,2 0 1,-1 0-1,-1 0 0,4 0-202,-4-2-694,26-1 10,19-2-3712,23-6 4609,7-2 0,-2 0 0,-3 3 0</inkml:trace>
  <inkml:trace contextRef="#ctx0" brushRef="#br0" timeOffset="48343">12918 6658 27006,'-25'19'227,"0"1"0,-6 12-143,63-26-22,12-3-23,6-9 11,1-7 6,-3-7 39,-9-6 6,-12-1-34,-13-2 29,-8 0-57,-6 6 84,-8 0-17,-9 10-78,-4 2-28,-7 11 0,9 7 12,-12 22-24,12 1-21,-5 18-6,15-2-73,14 1-12,5-10-346,12-10 0,7-2-746,26 5-68,-11-9 0,4-3 418,0-8 1,0-4 246,5-3 0,0-3 462,1-4 1,0-3 326,-2-3 1,-2-2 280,-5-3 0,-4-2 81,-7-1 0,-4-2 610,10-19-256,-17-1-248,-14 1-369,-4 10 347,-13-3-403,-8 20 817,-16 1-907,-11 22-5,-11 14-99,26-6 1,1 2-34,0 2 0,3 2 3,4 1 0,3 0 11,-4 24-6,18-7 6,18-8 0,15-12 6,12-13 16,4-18 12,0-11 22,-3-14 11,-6-5 51,-7 0 66,-9 5-16,-9 9 155,-7 12-284,-11 16-22,-8 18 0,-14 19-14,11-12 0,0 2-3,-2 6 0,1 2-492,0 5 1,2 1 488,0 3 0,2 1 11,2 1 1,3 0-26,2-4 1,4-1-132,5-5 1,4-2 91,16 16-101,18-23-129,13-23 70,-20-13 1,2-4-110,5-4 0,1-4-168,4-5 1,0-2-147,1-4 0,0-2-545,-2-2 1,-1-3 337,-4-1 0,-2-1 154,-3-1 1,-4-1 472,-5 1 1,-4 0 364,-5 1 1,-3 1 359,-5 3 1,-1 0 883,0-28-13,0 10-195,1 10 550,1 13-1239,-3 13 33,-3 11-235,-6 14 1018,-4 11-1130,-6 14-90,-5 10-44,-2 4-11,6 3 11,5-4 49,12-5-100,9-9 12,11-12-17,8-11 44,9-16 12,3-11 45,2-13 67,-7-7-12,-9-5 12,-11 0-45,-10 0-78,-6 5-6,-4 5-56,0 9-96,-1 10-116,3 7-208,9 9-331,11 8-531,16 9-712,14 6-1339,6-1-2280,1-4-481,-3-6 4285,-7-8 5926,-9-7 2711,-13-6-2140,-12-4-2358,-9-3-935,-7-1-230,-2 1-628,-4 6-268,-1 2-106,0 9-29,-1 4-50,4 9 0,3 2-34,7 1-33,8-1 6,10-4 10,9-8 1,8-8 5,4-13 28,3-9 40,-2-12 5,-6-7 16,-8-6 18,-9-2-17,-8 6 28,-10 9-29,-10 13-87,-9 10-13,-11 13 0,-5 11 0,-3 10 0,3 13 0,7 7 0,9 8 0,8 2-209,18-1-1021,17-4 396,-3-26 0,5-2-581,6-4 1,3-3-1034,4-3 0,2-3-1098,1-6 1,0-3 1873,-2-4 0,-1-4 2879,-5-3 1,-2-3 1721,-6-2 0,-3-3 2252,10-24-2453,-13-1-1159,-10 3-617,-4 4-325,-3 10 149,-1 9-536,-2 9 512,-1 8-730,0 9 6,2 10 0,1 12-11,1 11-17,-1 4-6,-2 0-11,-1-6 6,0-8 34,0-11 5,2-11-6,3-15 13,6-10-35,7-13 0,8-5 0,5-5 0,5 3 0,11 5 0,-15 14 0,11 7 0,-17 19 0,7 6 0,-1 11-41,1 7-580,0 2-1210,-2 3-7372,2-3 8707,-5-4 0,-9-13 1,-8-7-1</inkml:trace>
  <inkml:trace contextRef="#ctx0" brushRef="#br0" timeOffset="48900">16941 6621 23562,'0'-5'3960,"0"2"-3552,0 3-352,-59-18 23,30 29-63,-10-10 1,1 5 0,11 39-6,6 8-61,14-19 0,2-1-57,3 14-358,13 14-335,12-28-276,17 3-207,14-14 317,-13-19 0,1-4 501,18-5 243,-15-6 1,0-4-237,-15 0 0,-3-3 780,7-4 1,-2-4 710,-3-4 1,-4-1 383,5-15-863,-12 5 586,-20 20-636,-8 13-34,-8 0-297,-3 8-16,-2 12-95,6 6 471,6 4-511,7 6 12,11-5 5,17 9-17,9-10-10,17-6-7,-13-10 40,5-12 17,-14-7 44,0-24-72,-13-2-5,-8-12-29,-8 18 0,-5 2 0,-4 16 0,-16 3 0,-2 11 0,-11 14 0,12 2 0,-2 19 0,7 3 0,9-3 0,3 2 0,4-2 0,3 0 0,0 0 0,7 0-611,21 10 0,9-3-576,-12-19 0,4-1 1187,14 6 0,7 2 0,-8-6 0,5-2 0,-10-8 0,0 1 0</inkml:trace>
  <inkml:trace contextRef="#ctx0" brushRef="#br0" timeOffset="49616">19455 6812 23500,'16'-61'1297,"0"1"1,-3 7 0,-2 5-1007,0-7 331,-7 13-488,-9 27-100,-3 5 5,-7 25-34,-4 17-16,5 2 11,5 2 0,3 3 17,3 19-218,5-16 1,5-1 189,3-8 0,4-3 5,5-4 1,3-4-12,28 11 28,2-17 6,-4-22 17,-6-14 16,-6-17 35,-6-9-85,-7-5 0,-7-1 0,-5 6 0,-5 13 0,-3 15 401,-3 13-401,-6 31 0,2 3 0,-2 22 0,8-6 0,10-5 0,11-6 0,1-13 0,31-5 0,-13-15 0,20-9 0,-20-14 0,-12-14 0,-12-11 0,-11-9 0,-12-3 0,-6 3 0,-7 11 0,0 14 0,4 14 0,5 9 0,6 11 0,3 12 0,9 13-1648,13 12 1648,0-14 0,0-1 0,4 4 0,4-2 0</inkml:trace>
  <inkml:trace contextRef="#ctx0" brushRef="#br0" timeOffset="49800">20692 6647 24878,'-5'-5'3478,"2"1"-3163,3 4-315,0 0 0,-33-5 0,29 27-253,-21 5-1108,42 27-3630,4 1 4991,-2-11 0,-7-18 0,-6-13 0</inkml:trace>
  <inkml:trace contextRef="#ctx0" brushRef="#br0" timeOffset="49976">20693 6224 26962,'-20'-44'119,"0"1"0,1 1 1,8 17-389,19 37-789,13 15-3362,18 19 3430,2 1 0,-12-15 1,-12-15-1</inkml:trace>
  <inkml:trace contextRef="#ctx0" brushRef="#br0" timeOffset="50209">21175 6172 25074,'1'-54'566,"0"1"1,0-1 0,0 8 0,1 1 0,1 4-416,2-1 1,1 6-152,5-4 227,-5 28-227,-3 42 0,-3 34 0,0-7-945,1-19 0,-1 1 945,0 12 0,0 10 0,1 1 0,0-7 0,1 6 0,1-3 0,0-8 0,1 3 0,0-1-88,2-1 0,2 1 0,0-2-334,1-2 0,1-2 0,0-1-1228,5 13 1,1-5 1649,-3-14 0,-2-5 0,3 1 0,-9-23 0</inkml:trace>
  <inkml:trace contextRef="#ctx0" brushRef="#br0" timeOffset="50666">21089 6577 21971,'-2'-8'4151,"1"3"-3367,12-57-381,7 32-325,-2-9 1,5 1-626,33 12 555,-20 14 1,1 1-4,6 0 1,0 0 5,3-1 0,1-1-8,-1-3 0,-2-3-278,0-4 0,-4-4 280,-5-4 1,-4-3-6,-7-1 0,-6-3 3,-8 2 0,-5 0 53,-14-26-6,-13 16 107,-2 16 56,6 13-96,10 9 337,8 13-393,10 17 29,5 26-76,-3-11 0,0 4-95,1 8 1,-1 3 83,-1 4 0,-1 0-20,-1 1 0,-2-2 14,-1-3 0,-2-2 9,-2-7 0,-1-1-23,-2-8 0,0-3 45,-5 13 118,2-21-73,4-21-73,10-22 0,6-19 0,10-15 281,-10 23 0,2 1-281,0 1 0,2 2 0,18-18 53,3 14-53,0 15 0,4 15 0,2 17 0,1 17-265,-23-9 1,-3 3-249,-2 4 0,-4 1-2431,-3 4 1,-5 1 2943,-5-4 0,-2-3 0,-3 11 0,-4-19 0</inkml:trace>
  <inkml:trace contextRef="#ctx0" brushRef="#br0" timeOffset="53501">23579 6922 24883,'-6'0'2415,"2"0"-1122,4 0-1213,-14-42-80,31 13 0,-5-11 0,4-2 0,8 12 0,3 0-621,4-11 1,-4-1 620,-10 10 0,-3-1 0,-1-15 0,-4-4 0,-4 4 0,-2-3 0,-1 8 0,-2-1 0,-1-2 0,-3-4 0,-2-1 0,-1 3 0,-2-5 0,-2 4 0,0 4 0,-2 9 0,-8 11 0,4 32 0,-9 24 0,7 13 0,1 9-1252,3 4 1,1 4 1251,4-18 0,0 1 0,2 1 0,3 8 0,2 1 0,0-1-320,1-5 0,2-1 0,0 4 256,0 5 1,1 4 0,1 1 0,0-2-101,1-7 0,-1-1 0,2-1 1,-1 2-486,2 7 0,0 1 1,1-1-1,0-6 331,0-4 1,0-4 0,1-1-589,1 4 1,0-1-1,1-4-1310,-1-6 1,1-5-4937,8 14 7885,-8-56 869,-13-54-113,-2 17 1,-2-3-539,-1 5 1,-1-1 71,0 4 0,-1-3 0,0 1 215,-5-13 0,-1-1-495,0 5 0,-2-5 0,0 4-512,4 11 1,0 2-1,-2 1 10,-9-20 0,0 6-73,-3 4 3026,8 18-3149,21 20-90,19 2 17,29 1 11,-8 4 0,3 0-240,-4 0 1,2-1 261,19-3 1,3-2 103,-9-1 1,1-3-84,-4-1 0,3-4 0,-2-1-653,-11 2 1,-2-2 0,-1-2 654,1-3 0,-1-3 0,-5 1 16,-6-1 1,-6 0 98,-4-2 0,-4 2 344,-7-6 349,-7 2-573,-5 13 475,0 13-721,3 14 2265,10 17-2277,4 18-16,9 17-350,-8-24 0,-1 3 350,-1 3 0,-1 1-1,-2 1 1,-2 1 5,-2-2 1,-2 0 5,-2-4 0,-1-2-6,-5 20 68,-1-18 123,3-20 5,5-17-134,14-24 6,15-15-29,10-7-33,9 4 34,-7 16-23,-4 12 747,-5 9-770,-8 12 1,-3 6 0,0 8 17,2 3-29,6-3 23,4-6 23,4-7-1,0-13 45,-3-10 51,-6-11 44,-10-8-110,-10 6-52,-5-5 0,-9 8 0,2 4 0,-3 5 0,3 13 0,3 5 0,0 18 0,9 7-1099,11 19-607,0-20 1,3-1 1193,2-1 0,-1-1 1,11 8-1,-11-15 1</inkml:trace>
  <inkml:trace contextRef="#ctx0" brushRef="#br0" timeOffset="55118">26406 6678 22380,'-10'-48'680,"1"0"0,-1 0 0,1-1 0,1-1 0,0 2-484,1 3 0,0 1 0,1-1-910,1-2 0,1-1 0,0 1 887,1 2 1,0-1-1,2 3 34,-1-14 1,1 4 330,2 14 0,1 4-421,0-5 340,1 27-446,0 29-17,2 25 11,-2-5 1,1 4-508,0 11 1,-1 4 497,0-14 0,-1 3 1,0-1-53,0 4 1,-1 0 0,-1 1 45,0 1 1,0 0 0,-1 0 3,0 0 0,0 0 1,-1-1-300,0-2 0,1 0 1,-1-1 298,0 15 0,0-2-137,2-10 0,0-4 176,2 15 901,1-31-845,2-32 1324,2-25-1368,6-25-20,-4 19 0,1-2 152,3-6 0,1-2-152,2 0 1,2 0-26,1 1 0,2 3 151,0 6 1,0 4-152,17-10 0,-4 21 0,-3 17-6,1 17-22,3 13 17,1 12-1,1 4 689,1 0-694,1-7 11,1-7 115,0-11-104,-5-10 7,-5-14-18,-5-9 23,-6-7 45,-3-1 151,-6 2-213,-5 5 0,-2 4 0,-2 3 0,0 3 0,0 0 0,0 3 0,2-1 0,-2 2 0,1 0 0,-2 0 0,1 1 0,2 1 0,1 1 0,4 0 0,0-1 0,0-1 0,0-2 0,0-3 0,0-6 0,1-5 0,0-6 0,-1-1 0,0 2 0,-4 5 0,-1 7 0,-2 5 0,-3 3 0,-1 2 0,-5 5 0,-6 5 0,-8 10 0,-3 9 0,-2 9 0,4 5 0,9 4 0,12 1 0,20 0 0,19-6 0,-9-22 0,3-4-282,5-3 1,2-3 281,2-2 0,1-5 0,-3-4 0,0-5 0,-4-2 0,-2-5 0,-6-5 0,-2-4 0,-3-3 0,-4-3 0,-2-4 0,-3-3-351,-2-3 0,-2-1 351,-1-5 0,-1 0 0,-1 0 0,-1-1-148,-1 3 1,0 0 147,0 4 0,-1 2 0,0-23 505,-2 16-505,1 13 0,1 9 0,1 5 717,1 2-717,1 1 338,1 0-338,0-2 0,5-11 0,-4 7 0,4-14 0,-6 12 0,-1 0 0,-2 9 0,-4 13 0,-1 7 0,-8 18 0,-2 12 0,-7 21-465,10-22 1,0 2 464,-1 5 0,1 1 0,0 3 0,2 2 0,3-7 0,0 2 0,1-3 0,0 2 0,2 1-391,3-3 1,2 3-1,2-3 228,7 3 0,5 0-912,6 11 0,7 1-2202,-2-16 0,3 1 0,-1-5 1638,-1 1 1,0-4-1,3-1 1,-6-8 0,-16-17-1</inkml:trace>
  <inkml:trace contextRef="#ctx0" brushRef="#br0" timeOffset="55584">28108 6497 27090,'0'-40'485,"0"-1"1,0 1-1,0 16-457,0 30-5,1 13 16,4 20-22,-1-1 1,1 4-18,-1 3 0,-1 0-514,1 2 0,0 2 514,-3 7 0,0 1 0,-1-7 0,1 3 0,-1-2 0,1 3 0,-1-2 0,2 12 0,0-3 0,0 4 0,1-6 0,3 2 0,-1-20 0,-2-29 0,0-14 0,-2-38 0,-2-20-183,0 25 0,-1-1 183,-1-12 0,-1-2 70,0 2 1,1-3-71,1-2 0,0-4 0,2 0-454,1 8 1,2 2 0,1-2 453,2-5 0,1-1 0,1 5 0,3 4 0,3 3 0,4 1 0,2 3 0,13-6 0,-10 19 0,2 4 0,16-2 315,6 14-315,-7 22 0,-9 2 0,4 23 0,-17 4 0,-12-5 0,-6 1 0,-8-5 0,-6-2 102,-9 7 1,-6-5-103,3-12 0,-4-3 0,-13 0 0,-2-3-105,7-6 1,-2-2-324,-12 0 1,2-4 427,15-7 0,4-2 0,-16 1 0,37-8 0</inkml:trace>
  <inkml:trace contextRef="#ctx0" brushRef="#br0" timeOffset="56117">29566 6437 24399,'30'-50'928,"1"-1"0,-5 6 0,-6 7-699,-9 9 100,-17 11-278,-16 14-16,-17 11-41,-9 11 17,1 14-10,15-3-12,10 24 19,20-16-36,12 14 33,19-17 79,18-8-84,-3-11 8,-6-10 1,1-4 75,12-12-34,-16 2 1,-3-4 78,7-26-29,-16-10-55,-11 5 30,-14 10 1,-3 1-31,-9-9 6,-12-10-46,-1 28-50,-2 12-5,-1 17-73,0 14-219,3 14-470,7 13-655,13 8-1734,22 7 3201,4-28 0,2-2 0,5 5 0,5-5 0</inkml:trace>
  <inkml:trace contextRef="#ctx0" brushRef="#br0" timeOffset="56458">30370 6394 21604,'17'-51'916,"0"1"1,0 0-1,-2 4 1,-1 1-1,-3 3-575,-3 1 1,-2 3 50,-1-15-241,-8 24 90,-5 22-236,-9 26-27,-7 27 16,9-7 1,-1 5-692,-1 12 0,0 4 693,6-13 0,0 2 1,0 2-497,1 5 1,0 1-1,1 1 488,3-11 1,1 0 0,0 1 0,0 0-416,1 2 0,1 1 0,-1-1 0,2 1 264,0 0 1,0-1 0,1 1 0,-1-1-266,1-1 1,-1 0 0,1-1 0,-2-1-735,0 10 1,-1-1 0,-3-3-294,-1-8 0,-1-2 0,-4-5 727,-8 4 0,-5-11 2234,-32-12-428,27-31 0,2-10 179,2-13 1,6-7-77,3-12 0,6-4-773,7 14 1,3-2 0,3 0 36,5-3 1,3-1-1,3 1-273,4-1 0,4 0 0,3 2-81,4 1 1,3 1-1,3 3-48,1 1 0,3 1 0,1 4-36,1 3 1,2 3-1,0 1-30,-1 4 1,2 2 0,-1 2-154,-1 3 1,0 1 0,0 2-1251,18-6 1,-3 3 1425,-9 3 0,-4 3 0,9-4 0,-27 9 0</inkml:trace>
  <inkml:trace contextRef="#ctx0" brushRef="#br0" timeOffset="58658">4710 8594 23539,'-9'-54'1038,"1"0"0,1 11 1,2 7-855,2 7-122,3 26-51,1 10 0,4 17 1,1 28-12,-3 9-349,-5-19 1,-2 1 356,-5-4 1,-1-3 13,-12 23 34,0-22 0,-2-5-11,-1-4 218,-25 6-129,29-41-55,-4-17-12,16-24-39,5 0 19,7-2 1,4-3-632,0 11 0,2-1 604,-1 2 1,2-2-1,1 2 2,5-8 1,2 4-372,1 5 0,0 3 355,12-10 5,10 11-39,8 23 6,4 8-6,8 20-814,-17 17 842,-16 2 518,-19 0 0,-7 2-524,-21 19 0,1-12 1,-6 0 5,-7-6 0,-4-3 14,-2-2 0,-2-2-3,2-6 1,0-4 387,6-6 0,2-5-309,-12-5-34,19-13-23,17-6 1026,20-1-1048,19 4-22,4 3-12,5 5 1,2 0-1,-10 3 1,1-1-121,17 1 0,1-1-48,-9 2 1,-1 0-236,-1 0 1,1 0-321,-2 0 1,0 0-463,-3 0 0,-2 0-1391,22-1 778,-24-1 1625,-21-3 1311,-21-5-174,-3 0 3014,-15-13-2393,8 8-268,-5-5-706,9 10-324,6 6-225,4 3 45,5 4-45,6 4-17,8 2 23,11-1-28,12-4-17,10-10 17,7-6 5,-2-10 34,-11-5-11,-16-4-28,-14-5 67,-10 0 22,-12 1-22,-6 7 6,-11 7-17,-6 10 33,-2 6-11,-2 13-72,10 1-1,-5 23-39,17 0 28,-2 20-50,19 3-134,15 3-110,-2-27 0,3-2-727,6 0 0,4-3-284,4 0 1,4-3-1264,2-4 0,3-4 2557,7-4 0,-2-4 0,5 0 0,-4-7 0</inkml:trace>
  <inkml:trace contextRef="#ctx0" brushRef="#br0" timeOffset="59067">5981 8541 23231,'7'-49'1264,"0"1"0,-1 4 0,-1 4-709,-3-2-175,-5 8-133,0 12-124,-3 11-84,-3 12-39,-2 14-11,-4 16 0,-2 18 16,9-18 1,0 0-168,1 4 0,3 0 151,0 0 0,2 0-6,4-2 0,4-1-89,12 25 39,13-15 11,11-16 17,5-18 22,5-21 62,-3-13-23,-5-8-10,-14 6 72,-1-17-56,-19 26 5,2-15 62,-11 17-11,-2 5 289,0-2-357,-1 7 98,1 2-109,0 2-27,0 1-152,1 1-44,0 7-331,1-1-940,2 6-2814,3-4 4303,1-1 0,-2-2 0,-2-3 0</inkml:trace>
  <inkml:trace contextRef="#ctx0" brushRef="#br0" timeOffset="59317">6539 8361 19854,'-15'-9'0,"3"2"0</inkml:trace>
  <inkml:trace contextRef="#ctx0" brushRef="#br0" timeOffset="59841">6302 8324 17518,'1'-4'6122,"0"0"-5119,-1-55-241,-7 32-499,4-9 0,-4 2 28,-16 16-123,-6 10-33,-8 14-18,-8 15-67,19-3 1,0 4-252,-3 4 0,2 3 234,-1 5 1,1 2 16,2 1 1,2 2-4,4 1 1,4 1-31,3-2 0,3 0-20,4-2 0,3-2-25,13 26-22,17-15-152,23-17-78,-16-20 0,2-4-418,6-5 1,2-5-1855,3-3 0,0-4 2552,-4 0 0,-4-2 0,12-6 0,-24 8 0</inkml:trace>
  <inkml:trace contextRef="#ctx0" brushRef="#br0" timeOffset="60342">6410 8513 14577,'7'3'8027,"-1"0"-6358,-6-3-611,0 0 1,4-67-527,-3 38-417,1-10 0,-1 2 299,-1 16-100,1 11-152,-1 2-134,1 5 0,-1 17-28,0-1 28,0 25 6,-2 1-17,0 14-17,0 1 22,15 3-22,6-19-11,8-8 33,13-20 40,-3-16 0,10-11 36,-21-1 0,-2-4 43,9-21-141,-6-2 0,-15-3 0,-9 8 0,-2-7 0,-7 2 0,2 19 0,-4 4 0,5 18 0,0 5-24,3 11-1460,10 21-1266,5 5-1932,6 4 4682,5-5 0,-16-23 0,1-1 0</inkml:trace>
  <inkml:trace contextRef="#ctx0" brushRef="#br0" timeOffset="61234">7060 8454 28003,'-6'-49'222,"0"-1"1,-1 4 0,5 12-223,5 26 0,1 4 0,0 6 0,0 9 0,5 15 0,-1 5 0,2 7 0,-3-13 0,-1 0 0,-1-11 0,0 0 0,-1-6 0,-2-5 0,0-3 0,-8-8 0,-4-3 0,-4-4 0,-2-1 0,4 1 0,1 4 0,2-3 0,2 1 0,1 0 0,1-1 0,4 7 0,1 1 0,0 4 0,5 11 0,5 5 0,8 15 0,-2-4 0,6 13 0,-2 6 0,0 4 0,-1 7 0,-10-13 0,-6-5 0,-6-13 0,-9-4 0,1-16 0,-5-7 0,8-13 0,3-12 0,6 1 0,21-25 0,10 13-271,-7 11 0,5 0 271,0 7 0,2 3-51,4 0 0,0 2-11,-6 4 1,1 2-144,16-5 1,1 2 81,-14 4 0,0 0-168,13-4 0,1 0 263,-14 4 0,-4-1 34,16-9 39,-23 5 151,-16-9-129,-10 10 731,-14-18-597,-1 14-27,-8-7-50,7 11 325,5 5-449,5 4 0,5 6 0,1 6 0,2 9 0,1 10 0,1 11 0,3 6 0,6 6 0,7 3-374,12 1 374,-9-26 0,2-1 0,4-1 0,1 0 0,2-1 0,-1 0 0,-1-1 0,-2-1 0,9 21 0,-24-5 0,-34-6 0,-29-6 0,16-15 0,-3-4-322,-3 0 0,0-3 237,2-2 1,1-2-415,-24-6-545,25-8-1936,26-8-6851,24-4 8789,3 6 1,2 7-1,-10 8 1</inkml:trace>
  <inkml:trace contextRef="#ctx0" brushRef="#br0" timeOffset="61425">8156 8450 19546,'3'-5'6615,"-1"1"-4358,-2 4-2151,25-56-50,-19 53-17,19-30-11,-26 74-50,-1 14-23,0 7-287,1-30 0,1-1-1046,10 31-6155,7-5 7533,5-17 0,-6-16 0,-7-15 0</inkml:trace>
  <inkml:trace contextRef="#ctx0" brushRef="#br0" timeOffset="61608">8431 8230 24659,'-27'-42'511,"-1"0"1,5 4 0,2 12-489,8 27-102,6 13-369,14 12-807,13 11-1730,18 7 2657,-9-17 1,-1-1-1,4 2 1,2-2-1</inkml:trace>
  <inkml:trace contextRef="#ctx0" brushRef="#br0" timeOffset="61967">8952 8392 27298,'-27'-45'300,"1"0"1,2 3-1,2 14-233,3 30-50,-2 14-28,-3 18 22,1 15-552,7 13 527,11-29 0,4 1 11,5-1 1,5 0-10,5-2 1,4-3-3,8-2 0,3-3 8,3-5 1,2-3 24,-1-4 1,1-4 139,23-7-159,-14-17 56,-14-14 44,-15-13-21,-14-9-329,-6 21 0,-3 0 292,-4-3 0,-2 0-25,-1 0 1,-2 1 168,1 4 0,-1 2-186,-13-10 15,6 20-15,4 25 0,6 20-46,6 22-441,9 13-247,7-27 0,4 0-1403,8 0 0,3-2 1501,2-5 1,0-3 0,12 6 0,-14-16 0</inkml:trace>
  <inkml:trace contextRef="#ctx0" brushRef="#br0" timeOffset="62301">9528 8497 24682,'-1'-7'3439,"-1"2"-2980,2 5-368,0 0-91,-13-6 0,12 29 0,-9 0 0,15 29 0,-1-2 0,-1-6 0,0-11 0,-2-14 0,3-17 0,4-20 0,8-19 0,8-14-326,-7 21 1,2 1 325,2-1 0,2 1 0,2 3 0,1 2-166,24-14 166,-2 18 0,-5 21 0,-7 19 0,-7 20 0,-11 14 0,-12-22 0,-2 1-399,-3 2 1,0 1-865,0 2 0,2-1 750,-1-4 1,1-3-1,2 9 1,0-19 0</inkml:trace>
  <inkml:trace contextRef="#ctx0" brushRef="#br0" timeOffset="62451">10592 8906 26928,'0'0'0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8A67-4F79-EF31-A1F5-347FCF475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96326-79AF-3707-09BC-3AEDCBF1A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E4FB5-52F2-7A25-4E37-23013D13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5A1B7-DA71-3F71-0F28-36DB95E7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F6047-BD1F-7898-628A-97709073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1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9955-F264-5EB4-9B90-0F63408EC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A16D-29B1-4807-03D5-61A671A39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B5A9E-C853-0E30-D305-5FEA69FA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22450-B47C-63F6-0DF9-9D10C088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35F6F-1169-5279-9299-79052A38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B54A-22ED-490A-2BC9-2377820E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6FB5D-1AF4-762F-0C2D-78C743AD7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354C5-8D34-0E51-4C59-FE0D71D2B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69B0-C5C1-4DEC-EF99-2BD0FD91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C7761-4F38-334A-BACB-4F26434AB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8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FFA2-1849-C8C8-5257-A45E1FB77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D688F-B499-990B-A54D-195FC4570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72BC2-3175-8588-0219-87A23A1AC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8AA67-8103-1C39-E3D2-0C331AB6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59231-1BDC-34B7-CF66-FBAA6CB4E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04C01-237A-AB14-C937-DB35E17B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8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A32A-D81F-890C-0243-4198C306B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CEB20-3519-81F1-ECC6-F5745AE7B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E25F5-57C0-F9E6-F6B1-F09EF8490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BFD402-E77E-B5CA-D7B4-0D978A7A1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D09DC-8DC0-EBE0-8E9A-F9AFDF33E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D0DD5-4CFA-8BB0-496D-CE5506C3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6FEB5-0E1A-91BB-28BC-E5DBD248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DC2FB-50A5-18FE-DB45-6C47B3127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07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C013-7C05-CB17-15FD-5B0EFC7B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B6BB2C-ED89-B21D-B057-1B1E8D314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DDE47-B5C5-8068-D256-39FB3F20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57BFF-B97B-7C97-0B48-B8404584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4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7A092-3CB5-D956-BCF8-5279A49D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5FC8B-F9DF-CE6C-12AE-CA6193220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CC612-8AF5-A07C-7AD1-DA6D2376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6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FC1F-58CB-0395-6F60-63E087BA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2B726-AFF1-23AC-A674-68B83A826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E1D0A-2425-D0EC-9EF0-E3C05620C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42249-1AD1-3E58-7D8F-475E2FB8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22126-497F-EEC1-E711-929D2BE3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38D0C-8511-3449-1E55-5156CB4E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3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3D0B-31A6-1380-93CC-77C229DBC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492871-339A-E0D3-3FAD-DB672EE52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69B16-5D83-2C66-4BD8-CCD46FB1D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51D3E-8882-1F02-B6DF-22E883D4E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3D81F-D106-2377-5A15-4F43359D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99C4B-A70D-CD06-834C-F08AF354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2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1F8C-B513-469F-F7F1-6AE0418B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A0061-84F1-2728-BDCB-48A5306A6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6E30A-B3B1-A2D5-E42B-87073FC4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A97C-45A5-4BC3-D609-E8F4303C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E2BA7-4881-2F3E-CF75-F1D0882E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6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DB3E5B-A746-7FEC-65C7-49000DEF8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FB6EC-3F5E-D424-124A-CD842708B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A5ABE-0996-8ECE-70BF-8AC5874A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06CBF-0ADB-E3B3-9CCF-7E211FA5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E56B-DE11-62BD-BB57-07E79A5F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9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A3434-75C1-F407-50A5-E2405E9F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C84A1-C95C-AFF8-4AA0-8AF9B16D4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6EFB8-5788-060D-E89F-985DE860E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07AE7A-AD0B-FC4A-BC4C-7DA12432939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6303C-BF35-E0BF-3F98-125F81919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16F96-CD18-F9DB-0BD2-C4336C88B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FF784ACD-2D33-530A-EA25-8FD39E03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7C271F-4C27-4EC1-80A9-997102B51F6D}"/>
                  </a:ext>
                </a:extLst>
              </p14:cNvPr>
              <p14:cNvContentPartPr/>
              <p14:nvPr/>
            </p14:nvContentPartPr>
            <p14:xfrm>
              <a:off x="2629080" y="2301840"/>
              <a:ext cx="3508920" cy="1206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7C271F-4C27-4EC1-80A9-997102B51F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19720" y="2292480"/>
                <a:ext cx="3527640" cy="122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2680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2C655F7-6FAE-6149-6A1D-AFFC5721BA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AE2E7E-157C-D2F2-5BB3-77AD6EE21ADC}"/>
                  </a:ext>
                </a:extLst>
              </p14:cNvPr>
              <p14:cNvContentPartPr/>
              <p14:nvPr/>
            </p14:nvContentPartPr>
            <p14:xfrm>
              <a:off x="438120" y="695160"/>
              <a:ext cx="11254680" cy="5967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AE2E7E-157C-D2F2-5BB3-77AD6EE21A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760" y="685800"/>
                <a:ext cx="11273400" cy="598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392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2342F-017C-434D-9F28-EC044D91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881849-DFE2-A031-8EAA-45622C09C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A7CF94A-AFC6-2C0A-DA44-1B6157E37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BBBD07-5A47-C0BA-D24F-ED1970BCA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97700" cy="4978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8EBF92-C5B4-43F8-CC43-F526BD84BB20}"/>
                  </a:ext>
                </a:extLst>
              </p14:cNvPr>
              <p14:cNvContentPartPr/>
              <p14:nvPr/>
            </p14:nvContentPartPr>
            <p14:xfrm>
              <a:off x="326160" y="147600"/>
              <a:ext cx="10233000" cy="6707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8EBF92-C5B4-43F8-CC43-F526BD84BB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6800" y="138240"/>
                <a:ext cx="10251720" cy="67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3812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F6129-771D-ABA5-D1CC-181CED0C2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8EB40D-29D9-CE07-3A7C-0287C1E0D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D160FA4-C91F-0C11-C5F8-37B34D8BE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4A6CF0-28A7-47B1-343E-2D3AFD8CBA9F}"/>
                  </a:ext>
                </a:extLst>
              </p14:cNvPr>
              <p14:cNvContentPartPr/>
              <p14:nvPr/>
            </p14:nvContentPartPr>
            <p14:xfrm>
              <a:off x="142560" y="83160"/>
              <a:ext cx="11820960" cy="6412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4A6CF0-28A7-47B1-343E-2D3AFD8C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200" y="73800"/>
                <a:ext cx="11839680" cy="6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442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B0015-6D31-0C51-EF64-89F3EB8E4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BAC321-B90F-F9BC-C273-D672670EF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0B11E50-56EE-35D0-0491-829241FDC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230B2F-631A-3EF2-319D-5770D43F7CDD}"/>
                  </a:ext>
                </a:extLst>
              </p14:cNvPr>
              <p14:cNvContentPartPr/>
              <p14:nvPr/>
            </p14:nvContentPartPr>
            <p14:xfrm>
              <a:off x="284040" y="499680"/>
              <a:ext cx="11729880" cy="614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230B2F-631A-3EF2-319D-5770D43F7C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680" y="490320"/>
                <a:ext cx="11748600" cy="616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670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20E25-B6D7-4E6E-B705-2122ECC7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8F12E0-4F89-ABEE-F1EE-31A82CEE7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CEDB4A8-3C68-D43D-4A56-D27214ADE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FF3CD0-0E59-A770-4797-6F9E15F20CC3}"/>
                  </a:ext>
                </a:extLst>
              </p14:cNvPr>
              <p14:cNvContentPartPr/>
              <p14:nvPr/>
            </p14:nvContentPartPr>
            <p14:xfrm>
              <a:off x="355680" y="70560"/>
              <a:ext cx="11828880" cy="656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FF3CD0-0E59-A770-4797-6F9E15F20C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320" y="61200"/>
                <a:ext cx="11847600" cy="65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223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4C7B7-7A4F-2005-AA83-9C3D0227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4732E7-2D3E-1075-A49E-4725624F1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EFF2FFD-641F-0A7B-90FF-FA2A7EEDD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9F9FFD-9266-B161-4967-1ADB7169032A}"/>
                  </a:ext>
                </a:extLst>
              </p14:cNvPr>
              <p14:cNvContentPartPr/>
              <p14:nvPr/>
            </p14:nvContentPartPr>
            <p14:xfrm>
              <a:off x="332280" y="694080"/>
              <a:ext cx="9093240" cy="5321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9F9FFD-9266-B161-4967-1ADB716903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920" y="684720"/>
                <a:ext cx="9111960" cy="534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629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8133E-A16C-0328-301B-6F8E6B39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FC6B1F-BB27-5BC4-FF21-A3D0D52E7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9521F5A-ABE5-6BAE-91D7-9ADAF807A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22BD64-4F76-1578-6EA7-EFAF589A96D1}"/>
                  </a:ext>
                </a:extLst>
              </p14:cNvPr>
              <p14:cNvContentPartPr/>
              <p14:nvPr/>
            </p14:nvContentPartPr>
            <p14:xfrm>
              <a:off x="486720" y="586440"/>
              <a:ext cx="11431440" cy="6061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22BD64-4F76-1578-6EA7-EFAF589A96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360" y="577080"/>
                <a:ext cx="11450160" cy="60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976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C47EA-06D0-CABE-02C3-B25379D9A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5C9288-0F28-1B35-0F16-9E6BBFEEE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36ED748-D1A6-2494-92B0-80BAB8CF8C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0D4CF18-DD0B-6393-5CBB-F7A6372C2FE5}"/>
                  </a:ext>
                </a:extLst>
              </p14:cNvPr>
              <p14:cNvContentPartPr/>
              <p14:nvPr/>
            </p14:nvContentPartPr>
            <p14:xfrm>
              <a:off x="287280" y="491040"/>
              <a:ext cx="10831680" cy="271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0D4CF18-DD0B-6393-5CBB-F7A6372C2F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920" y="481680"/>
                <a:ext cx="10850400" cy="27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309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2025-12-10T09:16:02Z</dcterms:created>
  <dcterms:modified xsi:type="dcterms:W3CDTF">2025-12-10T10:31:11Z</dcterms:modified>
</cp:coreProperties>
</file>