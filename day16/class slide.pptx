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46:28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11276 713 6932,'-4'-7'862,"1"1"-1237,3 6-274,0 0 800,10 12 191,-7 2 380,6 11 1020,-11-3 1960,-1-6 6,0-8-1417,1-13-454,1-12-492,1-15-158,4-22 0,0-3-1024,0 1-128,2-4 0,0 4 239,-1 22-22,1 0-78,-3 15-124,-1 10-78,-2 9 0,-1 12 17,-3 16 22,-3 23-48,2-15 1,-1 2-455,-1 7 1,-1 3-110,-1 3 0,1 1-1069,-1 3 0,1 1 1669,3 2 0,0-3 0,-1 7 0,5-10 0</inkml:trace>
  <inkml:trace contextRef="#ctx0" brushRef="#br0" timeOffset="242">11688 843 24755,'-9'25'-4512,"-2"5"1,-1 3 4511,-8 18 0,-1 5 0,12-31 0</inkml:trace>
  <inkml:trace contextRef="#ctx0" brushRef="#br0" timeOffset="949">12181 753 20802,'-4'-45'1136,"0"0"1,0 4 0,-2 8-784,-3 15-216,-1 9-123,1 5 19,-1 13-39,-6 13-31,-7 18 7,-3 15 30,13-23 0,2 1-9,1 1 1,3 0 5,2 0 1,3-1-257,11 27 254,12-6-23,14-11 17,7-13 22,4-12 6,-1-12 16,-4-14 18,-9-9 33,-11-9-6,-9-7-33,-14-4 247,-12-2-270,-13-5 1,-11-3-12,17 22 0,0 0 3,0-1 0,0 1 81,-15-24-22,9 6-51,11 5 12,8 6-6,13 2-6,9 4-16,14 1 5,9 5-11,8 7-22,5 7-6,4 13 0,0 11 17,-5 14-62,-9 11-647,-12 11 87,-15 7-406,-12-27 0,-5 2-3877,-6 8 1,-2-1 3288,-6 11 0,-4-4 1,18-41-1</inkml:trace>
  <inkml:trace contextRef="#ctx0" brushRef="#br0" timeOffset="1158">12694 978 20436,'1'-6'4319,"-1"2"-3658,0 4-695,16-31-1058,-13 52-8739,5-20 9328,-14 42 1,-2-16 0,5-19-1</inkml:trace>
  <inkml:trace contextRef="#ctx0" brushRef="#br0" timeOffset="1792">13551 603 25145,'-13'-40'120,"0"0"0,-1 2 0,-4 11-531,-19 33 590,5 3-265,0 12 0,1 6-98,-7 22-240,15-19 1,1 2 380,4 2 1,3 2-182,6 3 0,2 0 204,0 0 1,2 1-4,5 4 0,5-1-269,15 17 275,4-20 38,16-8 18,-1-21 56,19-10 17,-13-16 62,-2-14-46,-25 4 346,-8-6-211,-14 9 6,-14-9-135,-6 10 302,-12 2-386,3 13 112,7 6-117,-7 9-45,-1 20-51,1 6-33,5 5-1803,17 17-371,15-29 2258,26 25 0,-16-39 0,12 3 0</inkml:trace>
  <inkml:trace contextRef="#ctx0" brushRef="#br0" timeOffset="1992">14130 894 25394,'-27'37'-281,"0"1"1,1-1 0,1-3 0,3-3 0,-10 14 0</inkml:trace>
  <inkml:trace contextRef="#ctx0" brushRef="#br0" timeOffset="2659">12767 1024 25319,'-23'-56'-917,"4"14"458,19 54 249,-1 10 63,0 12-17,1 8-1060,0 4 1211,-3 8 0,2-24 0,-1-3 0</inkml:trace>
  <inkml:trace contextRef="#ctx0" brushRef="#br0" timeOffset="3525">14522 733 26732,'3'-8'2973,"-1"2"-2553,-2 6 2222,0 0-2642,20-19 0,-14 14 0,14-14 0,-19 19 0,0 4 0,-1 0 0,1 3 0,-1 1-784,0-2-334,-4 1-155,1-3-29,-3-1 696,2-3 613,-2-6-362,1-2 230,0-14-152,2-6-67,8-23-21,5 9 128,7-5-38,4 20 297,3 6-33,-3 9-56,18 5 50,-7 11 28,17 10-11,-11 14-3409,-6 12 3387,-14-3-588,-18 1 0,-6 1 604,-10 6-272,-4-8 0,-5 6 0,-2-3 272,-5 0 0,-2-1 6,-6 9 0,-2-1 22,-3-1 1,3-7 61,2-7-28,-6 1 2360,36-43-2388,15-13-11,3-3 1494,15-9-1517,13 2-5,1 2-17,11 3-22,-8 17 1497,1 10-1615,-9 7-3154,16 22 3322,-10 8 0,-5-7 0,-11-4 0</inkml:trace>
  <inkml:trace contextRef="#ctx0" brushRef="#br0" timeOffset="3741">15415 911 22134,'0'-3'3080,"0"0"-2626,0 3-488,-32-22 34,21 35-95,-25-5-516,30 44-2099,1 9 2274,3-25 0,1-3 1,1 6-1,0-6 1</inkml:trace>
  <inkml:trace contextRef="#ctx0" brushRef="#br0" timeOffset="4309">16335 525 21248,'0'-4'3154,"0"1"-2381,0 3-745,-67-32 39,24 28-402,-7-10 0,-1 3 425,-6 22 60,5-2-117,10 0 18,10-3-40,11-2-45,9 0 34,6-2 573,4 1-545,1 6 93,-2 8-138,1 11 1,-1 10-7,0 8 29,0 4 11,-3 4-23,-2 0 17,-1-1 0,0-5-5,0-8 5,2-11 6,3-13 151,2-9 678,2-5-566,3-8-191,3-7-38,6-10-35,7-5-4,7-2-1,10 2-28,8 5 39,7 4-10,5 7-339,4 5 316,-1 11-17,-3 7-45,-9 9-78,-14 8-219,-17 6-526,-27 9-1294,-21 6-2234,6-22 1,-2-2 4423,0-2 0,1-2 0,-9 6 0,14-14 0</inkml:trace>
  <inkml:trace contextRef="#ctx0" brushRef="#br0" timeOffset="4516">16302 490 20487,'2'-3'3405,"-1"1"-3058,-1 2-201,61-41-112,-21 25-110,5-8 0,2 3-4426,9 15 4502,-8 4 0,-19 2 0,-12 0 0</inkml:trace>
  <inkml:trace contextRef="#ctx0" brushRef="#br0" timeOffset="4766">16919 859 23994,'-3'-2'1948,"2"0"-1176,1 2-891,-11 26-45,-2 7-419,1-2 1,0 2-1579,-7 17 2155,5-12 1,1-4 0,4-8-1,-5 11 1</inkml:trace>
  <inkml:trace contextRef="#ctx0" brushRef="#br0" timeOffset="5209">17377 573 24501,'35'-45'595,"0"1"1,-3 5 0,-10 11-344,-20 22-285,-10 14 44,-10 15 6,-19 24-651,7-3 1,-1 3 633,5-4 0,2 0-3,-1 1 1,5-1-1,10-7 0,7-4 371,15 9-356,15 2 2,1-27 0,4-5-9,26-1 6,1-12 17,-6-18 17,-14-7 34,7-9 38,-8-1 186,-6-2-175,-15 14 263,-5 2-156,-10 16-134,-1 2-96,0 5 12,-1 14-11,-1-2 1085,-1 27-1102,-5 2-28,3-11 0,-2 4-689,-4 16 0,0 0-518,3-14 0,-1 1 1246,-7 25 0,0-5 0,6-23 0,-6 15 0</inkml:trace>
  <inkml:trace contextRef="#ctx0" brushRef="#br0" timeOffset="10191">18207 1064 13446,'2'-4'7556,"-1"1"-4341,-1 3-2806,12-53-269,-9 40-107,6-36 1,-18 64-45,-12 14-202,-11 15-333,14-17 0,-2 1-2629,0 2 1,0 0 3174,-13 22 0,13-20 0,10-14 0</inkml:trace>
  <inkml:trace contextRef="#ctx0" brushRef="#br0" timeOffset="10757">18699 889 19081,'1'-5'3719,"1"2"-1949,-2 3-1552,-5 3-39,-11 23-78,-8 13-79,8-8 1,-1 1-9,3 0 0,1 0-14,-4 27 11,12-6 6,17-10-45,10-6 6,15-10 5,10-8-34,8-10 29,6-13-334,-3-10 367,-8-12 12,-15-7-18,-16-4 29,-21-2-12,-18-1-22,-17-3-171,14 21 1,-2 0 187,-1-1 0,0 1 5,-21-20 34,8 6 45,11 7-22,9 5-17,9 1 325,8-1-393,10-3 12,11 0 0,14-1-12,12 4 12,8 4-23,3 7 11,-2 8-11,-7 13 400,-9 13-372,-13 16-33,-14 13-743,-21 13 627,-1-27 1,-3 1-513,-4 3 1,-2 0-2256,-1 1 1,1 0 2904,3-6 0,1-3 0,-3 8 0,10-19 0</inkml:trace>
  <inkml:trace contextRef="#ctx0" brushRef="#br0" timeOffset="10984">19491 1150 22004,'0'-3'3249,"0"1"-2756,0 2-442,0 11-74,-3 1-257,-7 25-1484,-8 6 1764,3-11 0,0-2 0,-2 5 0,0-3 0</inkml:trace>
  <inkml:trace contextRef="#ctx0" brushRef="#br0" timeOffset="11517">19905 820 19361,'0'-6'3075,"0"1"-2644,13-29 1,5-7-197,-1 6 28,2-11 0,1 2 191,-1 15-303,-1 14 28,-1 4-123,11 8 43,5 9-161,16 4-1632,-13 4 0,-2 2 1689,15 8 2,-17-2 0,-5 3 141,-7 14-132,-9 13-6,-28 2 2,-6-22 1,-4-1-6,0-5 1,-1-1 4,0-1 1,-1-2 25,-13 12 79,19-18 117,4-2-28,11-12 3409,15-18-3470,6-2-79,4-5 28,7 2-34,-5 8 17,10-4-50,-5 8-6,5 3-5,-9 8-17,9 8 11,-3 8-68,15 21-16,-11-2-33,-6 8 44,-21-17-129,-20 2-173,-16-8-762,2-7 0,-4-2-2300,4-3 1,-2-1 2839,-1-2 1,2-1-1,-1-2 1,17-4 0</inkml:trace>
  <inkml:trace contextRef="#ctx0" brushRef="#br0" timeOffset="11741">20939 1043 13310,'-8'5'2560,"3"-1"549,5-4-2336,0 0-1109,-18 68-443,10-42 779,-7 21 0,-1-3 0,10-30 0,-6 6 0</inkml:trace>
  <inkml:trace contextRef="#ctx0" brushRef="#br0" timeOffset="12100">21292 620 24748,'54'-31'177,"0"0"1,-4 3 0,-5 12-55,-1 28-39,0 9-11,-5 10 33,-7 11-33,-12 12-42,-14-23 0,-2 2-324,-5 1 0,-4 0 296,-1 3 0,-3-1-48,-5 1 0,-2 0-213,-1 0 1,-2-1-1476,-1 0 1,1-2-789,-11 18 2521,1 3 0,19-36 0,-1 5 0</inkml:trace>
  <inkml:trace contextRef="#ctx0" brushRef="#br0" timeOffset="12274">21352 1051 24553,'35'-33'121,"0"0"0,1 0 0,-1 2 0,2 3 0,0 6-384,14 8 0,2 6-639,4 1 0,-2 3 1,8-1-1,-11 5 1</inkml:trace>
  <inkml:trace contextRef="#ctx0" brushRef="#br0" timeOffset="13283">10847 486 32767,'10'-49'0,"-1"1"0,0 4 0,0 8-201,0 16 402,-1 10-201,-4 5 0,-2 10 0,-3 5 0,-10 11 0,-14 11 0,3-10 0,-3-1 0,-8 5 0,-2-1 0,-5 2 0,-3-1 0,-1-2 0,-1-1-103,4-4 1,0-3 204,7-5 1,2-2-103,-11 1-480,19-9-313,13-4-519,8-2 173,2-1-42,2 2 891,1 2-223,1 5-63,2 5-27,-2 7 71,-2 8 421,0 9 109,-2 7-30,1 7-72,-2 7-909,2 7 1016,1-27 0,0 1-9,0 2 1,1 0-134,2 0 1,2-1-109,2-2 1,3-1-1020,4-4 0,4-1 1266,8-4 0,1-4 0,3 4 0,5-9 0</inkml:trace>
  <inkml:trace contextRef="#ctx0" brushRef="#br0" timeOffset="14150">22234 449 30188,'43'-23'-1230,"-11"5"693,14 10 318,-5-1-682,14-4 318,1 2 177,-7 0 136,-12 4-727,-14 3 544,-11 1-17,-8 3 22,-3 4 572,-4 12-85,1 0 67,-1 20 34,4-1-96,6 18-22,-2-22 1,4 1-520,7 17 0,3-1 508,-6-14 1,2 1 7,8 18 1,0 1-420,-8-18 1,-4 0 379,2 8 1,-6 1-37,-8-3 0,-9-2-62,-8-2 1,-8-2-205,-11-3 0,-5-4-684,-8-2 1,-3-4 1005,11-8 0,-1-2 0,4-1 0,3-2 0,3-1 0,1-2 0,0-1 0</inkml:trace>
  <inkml:trace contextRef="#ctx0" brushRef="#br0" timeOffset="17825">3988 2925 15832,'-27'-35'1050,"0"0"0,0 0 1,-9-13-1,6 7-249,17 17-297,5 6-359,3 9-195,3 4 5,2 10 73,6 10 28,4 15-28,7 13-6,-4-13 1,1 0-1,6 11 68,15 6 44,-3-29 46,17-5-12,14-20-561,-24-3 1,1-5 431,8-9 0,1-4-36,-12 6 1,1-1 0,1-2-762,3-1 0,2-2 1,0 0 663,1 0 1,1-1-1,0 1-160,0 2 0,-1 0 0,1 3-3023,1 0 0,1 3 0,-4 1 2923,-1 2 1,-5 2 0,-2 3 0,-8 5 0,-19 6-1</inkml:trace>
  <inkml:trace contextRef="#ctx0" brushRef="#br0" timeOffset="19558">4239 4274 14283,'-35'-42'831,"0"0"1,0 0 0,6 8 0,0 1 0,5 0-280,-3-13 0,6 1 23,4 9 0,2 0-203,-2-7 0,0-1 174,3 1 0,1 0-63,-2-18 354,3 10-699,8 24 680,2 17-559,1 9-414,9 41 435,2 16-153,-4-22 1,1 2-63,1 4 1,0 1 141,0-5 1,2-1-198,-1-2 0,2-1-73,3 0 0,2-6-100,21-2 317,-2-12-62,-4-16 1,3-7 184,4-5 1,3-5-361,-4 1 0,3-3 1,3-1 163,2-3 0,3-2 1,2-1-1,-2 1-851,-3 3 1,-2 0 0,2 0 0,1 0 846,-1 1 0,3-2 0,0 1 0,-2 2 0,-6 2 0,14-8 0,-6 5 0,-5 4 0,0 0 0</inkml:trace>
  <inkml:trace contextRef="#ctx0" brushRef="#br0" timeOffset="20665">8617 3929 9793,'-55'-10'1136,"0"-1"0,0 1 0,11 2 0,1 0 0,2 0-156,-12-1 0,4 0-496,17 4 1,1 0-171,-11-1 0,1-1-90,-7 2-5,20 2-275,16 3 348,22 4-40,17 3-11,26 2-157,-16-5 0,4-1-603,8 0 1,3-2 565,6 0 0,3 0-10,-18-1 0,1 0 0,0 0-408,3-1 1,0 1 0,0 1 401,3-1 1,0 0-1,1 1-593,3-1 0,0 1 0,1 0 576,3 0 1,0 1-1,2-1-14,-12 1 0,0 0 0,0-1 0,-1 1-4,3 0 1,0 0-1,6 0-10,-3 1 0,9 0 1,4 1-1,0-1 0,-4 1 1,-7-1-656,3 0 1,-6 0-1,6 0 662,-9-1 1,6 1 0,4 1-1,-1-1 1,-2 0 0,-6-1 4,13 1 0,-5-1 1,0 0-106,-11-1 1,0 1 0,1-1 0,1 0 102,10 1 0,2-1 1,0 1-1,0-1 20,-2 1 1,-1-1 0,-1 0 0,1 1-86,-4-1 0,1 1 0,-1 0 0,-1-1 112,-2 1 1,0-1-1,-1 1 1,-1-1 4,15 2 1,-1 0-1,-1-1 15,-2 1 0,0 0 1,-1 0-36,-1 0 0,0 0 0,-1 1 244,-3-1 1,0 1-1,-1 0-233,-4-1 0,0 0 1,-3 1 335,15 0 1,-5 0-331,-10-1 0,-5 0 1517,17 0-1534,-23-1 1208,-18-2-1236,-11-1 0,-6 1 0,-1-1 0</inkml:trace>
  <inkml:trace contextRef="#ctx0" brushRef="#br0" timeOffset="21908">13026 2016 20351,'-53'4'1285,"0"-1"0,1 1 0,-1 0 0,-3 0 0,-1 1 0,2 0 1,4-1-889,4 1 1,3-1 0,1 1-104,-18 1 0,4 1 46,13 0 0,4 0 230,-11 4-202,0 1-347,24-1-21,35-2 0,30-4 0,14-1-322,-5-3 1,5-2 472,2-1 1,4-1-77,-8 0 1,3 0-1,3 0-47,-3-1 1,3-1-1,1 0 1,-2 0-29,-5 1 0,-1 0 0,0 0 0,-1 0 0,15-1 0,-1-1 0,-1 1 0,-5 0 0,-2 0 0,-2 1 0,5-1 0,-1 1 0,-14 0 0,1 1 0,-1-1 0,11 1 0,-6 0 0,6 0 0,-29 3 0,-56 3 0,1 1 0,-5 0 0,-18 2 0,-7 1 0,15-2 0,-4 1 0,-3 0 0,2 0-9,1 0 1,1 0 0,-1 0 0,0 0 16,-1 0 0,1 0 0,-1 0 1,1 1-9,-1-1 0,1 1 0,0 0 0,3 0 0,-4 0 0,3 0 0,0 1 0,-8 0 0,-1 1 0,2 0 0,5 0 0,2-1 0,3-1 0,3 0 0,4 0 0,-10 0 0,51-11 0,42-10 0,-9 4 0,6-2 0,11-1 0,7 0 0,1 0 0,-1 0 0,1 1 0,3 0 0,-4 1 0,3 0 0,1 0 0,-5 2 0,0 0 0,-3 1 0,0 0 0,4 1 0,1 0 0,-9 1 0,-18 2 0,-4 1 0,31-2 0</inkml:trace>
  <inkml:trace contextRef="#ctx0" brushRef="#br0" timeOffset="27425">5807 4691 12561,'-43'-3'956,"0"0"0,4 0 0,8 1-144,15 1-39,5 1-123,4-1-230,3 1-269,2 0-342,1 0 298,5 2-1,4 3-11,8 4 17,10 2 28,10 1 0,12-2-10,11-2-69,-25-6 1,2 0-342,3 0 1,1-2 307,3 1 0,0-1 0,2 0 0,0-1-14,2 0 0,0 0-3,0 0 1,0-1-1,-1 1 0,1-1-3,-1-1 1,0 2-12,0-1 0,0 1-3,1 0 1,1 0-470,1 0 0,0 1 492,2 0 0,1 0-9,1 0 0,1 1-5,0 0 0,-1 0 2,0 1 1,-1-1 5,-3 2 1,-1-1-4,-3-1 0,-1 1-75,-5-1 1,0 0 83,-5 0 0,-1-1-1,28 1 7,-2-1-6,4-1-245,-30 1 1,1-1 235,2 0 1,0 0 8,3-1 0,-1 0-1,2 0 1,1 0-3,0-1 0,0 0 0,0-1 0,1-1-3,0 0 1,-1-1-10,0 1 1,0-2 5,-2 1 1,0-1 2,-1 1 1,0 0 120,-3 1 0,0 0-121,27-2-17,-7 3-5,-10 2 887,-4 1-1358,-6 1-3630,-1 1 4112,-6 1 0,-12-1 0,-8 1 0</inkml:trace>
  <inkml:trace contextRef="#ctx0" brushRef="#br0" timeOffset="30608">6713 5681 8718,'-5'0'5367,"1"0"-1318,4 0-3674,-24-15-151,16 12-44,-19-11 50,21 15-45,-1 0-163,1 1-67,4 0 745,1-1-302,8 1 122,9 1-122,20 1-146,21-2-199,-17-1 0,3 0-409,8-2 0,2 0 361,6 1 1,0 0-555,2 0 1,0 0 531,-2 1 0,-1 2-3,-4-1 1,-2 2-262,-5 2 0,-1 0 281,-5 0 0,-2 1-44,-4 0 1,-2 0 71,23 6 594,-12-2-633,-13-1 1094,-12-4-1066,-8-2 666,-7-2-671,-3-1-206,-1 0-1026,3-1 1220,2 0 0,-1 0 0,1 0 0</inkml:trace>
  <inkml:trace contextRef="#ctx0" brushRef="#br0" timeOffset="43725">9730 6692 18207,'-56'-16'1765,"10"2"-1541,40 12-342,3 1-1428,1 1 2022,9 1 51,6 1-275,15 0-90,22 3-106,2-1-33,0 0 27,2 0-16,-6 0-227,-16-2 0,1 1 226,1-1 1,2 0 0,10 0 0,-1 0-26,-13-1 0,0 0-2,14-1 0,-1 1 5,13 0 0,-14 1 0,0 0 3,-7-1 0,-1 1 5,5 0 1,-1 0-3,-6-1 0,-3-1 5,18 1 23,13-3-28,-6-2-14,-13 2 0,1-1-15,-6 0 1,0 1 11,6 0 0,-2 1 17,10 0-17,8 1 22,-1 5-5,1-1-6,-5 2-3232,8-1 3221,-30-4 5,-1 1 1,3-1-12,-2-1 1,0-1 5,2 1 0,2-1-148,6 1 1,0-1 141,-8 0 0,-1 0 303,18 1-303,3-1 6,-14 0 0,18-1-5,-10-2 5,7 2-17,-5-2 3251,-10 1-3232,-6 1 1,2 1-3,16 0-210,-13 0 1,0 1 211,-6 0 1,-2 0 0,1 0 0,-2 0-14,18 0 413,3-1-447,-4-3 40,3 0 10,8-4-1042,-6 1 1037,-10 1-218,16 0 213,-7 2 5,-12 2 0,2 0 0,-7 0 0,-1 1-3,6-1 0,-3 1 395,8-1-403,6-1 28,-4-1-17,-1-1 22,3 0 6,-15 1 1047,-4 0-1086,-9 1 255,1 0-244,-13 2 11,1-1-464,-9 2 374,-19 0 23,-2 0 12,-20 0-7,0 0 6,-8 1 17,-5-1 17,7 1 5,6 0 1,-3-1 8,7 1 0,-1 0-617,-18 0 0,-5 0 614,3 0 0,-1 0 13,15-1 0,0 0 0,-1 0 2,-2 0 0,-1 0 0,0 0-4,-2 0 0,-1 0 1,3 0-1,-9 0 0,-1 0 15,5-1 0,-3 1 0,5 0-15,-1 0 1,1 0-7,4 0 1,-2 0 0,2 0 2,-7 0 0,4 1-2,12-1 0,-1 1-421,-18 1 1,0 0 411,15 1 0,0-1 6,-20 2 0,-2 0-3,8 0 0,2-1 8,-1 0 1,-1 0 13,2-1 1,0 0 7,4-1 1,2 0-255,4-1 1,1-1 253,3 0 1,2-2-103,3 1 0,0-2 89,1 0 0,1-1-9,-1 0 1,1 0-4,-2 1 1,0-1-6,-2 1 0,-1 1 278,-3 0 1,0 0-277,-4 1 1,0 1-6,-2 0 1,-1 0 4,-1 1 1,1 1-9,0 0 1,2 0-1,3 0 1,1 0 8,7 1 0,2-1 833,-14 1-797,17 0 563,15-1-658,8 0-101,4-1-1372,2 0 1668,3 1 0,-2-1 1,2 1-1</inkml:trace>
  <inkml:trace contextRef="#ctx0" brushRef="#br0" timeOffset="44766">12780 5410 17070,'2'-48'1661,"0"0"1,-2 6 0,-1 5-631,-8 8-835,1 13-28,1 5-235,6 9 5,0 8 90,5 8-11,7 26-12,-2-6 12,5 27-11,-6-18 16,1 9-16,-2-11 5,1-9 151,1-16-38,-1-6 172,6-14-77,5-10-34,10-11 184,9-20-111,-8 4-118,-4 2 96,-15 9-85,-8 15-95,-2 2-67,-2 8-135,-5 15 135,4-2-12,-3 17 18,11-3-1,5 5 40,19 2-23,1-9-28,1-3 40,-4-10 33,-10-5 50,1-7 40,-4-13-62,-5-7 28,-3-14-73,-4 11 34,-1-9-17,-2 9-17,0-8-28,0 11-50,0 5-23,0 13-397,0 4-863,11 24-532,-1-2-1137,10 20 806,-6-15-5510,8 3 7695,-5-12 0,-2-2 0,-5-8 0</inkml:trace>
  <inkml:trace contextRef="#ctx0" brushRef="#br0" timeOffset="44941">13560 5226 23164,'-30'-12'-14,"1"0"0,-18 7 3,46 19-168,3 20-808,3-6-2698,5 10 2622,3-1 0,-5-15 0,-1-6 1</inkml:trace>
  <inkml:trace contextRef="#ctx0" brushRef="#br0" timeOffset="45132">13674 4986 16465,'-4'-5'4061,"0"1"-3300,4 4-1511,0 0-123,-33-36-91,29 36-3041,-17-14 4005,42 54 0,-7-13 0,0 0 0</inkml:trace>
  <inkml:trace contextRef="#ctx0" brushRef="#br0" timeOffset="45558">14050 5171 22807,'-44'-37'151,"0"0"0,-7 7 0,4 15-117,9 35-40,-10 16-16,25 1 11,12 2 5,10-8 73,16 8-39,5-17 18,16 3 27,1-15 96,4-15-7,1-13-5,-1-18-374,-3-12 290,-20 18 0,-3-1-14,-1-5 0,-1-1 22,-3-2 0,-1-1 39,-2-1 1,-1 1 30,-2 2 0,-2 2 158,1-26-40,-7 15-79,-1 13-72,-2 13-96,2 7-111,3 9-1,1 8 494,4 13-410,1 17-10,2 22-54,-2-20 0,-1 1-640,1 6 1,-1 0-773,1 4 1,1-1 1481,2 6 0,0-4 0,0 7 0,1-8 0</inkml:trace>
  <inkml:trace contextRef="#ctx0" brushRef="#br0" timeOffset="46458">14539 4876 22565,'-47'-34'298,"-1"0"1,5 1 0,9 15-321,24 28 33,5 11 0,3 16-33,1 8 10,3 7 35,2-2-29,2 0-11,2-5-27,-2-5-91,-4-7-72,-6-5 73,-5-6 145,-6-9 22,0-7-5,-2-11 45,1-5-22,2-7-7,4-2-16,4-3-50,4-1-34,6 0-39,5 1 0,9 2 33,5 3-16,2 4-1,0 5 29,-1 1-12,-2 2 6,2-2 11,3-2 29,2-5 10,3-3 28,0-5 1,0-3 22,-2-5 55,0-4 1,-2-3 67,-4-2 90,-5 3 83,-8 2 23,-6 5 6,-3 7 0,-2 5-124,0 6-145,0 6-140,0 3 61,2 14-5,1 5-12,2 17 12,-1 6-11,-1 5-1,-3 3-21,0 0 16,0-4 28,-2-6-28,0-6 11,0-8 11,-1-8-5,2-7 28,0-5-23,0-3 724,1 0-724,3-6-11,-1 2 23,10-10 5,6-4-17,0 0 34,12-8-11,-6 6-17,8-6-5,-1 2-29,-1 6-5,-12 8 0,-3 9-17,-11 13-90,1 14-885,-2 16 1003,-1-9 0,-1-2 0,0 5 0,0 3 0</inkml:trace>
  <inkml:trace contextRef="#ctx0" brushRef="#br0" timeOffset="50432">17418 6692 19339,'-15'-17'1332,"2"2"-1024,13 15 953,0 0-1255,3 0-96,-2 0-101,2 0 113,2 0 156,8 0-11,14-2-16,19-1-26,-16-1 1,3 1-7,5 0 1,1 0-357,4-1 0,0 1 348,0 1 0,1-1-11,-1 1 0,0 1-3,-1-1 1,-1 1 7,0 0 1,-1 0 2,0 0 1,0 1-1,1 0 0,0 0 0,1-1 1,-1 2 2,2-1 1,0 0-7,0 1 1,-1 0-23,1 0 0,-1 1 3,1 0 0,-2 0 14,-9 0 0,1-1-3,13 2 1,0-1 13,15-1-191,-18 1 1,1-1 198,-10-1 1,0-1 5,-1 0 1,2-1-21,1-1 1,2 1-1,1-2 1,0 0-3,2 0 0,0 0-6,0 0 0,0 1-8,-1 0 0,-1 0-3,-3 1 0,-1 1 28,-3-1 0,0 2-154,26-1 168,-2 0-17,2 0-11,3-1 8,-28 0 1,1 1-9,2-1 0,1 0-214,2 0 1,1-1 221,3 1 1,0-1-1,0 0 1,1 0-26,-2 1 1,0 0 16,-2 0 0,-2 0 3,-4 0 0,0 0 340,24-3-320,-6-1-1,-2-2-22,8 2-12,-25 3 0,1 0 12,4 0 0,0 2-409,2-1 0,-2 1 404,22 0 209,-24 2 1,-3 1-221,1 1-12,8 3 28,-28-2 238,-8-2-204,-5-2 1355,0 0-1394,0 1 181,2-1-193,0 1 17,1-1-56,0 1-521,-1 1 577,1 0 0,-2 1 0,0-1 0</inkml:trace>
  <inkml:trace contextRef="#ctx0" brushRef="#br0" timeOffset="51782">22688 6781 8674,'-57'-2'1385,"-1"1"1,9-1-1,6 1-388,4 1-437,20 0 1249,1 2-840,11-2-409,0 2-364,5-2-123,4 0-17,0 0 140,8 2 241,18 1-72,10 1-1,21-1-951,-26-1 0,0-2 733,23 0-522,-8 0 0,2-1 463,-10 0 0,1-1-41,-1 1 1,4-1 0,-1 1 11,18-3 1,1 0-24,-15 1 1,0-1 0,0 1-14,10-2 0,3 0 3,-14 1 0,4-1 1,1 1-1,-3 0-8,1-1 0,-2 2 0,3-1-440,1-1 1,4 1 0,0 0-1,-2 0 432,6 0 1,-1 1-1,-2 0-2,0 1 1,-1 0 0,-1 0-170,-4 0 0,0 1 1,-1 1 162,-3-1 1,0 1 0,-2-1 9,19 1 1,-2-1 61,-2 0 0,-1 1-56,-1-1 0,0 1-12,-1-1 1,0 1 233,-1-1 1,0 2-235,-1-1 1,0 1-6,-1 1 0,-1 0 537,-1 2 0,-1 0-529,-1 1 0,-1 1 0,-2-1 1,-2 1-4,-10-2 1,0 1 2,3-1 1,2 1 10,0-2 1,1 0-3,1-1 0,1 1 2,8-1 1,0-1-3,-7-1 0,1-1-1,3 0 1,-1 0-11,-9-1 0,1 0 10,21-2 1,-1 0 0,-19 1 0,-1 0 11,16-1 0,-1-1 295,-18 1 1,-4 0-83,18-5 1280,-20 2-1157,-13 0 290,-8 1-598,-2 0 830,0 0-909,1 2 172,5 1-171,-3 2-443,12 1-4397,-7 2 4862,5 0 0,-11 1 0,-4-1 0</inkml:trace>
  <inkml:trace contextRef="#ctx0" brushRef="#br0" timeOffset="54367">7890 6513 8259,'-45'-6'1093,"0"-1"1,-1 0-1,2 2 1,0-1-1,2 2-309,-13 0 0,1 2-622,0 1 0,0 0 258,1 0 0,1 1-437,1 0 0,1 1 258,4 1 0,2 0-79,4 1 0,3 0 383,-21 4-623,21-1-365,18-3 124,12 1 810,13 2-390,10 2 764,17 2-770,19-2-56,-17-3 0,3-2-450,5-1 1,3-1 429,5 0 1,1 0-4,3-1 1,1 0-666,4-1 1,1 0 653,-17 0 1,1 0 0,0 0-3,3 0 1,1 0 0,1-1-6,1 1 0,2 0 1,-1 0 2,0 0 1,1 0 0,-1 1 0,-2 0 0,-1-1 0,0 1-2,-3 0 0,-2 1 0,0-1-338,13 0 1,-1 1 348,-9-1 0,-2 1-22,-9-1 1,-3 1 196,15-1 1220,-21 0-471,-15 0 690,-13-2-1697,-10-2 898,-16-1-837,-22 0 11,14 3 0,-3 0-523,-10 1 1,-4 0 528,-8 1 0,-2 0-405,16 0 0,-2 0 0,1 0 410,-4 0 0,0 0 0,1 0-404,-2 0 1,1 0 0,-1 0 420,3-1 0,-1 1 0,1-1 7,3 1 1,1-1 0,1 1-293,-17-1 0,2-1 307,6 2 1,2-1 186,6 1 1,2-1-216,4 1 1,3 0 866,-28 0-878,11 2-22,12 0 1282,10 5-1433,11 1 937,9 4-815,13 1 587,17 2-519,23-1-14,-7-8 0,5-2-510,11-1 1,5-2 491,-12-2 1,3 0-1,0-1-563,6 0 1,1 0 0,0-1 547,2 0 1,1-1-1,-1 0 0,-1 1 1,0-1-1,-2 1-6,-4 0 1,-1 0 0,-1-1-173,13 0 0,-2 0 197,-11 0 0,-2-1 3,-9 1 0,-3 0 25,17-5-96,-18 1-928,-13 1 1226,-10 3 0,-6 2 0,-3 1 1</inkml:trace>
  <inkml:trace contextRef="#ctx0" brushRef="#br0" timeOffset="56866">10722 7509 7263,'-8'-3'4687,"1"1"-3157,7 2 1013,0 0-1647,-48-23-493,35 16 73,-38-17-235,48 24-152,0-1-133,2 1 172,11 7-88,-4-3 44,14 7 5,-4-4 18,7 3-18,6 0 51,17 3-33,3-3-73,3 0-3,-21-6 0,2-2 13,27 3-303,-21-2 1,3-1 288,10 0 1,1 0-464,-7-1 1,1 0 438,9 0 0,-1-1-4,-19 0 1,0 0 2,7 0 1,0 0-59,-9 0 0,0 0 72,17-1 1,2-1-20,-10 1 0,-1-1-279,9 0 1,-2-1 278,13 1 0,-24 1 0,1 0 48,3 2 1,0 0-44,2-1 1,1 1-3,5 1 0,-1-1-1,-10 1 1,-3 0 833,20 0-836,7 2 6,-26-2 2,7 0 1,3 0-9,11 0-131,-12 0 1,0-2 170,14 1-29,-15-1 550,14-2-538,-23 0 413,13-1-419,-17-1-12,-8 2 34,2 0-11,4-1 465,-1 0-482,5 1 74,-8 0-79,0 1-12,-7 0 17,6 1-33,-12 0 11,1 0 28,-9 0-1,-4 0-1215,-1 0-8632,3 0 9558,-1-1 0,1 0 1,-2 1-1</inkml:trace>
  <inkml:trace contextRef="#ctx0" brushRef="#br0" timeOffset="58508">14044 7550 16432,'-52'-23'1976,"9"5"-1532,38 18-114,0-1-162,3 1-431,0-1 464,15 0-38,5 1-62,19 0-23,8 0-22,10 0-42,-24 0 0,2-1-234,2 1 1,2 0 227,2 0 1,1 0-4,2 0 1,2 0 10,2 0 1,2 0 3,-7 0 1,2 0 0,3 0 1,15-2 1,3 0-1,-3 1-502,-14 0 1,-2 0 0,2-1 497,16 0 1,3-1 0,-6 0-8,-8 1 1,-2 0-10,12-1 1,0 1-457,-6 1 0,-2-1 451,-4 1 0,-1 1-148,-6 0 0,0-1 154,-2 1 0,-1 0 5,-2 0 1,1 0-7,1 0 1,0 0 0,0 0 0,0 0-1,1 0 1,-1 0-6,-3 0 1,-1 0 2,26 0 332,-14 0-293,-16 0 1498,-16 0-1084,-10 0 1031,-7 0-1383,-4 0 295,-10 0-396,-11-2-23,-14 0 18,-14 0-254,21 2 1,-1 0 258,-7-1 0,-1 1-696,-8-1 1,-1 0 701,8 0 0,-2 0 22,-8-1 0,-4-1 0,1 0-27,12 0 1,1 0 0,-2 0 2,-2 0 0,-3 0 1,-1 0-1,3 0-469,-7-1 0,2-1 0,0 1 494,3 1 1,1-1 0,0 0-6,5 1 1,0 0-1,2 0-104,-13-1 1,2 0 96,6 1 0,2 0-6,4 2 0,1-1-83,0 1 0,1 1 89,-2 1 0,0 1-12,-2 0 1,-1 2-3,1 1 0,0 0-1,0 2 1,2 1-6,2-1 1,2 0 518,4 0 1,2 0-646,-14 3 1588,19-2-1504,14-2 351,16 1-255,6-1 687,8 1-743,8-2 96,6 1-86,10-4 12,11 0-9,-21-1 1,3-2-613,7-1 0,3-1 615,10-1 0,3 0-451,-13-1 0,1 0 1,1 0 446,7 0 0,0 0 1,2-1-1,2 1 1,2 0-1,0-1-5,0 1 0,1 1 0,0-1-565,-2 0 1,-1 1 0,-1 0 556,-3 1 1,-2-1-1,-1 1-15,-4 0 1,-2 1 0,-2 0-284,14 0 1,-2 0-4613,-4 1 1,-4 1 4086,7 0 1,-13 0 0,-35 1-1</inkml:trace>
  <inkml:trace contextRef="#ctx0" brushRef="#br0" timeOffset="59282">9789 4616 24351,'2'-40'497,"0"0"0,2-23-469,-7 66 45,1 15-68,2-4 8,-1 18-5,6-11 29,4 4 66,14-2 1,6-11 67,15-7-65,-9-13-259,-6-3 0,1-3 206,-1-4 0,3-3-10,4-3 0,4-2 0,-2 0-450,4-3 0,1 0 428,-3 2 0,5-2 0,1-1 0,-7 5-753,3-1 0,-1 2 735,11-7 1,5-2 0,-2 2-7,1 2 1,0 2-53,-3 2 1,5 0 0,-3 2-266,-10 5 1,-1 3 0,0 0-919,3 1 0,0 2 1,-4 3-1429,-4 3 0,-4 4 2666,25 9 0,-46-6 0,-5 3 0</inkml:trace>
  <inkml:trace contextRef="#ctx0" brushRef="#br0" timeOffset="60425">17087 7498 14208,'-45'2'1234,"0"1"0,2-1 0,8-1 16,18-1-657,1 0-167,1 0-292,7 1-128,4 0-12,2 1 12,1 2 22,4 0 140,13 4-23,11-4 6,22 1-78,-4-6 14,5-4 0,1 0-48,10-3-594,-11 1 0,8-2 0,-3 1 586,0-1 0,0 1-15,-2-1 1,3 0 0,-4 1-9,-2-1 1,-2 0 16,12-4 1,-3 1-119,0-2 233,-21 6 0,-4 0 393,-9 2-236,-19 4-297,-8 1-73,-33 1 67,8 1 17,-17 2 1,-6 1-7,11 1 1,-1 0-424,0 0 1,-3 0 0,3 1 414,-5 0 1,1 0 2,-12 2 0,-1 1-116,13-2 1,-2 1 137,5-2 1,-2 0-1,1 1 9,-7 0 0,2 1 8,-2-1 0,3-1 73,-10 2-45,21-2 17,11-2-145,19-3 27,5 0 68,17-1 2871,16-3-2911,5 0 6,10-3 0,7-3-550,-4 1 0,4-1 555,-1 0 1,6-1 0,-1 0-582,-1 1 1,0-1 0,1 0 575,3-1 0,0 0 0,-2 1 0,-12 2 0,-1 0 0,2 0-15,12-2 0,3 0 0,-6 1-1797,-6 3 1,-3 1 1811,14-3 0,-6 2 0,-13 4 0,-25 2 0</inkml:trace>
  <inkml:trace contextRef="#ctx0" brushRef="#br0" timeOffset="61958">11150 1286 26312,'-34'-24'-1378,"7"5"1307,14 12 240,6 1-323,-2-1-144,4 2 13,4 1-43,0 2-977,1 1 1088,-2 7 63,1-2-50,-2 10 139,2-6 135,0 6 91,3-2 34,3-1 24,4-2 112,5-5-83,4-3-27,5-9-139,4-3-81,4-8-38,0-2 24,-1-1 30,1 1-34,1 2-56,2 6-615,2 6-3031,-4 10 3719,-8 5 0,-11-1 0,-7 0 0</inkml:trace>
  <inkml:trace contextRef="#ctx0" brushRef="#br0" timeOffset="63166">21401 1768 26388,'-3'-3'-36,"1"0"1967,2 3 342,-11-45-3782,7 34 342,-8-34 434,11 50 945,1 2-1164,0 6 1027,4 6-170,1 5-1482,3 4 1618,1 1-3995,0 0 4034,-1-4-807,-1-5 228,-2-8 461,-2-6 620,1-5 1466,6-10 177,7-9-9,15-12-54,12-8-986,-17 17 1,1 0-443,2 0 0,2 1-734,-1 1 0,1 1 0,0 0 0,-1 3 0,27-9 0,-8 9 0,-12 13 0,-15 8 0,-12 1 0,-8 0 0</inkml:trace>
  <inkml:trace contextRef="#ctx0" brushRef="#br0" timeOffset="69632">21745 2663 18501,'-1'-43'651,"-1"0"1,2 4-1,-4 10-584,-3 24 465,-6 8-453,-13 20-29,-6 9-36,10-7 0,0 2-116,4 0 1,2 1 107,-10 29-6,13-4 11,11-5 180,15-9-158,12-7 6,15-8-22,11-9 246,-7-8-215,-9-7 0,0-4 86,9-6 68,14-10 45,-29-3-40,-13-4 206,-13-2-351,-14-2-51,-8 0-22,-12 2 5,-7 2 12,-6 4 22,-3 1 17,3 0-6,5-2 56,8-2-50,10 1-39,10-1-1,7 1-22,12 1 6,8 2-6,9 3 12,7 4-6,2 7-17,0 5 22,-8 7-22,13 21 0,-20-5 19,-1 10 1,-1 4-70,-5 16-267,-4-12 1,-3 2-519,-4-5 1,-3-2-1911,-1 2 1,-2-1 2772,-3 1 0,0-2 0,-1 3 0,0-6 0</inkml:trace>
  <inkml:trace contextRef="#ctx0" brushRef="#br0" timeOffset="70249">21603 3020 16651,'-48'11'477,"0"0"1,2-1 0,19-2-327,28-6 73,22-2-174,27-5-89,-12 1 0,4-1-693,9-1 0,3-1 458,4 0 0,1 0-211,0 0 1,-2 1-337,-5 1 0,-4 1-327,-8 1 0,-5 1-300,8 0 647,-37 7-212,-34 6 553,0-2 1,-5 2 377,-7 2 1,-3 1-234,-5 1 0,-1 0 771,-3 1 1,-1 0 554,1-1 0,0 0 193,4 0 0,1 0-272,5-3 1,4 0 1187,-20 7-1095,22-5-213,20-7-94,15-5 49,20-8-224,22-7-403,-8 2 0,4-1-102,9-2 0,3-2 4,6 0 0,2-1-14,2-1 0,0 1-39,-2 1 0,-1 1-415,-6 2 0,-1 2 426,-4 2 0,-5 1 0,3 0 0,-12 5 0</inkml:trace>
  <inkml:trace contextRef="#ctx0" brushRef="#br0" timeOffset="80950">7194 7634 8719,'-47'-6'1440,"1"0"1,-1 0 0,-19-2 0,8 2-214,-3-1-502,16 4 204,-8 1-553,26 4-337,-6-1-223,22 2 21,6-1 312,5 0-77,10 6 35,6-1-1,17 4-11,13-3-11,16-4-270,-26-3 1,2 0 204,5-1 1,1 0-441,4-2 0,1 0 438,4 0 0,1-2-658,5 0 1,1-1 647,-17 0 1,1 1 0,1-1 6,4 0 1,1 0 0,1-1 0,3-1 0,2 0 0,0 0-4,3 0 0,0 0 1,1 0-546,1-1 0,1 1 1,-1 0 544,0 1 0,0 0 0,-1 0-4,0 1 1,-1 0 0,-1 1 12,0 1 1,-2 0-1,-2 1 2,9-1 1,-1 1 76,-7 1 0,2 1 1,-5 1-190,-1-1 1,-1 2 163,-5-2 1,3 1 0,-3-1 25,3 1 1,-2 0-28,-3-1 0,-3-1 534,21-1-523,-18-1 0,0-1-23,14-4 252,-16 2 1,-1 1-3120,15-1 2806,-15 2 0,-18 4 0,-13 0 0</inkml:trace>
  <inkml:trace contextRef="#ctx0" brushRef="#br0" timeOffset="84608">8511 8341 12039,'-56'12'1345,"0"-1"1,2 0 0,9-3-641,22-7-258,-2 0-135,7-1-108,2 1-196,7 0-86,0 0 191,7 2 11,0 1-63,2 1-21,7 4-131,1-3 236,12 3 138,7-8 142,16 2-222,-6-4 0,3-1-101,0-1 1,1 1-25,0-1 0,2-1 144,5 0 1,1-1-714,-6 1 0,1 0 720,14-1 1,3 1-94,0-1 0,2 0-1046,-8 2 0,2 0 0,-3 1 938,3-2 1,1 2-21,-2 0 1,5 1 0,-4 0-515,7 1 0,-1 0 509,-9 0 0,4 0 0,-1 0-51,2 0 1,0 0 0,0 0-5,1 0 0,-1 1 0,1-1-8,0 1 0,0 0 0,-3 1 5,-12-1 1,-1 0 0,2 1-11,15 1 1,3 1 0,-4-1-16,-2 1 0,1-1 8,-13 0 0,3 1 0,1-1 1,-5 0-68,18 1 0,-2-1 96,-14-1 0,0 0 1,-3-1-281,0 0 0,-1 0 259,14-1 0,0 0 1,-7-1 1,2 1-2,-1-1 1,4 0 0,-1 0-3,-9 0 0,-1 0 0,0 0-125,4 0 0,0 0 0,-4 0 166,-3 0 1,-4 0 844,0 1 1,-3-1-860,10 0 55,14-2-18,-8-1 58,10-2-28,-17 0 11,15-2-16,-7-1-49,-12 3 1,3 1-42,-8 0 0,1 1-390,4 0 1,0 1 456,21 1 0,-28 1 0,-6 1 0</inkml:trace>
  <inkml:trace contextRef="#ctx0" brushRef="#br0" timeOffset="85349">10894 9641 17630,'-16'-50'1308,"0"1"1,2 4 0,2 8-822,5 20-526,3 8-140,1 6 95,3 11 134,2 9 1,4 28-12,0 7-17,2 4 1,-1 0-18,0-15 23,4 6 12,4-11 201,9-11 39,1-12-151,3-10 89,7-15-106,6-13-56,-12 8 0,3-3-581,16-11 0,3-1 544,-3 1 1,-1 1-17,2-1 0,-1 0 5,1 0 1,-1 1 7,-10 7 1,1 0-53,-1 2 1,2-1 0,0 2-310,8-3 1,0 1-2198,8 0 0,-2 2 2542,-16 9 0,-3 2 0,9-1 0,-20 6 0</inkml:trace>
  <inkml:trace contextRef="#ctx0" brushRef="#br0" timeOffset="87233">11748 1542 28127,'-27'-46'-754,"0"0"1,3 4 0,4 9-792,11 19 436,5 6 310,2 5 462,6 10 252,5 9-25,7 15-1216,7 11 1421,2 6 3,2 0 10,-2-6 15,-1-10 260,-3-10 307,0-11 251,2-12 265,8-16-129,10-14-581,-15 9 1,2-3-281,3-3 0,2-2 261,1-1 1,2-1-387,0 0 0,0 1 331,-1 1 1,0 1-312,-4 4 1,0 0-479,-5 3 0,-1 2-331,13-10-37,-11 9-55,-11 11 396,-9 5-883,-3 10 366,-7 8-840,-8 12-214,-11 8-821,-13 10 999,13-20 1,-2 1-474,-3 1 1,0 1 528,-1-1 1,1 1 1716,0-1 1,0-1 13,2-1 0,0-2-169,-25 17 169,2-9 259,-2-7-22,1-9-25,0-6 1936,-1-8 285,0-7-61,1-8-242,3-6-169,6-3-574,6 1-417,6 1-280,7 4-212,5 4 145,7 6-783,5 4 133,3 4 5,3 8 34,7 6 7,5 11 49,9 7-12,3 3 33,6-2 130,3-4 3,-5-11 495,21-5-211,-10-17-269,-8-1 1,0-3-311,-1-6 1,1-3 261,3-6 0,1-3-522,4-4 0,0-1 400,2-4 0,0 0-33,-2-1 1,0 0-2,-4 2 1,-1 1-54,-5 5 0,-3 0-47,-6 5 0,-1 1-160,10-11-285,-11 13-765,-6 11-4935,-6 14 6212,-2 7 0,-4-1 0,0-1 0</inkml:trace>
  <inkml:trace contextRef="#ctx0" brushRef="#br0" timeOffset="106883">12682 6306 7660,'5'0'2661,"-1"0"-4149,-4 0 0,0 0 0</inkml:trace>
  <inkml:trace contextRef="#ctx0" brushRef="#br0" timeOffset="109225">24660 6494 14818,'-56'-1'-227,"0"-1"0,2 0 0,10 1 1,22 1-1,4 0 0</inkml:trace>
  <inkml:trace contextRef="#ctx0" brushRef="#br0" timeOffset="109709">21764 1598 26352,'4'6'-3841,"-2"0"2514,-2-6 822,0 0 1,0 0 0</inkml:trace>
  <inkml:trace contextRef="#ctx0" brushRef="#br0" timeOffset="129425">20231 1957 27986,'3'-42'-142,"0"-1"1,0 0 0,2-16 0,-1 7-1085,2 3 588,-2 17 607,0 7-339,-3 16 124,1 5 742,-1 19-2281,-1 22 1754,-1-7 0,0 3-23,-3 29 69,-4-5 1,-1 2 23,1-18 0,0-1 21,-2 17 1,0-1-52,3-16 1,1-4-514,0 21 820,3-22 342,3-11 133,0-18-535,0-9-514,0-8 37,0-33-87,0 15 198,-1-10 0,0-3-108,-1-15 152,1 14 1,0 0 53,0 8 1,1 3 71,0-26-15,0 20 22,0 9-162,0 20 65,0 4 94,4 21-503,3 15 62,2 21 58,-1 10 214,-6-28 1,0 1 56,-1-2 1,-1 0-21,0-1 1,0-1-435,1 27-974,-1-8-1578,1-12-6777,0-12 9531,-1-13 1,0-7 0,0-6 0</inkml:trace>
  <inkml:trace contextRef="#ctx0" brushRef="#br0" timeOffset="130208">20281 1551 26880,'-4'-3'-1449,"0"1"820,4 2 652,-80 3 2267,39 17-1192,-12-5 1,-1 4-417,29 7 0,4 3-498,-3 2 1,1 0-104,0 1 0,1 0 477,1-1 1,0 0-338,2-5 1,0-1-222,-10 15-10,9-16-559,11-12 575,6-7 377,3-11-1522,6-11 726,8-15 19,12-17 302,-9 21 1,2-1 71,3-2 1,1 1 30,1 0 0,1 2 79,1 1 1,0 2 115,0 1 1,-1 3 1507,15-10-1700,-9 13 0,2 2-14,15 1 0,-12 5 0,0 3 0,22 8 0,-1 13 0,-4 10 0,-5 9 0,-5 5 0,-13 0-571,-10-4-2055,-11-3-20,-6-8 835,-3-8 869,-3-7 748,-3-10 1091,-8-9-804,-6-9 160,-9-12 229,-6-5 269,-2-3-314,-4 3-170,-3 8-135,-5 11-465,-5 9 1383,-3 11 517,4 6 363,7 8-666,6 7-1264,5 8 0,4 10 0,2 7 0,6 8 0,8 2 0,7-1 0,7-8-1462,5-10-794,1-13 402,0-12 302,-3-8 266,-1-9 900,-1-12-50,0-16 193,1-17 275,1 16 1,3-1 248,1-4 0,3 0 166,3-1 1,2 0 272,3 1 1,1 3 771,12-15-1095,-8 21 1,1 3 1033,9-1 211,17-5-490,-7 19-1152,3 15 0,3 19 0,-22-10 0,-4 9 0</inkml:trace>
  <inkml:trace contextRef="#ctx0" brushRef="#br0" timeOffset="131158">19702 3150 20922,'-3'-6'866,"1"1"-680,2 5 463,0 0-304,-5-3-366,7 28-111,-4 9 102,4-4 0,0 4-90,-1 0 1,-1-1 181,-1 0 0,-1-1 98,-4 24-309,-2-12 182,-1-15 280,1-13-14,-2-12-228,-1-14-23,-5-12-49,-1-15-81,1-16 25,11 20 0,1-2-185,3-4 0,2-2 263,3-1 0,3-1-214,1 1 0,2 0 317,3 4 1,1 1 12,0 5 1,2 2 5,15-20 151,2 14 39,0 12 73,1 11 351,-1 9-562,0 13 482,-4 11-745,-8 17-172,-10 13 133,-13-19 0,-3 2-293,-5 3 0,-2 0 301,-6 2 1,-1-1 7,-2-1 1,-1-1-102,-2-1 1,2-2 236,-6 7 98,4-4 145,19-20-138,1 0-145,7 1 627,9 5-881,0-6 369,13 6-242,1-11 168,11-3 62,8-8 73,13-16 86,-17 1-60,-12-1 0,-2-3 211,6-13-448,6-15 221,-7-3-109,-5-5-167,-13 19 62,-5-2-145,-13 21-186,-3 2-24,-3 6 123,-2 9 233,3 10 416,2 1-358,1 15-98,5 0-5,1 9 140,6-1-116,7 8-178,-1-13-664,4 8-1235,-6-15-3673,0 1 5749,-2-8 1,-3-6 0,-2-6 0</inkml:trace>
  <inkml:trace contextRef="#ctx0" brushRef="#br0" timeOffset="131366">20348 2972 21291,'-38'-3'-456,"1"0"0,-22-1 206,66 42-2656,7-2-6925,18 18 9750,-10-20 1,1-4 0,-18-25 0</inkml:trace>
  <inkml:trace contextRef="#ctx0" brushRef="#br0" timeOffset="132366">20585 3186 23734,'-42'-36'-106,"-1"1"1,4 4 0,8 15 32,18 34 152,7 10-172,12 1-96,1-6 60,10 3 87,4-6-90,0-2 191,0-4 15,-10-8-87,-5-5 115,-3 1 45,-3 4-60,2 7-34,-2 9-39,1 9 29,-1-2-27,-1 16-26,-3 13-8,-2 5-253,0-25 0,-2-1 237,-15 22-18,-11-6-16,1-15-27,5-17 1,-1-4 44,-3-4-89,-9-6-142,27-28 65,22-22 48,6-2-365,3 7 1,6-3 120,6-8 0,3-2-129,0 0 1,2-1 510,-8 14 0,0-2 1,-1 3 20,4-5 1,-3 4 13,-7 9 1,-1 0-58,2-10 0,-1 1 237,2-11-40,-7 17 1,-1 0 283,1-8 282,-5 11-232,-5 13 645,-2 4-818,-2 9 996,0 2-1245,0 10 442,2 11-479,2 16-198,1 1 91,0-1 1,-1 3-88,-1 22-242,-1-15 0,-1 1 373,-2-9 0,-2-1 52,-1-2 0,0-3 16,-2 14 39,-2-8 198,7-24 240,-2 0-137,4-19-232,4-8-19,7-13-13,9-9 12,7-5 4,5 1-218,-2 7 22,-6 10-30,-9 10 687,-5 7-751,-6 9 6,2 4-18,-3 8-24,2 3 220,0 1 6,2-2-17,2-1 0,2-4 50,-2-5 90,0-5 0,-2-8-78,-2-1 89,1-24-78,-3-1-28,-1-22-6,-2-3-11,-1-6 0,2 1 11,1 7 61,1 12 44,1 15-28,-3 12-112,0 8-2,-2 11 31,0 13 10,-1 15-5,0 15-60,-1 9-291,7 2 25,5-2-397,7-5-437,3-8-518,0-8-1713,-3-12-4592,-4-10 7936,-5-8 0,-5-4 0,-1-1 0</inkml:trace>
  <inkml:trace contextRef="#ctx0" brushRef="#br0" timeOffset="132508">21032 3155 22447,'21'-45'-410,"1"1"1,-2 3 0,4 11 410,18 23 1,-18 3 0,-1 4-1</inkml:trace>
  <inkml:trace contextRef="#ctx0" brushRef="#br0" timeOffset="147707">18654 2056 21767,'0'-4'1086,"0"1"1176,0 3-742,14-35-1416,-9 36 543,10-17-111,-13 52-1110,-2 12-403,-4 10 1053,1-27 1,0 1 0,-2 16 1,1-1-1021,-1 16 705,2-27 0,2-4-493,1-11 71,0-16 817,0-13-207,2-9 33,2-15-63,0-10 67,1-5 149,-2 0 30,-1 3 38,-2 6-16,-2 6-81,0 7-163,0 7-170,0 8-238,1 5 253,0 22 189,1 5-9,1 21 21,0 2 83,-1 2 41,1-2 49,-3-4 80,-2-8 156,-1-9 62,0-9-68,0-11-103,1-12-437,0-11 10,1-15-28,4-13 90,3 14 1,2-1-127,2-14 169,1 16 1,1 2 307,0 0 65,1 1 362,-5 11-213,-4 10-42,-1 6-88,-1 10-291,2 10-13,0 14-213,1 12-269,1 18 17,0-17-146,1 13-433,-3-23-1338,0 3-4432,-1-7 5884,-3-12 1,2-10-1,-2-6 1</inkml:trace>
  <inkml:trace contextRef="#ctx0" brushRef="#br0" timeOffset="148091">18656 2013 26038,'-32'43'344,"0"1"0,2-5 1,4-6-302,11-15 488,-2-3 905,7-8-770,2-2 189,2-15-1429,5-3-162,-1-7 286,8-5 248,4 1 320,10-6 52,13-5-16,0 7 55,0 3 1109,0 8 150,-6 6-778,8 1-690,12 7 0,-4 12-3426,0 4 2438,-10 14 1,-21-15-1,-2 1 1</inkml:trace>
  <inkml:trace contextRef="#ctx0" brushRef="#br0" timeOffset="158834">20735 4565 13345,'-3'-2'2986,"0"0"-2412,-24-5 0,-9 1 215,-4 6-489,-7-4 0,-2 1 272,-8 14-29,-1 2-34,0-1-44,1-4-396,0-3 250,4-3-67,8-2-84,13-1-134,13 1-107,11-1 11,7 1 74,1 5 10,3 4 335,1 10-329,1 10 6,-1 7-6,-7 8-6,-7 6-5,-7 2-22,-4 0 5,0-3-6,3-6 12,5-7 10,4-8 18,4-10 190,3-9 11,1-5 398,1-7-510,-1-8-44,0-10-18,-1-8-33,6-1-5,3 2-7,6 6-32,5 5-7,6 7 6,7 5-5,9 5 0,9 7-1,9 6-200,-28-4 1,0 1 160,1 1 1,-2 2-102,20 14-5,-15 1 34,-16 2 28,-18-2-62,-18-1-314,-16-2-745,-14-4-2047,-9-4 3274,-3-8 0,25-5 0,8-4 0</inkml:trace>
  <inkml:trace contextRef="#ctx0" brushRef="#br0" timeOffset="159050">20700 4512 17624,'44'-30'1208,"1"0"0,-1 2 0,-9 7-956,-18 14-168,6 2-302,6 2-465,-8 5 683,11 9 0,-22-6 0,3 5 0</inkml:trace>
  <inkml:trace contextRef="#ctx0" brushRef="#br0" timeOffset="162949">21438 4804 9990,'3'-4'4459,"0"0"1763,-3 4-5964,18-59-68,-18 44-173,9-40-17,-28 68-28,-15 25-17,0 9 25,15-22 1,1 2-85,-1 4 1,0 0-1021,-14 22 494,11-20 0,-1 0-955,0-2 0,0-1-1765,-1-5 1,1-3 2551,-15 9 0,15-16 0,11-10 0</inkml:trace>
  <inkml:trace contextRef="#ctx0" brushRef="#br0" timeOffset="163099">21040 4829 9307,'0'-4'4682,"1"0"-1976,-1 4-2628,71 6-1564,-22 12 1192,8-5 0,5 3-4622,-6 8 1,-4 1 4249,-16-9 0,-2 0 0,4 0 0,-7-2 0,-19-9 0</inkml:trace>
  <inkml:trace contextRef="#ctx0" brushRef="#br0" timeOffset="166625">22112 4701 22167,'-29'-35'196,"-1"22"-179,1 67-26,16-23 1,3 0 8,2 1 0,3-1 28,6 29-22,15-7 16,13-9 1,14-9 5,9-10 45,4-12 44,-1-10 62,-8-12 17,-13-9-16,-14-7-57,-13-6-106,-9 6-6,-24-21-11,-7 11-925,6 8 0,-1 0 936,-15-9-120,11 8 0,2-1 193,-5-10-56,-4-9-87,22-5 99,23 15-63,9-16 1,18 14 27,6 8-10,1 11-23,-2 12-17,-5 17 28,-7 15 17,-6 17-11,-4 11 1394,-4 7-1495,-3-11-720,-1-11 0,0-1-4203,10 14 4664,-7-16 0,0-3 0,3-1 0,-6-14 0</inkml:trace>
  <inkml:trace contextRef="#ctx0" brushRef="#br0" timeOffset="166842">23001 4573 20918,'27'-24'-1463,"0"0"0,20-15 0,-9 39 0,-17 0 0</inkml:trace>
  <inkml:trace contextRef="#ctx0" brushRef="#br0" timeOffset="167215">22904 4848 18028,'-5'1'4565,"2"-1"-4201,3 0-437,65-49-1248,-14 22 1253,-17 6 1,4-4 0,-2 3-40,1 4 1,-3 2 39,-2-1 0,-3-2 404,13-18-348,-21-1 61,-26-1 40,-10 9 201,-8 7 0,-5 0 281,-12-10-259,12 10 1,0-1 324,-8-12-89,13 4 18,11 6-365,8 8-146,6 5-68,4 7 587,10 10-581,9 13-10,11 17-18,-15-9 0,-1 3-78,0 5 0,-2 3-576,-1 3 1,-4 2-203,-4 1 0,-4 2-1735,-5 0 1,-4-1 2624,-2-5 0,-1-4 0,-6 10 0,4-21 0</inkml:trace>
  <inkml:trace contextRef="#ctx0" brushRef="#br0" timeOffset="167999">23959 4221 25247,'-40'-6'28,"5"17"-22,26 18 0,5 6-6,-2-1 0,1 0-12,-2 27 1,5-8 6,9-14 16,6-12 17,11-12 33,8-15 2,8-12 21,5-14 44,1-9 18,-4-6 22,-8 2 50,-9 6 1,-10 9-90,-6 11-152,-7 7-27,-1 7 50,-2 11-11,-1 11-12,-1 15-117,-2 10-302,2 5-410,2-1-526,8-3-330,6-8-174,10-11 61,9-13 612,8-19 839,7-15 538,4-15 89,-25 12 1,-1-3 9,0-1 0,-1-2 475,-1-1 1,-1-1 139,-2 1 0,-1 0 743,10-18-477,-12 10-504,-9 14-364,-11 9-219,-6 8-38,-8 14 462,-5 10-502,-2 17 12,4 11 5,7 5 0,9-2-12,12-4 18,7-8 28,10-9 45,1-10 77,0-10 35,1-16-29,-4-11 6,-4-15 11,-6-22-139,-6 11 7,-6 10 1,-2-2 36,-6-16 28,-6-8-34,-4 6-39,-5 9-39,8 19-61,-4 6-79,11 17-241,-5 10-1048,2 13-8402,2 26 8410,4-14 0,3 2 0,2-28 1</inkml:trace>
  <inkml:trace contextRef="#ctx0" brushRef="#br0" timeOffset="168408">25339 4002 21051,'-42'-28'274,"0"-1"0,0 1 1,0-1-1,0 1 1,-2-2-1,1-1 1,1 4-1,0 6-1084,-10 5 1,1 8 0,-1 2 848,2 1 0,0 3 1,-3 1-22,4 1 0,-2 0 0,-2 2 1,0 2-3,-9 3 1,-2 2 0,0 3 0,4 1-8,8 0 1,3 1 0,1 2 0,0 0 1,-12 4 0,1 2 1,6 3-9,11 2 1,4 3 0,6 1 261,-2 8 0,5 5-267,7 1 0,2 5 1,3-1-3,7-5 0,3-1 1,4 2-566,4 8 0,4 3 0,4-5 563,4 3 1,6-2-3,2-8 1,5 1 0,1-3-311,0-6 1,1-2-1,4 1 303,8 7 0,5 1 0,2-2-2,-10-12 0,2-1 1,2-2-1,2-1 5,10-1 1,3-1 0,1-3 0,-1-2 14,-7-5 0,-1-2 0,0-1 0,0-2 0,13 1 1,1-2 0,-3-5 7,-5-7 0,-1-4 0,-4-2 22,-8-2 1,-2-1 0,1-4 33,3-3 0,2-4 1,1-2-1,-3-1-19,6-6 1,-3-3 0,0-3-34,-7 3 0,1-3 1,-3-1-1,-3 2-8,-3 0 1,-4 2 0,-1-3 12,3-9 1,-1-2 0,-5 2 292,-3-6 0,-8-2-547,-9 7 1,-7-3-1,-7 3-1198,-7 11 0,-8 4 0,-3 1 1225,-7-1 1,-4 3 0,1 5 0,-4 6-1,2 5 1,-16 0 0</inkml:trace>
  <inkml:trace contextRef="#ctx0" brushRef="#br0" timeOffset="177499">17632 2104 27085,'-37'-14'-986,"-5"29"2112,24 24-1278,5-9 1,3 2 74,-1 25-150,6-3-23,4-5-126,1-10-183,0-12 674,0-10-147,0-9 117,-2-11-622,-3-11 232,-2-14 79,-1-14 201,2-9 74,3 10 288,3-14 4,0 29-92,1-6 76,-1 23-212,-1 5-213,0 5 527,-4 6-130,-2 9-68,-3 12-103,0 11 11,1 10-28,1 5-45,1 3 66,1-2-502,0-6 176,4-12-94,1-13 128,1-11 138,1-10-61,1-12 100,2-11 14,2-18-52,0-15-3,-2 20 1,0-1 94,1-4 0,0 0-144,2 0 0,0 1 157,0 1 0,1 1 99,8-25 46,-2 13 32,-5 13-10,-4 15-56,-3 9-105,-1 7 150,2 10-81,1 11-252,3 17-185,0 12 27,-1 9 35,-3 5 47,-1-1 60,-1-2-83,-1-9 393,0-11-42,0-12 47,0-10 154,0-10-161,-1-9-306,-3-10-69,-2-13 10,-3-17-23,1-12-501,2-9 654,4 1 28,4 11 163,-1 14 76,1 16-170,0 13-24,-3 11 182,-2 15-98,-3 16 537,-3 15-639,0 10-44,1 2-103,2-2-48,0-4-361,0-7-741,-2-9-614,1-11-904,0-13-846,0-20 492,0-16 1423,1-21 1172,2-15 780,3 24 0,0-1 246,0-1 1,1-1 480,0 3 0,0-1 956,-1-26-405,-4 7-82,-4 10 191,-9 8-1441,4 15-30,-10 7 253,6 15 1197,-6 9-185,-2 11-19,-8 26-343,10-10-491,6-7 0,0 1 724,-5 12 73,-7 8-374,5-8-637,4-11-337,10-14 0,4-9 0,7-15 0,6-12 0,9-14 0,4 3 0,3-1 0,11-14 0,-4 12 0,0 1 0,12-5 0,-15 14 0,-1 1 0,22-12 0,4 4 0,-10 12 0,-3 6 0,-3 8 0,-3 10 0,14 5 0,-14 3 0,0 2 0,-3 0 0,-1 0 0,0-1 0,-1 2-1552,16 14 392,-19-9 3171,-1 5-2731,-12-10-180,-8-6 447,-4-8 1090,-5-6 34,-8-7-708,-8-10-70,-8-12 166,-12-16 186,13 13 115,-13-11-103,13 23-649,-11 0-11,-16 11 1124,0 15-340,20 3 1,0 2-382,-14 12 0,19-5 0,1 2 0,-11 17-1879,18-7 0,3 1 2109,-3 8 0,11-2 1,12-28-1</inkml:trace>
  <inkml:trace contextRef="#ctx0" brushRef="#br0" timeOffset="187558">16051 1987 23753,'3'-9'957,"4"-23"1,0-5-710,-6 6-173,3-9 1,-2 1 70,-10 10-781,-2 8 22,2 9 30,3 6-1216,2 6 3489,0 13-1554,-1 16-20,-3 22-34,3-19 1,0 2 287,-1 3 1,1 1-33,0 0 0,0-1-139,1-2 0,1 0-175,0 27-2116,1-10 1657,1-18 309,2-3 396,0-21 57,1 1-844,0-22 941,1-13-117,1-5-156,-2-2 1,1-2 83,0-17-131,-2 14 0,-1-1 210,1-20 57,-3 9 372,-1 9-1201,-1 11-80,0 11-158,2 9-98,0 7 847,1 14-138,1 13-53,2 18 38,0 13 102,0 6 91,-2 1 193,0-6 151,-1-9-674,0-14 309,0-13 324,0-10 63,0-11-213,-2-12-511,-3-15 3,-2-13-34,0 1 170,3 5 1,1 0-40,0-12 26,0-9 48,2 14 32,0 26 309,0-5-189,-1 17-100,2 5 791,-1 11-492,2 11-194,0 2-249,5 26-295,0-12-191,1 18-439,-3-11-588,-6-9-1976,-6-8-2606,-6-14 6849,-1-11 1,4-6 0,6-2 0</inkml:trace>
  <inkml:trace contextRef="#ctx0" brushRef="#br0" timeOffset="187915">16026 1819 32767,'-46'-6'0,"1"0"0,2 3 0,9 10 0,9 46 0,3 2 0,4-2-373,0-7 155,2-9 205,2-10-237,3-8 644,3-10-344,3-7 360,0-10-410,3-11-807,-1-15-6,8-14 329,10-10 312,-3 27 1,3 1 132,2 0 0,1 1-100,2 3 1,0 1-578,21-15 2734,0 9-518,0 10-1500,1 8 0,4 6 0,5 12 0,6 10-1153,-26-1 1,-1 3 991,-2 0 1,-2 1 0,8 6 0,-16-9 0</inkml:trace>
  <inkml:trace contextRef="#ctx0" brushRef="#br0" timeOffset="194216">6959 14008 5737,'-54'3'560,"0"1"0,0-1 0,0 0 0,3 1 1,1 0-1,0 0 0,2 2-219,-9 2 1,1 1 0,4 1-100,7-1 1,3 1 0,3 1 944,-4 3 1,7 0-197,2 9 985,52-8-1592,12-9 0,8-5-194,20 0 1,7-2-721,-10 0 0,3-2 1,2-1 557,-8 1 0,1-1 0,2 0 0,1 0-4,-7 0 1,1 0-1,0 0 1,2-1 0,0 1-3,4-2 0,0 1 1,2-1-1,0 1 1,0-1-272,-6 1 1,0 0 0,1 0 0,0 0 0,1 0 0,-1 0 259,3 0 0,0 0 0,0-1 0,1 1 1,-1 0-1,1 0-289,1 0 0,0 0 0,0 1 0,1-1 0,-1 1 0,0 0 290,-1 0 0,0 0 0,0 0 0,0 0 1,-1 0-1,0 1-196,-2 0 1,0 0 0,0 0 0,-1 1 0,-1-1 0,0 0 188,5 1 1,0-1 0,-1 1 0,-1-1-1,-1 1 30,7 0 1,-2-1-1,-1 1 1,-3 0-33,7 0 1,-3 1 0,-5-1 556,8 0 0,-9 1-403,3 1 1710,-66 5-1848,-19 0 1,-10-1-24,-1 0 0,-4 0 1,-2-1 105,-12 1 0,-4-1 1,-2 0-106,9-1 0,-2-1 0,-2 0 1,0 0-148,7-1 0,-1 0 0,-1 0 1,0 0-1,0-1 170,-3 1 0,-1-2 0,0 1 0,0 0 1,0-1 7,-1 0 0,-1 0 0,1 0 0,0-1 0,0 0-9,1 0 0,1 0 0,-1 0 0,2 0 0,-1-1-12,3 1 1,1 0 0,0-1 0,1 1 0,0 0-7,-10 0 1,2-1-1,0 1 1,1 0-197,3 1 0,1 0 0,1 0 0,0 1 193,3 1 1,1 0-1,1 1 1,0 0 1,-13 1 0,2 1 0,1 0 0,6 1 0,0 1 0,3 0-186,-12 1 0,4 2 12,17-2 1,8 0 1501,11 5-1294,67-3-34,7-5 0,12-1-14,-19-2 1,4-1-1,3 0 1,2 0 14,-2 0 0,2 0 0,2-1 0,1 1 0,1-1-157,-3 1 0,1-1 0,1 0 0,0 0 0,1 0 1,1 1 131,3-1 1,0 1 0,1 0-1,1 0 1,-1 0 0,1 0-175,-10 0 0,1 1 1,0 0-1,0-1 0,0 1 1,-1 0-1,0 0 186,7 1 1,-1-1 0,-1 1 0,0 0 0,-1-1 0,0 1-108,4 0 0,-1 0 0,0 0 0,-2 0 0,-3 0 120,5 0 0,-3 0 1,-2 0-1,-3 0 17,1-1 1,-4 1 0,-5-1-19,2 1 0,-17-2 1147,-27 1-1186,-67 0 16,24 1 1,-6-1 0,-4 0 64,3 0 1,-3 1 0,-3-1 0,0 1-60,2 0 0,-2 0 0,-1 0 1,-1 0-1,-1 0 16,5 1 0,-2-1 0,-1 1 0,0 0 0,-1 0 0,0 1 13,-4 0 0,-1 0 0,-1 0 1,0 1-1,-1 0 0,1 0-81,6 0 0,0 1 0,-1-1 0,0 0 0,1 1 0,-1 0 0,1 0 117,0 0 0,-1 0 0,1 1 0,-1 0 0,1-1 0,1 1 0,0 0-170,-6 1 1,0-1 0,1 1 0,0 0 0,1 0-1,2 0 182,-5 0 1,2 1-1,0-1 1,3 1 0,1 0 90,0 0 1,1 0-1,3-1 1,5 1-116,-20 2 1,16 1 1451,26 1-1374,46-9 1,20-5-54,1 0 1,6-3 0,4 0-26,-1 0 1,3-2 0,2 1-1,1-2-14,-3 0 1,1 0-1,2-1 1,1-1-1,0 1-13,-4 0 0,1 0 1,1-1-1,0 0 1,1 1-1,0-1-15,-5 1 1,0 0-1,1 1 1,0-1-1,0 0 1,1 0-1,-1 1-161,2-1 0,1 1 0,0-1 0,-1 1 0,1 0 0,0 0 0,0 1-5,0 0 0,-1 0 0,1 1 0,0-1 0,-1 2 0,1-1 0,0 1 104,0 1 0,2 0 1,0 0-1,-1 1 1,-2 0-1,-2 0 0,-4 0 1,8 0-1,-4 0 1,-3 0-1,-1 1 0,7 2 1,0 0-1,0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52:30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4198 2899 21136,'-54'4'1025,"-1"1"0,8-1 0,9-1-840,18-3-162,14-1 5,20-1-6,18-1-11,28-4-653,-20 3 1,2-1 557,9-1 0,2 0-193,4-1 0,1 1-356,2-1 1,1 0-856,-2 1 1,0 0 1487,2 1 0,-6 0 0,8 0 0,-14 1 0</inkml:trace>
  <inkml:trace contextRef="#ctx0" brushRef="#br0" timeOffset="224">5186 2572 20727,'0'-5'3888,"0"1"-2365,0 4-1209,-15-60-264,11 45-44,-11-37 22,15 74-6,-2 23-22,0-11 0,-2 3-600,-3 10 0,-1 4 406,-4 9 1,-1 3-1859,2-16 0,0 1 0,0-1 2052,1-2 0,-1-1 0,2-3 0,-2 3 0,2-5 0,-1 7 0</inkml:trace>
  <inkml:trace contextRef="#ctx0" brushRef="#br0" timeOffset="991">5754 3212 16448,'-7'-5'3893,"2"1"-1943,5 4 782,0 0-2698,-6-43-23,6 40 12,-2-23-91,4 62-682,-6 21 750,-7-13 0,0 0 0,-2 5 0,-7 4 0</inkml:trace>
  <inkml:trace contextRef="#ctx0" brushRef="#br0" timeOffset="2550">6570 2774 22055,'5'-40'818,"0"8"-723,-5 32-285,0 1 201,0 1 45,0 0-22,0 1 1489,0-2-358,0 0-1070,-4-11-44,-1-5-18,-4-16-10,4-5-6,1-5 5,6 2-16,4 6-12,4 9-16,4 9-23,3 7 11,5 9-5,4 11-6,1 12-22,-2 15-23,-10 14-396,-11-20 1,-3 3 387,-6 6 0,-4 2-6,-4 6 1,-4 2 36,-4 5 0,-4 1 44,8-19 1,-2-1 0,0-1 33,-8 13 0,0-3 48,3-11 0,0-4 165,-14 6 44,8-24-32,6-17-157,9-5 94,1-27-83,12 4 813,7-16-903,12 8-6,11 8-16,9 7-28,9 9-96,11 7-339,-25 7 1,1 3-628,1 3 1,1 2 1111,3 5 0,-3 1 0,3 2 0,-4 2 0</inkml:trace>
  <inkml:trace contextRef="#ctx0" brushRef="#br0" timeOffset="2741">7250 3236 21719,'0'-4'3629,"0"2"-2979,0 2-834,-3 4-1049,-3 24 1233,-9 24 0,7-15 0,-3 3 0</inkml:trace>
  <inkml:trace contextRef="#ctx0" brushRef="#br0" timeOffset="3333">7903 3009 20918,'5'-55'1432,"-1"-1"0,-1 5 0,0 4-804,-2-13-68,-1 6-432,0 22 85,0 3-78,0 20-298,0 2 152,1 30-23,1-3-36,-1 10 0,1 4-266,-1 0 0,-1 1-1445,-1 12 0,0 3 1781,0 11 0,-1-4 0,0-23 0,1-3 0,-2 29 0</inkml:trace>
  <inkml:trace contextRef="#ctx0" brushRef="#br0" timeOffset="3558">8453 3200 23377,'0'-6'1434,"5"-25"0,0-4-1025,-2 15-320,6-42-27,-8 58-129,-1 6 22,2 23-78,-2 10-533,0 29-363,-4-11 1019,-3-10 0,-1-3 0,1-10 0,-5 15 0</inkml:trace>
  <inkml:trace contextRef="#ctx0" brushRef="#br0" timeOffset="3741">9019 2765 7582,'0'-5'-615,"0"2"1,0 3 0</inkml:trace>
  <inkml:trace contextRef="#ctx0" brushRef="#br0" timeOffset="4117">9054 2874 18806,'4'0'3681,"0"1"-584,-4-1-3047,-11-23 12,1 18-34,-8-14-17,5 25 6,5 0 5,4-1 12,6-2-12,9-1-22,13-2-162,16-6-707,18-3-701,-24 2 1,2 0 1569,6-2 0,-1 1 0,4 0 0,-3-1 0</inkml:trace>
  <inkml:trace contextRef="#ctx0" brushRef="#br0" timeOffset="4500">9843 2547 25965,'7'-49'395,"0"0"1,0 5 0,-2 9-273,-5 22-145,1 8 22,-6 29 0,1-5 11,-5 17 0,-1 5-11,2-10 0,0 0-160,-3 17 1,1 1 153,3-8 1,2-1-4,4-3 1,3-2-14,10 21 33,11-19 12,8-18 16,4-18 22,3-19 1,-7-4 36,-7-4 0,-2-1 53,6-11 62,7-13-45,-17 23-95,-10 14 274,-4 13-342,-3 20 23,-1 21-28,1-8 0,-1 4-668,-1 11 1,-1 3 385,0-8 0,-1 2 0,0 3-91,-2 13 0,0 4 1,-1-6-1,1-5 1,1-4-1,-2 5 1,0 0-1</inkml:trace>
  <inkml:trace contextRef="#ctx0" brushRef="#br0" timeOffset="5458">4178 2459 21231,'-39'-17'312,"0"-1"1,1 0-1,-11-7 1,5 8-156,-11 18-62,10 5-334,10 0 0,-2 0 289,1 1 1,-1 1-229,-3 1 1,-1-1 225,9-1 0,-1-1 50,-3 0 0,1-1 377,-20 0-307,6-2 105,10-3-149,22-1 320,9 0-444,4 0 533,4 0-606,0 8 277,-2 11-198,0 16-6,-1 4 5,-1 3 1,-1 3 2,0-6 1,-1 1-590,-2 21 1,-1 3 594,1-7 0,0 1-11,1 3 0,0 1-12,1 0 1,2-1 5,0-13 1,2 1-8,4-4 1,3 3 0,1-4-120,3 1 0,3-1-641,6 18 0,6-2-3123,2-17 0,4-4 3893,-2-8 0,-1-3 0,11 5 0,-14-18 0</inkml:trace>
  <inkml:trace contextRef="#ctx0" brushRef="#br0" timeOffset="6117">11300 2481 21153,'1'-53'1167,"-1"0"0,1 5 0,-3 9-742,-5 12-223,3 10-168,2 8-57,6 6 18,8 10-7,15 12-4,16 18 2,-16-10 0,1 2-493,2 8 0,-1 3 499,2 7 0,-2 2-34,-2 5 0,-3 3-42,-3 2 0,-6 2-51,-6 0 1,-6 0-85,-9 0 1,-7 0-101,-7-2 0,-7-3-313,4-18 1,-2-2 0,-3-1 369,-2 0 1,-2-1-1,-2-2-342,-1-2 1,-1-1-1,-1-2 538,-1-2 1,0-1 0,1-2 65,-6 2 0,0-3-378,-13-1 0,2-6-5576,-9-11 5692,23-4 0,4-2 0,5-7 1,16 0-1</inkml:trace>
  <inkml:trace contextRef="#ctx0" brushRef="#br0" timeOffset="7324">11100 2250 14146,'-6'-2'6044,"1"1"-3484,5 1-2375,-34-15-29,44 10-49,-13-10-49,32 11 1,12 6-25,11-2-1,-11 2 1,-1 1-482,16 7 459,-20-2 0,0 1-8,-2 1 0,-1 1 5,-1 1 1,-2 2 2,21 12-17,-9 4 23,-12 3 22,-10 6 45,-11 9-23,-6-11 1,-2 1-39,0 18-4,-1-10 1,-1 1-372,1-12 1,0 1 367,0 9 1,-1 3 30,-3 7 1,-2 0-14,-1-7 0,-3-2-12,1-2 0,-4-3 26,-5-1 0,-5-4-37,-1-7 0,-3-1-179,-13 8 0,-4-2-1833,-9-1 1,-2-3 2000,1-4 0,3-3 0,14-7 0,4-4 0,-7 2 0</inkml:trace>
  <inkml:trace contextRef="#ctx0" brushRef="#br0" timeOffset="7817">15081 2803 16168,'-3'-51'850,"0"-1"0,-1 1 0,1 5 1,-1 1-1,0 0-352,-2-16 1,-2 3-177,0 15 1,-2 4 1596,-7-12-1796,1 24 432,4 19-600,4 23 45,1 27 5,5-5 1,0 6-755,2 14 1,1 5 667,1-13 1,1 3 0,0 1-610,1 6 0,0 1 0,0 1-92,-2-14 1,1 1 0,0 0 0,-1 0 781,-1 2 0,0 2 0,-1-3 0,0-4 0,0 11 0,0-5 0,-2-8 0,1 1 0</inkml:trace>
  <inkml:trace contextRef="#ctx0" brushRef="#br0" timeOffset="8634">14761 3101 19100,'-45'-40'1219,"0"0"0,6 5 0,6 7-1068,15 14-158,19 8-15,26 3-6,35 0-20,-11 1 1,5-1-738,-10 0 1,2 0 0,1 0 688,5-1 1,2-1 0,0 0-36,0-1 0,0 0 1,-1 0 10,-1-1 1,-1-1-1,-1 0 62,-5 0 0,-1 0 1,-2-2 133,15-4 0,-4-3 24,-11 1 1,-4-2 132,-10 1 0,-4-1 518,5-14 10,-18 5-139,-18 7-196,-10 4 1469,-10 8-1778,-5 4 440,-2 9-501,-1 4-34,2 8-5,-3 7 6,-1 9-12,-2 6-6,3 4-10,7-2-6,11-6-6,9-8 34,14-6 44,11-8-5,16-6 57,9-13 32,4-8 1,-4-12 22,-8-7 17,-10-5 44,-8 0 7,-5 1-1,-6 10-56,-3 10-140,-3 9-50,0 8 17,-3 9-12,-4 11 0,-2 12 165,-1 12-18,3 6-34,5 1 6,9-1-27,8-3-49,12-8-14,7-8 14,5-14-136,-1-11 46,-3-15 25,-4-11 50,-6-11 23,-5-10 15,-8-4 41,-7-3-16,-4 3 3,-5 5-58,0 7-24,-3 9-24,3 5-25,2 7-26,3 3-3,8 3 23,11 0 12,13 3 15,13 2 16,7 6-10,-2 6-29,-6 9 11,-13 8 6,-12 4 6,-11 2-23,-5 2-106,-5 0-454,-1 0-1305,0 2-5355,4 2 7265,6-4 0,-2-14 0,0-10 0</inkml:trace>
  <inkml:trace contextRef="#ctx0" brushRef="#br0" timeOffset="9117">16994 2817 24004,'-20'-50'605,"0"1"0,-2 4 0,-5 10-409,-28 17-132,22 16 1,-1 3-29,-2 5 1,0 5-327,2 3 0,2 4 298,3 4 1,3 3-4,5 0 1,4 1 0,-4 28 191,17-6-174,19-5 132,15-11-54,13-10 50,9-12 68,1-17 44,-4-13 50,-6-12 46,-11-6-23,-12 2 244,-9 6-412,-8 11-130,-3 9-71,0 11 5,0 20 28,4 26 8,-2-7 1,1 6-604,-1-6 1,0 4-1,0 2 587,0 9 1,-1 3 0,1 2-10,-2-10 0,1 2 0,0 0 1,-1 1-550,-1 3 1,-1 1 0,0 0-1,-1-1 494,-2 2 1,-1-1 0,-1 0 0,-1-1 17,-3-3 1,0-1 0,-2-2 0,-2-1 36,-5 8 0,-2-3 1,-3-5-40,-10 8 0,-3-12 61,6-17 1,-2-12-85,-25-31-405,31-13 1,3-9 284,0-18 1,4-8 43,8 10 0,3-2 0,2-2 22,2-5 1,2-2 0,4 0-3,2 16 1,2 0-1,2 0 1,2 2-229,4-13 1,3 2 0,4 3-221,2 6 1,3 2 0,2 2-511,0 5 1,3 1 0,2 3-1394,1 2 1,3 2 0,-1 3 2376,12-9 1,-3 5 0,-12 10 0,-3 3 0,5-2-1</inkml:trace>
  <inkml:trace contextRef="#ctx0" brushRef="#br0" timeOffset="9717">17409 2771 24564,'-40'18'315,"1"1"1,2-4 0,12 0-142,24-5 44,8 2-11,8 4-61,11-1 72,16 1-134,-12-8 84,12-2 6,-19-11-40,3-5 40,-5-18-90,-7-2-56,-6-3 50,-6-1 12,-4 9 11,-3-2 0,-5 8-85,-2 11 1,-6 10-17,5 3 23,-7 13-7,4 4-21,-2 13 38,4 6-38,7 19-23,3-18 17,10 19-29,11-25 29,13 6 8,-1-24 1,5-4-7,-2-5 1,0-4 19,3-1 0,-1-6-28,4-7 1,-1-4-403,-5-4 0,-2-2 430,9-6 0,0-6-4,-10 1 1,-1-4 0,-3-2-8,-2 0 0,-2-1 0,-2-1 1,0 0 1,-1-2 0,-3-1 7,0-6 1,-3-2-1,-2 0 4,-2 7 0,-2 0 1,0-1-456,0-8 0,0-1 1,-2 2 491,-3 5 1,-2 1-1,-1 2 95,-6-14 1,-4 5-73,1 18 0,-1 3-23,-11-11-39,7 29 1,5 22 16,-9 37-28,12-13 0,1 3-371,-4 22 1,2 2 362,3-11 0,1 1-24,1-2 0,1 3 0,0 0-65,1-6 0,0-2 0,2 4-130,0 0 0,1 4 1,1-1-1,0-2-212,2 3 0,1-2 1,2-1-332,2 2 1,2-1 0,1-7-147,1-8 0,2-5-8464,23 17 9380,-14-33 0,-4-2 0,-9-12 0</inkml:trace>
  <inkml:trace contextRef="#ctx0" brushRef="#br0" timeOffset="9858">17781 2712 25518,'52'-24'-384,"-1"0"0,1 1 1,-7 1-1,-1 1 0,-5 7 1,24 11-1,-29 1 0</inkml:trace>
  <inkml:trace contextRef="#ctx0" brushRef="#br0" timeOffset="10341">18993 2712 23993,'-8'0'1658,"2"0"-1064,6 0-555,0 0-224,49-52-106,-14 38-914,2-3 1,10-4 0,-4 9-3712,-2 13 1,-1 6 3348,9-3 0,-4 0 1,-2 6-1,-32-7 1</inkml:trace>
  <inkml:trace contextRef="#ctx0" brushRef="#br0" timeOffset="10491">19032 2988 26575,'54'-17'-1405,"0"-1"1,0 1 0,9-4-1,-8 4 1,-6 5 0,-35 9-1</inkml:trace>
  <inkml:trace contextRef="#ctx0" brushRef="#br0" timeOffset="12882">20195 2728 20683,'0'-49'1037,"1"1"1,-1-1-1,0-16 1,-1 10-500,-3 12-224,-2 17-230,2 13-140,1 10 39,3 14 28,0 16 17,0 21-20,0-15 1,0 3-371,-1 4 1,0 3 366,-1 2 1,0 0-9,-1 0 1,1-2 4,-1-3 1,0-2 14,-1 25-6,3-21 191,1-17 106,0-18-151,0-22-85,2-18 12,0-24-28,-1 19 0,0-3-68,0-6 0,0-2 65,0-2 1,1-1 18,-1 2 1,1 1-3,-1 8 0,0 2 48,1-16-84,-1 26-74,0 18 18,1 22 16,3 18 12,0 25-9,-1-18 0,0 3 36,-2 7 0,0 2-28,-1 3 1,0 0-3,0 1 0,-1-1-17,0-4 0,-1-2-306,0-6 1,-2-1 222,1-4 1,-2-4 0,0 3-1,-1-8 1</inkml:trace>
  <inkml:trace contextRef="#ctx0" brushRef="#br0" timeOffset="16175">1262 5719 19552,'-51'8'903,"0"1"1,9-3 0,6-1-115,6-2-582,24-6-184,24-5-23,24-8-6,-6 7 1,3 0-527,10-1 1,3 0 486,7 2 0,0 1-14,1 1 0,-1 4-11,-6 3 0,-2 3 17,-11 4 0,-5 4 249,5 25-230,-45 17 37,-12-20 0,-9-1-526,-10 5 1,-6 0 525,10-11 1,-2-1 0,-1 0 16,-1 0 1,-2-1-1,1 0 21,0-2 0,0 0 1,2-2 14,-14 8 0,4-4-48,10-5 0,5-4 9,-3 3 67,41-17-50,38-19-43,-6 2 1,4-2-273,12-7 0,2-3 268,-14 7 0,0-1 0,1 0-409,0-1 1,0-1 0,-1 0 430,-2 0 1,-1 0-1,-3-2 10,11-8 1,-5-3 195,-12 1 0,-8-2-182,-10 0 1,-10-2 47,-9-1 0,-9 1 84,-7 0 1,-6 2 158,-5 3 1,-3 4-44,-2 4 0,-1 5 30,3 5 0,2 3 160,-19-4 818,22 9-1211,18 5 1371,60 16-1463,-18-4 0,2 2 5,23 8 1,1 4-143,-7 3 1,-4 4 27,-6 5 0,-8 5-550,-10 6 1,-12 5 672,-13-8 0,-7 2 0,0-4 0,2-4 0,-1-2 0,-9 2 0,1 0 0</inkml:trace>
  <inkml:trace contextRef="#ctx0" brushRef="#br0" timeOffset="17299">4415 5521 16549,'0'-4'4576,"0"0"-2610,0 4-1893,-64-43 0,32 32-73,-9-9 0,-1 4 0,13 23-17,-15 15 25,9-5 1,-4 0-789,-3 1 1,-2 1 784,-1 0 1,-1-1 8,-2-2 0,0-2-82,5-3 1,0-3 123,4 1 0,1-1 34,2-3 0,5-2 72,6 0-106,14-3-73,8 0 1126,4 3-1087,4 6 698,3 12-675,1 14 33,-3 16-25,-7-17 0,-2 2-411,-2 5 1,-3 3 430,-3 4 0,-1 1-17,-2 3 0,0 1-14,1 0 0,1-1-17,3-2 0,1-1-17,1-13 1,4-1-7,6 10 1,6-2-351,16 9 292,-2-18 0,4-3-54,6-12 1,4-5-560,6-3 0,4-5-407,6-4 1,2-4-2202,-12-2 0,0-1 0,-1-1 3178,18-5 1,-5-1 0,-15 3 0,-5 0-1,7-3 1</inkml:trace>
  <inkml:trace contextRef="#ctx0" brushRef="#br0" timeOffset="17542">4651 6072 24536,'41'-23'-1304,"0"0"0,0 0 0,1 1 0,-1 1 0,0 6 1304,5 5 0,-2 5 0,14-3 0,-26 4 0</inkml:trace>
  <inkml:trace contextRef="#ctx0" brushRef="#br0" timeOffset="17932">5648 5590 26127,'-60'-4'291,"8"15"-280,38 16 1,5 7-1,1-3 0,2 1 0,7 26-5,16-6 0,17-13 5,17-14-503,-19-18 0,2-5 503,3-4 0,1-5-3,2-2 1,-2-4-9,-7 1 0,-2-2 17,7-9 1,-3-2 139,2-9 321,6-12-204,-26 15 6,-9 10-95,-4 8 371,-2 7-550,-1 10 334,-1 13-329,-4 17-11,-1 16-17,2-18 1,0 1-1770,1 7 1,0 0 1673,0-6 0,1 2-1157,-1 25 0,-1 4 891,1-13 0,1-2 0,0-2 0,0-3 0,-2 13 0</inkml:trace>
  <inkml:trace contextRef="#ctx0" brushRef="#br0" timeOffset="18132">6547 6152 24475,'0'-6'2184,"0"1"-1781,0 5-711,-62 38-1417,29 10 1204,-11-3 0,2 1 1,20 3-1,3-5 1</inkml:trace>
  <inkml:trace contextRef="#ctx0" brushRef="#br0" timeOffset="18592">7302 5901 18403,'-4'0'5596,"1"0"-4504,3 0-1036,61-44-56,-7 25-428,-18 2 1,4-3-1,1 3-1305,2 8 1,2 3 0,-4 1-3184,3-2 1,-2 1 4410,10-2 1,-8 2 0,-21 3 0,-10 1 0</inkml:trace>
  <inkml:trace contextRef="#ctx0" brushRef="#br0" timeOffset="18775">8190 5484 21898,'0'-4'3938,"-1"0"-2611,1 4-1321,-12-4 11,10 39-57,-10 15-938,9-3 1,1 6 176,-2 5 0,-2 4 801,-1-12 0,-1 1 0,0-4 0,2-4 0,-1-4 0,0 2 0,-1-1 0</inkml:trace>
  <inkml:trace contextRef="#ctx0" brushRef="#br0" timeOffset="19166">9056 6243 22688,'0'-8'1181,"3"-25"1,-1-5-492,-1 11-567,2-13 0,-1 10-168,-2 29 29,-2 30-85,-2 2 0,-2 3-268,1-1 0,-2 2-1135,-10 21 1,-2 0 959,2-13 0,0-4 0,2-2 1,1-4-1,-5 8 0</inkml:trace>
  <inkml:trace contextRef="#ctx0" brushRef="#br0" timeOffset="19982">10028 5679 20783,'2'-63'1512,"1"1"1,-1 6-1,-1 5-1167,0 16 0,0 4 91,-2-14-223,1 20-207,-1 12-29,1 18 40,5 18-22,3 22-46,-1-13 1,-1 3-769,1 8 1,-1 3-759,-2 6 1,0 1 1576,-2-3 0,0-3 0,-2 16 0,0-27 0</inkml:trace>
  <inkml:trace contextRef="#ctx0" brushRef="#br0" timeOffset="20182">10568 5941 25814,'0'-40'287,"-1"0"1,1 0-1,-1 16-326,-2 31-45,-2 13-431,-4 19-3314,2-5 0,-1 2 3829,-4 21 0,2-7 0,7-31 0</inkml:trace>
  <inkml:trace contextRef="#ctx0" brushRef="#br0" timeOffset="20716">11223 5414 26486,'35'-12'53,"0"1"0,19-9-8,-62 54-17,-7-7 0,-10 6 33,-8-6 35,5-12 38,0-10-72,13-11 66,2-13-49,9-11-34,10-11-29,8 12 1,5 1-11,25-16-278,-19 22 0,1 3 266,4 6 1,0 4-1,23 1 11,-16 9 1,2 4-17,19 18 0,-9 8-28,-26 22-17,-25 4 22,-8-18 0,-7 4-45,-7-2 1,-6 2 0,-1-1-586,0-3 0,-1-1 1,-2 0 651,-8 6 1,-2 0 0,2-4 25,0-1 0,2-6 39,0-5 1,1-6 114,-4-7 11,5-12 0,23-26-106,22-6-39,19-11-34,4 13 5,25-2-25,-16 17 1,2 3-168,2 1 0,2 0-99,7 2 1,1 2-609,-12 4 1,-2 2-1616,17 1 2171,-7 5 1,-32-4 0,-2 0-1</inkml:trace>
  <inkml:trace contextRef="#ctx0" brushRef="#br0" timeOffset="21109">12269 5126 25679,'-16'-46'390,"0"1"0,0 3 1,10 12-369,18 26 6,17 2 6,17 6-23,0-1-282,-13 1 1,0 1 293,21 3-26,-18-1 0,-1 1 20,14 5-17,-12 0 22,-23 2 17,-11 0 29,-1 5-29,-5 4 400,-2 5-416,0 18-18,1-11 17,7-4 1,2 1 22,8 23-135,-2-19 0,0 3 104,2 11 0,-2 1-375,-3-8 1,-5-1 377,-5 7 0,-5-2-6,-15 8-73,-4-24 1,-8-2-874,-10 2 0,-4-1-3981,-2 0 1,-1-2 3504,2-1 0,4-3 0,-4-2 1,35-18-1</inkml:trace>
  <inkml:trace contextRef="#ctx0" brushRef="#br0" timeOffset="30675">5555 7740 20817,'5'-59'1372,"1"0"0,0 9 1,-3 9-818,-5 17-415,-1 17-157,1 7 51,0 33-23,4 18-14,-1-21 0,-1 4-482,1 13 0,-1 3 372,-1-3 1,-2 2-471,0 2 1,-1 4 0,0-2-764,-1 2 1,-1 0-1645,1-5 1,-2 3 0,2-6 2989,1-9 0,0-5 0,-3 27 0,4-31 0</inkml:trace>
  <inkml:trace contextRef="#ctx0" brushRef="#br0" timeOffset="31058">5621 7530 22386,'-35'29'59,"-1"-1"1,1 2 0,3 1-13,11 2 1,3 0-17,1-5 0,-3 0 47,-16 14 1,-2-1-7,-1 1 202,-1-6 1,3-3 336,12-15-197,-4-7-268,30-19 212,14-22-98,4 5 1,2-1-121,1-3 0,3 0-1040,7-7 0,0 1 956,-8 11 0,-1 2 42,5-4 0,2 1-86,-2 4 0,0 1 30,-1 1 0,0 2-3,26-11-72,-21 19-57,-4 14-548,-3 14-713,-7 7 1351,-8 5 0,-3 0 0,-2-7 0,1 17 0</inkml:trace>
  <inkml:trace contextRef="#ctx0" brushRef="#br0" timeOffset="32366">5101 9755 25203,'14'-42'427,"0"-1"1,-2 2 0,-2 17-400,-8 35-23,-1 16-5,0 4-61,-1 23-399,-5 1-2464,1-9 1,-1 1 2497,1-11 0,0-2 0,-4 27 1,7-39-1</inkml:trace>
  <inkml:trace contextRef="#ctx0" brushRef="#br0" timeOffset="32699">5299 9214 24822,'-37'21'69,"-1"0"0,6 7 0,12 4-30,36 29-8,-3-27 0,4-3-2056,24 6 2064,-5-15 737,8-12-450,-9-21 344,-6-7-328,-9-18-68,-21-4-67,-12-3-123,-3 10 1172,-16 1-1250,7 21-79,-14 10-633,4 23-4884,0 18 5590,6 3 0,12-12 0,9-14 0</inkml:trace>
  <inkml:trace contextRef="#ctx0" brushRef="#br0" timeOffset="33582">7752 7347 21035,'9'-47'1047,"-1"1"1,1 0-1,2-15 1,-3 8-532,-6 9-326,-5 21-207,-2 18 12,-1 20 10,-2 21-10,-2 24-4,3-22 1,0 3-439,-1 4 0,0 1 371,0 4 1,-1-1 10,-1 0 1,0-1 39,-2-3 0,-1-3 25,-1-5 0,-2-4-11,-17 14 78,-4-22 51,1-25 22,0-22 44,5-20-10,5-12 84,6 0 27,6 7-83,3 17 663,2 14-887,2 20 50,-2 15 34,3 17-62,5 9 5,16 3 18,19-4-233,-7-27 0,4-3 229,9-3 1,3-5 16,6-6 1,2-4-9,3-3 0,-1-4-479,-1-3 1,-2-3 452,-4-1 1,-4-1-34,-6 1 1,-4 0-474,15-9-2723,-24 10 2491,-15 10 0,-8 6 1,-3 1-1</inkml:trace>
  <inkml:trace contextRef="#ctx0" brushRef="#br0" timeOffset="36067">7311 9426 20702,'19'-49'729,"-1"0"0,1 0 1,-1 3-1,-1 2 0,-2 5-595,-1 8 1,0 3 287,2-2 0,0 3-209,1 5-24,2 2-54,-12 34 69,-8 22-151,-4-5 0,-2 4-20,-5 11 1,-4 3-573,3-10 0,-3 2 0,0 1 555,-2 3 1,-1 2 0,-1 0-1,0 1 1,0 0 0,1 0 0,1-3 0,1 0 0,2-1-270,-3 13 1,5-2 263,7-10 0,6-5-113,21 17-10,27-26-149,-11-27 1,5-7-1091,11-6 0,5-6 1351,-7 0 0,2-2 0,-5 1 0,-3 0 0,-3 1 0,2 0 0,-1 0 0</inkml:trace>
  <inkml:trace contextRef="#ctx0" brushRef="#br0" timeOffset="36957">11712 7334 21449,'9'-55'634,"-1"1"0,1 0 0,-2 10 0,-1 2 0,0 2-295,0-6 0,-2 5 361,2-18-487,-3 11 155,0 17-380,-3 34 134,1 8-106,-4 29-16,-4 15 0,-3-3 0,-3 3-590,1-3 0,-3 1 567,2-10 1,-1 2 0,0-3 5,-1 2 0,-2-2 0,-4 8 1,-4-1-294,-2-7 0,-1-2 321,2-3 0,-1-3 14,-2-4 1,2-5 2,1-9 67,7-24-67,13-2 106,2-22-55,6 14 1087,1-4-1182,0 14 850,0 14-823,-1 1 1,6 20 16,5-8-17,14 7 0,13-15-11,19-9-11,-4-8 8,-4-5 0,1-4 3,-16 2 0,-1-1-235,15-6 0,-2-1 162,-16 5 0,-4-1-605,10-10-2301,-18 9-6852,-16 8 7396,-7 7 0,-1 3 0,2 0 0</inkml:trace>
  <inkml:trace contextRef="#ctx0" brushRef="#br0" timeOffset="37583">11676 8870 23495,'2'-64'945,"-1"1"0,-1 7 0,0 8-581,-3 12-141,-1 17-201,2 12-1,0 19-21,3 16 33,-1 20-27,0-16 0,-1 2 5,-3 4 0,-2 2-316,-1 3 0,-3-1 294,-3 0 0,-2-1 16,0-3 1,-1-3 70,-14 17-20,7-21-11,6-23 0,6-23 33,5-18-22,6-24-20,4 20 1,3-2-136,2-6 0,2-1 115,4-4 1,1 1 2,1 1 1,0 1-310,1 5 1,0 2 297,-3 7 0,1 1-8,15-16 17,-2 14 6,2 12-23,1 11 837,2 12-842,-2 14 660,-3 15-655,-11 17-11,-13 15-335,-12-24 1,-4 0 339,-6 2 1,-4 1 5,-4-1 0,-2-2 30,0-3 1,0-3-17,4-6 0,2-1 3,-9 10 22,16-13 6,15-6 22,16-4-50,21 0-78,23 0-532,-21-5 1,2 1-122,4 1 0,1 2 714,7 5 0,-4 0 0,6 1 0,-8 4 0</inkml:trace>
  <inkml:trace contextRef="#ctx0" brushRef="#br0" timeOffset="46308">4613 12438 20347,'-6'0'2756,"2"0"-1239,4 0-1483,9-8-45,19-4-57,4-4-257,2 4 1,5 0-1773,2-1 0,4 1 2097,-1-1 0,3-1 0,-3 2 0,-5 1 0,-2 1 0,1-1 0,1 1 0</inkml:trace>
  <inkml:trace contextRef="#ctx0" brushRef="#br0" timeOffset="46699">5923 11774 24884,'-16'39'43,"0"1"1,0 0 0,1 3 0,0 0-1,4-3-40,3-1 0,4-3 8,2 4 0,5-2-5,12 6 548,5-17-526,16-13 6,18-25-15,-25 1 1,2-4-277,7-8 1,-1-5 329,-6-1 0,-3-2-20,-6 5 0,-1 0 84,0-5 0,0 1 681,8-18-504,-6 9 151,-6 9-398,-15 24-67,-2 9 0,0 15-11,0 31-22,-1 12-222,1-18 0,-1 2-317,1-3 1,2 1-1709,1 1 1,2-1 2279,0-6 0,0-3 0,5 9 0,-3-22 0</inkml:trace>
  <inkml:trace contextRef="#ctx0" brushRef="#br0" timeOffset="46899">7247 11701 27662,'-42'-19'65,"0"0"0,4 1 1,10 11-83,23 46-25,5-4 0,2 4-118,2 3 1,1 3-1255,3 14 0,0 1-676,1-5 1,0-2 1562,-1-6 0,-2-3 0,1 13 0,-4-28 0</inkml:trace>
  <inkml:trace contextRef="#ctx0" brushRef="#br0" timeOffset="47075">6943 12274 25275,'-36'-46'459,"1"0"1,9 3 0,15 5-483,57 3-2289,-5 15 0,4 3 2160,-5 3 1,5 0-1160,9 0 1,7-1-1,-5 2 1311,-4 1 0,-1 1 0,11-3 0,-6 2 0,-12 3 0</inkml:trace>
  <inkml:trace contextRef="#ctx0" brushRef="#br0" timeOffset="48216">8218 11609 16913,'1'-6'6290,"-1"1"-4514,0 5-1709,-10-14-6,-3 37-21,-10 1-32,11 8 0,3 5-240,1 0 0,2 2 212,2-1 1,3 0-166,6-2 0,5 0-689,4-2 1,6-2-1696,7-3 1,5-2 2568,-1-5 0,0-3 0,12 4 0,-17-13 0</inkml:trace>
  <inkml:trace contextRef="#ctx0" brushRef="#br0" timeOffset="48416">8833 11860 20991,'-3'-3'3904,"0"1"-2409,3 2-1483,-24-51-102,33 35-565,-5-39-2572,28 45 1,9 7 3226,-9-2 0,-1 0 0,28-4 0,-33 5 0</inkml:trace>
  <inkml:trace contextRef="#ctx0" brushRef="#br0" timeOffset="48632">9670 11383 27589,'-35'-18'-11,"11"17"-34,34 44-65,-1-8 1,1 1-482,0-2 1,0 0-372,0 1 0,1-1 962,2 4 0,-1-5 0,-2-7 0,4 8 0</inkml:trace>
  <inkml:trace contextRef="#ctx0" brushRef="#br0" timeOffset="48849">9943 11229 26206,'-6'-45'470,"1"0"0,-1 7 1,6 8-382,12 15-27,21 31-56,-3 3-354,-1 8 0,0 10 294,-1 14 1,-3 6-574,-10-16 1,-1 1 0,-1 1 497,1 1 1,-1 0-1,-5 1-532,-8 3 0,-5 1 0,-5-2 661,-5-2 0,-4-1 0,2-3 0,1 6 0,-1-4 0,-5-3 0,-1-1 0</inkml:trace>
  <inkml:trace contextRef="#ctx0" brushRef="#br0" timeOffset="49365">10899 11349 26486,'19'31'-49,"-1"1"1,-1-2-1,-3 4-242,0 25 0,-3 3-3131,-2-6 0,-1-2 2518,-1-9 0,-2-1 904,0 13 0,-2-6 0,0-13 0,-2 13 0</inkml:trace>
  <inkml:trace contextRef="#ctx0" brushRef="#br0" timeOffset="49542">10748 11791 19300,'-5'-5'4699,"0"2"-4011,5 3-469,-29-60-163,37 32-48,-10-10 1,6 1-18,23 20 1,8 6-113,8-4 1,4 2-1295,8-1 1,4 0-1068,-16 5 1,2 0 0,-2 0 2035,18-2 1,-5 1 0,-16 3 0,-6 1 0,7-1 0</inkml:trace>
  <inkml:trace contextRef="#ctx0" brushRef="#br0" timeOffset="49858">11601 11274 25550,'-29'-52'349,"1"-1"0,5 5 1,12 6-278,33 7-49,20 8-18,15 9-8,-25 12 1,2 4-384,2 5 1,-1 6 382,0 3 1,-3 6-12,-3 7 0,-4 6-6,-6 6 0,-6 3-231,-10 6 0,-7 2 242,-10 4 1,-8-1-498,-9 1 1,-7-1 501,10-17 0,-2-1 1,-1-2-9,-16 13 1,2-4-144,5-6 1,4-2 140,9-10 0,5-2 283,5 3-459,36-25-718,37-19-425,-11 3 1,5-3 1042,-4 1 0,4 0 0,-5 1 0,-4 2 0,-2 2 0,2-2 0,0 1 0</inkml:trace>
  <inkml:trace contextRef="#ctx0" brushRef="#br0" timeOffset="50415">12602 11122 24928,'42'-31'-3,"-1"1"1,1 0 0,-2 2 0,0 1 0,-2 8-60,3 11 1,-1 5-15,-3-1 0,0 2-131,20 3 504,-22 6-353,-23 6 208,-28 8-101,-23 9-15,9-11 0,-3 2-389,-7 4 0,-3 2 493,-4 2 0,-1 3 8,-1 1 1,2 0-40,5-1 1,4-1 17,10-5 0,5 0 29,1 12 80,35-14-96,25-12-62,25-14-390,-23-3 1,0-3 336,3-4 0,-1-2 23,-1-3 0,-3-3 207,-3-3 0,-5-3-185,-5-4 0,-5-3-12,-6-4 1,-5-2 8,-5-4 1,-5-1 49,-5-1 1,-3 1 22,-4 2 0,-3 2-14,-2 4 0,-1 3 98,-18-18-113,8 18-111,10 14 0,10 11 0,6 7 705,12 10-705,10 12 0,20 19 0,-12-13 0,3 3-23,3 6 0,-1 2-14,0 4 1,-3 2-1003,-6 4 0,-9 3 1039,-12 7 0,-7-3 0,1 9 0,-20-8 0</inkml:trace>
  <inkml:trace contextRef="#ctx0" brushRef="#br0" timeOffset="50941">9892 11924 5739,'-4'0'0,"1"0"0</inkml:trace>
  <inkml:trace contextRef="#ctx0" brushRef="#br0" timeOffset="51698">13879 11136 15956,'-4'0'5533,"0"0"-2211,4 0-3042,-47-4-146,37 0-112,-24-6-212,64-3-885,27-5-799,-15 7 1,5-1 1465,-5 2 0,3 1 1,-5 0-1,-2 1 0,-3 0 1,2 1-1,0-1 0</inkml:trace>
  <inkml:trace contextRef="#ctx0" brushRef="#br0" timeOffset="52175">14555 10808 19216,'-5'0'5035,"1"0"-3803,4 0-941,-41-60-123,38 30-104,-13-9 1,6 2-14,38 11-18,11 7-16,6 8-34,6 5-434,7 11 446,4 9-7,-29-3 1,-1 4-12,0 1 1,-2 3-3,-4 1 0,-3 3 3,7 23 16,-22 3-5,-24-2 16,-6-11 6,-5-11 1,-4-2 44,-15 7-115,13-11 1,0 0 254,-13 2 575,10-10-446,9-6-185,11-7 185,3-6-191,9-2-72,2-5 171,12 1-199,11-1-40,21 4-5,17 3-397,-22 6 1,1 3 387,4 2 1,-1 3-4,-1 2 1,-1 2-28,-5 2 0,-4 2-118,12 19-163,-26 5-341,-31 4-465,-25 5-391,9-23 1,-3-2-932,-6 2 0,-1-3 1997,3-3 1,3-2 0,-13 3 0,22-10 0</inkml:trace>
  <inkml:trace contextRef="#ctx0" brushRef="#br0" timeOffset="52426">14297 11665 25387,'58'-17'-462,"-1"0"1,0 0-1,0 1 1,1 0 0,1 2 461,1 3 0,1 2 0,-6 1 0,-4-1 0,-4 2 0,-4 2 0,0-1 0</inkml:trace>
  <inkml:trace contextRef="#ctx0" brushRef="#br0" timeOffset="52608">14279 11924 23915,'-3'1'2750,"1"0"-2297,2-1-189,94-26-1660,-56 16 1,4-1 1413,11-3 1,7-1 0,-2 0-49,-11 4 0,-2 1 0,0-1-409,2 2 1,0-1-1,0 1 439,0 0 0,1 0 0,-5 1 0,-3 1 0,-5 0 0,23-2 0</inkml:trace>
  <inkml:trace contextRef="#ctx0" brushRef="#br0" timeOffset="63525">15451 7577 12438,'49'13'192,"0"0"0,0 1 0,0-1 0,1-1 0,1 1 0,-1-3 0,1-3 99,12-3 0,-1-5 1,3 0-1297,-10 0 0,2 0 0,1 0 0,1 0 1074,-6 0 1,1 0-1,1-1 1,0 1 0,2-1-185,-6 0 0,1-1 1,1 1-1,0-1 1,1 0-1,1 0 144,4 0 0,1 0 0,0-1 0,1 1 0,1-1 0,0 0-68,-5 0 0,0 1 0,1-1 0,0 0 0,1-1 0,0 1 0,1 0 45,-5 0 0,1 0 0,0 0 1,0 0-1,1 0 0,0-1 1,1 1-1,-1 0-115,3-1 0,1 1 0,0 0 1,0-1-1,1 0 0,0 1 0,0-1 1,0 1 122,-4 0 1,0-1 0,0 1 0,1 0 0,0 0 0,0-1 0,0 1 0,0 0 0,1 0 7,1 0 0,1 0 1,-1-1-1,1 1 1,0 0-1,1 0 1,-1 1-1,1-1 1,0 0 3,-5 0 1,0 1 0,0 0 0,1-1 0,-1 1 0,1 0 0,0 0 0,0-1 0,0 1-1,0 0 7,1 0 0,0 0 0,0 0 0,1 0 0,-1 0 0,1 0 0,-1 0 1,1 1-1,0-1 0,0 0 4,0 0 0,1 1 0,0-1 0,0 1 0,-1-1 0,1 1 0,0-1 0,0 1 0,0-1 0,1 1-1,-1 0 0,1-1 1,0 1-1,-1-1 1,1 1-1,0-1 1,0 1-1,0 0 1,0 0-1,0-1-6,-6 1 1,1 0-1,0 0 1,-1 0 0,1 0-1,0 0 1,0 1-1,-1-1 1,1 0 0,0 0-1,0 0-2,0 0 1,0 0-1,0 0 1,0 0-1,1 0 1,-1 0-1,0 0 1,0 0 0,0 0-1,1 0 1,-1 0-6,0 0 1,0 0 0,-1 1 0,1-1 0,-1 0 0,1 0 0,0 0 0,1 1 0,0-1 0,1 0 0,0 0-2,-2 0 0,2 1 1,0-1-1,2 0 1,-1 0-1,2 0 1,-1 0-1,-1 1 0,0-1 1,0 0-1,-3 0 1,-1 1-1,-1-1-14,7 0 0,-3 1 0,-2-1 0,-1 0 0,-1 1 0,1-1 1,0 1-1,3-1 0,2 1 3,-4-1 0,1 1 0,3-1 0,1 1 1,0 0-1,1-1 0,0 1 0,-1 0 1,-1 0-1,-1 0 0,-2 0 0,-3 0 2,8 0 0,-2 0 1,-3 1-1,-1-1 1,-1 1-1,1 0 0,2-1 1,2 1-3,-4 0 1,1-1 0,1 1 0,1 0-1,0-1 1,1 1 0,0 0 0,0-1 0,-1 1-1,-1 0 8,-1 0 0,-1 0 0,0 0 0,0 0 0,-1 1 0,1-1 0,1 0 0,-1 0 1,1 1-1,1-1 1,-1 0 0,2 0 1,0 0-1,1 0 0,1 1 1,-1-1-1,-1 0 1,0 0-1,-2 0 0,-2 0 1,-2 0-11,12 1 0,-5-1 1,-1 0-1,-1 1 1,-1-1-1,3 0 1,2 1 13,-5-1 1,3 0 0,1 0 0,2 0 0,-1 0 0,-1 0 0,-1 0 0,-3-1 0,-5 1 11,15-1 1,-6 0 0,-3 0 0,1 0 0,2 0-14,-2-1 0,1 1 1,1 0-1,1-1 1,-2 0-1,-1 0-5,-6 0 1,-1-1 0,-1 1 0,0-1 0,0 0-1,0 0 20,10-2 0,2 0 1,-2 0-1,-1 0 0,-3-1-17,0 1 0,-3-1 0,-1 0 0,-1 0 174,10-1 1,-2-1-1,-4 0-181,5-1 0,-8 0 1009,7-1-2166,-5 0 1143,-30 5 0,-18 3 0,-9 2 0</inkml:trace>
  <inkml:trace contextRef="#ctx0" brushRef="#br0" timeOffset="68725">22157 7112 20671,'6'4'3451,"-1"-1"-2348,-3-2 488,-2-1-1328,1-9-84,-1-4 6,1-11-28,-1-2 0,0 2-6,0 3-89,0 8-51,0 5-22,0 9-17,0 12 28,0 15 11,-1 18 0,-1 12-17,-3 4-16,1-1 28,1-3-23,5-6 11,3-9 6,2-13 34,0-12 95,-3-11-6,-1-11-6,-2-22-89,-1 2 12,-5-33-12,-2 3-280,1 19 1,0-2 265,0 1 0,0 0 8,-2-23-11,2 18-22,4 18-34,1 13 23,2 15 16,5 11-16,8 25 16,-1-6 0,-2-5 1,-1 1-12,1 15 23,0 12-6,-3-3-2878,-5-4 2878,-2-21 62,-1-6 10,0-20-16,-2-11-39,-2-12-2263,-3-31 2252,1 10 912,2 4 1,1-1-908,2-16 1,-1-10-1,2 16 1,0 18-86,0 18 41,0 13 21,0 18 3174,2 13-3173,1 18-6,1 11 8,-2-22 1,0-1 698,-1 15-690,-1-20 0,1-3 11,-1-3 22,0-2 40,0-13-56,-1-13 11,-1-16-21,-1-16-7,0-20 0,2 18 0,0-1-259,1-4 0,0 0 259,1-1 0,0 1-124,0 0 0,0 2 124,2-8 0,-1 8 0,-2 31 0,0 8 0,0 27-12,1 11-38,0 10-118,1-17 0,-1 0-509,0-2 0,1 2 677,0 12 0,-1-1 0,1 6 0,0-5 0</inkml:trace>
  <inkml:trace contextRef="#ctx0" brushRef="#br0" timeOffset="69532">22156 8372 19546,'0'-6'4805,"1"1"-3253,-1 5-1462,-6-44-23,-6 48-33,-9-21-1,-4 70-16,3-4-14,7-4 0,2 2-249,6-14 0,2 0 257,-1 14 1,2-1-15,8-13 0,4-2 25,19 17-22,3-20 23,19-11 38,8-22 63,1-13-791,-26 1 1,-4-4 772,4-18 14,-17 10 1,-3-3 38,0-28-53,-8 11 1,-4-2-46,-3 7 1,-3 2 17,-4-6 0,-3 3-65,-3 14 0,-2 5-14,-20-13-11,-4 17-28,6 12 1413,5 14-1979,9 10-2230,9 14 2835,11 11 0,2-16 0,6-1 0</inkml:trace>
  <inkml:trace contextRef="#ctx0" brushRef="#br0" timeOffset="70191">23810 7318 20459,'8'-57'1642,"0"0"1,0 5 0,-2 6-1004,2 0-241,-2 13-241,-3 16-118,-2 9-45,0 14 18,1 11 16,0 15-12,0 12-4,-1 12-415,0 6 422,-1-29 1,0-1-15,0 28-21,0-11 44,0-15 67,0-15 196,-1-10-11,1-12-162,-2-10 425,-2-13-437,-2-12-33,-1-10 5,-1-7-50,2 1 23,2 5 16,2 15-73,2 15-50,0 12 6,0 13 55,1 9-21,2 15-119,1 13-458,1 10-1730,1 7 2323,-4-26 0,0-2 0,0 4 0,0-5 0</inkml:trace>
  <inkml:trace contextRef="#ctx0" brushRef="#br0" timeOffset="70882">23933 8186 25651,'9'-51'670,"-1"0"0,0 2 1,-2 12-436,-6 26-162,0 3-68,0 10-5,0 12 0,0 15-33,0 15-57,0 13-592,2-24 1,1 1-683,0 2 0,1 1 1364,2 5 0,1-2 0,1 5 0,0-5 0</inkml:trace>
  <inkml:trace contextRef="#ctx0" brushRef="#br0" timeOffset="71332">25757 7409 21164,'8'-47'1306,"1"-1"1,-1 1 0,2-17-1,-2 8-1014,-1 10 178,-5 10-224,-2 20-201,0 3-106,0 11 49,-3 24 12,1-2-56,-5 35-336,2 4-1396,2-16 0,-1 3 1788,0 12 0,1-2 0,1-22 0,0-3 0,-1 30 0</inkml:trace>
  <inkml:trace contextRef="#ctx0" brushRef="#br0" timeOffset="71815">25741 8320 25348,'12'-50'412,"0"1"1,4-5 0,-1 9-295,-3 22 67,11-12-84,-9 22-96,2 4-27,4 10 11,-4 6-1,7 16-4,2 25 10,-6-7 3,-8-6 0,-5 2-19,-9-3 0,-5-1 16,-2 22 6,-2-23 0,-2-4 0,-5-2-39,-21 14 61,23-23 34,-11 9-33,34-27-29,12-6-72,6 0-726,11-5 0,6-2-1274,-5 2 0,3 0 1709,2-2 1,4-2-1,-4 2 1,-8 4 0,-4 0-1,31-11 1</inkml:trace>
  <inkml:trace contextRef="#ctx0" brushRef="#br0" timeOffset="72191">27575 7134 18986,'0'-7'5427,"1"1"-4579,3-36 1,0-9-193,-2 12-432,3-16 0,-1 4-6,-4 30-196,1 12-72,-3 12 33,-2 16 12,-3 19-124,-1 22-753,5-21 0,1 1-1272,0 8 1,1 0 2153,1-3 0,0-3 0,0 14 0,0-23 0</inkml:trace>
  <inkml:trace contextRef="#ctx0" brushRef="#br0" timeOffset="72715">27605 8145 24430,'12'-47'560,"-1"0"0,0 4 0,0 6-464,3 8-68,4 3-40,5 6 7,6 7-46,4 10 12,4 13-39,0 9-40,-2 14 45,-8 8-16,-10 7 5,-15 2 39,-20-1 17,-16-3 39,-11-4 12,-1-8 21,7-9 91,10-7 111,11-8 12,10-8-51,5-10 11,9-3-94,6-5-91,7 2-22,6 2-39,2 4 23,3 6-6,1 9-12,0 7 12,-3 10-67,-7 4-40,-9 6-95,-19 0-145,-16 0-180,-17-4-459,-11-5-1597,-5-9 2594,-6-11 0,28-4 0,4-4 0</inkml:trace>
  <inkml:trace contextRef="#ctx0" brushRef="#br0" timeOffset="73132">29714 7153 25372,'14'-48'509,"0"0"1,-1 5 0,-4 10-335,-9 21-225,0 9 30,0 12-2,1 15-113,0 19-671,-1 20-1054,-3-24 1,0 2 1189,0-3 0,-1-1 0,-2 13 0,2-21 0</inkml:trace>
  <inkml:trace contextRef="#ctx0" brushRef="#br0" timeOffset="73525">29653 8090 25517,'12'-43'573,"1"0"0,-3 5 0,-1 9-472,-5 19-68,-2 15 1,-2 12 0,-3 20-18,-3 16-5,1-19 1,-1 0-113,-1 4 1,0 0 97,0 0 0,1-1 9,1-1 0,2-2-29,4 23 18,10-16 33,10-20-23,9-21 29,8-17 55,3-13 96,-2-3 234,-8 5-251,-11 7-22,-9 10-124,-7 8-44,-4 20 11,-1-1-73,-2 27-303,-1 1-408,3-12 0,-1 2-4005,0 7 0,0 0 4800,1-1 0,0-3 0,0 15 0,0-23 0</inkml:trace>
  <inkml:trace contextRef="#ctx0" brushRef="#br0" timeOffset="74565">20706 7563 19990,'-4'-58'1257,"0"0"1,-1-1-1,1-6 1,0 8-693,-2-3 191,4 47-700,0 5 147,5 19-191,6 18-18,0 6 0,0 4-55,5 22-1265,-4-6 1,-2 3 1325,-4-4 0,-2-2 0,1-17 0,-1-1 0,-2 1 0,1-1 0</inkml:trace>
  <inkml:trace contextRef="#ctx0" brushRef="#br0" timeOffset="75642">20231 8821 25107,'-13'-33'-100,"15"6"-925,37 21-2941,14 1-2066,-6 1 4969,11 0 0,-35 1 0,0 1 0</inkml:trace>
  <inkml:trace contextRef="#ctx0" brushRef="#br0" timeOffset="75832">20890 8481 20016,'1'-6'5231,"0"1"-4088,-1 5-1109,9-8-45,-6 38-34,7 10-151,-8 2 0,-2 4-1290,1 3 0,-1 0 1486,0 8 0,0-5 0,0 8 0,0-8 0</inkml:trace>
  <inkml:trace contextRef="#ctx0" brushRef="#br0" timeOffset="76342">19194 7671 17944,'0'-62'2093,"0"0"0,-1 10 0,-1 5-1298,-1-6-442,-1 27-342,2 16-11,1 22 23,5 17-23,1 26-160,0-17 0,-1 4-1286,-1 9 0,-1 3-3470,0 6 1,-1-1 3730,-2-12 1,0-4-1,0 19 1,-1-45 0</inkml:trace>
  <inkml:trace contextRef="#ctx0" brushRef="#br0" timeOffset="76632">18535 9143 23051,'41'-15'-649,"0"-1"0,0 0 0,13-6 0,-6 6 0,-12 14 1,-15 0-1</inkml:trace>
  <inkml:trace contextRef="#ctx0" brushRef="#br0" timeOffset="76975">19159 8883 25416,'-3'-42'123,"0"-1"0,2 4 1,7 8-113,27 18 0,5 6-11,1 11 0,-3 11 0,-7 12-45,-8 12 6,-12 10-376,-18 10 420,-2-26 1,-4 0-12,-4 1 1,-4-1-12,-2-2 0,-1-2 23,3-4 0,1-1-6,-13 12 11,16-13 50,17-10-27,8-7 5,18-7-84,12-8-622,22-7-915,-21 6 1,2-2 1581,9-3 0,-3 2 0,7-2 0,-4 0 0</inkml:trace>
  <inkml:trace contextRef="#ctx0" brushRef="#br0" timeOffset="77458">17503 7674 20957,'1'-48'1527,"-1"-1"1,1 7-1,-1 8-1359,-1 21-45,0 7-156,1 11 55,1 15-78,4 42-289,-4-22 1,1 2-514,0 3 1,0 4 857,-3-4 0,0 2 0,0-6 0,0 8 0,-1-11 0,1 0 0</inkml:trace>
  <inkml:trace contextRef="#ctx0" brushRef="#br0" timeOffset="77815">16816 9409 24144,'41'-15'-541,"-1"0"1,8-1-1,-3 4 1,-4 7-1,3 0 1</inkml:trace>
  <inkml:trace contextRef="#ctx0" brushRef="#br0" timeOffset="78265">17491 9147 19826,'-3'-3'4621,"0"0"-3226,3 3-1171,-27-68-196,30 44-31,-10-14 0,6 3-36,35 25 11,8 5 5,3 11-21,-2 9-18,-5 13-16,-8 12 16,-12 8 6,-13 9 39,-10-11 11,-9-11 1,-3-2-17,-12 9 38,8-13 1,-2-1 56,-13 5 73,7-10 134,5-9 0,8-8-68,7-8-72,5-4-67,6-7-45,11 0-28,11-2 0,2 5 11,33 2-5,-11 12 5,-12 1 0,0 3-5,20 21-12,-13 13-5,-17 10-17,-17-8-560,-22-9 0,-11 0 588,-9-4 0,-2-3 0,8-3 0,2-1 0,-3-6 0,1-1 0</inkml:trace>
  <inkml:trace contextRef="#ctx0" brushRef="#br0" timeOffset="79533">16014 7927 24010,'3'-41'949,"-1"0"1,3-22-889,0 66-16,2 19-6,2 21-39,-4-13 0,-2 4-608,0 5 1,-2 3-472,-3 7 1,-1 2 807,1-8 0,-1 2 1,1-4-1,-2-5 1,1-2-1,0 2 0,1-1 1</inkml:trace>
  <inkml:trace contextRef="#ctx0" brushRef="#br0" timeOffset="79933">15287 9394 18756,'-3'0'4845,"0"0"-4279,3 0-846,53-43-1586,-9 27-3050,3-9 1,2 2 4780,12 14 1,-22 4-1,-16 3 1</inkml:trace>
  <inkml:trace contextRef="#ctx0" brushRef="#br0" timeOffset="80283">15862 9143 19160,'0'-5'5707,"0"1"-4060,0 4-1614,2-43-16,-1 54-11,0-23-12,0 68 6,-1 2-6,5-2-22,4-8 17,9-11 6,3-13 49,4-15 29,4-19 34,3-15 150,5-16 135,-1-7 51,-4 0-63,-9 8-144,-8 11-180,-8 13-96,-3 13 29,-2 18 22,1 19-134,0 25-941,-1-19 0,-1 4-527,1 12 1,0 4 1590,-2-8 0,1 3 0,-1-4 0,1-6 0,-1-2 0,0 3 0,0-1 0</inkml:trace>
  <inkml:trace contextRef="#ctx0" brushRef="#br0" timeOffset="88483">17673 9803 7190,'3'0'4828,"0"0"-168,-3 0-3103,8 13-224,-6-9-353,4 10-285,-10-13-163,-3 0-128,-2 0-80,-1 1-172,1-1 324,-5 1-112,3-1-17,-6 0 6,3-2-40,0-3-100,-2-4-51,2-2-38,-1-1-7,2 0 6,3 1 12,2 3-6,2 1-39,2 1-29,3 3-38,0-1-180,1 2 163,0 7 10,2 1-4,0 8-7,4 1-5,2 1-5,-2-2-29,9 7 28,-6-9 34,12 12 0,-9-13 6,5 2-12,-4-9 6,0-3 6,1-7 11,2-6 11,3-6 17,1-5 16,0-1 29,-4 1 72,-4 4-11,-6 4-22,-3 4-56,-5 3-56,-1 1 5,-3 2-33,0-1-6,1 1 0,1 1-11,1 1-106,1 1-3714,1 0 3820,6 6 0,-4-4 0,5 3 0</inkml:trace>
  <inkml:trace contextRef="#ctx0" brushRef="#br0" timeOffset="90366">17631 10632 14409,'0'-11'6738,"1"3"-5382,-1 8 324,0 0-1612,-5-50 10,5 37-39,-2-28-11,7 49 62,3 22-17,-3 6-45,0 21 2,-7-17 1,-1 1-764,1-5 0,-1-1 733,-1-1 0,0-1 22,-2 16 17,5-22 303,1 0 191,2-15-102,5-16-291,-1-6 1595,6-21-1472,-2-5-112,-4 3 1,-2-3-88,-1 1 0,-3 0-216,-1-9 0,-3 0 197,1 8 0,-2 2-6,-5-17 45,2 12-95,4 26-107,1 5 79,4 21 28,7 17 11,1 6-6,0-6 1,1 1 22,7 27-31,-6-15 0,-1 1-6,-3-8 0,0-2-234,-2 2 1,-1-3 264,-1-1 57,-3-9 77,-4-20-106,-2-12 12,-5-18 33,0-19-62,2 2 3,6 12 1,2-2-1,3-2 0,0 1-8,1 2 0,0 0 11,6-26-79,-2 35 29,-3 17 934,-2 11-912,3 14-62,7 27-459,5 9-1818,-5-15 0,0 0 2339,0-7 0,-2-2 0,4 10 0,-5-17 0</inkml:trace>
  <inkml:trace contextRef="#ctx0" brushRef="#br0" timeOffset="91507">24231 10244 9850,'0'-3'9584,"0"1"-5915,0 2-2678,-33-71-286,22 37-425,-7-10 0,2 1 107,13 15-174,3 9-151,0 9-40,0 6 12,3 12-6,3 8 17,2 15-34,1 13 0,-3 10-11,-5 8 5,-2-30 1,-2 0-11,-2 29-12,-1-4 28,2-11 6,3-10 11,2-15 151,1-10 84,0-8-72,0-12-35,-2-10-44,0-16 12,-4-13-68,-1 4 8,-1 3 0,-1-1 15,0-19-231,2 19 0,1 0 197,0-9-34,3 20-56,1 17 23,0 15 16,5 13 6,3 14 0,8 15-16,1 12 21,-2 5-38,-5 2-8,-6-3 52,-7-7-22,-3-11 33,-2-15 34,2-13 0,3-13-22,1-17-1,1-16 18,0-17-34,1-13 23,1 28 1,0 0-10,-1-1 0,2 0 2,0 3 1,0 2 22,1-16-50,-1 18-17,-3 17-12,1 11 12,-2 12 11,1 3 151,5 34-1193,4-2-1818,-1-10 1,2 1 2011,7 19 0,-4-21 0,-5-15 0</inkml:trace>
  <inkml:trace contextRef="#ctx0" brushRef="#br0" timeOffset="93057">17716 10718 11217,'-3'0'5651,"0"0"-3152,3 0-2404,-21-4 107,19 3 178,-7-3-4,35 4-74,15-1-73,14 0-366,-23 0 0,1-1 204,4 1 1,1-1-26,4-1 0,1 1-14,4-1 0,1 0-602,5 0 1,1-1 598,5 0 0,2 0-27,-19 1 0,1 1 1,1-1 1,1 0 0,1 0 0,0 1 9,1 0 0,1 0 1,0 0 14,2 0 0,1 1 1,0-1-1,1 1 0,1-1 0,0 1-13,3 0 0,-1 0 1,1-1-7,1 1 1,0-1 0,0 0-610,2 1 1,0-1 0,0 0 616,2 1 0,1-1 0,0 0-15,-13 1 1,0 0 0,0 0 0,1-1-5,2 1 0,0 0 1,0 0-1,1-1 7,1 1 1,0-1-1,1 1 1,0-1 5,1 0 0,0 0 0,0 0 0,0-1 2,0 0 1,0 0 0,0 0 0,-1-1-442,0 1 1,0 0-1,-1-1 1,1 0 447,-2 1 1,-1-1 0,1 0 0,-1 0 12,-1 0 0,-1 1 1,0-1-1,0 0-256,-2 1 1,0-1 0,0 1-1,0-1 257,15-1 0,-1 1 0,-1 0-141,-1-1 0,0 0 0,0-1 126,-1 1 0,0 0 0,0 0 9,-2 0 0,1-1 1,-1 0 1,-1 1 0,0-1 0,-1 0 109,-2 0 0,0 0 1,-2 0-114,-1 1 0,-2-1 1,-1 1-12,-3 0 0,-1 0 0,-2 0 14,12-1 1,-4 1 685,-10 1 1,-4 0-628,12 0 1626,-19 2-1671,-6 0 1850,4-1-1855,8 0 1480,10-1-1492,9 0-16,9 1-178,-29 2 0,0 1 172,0-1 0,-1 1 11,27 1 1,-12 1 16,-12 0 72,-8-1 52,-2-1-18,5-3-56,10-1-50,10-3-11,9 1-11,2 2-1,-3 2 367,-10 0-367,-13 3 7,-12 0 21,-11 0 40,-5 0 28,-3-1-17,3 0 22,2-1 23,1 0-6,2-3-22,1 2-17,0 0 11,-3 0 17,-4 2 6,-3 0-624,-3 0 0,0-1 0</inkml:trace>
  <inkml:trace contextRef="#ctx0" brushRef="#br0" timeOffset="107132">20494 10203 12421,'0'-7'7959,"0"1"-7049,3-27 1,3-6 159,4 3-732,-1-10 1,2 1 137,6 13-157,1 10-167,-4 10-113,-4 9 22,-4 10 79,-4 13 6,-4 17-11,-7 15-93,2-21 0,-1 0-31,0 0 0,0 0 1,-2 23 4,7-13 40,10-13 112,4-12 62,8-13-40,8-16-66,11-14-63,-15 6 1,2-1 2,2-4 1,0 0-15,0-1 0,0 0 12,-3 2 0,-2 2 66,12-15-16,-13 15-72,-12 12-40,-5 10 5,0 16 1,0-1 11,7 22-1,2 0-27,5 17 11,-9-23 0,1 2-3,1 9 1,-2 0-10,3 18-127,-6-19 1,-2-1 132,-3 6-5,0 6-51,-4-13-879,-2-8-129,0-16-7617,-1-5 8687,4-11 0,0 1 0,2-1 0</inkml:trace>
  <inkml:trace contextRef="#ctx0" brushRef="#br0" timeOffset="107649">20495 10025 17412,'0'-4'5360,"0"0"-3568,0 4-1781,12-57-39,-8 46 84,8-33 28,-12 71 45,-2 31-67,-2 2-231,2-22 1,0-1 185,-3 13 16,3 1 12,7-17 73,9 3 89,7-16 124,11-9-174,-7-14 134,16-14-22,-1-8-23,12-12-73,-23 10 1,-2-1 28,13-19 269,-7 2-303,-13 9-39,-9 16-17,-2 2-45,-4 9-56,-3 9 1,0 3 10,-1 12-5,1 8-23,0 13 6,2 20-61,2-2-575,-1-19 0,1 0-377,5 14 1013,-1-12 0,0-3 0,-2-9 0,4 12 0</inkml:trace>
  <inkml:trace contextRef="#ctx0" brushRef="#br0" timeOffset="160340">7915 4656 17988,'0'-9'2616,"-11"-30"0,-1-5-1602,1 10-701,-2-10 1,0 2 0,7 24-281,2 10-27,3 12 27,1 14-55,0 18 0,0 19-40,0-22 0,0 1-472,-1 3 0,2 1-233,-1 1 0,1 1-1059,0-2 0,1 0 1826,1-1 0,1-3 0,0 4 0,0-11 0</inkml:trace>
  <inkml:trace contextRef="#ctx0" brushRef="#br0" timeOffset="160690">8061 4328 20426,'-37'-45'741,"0"1"0,4 4 1,6 11-748,18 24 236,6 13-179,2 11 41,1 16-81,5 21-11,-1-14 0,12 13 44,2-27 18,8-1 220,1-12 21,-1-16 94,-2-13 107,-4-15-11,-7-8-67,-6-6-67,-10-1-124,-8 4-90,-7 4-66,-4 7-90,-2 8-219,2 9-723,5 7-3382,4 13 4335,7 4 0,2 0 0,3-3 0</inkml:trace>
  <inkml:trace contextRef="#ctx0" brushRef="#br0" timeOffset="163700">9973 7472 18554,'0'-10'2316,"-4"-28"1,-2-5-1483,4 10-700,-4-9 1,2 1 206,4 18-156,1 13-140,1 2 5,3 10-5,1 13-17,0 3 17,0 22-11,-4 4-6,-2-6 0,0 2-20,0-6 0,-1 1-117,1 5 1,1-1 108,3 14-5,0-15 10,7-3 7,-6-22 111,3 5 169,-6-16 172,-1 1-357,-1-9-6,-4-8-73,2-5 183,-2-8-200,4 1 0,2 5-5,3-10 28,-3 11-6,3-8-6,-8 8-33,-5 0 16,0 3 7,-11-15-12,7 5 5,-2-15 12,7 3 0,5 0-6,6-1 6,-1 9 39,8-12-17,-4 17 28,3-7-5,-5 16-29,-2 7-27,-2 5-45,-1 4 16,0 8 12,0 7 11,2 12 28,1 11-17,0-3-11,4 24-16,-4-12 10,0-12 0,-1 0 34,-3 24-16,-4-3-12,-2-13 11,-3 9-11,6-24 11,2 8 17,12-19 28,12-6-6,14-5-16,13-10 5,7-4 17,-1-6-5,-4-3-18,-9 0-16,-6 1 0,-8 5-6,-10 4 0,-9 4-22,-6 3-6,-3 1 28,-7 0-5,-2 0 0,-8-3-12,-1 0 12,-3-2-23,-6 1 6,-7 2 33,-6 2 12,-7 3 22,-4 1-51,2-1-16,4-3 22,7-8-16,5-7-7,8-11 7,4-5 16,7-2 11,4-1-10,5 0-1,3-3 6,1-2 5,4-5-16,4 1-1,5 3 1,5 7-12,0 7 17,-2 8-5,-4 7-12,-4 6 18,-4 3-1,-1 7-22,-2 9 11,0 12 0,-2 14-12,-4 11 12,-3 8-133,5-27 1,0 1 149,1 0 0,0-1-6,1 18-6,8-8 1,5-1-39,7 0 35,-1-7 1,4-4-14,19-11-28,11-11 5,-20-11 1,2-4-530,5-1 1,2-4-1174,3-3 0,-1-1 1146,-3 0 0,-2 1 0,10-4 0,-23 8 0</inkml:trace>
  <inkml:trace contextRef="#ctx0" brushRef="#br0" timeOffset="167266">5770 14701 22006,'-56'12'963,"0"-1"1,5 2-1,17-9-416,33-10-480,21-7-67,20-8-17,-11 8 0,4 1-628,7-3 0,3 0 238,7-1 1,2-1-778,7-1 0,1-1-1976,-17 5 1,1 1 0,-1-1 2710,15-5 0,-4 2 0,-16 5 0,-6 1 0,6-1 0</inkml:trace>
  <inkml:trace contextRef="#ctx0" brushRef="#br0" timeOffset="167440">6713 14213 26782,'-29'35'56,"7"12"-207,19-9 0,4 3-1595,1 6 1,1 1 1745,3 10 0,1-2 0,-3-23 0,1-2 0,6 29 0</inkml:trace>
  <inkml:trace contextRef="#ctx0" brushRef="#br0" timeOffset="167907">7865 14440 21467,'-8'-59'1445,"1"-1"0,2 14 0,0 8-1137,-8 12-235,6 28-50,0 14-18,3 18-81,7 1 1,2 1-93,3 18-621,3-8 0,2 0-281,-1-12 0,0 0-2375,2 10 1,0 1 3444,-2-6 0,-1-3 0,2 10 0,-7-22 0</inkml:trace>
  <inkml:trace contextRef="#ctx0" brushRef="#br0" timeOffset="168073">7720 14814 19501,'-5'-4'4946,"1"0"-4669,-15-22 0,2-7-31,17-2-232,-15-1 0,5 1-25,45 2-174,14 11-179,-12 8 0,5 0-2439,0 2 1,4 1-1,-1 1 2803,8-3 0,-1 2 0,-2 0 0,-5 2 0,-7 2 0</inkml:trace>
  <inkml:trace contextRef="#ctx0" brushRef="#br0" timeOffset="168273">8824 14099 27578,'-52'-16'-34,"17"23"-61,47 41-199,-1-10 0,0 1-1000,0-2 0,1 1-1983,2 3 0,0 4 0,0-4 1638,-1-1 1,0-1-1,1 3 1,-2-8 0,-7-20-1</inkml:trace>
  <inkml:trace contextRef="#ctx0" brushRef="#br0" timeOffset="168516">9630 14118 23931,'-4'-5'2728,"0"1"-2554,4 4-62,0 0-123,45 14-73,-13 27-642,0-10 0,0 5 146,-13 11 0,-6 3 0,-3-11 1,-2 2-4020,-2 9 1,-4-1 4598,-4 12 0,2-9 0,-4-26 0</inkml:trace>
  <inkml:trace contextRef="#ctx0" brushRef="#br0" timeOffset="168690">9527 14481 23132,'-53'-32'782,"0"0"0,6 4 1,16 1-738,36 0 87,13 8-320,22 4 1,8 2-357,-4 3 1,2 1-2152,1-1 1,3 0 0,-1 0 2694,10 0 0,-4 1 0,-16 3 0,-4 0 0,4 0 0</inkml:trace>
  <inkml:trace contextRef="#ctx0" brushRef="#br0" timeOffset="169023">10615 14079 21450,'-8'0'3685,"1"0"-2906,7 0-381,-60-43-135,45 17-190,-16-4 0,6 0-6,38 0-50,8 6 16,9 8-38,3 7-29,0 10 34,-4 12-22,-7 10 11,-7 14-1,-8 12-10,-14 10-337,-2-25 0,-3 0 350,-7 4 1,-2-2 5,-2 1 0,0-1 3,1-1 0,1-3-17,-5 15 29,19 0-1,28-25-11,30 0-76,-12-18 1,4-4-1031,11-2 0,3-2-935,-15 1 1,1-1-1,0 0 2041,17-3 0,-5 1 0,-16 1 0,-4 1 0,5-1 0</inkml:trace>
  <inkml:trace contextRef="#ctx0" brushRef="#br0" timeOffset="170491">11950 13833 14281,'-2'-3'3394,"0"1"-2437,2 2-889,98-56-1346,-65 44 1,1 1 1267,13-9 1,6-4 0,-5 6-8,-13 11 1,-2 5 216,1 0 1,-4 4-218,-3 14 96,-26 36-37,-16-20 0,-8 2-295,-16 13 1,-5 0 350,6-11 0,-3-2 131,5-7 1,-3 1-1,2-2 233,-4 3 0,0 0-247,-7 5 1,3-1 98,-5 6 1207,34-14-1325,31-25-42,18-11 0,6-6-98,-4 0 0,2-3-257,0 1 1,2-1 0,0-2 264,12-8 1,-2-2 22,-2-2 0,-3 0 567,-12 8 0,-3-2-478,0-13 1,-5 1 472,-7 0-339,-9 1 1,-6 2 70,-18 9-90,-15-6-55,-7 22 1013,8 7-1120,-1 8-112,21 4 22,3 8-22,21 5-11,13 8-34,1-4-373,-2 1 0,0 3-2500,3 21 304,-11-19 0,-2 1 2597,-6 29 0,-10-36 0,0 0 0</inkml:trace>
  <inkml:trace contextRef="#ctx0" brushRef="#br0" timeOffset="171658">13585 13804 22565,'-9'-42'462,"-1"-1"0,0 1 0,-1-16 0,8 7-328,22-1-61,17 12-39,12 12-537,8 14 514,5 13-28,-1 17-11,-11 20 8,-30-11 1,-7 5 5,-7 7 0,-7 2-561,-9 7 1,-8 0 571,-8 5 0,-5-1 10,6-16 1,-1-1-1,-1 0 18,-14 14 1,0-2 2,3-6 0,3-4-6,8-7 1,4-2 429,-1 4-323,30-17-23,25-17-72,29-10-20,-20 1 0,4-1-392,7-2 0,2-2 313,5-1 1,1 1-219,2-1 1,0 1-676,0 1 1,-1 1-3370,-1-1 0,-2 2 3914,-9 2 1,-3 1 0,11-4 0,-28 8 0</inkml:trace>
  <inkml:trace contextRef="#ctx0" brushRef="#br0" timeOffset="172148">13608 14650 23635,'38'-26'-341,"0"1"1,0 0 0,0-4 0,1 3-376,4 11 1,5 3 0,-4 2-2663,-1 0 1,-2 2 3377,8 0 0,-2 1 0,4 0 0,-18 6 0</inkml:trace>
  <inkml:trace contextRef="#ctx0" brushRef="#br0" timeOffset="172281">13931 14616 16168,'-43'20'2069,"0"-1"1,1 0 0,-10 4 0,8-4-1303,14-6-246,27-11-527,27-13 1,14-6-1007,3 1-369,16-7 1,3-1 778,-27 12 0,-3 2 0,24-8 1,-24 8-1</inkml:trace>
  <inkml:trace contextRef="#ctx0" brushRef="#br0" timeOffset="182832">23912 5898 21836,'-18'-45'821,"1"-1"1,0 0 0,4 8-632,8 22-150,7-1-24,8 15 7,7 13 27,2 15 23,-5 17-6,-7 16-309,-9-25 1,-3 1 263,-1 0 0,-2 0-2,-2-2 0,-1-3 8,-8 21 0,5-17 33,7-15 461,5-9-186,3-16-163,6-11-27,4-15-17,6-14-17,0-12-45,-8 26 1,-2-1-43,-2-1 0,0 1 48,1-25-11,-4 14-40,-1 19-61,-3 15 5,1 14 46,-2 15 4,1 16-16,1 17-5,0-5-7,1-10 1,1 1 0,1 9 11,-1-14 0,0-2 488,2 5-443,-2-14 67,0-12-17,-1-14-50,-3-14 0,0-14-11,-2-17-18,1-13-180,3 27 1,0-1 163,1-1 0,1 0-8,1 4 0,1 1 13,3-16-33,0 20-11,-1 16 22,-2 15-16,0 14-46,1 17-262,0 15-797,-2 13-732,-2-27 0,0 1 1870,0 4 0,0-2 0,0 5 0,0-5 0</inkml:trace>
  <inkml:trace contextRef="#ctx0" brushRef="#br0" timeOffset="183133">24299 5724 22487,'-54'13'250,"0"1"0,2-1 0,5 4-93,6 12 148,9-7 0,1-1 104,-7 7-107,-10 9-66,23-12-68,10-1-79,8-1-27,7 4-23,11 2-5,11 1-18,13 0-94,13-2-627,11-6-191,-25-14 0,1-2 237,6-2 1,-2-1 0,5-2-1,-3-1 1</inkml:trace>
  <inkml:trace contextRef="#ctx0" brushRef="#br0" timeOffset="183673">24433 5947 17988,'-47'6'1165,"0"-1"0,2 0 0,5-1-481,-2-2-152,-8 2-44,-7-1-18,-1 0-89,7-2-62,9 0-45,16-2 1,11 0-90,9 0-113,4 0-38,2 1 5,8 1 45,7 1 29,20-1 10,25 1-84,-14-3 0,3-1-405,-7 0 1,1 0 0,2 0 376,7-2 0,2 0 0,0 0-549,3-1 1,1 0-1,0-1 549,0 1 0,0-1 1,-1 0-3,-4 1 0,-1-1 1,-1 1-3,-7 0 1,-1 0-1,-2 1 10,9-2 0,-5 1 16,14-2 74,-28 3 50,-19 3 914,-9 1-1447,-17-1-354,4 1 730,-9-1 0,11 1 0,4 0 0</inkml:trace>
  <inkml:trace contextRef="#ctx0" brushRef="#br0" timeOffset="185006">25687 5904 19395,'-1'-49'1208,"0"0"0,0 4 0,1 6-727,4 3-100,-2 9-140,0 7-174,-2 11-89,0 4 22,-2 12 16,-4 9-4,-7 15-29,-4 12 34,-3 7 33,3 1-44,5-4 10,6-7 7,4-11 83,2-9 309,0-11 83,1-7-206,3-10-130,3-9-11,1-10-5,-2-8-56,-2-5 10,-2 0-10,-1 3-28,-1 9-29,0 7-44,-1 11-51,1 5 1,-1 8 38,1 8-10,0 9-247,0 13-662,0 9-2110,0 7 2204,0 9 0,0-26 0,0-3 0</inkml:trace>
  <inkml:trace contextRef="#ctx0" brushRef="#br0" timeOffset="185766">26177 5951 14085,'-6'-10'5696,"0"2"-3080,6 8-2045,-30-67-172,19 33-30,-6-10 1,1 1 173,10 10 79,2 7-258,2 7-245,0 9-108,1 5-45,0 8 51,0 10 284,1 13-296,0 29-5,1-14 3,2-6 0,1 1 3,7 12-12,5 13-5,0-7 33,-1-1-16,-7-22 33,-3 0 39,-8-20 29,-3-2-1,-7-6 34,-12-17-89,1-4-29,-2-8 23,2-8-17,7-2-17,-3-14 11,9 18 1,1 1-12,-4-12 11,-3-7 1,5 26-1,-3-2 6,0 9-22,-1 7-51,5 5 34,2 3-17,6 2 5,2 3 23,6 1-16,15 8 27,9 2-17,5 0 6,7 4 0,-11-1-17,0 7 17,-11 3 17,-19 9-11,-13-5-6,-7 0 5,-13-4 1,1-6-6,-14 7-11,16-10-101,-1 2 17,25-15-365,5 1-1489,18-8 1949,19-6 0,-13 4 0,3-4 0</inkml:trace>
  <inkml:trace contextRef="#ctx0" brushRef="#br0" timeOffset="190548">26204 7919 15748,'-1'-6'2876,"-7"-24"0,-6-6-2024,-14 5-905,2-8 1,-8 2 306,-14 24 1,-5 10-821,14 0 1,-1 4 677,-5 5 0,-3 4 0,2 3-465,-7 11 1,2 5 452,7-4 1,0 3 0,0 1-10,2 4 1,0 2-1,2 2-28,2 1 1,2 2 0,2 1-38,2 1 0,3 1 0,2 1-2,3 1 0,3 0 1,3 1-14,3-1 0,3 1 1,4 1-5,3-3 0,4 1 1,3-2-253,9 20 1,11-4 247,8-17 1,8-2 0,0-4-1,5 1 0,6-5 4,-9-13 0,7 0 0,1-3 0,-2-4-563,5-3 1,0-5-1,1 0 558,-2-2 1,1 0 0,2-1 0,-1-2-6,-1-2 0,1-2 1,-1-1-1,1-3 29,4-5 1,1-2 0,-1-2 0,-3-2 19,5-4 1,-4-2 0,-1-2-12,-5 1 1,-1-1 0,-5-3-15,-10-2 0,-3-2 0,-4-1 91,0-13 0,-5-2-45,-5 8 1,-1-3-1,-3-1 24,-6-9 1,-4-2-1,-5 2-35,-4 7 0,-4 2 0,-1 1-28,0 2 0,-2 0 0,-5 4 7,-8 3 1,-6 3 0,-1 5 0,-17-4 1,-5 6-34,9 5 1,-4 2 0,-3 4 5,3 6 1,-4 3 0,0 2 0,0 3-12,6 2 1,1 3 0,0 1-1,1 1-38,-1-1 0,1 1 0,1 2 1,2 3 31,-12 9 1,3 4-1,4 2 4,13-2 1,3 2-1,0 2 4,-5 6 0,-1 3 0,4 5-8,0 9 1,5 5 0,3 0-5,7-5 1,4-1 0,2 0 5,0 0 1,1 0-1,6 0-2,7-2 1,5-1 0,3-3-16,8 8 1,7-2-140,-1-9 0,4 0 0,4-4 130,4-2 0,4-4 1,6-3-87,1-8 0,6-3 1,2-3-1,-4-1 116,1-1 0,-3-3 0,5-3 2,5-4 0,6-4 0,0-4 0,-4-3-144,0-6 0,-3-4 1,2-4 150,-6 3 0,3-3 0,0-2 0,-2-4 4,-7 0 0,1-3 0,-2-2 1,-2-2-1,-2 1-9,2-5 1,-4 0 0,-2-1 0,-1-3-79,0-5 1,-2-4-1,-3 0 1,-5 4-161,-6 3 1,-5 2 0,-5-1 145,-9-11 0,-5-2 0,-1 9 1,-1-7-1,-6 19 0,-1-1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09:56:06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3695 2563 11620,'-63'-4'1594,"1"0"1,2 0 0,10 1-475,23 3-157,-1-1-430,6 1 139,5 0-415,8 0 152,3 0-235,5 0-85,0 0 68,18 3-118,-5-1 34,29 3-23,2-1-33,-11-2 0,1 1-6,5-1 0,4 0 0,16 1 1,2 0-320,-18-1 1,2 0 316,0-1 0,4 1 1,-2-1-576,7 0 0,0-1 566,-8 0 0,2 0 0,3-1 0,9-1 0,4 0 0,-3 0 0,-6 0 0,-1 0 0,-1-1-665,-2 1 1,0-1 0,-1 0 671,-3 1 1,-1-1 0,-2 1-3,11-1 1,-1 0-312,-8 0 1,1 1 0,0-1 307,1 1 0,-1-1 0,1 1-4,0 0 0,1-1 0,0 1 4,1-1 0,0 1 0,0-1-8,1 1 1,0 0-1,0-1-2,0 1 1,0-1 0,-1 1-207,2 0 1,-1-1-1,0 1 208,0 0 1,-1 0 0,3 0-5,10-1 1,2 0 0,-4 0 9,3 0 0,-1 1 1,-4-1 1,2 1 0,-4-1-2,0 2 0,-2 0 5,-9 0 1,2 0 0,0 1-1,-2-1 1,1 1 0,0 1-3,9 0 1,1 0 0,-1 0 1,-8 0 1,0 1 0,-1-1 1,-1 1 1,-1 0-1,0-1 18,18 1 1,-3 0-50,-9-2 1,1 1 26,10-1 0,3 1 4,-14-1 1,1 0-1,-2 0 10,14-1 0,-3 0-14,-2 0 0,-2 0 5,-7 0 0,-2-1 587,-12 1 0,0 0-587,7 0 1,0 1 381,1-1 0,-2 1-379,21 1 0,-10 1 1377,-12 1-1388,-13 0 1221,8-1-1187,10 0-12,-4-2 507,1 0-512,-2-1-12,-17-1 173,17-6-1449,-16 2 1271,8-5 0,-18 6 0,-6 1 0</inkml:trace>
  <inkml:trace contextRef="#ctx0" brushRef="#br0" timeOffset="3984">6267 3333 17117,'-39'-6'743,"1"0"0,-22-5-362,58 11 361,2 0-615,4 0 163,3 2-38,10 0-12,9 3 58,11-1-108,24 1-85,-3-1-504,1 0 459,4 0 12,-5-2 22,-7 0 1,3-2-39,-5 1 1,1-1-503,14 0 0,-2 0 601,-19 0 0,-1-1-46,12 1 0,1-2-14,-9 1 1,1 0-5,11-1 0,3 0-33,-13 0 0,0 1 1,0 0 13,12-1 0,-2 1-5,-2 0 1,-2-1-138,-7 2 0,-2 0-278,-11-1 0,-1 1 366,7 0 0,1 0-6,4-1 0,-1 0-79,-9 1 1,-1-1-60,29-1 19,-15-1 10,-17 2 361,8-2-369,-13 1 1168,-4-1-1251,-13 1 210,1 2-3312,-1-1 2406,3 1 1,-4 0 0,-2 0 0</inkml:trace>
  <inkml:trace contextRef="#ctx0" brushRef="#br0" timeOffset="5026">8985 3342 16320,'-37'-3'476,"1"0"0,-23-1-392,59 4 718,0 0-174,0 2-560,2 0-96,0 2 485,10 1 398,6 0 47,18-1-59,18 0-715,-18-3 0,4 0-501,8 1 0,3-1 559,7 0 0,3-1-384,-16 1 0,1 0 0,0-1 362,4 1 0,0-1 0,1 1-649,3-1 1,-1 0 0,1 0 520,2 1 0,1-1 0,-1 0-21,2 0 0,1 0 1,-1-1-53,2 0 1,1 0 0,-1 0-4,2-1 0,0 1 1,0-1-10,0-1 1,-2 0 0,1 1-5,-4-1 0,0 1 1,-1 0 0,-5 0 1,-1 0 0,-2 0-300,15 0 1,-3-1 265,-10 2 0,-3 0-72,-8-1 0,-3 2 28,19-1-1647,-16 2 1736,-10 3 0,-16-2 0,-5 2 1</inkml:trace>
  <inkml:trace contextRef="#ctx0" brushRef="#br0" timeOffset="5650">11791 3480 11088,'-59'1'2617,"1"0"1,7-1 0,8-1-1274,15-3-762,16-2-251,17-4 44,10 0-22,16-4-67,21-1-185,-16 7 0,4 0-790,12-1 0,4 1 715,-11 3 0,2-1 1,1 1-746,7 1 1,2-1 0,1 1 722,-12 1 0,2 0 0,0 0 0,1 0-4,2 1 0,0 0 0,0-1 0,1 2 0,-1-1 0,0 0 0,0 0 0,0 1 0,-2 0 0,1 0 0,-2 0 0,0 0-390,12 0 1,-1 0-1,-2 1 390,-6 0 0,-1 0 0,-1 1-160,13 0 1,-3 0 108,-11 1 1,-2 1-98,-10 0 0,-2 0-312,15 5 460,-17 1 0,-16-3 0,-9-1 0</inkml:trace>
  <inkml:trace contextRef="#ctx0" brushRef="#br0" timeOffset="12092">13231 1776 23571,'-52'2'1180,"0"0"1,1 1 0,-1-1 0,-6 1 0,2 0 0,5-1-126,1 0 1,5-1-1056,-18 1 0,34-1 0,9-1 0,46-1 0,29-3 0,-21 2 0,4 0 0,20-3 0,3 1 0,-1 0 0,3 1 0,-10-1 0,4 1 0,-1 0 0,1 0 0,0 0 0,2 1 0,-10-1 0,3 1 0,-2 0 0,-3 0 0,-2 0 0,-4 0 0,2 0 0,10 0 0,0 0 0,-6 0 0,-11 0 0,-4 1 0,32-2 0,-48 2 0,-44 3 0,-8 0 0,-4 0 0,2 0 0,-3 1 0,0 0 0,-4 1 0,0 0 0,3-1 0,0 1 0,-3 0 0,-4 1 0,-4 0 0,-1 0 0,3 1 0,-7 0 0,1 0 0,2-1 0,1 1 0,2 0 0,3 0 0,-6 0 0,8 0 0,0 1 0,8-2 0,49-7 0,35-8 0,1 1 0,5-1 0,-6 1 0,3 0 0,2 0 0,4 1 0,0-1 0,-3 2 0,0 1 0,4-1-576,4 1 1,5-1 0,1 0 0,-6 1 560,-5 1 1,-3 0 0,-1 0 0,2 1-1,-1 0 1,-13 1 0,-13 2 0</inkml:trace>
  <inkml:trace contextRef="#ctx0" brushRef="#br0" timeOffset="16725">8311 4051 13963,'-30'-4'1203,"6"0"-1206,24 4 0,0 0 229,2 1 2,1 0 33,3 0 54,2 0-63,2 1-70,4 0-42,4 2-50,3-2 287,5 1 379,6-1 38,5-1 8,10 0 46,10-1-427,-23-1 0,1 0-255,4-1 0,1-1 228,2 1 1,1-1-147,1 0 0,0-1-151,-1 2 0,1-1-99,-2-1 1,-1 1-23,-1 0 1,0 0-7,-2 0 0,-1 0-25,-1 1 0,1 0-16,-2 1 0,1 0-16,0 0 1,1 0-13,1 0 1,0 1 0,1 0 1,1 0 55,1 0 1,0 1-9,-1 0 1,1 0-7,-1 1 1,0 1 7,-2-2 0,0 1 20,-1-1 0,-2 0-11,20 0-24,-17-1 1,0 0-39,13-2 63,-15 0 1,0 0-186,21-4 187,0-2 37,-1 1-3,1 0-15,-2 1 109,-1 0-31,-4 1-163,-3 1 0,-4 1-43,0-1 5,2 0-23,1 2-8,2-1 15,0 2-156,-1 1 157,-1 0 460,-3 1-473,-2 2-32,-2-1 11,-4 3 180,-2-1-432,-2-1 106,1 0-1,5 0-29,6-1 27,8 2 4,6-1-6,5 0 0,-4-1 261,-3 0 90,-8 1 1,-8 0 10,-6-1-11,-7 0-11,-4 0 11,-2 1-5,-1 0 16,3 0 6,4 0-5,4-1-40,6 1 6,1-1 50,0 0-17,-3 0 23,-4-1 39,-5-1-5,-2 0-23,0 0 0,1-1-23,1-1-22,3 0 1,0 1-35,1 0-100,-1 1-331,-2-1-3164,-4 1 3618,-6 1 0,-6 0 0,-6 0 0</inkml:trace>
  <inkml:trace contextRef="#ctx0" brushRef="#br0" timeOffset="24033">6313 4956 7520,'-6'0'5803,"1"0"347,5 0-5472,-27-12-236,20 9-257,-21-9-168,28 12 5,2 0 17,4 0 23,9 0 11,13 0-17,14 0 22,16 0-218,-22-1 1,2 0 158,6 0 1,2-1-548,6-1 1,1 0 516,3 0 0,0 0-6,1 0 0,-1 0 3,-3 1 0,-1 0 14,-5 1 0,-1 0-119,-6 0 0,-1 0 102,23 1 28,-14-1-5,-12 2 0,-10 0 310,-7 1-277,-6 0 1126,-7 0-885,-3-1 315,-6 0-494,-6-1-96,-12 1 12,-17-2 6,-13 0 33,-11-2-206,29 2 1,0 0 200,-30-2 16,4 2-17,4 0-16,12 1-12,7 1 1,0 1-29,-22 3 25,14-1 1,-1 0-253,7 0 1,2 0 268,1 0 0,1-1 43,-20 2-6,17-1 22,15-2-6,11-1 286,7 0-341,3-1 574,0 0-608,-2 0 0,0 0-45,-1 0 17,2 1-78,0-1 145,14 0-22,12-1-11,13 1-12,1-2-16,9 0-40,-5 2 12,15-2-65,-19 2 0,1 0-25,-2-1 0,0 0-204,0 1 1,0 0 191,1-1 1,-1 0-101,22-1 151,-25 1 0,0 0-134,25 0 224,-24 0 56,-13 0 0,-17 0-236,-7 0-100,-5-2 112,-19-2 173,-10-1 23,-7 1 89,-17 1 68,0 3-110,20 0 1,-2 1 35,0 0 1,-2 0 22,-9 0 1,0 0-60,7 1 0,2 0-30,2 0 0,0 1 30,3 0 0,3 0 76,-21 2-70,23-2 0,-1 0 0,0 0 1,1 1 41,-18 0-62,10-1 46,12 1-63,13-1-55,-1 0-62,10-1 637,4 0-537,5 0 80,5 2 27,9 1 28,16 1-53,5-2 0,5-2-62,2 0 1,2 0-273,4-1 1,1 0 257,8-1 1,-1 0-1,-10 0 1,2-1-22,-1 0 1,2 1 0,-1-1-5,12 0 1,-2-1-283,-15 2 1,-1-1 0,-1 0 267,4 0 0,-3 1 17,18-2 0,-5 1 0,-25 2 0,-7-1 118,-10 1-62,-14 0 383,-17-1-433,-10 0-1,-9 1 1,-2-1 5,-19 0-746,15 1 1,-7 0-1,5 0 746,10 0 0,-1 0-6,-9 1 1,-6 0 0,3 0-189,-1 0 1,-1 1 204,4 0 1,-2 0-1,1 0-2,-6 0 0,2 1-1,0-1 1,5 0-20,2 0-11,13-1-1,18 1-27,3-2 3028,6 3-2894,12 0 667,13 2-634,6-1 46,16-3 0,6-1-90,-2-3 0,2 0-657,1 0 1,4-1 0,0 1 574,-3-2 0,1 1 0,-1-1-2,2 0 0,0 0 0,-3 0-17,11 0 0,-3 0-54,-16 1 0,1 1 1,-3 0-488,2 0 1,0 2 557,15 0 0,-3 2 0,0-1 0,-6 4 0</inkml:trace>
  <inkml:trace contextRef="#ctx0" brushRef="#br0" timeOffset="29751">9943 4539 19568,'-10'-49'1167,"0"0"0,1 8 0,2 7-64,4 11-700,2 14-285,-1 0-118,2 11 22,-1 7 6,1 3 28,3 25-28,1-5 0,6 18 51,3-12 66,5-9 68,5-11 29,12-11-91,13-17-521,-16-1 0,2-3 387,7-5 0,2-3-605,6-5 1,3 0 579,-14 7 1,2 0-1,-2 1-12,9-5 1,2 1-131,0 2 1,4-1-1,-4 3-348,3 1 0,0 1-462,-6 3 0,3-1 0,-3 4 960,5 2 0,-6 3 0,5 1 0,-17 6 0</inkml:trace>
  <inkml:trace contextRef="#ctx0" brushRef="#br0" timeOffset="32535">8354 5728 8198,'-12'-3'4190,"2"0"-2594,10 3 2565,0 0-3903,-29-17-292,22 13-123,-23-13 62,30 17 39,3 0 118,4 2-12,8 2 6,2 0 107,26 5-79,-1-5-42,-8 0 0,3-1 0,1 0 0,0-2-132,-5 1 1,1-1 120,26 1 0,2 0-588,-14-1 0,2 0 562,-3 1 1,4 0 0,-3-1 5,2 1 0,0-1 12,11 1 0,3-1-10,-19 0 0,1 0 0,0-1-13,3 1 0,1-1 0,0 1-480,8-1 0,0 1 0,-1-1 485,-7 0 1,-2 0 0,-1-1-3,8 1 0,1-2-3,-1 1 0,3-2 0,-2 1-9,5-1 1,0-1-4,-3 1 1,4-1 0,-2 1 3,-9 1 1,-2 0 0,0 0 10,0 0 1,0 0 0,-2 1-13,8-1 1,0 2-22,-5 0 0,2 1 0,-4 1 21,1-1 1,-1 1 4,-3 1 0,2-1 1,-1 1-330,6 0 0,-1-1 333,-1 1 0,-1-1 2,0-1 1,-2 0 5,-10 0 1,-1 0-4,17-1 1,1 0-15,-17 0 1,0 0 0,17 0 0,2 0-152,-12 1 0,-2-1 160,-1 1 0,0 1 307,-4-1 1,0 1-302,-3 0 0,-1-1 10,24 3 1369,-8-2-1396,-9-1-90,-8 0-90,-11-1-5224,10-2 5415,-11 0 0,1 0 0,-12 1 0</inkml:trace>
  <inkml:trace contextRef="#ctx0" brushRef="#br0" timeOffset="40217">14417 2952 21276,'-32'-34'462,"5"15"-300,22 37 19,1 13-29,0 10-14,4 3 0,9-2 71,7-7 0,2-12 578,24-6-206,0-18-351,-8-4 1,4-5-490,3-5 0,1-3 464,7-6 1,2-1-533,4-3 1,0-1 591,-18 9 0,1 0 1,-1 0 125,17-9 1,-2 0-19,-3 1 0,-3 1-307,-5 3 0,-3 0 171,-5 4 1,-3 2 173,14-8-95,-17 11 523,-15 8-1574,-8 5 1087,-8 7-1268,-7 8 511,-11 11-714,-15 10 323,0-6-429,-2-3 0,-4 0-55,7-6 1,-2 0 1156,1-1 0,-3 2 0,0-1-573,-16 5 0,2-2 1153,10-3 0,0-2-49,4-2 1,-2 0 0,3-2 121,3-3 0,0-1 275,-12 4 1,2-4 739,-5-12-385,15-12-88,11-15-1399,3-11-187,3-8 46,0-1-2,3 0-72,3 7 1986,2 7-1954,2 11 564,2 10-312,3 7 168,3 14 771,0 12-221,4 17-152,4 13-72,7 8-385,10 3 235,6-4 24,6-5 284,8-10-588,-7-15 563,-3-14 0,3-6 534,25-12-941,-14-1 0,3-5 747,-2-6 1,-1-3 132,4-4 0,-1-3-265,0-1 1,0-2-578,-3-1 0,-2-1 0,-3 0 0,-3-1 0,-4 1 0,-1 1 0,-7 4 0,-2 0 0,13-15 0,-17 17 0,-11 13 0,-8 9 0,-8 9 0,-7 11 0,-12 15 0,-14 18-258,14-18 0,-2 0-579,-3 4 1,-2-1-64,-2 1 0,-3-1 55,-3 0 1,-1-2 168,-3-1 0,-1-1 15,-1-1 0,-2-2 404,2-2 1,-1-2 351,2-3 1,1-1 204,3-4 1,1-3 11,3-3 1,2-2 388,-26-3 27,9-13-165,8-10-235,7-11-182,5-8-537,6-7-308,5-2 59,4 3 256,5 6 63,3 7 155,4 10 142,1 9 607,2 6-523,1 7 501,0 11 80,3 10-366,5 13-146,6 6-208,8 1-45,7-3 491,5-6 233,9-11 336,9-10-665,-19-13 0,2-3 634,8-5 1,2-3-497,9-6 1,1-3-248,-13 5 0,0-1 0,0 0-162,3-2 0,1 0 0,-1-1 0,0 0 0,-1 0 0,0-1 0,-2 0 0,-1 1 0,-1-1 0,16-8 0,-2-1 0,-6 4 0,-2 1 0,-6 3 0,-2 3 0,-8 4 0,-2 1 0,8-2 0,-19 10 0,-16 10 0,-3 1 0,-2 1 0</inkml:trace>
  <inkml:trace contextRef="#ctx0" brushRef="#br0" timeOffset="45825">7189 6510 20476,'-47'-12'644,"0"0"0,6 2 0,10 2-470,26 6-85,8 2 79,8-1 12,16 1-57,21 0-101,-13-1 1,0 0-9,-3 1 0,1-1 8,24-2 0,2 0-556,-15 0 1,1 1 516,-2 0 1,3-1-1,-1 1-112,12-1 1,0 1-225,3-1 0,-2 1-6,-12 0 0,2 1-2918,-2-1 0,4 1 0,-7 0 2193,18 1 0,-16-1 0,-8 0 1,-24 1-1</inkml:trace>
  <inkml:trace contextRef="#ctx0" brushRef="#br0" timeOffset="46318">9541 6479 15165,'-11'0'2075,"-31"0"1,-10 1-373,-4 2-1817,2-2 1,-3 1 519,19 0 1,2 0 18,0 0 1,0 0-191,0 0 0,0 0-22,-3-1 0,2 1 259,-15-2-158,4 0 127,8 0-189,8 0-22,12-1-68,10-1 367,9 1-428,13 0-17,20-2-23,29 0-492,-18 1 1,3-1 441,10 1 1,2-1-405,-17 1 0,2-1 0,0 1 389,2-1 0,-1 1 1,1-1-29,1 1 0,0 0 0,-1 0-63,0 0 0,0 1 0,0-1-139,-2 2 1,0-1-1,-1 1-794,17 0 1,-2 1 1027,-4 1 0,-4 1 0,5 1 0,-15 1 0</inkml:trace>
  <inkml:trace contextRef="#ctx0" brushRef="#br0" timeOffset="49727">11053 7215 8875,'-61'-4'1396,"-1"0"0,16 1 0,-2 0 1,3 1-509,-3 1 0,1 0-191,-10 0 0,-1 0-193,1 0 0,3 1-879,13 1 1,3 1 615,-25 0 644,22 4-420,13-1 62,-5 2-247,7-2 168,5 0-381,11-3-67,4 0 89,10-2 789,10 0-559,41-1-271,-18-2 0,2 1-337,4 0 0,4-1 306,13-1 0,3 0-825,-5 0 0,2 0 797,-9 1 0,3 1 0,1-1-10,0 0 1,1 1-1,3 0-22,-8 0 1,3 1 0,0 0 0,-1 0-18,7 0 1,-1 0-1,-1 0 30,-2 1 0,-1 0 1,-2 0-27,-8 0 0,-1 1 0,-4 0 0,2 1 0,-1-1-416,11 2 0,-3-1 505,11 1 169,-18 0-90,-31-2 452,-14-1-580,-11 0 1574,-17-3-1553,-5 0 1,-5-1 2,-5 1 1,-1-1 282,-3 0 1,-3 1-285,10 1 1,-2 0-1,0 0-361,3 1 1,1 1 0,-4-1 402,-4 0 0,-5 1 1,0-1-1,3 0-27,3 0 1,2 1-1,-3 0 34,-6-1 0,-4 0 0,1 1 0,8-1-20,6 1 1,1-1-2,-5 1 1,-5-1-1,6 1 1,9 0 1,3 1-6,-5 0 0,1 1-20,-22 4-89,28-1-1,12 1 574,17-3-473,12 0 1188,13 0-1199,11-2 0,6 0-11,7-1 0,5-1-712,-2-1 0,4 0 0,-2 0 706,11-1 1,3-1-16,-6 0 1,5-1-1,2 1-685,-11 1 1,3-1-1,-1 1 1,-1 0 682,6-1 1,-1 0 0,4 1-11,-9 0 1,5 0-1,2 0 1,-3 0-1,-7 0-579,-3 0 1,-5 1-1,1-1 608,8 0 1,2 0-1,-5 0-106,2-1 1,-7-1-284,4-1-5082,-5 1 5475,-26 2 0,-12 3 0,-9 0 0</inkml:trace>
  <inkml:trace contextRef="#ctx0" brushRef="#br0" timeOffset="50976">13304 7226 15894,'-61'0'487,"1"0"0,-1 0 0,13 0 1,1 0-1,0 0-164,-7-1 0,0 1 1,4-1-1707,-1 0 0,6 1 1523,-17-3 954,7 4-1105,37 3 625,0 3-513,20 1 470,31 12-123,16-7-303,-5-3 1,5-1-5,9-4 1,5-2-118,-13-2 0,2 0 1,2-2-691,6 0 0,2-1 1,2-1 680,-13 0 0,2 0 1,0 0-1,0-1-7,3 0 1,1-1-1,0 0 1,0 0-11,1 0 1,1 0-1,0 0 1,0 0-1,0-1 1,0 1 0,-1 0 0,0-1-537,-1 1 1,0 0 0,-1 1-1,-3-1 540,4 0 0,-4 1 0,3-1-15,-5 0 1,4 0-1,-2 0 1,-4 1-229,11-1 1,-3 0 208,-5 0 0,1 1 0,-5-1-195,-4 2 1,-5 1-1387,17 0-8218,-17 1 9507,-17 1 1,-11 0 0,-8 0 0</inkml:trace>
  <inkml:trace contextRef="#ctx0" brushRef="#br0" timeOffset="51650">16337 7316 9733,'-49'9'1118,"0"-1"1,0 0 0,-17 4 0,7-3 349,3 1-174,20-5 152,19-2-887,16-3 200,16-4-3,17-3-72,22-4-418,-16 4 0,4 0-821,10-1 0,5 0 633,-13 2 1,2 0-1,1 1-6,7-1 1,2 0 0,1 1-20,-10 0 0,1 1 1,1-1-1,1 1-563,4-1 1,1 1 0,1-1 0,1 0 541,4 1 0,1-1 0,1 0 1,0 1-433,-9 0 0,0 0 0,1 0 0,0 1 0,0-1 406,3 0 1,-1 1 0,2 0 0,-1 0 0,1-1-234,0 1 1,1 0-1,-1 0 1,1 0-1,-1 0 219,1 0 0,-1 0 0,0 0 1,1 1-1,-2-1 4,0 0 1,-1 0 0,0 0-1,-1 0 1,0 0-106,-1 0 1,-1 0-1,0 0 1,0 0-1,-2 0 111,11-1 1,-1 0 0,-1-1 0,0 1-2,-5 0 1,0 0-1,-1 0 1,-1 0 114,-5-1 1,-1 1-1,0 0 1,-2-1-116,10 0 1,-2-1 0,-2 1-15,-6-1 0,-2 1 0,-1 0-206,12-1 1,-4 0-1529,-11 0 1,-3 2 1746,12-2 0,-26 2 0,-14 3 0</inkml:trace>
  <inkml:trace contextRef="#ctx0" brushRef="#br0" timeOffset="55191">9986 8043 8024,'-8'0'3831,"2"0"-2397,6 0-50,0 0-813,12-14-78,1 8-95,15-9-241,-7 12 134,10 1-162,-11 2 176,31-1 0,11 1-249,-20 0 0,3-1-436,2 1 1,5 0 0,-2-1 390,6 0 0,-3 1-11,-5-1 0,-1 1-387,2 0 0,0 0 384,0-1 0,-1 2 0,1-1 1,-1 0 10,1-1 1,-1 2 5,-1-1 0,1 0-14,0 0 0,1 1-3,0 0 0,0 0 3,2-1 0,-1 1-6,-9 0 1,-1 0-7,8 0 1,2 0-14,0 0 0,0 0 28,1 0 0,2 1 2,5-1 1,0 0-1,-11 1 1,-2 0 8,2 0 0,-1 0-9,-11-1 1,2 1-6,18 2 0,2-1 17,-16-1 0,-1 1-9,8 0 1,2-1-15,9 1 0,-2-1 17,-16 0 1,1-1-12,17 1 0,1 0-9,-12-1 1,-3 0 27,0-1 1,-2 1-213,-1-1 1,-1 0 189,-2 0 1,-1 0 16,-1 0 0,-1 0 16,0-1 1,-1 0-14,-2 0 0,0 0-118,0-1 1,0-1 164,0 1 1,-1 0-9,0 0 0,0 0-40,0 0 1,1 1 22,-1-1 1,0 1-7,1 1 1,-1 0-23,29-1 62,-2 1 22,-3 0-45,-1 0 12,-2-1 151,-1-1-72,-12 0 1075,20-4-1020,-18 3 101,17-3 784,-17 2-829,-6 0 489,-7 1-522,-4 0 273,-5 0-307,-1 0 70,-1-2-59,2 0-11,1-3-45,5 1-40,4-2-16,1 1-22,-1 0-28,-4 0-34,-9 3-124,-4 0-1096,-9 2 1220,-8 0 0,2 2 0,-6 0 0</inkml:trace>
  <inkml:trace contextRef="#ctx0" brushRef="#br0" timeOffset="60785">15251 8110 7589,'-8'2'3399,"2"-1"-3186,6-1 297,0 0 234,-60 4 174,39-2-445,-14 0 1,3 1 1059,20-3-989,5 1 124,2-1-423,4 0-434,1 0 515,5 1-62,2 1-121,5 1-114,8 1 32,5 1 82,15-1 43,-8-2 0,3-1-77,1 0 1,0-1-365,1-1 0,2 0 367,8-2 1,0-1-496,-3-1 1,1 0 446,13-1 1,3-1-27,-11 2 1,2 0 0,-1 0-21,-6 1 0,-1 0 1,0 0-10,-1 1 0,-1-1 1,0 2 143,19-2 1,-1 1 132,-8 2 1,0 0-98,-9 0 0,2 0 0,2 0-7,10 0 1,2 1-1,-2 0-1009,-5-1 0,-2 1 1,0-1 956,-1 1 0,0 0 1,-1-1-8,-1 1 1,0 0-1,-2 0-404,12 0 0,1 0 289,-11 1 0,2 0 0,-1 0-98,-2 0 0,0 1 1,0 0-56,4 2 1,1 1 0,-3 0-225,11 2 0,-3-1 272,-5 1 0,-3-1 141,-8-1 1,-2-1-209,21-2 99,-12-1 0,1-2-66,-16 1 0,1-1-1,26-1 1,-2 0 43,-4 0 58,-5 0 1,3 2-14,-9-1 1,-2 1-59,1 0 1,0 0 8,6 0 0,-3 0-130,8 0 151,7 0-11,-12-2-16,15-1 50,-30 1 1,1 0-65,9-1 1,2 0 62,-6 1 0,-1 0 1183,0 0 1,0 0-1262,26 1 26,-15 0-12,-12 2 1,0 0-138,11 1 129,-16 1 0,2-1 2,25 2 2,-8-2 61,-3 0 1,1-2 9,-15-1 0,-1-1 425,16 0 0,1-1-365,-8-1 0,-1 0 14,0 0 1,-2-1-5,21-1 438,-21 3 0,-1-1-416,10 1-26,-13 1 0,0 0 36,16-1 5,1-1-33,-11 1 437,14-2-429,-21 3 1,0 0-18,1 0 1,1-1-1,4 1 1,0-1 3,18 0-1,-16 0 17,-4 0 652,-12-1-640,-3 0 286,-5 1-695,2-3-1720,-1 4 2078,5-3 0,-10 4 0,-6 0 0</inkml:trace>
  <inkml:trace contextRef="#ctx0" brushRef="#br0" timeOffset="71901">7763 8936 14347,'-62'3'1472,"1"-1"1,-3 0 0,7 1-709,2 1-814,22-1 0,1 1 287,-21 2-172,15 1-245,17 0 398,19-2-135,19-2-130,23-4 55,-10-2 0,4-1-452,7-2 0,4-1 480,5-2 0,3 0 10,2-1 1,0 0-5,-1-1 1,-1 1-31,-5 0 0,-2 1 226,-8 2 0,-3-1 227,14-1 312,-23 4-42,-18 3-551,-15 2-295,-15 4 134,-21 3-26,-16 7 81,21-6 0,0 0-62,-3 1 0,-1 0 6,-1 1 1,1-1 2,2 0 0,2-1 5,-18 3 211,-2 2-338,34-8-210,-3 0 116,24-4 309,13-1 17,10-3 946,15-3-839,14-5 61,11-4-362,-28 7 1,1-1 254,0 0 1,-1 1 218,20-6 139,-16 3 17,-17 5-367,-23 3-855,-35 13 671,2-3-13,-2 4 0,-5 2 48,-3 0 0,-4 2-14,-4 1 1,-6 1 0,6-1-299,2-1 0,3 0 157,-17 3 1,19-5-379,43-11 1068,10-2-943,14-1-2033,39-8-1848,-23 3 1,0 1 3597,1-1 0,-2 0 0,11-1 0,-32 5 0</inkml:trace>
  <inkml:trace contextRef="#ctx0" brushRef="#br0" timeOffset="73051">8852 8952 6869,'57'-7'100,"0"1"1,-1-1 0,1 0 0,-1 1 0,-1-1 0,-1 1 0,-3-1-86,2 0 0,-4-1 0,1 0-1374,3 1 1,1 0 0,-3 0 1360,12-1 1,-2 0-3,-14 2 0,2 0 0,-2 0 32,-4 1 0,0 0 1,0 0 106,19-3 1,0 0 211,1 1 0,-4 1-230,-22 2 0,-5 1 164,11 0 550,-17 2 2311,-25 3-2660,-15 3-100,-28 5-289,8-4 0,-2 1-82,2-1 0,-2 0 137,-13 2 1,-6-1-1,1 1-159,8-2 1,2 0 0,-4 0 347,-2 0 0,-4 1 0,0-1 0,2 1 146,-9 0 1,2-1-1,1 1-135,3-2 0,2 0 1,2-1-213,-4 0 1,2 0 23,1-1 0,6-1 168,8-1-793,-1 1 293,36-1 277,16 1-52,18 0-49,26-5-3,-15-1 0,3-2 217,12-2 0,4-1-220,-14 1 1,1 0-1,1-1-527,4 1 0,1-1 1,0 0 520,2 0 1,0 1 0,-1-1-22,-1 1 0,0 1 1,-2 0-287,-2 1 1,-1 0-1,-2 1 292,15-1 0,-4 1-58,-11 1 0,-6 2 291,9 1 1261,-42 7-1431,-26 1-8,-33 6 1,-14 2-35,21-5 0,-2 0 1,-5 1-312,-4 0 1,-6 1 0,-1 1-1,-1-1 250,12-2 1,0 0 0,-1 0 0,0 0 0,0 1-299,-3-1 1,-1 1 0,1 0 0,-1 0 0,1 0-1593,2 0 0,0 0 0,0 0 0,2 0 0,3 0 1749,-14 2 2,3-1 0,6 0 0,-5 1-1,12-2 1,21-5 0</inkml:trace>
  <inkml:trace contextRef="#ctx0" brushRef="#br0" timeOffset="82385">9227 762 32767,'-6'0'0,"2"0"0,4 0 0,68-36 0,-31 25 0,18-10 0,7 1 0,-17 15 0,-4 2 0,18-1 0,-3-2 0</inkml:trace>
  <inkml:trace contextRef="#ctx0" brushRef="#br0" timeOffset="82708">10187 403 24420,'-18'-49'-1197,"3"10"1001,15 39 2189,0 0-1968,1 3 111,2 6-13,3 9-53,1 10-281,-1 10 251,-3-5-3617,-2 29 3241,0-28-1012,0 3 1,0 0 780,2 4 0,-1-5 0,0-18 0</inkml:trace>
  <inkml:trace contextRef="#ctx0" brushRef="#br0" timeOffset="83042">10843 735 24934,'-16'28'-826,"0"0"0,-11 17 826,3-5 0,2-3 0,5-9 0,-9 15 0</inkml:trace>
  <inkml:trace contextRef="#ctx0" brushRef="#br0" timeOffset="83801">11663 557 30893,'1'-5'-423,"-1"0"261,0 5-905,2-54 261,-1 41 276,-1-37 168,-3 57 125,-4 4-1058,0 2 1056,-2-3 265,1-4 163,0-5 30,-1-9-63,0-9-60,1-13-35,3-7-44,10-4-6,5 3-22,11 7-28,7 10-17,5 8 28,6 7 5,4 11-33,1 9-28,-3 14-67,-9 10-95,-14 12-325,-23 12 436,-7-26 0,-6 1-491,-7 2 1,-4-1 627,-4-1 1,-2-2 47,-1-3 1,0-3-87,3-6 0,0-3 299,-21 5 39,14-13-55,15-14 151,12-9-308,9-8 1031,11-3-1121,9 2 258,12 4-302,9 7-46,9 5-274,9 9-678,8 5-625,-30-2 1,-1 2-3330,20 7 4996,-4 2 0,-31-11 0,-1-1 0</inkml:trace>
  <inkml:trace contextRef="#ctx0" brushRef="#br0" timeOffset="83991">12391 716 21707,'8'-10'3652,"-1"3"-2906,-7 7-281,0 0-488,-12-10-173,8 24-532,-10 2-1378,11 30 2106,0 11 0,1-26 0,1-2 0</inkml:trace>
  <inkml:trace contextRef="#ctx0" brushRef="#br0" timeOffset="84225">12819 436 26407,'3'-46'351,"0"0"0,-1 4 0,1 11-345,2 24-23,1 12 50,2 15-10,1 19-107,-3 19-87,-6-22 0,-2 2-688,-3 3 1,-2 2-660,-2 2 1,-1 1 1517,-1 3 0,0-4 0,-1 8 0,3-10 0</inkml:trace>
  <inkml:trace contextRef="#ctx0" brushRef="#br0" timeOffset="84442">13298 828 26861,'6'-42'-426,"-3"20"-655,-9 62-8750,-6 20 8357,4-22 0,0 0 0,7-31 0</inkml:trace>
  <inkml:trace contextRef="#ctx0" brushRef="#br0" timeOffset="84918">13725 597 32767,'-4'0'0,"1"0"0,3 0 0,10-13 0,17 5 0,20-10-496,-14 12 0,3 1-1057,5 0 0,1-1-3363,3-1 1,1 0 4619,-5 1 0,-3-1 0,12-1 1,-23 3-1</inkml:trace>
  <inkml:trace contextRef="#ctx0" brushRef="#br0" timeOffset="85275">14610 310 27191,'-22'-12'112,"0"19"-95,10 20 0,3 9-17,1-4 0,4 0 0,6 26 0,24-6-11,-1-23 50,22-7 0,-8-21 23,13-11 38,4-12 26,-25 2 0,-1-1 37,9-10 190,0-8-40,-28 22-289,0 1-24,-7 8 0,-2 5 0,-2 7 0,0 10 0,-2 16 0,-5 17-219,0-16 0,-2 2-4697,-11 17 1,-4 1 4892,4-10 0,0-3 0,0 0 0,2-4 1,-1-6-1</inkml:trace>
  <inkml:trace contextRef="#ctx0" brushRef="#br0" timeOffset="86008">9075 469 32767,'-10'-43'-472,"0"1"0,3 4 0,-1 8-1342,-10 13 1311,-9 7 323,-6 2 175,-15 3 69,-4 7 61,7 1-1320,-16 8 1040,2 6 141,6-1-28,6-1-377,29-8-72,10-2-73,5 2-35,1 11 319,-3 6 339,-4 14-10,-5 7-245,-3 6 219,2-9 16,0 18-33,11-22 5,7 17 6,12-13-1,8-3-10,-1-7 5,19 11-89,-11-15-281,18 12-1186,-3-13-8286,10-7 9747,-2-5 0,-17-9 1,-14-3-1</inkml:trace>
  <inkml:trace contextRef="#ctx0" brushRef="#br0" timeOffset="86725">15452 229 28713,'-7'-42'-398,"-1"1"1,2 3-1,8 10-124,27 24 281,4 1 95,0 6 89,1 2 30,0 6-11,-3 5-292,-1 4 321,-4 3-8,-5 3 11,-3 2 23,-5 5 0,-2 9 5,0 9-411,-1 11 377,-4-28 1,-1 0-45,-1 0 0,-1 1-14,-1-2 0,-4 0-143,-10 29-375,-16-7-292,6-29 1,-5-3 879,-8 1 0,-1-4 0,-5 3 0,-2-5 0</inkml:trace>
  <inkml:trace contextRef="#ctx0" brushRef="#br0" timeOffset="89084">16302 2746 15546,'-6'0'6419,"2"0"-4217,4 0-2158,-36-24-32,39 17-18,-15-18-44,56 24-40,14 3 14,-26 0 1,1 2-211,29 8-44,-13 7 212,-19-1 51,-27 15 123,-43-4 0,-13-1-20,21-4 1,-3 0-208,-5-2 0,-6 0 0,6-2 277,-15 9 1,19-5 111,18-7 45,20-7-106,15-5-78,17-8-35,16-7-22,-20 1 1,1-2 153,2-2 0,0-2-128,-2-2 0,-1-2 2,-3-1 0,-4-3 46,12-26 49,-17-7 51,-18-4 96,-11 2 44,-8 10-17,-1 14-106,5 14-146,6 11-61,6 6-6,2 6 0,8 8 317,8 10-345,13 17-162,8 11-189,-16-19 1,-1 1-1368,-1 3 0,-4 2 1746,-5 5 0,-2-3 0,1 6 0,-11-4 0</inkml:trace>
  <inkml:trace contextRef="#ctx0" brushRef="#br0" timeOffset="91801">10525 2013 20388,'-23'-18'406,"0"7"-85,6 22 812,-7 4-360,-7 0-185,-7 0-79,-6-4 21,-2-4 698,1-5-77,14-4 144,0-6-855,19 0-432,-1-3-197,10 4-286,2 0 238,3 4 162,0 0-121,1 6-377,-2 6 160,1 10 402,-7 11 340,-2 9 307,-5 6-144,1 2-455,3-3-354,6-1 346,10-7-204,9-4-341,12-7-70,11-7-417,13-8-620,-22-8 1,2-2 1596,8-3 1,-3-1-1,6-1 1,-1-2 0</inkml:trace>
  <inkml:trace contextRef="#ctx0" brushRef="#br0" timeOffset="92884">11340 2279 26376,'-16'-25'-2630,"17"6"-1318,24 19 4024,12 0 0,-11 0 1,-8 0-1</inkml:trace>
  <inkml:trace contextRef="#ctx0" brushRef="#br0" timeOffset="93318">11973 2080 20684,'-3'-3'2756,"2"0"341,1 3-1846,-30-48-1625,23 42 387,-23-19 12,31 55 4,-1 20 5,2 2 49,1 2 15,0-10-704,9 13 667,-1-26-256,8 8-30,-1-25 302,4-10 312,5-15 368,5-10 33,2-11-100,-2-3 57,-3-1-79,-7 6-31,-8 10-276,-5 6-450,-6 10-449,-1 3 289,-3 11-351,-1 10-61,-1 11-75,1 9-548,3 3-1067,7 2-2678,8-2-4802,5-5 8219,-4-13 1,-5-10 0,-8-12 0</inkml:trace>
  <inkml:trace contextRef="#ctx0" brushRef="#br0" timeOffset="93501">12643 2340 16055,'6'-6'3860,"-2"1"-1729,-4 5-1739,0 0-278,-27 41-2248,16-15 2134,-4 7 0,1-2 0,10-10 0,3-2 0</inkml:trace>
  <inkml:trace contextRef="#ctx0" brushRef="#br0" timeOffset="94408">13191 2386 14096,'-3'0'6553,"1"0"-3069,2 0-3411,-29-4-79,29 1-106,-12-5-437,45 3-755,14-2-1609,12 2-4935,3-1 7000,-10 3 0,-20 1 0,-16 1 0</inkml:trace>
  <inkml:trace contextRef="#ctx0" brushRef="#br0" timeOffset="94601">13597 2255 25287,'4'-35'241,"-1"0"0,2-21-275,-5 63 12,-1 10-57,-2 14-336,-2 12-671,2 12-1849,0 4 2256,4-24 1,0-3 0,-1 5-1,3-5 1</inkml:trace>
  <inkml:trace contextRef="#ctx0" brushRef="#br0" timeOffset="94801">14117 2429 20565,'1'-4'3131,"-1"1"-1916,0 3-1304,3-5-404,-6 21-1635,0 3 2128,-11 29 0,8-22 0,-3 0 0</inkml:trace>
  <inkml:trace contextRef="#ctx0" brushRef="#br0" timeOffset="95301">14594 2300 22811,'4'-47'836,"0"0"1,0 3-1,-2 8-628,-2 18-174,0 5-90,0 11 39,-1 6 17,1 10-169,0 24 12,0-5-571,0 29-1851,2-29 0,1 0 2579,1 24 0,1-7 0,-2-32 0</inkml:trace>
  <inkml:trace contextRef="#ctx0" brushRef="#br0" timeOffset="95525">15079 2325 25051,'-8'-6'-1086,"2"13"-734,4 46-4902,0 0 6199,2-9 1,0-17 0,0-14 0</inkml:trace>
  <inkml:trace contextRef="#ctx0" brushRef="#br0" timeOffset="95967">15631 2179 18453,'-2'-2'4347,"0"0"-2325,2 2-1927,-12-32 17,14 20 0,-4-28-67,15 30 84,18-11-85,-5 2-16,13-6-21,-14 10 270,6 3 383,-14 8-113,6 0-153,-10 11-217,-4 6-148,-3 13 8,-5 7 69,-8 6-185,-1-5-367,-13 16 106,9-17 140,-4 12 151,11-16 258,5-8-226,12-8-515,11-7-490,18-8-1488,13-7 2227,-19 1 1,-2-1-1,6-2 1,-4 0 0</inkml:trace>
  <inkml:trace contextRef="#ctx0" brushRef="#br0" timeOffset="96300">16415 1985 22247,'-1'-3'3106,"-1"0"-2364,2 3 1201,-2-61-2093,12 42 274,-6-15 1,4 5 42,14 25 1095,0 3-277,-3 5 202,-1 5-293,-2 8-1470,3 6 686,0 5-338,4 4 4,1 3-1142,3 3 147,1 4 297,1 4 247,0 2 341,-7-1 15,-9-4-81,-18-4 288,-14-7-397,-19-3-4403,-17-7 5115,-2-6 1,19-7 0,13-5 0</inkml:trace>
  <inkml:trace contextRef="#ctx0" brushRef="#br0" timeOffset="104716">17402 2781 24413,'-37'-14'588,"8"2"-582,32 11-6,8-3-118,15-3-358,20-4 39,-15 4 0,2-1-238,6-2 1,1 1-595,3-1 0,0 0-2635,1 0 1,0 0 3903,-7 2 0,-3 1 0,9-2 0,-21 4 0</inkml:trace>
  <inkml:trace contextRef="#ctx0" brushRef="#br0" timeOffset="105092">18082 2453 15636,'2'-4'5657,"-1"1"-1848,-1 3-3759,3-38-39,-3 28-11,1-21 40,-7 55-40,3 9-12,-1 15 7,4-13 5,6 8 0,7-12-34,14 9 34,0-12 11,9-8 34,-5-13-6,-6-9 96,7-11 263,8-17-73,2-5-160,-17 14 0,-1 1 121,7-9-152,-11 11 1,-9 8-91,-8 12-27,-2 10 17,-1 14-23,-2 1-22,-1 20-196,0 3-961,2-6 0,1 3-3748,2-6 1,0 0 3492,0-1 0,0-4 0,4 2 1,-4-27-1</inkml:trace>
  <inkml:trace contextRef="#ctx0" brushRef="#br0" timeOffset="113409">13603 2708 18166,'-60'13'2343,"14"-4"-2212,45-8 14,6-3-37,7-1-71,15-7 416,2 2 228,12-5 11,-8 4 46,-7 3-1,-9 2-2,-8 2 103,-5 1-17,-4 1-640,-5 0-309,-12 5 159,3-2 26,-12 5 64,11-3 23,-2 0 2,8-1 72,4-3 245,5 0-187,5-2-36,3 0 124,8-2-146,9-2 34,-7 2-36,9-1-64,-11 3-100,1-1 240,-6 1-177,-6 1-93,-3 0-181,-13 0 15,-2 1 125,-13 2 122,-3 1 170,7 1-51,3-2 143,14-2-136,5-1-196,7-4 408,17-5-288,7-3-103,5-1-1045,4 4 981,-3 5 1,-12 0 0,-3 3 0</inkml:trace>
  <inkml:trace contextRef="#ctx0" brushRef="#br0" timeOffset="127292">11304 6279 8802,'-5'0'6380,"1"0"-1736,4 0-4062,-31-13-335,23 8-231,-20-10-77,35 12-152,9 1-302,9 1-600,14-1-1394,10 0-3484,10 0 5145,-6 0 0,-18 0 0,-16 1 0</inkml:trace>
  <inkml:trace contextRef="#ctx0" brushRef="#br0" timeOffset="127666">11840 6083 11452,'0'-3'5971,"0"1"-2028,0 2-4010,-22-34 33,16 30 23,-12-18 5,26 41 12,7 8 5,5 0-33,2 0 10,-1-3 18,-1-5 90,-4-6 215,-3-7 153,2-8 262,3-11 170,7-8 105,5-8 45,5-3 9,-1 2-142,-5 4-253,-7 6-279,-8 8-356,-7 6-60,-4 8-244,0 9-165,0 11-18,3 11-85,2 9-272,4 6-583,5 3-2048,7 0 3324,10 0 0,-15-24 1,1-4-1</inkml:trace>
  <inkml:trace contextRef="#ctx0" brushRef="#br0" timeOffset="128209">12925 5954 23838,'2'-21'-115,"0"1"-16,15 68-200,-2-11-428,4 14-693,1 1-4530,-2 7-3849,-8-15 9131,-4-7 0,-6-23 1,0-11-1</inkml:trace>
  <inkml:trace contextRef="#ctx0" brushRef="#br0" timeOffset="128375">12844 6208 16617,'-4'-3'6292,"1"0"-5029,3 3-1159,17-63-184,13 51 1,7 1-636,3-24 0,5 1 261,0 24 1,6 8 0,-6 0-1,-9-1 1,-3 1 0,0-1-1,-1 1 1</inkml:trace>
  <inkml:trace contextRef="#ctx0" brushRef="#br0" timeOffset="133042">13778 5684 18560,'-22'-30'549,"4"5"-414,-5 63-91,6-3-55,1 13-39,6 0-124,15 11-140,9-11-289,15 5 107,-3-23-1201,13 1-2512,-3-14 4217,3 1 0,-14-9 0,-11-5 0</inkml:trace>
  <inkml:trace contextRef="#ctx0" brushRef="#br0" timeOffset="133226">14019 5860 13733,'-3'-2'5312,"2"0"-3965,1 2-1775,-2-29-456,13 22-1000,7-22 103,8 29 1784,19 0 0,-29 0 0,10 1 1</inkml:trace>
  <inkml:trace contextRef="#ctx0" brushRef="#br0" timeOffset="133449">14444 5581 12909,'0'-4'4699,"0"1"56,0 3-4816,-16-37 44,15 37-56,-7-12-68,18 48-228,5 14-370,-1-2 218,-4-10-1143,3 6-2341,-4-11 4005,4 5 0,-6-17 0,-2-6 0</inkml:trace>
  <inkml:trace contextRef="#ctx0" brushRef="#br0" timeOffset="133676">14720 5572 12096,'0'-5'8139,"0"0"-5854,0 5-2212,-7-52-39,18 48-23,4-33-11,15 58-31,-2 3 0,0 2-25,2 6-140,-1 8 0,-2 5-166,-17-15 1,-4 1-788,3 14 1,-6 3-1910,-11-8 0,-5-2 2524,-1-3 1,-1-4-1,-10 8 1,10-18 0</inkml:trace>
  <inkml:trace contextRef="#ctx0" brushRef="#br0" timeOffset="133959">15205 5455 20289,'0'-5'2957,"0"2"-2427,0 3-315,35 5-152,-12 25-180,8-2 0,0 3-77,-13 4 0,-3 1-365,3 6 0,-3 0 9,-6-9 1,-2-2-205,0 17-6245,-16 11 6972,1-28 0,-4 2 0,6-23 0</inkml:trace>
  <inkml:trace contextRef="#ctx0" brushRef="#br0" timeOffset="134150">15229 5712 24086,'-1'-46'55,"-1"0"1,4 4-1,8 9-125,40 20 79,-18 8 1,0 2-633,5 0 1,2 2 72,1 0 1,0 1-1226,0 0 1,-1 2 847,24 1 0,-26 0 0,-20-1 0</inkml:trace>
  <inkml:trace contextRef="#ctx0" brushRef="#br0" timeOffset="135926">16145 5392 12304,'-2'-5'4688,"-1"1"-3193,-6-26 1,0-8-444,4 10-803,-4-14 1,2 3-144,10 21 1,7 2-102,8 6-72,2 4 0,7 10 5,-6 11-5,2 14 33,-7-1-27,3 15 22,-4 6 44,-4 1 34,-6 3 45,-17-13-56,-1-12 129,-28 12-56,9-17-56,-12 9-79,20-15 29,11-5 44,10-5 0,17-3-162,18-2-583,8-5 1,5-2-2541,3-1 0,2 0 2680,10-3 1,-3 0 0,-22 3 0,-5 1-1,8-1 1</inkml:trace>
  <inkml:trace contextRef="#ctx0" brushRef="#br0" timeOffset="136816">17045 5108 9346,'-6'0'7713,"1"0"-5932,5 0-1758,14-12-80,13 4-33,22-9-5,13 8-139,-30 6 1,0 2-142,27 0-208,-14 7 320,-18 6 409,-21 6-29,-23 4-50,-20 3 40,-16 1-51,5-5 53,13-5 0,0-1 20,-7 4 198,-9 8-338,29-12 134,13-4 163,11-4-62,10-2-146,11-4-38,11-8 16,8-5 40,3-8 83,-2-3 62,-6-6 39,-10-4 39,-11-4-11,-9-1 190,-10 1 208,-5 2 11,-6 5-62,1 6-167,3 8-253,5 7-258,3 5-10,5 3 72,9 8-39,11 8-6,14 9-50,6 10-112,-2 6-168,-9 5-504,-17 6-3513,-27 6 4353,-14-4 0,2-19 0,5-15 0</inkml:trace>
  <inkml:trace contextRef="#ctx0" brushRef="#br0" timeOffset="137933">17887 4897 10590,'-3'0'5898,"1"0"-1020,2 0-4845,-18 1-150,20 0-40,-4-2-632,33-3-96,0 0-3417,18-3 4302,-15 3 0,-5 1 0,-14 2 0</inkml:trace>
  <inkml:trace contextRef="#ctx0" brushRef="#br0" timeOffset="138409">18379 4722 20585,'-16'-45'312,"1"0"0,2 5 0,10 8-256,39 10 274,-4 11-291,9 3 67,1 6-134,0 5 40,3 8-62,-16 10 169,-9-1-169,-3 12 10,-10-3 35,-1 10 66,-14 8-15,-2-11-18,-5-4 39,-4-9 68,1-6-12,0-2 78,3-4 130,8-6-141,4-4 342,2 0-425,18-10-35,2 2-49,17-7-18,-3 7 1,-6 3 0,5 7-34,-1 10-56,0 5-90,-4 11-162,-17 1 34,-12-5-1004,-22 10-5169,-18-4 5627,-10 3 0,15-12 0,13-10 0</inkml:trace>
  <inkml:trace contextRef="#ctx0" brushRef="#br0" timeOffset="149949">12724 8663 8528,'0'-5'5674,"0"2"-1753,0 3-2733,31-66-191,-19 39-594,5-13 0,0 1 174,-8 16-185,-4 2-112,0 5-56,-2 4-162,0 4-107,-3 5-28,1 3 146,-5 15-22,-2 7-7,-6 18-32,0 2-18,2-7-28,4 13 23,7-19 39,5 8 0,9-16 34,5-10 33,6-8-11,3-13 28,4-10 28,2-9 45,0-3 61,-3 1 6,-5 5-28,-6 5-84,-6 6-95,-7 6-34,-3 5-16,0 6 10,0 2-5,10 17-28,-3 2-101,6 15-565,-5 3-2560,-2 6 2684,-4-3 1,-3-16-1,-3-12 1</inkml:trace>
  <inkml:trace contextRef="#ctx0" brushRef="#br0" timeOffset="151242">13947 8542 18173,'-14'-20'196,"-4"12"-78,4 27 5,-13 11 0,-10 8-58,13-17 0,-2 0 24,-4 2 1,0-2 47,-2-1 0,2-2 82,-24 11-191,20-11 73,20-9 190,41-7-274,1-4-43,8 0 1,6-1-107,-4 1 1,2-1-1275,12 1 0,3 0-3510,-1 1 1,-2 1 4532,-13 0 0,-4 1 0,11 0 0,-35 0 1</inkml:trace>
  <inkml:trace contextRef="#ctx0" brushRef="#br0" timeOffset="167424">17125 8450 20420,'-7'-46'498,"-1"9"-336,-28 44-67,0 2 1,-23 8-12,3-2-17,1-3-6,7-2-21,11-4-7,13-1-5,10-2-5,7 0-7,3 1-10,2 1 16,1 3 6,0 3-11,1 4 6,-1 6 38,0 3 40,-2 6-11,-1 3-12,0 2 1,-1-2-17,2-2 22,0-6 17,2-6 22,0-6 0,0-5 118,1-3 168,0-4 39,0 0-202,0-5-212,2-3-12,2-8 6,5-4-28,8-2-6,8 1 12,5 2-6,5 6-17,3 5-16,1 6 16,0 10-28,-1 6-5,-6 10-6,-5 5-17,-12 3-6,-12 1-55,-15-1-96,-11-1-111,-11-4-258,-5-4-808,-1-7-3622,4-8 4723,9-8 1,13-2 0,9-2-1</inkml:trace>
  <inkml:trace contextRef="#ctx0" brushRef="#br0" timeOffset="167657">17126 8303 22632,'41'-14'268,"0"0"1,0-1 0,16-4 0,-7 1-185,-3 2-89,-9 1-186,-6 1-654,-9 4-2409,-9 3 3254,-6 6 0,-5 1 0,-3 1 0</inkml:trace>
  <inkml:trace contextRef="#ctx0" brushRef="#br0" timeOffset="171684">7614 8934 14761,'-46'-6'885,"0"1"0,5 0 0,10 1-830,22 2-96,8 0-137,10-1 464,20-5-170,8-1-7,16-1-33,-13 3 14,11 1-13,3 1 3,-9 1 22,-10 3 0,-1 0-184,2 0 26,12 1 1,-23 0 158,-7 0 656,-13 0-523,-8 1-162,-12 2 3,-13 2-15,-1 2 48,-19 4 22,-13 4-42,8-4-24,9-1 0,1 0 10,-5 0 198,-8 2 295,16-3-27,20-4-220,4-1 252,18-3-477,17-6 450,7 0-40,27-10-351,-22 6 1,3-1-631,21-6 1,4 0 487,-7 2 0,-1 0-25,6 0 0,-4 1-69,4 1 393,-19 8-310,-32 10-638,-16 8 721,-25 7 138,-18 6-149,20-13 0,-1 0-22,-5 0 1,2 0 0,6-3 1,0-1 54,-14 4 1,0-1-43,-10 3 379,17-6 1,1-2-207,-5-1-301,16-4 1171,12-7-1537,15-4 111,11-5 333,14-3-97,12 3-125,-5 3-3657,27 6 3825,-27 8 1,6-1 0,-25 1 0</inkml:trace>
  <inkml:trace contextRef="#ctx0" brushRef="#br0" timeOffset="176407">10746 9198 20117,'-2'-35'280,"-1"1"0,-1-21-521,4 55 230,0 8 162,-2 17-100,-1 6-18,-4 16-22,2-14 23,-2 3 39,4-11 61,1-4 180,5-7 128,7-11-78,9-13-128,13-10-23,12-14-328,-18 13 1,1 0 248,0 0 1,0 0 100,20-15-50,-12 10-84,-13 11-79,-12 8-5,-6 10 22,-4 8 17,-3 10 464,-2 11-520,-4 8-218,-1 11-1590,0 9 1808,4-20 0,0-1 0,0 4 0,-1 1 0</inkml:trace>
  <inkml:trace contextRef="#ctx0" brushRef="#br0" timeOffset="179434">7251 10345 13877,'-42'-7'814,"0"0"0,3 0 1,10 3-619,19 2-68,4 2-290,5-1 291,0 1-12,10 4-33,-2-1 174,23 6-56,-3-4-23,18 0-50,6-3-45,12-4-681,-26 0 1,1 0 610,-5 0 0,0-1 28,26-1 0,3 0-25,-14 0 0,1 1-8,-1 0 0,3-1 1,-1 1-433,-7 0 1,0 0-1,-1 0 430,1 0 1,0 0 0,0 0-3,19-2 1,-1 1-258,-4 0 1,0 0 254,-4 2 0,0-1-3,-4 2 0,-1-1 11,-3 2 0,-1-1 0,-3 1 1,-1 0-1,19 0-190,-19 0 0,-2 0 78,12 0 393,-15 0 1,-1 0-1054,14 1-1172,-4 2-767,-10 0 2277,2 1 1,-22-3 0,0 1 0</inkml:trace>
  <inkml:trace contextRef="#ctx0" brushRef="#br0" timeOffset="180141">10093 10273 17266,'-35'1'549,"0"-1"0,-20 1-594,55-1 162,4 1 119,5 1-74,10 1-10,12-1 5,17 0-40,15-2-384,-25 0 0,2 0 300,5-1 1,1 0-6,5-1 0,0 0-413,3 0 0,1-2 399,1 1 0,-1 0 3,1-2 0,-1 1-12,0-1 1,0 1-6,-2-1 0,1 0 5,-2 0 1,-1 0 0,-2 2 0,-1-1-6,-4 0 0,0 1-182,-4 0 0,-1 1 190,-4 0 1,-1 0-9,23 0-39,-10 0 447,-11 2-811,-10 0-125,-7 0 528,-7 3 0,-6-2 0,-4 1 0</inkml:trace>
  <inkml:trace contextRef="#ctx0" brushRef="#br0" timeOffset="180984">10200 11081 16311,'-11'-42'1132,"-1"1"1,0 0 0,-4-14 0,3 8-416,10 15 18,1 12-690,2 11-10,0 10-7,-1 11 74,1 11-125,1 11 208,4 3-146,6-2 28,9-7 73,8-9 62,7-9 39,5-12-62,8-10-62,6-11-370,-23 9 1,1-2 285,3-1 1,2-1-12,2-2 1,0 1-9,2-2 0,0 1-14,0 0 0,1 0-45,0 0 0,-1 2-171,0 1 1,0 1-3127,5 2 1,-2 1-204,13-1 3545,2 5 0,-44 8 0,-2 1 0</inkml:trace>
  <inkml:trace contextRef="#ctx0" brushRef="#br0" timeOffset="182017">8242 12762 6915,'-60'2'1445,"-1"1"0,6-1 0,3 1 544,-7 3-824,14-1-723,17-1-380,16-2 924,15 0 61,13 1-364,18 1-167,20-1-721,-18-1 1,2-2 319,8 1 0,2-1-748,8-1 0,3-1 662,-13 0 1,1 0 0,-1-1-11,13-1 1,2-1-15,-6 0 1,2 0 0,3-1-58,-10 1 0,2-1 0,1 1 0,-1-1-626,2 0 1,1 1 0,-1-1 0,3 0 440,-7 0 1,3 1 0,0-1-1,-2 0 1,-1 1-940,3-1 0,-2 0 0,-2 1 0,-1 0 899,8-1 0,-1 0 0,-6 0 0,3 1 1,-7 0-1,4 0 0</inkml:trace>
  <inkml:trace contextRef="#ctx0" brushRef="#br0" timeOffset="198617">19281 4527 10545,'-4'-44'1204,"0"-1"1,1 1-1,-1-10 1,-1 5 441,-8-12-1008,-1 23-212,-15-15-51,-12 18-713,12 19 0,-3 4 542,-8 1 1,-4 3-7,-7 2 1,-3 2-14,-7 3 0,-1 2-531,18 2 0,-1 2 0,1 1 405,0 1 1,-1 2 0,2 2-23,1 2 1,0 1-1,2 3 123,-16 10 1,3 4-142,5 4 1,4 3-12,11-7 1,3 3-1,-1 11 0,5 3 14,8-7 1,5 2-1,4 0 1,1 4-1,4-1 9,4 13 0,7-1 0,2-13 1,4 1 0,4-3-497,15 10 1,8-5 490,-10-17 0,4-2 0,2-2-277,5-1 1,2-2-1,1-3 254,5-2 1,1-3 0,1-2 5,4-2 1,0-3-1,1-2 28,0-3 1,0-2-1,1-2 26,-3-4 1,0-2 0,-1-3 21,-4-2 1,-1-2 0,-3-3 48,-3-2 1,-1-3 0,-4-2 257,13-14 0,-5-4-232,-6-5 0,-5-2-62,-5-5 0,-4-3-45,-4-3 0,-3-1-38,-8 18 0,-2 0 0,-1 0-10,-1-19 1,-5 2-96,-6 3 1,-8 3-222,-6 7 0,-8 4-667,-11 7 1,-8 6-3939,-7 6 1,-1 5 4160,10 6 0,2 3 1,-21 1-1,46 7 0</inkml:trace>
  <inkml:trace contextRef="#ctx0" brushRef="#br0" timeOffset="199967">10854 9276 12662,'-48'2'1945,"0"1"1,-13 1-1,3 0-802,-2 1-897,21 0 1,3-1-169,3 0-16,18-1 218,19-1 28,15-1-112,20-2-73,22-5-518,-22 1 0,1-1 414,6-2 1,0 0 5,3-2 1,1 1-10,0-1 1,-1 0 5,-2 0 1,-2 0 2,-6 2 0,-2 0 65,17-4 196,-23 5-40,-20 4-224,-22 3-22,-17 3 12,-18 4-1,16-2 1,-3 2-10,-3 0 1,-1 1 142,-3 1 1,-1 1-132,-1 1 0,1-1 0,2 2 0,0-1-14,7 0 0,2 0-50,-12 6 27,22-4 51,20-6 12,19-4-12,19-5 0,17-6-199,-21 1 0,2 0 185,3-3 0,1-1-93,2-1 0,0-1 93,0 0 0,-2-2 14,-2 1 0,-2-2 33,-5 2 1,-3 0 162,12-11-11,-20 5-124,-21 4 291,-19 5-380,-21 4 0,-21 5 51,21 4 1,-3 2-47,-5 2 1,-2 1-414,-2 2 0,0 1 405,3 0 0,1 1-6,8-2 1,3 1-87,-19 6 6,26-6 61,18-3 50,17-4 600,6-2-588,27-5-28,3-5-1,-9 1 1,3-1 291,0-2 1,1-1-301,4-1 1,-1 0-259,1-1 0,0 1 263,-4 0 1,-1 1 25,20-6 84,-20 6 17,-18 6-123,-22 3-18,-19 5 24,-27 6-7,15-1 1,-3 1-416,-8 4 0,-3 0 404,-4 2 1,0 0 5,1 1 0,1 0 11,7-2 1,3-1-12,11-1 0,4-2 0,-3 3 84,26-7 50,23-5 1,21-5-29,23-7-70,-24 3 1,1-1 53,4-2 0,0 0-59,0-1 0,0 0-6,-2 0 0,-1 0 231,-3 1 1,-3 0-201,21-6-23,-22 7 102,-15 5-102,-16 5-72,-11 6-213,-12 7 231,-7 7-3367,-4 5 3388,5 3 0,11-12 0,8-3 0</inkml:trace>
  <inkml:trace contextRef="#ctx0" brushRef="#br0" timeOffset="200500">11534 9019 13586,'-4'0'5753,"0"0"-2241,4 0-3238,0-66-235,7 46-3,-1-18 1,5 4-3,14 25-29,7 1 18,-1 4-40,5 13 17,-12-2 0,5 17 0,-17-1 22,-4 9 17,-13 4 51,-22 12-73,3-16 0,-18 12 22,14-19 28,-3 4 123,7-9 286,10-9-50,8-6-247,7-4 17,7-6-50,11-1-73,12-5-85,10 3 12,17 5-11,-18 4 0,11 10 17,-27 4 10,-3 8 57,-21 12-6,-23 0-44,-10 1-57,3-17 1,-4-2-292,2-2 0,-1-1-2018,-12 4 0,0 0 2343,5-3 0,3-2 0,-12 4 0,22-7 0</inkml:trace>
  <inkml:trace contextRef="#ctx0" brushRef="#br0" timeOffset="241708">5632 7717 8416,'2'-7'4336,"0"1"-3183,-2 6 124,0 0-1215,6-24-129,-10 23 55,-2-12 46,-21 33 5,-16 10-25,15-12 0,-2 1-356,-3 1 0,-2 0 370,-2 0 0,0-1 3,2-1 0,1-1-9,3-2 1,1-1-51,-16 7-168,14-7-112,15-4 106,10-4 180,7-1 801,5 1-751,3 1-17,2 2 28,0 3 45,-3 6 29,-3 9 41,-5 14 8,-8 15-78,1-19 0,-1 3-695,-3 6 1,-2 4 649,-1 5 0,0 3-26,5-16 0,-1 1 1,1 0 14,-1 2 0,2 1 0,-1 0 20,1-1 0,0 1 0,1 0-1,1-2 1,1 0 0,0-1 25,0 17 0,1-2-12,3-6 1,2-2-12,3-7 1,2-3-120,1-6 1,2-2 196,14 18 18,4-12-68,8-11-402,10-10-1609,15-8 1362,-17-9 1,-2-1-1,6 0 1,2-4-1</inkml:trace>
  <inkml:trace contextRef="#ctx0" brushRef="#br0" timeOffset="254625">17748 11029 20627,'6'-44'929,"1"0"1,0-1 0,-1 1 0,0 0-1,-1 7-239,-2-12-237,0 0-100,-3 18-336,0 17-28,0 8 33,0 25-22,0 11-5,0 13-21,-1 3 1,-1 1-48,-2 11-890,0-11 0,0 7 0,0-2-830,0-2 1,1-1-1090,-2 12 1,1-1 2881,4-12 0,0-8 0,1-8 0,0-4 0</inkml:trace>
  <inkml:trace contextRef="#ctx0" brushRef="#br0" timeOffset="255249">18405 11057 26015,'-41'-3'443,"13"-1"-427,43 0 18,12-3-17,9-2-17,7-2 17,1 0-29,-6 1-49,-6 0-219,-10 3-662,-9 2-2188,-8 2 3130,-4-1 0,-1 2 0,-1 0 0</inkml:trace>
  <inkml:trace contextRef="#ctx0" brushRef="#br0" timeOffset="255749">19170 10842 25281,'-8'-48'304,"0"1"1,1 4-1,7 6-164,21 6-61,11 4-68,0 8-5,-1 5-12,5 9-22,-4 6 0,10 11-39,-4 21 11,-16 10 33,-13 5 3,-18-17 1,-6-1-426,-5-3 1,-3 1 430,-7 7 0,-2 1 19,-8 4 1,0-2-15,11-9 1,2-1 8,2-4 0,4-1 0,6 2 6,15-13 22,10-4-325,31-11-768,17-12 376,-24 7 0,1-1-1532,11-5 1,2-2 2078,1-1 0,-2 2 1,-13 4-1,-2 0 1,-2 1-1,0-1 0</inkml:trace>
  <inkml:trace contextRef="#ctx0" brushRef="#br0" timeOffset="256332">20132 10563 24665,'-42'-12'416,"-1"0"1,4 0-1,16 3-438,37 5 11,21-2-40,22 0 12,-3 2-14,-16 1 0,1 1-51,0 1 1,0 0 46,-3 2 1,0 0 3,0 1 0,-4 3 2,-2 8 51,-16 1 56,-23 10 34,-31 11-34,14-16 0,-3 1-302,-10 5 0,-2-1 308,4-4 0,1-1-29,-16 10 1,5 0 5,28-8 0,5-4 28,21-5-22,15-10-28,5-6 643,17-10-582,6-16 29,-2-6-213,-22 11 0,-4-3 218,1-25 45,-10-4-40,-8 13 180,-9-2 145,-13 8-167,-2 5 5,-4 3-34,9 17-151,7 7 101,5 4 218,4 2-420,11 15 23,-3-4-17,17 28 0,-11-9 6,4 16-12,-8-4-72,-3 3-17,-4-10-919,-4 17-1624,-12-17-1535,-2 7 3325,-11-9 0,12-21 0,1-1 0</inkml:trace>
  <inkml:trace contextRef="#ctx0" brushRef="#br0" timeOffset="257115">21114 10766 22359,'3'-49'562,"-1"1"0,1-1 1,-1 4-1,0 0 1,1 5-264,0 3 1,1 3 148,-1-25 306,-1 18-569,-3 16 18,0 14-214,-1 13 63,0 14-41,2 17 23,-1 19-29,1-20 1,1 2-76,1 3 1,-1 0 74,2-1 1,-1 1-18,1-3 1,-1 0-5,1 25 10,-1-13 12,-2-14 44,0-14 129,0-11-5,-2-13 237,0-3-341,-1-42 0,0-10-59,0 8-215,1 13 0,1-7 0,-1 6 249,3-23-17,0 5-62,-1 26 1,0 1 95,1-12-62,-1 20-68,-1 15 46,0 16 28,0 16-29,0 23 14,1-14 1,0 2-5,2 6 0,0 1 7,1 2 1,1 0 2,0-1 1,2-1 2,-2-3 0,1-2 184,0 22-178,-3-19-6,-2-16 78,0-14-22,-3-17-5,-1-13-6,-4-18-23,1-14 371,1-6-376,4 3 1,0 9-18,2 16-108,-1 16-222,-1 9-997,-2 14-6947,-3 9 8274,-1 5 0,3-4 0,1-8 0</inkml:trace>
  <inkml:trace contextRef="#ctx0" brushRef="#br0" timeOffset="260908">22278 10204 24340,'-29'-27'224,"-8"17"-112,-11 50-79,17-13 1,-2 0-2313,-5 6 0,-1 0 2296,8-7 0,-2 1 61,-15 12 1,1-1 474,21-17 1,1 0-515,-7 6 1,3 0 825,10-1-696,24-8-7,18-6-44,21-3-74,18-2 791,-25-5 0,2-1-871,3 0 0,2 0-259,2-1 1,0 0-966,1 1 0,-1-2-1093,-8 1 1,-2 0 2352,2-1 0,-5 0 0,-6 0 0,-2-1 0</inkml:trace>
  <inkml:trace contextRef="#ctx0" brushRef="#br0" timeOffset="263491">23212 10338 17518,'-7'-43'722,"0"0"1,0 0 0,-2-13-1,0 6 1567,1 3-2244,3 23 540,2 13-625,3 15 405,4 14-354,3 17 14,-1 1 0,-1 4-25,-1-2 0,-1 3 190,-1 9 1,-1 1-177,-1-10 0,-1-2-8,0 19-112,-1-5 174,2-26 604,0-3-162,-2-20-286,-1-18-123,-1-5 837,-4-25-843,3 12 0,-1-3-34,0-2 1,1-1-196,-2-9 1,2 0 200,1 9 0,1 2-5,1-15 44,1 7-44,1 23-62,0 6-11,1 13-12,2 16 522,1 3-527,6 20-101,1 19-188,-4-25 1,0 1-1383,1 9 0,0 0 1699,1-1 0,-1-3 0,2 6 0,-2-6 0</inkml:trace>
  <inkml:trace contextRef="#ctx0" brushRef="#br0" timeOffset="263825">23875 10267 26110,'-31'-10'583,"15"1"-505,51 1 17,-1 1-16,-3-1-18,-6 2-5,-5 1-11,-6 0-11,-7 1-34,-3 3-135,-3 0-2424,0 0 2559,-1-2 0,0 1 0,0-1 0</inkml:trace>
  <inkml:trace contextRef="#ctx0" brushRef="#br0" timeOffset="265932">24008 10044 23422,'-34'-13'151,"8"18"-84,27 51-78,-2-23 0,0 1-152,-1 3 1,0 1-519,0 1 0,1 1-1914,-1-1 0,1 0 2595,5 0 0,1-4 0,-2 5 0,7-11 0</inkml:trace>
  <inkml:trace contextRef="#ctx0" brushRef="#br0" timeOffset="266299">24491 10005 19014,'0'-11'2425,"2"-24"0,1-4-1484,-1 11-689,1-10 0,0 2-27,-2 21-192,0 10 34,5 40-50,-1 1 6,4 20-1,-4 4-16,0-12-407,1 11 452,2-9-12,6-10-5,-2-18 89,8-9 22,1-23 1,10-8 28,6-11 184,7-9-240,-15 15 461,-1 0-506,-22 19-45,-2 4-28,-3 12 0,-1 22-23,0-5-189,0 28-763,2-8-1352,0-15 0,-1 2 2327,1-3 0,0-2 0,0 11 0,-1-19 0</inkml:trace>
  <inkml:trace contextRef="#ctx0" brushRef="#br0" timeOffset="267598">24426 10062 11323,'-4'0'7557,"0"0"-3026,4 0-4039,-39-32-83,37 18-106,-26-27-68,51 23-67,5 0-73,4 0-56,2 3-44,1 5 5,-9 5 39,12 6-11,-11 9-23,15 8-49,-5 11-7,1 9 46,-8-5-7,-14-3 1,-4 1 11,-5 15 5,-7-13 1,-6 1 11,-22 18 2,7-28 1,-3-2-3,-1-1 0,-1-2 45,-21 12 55,8-7 130,13-10 117,11-5-112,9-9-134,5-5-51,2-6-39,5-5-17,9-2-11,2 3 11,29-1-22,-5 9-11,22 2 5,-9 15-11,-4 13 11,-6 14 17,-12 8 0,-13 6 6,-17 0-17,-19-5-1,-18-3-497,-17-8 458,22-20 1,-4-2-118,-10-2 0,-1-2-95,-17 1-247,20-9 0,2-4-1746,-3-14 2256,0-18 0,20 14 0,11-3 0</inkml:trace>
  <inkml:trace contextRef="#ctx0" brushRef="#br0" timeOffset="268115">24446 10048 15620,'-4'-2'5729,"0"1"-3046,4 1-2464,11-51-74,4 34-72,12-37-6,4 48-11,2 3-17,6 8-27,5 4-52,7 12-334,4 8 357,-28-11 1,-2 2-18,16 26 23,-18 7-12,-23 2 29,-23 2 19,3-30 0,-3-1-22,-2-1 0,-2-2 5,-1-2 1,1-1 41,-24 14 70,7-10 160,8-10 39,7-7-16,9-9-45,5-5-51,7-5 307,3 1-452,3 1-87,3 3 20,7 4-29,9 2 23,15 8 5,14 6-11,-4 3-11,-4 1 0,1 2-16,13 12-182,-18-9 1,-3 2 158,-1 17-185,-31-3-477,-32 0-556,3-18 0,-5-2 946,-14 3 0,1-2 1,-9 3-1,1-3 0</inkml:trace>
  <inkml:trace contextRef="#ctx0" brushRef="#br0" timeOffset="269299">21267 12240 16275,'1'-5'3663,"4"-26"0,1-8-2666,3 2-684,-1-6 1,1 0-61,0 13 133,0 7-134,-6 14-190,1 2-51,-3 8 28,-1 25-28,0-3 6,-2 35-516,-3-3 515,1-21 1,-2 3-14,-1 5 0,-1 0 2,1-8 1,1-2-6,-5 25 0,7-19 62,3-20 178,1-3 124,4-20-240,3-15-63,0-7 68,2-20 0,-4-1-48,-2 7 0,-1-2-31,-1 6 1,0 0-97,-1-5 1,0 2 190,0-13 405,-1 21-500,-2 10-39,2 16-50,0 5 22,1 15 12,4 16 225,-1 2-259,8 23-101,2-4-73,-4-19 0,1 1-868,5 6 0,0-1-1900,-3-7 1,0-1-3674,13 24 5943,-9-18 0,-12-28 0,-2-3 0</inkml:trace>
  <inkml:trace contextRef="#ctx0" brushRef="#br0" timeOffset="269582">22126 11901 22733,'0'-3'2834,"0"1"-2375,0 2-403,-73 48-1720,31-8 1682,11-14 1,-6 2 0,6 0-11,7 3 1,5-3-9,-9 17 5,7 3 1,16-26 520,13 14-627,13-25-190,21 2-12,-2-11-761,23-9-639,-26-1 0,1-1-2497,1-2 0,1-1 4200,3-2 0,-5 2 0,1-3 0,-17 6 0</inkml:trace>
  <inkml:trace contextRef="#ctx0" brushRef="#br0" timeOffset="269965">22727 11723 26620,'-31'-14'196,"4"17"-168,16 46-11,3-6-12,4-9 1,2 1-6,3 12 0,3 9-11,17-8 72,2-24-33,14 2 51,-2-25 10,1-16-38,-7-4 49,-7-4 1,-1-3 107,10-12-94,-9 9 1,1 0 70,12-13 22,-6 10-11,-9 12-129,-9 11-39,-7 11-5,-3 16-29,-1 19-5,1 21-483,-1-20 1,-1 2 397,1 8 1,-2 1-373,0 7 1,-2 1-2680,-2 5 0,-2 0 3147,0-6 0,-1-4 0,2-15 0,1-5 0,-4 4 0</inkml:trace>
  <inkml:trace contextRef="#ctx0" brushRef="#br0" timeOffset="270482">21080 13136 23220,'24'-28'1101,"0"1"0,16-19-737,-19 32-84,-9 6-73,-8 4-67,-3 3-90,-12 11-11,-9 3-16,-16 11 16,-8-1 17,-4-1-6,4-4 6,10-6-5,15-6 27,13-3 124,21-2 39,22-5-160,-4 2 0,5-1-1038,15-2 1,4-1 978,-10 1 1,3 0-1,2 0-5,8-1 0,2-1 0,2 0-17,-10 0 0,1 1 0,1-1 0,1-1-540,-7 2 0,1-1 1,0-1-1,1 1 0,0-1 542,4 0 0,1-1 1,0 0-1,0 0 1,1 0-2,2-1 0,0 1 0,1-1 0,1 1 0,-1-1 3,0 1 1,1-1-1,0 1 1,0-1 0,0 1-3,-2 0 0,0 1 0,0-1 1,-1 1-1,0 0-14,-4 1 1,0-1 0,0 1 0,-2-1 0,-1 1-15,6-1 1,-1 0 0,-2 1 0,-2-1-178,3-1 0,-3 1 0,-5-1-63,1 0 0,-11-1-2160,-15-4 2426,-54 3 0,8 5 0,-11 1 0</inkml:trace>
  <inkml:trace contextRef="#ctx0" brushRef="#br0" timeOffset="283624">5863 10133 17221,'-10'-18'888,"1"2"-647,6 11-97,-8-1-151,-1 3-17,-18 0 18,-7 10-22,-20 6 29,25-2 0,-1 2 7,-8 4 0,0 0-14,-12 8 17,19-10 0,4-1 309,4-1-38,3-2-104,13-6 58,10-3-158,4-1 33,6 3-13,1 4-37,3 4-277,0 19 53,-7 8 114,-7-8 1,-3 2-429,-5 20 622,-2-13 1,-2 2-16,1-4 0,0 2-42,-1 1 1,0 3 0,1 0 72,-4 14 0,1 1-606,4-12 1,0 1-1,2-4 590,0 2 0,2-3-50,1 10 1,2-2-310,2-13 1,2-1 180,1 7 0,2 0-213,3-3 1,2-2 0,11 15-14,1-12 375,6-21-313,3-13-326,21-12-4244,-4-9 0,1-4 4511,-15 6 1,-2-1 0,7-4 0,-6 2 0,-17 8 0</inkml:trace>
  <inkml:trace contextRef="#ctx0" brushRef="#br0" timeOffset="290391">4589 6099 20271,'-48'-42'-1238,"0"15"1075,1 50 1113,-3 6-311,-3 3-211,23-12 0,0 1-708,2-3 1,-1 1 525,-6 4 1,-3 1 82,-7 1 0,-1 0 144,10-5 0,0-1 125,2-1 1,2-2-314,-15 12 136,20-9-561,-3 11 131,13-3-89,5 6 480,6 3-723,4-6-53,1 12-33,5 1 235,-1-3 1,1 2-252,4 21-260,-4-20 0,1 6 0,-1-4 525,-1-10 1,0 0 81,0 11 1,1 6-1,0 0 59,0-1 1,-1 1 0,1 1 6,1 4 0,-1 1 1,1 2-531,-1-7 1,0 2 0,1 1 0,-1-3 503,2 12 0,0-1 1,-1-4 7,0-9 0,-1-3 1,1 1 17,0 9 1,1 1-1,-1-2 8,-1-10 0,0-3 0,0 5 4,-1 2 0,1 5 1,0 1-1,-1-3-1,-1-5 0,0-2 1,0 0-1,0 1 6,-1 7 1,1 2-1,-1 0 1,0-5-12,-1-2 0,0-4 0,0 1 15,0 12 0,0 1 0,0 1 5,0-14 1,0 1 0,0 0-1,0 0-54,0 2 0,0-1 0,-1 1 1,1 2-5,0 5 0,0 3 1,0-2-1,0-4 29,0-5 0,0-4 1,0 3 22,-1 3 1,1 3 0,0 0 0,-1-3-21,1-1 1,-1-3-1,0 4 14,0 1 1,-1 4-1,1-1 1,-1-4-75,0-4 1,0-4 0,0 4 44,-1 2 0,0 4 0,0 1 0,0-4-353,0 1 0,-1-3 0,1 3 433,0 2 0,-1 4 1,1-1-1,-1-4-5,1-4 0,0-3 0,0 3-4,0 3 0,-1 5 0,0-1 0,0-2-3,-1 0 0,1-3 1,-2 4-308,1 1 1,0 4 0,-1 2 0,-1-4 346,-1 7 0,-1-2 0,-1 0 15,-1 0 1,0 1-1,-1-3-127,2-12 1,0-2 0,-2 2 12,-2 8 1,-2 3 0,-1 0-14,0 1 0,-1 1 1,0 0 41,4-15 1,1 0-1,-1 0 1,0 1-50,0 4 1,-1 0 0,1 0 0,1-2 20,1 1 1,1-2 0,2-1 315,1-2 0,2-2 1,1 0-285,2 19 0,5-2 3,4-2 0,4-1 210,4 0 1,4-1-236,4 1 0,2-1-59,4 0 0,2 0-123,2-2 0,2-1-992,1-3 0,1-2 1199,-5-9 0,-1-4 0,7 8 0,-17-23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0:02: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3628 3155 14639,'23'-24'644,"0"0"0,4 1 1,3 5-447,3 9 1,3 4-900,7-2 0,3 0 874,8-1 1,4 0-628,-15 2 0,2-1 1,2 1 635,7 0 1,1 0-1,2-1-89,-9 2 1,0 0 0,1 0-1,1 0 14,5 0 1,0 0 0,0 0-1,2 1-390,2-1 1,0 0 0,1 1 0,1 0 367,0-1 1,1 1 0,0 1 0,0-1 54,0 1 1,0 0 0,0 0 0,-1 1 62,-1-1 0,0 1 0,0 0 0,0 0-394,-1 0 0,0 1 0,-1-1 0,0 1 257,0-1 1,0 1 0,-1 0 0,1 0-2,0-1 1,0 1 0,0 0 0,0 1 1,2-1 0,-1 0 1,1 0-1,-1 1-208,2-1 1,1 1 0,-1 0 0,1 0 161,0-1 0,0 1 0,1 0 0,0 1-38,0-1 0,0 1 1,0-1-1,0 1-56,0 0 0,0 0 1,0 0-1,0 0 53,-2 1 1,1-1 0,-1 1 0,0-1 3,-1 1 0,0-1 0,-1 0 1,0 1-28,-1-1 1,-1 0 0,0 0 0,0 0 5,-2-1 1,1 1 0,-2 0-1,1-1 6,-1 1 1,-1-1 0,0 0 0,0 0 13,-1 0 0,0 1 1,0-1-1,0 0-42,-1 0 0,0 1 0,-1-1 1,0 0 66,0 1 1,0-1 0,-1 1 0,1-1 67,-1 0 1,-1 1-1,1-1 1,-1 0-13,16 1 1,-1-1 0,-1 0 51,-1 1 1,0-1 0,-2 0 6,-2 0 1,-1 0 0,-2 0 239,-3-1 0,-1 0 1,-2-1-250,-4 1 1,-2-1-1,-1 1 687,13-3 1,-5 1-598,-9 0 0,-4 0 84,14-2 2018,-22 2-2215,-11-1 2097,-3-1-1923,3-3 1509,6-1-1631,1-2 188,1 1-870,-5 3-4880,-8 0 5482,-5 3 1,-6 2 0,-1 1 0</inkml:trace>
  <inkml:trace contextRef="#ctx0" brushRef="#br0" timeOffset="5517">5339 2439 13629,'-4'-2'5197,"0"0"-2027,4 2-1774,-19-28-2289,13 21 113,-13-21 209,18 30 1103,1 1-431,3 6-63,1 3-118,6 5-682,4 1 866,3 2 47,2 0 114,1 0-704,1-5 485,-1-4 524,1-6 437,5-11 172,-6-1 148,4-7-252,12-12 286,1 0-787,-8 7 0,3-1-708,7 1 0,1 1-393,18-7 637,-9 9 1,-4 2-1,-17 6 1,14-2-1</inkml:trace>
  <inkml:trace contextRef="#ctx0" brushRef="#br0" timeOffset="7699">3199 3949 17204,'-30'-32'914,"0"0"1,0-1-1,-10-10 1,9 7-746,22 20-133,6 7-75,2 5 97,4 4 170,4 7-280,8 7 1,6 10 92,-2 0 5,7 8-37,-6-5 15,12 7-109,-4-10-28,8-7 325,4-15 39,-2-8-173,5-8 1,5-5-127,-4 1 0,2-1-1295,1 0 0,3-1 0,0 1-1934,-5 2 0,0 0 0,-2 2 2696,9-3 1,-6 2 0,-11 4 0,-7 3-1,-12 4 1</inkml:trace>
  <inkml:trace contextRef="#ctx0" brushRef="#br0" timeOffset="8615">3111 4958 13711,'-3'-4'1934,"0"0"-988,-8-27 0,0-9 667,4 3-992,-5-10 0,1 1 255,9 12-105,1 9-461,1 11-301,1 9 845,1 13-557,1 11-33,2 14-127,0 9 15,2 6-176,0 0-77,4-6-100,3-9-139,6-10 155,6-10 112,-2-7 348,27-18 250,-5-7-586,-10 1 1,2-3 414,-2 0 1,1-2-4,3-1 1,2-1-83,2-1 0,1 1-463,2 1 0,1 1-3843,0 2 1,0 2 4148,-7 4 1,-2 2 0,9-3 0,-23 9 0</inkml:trace>
  <inkml:trace contextRef="#ctx0" brushRef="#br0" timeOffset="12192">5900 5706 10349,'-49'1'1163,"0"1"1,-1-1 0,-3 0 0,0 1 0,3-1-568,-2-1 1,2 0-964,-6 1 0,3-1 610,12 0 1,3 0-37,-19 1 37,18 0 0,2 2-37,-12 2 338,-14 4-629,29-1 195,14 2-156,12-4 11,7 6 118,15 2 751,7 1-773,22 1-6,13-8-34,-4-4-11,-14-2 1,4-2-667,12-4 0,4-1 634,-17 2 1,1 0-1,2-1-560,11-2 1,3-1 0,-2 0 548,-3 0 0,-1 0 1,1 0-513,4-1 1,0 0-1,-2 0 529,-10 2 0,-2-1 0,3 1-6,0-1 0,4 0 0,-1 0 0,-3 0-412,14-2 0,-1 0 440,-5 1 1,2-1 0,-4 1 184,0 0 0,-4-1-189,-7 3 0,-4-1-3,13-1 1158,-7 1-1130,-29 4 1636,-1 1-1698,-51 8 6,8-2-23,-22 3 1,-8 1 155,16-3 0,-2 0-100,2 0 1,-4 1 0,0-1 1,6 0 1,0-1-1,-1 0 2,1 0 1,-1 0-1,0 0 8,1 1 0,-1-1 0,1 1 5,-19 1 1,0 1-7,1 2 1,0-1 14,1 2 0,-1 0-9,0 2 1,0 0-18,0 1 1,0 1 2,5 0 1,1 0 5,6-1 0,3-1 30,-13 5 913,15-4-649,32-10-224,2-2-107,17-9 23,12-9-5,16-7-9,-9 9 0,4 1 201,8-1 1,4 2-216,8-2 0,5 2-1048,-13 5 1,1-1 0,-1 2 921,13-2 0,0 1-459,-7 3 1,2 0 0,0 1 347,-2 2 1,0 0 0,-4 1 0,5-2-1,-2 1 1,-4 2 0,0-1 0</inkml:trace>
  <inkml:trace contextRef="#ctx0" brushRef="#br0" timeOffset="46450">6621 7492 8619,'-7'-2'4000,"1"1"-2800,6 1 767,0 0-1254,-40-8-432,30 6-293,-30-7-42,40 9 282,4 0-1,0 0 29,6 2-150,9 1-44,4 3 71,9 2 58,5-1-61,-6-2 76,2-2 1,3-2-57,-3-2 0,2 0-695,19-2 1,5-1 668,1-2 1,1 0-518,-15 1 0,0-1 0,1 0 477,3 0 0,0-1 0,1 1-13,1 0 1,1-1 0,0 1-14,0 0 1,0-1 0,1 1-16,0 0 0,-1 1 0,1-1-14,-2 1 0,1 1 0,-1-1-15,-1 1 0,0 0 1,0 1-19,-2 0 0,1 0 0,-3 1-11,8-1 0,0 1-12,-3 0 1,4 1 0,-4 0-10,5 1 0,0 0 19,-3 0 1,4 1 0,-3 0-43,-9 0 1,-1 0 0,-1 0 8,1 0 1,-1 0 0,0 0 3,-1 0 0,1-1 1,-3 1-29,8-1 1,0 0 33,-5 0 0,4 0 1,-4-1-425,1 1 1,0-1 395,17 1 1,1-1-141,-15 1 0,-3 0 139,0-1 0,-1 2 0,1-1 1,0 0 174,2-1 1,-1 2-174,3-1 0,1 0-5,2 0 1,0 0-3,1 1 0,1-1 10,0 0 1,-1 0 46,-1-1 0,-1-1 5,-4 1 1,0-2 11,-5 0 0,-1-1 508,-3-1 0,-2 1-514,-1-1 1,-2 0 5,-1 0 0,0 0 2,0 0 1,1 1-9,-1 0 1,1 0 22,1 1 0,0 1-3,1 1 0,0 0-12,1 0 1,0 1-6,0 1 1,0 0 2,-2 0 0,0 1 5,27 4 23,-12-1 960,-11 0-926,-7-1 240,-2-2-162,3 0 823,6-2-868,6 2-33,3 0-6,3-1 11,-2 1-11,-3-1 328,-3-1-423,-7-3-415,-3 0-5561,-5-3 6015,-6 1 0,-9 2 0,-6 1 0</inkml:trace>
  <inkml:trace contextRef="#ctx0" brushRef="#br0" timeOffset="48832">13461 7377 11768,'-47'4'587,"0"-1"0,5 0 0,5-1-113,11 2-13,4 0-96,5-1-220,6 0-40,5 2 114,3 0 86,6 2-168,6 1 129,12 1 10,13-2-75,17-2-118,-18-3 0,4 0-204,6-2 1,5 1 172,-2-1 1,4 0 0,-2 0-449,5 0 1,1 0 533,2-1 1,5 1 0,-3 0-722,-13-1 0,-2 1 1,2 0 657,12-1 0,4 1 1,-1-1-19,1 2 0,1-1 0,1 1-573,-8 1 0,2-1 0,1 1 1,-3 0 637,-6 0 1,-1 0 0,-1 0 0,0 1 26,12 0 1,0 0 0,-1 1-206,-4 0 0,-1-1 1,-2 1 231,-7-2 1,-1 0-1,2 0-2,11 0 0,3 0 0,0 0-11,2-1 0,-1 0 1,2 0-27,0 0 1,1-1 0,0 1-23,0 0 1,0 0-1,0 0-109,0 0 0,0 1 0,-1 0-217,-1 0 1,0 0 0,0 1 146,-4-1 1,1 1-1,0 0 21,-10-1 0,2 0 1,-2 0-1,-1 0-26,6 0 0,-1 0 0,-2 0-6,-4 0 1,0-1-1,-1 1 0,16-1 0,-3 0 283,-10 0 1,0-1-275,12 0 0,3 0-65,-3-2 0,1 0 97,-11 0 1,0 0 0,-2 0-58,1 0 1,1-1 27,-5 0 0,3 1 1,-4 1-85,2-1 0,-1 1 64,13-1 1,2 0 7,-2 0-1,-1-1 5,0 0 1,0 0 20,-13-1 0,0 1 0,-3-1-55,2 0 1,0-1 14,13-1 0,-1 1 875,-20 1 0,-1 0-775,9-1 0,1 1-5,8 1 0,1 0-37,-8 0 0,0 2 285,-2-1 0,-1 1-239,-1 0 0,-1 1 6,-7-1 0,0 1 838,7 0 1,3-1-837,4 0 1,0 0-15,-7 0 1,-1 0 441,-3 0 0,-2-1-422,25-3 6,-19 1 11,5-3-129,-3-2-236,-11 1-172,-5-1-4458,-5 3 4950,-10 3 0,-1 0 0,-6 3 0</inkml:trace>
  <inkml:trace contextRef="#ctx0" brushRef="#br0" timeOffset="53849">9859 8360 15311,'-38'-32'566,"13"7"-415,46 25 17,9 3 0,9 1 6,9 2 22,12-1-468,-26-2 0,3-1 370,5-1 0,2 1-23,7-1 1,1 0-693,6 0 0,2 0 635,-17-1 1,0 1 0,1 0 3,1 0 1,0 0-1,0-1 8,1 1 0,-1 0 0,1-1 3,-2 1 1,0 0 0,0-1 1,-1 1 1,0-1-1,-1 1 38,21-1 0,-1 0-490,0 1 0,1-1 498,-1 0 1,1 0-38,-21 0 1,1 0 0,0 0-14,0 0 1,1 1 0,-1-1-338,2 1 1,0-1 0,0 1 368,2 0 1,-1 0-1,1 1-1,2-1 0,-1 0 0,1 1-10,0-1 0,1 0 0,0 1 6,0-1 0,0 1 0,0-1 3,-1 1 1,-1-1 0,1 0 7,-1 1 0,0 0 0,0-1 2,0 0 0,0 0 0,0 0-8,1-1 1,0 1-1,-1 0 4,2-1 0,-1 0 1,1 0-14,-1-1 0,0 1 0,-1-1-2,0 1 0,0-1 1,0 0 1,-2-1 0,-1 1 0,1 0-17,-2-1 1,1 1-1,-1-1-4,1 0 1,-2 1 0,1-1-19,1 1 0,-1-1 0,0 1-104,0 0 1,-1 0 0,1 0 93,-1 0 1,0 0 0,-1 1-9,19 0 0,-1 2-3,-3-1 1,-3 1 148,-3 2 1,-2 0-141,-5 0 0,-2 0 403,-4 0 0,-1-1-390,-3-1 1,-2 0 8,0-1 1,0-1-15,1-2 0,1-1 272,3 0 1,2-1-281,3 0 0,2-1 11,5 2 0,1 0-9,4 1 1,0 0-12,3 1 1,-1 1 82,0 1 1,0 0-78,-1 0 0,-2 1 5,-3 0 1,-1 1 16,-5 0 1,-1 0 242,-5-1 0,-1 1-181,26 3 30,-10 0 138,-7 1-50,-6 0-95,-4 0 615,-6-1-643,-9-3 900,-7-1-984,-8-2 187,-3 1-1124,-9-3-2566,-11-1 3508,-7-2 0,5 1 0,6 2 0</inkml:trace>
  <inkml:trace contextRef="#ctx0" brushRef="#br0" timeOffset="55959">8327 7628 17291,'-29'-49'1157,"-1"0"1,3 3-1,2 6-613,-6 4 88,-11-3-475,10 14 85,-22-4-952,6 18 769,16 5 0,-3 0 0,-13 2 0,-1 2-34,3 2 0,1 1-17,0-1 1,0 2 5,-3 3 0,2 1 14,5 0 0,0 1-274,-10 3 0,-3 2 255,9-2 0,-2 2 1,3-1-472,-4 2 0,1 0 471,1 1 1,-3 0-1,2 1 11,-6 2 0,0 1-11,7-3 0,-2 1 1,-1 1-1,-2 1 0,1 0 1,-1 0 4,0 1 1,0-1 0,1 2 5,-4 2 1,0 1 0,4 0-16,-7 5 1,4 1-6,7-5 0,5 1 2,-1 17 21,22-10-7,-7 16 18,7-4 11,-3 6 319,10-16-336,2 7 544,9-8-488,13 9 3,10-16 0,8-2-31,8-3 0,3-3 390,4 1 1,5-1-427,-6-8 1,5-2-1,2-1-695,-4-2 0,1 0 0,2-1 0,1 0 692,2 0 0,0-1 0,1 0 0,2 0-9,-4-1 1,1 1 0,2-2 0,-1 1 0,-2-2-1,5-1 1,0-1-1,-2-1 1,-2 0-2,6 0 1,-3-1-1,2-1 4,-7 0 0,2-3 1,0 1-1,-2-2-544,7-1 0,-2 0 0,2-2 541,-4 1 1,1 0-1,2-1 1,0-1 12,-5 1 0,0-1 0,1-1 1,0 1-1,-3-1-9,5-1 1,-3 0 0,0 0-1,0-1 3,4-1 1,2-1-1,-3 0 1,-4 1 3,12-6 1,-5 1-244,1-3 0,-4-2 319,-20 9 0,-3-3 155,6-7 0,-4-1-48,2-17 1842,-24-4-2067,-21 21-252,-37-7-2979,-6 19 1,-7 4 3253,3-2 0,1 3 0,0 0 0,5 4 0,-3 2 0</inkml:trace>
  <inkml:trace contextRef="#ctx0" brushRef="#br0" timeOffset="58418">7093 8899 6031,'-62'-3'1385,"0"0"0,3 1 0,5 1-761,17 0 1,2 0-353,-2 3 1,1 0 239,1 1 0,-1 0 12,0 3 0,-1 0-51,2 1 0,0 0-115,2 1 1,1 0 235,-28 8 210,7-2-127,9-1 35,4-2-123,8-2-12,6-1-62,6-3 135,8-2-331,6-2-105,4 0-69,1-1 119,8 3 134,6 2-40,16 3-78,15 0-193,-13-5 0,2-1-416,8 0 1,2-2 395,8 1 1,3-2-620,-13 0 0,2-1 0,1 0 580,6 0 0,1 0 0,1-1-15,7-1 0,2 0 0,1 1-13,-12 0 0,0 0 0,2 0 0,-1 1-474,4-1 1,0 0-1,1 0 1,0 1 475,0-1 1,2 1 0,-1 0 0,0 0-386,1 0 1,-1 0-1,1 0 1,-1 0 387,-1 0 1,0 0-1,-1 0 1,1 0-5,-3 0 1,1 1-1,-1-1 1,0 0-154,-3 0 1,0 1 0,0-1 0,-1 0 134,14 0 0,-1 0 0,-1 0-100,-4 0 1,0 0-1,-1 0-610,-4-1 1,-1 1 0,-1 1 726,-1-1 0,0 0 0,-6 1 0,-4-1 0,-4 0 0,23 1 0</inkml:trace>
  <inkml:trace contextRef="#ctx0" brushRef="#br0" timeOffset="64743">9205 10711 15821,'-35'-1'670,"-1"0"0,1 1 1,4 0-235,7 4-251,3 0 281,6-1-332,10-2 96,-2 1-40,6-2-67,0 0 57,5 1 72,5 0 28,24 1-152,8-1-72,8 0-8,-16-1 0,1 0-12,0-1 0,2 1-461,4-2 1,4 1-1,-1-1 445,18-1 0,1 0-11,-11 1 0,2-1 1,-4 0-8,3-1 1,-1 1 11,11-1 0,-1 0-3,-12 0 1,1 0-1,-9 0 0,1 1 0,2 0-4,7-1 1,1 0 0,-1 0-3,-6 1 1,-1 1-1,1-1-548,7 0 1,1 1-1,-4-1 548,1 1 1,-2 1 0,8-1 0,1 0-411,-2 2 0,0-1 410,1 0 1,0 0-3,6 1 0,-2 1 8,-11 0 0,-4 0-76,-10 0 1,1 1 61,19 1 1,0 1 2,-15-1 0,0 0-109,19 1 0,1 0 109,-10-1 0,0 1-3,1-1 1,0 0 4,-10 0 1,0 0-9,11 0 1,0 0 463,-8 0 1,1-1-463,-1 1 0,4 0 0,-1 1-4,11-1 0,0 1-577,-14-2 0,0 1 0,-4 0 585,-2-1 0,-2 0 0,3-1 0,-1-1-39,-6 1 0,0-1 45,2-1 0,-1-1-6,5 1 0,-1-1 5,-5-1 1,0 0-1,4 1 1,1 0-9,2 0 0,2 1-8,4 0 0,2 1 2,2 1 1,2 1 197,2 0 0,0 0-203,-1 2 0,-1-1 19,-3 0 1,-3 0 64,-5-1 0,-1 0-59,-6-1 0,-2-1 2769,24-4-2769,-3-3-17,-13-1 6,12-5 318,-6 3-318,-9 3 0,1 0-12,26-2-265,-26 5 1,-2 1 281,10 1 154,-11 2 1,0 0-149,14 0 5,-15 0 1,0 0-5,15-2 60,-4-1-66,-1-4 0,2 0-6,3-2-17,4 2 17,-9 1-6,-8 4 1,1 1-51,18 0 577,-14 1 0,1 2-532,-9-1 0,-1 2 0,27 2 22,-8-1 11,-9-1-10,-3-3-7,-2-1 51,2-3-17,1-2-33,5-2 0,-8 0-12,-4 3 0,1 1-5,18 0 8,-15 1 1,1 1 2,23 1-6,-5 1 23,-10 0 529,-10-1-501,-8-1-34,-4-3 6,3-2-17,6 1-11,5-1 0,4 2 5,0 1-28,-2 3-10,-4 1 44,-5 4-17,-9-1-22,0 5 39,-10-5-6,0 1-44,-6-3-191,0 0-745,2 0-5013,3 0 5999,1 0 0,-4 0 0,-2 0 0</inkml:trace>
  <inkml:trace contextRef="#ctx0" brushRef="#br0" timeOffset="66710">6871 11455 15515,'-50'6'842,"-1"-1"1,1 1-1,3-1 1,1 1-1,4-1-338,2 0 0,4 1 124,-19 3-348,24-2 291,26-2 0,31-2-196,35 0-249,-14-3 0,7 0-661,-9-1 0,2 0 1,2-1 569,9-1 1,2 1-1,1-1-569,-11 0 1,2 0 0,1 0 0,0-1 541,3 1 1,1-1-1,0 0 1,0 0-1,3 0 0,0-1 1,1 1-1,-1 0-6,1 0 1,-1-1 0,1 1 0,0 0-5,-2 0 1,0 0 0,0 1 0,-1-1 2,-2 1 0,-1 1 1,-1-1-1,-1 1-7,-4 0 1,0 1-1,-2-1 1,0 1-391,8 0 1,-2 1 0,-1 0-311,-8 2 0,-1 1 1,-2 0-4211,8 3 1,-5 1 3590,10 7 1,-27-3 0,-21-7 0</inkml:trace>
  <inkml:trace contextRef="#ctx0" brushRef="#br0" timeOffset="69060">5117 13248 22302,'-27'-22'285,"29"2"-235,31 14 1,15 5-23,6-4 0,5 0-1229,-12 0 1,1 1-1,2 0 1197,6-1 0,2 0 1,1 0-21,-12 1 0,1 0 0,0 0 1,0 0-381,2 0 0,1 0 0,-1 0 1,0 0 330,0 0 0,-1 0 0,-1 0 1,0 0-15,13 0 1,-2 0 0,-2 0 108,-7 0 1,-1 0 0,-3 0-135,10 1 0,-5 0-23,-16 1 1,-5 0 33,-4 5 1491,-43 5-1356,-22 1 0,-7 0-23,9-2 0,-3 1 177,-9 0 0,-7 1 1,1 0-184,7-1 1,1-1-1,-3 1-367,3 0 1,-3 0-1,0 0 1,-1 1 390,-1-1 0,0 1 1,-1 0-1,2 0 0,0 0 1,0 1-1,1-1 1,1 0-201,-12 3 0,1-1 0,3-1 269,6 0 1,3-1 0,2 0 153,-8 0 1,5 0 397,-11 0-303,34-8 979,47-18-1298,5 2-14,13-3 0,6-1-9,1 3 1,4 0 343,-5 2 1,2 0 0,2 0-638,3 1 1,2 0 0,1 0 287,4 1 0,2 0 0,-7 2 0,-3 0 0,-5 1 0,-5 3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B34C-FB4A-91CB-458C-1AA7FA46C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84A58E-095E-DC4C-98BC-26104F95F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0791E-0951-476D-A6D0-B199511B3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413D7-5772-79E7-D631-8298AF90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791B6-19C9-FC62-5DAA-7EB43665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17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BE36-CF89-B38A-0ECE-2290B926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273F4-F24E-9E32-9FC5-98CB96DB3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D1527-C88E-6A2C-5F11-92F51A75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5FA65-0379-EB5B-1F0D-E9CE8C9A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D1A4-C002-0ED4-28EF-FE62FA1A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8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8723-AA18-03B8-3476-AABB9BD35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1E226-EEC3-DBDE-E045-12249DB98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3AA47-CC0C-535B-8B04-DAFD255F8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084D3-D24B-675A-92E9-133AA864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30FA-95EE-9D68-5846-450550DA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4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0BA8-D82A-D4C1-C56C-12B21888F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7D41B-514C-07F4-A567-63225B4EB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B2C7E-AAF3-F5F1-7355-C84D502CE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7318A-8E7E-27A2-8424-11824C36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9689F-7134-A442-8A69-432668D7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F7C3-517D-713A-A3C6-BB585146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58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C1B86-291B-75E7-80D2-BE7E0549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90BBB-709B-BC23-9713-34E31B5BF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6CC65-BB0F-23EB-D9BC-1268A516D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63F68-D8DC-D3CE-01CD-1C35C8872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FCB5A-652D-2399-A072-91258A246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AD7D6-1606-3353-A834-61110EB2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2816FA-F72D-CBD4-C83E-0C0005BC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186A37-6D82-E200-1870-3E0A8920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5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ED9F-FA3B-04D2-D812-F600EF2C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28C02-0920-CC9F-AE85-4ECA3D79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19D95-FFBB-B10C-2C52-21AF1FA5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BFC7F-1BB4-6553-3EEB-6CA1703A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046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C4074-56FB-A477-80BE-3144AC18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23C02-54CE-EE60-8225-ACB04E32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7F895-B1A9-CB12-3D08-48299BED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0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24A4-00E2-A89B-9DBA-17FAB2CBE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BA297-3A23-022A-F170-9DF4DC07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8E0A0-31A1-6FD4-0E58-C76CD84CD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15BF3-75EE-C8CB-0FC8-AE01B406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AA3B8-56D5-A46E-7786-1E9D2752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E4FAD-283B-6E3C-8559-BF5CA16C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2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03150-07E2-81CA-6389-8D930A43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FEF8F2-0715-1928-F62C-D47A704B1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C8A27-311F-D3EF-B719-3643F629E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E10BE-22F0-A77C-163A-B413E6CB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48947-46BD-2D5F-06FE-98C02D08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A1B43-1ED7-E249-4640-4B69A2EE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5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44097-9128-E463-02EA-FF67B6190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49C74-19F0-51E1-05AD-871B018C3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601C8-30F0-94BF-D124-5E6DF1888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7381E-9C7D-1677-7264-C872489D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35394-2798-4401-2C2B-9806292FD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19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5D426-3CEE-138D-3946-27F331327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9DF93-609E-CB15-3A77-3F874B331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3FA5-4887-72C5-3F6D-09169D93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77C5C-EE0C-E8A1-332F-A5718AA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A24B0-1C79-8414-DA2B-DDFE0F81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8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301CE7-9B36-6452-EDD9-2DCBD009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62453-10B5-7B60-4370-555FD6689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CD02C-7E46-A7A2-FD7C-81F2B9CDD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5897C-81AE-0C4F-8E90-A4E2112B35C5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5574-9DDF-444C-01A8-68040F9D3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F8098-81C4-F19A-6438-1A84B61C4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656ED-C313-6B4C-BEE0-AEA53213E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7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C28E0-D878-D0B8-33B1-FD2C3473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EA5616-B8BC-80F1-F70C-EAA88CADA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96ADF99D-DF9B-7A4F-2917-8EBE3CAA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A9E7F7-9172-7AA0-6D27-F4D9065A2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0253364" cy="58091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C9F4B6-FB99-4E4D-B3A5-E6A86595A570}"/>
                  </a:ext>
                </a:extLst>
              </p14:cNvPr>
              <p14:cNvContentPartPr/>
              <p14:nvPr/>
            </p14:nvContentPartPr>
            <p14:xfrm>
              <a:off x="1372680" y="98640"/>
              <a:ext cx="8286120" cy="5023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C9F4B6-FB99-4E4D-B3A5-E6A86595A5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3320" y="89280"/>
                <a:ext cx="8304840" cy="504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14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946DA-654F-D63D-CFCE-56767E9F4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A281DA8-56BB-3043-E603-265584E0D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A94D4FB0-31A4-4478-AC78-0EE3F0C6FE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4A1FA4-AD09-F440-6773-949391CB971C}"/>
                  </a:ext>
                </a:extLst>
              </p14:cNvPr>
              <p14:cNvContentPartPr/>
              <p14:nvPr/>
            </p14:nvContentPartPr>
            <p14:xfrm>
              <a:off x="376560" y="680760"/>
              <a:ext cx="10921320" cy="465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4A1FA4-AD09-F440-6773-949391CB97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200" y="671400"/>
                <a:ext cx="10940040" cy="46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698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A9443C-CBEA-43E0-C5FA-CC0E4CBA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4CAF13-83C8-597F-664B-1B8F64EDD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EEECE2A9-8DF6-AAD9-07CD-031467356F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34D6D5-B9A3-E95B-6055-87AC6D9D9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8116407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71BCCF-F3AD-E9A7-545B-508A290FDA30}"/>
                  </a:ext>
                </a:extLst>
              </p14:cNvPr>
              <p14:cNvContentPartPr/>
              <p14:nvPr/>
            </p14:nvContentPartPr>
            <p14:xfrm>
              <a:off x="1205640" y="26280"/>
              <a:ext cx="7758720" cy="5210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71BCCF-F3AD-E9A7-545B-508A290FDA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6280" y="16920"/>
                <a:ext cx="7777440" cy="522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717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04835-4096-59AD-87CD-30D7A78A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8C8798-1502-66DD-2934-C5E8933C6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1F3BC90E-C3D9-E7E8-4877-BA8138753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E6B16C-34B0-7562-0656-02D961235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8518125" cy="60242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D0E70D-EC30-D9F5-4CBB-B032F1975A41}"/>
                  </a:ext>
                </a:extLst>
              </p14:cNvPr>
              <p14:cNvContentPartPr/>
              <p14:nvPr/>
            </p14:nvContentPartPr>
            <p14:xfrm>
              <a:off x="1089000" y="826560"/>
              <a:ext cx="6059160" cy="3985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D0E70D-EC30-D9F5-4CBB-B032F1975A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9640" y="817200"/>
                <a:ext cx="6077880" cy="400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48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2026-01-21T09:15:57Z</dcterms:created>
  <dcterms:modified xsi:type="dcterms:W3CDTF">2026-01-21T10:19:46Z</dcterms:modified>
</cp:coreProperties>
</file>