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09:48:44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4834 10093 26677,'-37'-39'172,"-1"0"1,2 2-1,12 16-280,23 39 699,2 18-276,3 22-503,0-24 0,2 0 247,1 1 0,3-1-161,17 20 35,14-18 208,16-24-20,-20-19 1,3-6-911,10-11 1,3-6 713,-11 2 0,1-2 0,2-3-397,-7 5 1,1-1 0,0-1-1,0-1 419,4-1 1,-1-2 0,2 1 0,-1-1-394,1 0 0,1-1 0,0 1 0,-1 0 440,0 1 1,-1 0-1,0 1 1,1 1-40,-3 1 0,-1 2 0,1 0 0,-1 1-362,8-5 0,0 3 0,-2 1-536,-6 7 0,-1 2 0,-2 2 943,11 1 0,-6 4 0,4 2 0,-19 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09:50:01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3409 2894 16501,'0'-62'1197,"0"0"0,0 8 0,0 6 1362,-1 5-2273,1 21 527,0 12-768,2 25 410,5 11-438,0 11-6,5 21 879,-5 2-910,-3-21 1,-1 2-12,-1 1 0,-1 0-5,-4 7 0,-1-2 8,-2 13 47,-1-25 1,-1-5 97,-2-11 35,-3-4-29,3-21-22,1-14 11,2-15-28,5-7 483,6-3-545,10 3-61,10 4 11,13 7-39,11 6-12,11 6 40,-26 11 0,1 0-201,3 2 0,0-1 220,-2 1 1,-1-1 2,26-7 34,-9-13 5,-22 6 34,-1-19 96,-17 8 55,0-8 73,-5 2 330,-4-5-425,-2 15 140,1-6-140,0 20 243,0 2-478,3 15 27,3 16 18,1 7-51,6 31-143,-8-26 0,0 1-798,1 12 1,0 3-573,1 3 1,-1 2 940,3 7 1,-2-3 0,2 7 0,1-7 0</inkml:trace>
  <inkml:trace contextRef="#ctx0" brushRef="#br0" timeOffset="3423">4534 3040 17008,'5'-9'2579,"10"-31"1,0-9-1700,-5 0-983,5-8 0,-1-1 663,-11 5-61,-8 12 84,-7 16-483,-13 14-16,-10 21 12,-12 18-123,19-5 1,1 3 51,-2 5 1,1 1-21,1 2 1,2-1 5,4-1 0,3 0-11,-4 22-11,19-13 45,18-12 416,15-14-388,14-15 61,7-15 6,3-14-295,-28 9 1,0-2 249,-1-3 0,-2 0 14,-2-2 0,-3 0 351,9-25-258,-10 5-7,-11 11-27,-4 11-39,-2 12-79,-1 7-50,-1 8 512,-4 10-490,-3 15 0,-2 17 0,-3 12-16,3 5-247,4 1 247,10-7 5,13-6 11,13-13 0,11-13 17,7-14 11,2-20 3,-17-6 0,-3-3-8,13-13-186,-13 5 1,-2-4 247,2-15-29,-12 15 0,-2-2-6,-4 1 1,-1-2-6,-4 1 0,-2 0 63,1-28 32,-5 13 225,-2 16-281,-2 15-56,1 11-33,1 7 400,1 8-372,6 9-23,6 12-16,12 13-9,0-8 0,2-1 2,12 16-24,0-5 0,0-2-310,-7-6 282,-5-5 0,-3 1-172,-14 0-480,-17 6-1575,-23-8 2291,-26-8 0,23-9 0,0-7 0</inkml:trace>
  <inkml:trace contextRef="#ctx0" brushRef="#br0" timeOffset="4024">5519 2439 19216,'0'-11'3007,"2"-30"1,0-3-2308,1 17-557,-1-16 0,1 6-93,0 29-22,1 11 28,4 16 25,0 9 1,0 6 10,-1 5 0,-1 4-546,0-3 1,-1 4 0,-2 0 496,-1 1-1,-2 1 1,-1-2-12,0 13 0,-2 0-3,-1-12 0,-1 1 0,-1 0 22,-3 12 1,0-2-29,1-5 1,1-2 58,0-6 0,1-7 277,3-12-212,7-24 16,9-25-55,13-20-51,-1 3 0,3-3-418,-2 4 0,2 0 387,6-7 1,-1 4-21,-11 16 1,0 4-6,1-2 0,1 4 1383,22 0-1405,0 8-6,7 23-73,-9 22-399,-21-6 1,-2 1-235,11 21-4182,-8-3 1,-3-1 3089,-2-2 1,5 16-1,-19-47 1</inkml:trace>
  <inkml:trace contextRef="#ctx0" brushRef="#br0" timeOffset="5974">6770 2526 23147,'-9'-44'500,"0"1"1,1 3-1,-4 9-293,-12 23-78,-5 4-73,-3 10-33,0 8-29,2 11 34,5 8-11,9 4-45,10 4 33,14 3-5,12 1 0,17 1-262,-14-22 1,2-2 261,2 1 0,1-1 11,0 0 1,-1-2-1,20 18-28,-18-7 62,-17-5 39,-22-3-6,-19-2 7,-18-2-49,17-10 1,-2-2 111,-1-1 1,0-1-130,0-2 1,1-1-109,-23-10-646,15-11-2385,18-16 3120,18-1 0,5 11 0,4 11 0</inkml:trace>
  <inkml:trace contextRef="#ctx0" brushRef="#br0" timeOffset="6599">7218 2777 27113,'4'-26'162,"11"-1"-128,13 9-6,12-7 11,1-3 79,0-10-85,-16 12 46,-5-9-23,-18 16-40,-7-2 29,-16 5-34,2 7-11,-15 3 6,10 14-12,-8 9 18,0 17-12,2 12-509,5 12 506,16-25 0,3 0-3,2 1 1,5 0 10,5-1 1,5-2-6,6-1 0,5-3-3,9-2 1,5-4 7,6-3 1,5-4 25,15-4 0,0-4-29,-18-4 1,-1-3 11,14-6 0,-5-5 11,-22-3 1,-3-2 10,4-7 0,-1-4 0,-4-2 1,-4-4 22,0-17 0,-4-1-40,-6 14 1,-2 0-480,0-22 0,-2-1 510,-6 20 1,-1 1 8,0-7 0,0 0 11,-3 10 0,0 1-36,-6-16-34,2 26 0,-3 11 0,5 17 462,-3 10-462,-7 30 0,0 14 406,6-24 0,1 2-406,1 8 0,2 2 0,1-4 0,3 3-42,2 1 1,3 3 0,0-1-755,5 12 1,3-1 354,-2-15 1,3 0-1,1-4-1004,6 3 0,1-5-3222,10 12 4667,-4-15 0,-20-23 0,-1-2 0</inkml:trace>
  <inkml:trace contextRef="#ctx0" brushRef="#br0" timeOffset="6824">7760 2737 26766,'46'-32'158,"-1"1"1,3 0 0,-1 6 20,14 11-140,-11 3 20,-15 4 0,-3 2-37,-2 2-5,10-1-6,-18 4-95,2 1-4626,-1 4 4710,-3-2 0,-4 2 0,-10-3 0</inkml:trace>
  <inkml:trace contextRef="#ctx0" brushRef="#br0" timeOffset="15058">8995 2389 18750,'3'-4'4689,"-2"1"-2998,-1 3-1613,14-25 130,-20 28 50,-1-11-23,-34 41-154,14-13 0,-3 2-36,-4 2 0,-1 0-9,-1 2 1,0 0 5,-2 3 0,3 1-9,-11 13-33,12-6 28,29-13 11,18-8-39,28 7-89,17-6-675,-16-9 0,3-1-292,1-3 0,0-3-432,-7 1 1,-1-1 962,4-3 1,-5 1-1,-8 0 1,-1-2-1</inkml:trace>
  <inkml:trace contextRef="#ctx0" brushRef="#br0" timeOffset="18615">9585 2331 26116,'7'-40'-6,"19"6"-61,6 26 0,6 5-777,6-3 1,2 0 484,5-1 0,2 0-687,2 1 1,-1 1-448,-2 0 0,-1 1 1493,-5 2 0,-4 0 0,4 0 0,-16 2 0</inkml:trace>
  <inkml:trace contextRef="#ctx0" brushRef="#br0" timeOffset="19532">9940 2335 12040,'-4'0'9387,"0"1"-6177,4-1-3232,-30-1 33,27 7-17,-19 4-83,36 12-191,3 4-342,-1 8-464,-5 2-797,-5 5-1052,-13 2-173,-10 0 1528,-14-1 1653,-8-4 958,-2-7 935,1-6 307,3-6-306,7-6-495,7-5-496,11-4-114,7-3-778,26-8-84,9-5-9,-2 2 1,4-2-365,2-1 0,2 0 356,4-1 1,2 0-21,2 0 1,0-1-40,0 1 1,0-1 7,-3 1 1,-2-1 44,-3 0 1,-4 0 73,19-13 139,-18 4 90,-17 4 67,-9 6 68,-10 4 50,1 3 605,-2 3-901,2 3-130,1 1-16,1 3-1,0 7 12,0 10-6,1 13 11,-1 9 11,-1 5-16,-1 2 22,-2-2-28,-2-8 17,2-10 100,1-12 186,2-10 33,4-9-196,5-11-56,8-12 33,6-12-44,7-6-34,1 1-5,4 4-40,1 8-5,3 8-6,1 11 0,-1 6 1,-2 12-12,-1 7 22,-3 10-22,-3 4-22,-5 0 33,-4-2-34,-3-5 23,-1-8 12,2-7-7,9-13 18,5-12-18,9-17-161,-20 12 0,-2-1 170,2-5 0,-3-3 5,-1-4 1,-2-2 5,-1-5 0,-2-1-3,-2-1 1,-2-1 10,-2 3 1,-2 1 2,-1 6 1,-2 2 58,-5-16 6,-2 18-51,-3 15-38,4 10-18,1 9 12,3 13 5,1 14 307,2 20-329,0-17 0,0 2 2,2 6 1,0 2-397,0 3 1,2 1 312,0 2 0,1-1-205,1-2 0,3 0-1330,4 2 0,2-3-1426,7 11 3053,8-4 0,-22-38 0,-1-3 0</inkml:trace>
  <inkml:trace contextRef="#ctx0" brushRef="#br0" timeOffset="19715">10997 2449 21898,'-3'-2'2252,"1"0"-2039,2 2-566,68-33-1316,-13 24-3246,3-8 1,2 1 4914,-20 13 0,-5 4 0,13-2 0,-21 0 0</inkml:trace>
  <inkml:trace contextRef="#ctx0" brushRef="#br0" timeOffset="20298">11533 2336 26732,'-45'33'162,"16"-1"-94,50-17-12,11 0-17,7-3 22,2-7 23,-2-5 28,2-15-28,-10-5-50,-4-5 39,-11-7-28,-10 5 44,-8-13-66,-9 10 16,-12 5-34,1 16 7,-11 4 4,3 13 12,-16 13-28,12 10 0,-1 14 6,20-10-12,6 12 1,10-5 10,11 8-13,3-20 0,6-3-4,25 16 12,-21-23 0,2-3-3,3-3 1,1-5-15,17-1 11,-2-2 51,-1-27 0,-4-7-17,-13 5-9,5-10 1,-5-4 8,-21-2 6,2 2 5,1-2 0,2 14-11,-1 10 28,4 2 6,-2 7-17,8 1-29,-3 7-4,5 7-12,-7 2-12,8 9-83,4 8-241,1 3-1053,4 9-4022,-9-8 5411,-5-7 0,-9-9 0,-6-8 0</inkml:trace>
  <inkml:trace contextRef="#ctx0" brushRef="#br0" timeOffset="22165">12257 2524 22643,'-9'-43'763,"0"0"1,0 3 0,-2 8-350,-9 15-172,-6 6-108,-4 7-50,-3 10-28,-5 10-6,0 13 1,1 9-23,8 6-6,11-1 1,11-2-1,16-7 12,14-8 33,13-11 90,8-10 50,1-14 11,-4-12 79,-5-11 61,-8-8 6,-9-4-184,-9 10 268,-7-13-230,-6 22-155,-1-7-63,0 18 0,2 8 0,0 11 0,4 15 0,1 21 0,0-10 0,-1 2-520,2 11 0,-2 3 520,1 9 0,-1 3 0,0-14 0,0 1 0,0 1 0,1 4 0,1 1 0,1 1-564,1 2 1,1 1 0,0 0 514,1 0 0,-1-1 0,1-1-28,-1-3 1,-1 0 0,-2-3-283,-3 14 1,-7-5 263,-6-15 0,-6-6-35,-5-13 1,-5-7-39,-31-16 12,4-31 160,30 4 1,3-6-126,2-9 1,4-5-60,2-7 1,5-3 44,6 15 1,2-2 0,3 0 33,3-2 0,3 0 1,2 0 125,3 1 0,1 0 0,3 1-164,2 2 1,1 1 0,1 2-47,12-15 1,2 4-63,0 6 1,0 4 145,0 5 1,1 4-91,-3 4 0,1 4 185,-1 4 1,-1 2 10,-1 4 1,-1 2 435,27-4-390,-9 4 1244,-7 4-1105,-9-1 1057,-7 2-765,-9-1 485,-8 0-531,-5 0 143,-6 2-372,-4 1-78,-4 4-29,-6 8-32,-4 7-18,-2 8-5,1 3-17,6 1-6,6-3 29,6-4 21,8-5 52,5-7-1,9-3-34,8-8-38,11-6-12,7-8 11,3-7 18,-5-5 21,-8 0-16,-12-3-11,-10 4-1,-8 1-16,-10 4 11,-3 4-22,-5 6-18,2 3-10,3 5 0,4 2 10,3 3-32,2 0 21,-2 0-5,1 0 28,-4 0-11,0 0-23,-1 2 6,-2 1-28,0 2 23,1-1 33,0 1-45,0 0 0,0 1 17,-1 3-11,-1 2 17,-1 5-12,1 4 0,0 4 23,1 4-17,2 2 0,2 1-5,2 0 5,8 0 11,3-1-28,10-2 11,8-2 6,11-3-5,9-6 33,8-6-28,6-7-378,0-11 389,-3-6-17,-7-10 18,-10-7-18,-9-7 6,-10-6 22,-10-2 1,-8 1 33,-12 4-34,-9 6-11,-7 3 29,-3 5 343,1 3-359,6 6-37,6 8-3,5 5 10,3 4-5,4 7 11,0 2-6,10 7-33,8 0 33,18 0 1,12-4-1,9-4 23,2-5-17,-3-5 17,-6-6 0,-7-7 27,-6-5-31,-8-3-13,-7 0 0,-7 3 0,-5 3 0,-5 5 0,-1 4 0,-1 4 0,-1 4 0,2 9 0,2 10 0,4 19 0,6 19-1878,-6-18 1,0 2 1877,0-1 0,-1-1 0,3 15 0,-5-21 0</inkml:trace>
  <inkml:trace contextRef="#ctx0" brushRef="#br0" timeOffset="23541">13992 2093 25797,'-28'-20'162,"0"0"1,-16-12-152,54 34 6,18 3-12,29 4 3,-15-3 1,3 1-774,10 1 0,1 1 770,3 2 1,-1 2-6,-3 1 0,-3 3 5,-11 3 1,-6 1-11,7 14 43,-42-2 0,-10 0-27,-9-8 1,-6-1-18,-13 13 0,-5-1-363,-3-7 1,-1-3 334,1-1 1,1-1-399,6-2 1,4-1-6034,-11 13 6465,23-9 0,16-11 0,7-8 0</inkml:trace>
  <inkml:trace contextRef="#ctx0" brushRef="#br0" timeOffset="25315">15898 2145 23637,'-44'-44'403,"-1"0"0,9 5 0,1 10-61,-16 17-157,13 9-18,-10 12-150,18 5-12,8 13 1,15-3 52,6 11-47,9-1 6,18 23-6,10-5-616,-10-21 1,2-1 609,14 11-8,-15-17 1,1-1-178,15 13 196,4 3 18,-14-5 89,-23-13-11,-26-5-67,-9-11 1222,-32-2-1236,21-6 0,-1-2-34,2 1 0,-1-2-67,-2-5 0,3-2-597,-4-16 0,19 3-6003,18-19 6670,12 19 0,0-3 0,-1 20 0</inkml:trace>
  <inkml:trace contextRef="#ctx0" brushRef="#br0" timeOffset="25924">16143 2266 27264,'13'-6'280,"4"-3"-235,6-8-34,-2 1 17,5-4 78,-6-2-22,-5 1-11,-5-3-28,-12 7-28,-3 4 5,-9 1 6,-8 5-17,-2 2-16,-6 5 22,5 9-17,6 1-23,-4 18 23,12-2 0,-1 14 0,16-2-11,15 0-34,22 1-498,1-10 540,-5-11 1,5-3 13,11-3 0,4-3-11,0 0 0,2-4-369,-14-3 1,1-2 0,-2-4 387,4-4 1,-4-6-3,-7-3 0,-3-5-145,-7-2 1,-5-4 132,-5-4 1,-5-4 8,-4-4 0,-4-3-423,-5-6 0,-4-1 440,-2-5 0,-2 1-6,0 11 0,-1 0 36,-1-4 1,-1 3 385,-9-16-334,2 11 855,3 17-968,8 26 282,4 9-282,0 29 0,3 13 0,1-7 0,1 4 49,3 2 0,2 2-49,3 3 0,2 1 0,2 1 0,3 0 0,0-2 0,2-1-65,1-1 0,0-2-159,-1-5 0,1-1-360,-1-5 0,0-3-1713,19 17 2297,3-19 0,-18-14 0,-2-10 0</inkml:trace>
  <inkml:trace contextRef="#ctx0" brushRef="#br0" timeOffset="26107">16661 2100 23416,'-4'-2'2818,"0"1"-2494,4 1-228,60-32-80,-5 16-453,-1-4 1,3 1 209,-12 11 0,-2 3-768,0 0 1,-1 1 994,1-1 0,-3 1 0,4 1 0,-8-1 0</inkml:trace>
  <inkml:trace contextRef="#ctx0" brushRef="#br0" timeOffset="26331">17869 1919 24687,'-6'-1'1244,"1"1"-1827,5 0-2032,96-37 1671,-58 36 1,1 0 0,17-18-1,-3 3 1,0 23 0</inkml:trace>
  <inkml:trace contextRef="#ctx0" brushRef="#br0" timeOffset="26525">17939 2165 25175,'-3'0'2330,"1"0"-1832,2 0-520,91-27-256,-58 21 1,4 1-1605,10-5 0,7-2 1,-4 4 1881,-2 4 0,-6 2 0,14-1 0,-25 3 0</inkml:trace>
  <inkml:trace contextRef="#ctx0" brushRef="#br0" timeOffset="28165">19176 2012 25808,'2'-48'500,"0"0"0,-1 5 1,1 9-339,-1 17-139,0 10 161,2 35-199,1 7 19,-1-4 0,-1 3-298,2 28 294,-3-30 0,-1 0 0,-2 27 5,0-9 104,-2-13-104,2-15 291,0-14-245,9-38 5,2-6-31,-1 3 0,1-2-6,2 3 1,0 1-184,0-2 0,1 1 186,1 2 1,1 1 16,13-21 202,1 14-241,3 13 17,4 13-22,5 8-18,7 10 12,4 9-258,0 12 246,-4 7-72,-6 6-246,-8 2-438,-5-2-593,-1-4 47,-2-5-81,-1-10 666,-5-10 617,-1-13 459,-3-14 404,3-11 721,3-17-962,-6 13 688,1-9-510,-11 22-201,-1 2-235,-3 6-185,-1 5-56,6 16 6,-3-5 22,12 14-23,0-9 1,12 0-12,18-5 12,1-9 22,1-5-17,-3-12 40,-13-4 61,2-21-12,-15 3 29,-8-9-84,-13 18 78,-12-1 51,-8 11-29,-10 0-10,-5 9-40,-7 10-106,15 6 28,-3 12-12,19 8 6,3 13-5,6 14-17,9-16 0,4 1 8,0-5 0,3-1-122,1 0 0,3-2 58,6-3 0,3-4-157,29 11-143,-6-13 0,3-3 196,-15-5 0,1-3-243,25-4 0,-4-6 279,-10-8 87,-9-2 1,-2-4 64,-9-15 67,-2-13 151,-12-12 23,-8 7-102,-2 5 136,-3 8 44,-2 16 78,-1-1-69,0 12-306,-1 6-27,1 11 10,2 1-22,-3 17-6,2 13 6,0 3-11,8 10 17,10-14-1,3-9-10,19-2-1,-2-13 6,10-2 6,8-18 16,-11-7-39,-5-7 34,-8-6 17,-12 4 27,0-6-16,-10 11-39,-4 4-12,-7 12 6,-2 9-5,-1 5-12,6 14 6,12-1 16,20 5-44,20-8-419,-2-8 447,-13-8 0,1-2 11,1-2 0,0-3 8,-3-1 1,-1-2 2,1-2 0,-4-5 23,0-19-17,-17 1 27,-13-21 15,-11 17 0,-5-1-3,0-1 0,-3 0-236,-8-6 1,-3 2 235,2 10 0,-1 3 414,-17-10-408,13 17 0,1 3-40,-4 2-72,-9-1-242,24 19-1023,11 12-1027,6 5 1615,11 10 1,-9-25-1,4 0 1</inkml:trace>
  <inkml:trace contextRef="#ctx0" brushRef="#br0" timeOffset="28932">22374 1959 22795,'-6'-46'898,"1"1"1,0 0 0,-2-15 0,0 4-566,4 17 1,0 3-755,-3-13 572,4 21 277,0 15-439,2 16 153,5 16-137,7 22-22,-3-10 1,1 3-397,2 8 1,-1 2 437,0 6 1,-2 0-26,0 2 0,-2 1-12,-2-2 1,-1-1 8,-1-5 1,-2-2 196,0-6 0,-2-4-200,-5 13 6,-3-23 11,-3-26-11,2-19 28,3-17 28,12-11-50,10-2-28,13 1 27,11 4 161,-15 25 0,2 1-172,2 2 0,2 1-8,1 1 0,0 0 17,1 2 0,-1 0-59,-1 1 0,-1 0 51,21-16-12,-10-2 34,-14-3-23,-12 1 6,-9 1 28,-8 6 22,-2 6 521,-2 5-448,1 3 231,1 4-275,3 3-79,1 3-28,4 19 22,5 10-16,9 24 2,-7-19 0,2 1-197,1 4 1,1 1-31,0 2 1,-1 0-334,0-1 1,0 0-435,0-2 0,0-1-630,0-3 0,2-3-7559,22 20 9203,0-17 0,-11-16 0,-10-10 0</inkml:trace>
  <inkml:trace contextRef="#ctx0" brushRef="#br0" timeOffset="29558">23479 2100 22330,'8'-58'1237,"0"1"1,0 3 0,-4 6-627,-9-2-175,-5 7-184,-7 13-134,-7 13-84,-5 13-12,-5 15-11,-4 11-5,2 12-12,8 7 23,11 5-17,9 0-17,15-3 6,11-7 5,13-8 12,7-10 5,1-10 28,-3-15 17,-5-9 23,-7-12 78,-6-4 16,-7-3 18,-5 3 16,-4 5-62,-1 7-83,-2 10-40,0 5-22,0 7-11,0 8 11,0 7 0,0 11 0,3 4 11,3 4-33,6-1-6,9-2-17,12-3-11,8-6 17,7-9-23,2-13 40,-2-12 56,-6-13-18,-9-10-10,-10-9 0,-10-6 16,-7-6 23,-8 2 28,-2 2 12,-5 8-85,1 9 0,1 11 0,3 10 0,3 7 0,1 4 0,1 7 0,4 7 0,8 14 0,10 15 0,-5-16 0,2 1-228,2 2 0,2 1 228,1 0 0,-1 0 0,-1-1 0,-2 0 0,7 22-427,-24-7-720,-26-11-2253,-22-11 3400,-4-10 0,16-8 0,15-3 0</inkml:trace>
  <inkml:trace contextRef="#ctx0" brushRef="#br0" timeOffset="29982">24304 1495 27734,'1'-39'409,"1"0"0,0-22-353,-2 67-59,0 28 0,0 8 15,0 7-672,0 12 0,-1 4 660,1-22 0,0-1 12,0 12 0,0 1-12,0-3 0,1-1 105,0-7 1,1-1-106,2 20 0,1-23 0,-1-21 0,3-20 0,4-18 0,10-31 0,-3 7 0,-4 7 0,1-1 813,5-15-813,-7 23 0,1 0 0,12-15 119,6 18-119,1 17 0,0 10 0,13 15 0,6 11-410,-17-6 1,1 2 153,3 2 1,-1 2-1509,-3 2 0,-2 0 1764,-6-3 0,-4-3 0,3 7 0,-15-14 0</inkml:trace>
  <inkml:trace contextRef="#ctx0" brushRef="#br0" timeOffset="30557">25415 1919 30219,'-14'-44'-152,"0"0"0,0 0 0,-3-12 0,0 8-524,-4 4 279,7 25 319,-5 8-34,10 8 276,-15 11 2,11 6-703,-3 13 672,9-3-4,17 26-113,12-5-398,-4-9 1,4 2 365,3-2 0,2 1-31,4 3 1,0-2-90,-7-7 1,1 0 38,4 3 1,-2-2 62,2 11-74,-13 2 82,-27-21-10,-26-12-22,-3-15-34,-18-12-106,27-1 0,0-3-146,0-3 1,0-2-126,-3-7 1,3-3-694,10 3 1,5-2 1159,4-1 0,2 2 0,1-6 0,8 10 0</inkml:trace>
  <inkml:trace contextRef="#ctx0" brushRef="#br0" timeOffset="31165">25670 1938 27107,'30'-14'92,"1"1"1,21-13 13,-3-4-10,-15-1-52,-10 5 96,-7-13-44,-12 17 4,-4-7-21,-11 16-34,-7 6-29,-1 4 12,-18 10-16,17-1-1,-22 21 0,21 1-5,-6 20-6,13-9 2,8-7 1,4-1 3,10 13-4,1-12 1,4-1-264,9-6 1,4-3 254,6 1 0,3-4 12,-5-3 0,2-3-6,15-2 0,0-5-23,10-13-121,-18 0 0,-3-5 161,8-26-6,-12-15 3,-20 20 0,-3-4-3,-1-7 0,-3-2-520,0-8 1,-1-2 519,-1-2 0,0 0 11,-1 1 1,0 1 13,-1 9 1,-1 2 239,0 10 1,-2 3-193,-2-8-56,0 21-12,-3 15-16,-1 15 287,-2 17-242,0 18-31,5-14 0,0 2-23,2 6 1,0 2 81,4 5 1,2 2-97,2 4 1,2 0-17,5 1 0,2 0-20,2-1 0,1-2-132,0-5 1,0-2-353,-4-5 0,0-3-1087,2 20-1411,-8-20 3041,-13-20 0,3-10 0,-4-8 0</inkml:trace>
  <inkml:trace contextRef="#ctx0" brushRef="#br0" timeOffset="31348">26184 1851 20660,'-4'-3'4571,"1"1"-3484,3 2-1138,18-43-89,22 33-23,-7-12 1,3 2-555,8 18 1,4 6-452,2-2 1,2 1-3749,0-1 1,-2 0 3752,-12 0 0,-3-1 1,13 0-1,-35-1 1</inkml:trace>
  <inkml:trace contextRef="#ctx0" brushRef="#br0" timeOffset="31658">27051 1610 22436,'-8'-3'3165,"2"0"-2874,6 3 252,0 0-319,-36 21-33,6-4-124,-1 0 0,-3 1 95,-17 6-33,-1-2-34,7-2 1,13-2-40,12-3-23,12-2 51,15 0-5,15 1-51,21 3-42,-14-8 0,3 0-247,3 0 0,2 0 157,1-1 1,1 1-312,-1-1 1,1 0-1185,0-1 0,0 0 1599,-4-1 0,-3-1 0,11 2 0,-19-3 0</inkml:trace>
  <inkml:trace contextRef="#ctx0" brushRef="#br0" timeOffset="31998">27611 1595 21903,'-4'-3'4146,"1"1"-2438,3 2-1680,-21-32-17,22 24 0,-8-20-5,35 36 5,10 9-5,7 6-12,0 5 0,-2 4 1,-5 3-12,-5 1-17,-6 2-5,-11-3 88,-12-1-50,-19-6 26,-14-4-221,-15-4-936,-6-5-6585,-3-5 7784,8-3 0,18-4 0,12-2 0</inkml:trace>
  <inkml:trace contextRef="#ctx0" brushRef="#br0" timeOffset="32465">28681 1556 28043,'-16'-39'-64,"-1"0"1,-3 5 0,-1 13-367,-1 28 333,-18 19 82,7 11-279,12-11 1,-1 2 293,2 4 1,2 2-8,3 3 0,2 1-179,5 1 0,3 1 183,7 0 0,5 0-56,7-2 1,5-2-164,8-1 1,5-3-395,8-2 0,4-5-2056,-3-10 0,3-2 1,-2-2 2152,7 1 1,-2-3 0,-2-3 0,-6-2 0,-8-4 0</inkml:trace>
  <inkml:trace contextRef="#ctx0" brushRef="#br0" timeOffset="32691">29087 1421 25937,'33'17'137,"0"0"0,19 12-123,-22 4 0,-1 6-849,-6-4 0,-2 1 832,4 11 0,-2 3-50,-5-3 0,-6 2-611,-10 1 0,-7-1-758,-10 10 770,-11-24 0,-4-8 1,9-13-1,-13 2 1</inkml:trace>
  <inkml:trace contextRef="#ctx0" brushRef="#br0" timeOffset="32915">29873 1712 25186,'0'-5'2089,"0"2"-2352,0 3-1288,-11-33 1551,8 39 0,-8-34 0,11 42 0</inkml:trace>
  <inkml:trace contextRef="#ctx0" brushRef="#br0" timeOffset="33108">29982 2150 26906,'-19'48'38,"0"-1"0,0 1 0,-2 1 0,-1 0 0,0-4-1548,0 1 0,-4-1 1510,-9 1 0,-6 3 0,5-8 0,15-16 0,0-1 0,-17 12 0,0 1 0</inkml:trace>
  <inkml:trace contextRef="#ctx0" brushRef="#br0" timeOffset="36199">3576 4938 22627,'-22'-48'1146,"0"0"0,2 5 1,4 7-744,6 14-252,6 11-101,3 6-22,10 28-5,1 6 5,7 29-6,-11-27 1,-1 1-274,-1 2 1,-1 1 258,-1-1 1,-1 0 19,-4 27-11,0-12 33,-3-14 96,2-14 195,0-11-10,3-9-169,0-10 479,0-9-557,0-13-23,1-12-5,0-9-435,0-7 373,0-4 18,0 4 16,0 10-17,1 12-34,-1 16-16,0 10-11,1 8 5,1 8 447,4 10-402,1 15-6,0 15 23,-2 11-17,-5 5-6,-3-2 12,-1-10 11,1-12 11,1-17 78,2-12-16,0-11-62,3-11-28,4-15 11,5-13-17,5-10-357,1-5 391,-3-2-11,-5 3 11,-5 9-5,-2 15-46,-3 14-22,0 11-11,-1 10 45,0 9 28,-2 14 329,1 13-324,-1 9-5,2 6-28,0 1 5,0-1-10,2-6 4,0-7 24,1-13 16,0-12 33,0-9-16,0-10-34,-1-10 0,2-12-22,2-11 17,2-10-1,0-3-21,-2 1 10,-3 6 17,-2 10-5,-1 11-17,1 10-40,-2 7-22,0 4 34,1 6 6,0 6-79,1 10-398,3 8-991,3 6-2930,6 5 4431,2-5 0,-5-12 0,-3-11 0</inkml:trace>
  <inkml:trace contextRef="#ctx0" brushRef="#br0" timeOffset="36516">4084 5094 27068,'17'-33'90,"7"7"-74,-3 25-21,5 1 22,-14 0 11,0 0 22,-4 0 79,-4 0-454,-3 0-1776,0 2 2101,11-2 0,-8 2 0,7-2 0</inkml:trace>
  <inkml:trace contextRef="#ctx0" brushRef="#br0" timeOffset="37216">5774 4938 24004,'-8'-49'700,"1"-1"0,-1 2 1,-1 9-270,-3 18-101,-10 0-268,0 13-23,0 7-22,-8 17-23,1 13 23,-8 17 0,19-20 0,2 3-12,1 7 1,2 0-12,-2 13 6,13-15 0,5-3 6,5-7 0,19 11 38,0-25 119,20-8-12,-7-17 39,6-17-83,-20 1 122,-2-14 57,-12-6-152,-3-1-16,-5-7-56,-4 19-46,0 13 29,0 8-67,0 12-29,0 3 46,2 22 5,0-6-6,4 27-5,1-4-123,8 23-342,5-4-333,-5-23 0,4 0-457,3-6 0,1-1-493,20 11 1759,-7-15 0,-2-3 0,-8-5 0,15 3 0</inkml:trace>
  <inkml:trace contextRef="#ctx0" brushRef="#br0" timeOffset="37657">6510 4965 17328,'0'-5'6430,"0"1"-5736,0 4 287,-30-67-354,9 39-322,-5-13 0,-4 4-81,-4 21-117,-10 8-62,15 12 33,-10 10-11,0 20-44,-1 5-143,19-13 0,3 1 120,-4 20 11,10-4-6,12-3-5,5-14 12,27-3 16,6-18-6,24-9-324,-30-6 1,-1-4 335,20-12 27,-18 0 1,-2-4 56,4-16-68,-12 12 1,-1-4-15,-8 4 0,-3-1 3,0-3 1,-2 0 10,3-23 51,-7 15 0,-1 3-12,-1 1 135,-1 2 1,-2 3-118,-3 13-68,0-4-45,-1 22-5,1 13-6,0 13 652,0 18-646,0 15 2,3-22 1,0 2-26,2 2 1,2 0-102,1 3 1,1 1-638,4 1 1,2 1-16,3 2 0,3 1-1247,3 1 1,2-1 1402,0-5 0,-1-4 1,9 12-1,-13-23 1</inkml:trace>
  <inkml:trace contextRef="#ctx0" brushRef="#br0" timeOffset="38099">7153 5103 22357,'14'-45'844,"-1"0"1,1 0-1,5-17 1,-4 4-554,-9 21 0,-2 4 418,0-27-345,-11 14-151,-10 16-41,-13 14-105,-12 14-22,-8 14-28,-4 13-17,5 13 6,7 9 5,11 6-248,11 2 232,12-2 5,19-3-6,15-10 23,19-10 0,12-14-15,-25-14 1,0-5 5,0-4 1,-2-4 10,-1-5 1,-2-4-12,-3-3 1,-2-3 5,-3-3 0,-3-2 22,-3-3 1,-1-2-277,-3-5 1,-3-1 278,-1-4 0,-2-1 17,0-5 0,-2 0 17,0 1 1,-1 2-74,0 3 0,0 3 0,-1 9 0,0 3 0,-1-9 0,-1 22 0,1 13 257,-1 15-257,1 18 0,0 22 0,1-16 0,0 3-101,2 7 1,0 2 100,2 4 0,2 1-571,1 4 0,2 1 274,4 2 0,1 1-1358,1 3 0,1-1 1655,-1-6 0,-1-4 0,-4-17 0,-1-4 0,2 6 0</inkml:trace>
  <inkml:trace contextRef="#ctx0" brushRef="#br0" timeOffset="39049">8311 4480 23198,'3'-53'1166,"0"-1"1,-1 7 0,-3 9-814,-6 20-224,-2 11-34,-7 29-50,3-1 0,-2 9 0,0 4-627,1-1 1,0 2 603,-3 11 1,0 2-21,3 2 1,4 2-9,2-2 1,6 0-32,7-3 1,8-2-272,7-4 0,8-3-1395,12-3 1,5-5 1702,1-6 0,-1-4 0,-12-7 0,-2-2 0,8 0 0</inkml:trace>
  <inkml:trace contextRef="#ctx0" brushRef="#br0" timeOffset="40182">9507 4252 26122,'-19'-39'168,"1"1"0,7-19-96,47 73-33,-8 0 1,0 2-7,15 19-575,-13-5 0,-2 4 572,-6-2 1,-2 4-17,3 10 0,-2 4-37,-4 0 1,-7 3-415,-10-10 1,-5 3-1,-4-3-1707,-3-3 1,-2-2 0,-3-1 1739,-4 5 0,-3-1 0,2-6 1,-2-3-1,1-7 0,-7 7 1</inkml:trace>
  <inkml:trace contextRef="#ctx0" brushRef="#br0" timeOffset="44590">3583 6463 26004,'-5'-13'190,"1"4"-173,4 9 17,0 3 39,-1 0 61,0 2 56,-3 1-16,-2 1 5,-2-2 28,-4-2-61,0-4-40,-2-7-16,1-7-56,1-11 16,3-8 0,5-5-55,5 3-46,9 5 18,10 10 33,12 7-28,10 8-28,7 11 22,4 9 6,-6 13-17,-10 12 12,-17 11 5,-24 12-357,-8-26 0,-6 0 374,-9 5 0,-5 1-597,-6 2 1,-4 1 610,11-16 1,0 0 0,0-1 4,-16 12 1,1-3-208,5-7 0,1-5 238,8-8 0,1-4 62,-14-3-11,16-19 620,13-17-699,8 4 1220,12-15-1215,11 15 538,13-5-571,12 7 6,9 6-6,8 6-22,-25 8 0,0 1-308,2 2 0,1 1-476,1 2 0,1 1-3316,2 0 0,-1 1 4139,-4-1 0,-3-1 0,10 3 0,-18-5 0</inkml:trace>
  <inkml:trace contextRef="#ctx0" brushRef="#br0" timeOffset="44757">4186 6780 22968,'-1'-3'3154,"-1"1"-2393,2 2-3158,63-61 2397,-30 46 0,2-18 0,-3 5 0,-14 28 0</inkml:trace>
  <inkml:trace contextRef="#ctx0" brushRef="#br0" timeOffset="46957">6263 6388 19703,'-8'-53'1469,"0"0"0,2 9 1,-1 5-832,-5-7 214,2 16-466,0 7-229,0 9-107,-4 22-22,1 3 17,-15 26-20,8-8 1,-2 2-12,1 3 0,0 0-17,-1 1 0,3 0-3,3 5 1,6-1-1,6 12-203,5 8 192,23-13 6,13-21 8,-1-11 0,3-3 11,-1-4 1,2-5-409,10-4 0,0-4 405,-15 1 1,-1-3-6,8-7 0,-1-3 11,-3-3 0,-2-2 14,0 1 1,-2-2-28,1-3 1,-4 0 163,1-11-78,-15 12 241,-10 4-180,-16 13-117,-5 2-28,-14 14 17,-5 8-6,5 5 813,-8 12-790,7 6-34,6 1 116,6 2-133,24-14 17,11-8-5,6-7-7,35-6 29,-9-13-178,-14 1 0,1-3 212,21-18 38,-13-7-51,-12-4 68,-16-4 6,-10 1-17,-13-1-11,-6 3-22,-8 5-34,2 10 381,-13 4-403,10 12 26,-10 5-55,7 14 18,0 13-12,6 1-45,-7 26 46,14-22-94,4 4 1,4 1-372,14 3-662,13 13-823,18-20-751,15-12 846,-22-14 1,-1-3 22,24-6 641,-17-8 0,-1-5 1940,7-13 387,-16 8 1,-3-3 1668,1-16-694,-11 2-650,-7 6-454,-2 6-240,-1 7-158,-2 8-285,-2 7-156,-2 5 33,-1 7-6,-1 5-44,-1 10-40,-1 5-28,-2 5-22,0 2-17,2 0-6,0-2 1,1-8 38,2-8 158,2-7 44,3-9-101,6-8-27,4-7 5,3-5 0,2-5-28,1 1-34,1 0-28,-1 5-5,-1 6-6,-2 5-44,0 5-12,1 2 6,4 6-40,1 3-145,3 7-476,1 6-829,-1 4-2515,-4 5 4016,-5-5 0,-9-8 0,-5-9 0</inkml:trace>
  <inkml:trace contextRef="#ctx0" brushRef="#br0" timeOffset="47449">7944 6222 22549,'3'-56'704,"0"0"1,0 0-1,0 6 1,-1 1 0,-1 7-235,-3-20 460,-1 23-801,0 20 108,2 12-237,1 20 117,6 20-122,1 28 13,-2-17 0,-1 2-460,0 10 0,-2 1 448,-2-15 1,-1 1-1,0 1-554,-1 2 0,0 1 1,0 0 278,0 1 1,-1-1 0,2 1-269,1-2 0,0 0 1,3 0-1300,3 15 1,4-2-2104,1-8 0,1-5 3949,1-13 0,-2-4 0,4 4 0,-9-20 0</inkml:trace>
  <inkml:trace contextRef="#ctx0" brushRef="#br0" timeOffset="48173">7972 6825 13172,'-24'-40'2610,"-1"1"0,7 10 0,0-1-1787,-14-23 1,0 0-572,13 20 0,4 2 353,-6-20-150,12 11-382,21 9-51,19 7-33,25 6-23,-19 10 1,2 2-268,5 0 0,2 1 250,1 0 1,0 0 5,-2 0 1,-1-1 18,-3 0 1,-1-2 22,-5-1 1,-2-1 97,23-12 106,-15-5 141,-17-1 394,-12-1-265,-14 1 0,-9 4-85,-11 5 497,-5 6-720,-4 8-57,-3 8-28,-1 11-44,-1 18-23,1 12 6,6 9-17,9 0 6,13-3 5,14-7-6,8-8 1,10-11 33,3-11 45,2-11 0,1-14 17,-1-11 28,-1-9 22,-4-7-11,-6-1 0,-4 0 6,-4 1 10,-1 4-59,-4 8-97,-3 9 0,-2 10 0,-1 7 0,0 9 0,-1 9 0,0 12 0,-1 9-41,1 4-423,8 0-612,7-1-609,12-6-365,9-8-242,8-12 831,5-13 1355,0-13 1018,-7-8 763,-8-8-11,-9-4-348,-6-3 56,-1-9-1041,-6 14 240,0-10-129,-7 17-95,-1 1-128,-2 7-180,-1 8-33,0 7 5,0 12-11,0 10-6,0 12-55,0 5-113,3 3-1052,11 7 234,-1-16-5936,18 6 6928,-9-24 0,-3-3 0,-7-8 0</inkml:trace>
  <inkml:trace contextRef="#ctx0" brushRef="#br0" timeOffset="48373">9037 5949 23707,'-6'-4'2599,"2"1"-2487,4 3-1462,-27 17 213,24-3-5097,-14 27 6234,29-10 0,0-5 0,-6-12 0</inkml:trace>
  <inkml:trace contextRef="#ctx0" brushRef="#br0" timeOffset="49000">9196 6200 22156,'1'-6'3663,"1"1"-2571,-2 5-414,18-67-96,-12 41-504,4-12 1,-1 5-62,-7 25-17,-1 17 0,0 3 11,3 21-11,0 7-6,0 16 6,-3-18 0,0-1-5,-1 26-6,0-6-1,-2-16 46,1-22 0,0-3 27,3-21-72,4-12 33,1-6 12,6-16 33,1 4-28,13-21 1,-2 8-1065,8-1 1025,-11 22 0,5 5 0,3 15 0,2 6 0,6 12 0,-7 14 0,-6-1 0,1 14-18,-9-5 7,1 8 40,0 2 1025,-7-14-1054,2-6 0,-6-16 0,5-12 0,6-18 0,4-8 0,6-18 0,-5-1 0,-5-6 0,-5 12 0,-4-15 0,-7 26 0,-2-10 0,-3 20 0,0 10 0,0 6 0,2 6 0,0 8 0,7 10 0,4 15 0,12 12 0,0-4 0,1-7 0,2 0 0,12 16-196,-11-15 0,-2 2 196,-1 16-1529,-34-6-1031,-16-14 2560,-29-4 0,29-19 0,-1 0 0</inkml:trace>
  <inkml:trace contextRef="#ctx0" brushRef="#br0" timeOffset="49573">10459 6032 23607,'14'-49'1101,"-1"0"1,-1 5-1,-4 6-569,-5 12-157,-5 8-190,0 6-134,-2 7-29,-2 10 12,-3 14-18,-8 22-16,5-9 0,1 1 0,0-3 0,1 2-6,-5 24 1,4 2-422,6-18 1,4 1 381,2 17 1,7 0-172,8-14 0,9-5-807,10-2 1,6-5-264,8-2 1,6-6 1285,-12-11 0,3-2 0,-5-2 0,-3 0 0,-2-2 0,-3-4 0,1-1 0</inkml:trace>
  <inkml:trace contextRef="#ctx0" brushRef="#br0" timeOffset="49840">11266 5835 27908,'-4'-41'164,"1"0"0,4 4 1,8 10-92,45 28-48,-21 5 0,0 6-17,4 5 1,-1 5-814,2 7 0,-2 5 810,0 7 1,-3 4-427,-2 4 0,-3 3 348,-6 4 0,-7 2-487,-6-2 0,-9 0 560,-16 6 0,-5-6 0,11-23 0,-2-4 0,-7-3 0,0 1 0</inkml:trace>
  <inkml:trace contextRef="#ctx0" brushRef="#br0" timeOffset="53023">3311 8101 15496,'-9'0'6491,"2"0"-5062,-53-14-701,44 1-364,-39-17 23,75-7-225,8 1-16,15-7-102,-10 16 40,9 2-67,-5 13-22,10 2-1,-1 11 12,-4 13-12,-7 9-11,-9 10 12,-12 4-18,-10 6 23,-16 1-3,-2-15 1,-3-1 2,-10 12 5,5-14 1,-2-1 67,-7 2 95,-6 0 84,5-11 336,6-11-403,12-5 95,3-8-106,9-1-85,1-3-66,5-1-12,13 1 11,11 5-16,6 1-1,20 11-10,2 8 5,-21-3 0,1 4-48,5 7 1,-3 4-303,-11-2 1,-3 2 220,15 23-157,-34 4-307,-29-12 352,5-15 0,-5-1-647,-15 1 1,-4-4-606,4-5 0,1-3-641,-1-2 0,2-2 2134,-16-5 0,34-4 0,2 0 0</inkml:trace>
  <inkml:trace contextRef="#ctx0" brushRef="#br0" timeOffset="53240">4290 8252 27398,'54'-22'-760,"0"0"1,-14 4 0,-7 4-1,-8 7 1</inkml:trace>
  <inkml:trace contextRef="#ctx0" brushRef="#br0" timeOffset="56999">6191 8203 20235,'-2'-3'3652,"0"0"-1137,2 3-2426,-24-35-22,18 29-27,-17-23 77,23 43 57,0 16-124,3 3-5,4 6 17,8-11-18,2-9 74,25-6-40,-3-10 46,19-7-40,-7-12-946,-4-11 918,-13 2 113,-1-21-74,-20 10-5,-1-17 11,-17 11 22,-8 3-67,-2 12 112,-10-3-90,10 16-55,-1-2 5,9 10 849,5 5-933,1 0 67,6 6 0,7 3 1,10 7-12,10 1 5,9 0-5,7-5-50,8-5 50,0-6 28,-3-8-11,-8-6 16,-11-4-10,-10-4 44,-10 0-6,-7 0-48,-5 1-13,-2 2 0,-2 4 0,-1 6 0,-1 4 0,2 4 0,0 6 0,2 7 0,-1 12 0,3 9 0,3 5 0,3 3-13,2-9-591,13 20-645,1-17-1182,14 13-1188,3-22-3259,6-11 45,4-18 5528,-5-9 4722,-10-10 2727,-15-4-1624,-12 0-1977,-10-2-857,-5 3-516,-4 3-335,-4 3-235,-2 5-253,2 6-196,2 4-112,6 3-28,2 6 29,4 3-35,6 5 18,6 3-1,11 0-22,7-5 6,6-3 5,6-7-6,2-9-21,0-7 32,-5-9 40,-7-5 17,-11-7 34,-9-2 5,-11-1 0,-11 4 5,-7 7-27,-7 8 5,-3 9-33,-1 7-29,1 10 12,3 8-39,4 11-18,7 0-10,0 25-6,9-12-45,6 19-123,12-13-397,15-5-555,17-4 344,-16-21 0,4-1-710,4-3 1,3-3 264,1-2 0,1-4 137,-1-3 0,-2-3 583,-6-3 0,-3-2 1632,12-17 1171,-20-4 168,-14-1-689,-11 1-571,-3 2-314,-3 6 361,2 5-775,2 7-247,2 7-117,1 1-68,4 16 6,3 3-5,4 17 10,-1 1-27,0 4-1,-4 0 1,-2-3-17,-1-7 28,0-9 78,-2-10-6,1-8-38,0-11-6,1-8-23,2-10-5,1-5-23,3-6 12,3 0 5,4 1 0,5 6 6,4 7-6,4 6 6,4 7-23,5 6 12,0 9-12,-2 8-22,-5 9 23,-9 8 5,-7 2-6,-8 2 17,-6-2-5,-5-5 16,-3-5 23,0-10 17,2-11-17,3-13-29,6-13 24,5-11 10,6-8-22,6-3 6,4 3-18,3 5 1,4 10 6,1 8-12,3 9-22,0 7-1,3 8 7,0 9-46,-2 10-122,-2 10-230,-8 6-521,-7 1-936,-8 0-1400,-3-5 3260,4-4 0,-5-14 0,2-4 0</inkml:trace>
  <inkml:trace contextRef="#ctx0" brushRef="#br0" timeOffset="57399">8905 7920 14135,'2'-3'9612,"-1"0"-8263,-1 3-351,6-60-276,-4 40-302,1-43-196,-6 58-90,-6 7-38,-2 6-1,-1 8-50,-2 8-23,2 8-22,4 6-6,7 1 6,14 0-33,13-4-18,14-4-55,9-7 0,4-8 89,-2-8 17,-5-12 22,-10-10 51,-11-10 22,-12-9 17,-13-6 0,-14-6 34,-12-3-51,5 19 0,-2 3-50,-9-10 89,-13-2-72,17 28-96,-4 2 46,3 13-18,3 9-33,0 20-34,10-7-364,2 19-884,14-13-1950,9 10-6257,12-3 9528,5-10 0,-6-12 0,-7-9 0</inkml:trace>
  <inkml:trace contextRef="#ctx0" brushRef="#br0" timeOffset="57749">9289 7853 27930,'-10'-16'-11,"5"11"11,20 43 0,5 6 0,1-11 11,10 5-11,9-6 23,-8-16-6,-4-7 39,-7-19 11,-6-9 39,7-23 1,-6-4-23,-1-16-45,-9 17 22,1-7-33,-3 16-33,2 1-118,3 12-191,4 13-464,10 12 78,3 6-1519,23 14-2412,4 7 3952,-16-6 1,0-1-1,4 3 1,-6 0 0</inkml:trace>
  <inkml:trace contextRef="#ctx0" brushRef="#br0" timeOffset="58090">9986 7982 27667,'-28'5'286,"11"0"-202,34-3-28,18 1-11,0-3-6,7-5-22,-10-6 11,-10-1 22,-2-12 45,-12-12-11,-3-4 0,-10-9-22,-9 13-34,-2 12 18,-8 5-46,-3 12 0,-1 4 0,-5 12 0,4 12 0,6 4 0,6 3 0,0 3 0,-1 18-193,6-12 0,5 0 193,19 25-558,6-32 1,4-3-241,0-4 0,4-2 798,24 3 0,-1-4 0,-12-5 0,23 2 0</inkml:trace>
  <inkml:trace contextRef="#ctx0" brushRef="#br0" timeOffset="58583">10849 7627 24928,'-7'-40'1341,"0"0"1,-5-22-1157,8 58-73,-3 14-6,-6 16 18,-8 20-91,8-13 1,-1 2-344,0 4 0,1 2 315,1 1 1,4 0-12,2-2 1,6-1-24,5-4 0,7-2-125,5-4 0,7-3-560,9-3 0,4-4-3885,7-3 1,2-2 4598,-2-4 0,-2-3 0,14 2 0,-25-7 0</inkml:trace>
  <inkml:trace contextRef="#ctx0" brushRef="#br0" timeOffset="58807">11424 7513 28474,'33'6'16,"1"0"1,-1 7 0,-6 8-28,-9 21 0,-6 8-1215,0 4 1,-4 1 738,-2 2 0,-6 1-2280,-8 2 0,-5-2 2767,-1-7 0,-3-5 0,3-14 0,0-5 0,-5 5 0</inkml:trace>
  <inkml:trace contextRef="#ctx0" brushRef="#br0" timeOffset="59973">3362 9666 20291,'3'-8'2411,"5"-26"0,1-5-1638,-1 9-493,1-11 0,1 3 51,-6 19-208,-2 10-78,-1 7 0,-1 14 44,-3 16 18,-6 23-60,1-17 1,-1 2-309,-1 3 0,-1 1 289,0 0 0,1-1-6,3-2 0,2-2-102,5 26 74,13-14 17,10-16 17,7-16 28,5-19 23,3-14 16,0-16 0,-2-7 62,-4-5 17,-5 1-68,-3 2-61,-3 7 573,-3 9-601,-4 11 74,-2 15-86,-5 6 12,2 17-6,-1 7-11,4 13 23,0 6-74,4 4-357,4 1-1552,9 1 1281,-8-27 1,0-1-1,2 3 1,3-6 0</inkml:trace>
  <inkml:trace contextRef="#ctx0" brushRef="#br0" timeOffset="60183">4432 9891 27975,'-5'-44'-263,"10"8"-213,20 36-1955,16 0 1368,9-3 0,-17 3 0,1-3 0</inkml:trace>
  <inkml:trace contextRef="#ctx0" brushRef="#br0" timeOffset="61073">6708 9558 22201,'0'-9'2520,"0"2"-1546,-2-30 1,-3-5-650,-4 19-205,1-21 1,-5 10-48,-9 42-23,-9 15-5,-1 19-39,4-1-1,11-11 1,0 4-18,3 4 1,2 0-270,0 2 0,4 0 118,1 4 1,6-1-672,20 17-331,19-12 518,-11-30 0,3-3-97,21 5 49,-10-15 0,0-3 746,9-8 243,-16 0 0,-2-1 793,3-9-460,-16 3 1098,-6-1-896,-10 7-269,1 0 281,-4 5-281,-1 1-374,9 1-175,-1-2 28,28-11-28,5-5-25,-8 2 0,3-2-337,0-1 0,0-2 356,1-3 1,-2-3-3,-1-3 0,-4-3 14,-4-4 0,-4-3 2,-4-3 1,-3-2 8,-4-2 0,-3-1 19,-3-1 1,-1 1 16,-4 2 1,-3 2-7,0 3 1,-2 3-458,-12-23 399,1 21 0,4 18 0,5 14 0,3 15 0,0 17 0,0 23 0,1-14 0,1 2-95,0 8 1,-1 2 94,1 5 0,0 1-315,0 4 0,2 1 315,1 2 0,2 0-432,3 0 1,4-2-908,4-3 0,5-3-1475,6-8 0,6-5 2814,-1-10 0,0-5 0,12 2 0,-15-17 0</inkml:trace>
  <inkml:trace contextRef="#ctx0" brushRef="#br0" timeOffset="62083">7844 9690 24447,'7'-53'870,"0"0"0,0 8 0,-2 7-131,-10 13-481,-1 17-141,-5 1-16,0 14-17,-2 7-39,2 10-17,2 8-11,4 4-1,11 1-10,7-3-12,13-6-5,5-9 0,3-8 22,0-11 17,-2-9 0,-5-8 11,-6-8 1,-9-8 10,-8-7-15,-13-3-35,-9-1 0,-11 6 0,-5 9 0,-2 11 0,2 10 0,2 9 0,2 12 0,4 11 0,4 12 0,6 11 0,10 6 0,15 3-386,14-2 380,-3-27 0,4-3-269,6-1 1,4-2-269,6 0 0,4-4-680,4 0 0,2-4 405,2-2 0,1-2 65,0-3 0,0-3 335,-3-3 1,-1-4 319,-4-1 0,-1-2 249,-6-4 0,-2-2 292,-6-1 0,-3-3 766,10-19-38,-15-4-168,-13-2 112,-10-2-561,-9 2 793,-11 5-1084,-9 9-78,-5 11-51,-1 10-33,2 13-62,4 8-22,4 13 11,2 8-39,3 5 27,4 3-4,6 1-40,7-2 28,10-6-23,8-6 23,6-12 11,2-8-16,3-16 44,3-10-5,4-13 10,2-8 29,-5-7-22,-5-1 34,-7 0-85,-7 6 0,-4 9 0,-5 10 0,-2 10 0,-2 7 0,-3 10 0,-2 8 0,-3 15 0,0 9 0,4 6 0,6 1 0,11-2 0,10-4 0,8-10 0,4-9 0,-1-11 0,3-12 0,3-10 0,4-11 0,0-8 0,-3-8 0,-5-7 0,-7-5-206,-4-3 206,-4 3 0,-3 6 0,0 7 0,0 12 0,3 9 0,1 9 0,4 10 0,1 11 206,-1 11-206,-2 11 0,-4 7 0,-1 3 0,4 1-707,13-1-8439,13-2 9146,2-9 0,-16-14 0,-13-10 0</inkml:trace>
  <inkml:trace contextRef="#ctx0" brushRef="#br0" timeOffset="62599">9937 9385 22856,'-5'-49'1258,"0"1"1,-1 1-1,-1 8-698,-2 18-207,-2 2-174,3 10-5,-4 17-101,2 4 95,-15 26-34,-1 13-601,8-15 0,0 3 486,0 6 1,1 1-26,3 2 1,3 0-173,5-1 0,4 0 130,9-5 0,7-1-254,6-5 0,7-3-905,8-4 0,7-5-1437,6-4 1,4-5 2104,-3-4 1,-2-3-1,16-1 1,-26-5 0</inkml:trace>
  <inkml:trace contextRef="#ctx0" brushRef="#br0" timeOffset="62833">10669 9166 27716,'-24'-40'211,"0"0"0,-1 3 1,11 11-53,17 22-159,18 16 0,8 9 0,8 8 0,-11-5 0,1 3-468,-3 1 1,0 2 467,7 9 0,-1 6 0,-8-4 0,-3 2 0,-1-1-99,1 2 1,-6 2-664,-8 5 1,-6 6-1,-4-8-333,-4-13 0,-5-2 524,-12 25 0,-1-5 1,4-20-1,-1-2 1</inkml:trace>
  <inkml:trace contextRef="#ctx0" brushRef="#br0" timeOffset="64040">3882 11053 18308,'7'-8'4991,"-1"2"-3782,-6 6 113,0 0-1131,11-20 33,-11 18-23,0-11-38,-23 27-68,-15 8-11,-15 3-42,22-11 0,0 0-9,0-2 1,0 0 84,-21 6 5,15-8 28,17-5 0,11-4-67,7-1 40,1 0-136,1 3 35,0 0-1,0 15-22,-1 4 28,-2 16-11,-3 4 17,-4 4 10,-1 1-27,-2-3 22,-1-3 1,-1-7 10,0-5 0,3-9 18,5-8 116,3-6-27,4-8-84,4-9-34,4-7-22,8-8 0,8-2-6,4 2-17,4 7 29,0 6-23,3 8 0,2 10 11,4 9-22,0 12 11,-5 7-17,-10 4-5,-12 3 16,-13-1-50,-12-1-258,-13-5-1013,-9-6-4084,-4-12 5411,5-7 0,13-6 0,9-2 0</inkml:trace>
  <inkml:trace contextRef="#ctx0" brushRef="#br0" timeOffset="64249">4225 11535 28671,'3'-35'0,"0"1"0,0-21-1513,-12 60 1513,-4 6 0,5-4 0,1 3 0</inkml:trace>
  <inkml:trace contextRef="#ctx0" brushRef="#br0" timeOffset="65116">7312 11256 19227,'0'-7'5225,"0"2"-4783,-11-23 1,-7-6 101,-4 8-278,-8-11 0,-3 3-132,-1 21 57,-20 8-74,19 13-55,-6 8-34,12 9 11,13 7-28,11 5-44,15 6 21,12 6-218,-5-23 0,4 0 232,2 1 1,1 0 3,2-1 0,1 0-4,3 5 1,-1-1 3,8 9 11,4 8 11,-30-25 22,-6 0 6,-20-4 11,-34-3-56,6-5-182,4-3 0,-2-2 194,-18 0-26,24-2 0,1-2-210,-22-7-2492,20-21-3316,19 2 6021,17-16 0,3 26 0,3 0 0</inkml:trace>
  <inkml:trace contextRef="#ctx0" brushRef="#br0" timeOffset="65499">7643 11386 24290,'0'-4'3349,"0"0"-2638,0 4-671,-14-55-12,9 63-34,-11-38-5,12 76-56,2-10-650,6 9-7964,12 0 8681,0-6 0,0-8 0,-8-21 0</inkml:trace>
  <inkml:trace contextRef="#ctx0" brushRef="#br0" timeOffset="65683">7679 11081 23651,'-5'-6'2437,"2"2"-2028,3 4-975,0 0-2464,22-15 3030,-1 21 0,5-19 0,-11 23 0</inkml:trace>
  <inkml:trace contextRef="#ctx0" brushRef="#br0" timeOffset="66449">7914 11430 26236,'2'-49'276,"0"1"1,3-3-1,4 10-147,10 18-51,10-4-27,-6 16 98,16 4-138,-7 6 43,15 6-48,-4 8 5,-2 12-1,-9-1-16,2 14 6,-9 6-5,-5 1 5,-7 5 58,-19-15-75,-6-5 34,-2-11 62,-9-1-1,11-11 23,-6-1-6,7-12 51,1-3-68,3-4 135,0-8-73,5 7-51,1-5-55,8 6-27,9 4-7,13 3 0,12 3 0,10 10 0,3 10-226,-2 13 226,-7 13 0,-15-4 0,-15-5 0,-7 1 0,-13 17-267,-2-14 1,-7-1 260,-7-6 1,-5-3-1,-2-3 0,-2-3 14,2-4 1,1-3 3,-16-1-12,17-22 214,14-20-214,14-21 0,4 17 0,3-2-206,5-4 0,2-1 206,4-2 0,3 1-178,4-1 1,1 1 177,2 2 0,1 2 0,1 0 0,0 1 0,-2 3 0,0 0-33,-4 4 1,-1-1 32,13-19 0,-15 8 0,-11 9 0,-9 8 393,-8 7-393,-1 8 903,-5 4-903,1 9 75,0 8-75,-3 14 0,1 13 0,1 12 0,4 8 0,13 0-551,16-1 544,0-31 1,5-2-1232,10-1 1,4-3 595,2-3 0,-1-3 0,17 4 0,-22-10 1</inkml:trace>
  <inkml:trace contextRef="#ctx0" brushRef="#br0" timeOffset="70624">9474 11184 20257,'5'-54'1706,"0"-1"1,-1 7-1,-1 6-888,-1 4-280,-5 16-314,0 12-146,-6 14-22,-10 17 17,-11 21-56,8-11 0,1 3-433,-3 7 1,3 2 409,1 3 1,3 2-15,5 0 1,3 1-15,7-2 1,5-1-216,7-2 0,6-2-511,8-3 1,6-4-983,8-3 0,6-4 1742,13-4 0,-1-5 0,-23-6 0,-2-3 0,1-4 0,-1 0 0</inkml:trace>
  <inkml:trace contextRef="#ctx0" brushRef="#br0" timeOffset="70841">10309 10921 25875,'-15'-41'633,"0"0"0,-1 2 0,8 12-527,9 25-44,8 7-12,11 12-33,17 18-17,-12-9 0,2 5-606,4 7 0,0 3 595,1 9 0,-1 2-19,-13-14 0,-1 2 0,-3 1-357,-4 2 1,-4 1 0,-5 0 386,-10 8 0,-6 0 0,0-5 0,4-4 0,-1-4 0,-13-1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7T10:16:17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9163 468 32767,'-57'-29'0,"23"16"0,0 5 0,-1 11 0,-7 1 0,-10 3 0,17 0 0,-12 2 0,20-1-554,2 4 275,13-1-407,-1 4-208,8 0 163,2-2 163,0 17-309,1-12 224,-3 32 165,3-15-126,-1 18 388,2-9-187,4-3 117,4-4 46,9-6 19,1-10 124,23-2-307,-1-12-1849,22 1 2263,-28-10 0,-2 0 0,3 1 0,0-4 0</inkml:trace>
  <inkml:trace contextRef="#ctx0" brushRef="#br0" timeOffset="1459">9812 671 13099,'2'-4'7097,"-1"1"-3742,-1 3-2823,1-65-219,-8 45-193,4-16 1,-5 4 81,-15 28-118,-6 7-28,-4 8-17,-1 10-11,0 10-34,10-4-16,1 10 11,8-2-6,5-1 22,9-1 51,9-16 79,8-6 73,6-7 32,8-11 7,5-9 38,3-9 7,0-5-46,-5 1-72,-5 2-23,-7 6-50,-7 6-101,-5 8 0,-4 5 28,-2 9-56,1 10 11,-2 16 50,-3 14-16,-6 14-300,2-26 0,-2 1 261,-2 3 0,-1 2-29,-1 3 1,-2 0-23,-1 2 0,-1 0 6,-3-1 0,0-1 50,-1-5 0,-1-4 34,2-6 0,-1-5 33,-11 5-5,7-21-39,8-21-29,7-14-5,11-17-45,11-12-106,6 11 0,2 1 95,-6 12 0,2 0-615,13-16 0,2 2 567,-10 18 0,0 2 11,6-4 1,0 0 282,-3 6 1,-1 1-219,2 0 0,-3 2 33,8-6 85,2-4 84,-20 15 33,0-4 23,-5 4 196,-2-1-275,-2 7 1247,0-2-1174,-3 8-112,-1 1-95,0 3 22,-3 11-39,0 6-16,-3 15 4,1 4-105,1 0-544,3 8-706,4-10-257,2-3 1652,7-9 0,-8-14 0,3 1 0</inkml:trace>
  <inkml:trace contextRef="#ctx0" brushRef="#br0" timeOffset="1650">10269 458 18744,'-2'-3'5540,"0"0"-4901,2 3-903,-28-33-648,22 39 245,-21-29-7444,38 63 8111,-3-17 0,2 2 0,-5-14 0</inkml:trace>
  <inkml:trace contextRef="#ctx0" brushRef="#br0" timeOffset="2016">10336 578 19076,'6'-3'4827,"-2"1"-3768,-4 2-532,0 0-488,-1 8-89,5 9 10,0 21 35,2-9-18,1 22 29,-5-27-12,0 5 90,-2-14 471,2-11-180,2-7-84,4-11-33,5-11-141,0 1 102,8-8-18,0 5-77,15-9-74,-1 8-22,6 6-39,-14 13 22,6 6-84,-6 9-459,11 14-319,-11 8-1126,-2 14-415,-15-10 1544,-5 4 0,-3-22 0,-2-1 0</inkml:trace>
  <inkml:trace contextRef="#ctx0" brushRef="#br0" timeOffset="2483">11181 801 26228,'-1'-17'-1961,"-3"17"-851,-7 35 2812,-2 7 0,10-32 0,0-2 0</inkml:trace>
  <inkml:trace contextRef="#ctx0" brushRef="#br0" timeOffset="3200">11598 624 13834,'-7'-3'5573,"1"0"-3832,6 3 1225,0 0-2640,-37-6 62,28 4 16,-27-4-123,41 3-169,7-1-75,9-3 36,8-2-17,7-1-28,3 1-11,-1 1-6,-1 4-11,-7 2-17,-6 4-44,-6 4-18,-9 6 40,-5 8 6,-13 8 16,-10 7 17,-13 5 11,-7 0 17,-1-3-28,3-6 45,9-7-17,8-7-34,8-5 45,5-6-50,4-2 0,2-1 39,3-1-45,4 0-95,11 0-213,14-4-370,17-4 107,-17 0 0,1-1-469,5-2 0,1 0-111,2-2 1,1 0-1889,1-2 1,0 1 3055,-6 2 0,-3 0 0,11-4 0,-21 7 0</inkml:trace>
  <inkml:trace contextRef="#ctx0" brushRef="#br0" timeOffset="3959">12206 647 24469,'-40'-26'431,"6"7"-448,32 26 45,-1 5 17,1 5-17,0 3 6,5-1 39,4-2 11,8-4-6,7-6 0,6-5-4,4-9-29,-1-6 39,-2-6 89,-6-3 12,-6-3-39,-8-1-68,-5-2 0,-5 1 18,-6 1 16,-5 4-68,1 8 74,-9 3-90,9 8 17,-16 6-45,8 9 22,-6 10-22,6 8-73,5 5-27,6 4-57,4 1-101,9 0-156,8-3-175,14-7-245,10-7-68,9-11 264,5-7 156,1-14 235,-2-8 320,-5-8 174,-8-5 190,-9-2 196,-8 1 44,-7 1-44,-6 5-51,-3 6-144,-2 6-197,-2 6-208,0 4-66,0 5 38,-2 7-22,-2 8-5,-2 10 33,-2 9 17,-2 11-11,3-13-34,0 9 17,6-22 0,0-3 23,5-6 10,4-15-5,3-1 17,11-16 33,2-4 18,8-8 27,6-1 0,0 2-95,1 0-14,-2 4 0,-1 6 14,-13 16-56,6 5-179,-5 8-331,-1 9-1025,-3 10 1563,-1 11 0,-9-16 0,-2-1 0</inkml:trace>
  <inkml:trace contextRef="#ctx0" brushRef="#br0" timeOffset="4193">13360 768 22302,'0'-4'3612,"1"1"-3169,-1 3-986,15 28-2521,-17 4 3064,8 19 0,-15-22 0,2-12 0</inkml:trace>
  <inkml:trace contextRef="#ctx0" brushRef="#br0" timeOffset="6633">14270 737 26618,'1'-9'557,"3"-24"0,-1-7 3775,-5-1-4026,-2-9 1,-2 1-910,-7 13-99,-19 2 217,3 26 678,-12 9-1299,-7 16 1318,-3 18-107,25-12 0,1 1-167,2 2 0,2 1 31,-10 25 333,14-6-105,11-9-831,13-10-93,0-11 142,17-8-147,-4-13 51,15-9 345,-1-14 70,1-8 111,-3-4 205,-4 4 218,-8 6-253,-6 10-128,-7 9 152,-4 6-33,0 13-23,-1 12-17,1 18 23,-1 17 22,-3-21 1,0 2-529,-2 4 0,0 2 503,-1 3 0,-2 1-28,0 3 0,-2 0-23,-1 0 1,-1 0-201,0-3 1,-2-2 247,-1-7 0,-1-3 56,-12 14 45,1-24-39,3-22-23,5-19-10,5-17 4,9-15-16,13-9-742,1 25 1,2 1 730,14-21-9,-5 21 0,3 0-124,4 3 0,2 1 96,2 0 0,1 0-11,7 0 1,-1 2 10,-7 7 1,-2 2-50,-1 2 1,0 0 73,18-10 46,-12 7 22,-11 4 2430,-14 6-2357,-6 1 675,-3 0-647,-2 0 124,-2 1-146,0 0-46,-2 2-39,2 1-56,0 2-39,0 3 51,0 8-12,0 8-11,0 11-39,0 7-140,3 4-258,3 0-617,6-1-94,-1-8 328,12 8 0,-14-25 0,6 7 0</inkml:trace>
  <inkml:trace contextRef="#ctx0" brushRef="#br0" timeOffset="6816">14782 506 18380,'-3'-3'3765,"0"1"-4835,3 2-1041,-36 0-5295,32 17 7406,-26-1 0,37 3 0,-3-7 0</inkml:trace>
  <inkml:trace contextRef="#ctx0" brushRef="#br0" timeOffset="7259">15081 692 25405,'-40'-29'85,"0"0"1,2 4 0,2 12-69,-6 43-11,6 6-17,10 2 5,13-4 17,13-5 34,11-9 67,10-9 56,7-11 11,6-12-11,3-11 6,3-9 33,-1-3 0,-5 2-78,-5 5-39,-6 8-12,-6 8-50,-3 6 17,-2 11-40,-1 10-10,1 17 50,-4 16-40,-4-16 1,-2 1-1,-3 6 1,-3 2-422,0 4 1,-2 1 362,-4 2 0,-1 2-553,0 0 1,-1-1 448,-2-3 0,0-2-64,0-6 0,-1-3-630,-17 14-1003,-1-23-2806,1-26 4660,1-24 0,15 7 0,4-6 0</inkml:trace>
  <inkml:trace contextRef="#ctx0" brushRef="#br0" timeOffset="7466">15556 744 23366,'-12'53'-97,"1"0"1,-2 1 0,1-9 0,4-19 0,-1-2 0</inkml:trace>
  <inkml:trace contextRef="#ctx0" brushRef="#br0" timeOffset="12843">15918 672 10870,'-4'8'5920,"0"-3"-2873,4-5 1333,0 0-3669,6-65 18,-4 42-659,0-14 0,1 6 75,-2 23-195,-1 8 84,4 22-57,1-2 1,2 14 22,-1 2-11,-4-6 16,0 9 12,-2-4 11,-2-5 28,-1-9 101,-1-9 72,2-6-83,1-10-96,-1-9-10,1-12-1,0-13 50,1-9-16,2-2-34,2 1 17,4 9-39,3 8 17,4 8-29,7 7-10,5 7 5,4 6-23,1 7 23,-1 8 17,-4 11-22,-5 7 5,-4 9 0,-6-6 5,-5 9 1,-5-2-12,-3-2 1,-2-2 16,0-20 45,2-9 11,1-7-28,6-11-16,10-17-7,-2 4 7,9-20 10,-6 11-10,4-9-34,0 3 11,-2 4 22,2 5-22,-9 12-45,3 5 23,-8 11-1,2 6-55,3 13 16,-2 7 18,0 1-46,-1 4 45,-3-7-72,2 4-931,-4 3-2649,-1-7 3697,-3-1 0,0-12 0,0-4 0</inkml:trace>
  <inkml:trace contextRef="#ctx0" brushRef="#br0" timeOffset="13450">16860 579 23696,'2'-43'530,"-1"0"0,1 5 1,-2 8-139,-6 15-129,1 7-55,-3 2-164,1 4-27,-3 9 6,2 0-1,-6 13 12,1 9-46,2-5 1,5 21 67,15-18-39,10 13-28,4-14 5,23 15-61,-14-14-28,11 10-96,-19-12-100,-13-5 78,-9-5-414,-17 0-1485,-23-4-3119,-4-2 5231,-6-2 0,24-7 0,12 0 0</inkml:trace>
  <inkml:trace contextRef="#ctx0" brushRef="#br0" timeOffset="13649">16746 489 17944,'4'-7'5343,"-1"2"-4788,-3 5 391,0 0-834,-10 41-129,-3-10-157,2 3 1,-1 2-1613,-8 13 1786,2 7 0,8-28 0,4-2 0</inkml:trace>
  <inkml:trace contextRef="#ctx0" brushRef="#br0" timeOffset="14142">17292 529 20823,'1'-5'3960,"1"0"-2476,-2 5-1372,-79-14-39,41 26-65,-12-12 1,3 5-54,17 30 39,14-3 1,12-3-1,12-7 17,2-7 45,20-8 17,-1-14 95,14-6 84,-4-12-117,-10 3 290,9-14-134,-18 13-22,6-8-73,-14 15-61,-6 6-91,-3 6-10,-1 6-6,0 11-22,1 11 10,0 17 18,-2 13-31,-4-22 0,-1 1-308,-2 5 1,0 1 298,-4 4 1,0 2-538,-1 4 0,-1 0 408,-1 2 1,-1 0-65,1-3 1,-2-2-12,0-7 0,-1-3-65,-9 9-94,1-19-1620,-10-27-3841,-4-31-4001,-4-9 8276,13-5 1,17 18-1,10 19 1</inkml:trace>
  <inkml:trace contextRef="#ctx0" brushRef="#br0" timeOffset="15200">17758 375 23943,'-3'-3'2176,"1"1"129,2 2-2732,-6-31-19,10 21 133,1-23 99,17 28 58,10-1-908,9-1 920,6 0 118,2-1-67,-5 1 108,-8 0 52,-12 3-33,-9 2-12,-8 1 62,-4 10-39,-2-1 84,-1 18 5,-2 5-44,-1 18-17,-2 14-224,2-25 1,0 1 144,1 4 1,1 1-297,-1 2 1,1 1 289,2 0 1,1-1-53,0-2 0,-2-1-71,1-3 1,-6-3-242,-11 1 1,-6-3-196,-12 8-2429,-6-21 1,-4-4 2999,-15-7 0,9-2 0,20-6 0</inkml:trace>
  <inkml:trace contextRef="#ctx0" brushRef="#br0" timeOffset="24333">8173 2401 8203,'-9'-2'5803,"2"1"-3758,7 1 1713,0 0-2918,-23-4-196,16 1-157,-18-2-235,23 4-117,1 1-73,9 2-23,2 1 12,10 2 27,2-1-33,7 0-34,9-2-5,11-1-29,8-1 28,-25 0 1,1 0-192,0-1 0,0 1 186,0 0 0,0-1 11,29 1-11,-8 0 17,-7 0-11,-10 0-1,-9 0 34,-8 0 51,-7 0 78,-5 0 17,-3 0-79,-1-1 328,0 0-523,1-1-460,-1 0-4582,1 1 4283,-1 2 0,-1-1 0,-2 0 0</inkml:trace>
  <inkml:trace contextRef="#ctx0" brushRef="#br0" timeOffset="26514">9494 2425 6669,'-3'-2'5881,"0"1"-1938,3 1-3254,-22-11 0,16 8-101,-17-8-162,22 11 549,1 0-914,6-1-38,-3 1 38,12 0 1,-3-1-12,9 1-16,3-1-17,3 1-6,5 0 17,5 0-11,7 0 5,4 0 6,4 1-6,1 0-5,1-1-6,-1 1 12,0-1-6,1 0-6,-1 0-6,-1 0 1,-12 0 5,7-1 0,-19 1 20,9-2 0,6 0-6,-10 1 0,-1-1-11,8-1 0,-1 1 14,18 0 6,-27 1-34,-11 1 11,0-1-5,-12 1 5,2 0-11,-4 0 22,2 0 1,-6 0-1,2 0-28,-1 0-72,3 0-235,4 0 313,9 0 0,-8 0 0,4 0 0</inkml:trace>
  <inkml:trace contextRef="#ctx0" brushRef="#br0" timeOffset="27926">11237 2481 17473,'-18'-5'1159,"7"0"-867,18 5-23,3-2 39,9 2-140,0-2-101,3 2 34,8-2-62,-10 2 79,35 0-34,4-2-56,-21 2 0,1 0-17,-6-1 0,0 0 3,3 0 0,-1 0-419,27-1 407,-22 0 1,2 1 8,-1-1 1,2 0 7,8 0 1,-2 0-15,-14-1 1,-1 1 5,11 0 0,-1-1 12,9-2 22,10-1-20,-29 2 0,-1-1 20,21-2-12,3-1-10,-22 3 27,6 0 1,-12 0-7,6 1 18,-5-1-28,-11 2 388,-6 1-439,-10 2-1119,-2 0-1133,-8 2-7562,3 0 9388,-5 1 1,7-2 0,1 0 0</inkml:trace>
  <inkml:trace contextRef="#ctx0" brushRef="#br0" timeOffset="29459">13170 2433 18913,'-22'-9'1988,"5"2"-1602,14 7-167,1 0-29,-2 0 17,0 0-27,-1 0-34,2 1 638,2 0-454,9 0-72,4-3-118,15 0-22,5-1-29,9-1-33,7 2-11,10-1-34,-24 1 0,3 0-591,5 0 1,3-1 573,7 0 1,2 1 7,6-1 1,3 0-3,-19 2 0,2-1 0,-2 1-6,9-1 1,1 1-8,-6 0 0,3-1 0,-4 1 24,-4-1 0,-2 1 8,14-2 1,-4 1 20,0-1-220,-24-1-1365,-16 4 1545,-14-1 0,-3 1 0</inkml:trace>
  <inkml:trace contextRef="#ctx0" brushRef="#br0" timeOffset="32842">19440 4205 18902,'0'-4'2766,"0"0"-1320,0 4-1362,-40-35-51,21 27-25,-9-9 1,-1 4 30,-1 21 1,-9 5-7,-5 0 34,-4-1 34,1-3 22,7-2 23,8-3 16,11-2-33,9-1-67,5-1-1,4 3 35,0 3 10,-1 5 51,-4 10 22,-4 11-5,-4 13-29,-5 12-346,10-25 0,0 0 245,-1 2 1,1 0-14,0-2 0,1 0-79,-6 28 76,8-6-16,9-6-12,11-5-23,10-6-190,10-5-879,14-6-2683,14-8 2976,-1-8 0,-19-7 0,-15-2 0</inkml:trace>
  <inkml:trace contextRef="#ctx0" brushRef="#br0" timeOffset="34442">28222 3904 15838,'-12'0'4951,"2"0"-3203,10 0-34,-78-20-964,49 13-619,-14-4 1,4 1 227,30 8-140,7 0-107,10 0-90,21-3 34,13 0-39,-8 2 0,0 1-6,19 0 0,-19 1 0,0 1 0,17 0-8,-17 1 0,0 0-3,14 1-6,-8 2 6,-24-2-5,-10 2 22,-7 3 50,-9 12-56,-4 5 6,-7 12-17,5-9 0,-1 10 0,6-1 5,4-6 1,1 3-12,0 26-727,4-23 1,1-1 721,3 11-212,1 8 189,0-13-268,-18 14-359,-12-13-275,1-21 1,-4-3-1625,-21 2 2560,16-10 0,5-3 0,14-3 0,3-2 0</inkml:trace>
  <inkml:trace contextRef="#ctx0" brushRef="#br0" timeOffset="38359">6674 5168 15754,'-47'4'1178,"-1"0"0,4-1 0,7-1-388,13 1-34,1-2-112,5 1-235,5-2-247,6 1-179,5-1-33,2 0 100,6 0 12,8 0-28,13 0 5,15-2-11,15-3-14,-22 1 0,2 0-441,3-1 0,2-1 407,3 0 1,1 0 2,2-1 0,-1 1-3,0-1 1,1 0 13,6 0 1,-2 1 2,-18 1 0,-1 1 0,7-1 0,-2 0 15,-3 0-63,3 1-78,-15 2-565,-11 1 694,-8 5 0,-3-3 0,-1 3 0</inkml:trace>
  <inkml:trace contextRef="#ctx0" brushRef="#br0" timeOffset="41283">6852 6508 15788,'-31'2'1052,"10"0"-66,27-2-247,8 0-262,7 0-158,8 0-123,3-1-61,1-1-40,-5 0-11,-9 0 112,-8 1 302,-7 1 45,-2 0 79,-2 0-549,-8 0-29,-3 0 7,-20 3-18,0 0-5,-1 2 12,1 0-1,9-2-22,0 1-12,8-1 1,7-2 5,4 0 124,3-1-157,12-2-197,3 0-571,19-3-363,-3 1 1153,22-2 0,-32 4 0,10-1 0</inkml:trace>
  <inkml:trace contextRef="#ctx0" brushRef="#br0" timeOffset="42292">7591 6517 7078,'-7'-1'2660,"2"1"-263,5 0 1754,0 0-3938,-13-2 201,10 1-341,-10 0-23,13 1-117,0 0 179,4 0 34,-1 0 78,6 0 95,2 0 23,5 0-40,4 0-72,8 0-90,3-1-50,5 0-17,2-1 0,2 0 5,2 1-22,2 0 0,3-1 0,3 2-17,1-1 6,0 0-28,-2 1-6,-3 0 6,-4 0 11,-6 0-6,-6 0-5,-10 0 61,-5 0 460,-9 1 89,-2-1-39,-3 0-2884,-1 0 2296,3 0 0,-2-1 0,2 1 0</inkml:trace>
  <inkml:trace contextRef="#ctx0" brushRef="#br0" timeOffset="44409">15030 5990 14969,'0'-4'3714,"0"1"-1121,0 3-2346,-41-36 33,12 28-208,-1-9 1,-1 3 34,-10 20-45,10 0 106,-16 2-39,17-4-17,-12 2-39,18-4-17,6 1-45,7-1 22,2 4 85,0 4-34,-2 4 67,-6 11 68,0 6-96,2-2 140,-8 17-92,10-17 0,0 2-99,-1 0 1,1 2-191,-2 5 0,1 1 151,5-7 1,2-1-11,-2 17-6,6 7-6,16-8-11,8-2-67,18-4-236,12-19-83,-7-8-3079,0-10 1,1-3 3464,11-3 0,-23 1 0,-2 0 0,-4-3 0</inkml:trace>
  <inkml:trace contextRef="#ctx0" brushRef="#br0" timeOffset="45133">16010 6332 15104,'2'-4'5903,"0"0"-5309,6-24 0,0-8 230,-3 4-511,3-8 1,-2 1 111,-12 12-122,-8 11-96,-10 7-50,-11 13-40,-10 12-38,-7 16-278,24-11 1,0 1 201,1 3 0,1 1 0,3-1 0,1 2-15,-9 23 1,15-5 17,18-6 22,10-10 67,11-10 123,6-10 583,4-15-398,1-10-39,2-13-62,0-8-67,-2-2-27,-3 0-12,-4 6-45,-7 9-78,-6 10-62,-7 10 22,-4 13 12,-2 16-17,-5 20-14,2-14 0,-2 1-359,-1 6 1,-1 0 355,1 7 0,0-1 0,1-8 1,0 2-39,2 4 1,1 4 0,0-1-55,0 5 0,1 2-386,0-5 1,1 4-1,-2-3 279,-2 6 1,-2-3-43,-3-10 1,-5-4-907,-27 12-1133,-19-29 376,5-20 1893,11-14 0,5-3 0,8 3 0,-12-11 0</inkml:trace>
  <inkml:trace contextRef="#ctx0" brushRef="#br0" timeOffset="45409">15592 5909 20918,'0'-4'3383,"0"1"-2633,0 3-951,-16-10-85,9 16-1153,-10 7 1439,19 39 0,-2-21 0,4 6 0</inkml:trace>
  <inkml:trace contextRef="#ctx0" brushRef="#br0" timeOffset="45609">16223 5906 24340,'5'45'-669,"-2"-25"1,-1 8 0</inkml:trace>
  <inkml:trace contextRef="#ctx0" brushRef="#br0" timeOffset="46009">16699 6662 23511,'5'-55'900,"-1"1"0,0 6 0,-2 8-586,-5 18-331,0 12-39,-3 10 50,-1 16-223,-4 15-959,-4 17-6357,-1 14 6697,4-4 0,4-21 0,5-15 0</inkml:trace>
  <inkml:trace contextRef="#ctx0" brushRef="#br0" timeOffset="46416">17325 6460 22082,'10'-43'569,"-1"0"1,-1 5 0,0 7 822,-4 14-1358,-1 9 383,0 13-445,1 11 242,-1 5-281,1 17-292,-1 2-890,1 16-3667,-1-21 1,-1-1 3961,0 8 1,0-4 0,-2-32-1</inkml:trace>
  <inkml:trace contextRef="#ctx0" brushRef="#br0" timeOffset="46776">17527 5943 21590,'-3'-4'1899,"1"0"-1065,2 4-806,-19 5-16,12 12-1,-13-1 28,17 16-17,8-6 51,0-1 252,5-6 185,-2-12-291,-2-8 66,-1-8 29,3-13-253,-4 3 51,2-18-95,-5 19-28,0-5-230,-2 13-364,-3 6-1546,-11 14 487,2 0 1664,-19 23 0,22-21 0,-8 7 0</inkml:trace>
  <inkml:trace contextRef="#ctx0" brushRef="#br0" timeOffset="47016">17078 6066 20806,'-1'-5'3081,"-1"2"-1479,2 3-1669,-10-32 4,4 35-144,-7-16-476,10 51-129,3-3-9019,12 26 8590,-5-33 1,5 9-1,-9-31 1</inkml:trace>
  <inkml:trace contextRef="#ctx0" brushRef="#br0" timeOffset="47483">17966 6214 19524,'0'-4'4318,"0"0"-2094,0 4-2264,2-52 12,-3 49-22,2-29-387,-5 69-2263,-1 11 2700,0-3 0,2-16 0,0-13 0</inkml:trace>
  <inkml:trace contextRef="#ctx0" brushRef="#br0" timeOffset="47859">18432 6626 21276,'0'-3'3635,"0"1"-2374,0 2-1261,0-22-95,-4 29-583,-2-7-3120,-11 39 3798,1 0 0,3-13 0,6-11 0</inkml:trace>
  <inkml:trace contextRef="#ctx0" brushRef="#br0" timeOffset="48575">18894 6445 23444,'5'-44'745,"0"-1"0,-1 5 0,-1 10-655,-2 22-124,-1 5 79,1 12 5,-1 6-27,0 13-1,0 8-5,-2 5-6,-2 2-5,-3-1 11,-1-5 11,-1-8 61,2-11 258,4-9 45,0-7-235,3-12-95,0-9-17,4-14-17,6-11 22,8-7 23,11-2-12,6 3-318,7 8 279,3 10-5,0 12-17,8 12-11,-11 15 0,-2 5-196,-1 30-454,-20-2-134,3 11-3843,-25 7 3869,-7-18 1,0-7-1,1-14 1</inkml:trace>
  <inkml:trace contextRef="#ctx0" brushRef="#br0" timeOffset="48866">18589 5955 23836,'-3'54'-147,"0"-1"0,-5 6 0,14-11 0</inkml:trace>
  <inkml:trace contextRef="#ctx0" brushRef="#br0" timeOffset="49109">19752 5997 25394,'22'14'-558,"-7"17"1,-14 2-1,-1 0 1</inkml:trace>
  <inkml:trace contextRef="#ctx0" brushRef="#br0" timeOffset="49676">20120 5926 18392,'0'-3'3338,"0"1"-1753,0 2-1232,62-57-3801,-27 38 3490,3-13 0,0 5 1136,3 21-1015,0 7 503,2 3-604,4 4-2715,-11 5 2681,-10-1 1402,2 7-1301,-6 8-68,-5 4 62,-5 9 12,-9-3-18,-4 4-66,-1-7 50,-3 26-40,1-13 1480,1-11 0,0 1-1525,0-3 1,1-1-11,0 3 0,1 0-6,-1 22-20,1-16 0,0 1-14,-4 13-810,-1-17 1,-2-2 787,-8 6-644,-9-18 0,-3-3 420,-9-2-1054,-13-4 1,-5-4-3583,18-8 1,1-2 4033,-6 0 1,1 0 0,-1-3 0,30 0 0</inkml:trace>
  <inkml:trace contextRef="#ctx0" brushRef="#br0" timeOffset="50866">8867 6534 7324,'-9'1'3826,"3"0"-1513,6-1 1910,0 0-3361,9-2-374,4 1-264,6-1 387,22 0-454,-14 1 39,10 1 0,2-1-101,2 0-9,13 0 1,4-1-764,-17 0 0,-1 1 710,9-2 1,2 0 47,3 1 0,0-1-14,-6 0 1,3 0-9,1 0 1,4-1 0,-1 0-8,-6 1 0,-1-1 1,2 1-523,9-2 1,1 1 0,-4-1 508,2 1 1,-2 0-12,-10 1 0,2 0 0,-1 0-800,3 1 1,-1-1 0,-1 1 785,11-1 0,2 1 10,0 0 1,5 0-1,-6 1-710,-9 0 1,-2 1 685,10-1 0,1 1 52,-8 0 0,-2 0-35,-11 0 0,0-1 214,19 0 1,2 0-224,-13 0 0,0-1 20,6-1 0,-4 0-5,10 0 1578,2-3-1450,-14 1-78,-9 1 1032,1-2-724,-28 4 566,0-1-925,-9 2 2496,-3 0-2518,-8 0 0,5 0 0,-4 0 0</inkml:trace>
  <inkml:trace contextRef="#ctx0" brushRef="#br0" timeOffset="57266">15379 8497 11726,'1'-4'5260,"1"1"-3338,-2 3-797,18-71-139,-12 36-547,4-10 1,-1-2 283,-8 11-421,-4 8-16,-2 5 554,-20-1-549,-3 12-95,-21-4-56,-2 24-45,-6 9-73,27-2 1,1 2-4,2 3 1,2 1 31,-17 27-74,15 4-10,13-2 33,16-5 11,13-6 0,14-10 34,11-10 50,6-11 84,1-14 102,-2-9 66,-5-13-39,-7-5-50,-5-4 22,-6 1-34,-6 5-67,-4 9-100,-6 9-34,-3 11 27,-4 15-32,-3 17-7,-5 20-30,2-17 0,-1 3-466,-2 5 0,0 2 463,-2 5 0,0 1-3,1 4 0,-1 0-39,1 3 0,0-1 0,0-1 0,0 0-17,0-2 1,-2-3-71,0-4 0,-2-3-168,0-8 0,-2-4-907,-16 10-1512,0-28-7115,4-28 9467,9-2 0,8-2 0,9 14 0</inkml:trace>
  <inkml:trace contextRef="#ctx0" brushRef="#br0" timeOffset="57709">15754 8458 25562,'50'-24'169,"1"0"1,1 0 0,-6 5-52,-9 10 5,7-1-22,-11 0 28,-9 2-90,-11 4 11,-7 0-173,-4 3-543,-2 0-1665,3 0 2331,5 0 0,-3 0 0,2 1 0</inkml:trace>
  <inkml:trace contextRef="#ctx0" brushRef="#br0" timeOffset="58209">17040 8429 19361,'-3'-4'2991,"0"1"-1624,3 3-673,-25-63-5,13 25-518,-4-3 0,1 2-25,6 10 50,-2 11-73,-4 10-39,-11 1 33,-23 17-49,-3 7-393,20-1 0,0 1 353,-10 11-11,3 8-1,19-4 24,5 14-46,13-14 45,29 10-22,-6-28 39,30 5 33,2-24 18,4-8 123,-24 1 0,-2-3-101,16-22-57,-13 3 91,1-11 16,-13 8 28,2-7 84,-7 6-134,-8 15-101,-5 8 17,-4 12-39,-8 35-40,1-1-8,0 0 0,0 3-374,0 28-100,3-9-949,3-17 1,1 1 1436,2 0 0,0-1 0,-1 12 0,2-1 0</inkml:trace>
  <inkml:trace contextRef="#ctx0" brushRef="#br0" timeOffset="58859">16488 7875 23052,'3'30'-649,"11"6"1,1-11 0,4-3 0</inkml:trace>
  <inkml:trace contextRef="#ctx0" brushRef="#br0" timeOffset="59059">17421 7920 22408,'-12'34'0,"0"0"0,-7 21 0</inkml:trace>
  <inkml:trace contextRef="#ctx0" brushRef="#br0" timeOffset="66958">3912 12199 21153,'-2'-52'851,"-1"1"1,0 2-1,-1 7-425,-2 10-286,-2 9 28,-8 19-118,3 11 146,-37 33-134,29-18 0,-1 3-361,-11 12 1,1 3 317,5-3 1,4 0-18,5-3 1,2 0-14,-2 14 17,14-5 27,23-17-5,-4-7 96,36-11 44,-13-20 62,18-11-101,-21-1 128,1-12 113,-10-3-163,-3-1 0,-4 1-106,-11 18 17,-3 9-68,-4 11 637,0 9-654,-3 13-10,-2 12-18,-2 8-5,0-6-61,2 10-219,4-7-1972,15 23-5489,9-9 7378,12 0 1,-13-28-1,-8-12 1</inkml:trace>
  <inkml:trace contextRef="#ctx0" brushRef="#br0" timeOffset="67158">4745 12110 24962,'35'-24'-1487,"-1"0"0,-3 2 0,-2 6 0,9 12 0,-15 3 0</inkml:trace>
  <inkml:trace contextRef="#ctx0" brushRef="#br0" timeOffset="67341">4757 12374 24805,'46'-16'-1252,"-1"0"1,0 0 0,15-5-1,-7 3 1,-5 2 0,-20 7-1</inkml:trace>
  <inkml:trace contextRef="#ctx0" brushRef="#br0" timeOffset="67951">5849 12111 20767,'10'-54'1333,"0"0"0,-1 5 0,-3 4-717,-8-4-179,-4 8-146,-6 11-83,-6 13-91,-4 9-50,-7 16-16,-6 14-29,-7 17-299,20-13 0,0 2 291,0 3 0,1 2-9,2 2 1,3 0-6,3-1 0,2 0-22,1 28 27,17-14 6,14-14 23,13-16 0,11-14 5,3-18 56,1-13 39,-5-15 326,-4-7-281,-7-3-5,-5 3-17,-6 7-17,-7 12-56,-6 12-51,-5 10-16,-4 14 11,-5 10 6,-4 16-29,-7 13-5,-3 11-654,8-23 1,1-1 553,-6 22-872,7-9 0,1 0-1431,3 3 1826,0-6 1,2-3 0,3-15 0,0-1 0</inkml:trace>
  <inkml:trace contextRef="#ctx0" brushRef="#br0" timeOffset="68358">6490 12063 18891,'-2'-3'5124,"1"1"-3745,1 2-965,34-70-95,-10 44-199,2-14 1,2 4 47,9 26-34,-2 8-16,-2 14-56,-3 13-12,-3 19-270,-15-16 1,-1 3 227,-2 5 0,-2 2-28,-2 4 1,-2 1-132,-1 2 0,-2 0-856,-2 0 0,1 0-601,-1-1 1,0-2 1607,-1 0 0,0-3 0,1 5 0,-2-11 0</inkml:trace>
  <inkml:trace contextRef="#ctx0" brushRef="#br0" timeOffset="68534">6528 12349 22895,'0'-3'2549,"-1"0"-2375,1 3-472,64-56-2311,-21 37 1758,3-12 1,-1 3 0,-13 23-1,-12 2 1</inkml:trace>
  <inkml:trace contextRef="#ctx0" brushRef="#br0" timeOffset="71109">3639 13319 23433,'6'-43'707,"0"0"1,1 1 0,-2 12-607,-4 24-73,0 3 151,0 23-39,-1 12 6,-1 29-93,-2-25 0,-2 3-275,-1 5 1,-1 1 243,-3 3 0,-2 1-446,0 0 0,-1 0 449,0-3 0,0-2 0,1-5 0,0-2 71,-6 16 223,7-23 45,6-20-174,5-20 388,6-18-483,5-15-11,8-13-39,-8 27 0,2 0-14,2-1 0,0 1 19,17-24-39,4 7 6,1 14 932,1 12-977,0 11 28,-3 14 6,-2 9-12,-3 12-16,0 19 11,-12-12-23,-3 18 6,-16-15-22,-15 10-6,-17-1-6,-2-13-148,1-14 0,-2-4-484,-12-3-228,15-9 1,0-4 921,-6-26 0,20 10 0,8-6 0</inkml:trace>
  <inkml:trace contextRef="#ctx0" brushRef="#br0" timeOffset="71375">4380 13461 27432,'40'-41'-816,"1"-1"0,4 2 0,0 10-2231,11 21-571,-23 4 0,-1 2 3618,15 4 0,-22-1 0,-14 3 0</inkml:trace>
  <inkml:trace contextRef="#ctx0" brushRef="#br0" timeOffset="71499">4492 13611 17048,'-5'3'6223,"2"0"-12318,3-3 6095,61-34 0,-46 26 0,16-9 0,0 0 0</inkml:trace>
  <inkml:trace contextRef="#ctx0" brushRef="#br0" timeOffset="71992">5755 13331 22879,'0'-4'2100,"0"1"-1069,0 3-679,2-72-49,0 40-242,-1-10 1,0 2 117,-3 18-61,-5 12-62,-10 3-17,-28 21-17,-4 9-22,-6 8 6,26-10 0,1 1-218,-14 17 212,18-15 0,2 2-5,-10 26 44,20-14-22,11-9-6,20-16-39,10-10 67,27-15 34,-3-7-154,-21 2 0,-1-2 226,15-18-44,-13 8 95,-5-2 251,-11 10-324,-4 5-84,-5 6-11,-7 10-11,-1 4-6,0 10 23,-6 22-23,0-4-11,-1-3 0,-3 3 2,-4 5 1,0-1-39,2-6 0,1 2-260,-6 15 1,1 2-2469,7-3 0,2-2 2515,0-3 1,1-2 0,2-3 0,2-5 0,1-5 0</inkml:trace>
  <inkml:trace contextRef="#ctx0" brushRef="#br0" timeOffset="72466">6338 13338 26810,'-47'-2'203,"0"0"1,2 2 0,5 8-182,-3 34-14,22-18 1,2 3 8,1 1 0,3 2-229,3 0 1,4 0 222,0 27-22,19-5 0,15-7 11,18-9-14,-16-20 0,2-4 2,2-2 1,1-2 8,-1-3 1,0-2 18,23-10 18,-13-7-17,-16-6 161,-9-22-150,-13 2-17,-4 9 0,-3-2-185,-2 0 0,-2 1 193,-2-3 1,0 2-3,-6-20 39,-3-2 232,7 14-187,1 5-40,3 4-5,5 18 417,2 5-501,4 5 34,6 4-12,8 7-5,8 8-6,4 15-22,3 12-31,-18-14 0,-1 0-171,6 23-843,-13-14 0,-5 1 1084,-9 1 0,-2-2 0,3 15 0,-12-3 0</inkml:trace>
  <inkml:trace contextRef="#ctx0" brushRef="#br0" timeOffset="73309">5859 14594 18795,'0'-8'2504,"-7"-23"0,-6-5-1788,-6 12-528,1-11 0,-4 4 92,-16 23-79,-8 17-32,-4 13-105,24-5 1,0 3-295,0 3 0,1 2 263,2 2 1,2 0-23,-9 17 3,16-14 0,3 1-3,2 4-28,7 10 34,13-23 56,10-10 633,7-9-482,4-12 23,3-10 27,2-10 1,-1-8-1,-3 0-61,-5 3-124,-9 11 63,-7 6-113,-8 12-17,-4 9 1,-7 14 5,-9 19 0,-9 14-171,9-19 0,0 1 134,-1 3 1,0 1-408,0 2 1,2 0-86,1 2 0,3 0-1443,2 1 1,4-1 1943,2-4 0,3-4 0,1 10 0,2-20 0</inkml:trace>
  <inkml:trace contextRef="#ctx0" brushRef="#br0" timeOffset="73709">6470 14589 22890,'0'-9'3304,"0"3"-2900,0 6-29,0 0-258,-82-43-66,38 49-339,-11-19 0,2 8 307,28 25 1,5 6-14,-12 14 65,16-10 1,3 1-72,2 5 23,4 12-12,17-24 28,9-12 11,9-9 506,5-11-494,-5-2 156,16-19-39,-17 6-22,9-11-11,-18 12-6,-7 8-107,-7 7 1,-2 13-6,-7 13 0,-5 16-28,-11 16-17,7-21 0,-2 1-64,-2 5 0,-1 0-568,-2 4 1,0 1-724,0 3 0,1 2 734,-2 8 0,2-3 0,-2 6 1,3-4-1</inkml:trace>
  <inkml:trace contextRef="#ctx0" brushRef="#br0" timeOffset="74116">5729 15868 7386,'0'0'0</inkml:trace>
  <inkml:trace contextRef="#ctx0" brushRef="#br0" timeOffset="74625">5431 15914 20212,'3'-10'2039,"7"-24"0,1-6-101,0 0-1840,-1 2 0,0 4 87,-4 13-124,-10 33 18,-4 16-51,-3 5-20,-4 5 1,-1 4-54,2-7 0,0 2-634,-6 17 1,-1 3-373,4-7 1,3 0 470,0 5 1,3-4-1,-2 7 1,6-9-1</inkml:trace>
  <inkml:trace contextRef="#ctx0" brushRef="#br0" timeOffset="75266">5784 15993 23814,'17'-48'879,"0"-1"1,0 5-1,-7 13-717,-13 27-122,-1 8 105,-20 19-106,-5 8-45,7-7 1,-1 2 22,-10 12-34,14-8 0,3 0-11,3 9 23,-1 14-6,20-21 5,9-9 0,11-10 1,6-9 5,-5-7-23,11-13 51,-17-2 17,7-12 0,-14 2 28,-6-5-12,-5 0 7,-2-3-35,-1 2-22,0 0 17,6 3-39,5 2 11,10 6 51,5 6-57,-5 7 28,8 6-5,-9 9-17,5 7-11,-9 12 11,-6 11 0,-5-1-17,-4 28 23,-1-16-15,-1-13 1,2-1-3,3 17 11,7-9-6,9-8 12,4-12-1,5-9 12,1-17-11,4-9-1,0-15 79,0-11 56,-5-9-270,-6-7 298,-9 0-45,-8 1-56,-16 6-11,-12 9-22,-3 13-35,-26 5 1,16 15-124,-14 4-430,17 14-1479,8 10-6861,12 14 8894,5 0 0,7-11 0,1-9 0</inkml:trace>
  <inkml:trace contextRef="#ctx0" brushRef="#br0" timeOffset="75916">5078 17017 23343,'24'-56'993,"0"0"1,-3 6-1,-4 12-769,-11 28-117,-3 7-91,-3 7 141,-4 18-90,-3 9-61,-7 22-56,-4 8-264,8-27 0,1 2-1470,-1 10 0,1 0-1139,4-13 0,0-1 2923,1 9 0,2-4 0,2-15 0,0 0 0</inkml:trace>
  <inkml:trace contextRef="#ctx0" brushRef="#br0" timeOffset="76333">5560 17042 25741,'8'-40'483,"0"-1"1,1 3-1,-5 13-410,-6 24-73,-4 10 22,-7 11-10,-4 14-7,-4 9-27,3 6-29,4-1-16,8-3-39,7-7 44,6-9 45,7-9 12,4-11 78,9-16-62,-8-3 28,12-20 28,-11 0 51,5-13 44,-7-3-89,-7 9 123,-7-17-22,-10 21-90,-5-9-34,-4 21-28,-1 8-50,3 9-67,-4 16 17,8-1-292,-4 19-593,9-5-1356,7 10-6049,12-1 7520,7-6 0,-11-15 0,-5-9 0</inkml:trace>
  <inkml:trace contextRef="#ctx0" brushRef="#br0" timeOffset="76533">6082 16984 25999,'4'-40'263,"1"-1"1,1-21 745,-5 55-1009,-2 15 0,-6 28 0,-5 16-400,5-22 0,-1 2 326,-4 10 1,-1 1-535,1-2 1,1 1-2670,1 2 0,0 3 0,1-3 1918,0-1 0,0-2 0,2 2 0,2-7 1,3-23-1</inkml:trace>
  <inkml:trace contextRef="#ctx0" brushRef="#br0" timeOffset="77058">4986 18127 22223,'0'-7'1929,"-1"-34"1,0-6-1392,-2 14-429,2-13 0,-1 4 306,-2 24-320,2 14-106,-1 8 33,-2 13 1,-5 20-40,0 1-9,1-5 1,0 2-93,-2-2 1,0 3-1330,-6 21 0,0 3-1158,3-8 1,2 0 2001,-1 3 0,3-5 1,3-1-1,6-23 0</inkml:trace>
  <inkml:trace contextRef="#ctx0" brushRef="#br0" timeOffset="77459">5438 18188 26878,'-32'-8'53,"0"0"0,-23 8-81,28 56-17,9 2-22,9-2-17,9-9 62,5-15-1,16-3 23,-7-20 73,19-2-34,-11-20 23,4-3 83,0-19 113,-1-16-163,-4 8-11,-8 3 0,-1-2 23,-4-7-49,-3 16 1,-1-1 31,-7-8-40,-5 15-44,-7 13-45,-6 11-124,-4 11-251,-1 9-661,5 8-1474,9 8-67,12-7 2616,19 9 0,-10-23 0,9 4 0</inkml:trace>
  <inkml:trace contextRef="#ctx0" brushRef="#br0" timeOffset="77825">5884 18126 25590,'2'-47'468,"1"1"1,-1 4-1,2 8-283,8 11-90,1 7-61,1 7-12,1 4-27,0 10-1,1 10 12,-3 15-23,-2 31 11,-6-13-156,-6-6 0,-3 1 151,-3-11 0,-2 0-1,-4 9 1,-2-1 5,-3 0 1,-1-2-18,-1-4 1,-1-2 13,2-5 1,0-2 14,-11 11 56,9-16 5,14-15-6,33-29-72,8-2-31,-2 2 0,5-1-619,1 2 0,4 1 140,9-3 1,4 0-1798,-12 7 1,3 0 0,-1 0 2317,-2 2 0,0-1 0,-3 2 0,5-1 0,-6 2 0,10-3 0</inkml:trace>
  <inkml:trace contextRef="#ctx0" brushRef="#br0" timeOffset="78525">9045 11929 20179,'23'-53'1558,"0"1"1,-4 7 0,-2 8-1088,-5 15-353,-7 13 179,-8 26-96,-7 14-44,-10 28-699,6-23 0,0 3 545,-1 3 0,-1 2-76,1 3 0,1 0-384,1 0 1,2 0-1466,2-1 1,3 0 1921,3 0 0,1-3 0,2 4 0,3-8 0</inkml:trace>
  <inkml:trace contextRef="#ctx0" brushRef="#br0" timeOffset="78899">9605 11994 25713,'-56'6'297,"8"12"-253,25 36-38,11-1 5,13-3 6,13-12 17,10-10 27,6-14-10,-5-8 117,11-22-40,-11-6-49,4-8 184,-3-23-89,-13 11-110,-5 11 0,-2-1 43,-2-19-18,-4 7-49,-5 10-24,-3 11-60,-5 11-40,-1 7-980,-19 17-2118,1 9 3182,5 0 0,1 0 0,-1 3 0,3 1 0</inkml:trace>
  <inkml:trace contextRef="#ctx0" brushRef="#br0" timeOffset="79666">10049 12110 16465,'-5'-11'3433,"7"-21"1,6-4-2947,1 8-593,4-15 1,3-2 603,7 4-184,9-9-56,11 4-174,-7 17 230,0 9-303,-5 15 132,-7 14-143,4 8-3267,-4 30 3261,-10-11 154,-9-4 1,-3 1-166,-10 17 22,1-17 1,-2 1-98,-5-1 0,-2-2 89,0 0 0,-3-2 23,-4 0 0,-2-3 41,-14 10-56,4-10 219,11-16 3312,12-8-3301,-1-7-6,4-4 57,1-11 49,5 6-268,0-6 37,5 11-115,7-2 11,-1 7 0,16 8 5,-9 4 12,14 15-45,-9 5-56,5 22-117,-10-3-1673,-13 12 1230,-12-20-3003,-28 8 3647,0-16 0,6-6 0,11-12 0</inkml:trace>
  <inkml:trace contextRef="#ctx0" brushRef="#br0" timeOffset="80033">9043 13540 25870,'4'-56'462,"-1"1"1,0 2 0,1 13-435,0 32-16,-1 3 21,-3 19-5,-4 28-28,-7 16-580,2-16 0,-3 3 420,-2-1 1,0 0-65,1-7 0,0 1-902,-1 8 0,2 1 1126,4-6 0,2-3 0,-4 18 0,6-10 0</inkml:trace>
  <inkml:trace contextRef="#ctx0" brushRef="#br0" timeOffset="80426">9494 13518 26676,'-51'8'162,"4"11"-145,20 23-14,11-11 0,2 1 42,3 6-51,-1 11 0,17-21 23,7-12 17,2-8 11,9-12 95,8-17-12,4-6 1,6-16 6,-11 0 5,-5-2-51,-6 0-55,-6 12 100,-4-2-83,-6 21-29,-2-1-39,-6 13-33,-6 10-101,-6 8-443,-2 9-1260,2 6-4940,6 2 6794,12-5 0,0-11 0,4-8 0</inkml:trace>
  <inkml:trace contextRef="#ctx0" brushRef="#br0" timeOffset="80809">9985 13384 22795,'1'-6'3752,"-1"0"-3102,0 6-157,0 0-454,-11-14-50,-5 36 33,-11 0-17,13 8 1,2 6-3,2-3 0,1 2 2,3-1 1,2 0-17,5 26 0,13-8 5,9-14 17,7-16 23,3-15-1,1-18 29,1-10 16,1-9 1,-2-3 10,0 2-10,-2 5-29,-4 8 1,-6 10-1,-7 17 0,-8 13-5,-13 16-22,-10 12-60,3-20 1,-2 2-496,-2 3 0,1 1-328,-1 4 1,1 1-2785,0 3 1,1 0 3099,2-4 0,2-2 0,-3 11 1,6-21-1</inkml:trace>
  <inkml:trace contextRef="#ctx0" brushRef="#br0" timeOffset="81149">8918 14816 26066,'-7'51'-42,"0"1"1,-1-1 0,-1-3-682,-2-11 1,-2-2-410,1 5 0,-1-2 0,-1 5 0,3-7 0</inkml:trace>
  <inkml:trace contextRef="#ctx0" brushRef="#br0" timeOffset="81799">9625 14901 22369,'2'-5'3349,"-1"2"-2268,-1 3-1019,4-33-23,-11 29 17,-3-24-6,-14 37-10,-6 0 4,0-2 18,1-2 22,3-3-34,5-1 18,6-3-12,5 1-34,3-1 6,2 1-11,3 1 11,0 0-28,1 0 17,-1 4-12,-2 2 1,-2 5 11,-3 5 5,-3 6-5,-4 7-17,-2 6 28,-2 4-17,1 1-17,5-2 12,5-5-17,5-7 33,9-6 1,6-6 16,20-8-17,-6-6 17,23-11 51,-13-6 28,7-10-12,-7-6 12,-7-7-34,-9-5-17,-6-4 11,-7 0 1,-3 4-18,-7 8 1,-2 10-16,-4 11-46,-1 9 0,-2 8 0,-4 8-91,-3 7-284,0 9-745,2 4-1686,8 4 1958,13 3 0,-1-16 0,5-2 0</inkml:trace>
  <inkml:trace contextRef="#ctx0" brushRef="#br0" timeOffset="82376">10232 14940 24167,'0'-5'2643,"0"1"-1332,0 4-1272,-20-55-17,3 46-22,-24-37 17,4 62 6,-18 8-7,8-2-10,-4 4-6,24-12 6,5 0-6,13-7 5,0 3-10,3-1 16,2 4-6,2-2-5,1 6 6,1-2 5,3 5-11,0 4-11,5 10-11,-3-10 5,3 10 39,-6-11-16,1 8 16,-2-8-44,-1-4 27,0-12 35,0-4 133,0-2-134,7-8-33,4-7 33,7-4-50,-3 0 11,5 4 0,-1 6 0,1 2 22,2 8-38,-5 10 4,-3 3 18,2 14-56,-6 0-74,0 13-273,-7 7-415,-13-14 0,-5-1-197,-8 16-1176,-8-11 1,-4-2 1505,8-15 1,2-3 0,-20 17 0,17-18-1</inkml:trace>
  <inkml:trace contextRef="#ctx0" brushRef="#br0" timeOffset="82766">8708 16044 24945,'3'-47'789,"0"1"1,-1 5 0,0 8-638,-2 14-24,0 11-139,-1 8 22,-2 11 12,-3 26-23,-5 13-3,4-13 0,-1 1-36,-6 19-238,4-10 0,1 0-345,0 2-2554,3 7 0,4 0 2794,7-5 0,-1 8 0,2-39 0</inkml:trace>
  <inkml:trace contextRef="#ctx0" brushRef="#br0" timeOffset="83149">9124 16183 26715,'-50'2'73,"0"24"-51,36 9 29,-3 16-62,12-12-17,8-7 33,5-8 1,7-10 22,4-9 56,2-13 101,3-10 55,-2-10-128,-3 3 258,2-21-292,-11 22 90,3-31-67,-10 24-50,0-8-23,-6 17-28,-3 9-56,-3 7-34,-3 8-44,2 3-1244,-7 18-1400,10 2-7053,0 12 8263,9-12 1,0-8-1,0-12 1</inkml:trace>
  <inkml:trace contextRef="#ctx0" brushRef="#br0" timeOffset="83549">9915 16178 24351,'0'-8'1285,"-5"-24"1,-2-4-882,-4 13-320,1-12 0,-4 5 11,-9 26-22,-10 17-29,-9 16-38,4 2 11,7 3 0,0 3-15,11-7 1,2 0-237,-9 16 0,3 1 225,8-7 1,5 0-12,2-1 1,4 0-4,4-4 1,3-1-28,13 24 15,14-13 46,8-15 11,1-15 18,-5-14 21,-6-14 1,-6-11 39,-4-7 416,-7-3-467,-6 1 15,-11 2-65,-8 7-90,-11 9-296,-10 11-751,-8 14-1793,-5 11 2930,20-2 0,3 0 0,-3 3 0,4 1 0</inkml:trace>
  <inkml:trace contextRef="#ctx0" brushRef="#br0" timeOffset="83909">8748 17281 26866,'-21'35'96,"-5"10"-164,11-10 1,0 2-1087,-3 2 1,0 1-948,1 2 1,2-1 1414,2-5 1,1-2-1,0 8 1,7-19 0</inkml:trace>
  <inkml:trace contextRef="#ctx0" brushRef="#br0" timeOffset="84325">9219 17451 22699,'0'-5'3518,"0"1"-2499,0 4-969,-65-18 12,31 35-51,-10-13 0,2 4 6,8 45-17,8 2-45,10-4 45,9-6 23,11-11-51,6-10 73,15-12-40,-6-9 6,10-12 57,-6-9 32,5-9 24,-2-8 44,-3-12-124,-9 13 52,-5-12-52,-8 21 1,-5-4-28,-3 10-39,-7 8-51,4 7-274,-4 6-785,10 4-1640,0 6 2772,16 3 0,-8-6 0,9-1 0</inkml:trace>
  <inkml:trace contextRef="#ctx0" brushRef="#br0" timeOffset="84592">9597 17503 27275,'1'-43'205,"0"0"1,1 1-1,4 12-143,7 24-45,5 3-6,-4 7 11,7 26-44,-7 26 5,1 0 14,-9-13 0,-2 2-450,-2-9 1,-1 0 323,1 12 1,-1 1-315,0 0 1,0 1-1987,-4 8 1,-1-2 2428,0-15 0,0-4 0,-6 25 0,4-42 0</inkml:trace>
  <inkml:trace contextRef="#ctx0" brushRef="#br0" timeOffset="84766">9560 17826 17008,'-2'-4'5742,"0"1"-5025,2 3-1412,48-57-263,-20 39-2745,12-16 1,3 4 2639,-1 22 0,-5 1 1,-19 4-1</inkml:trace>
  <inkml:trace contextRef="#ctx0" brushRef="#br0" timeOffset="85449">8176 18415 6803,'28'-16'-1064,"-5"5"1064,-19 13 0,0 0 2408,-1-7-632,1 0 2817,2-13-1871,-1 4-392,3-7-644,-1 6-336,0 1-751,-3 5 398,1-1-207,-2 5-22,-1 0-298,0 3-212,-8 23-135,-3 4-56,-9 26-61,-4 1-20,9-22 0,0 1-112,1 1 0,0-1-294,-5 18-2163,9-17 1,3-2 2582,1-1 0,1 3 0,3-24 0</inkml:trace>
  <inkml:trace contextRef="#ctx0" brushRef="#br0" timeOffset="85875">8795 18308 26726,'-47'7'93,"1"0"1,4 2-1,7 4-93,12 30-11,8 2-50,7-1 66,10-3-27,10-7 5,9-8 28,6-11-16,3-9 21,0-12 7,-3-9 5,-7-2 207,4-20-73,-13 10-5,0-16-11,-9 9-90,-5 8 129,-8-8-157,1 16 0,-5-6-40,4 15-94,0 5-107,2 8-448,2 7-811,5 8-1553,10 6-6251,7 2 9276,5-4 0,-6-9 0,-5-6 0</inkml:trace>
  <inkml:trace contextRef="#ctx0" brushRef="#br0" timeOffset="86359">9135 18459 20302,'0'-3'5506,"0"1"-3893,0 2-1518,-34-3-22,13 16-68,-26 7-33,24 19-16,6 5 55,8-1 190,7-7-38,7-6-174,6-7-6,7-4-67,7-4-62,6-4 124,3-5 72,4-7-274,2-9 51,-3-9 234,-8-9-44,-12 4 95,-13-16-45,-11 9-50,-1-5 5,-25-16 6,16 28 31,-2-13 0,1 0-3,10 15-17,5-32-39,11 43 11,13-7-27,-2 11 32,5 2-38,0 6-23,0 10 40,-6 2-1,2 38-72,-19 2-333,-2-18 0,-3 0-830,-6-2 1,-4-2 1240,-15 20 0,13-23 0,2-7 0</inkml:trace>
  <inkml:trace contextRef="#ctx0" brushRef="#br0" timeOffset="88316">13126 11734 20758,'14'-42'1077,"1"0"0,-2 3 0,-3 10-215,-8 24-588,-3 17 118,-5 15-280,-6 23-78,-2-4-18,1-12 1,-1 1-98,1-4 1,0 3-192,-6 18 1,0 3-729,5-8 0,1 0-907,1 7 0,2 0 1907,7-9 0,1-5 0,0 6 0,4-10 0</inkml:trace>
  <inkml:trace contextRef="#ctx0" brushRef="#br0" timeOffset="88715">13409 12090 15625,'18'-41'1679,"1"0"0,0 1 0,4-10 0,-4 6-374,3-11 117,-14 22-928,-1 8-293,-8 10-72,-8 24-62,-3 1 62,-21 32-107,13-16-5,-1 8 0,0 2-213,2 10 204,7-13 1,2 0-9,2 15-11,10-14 11,9-5 17,14-17 22,5-9 17,10-16-6,-12-5 102,4-17 60,-10 1 147,2-22-180,-11 5-50,-5-9-28,-9 13-62,-1 13 22,-5-1 157,1 22-223,-2-1-29,-2 17-95,-1 9-5,0 4-476,0 15-1642,7 11-980,8 4 3232,11 13 0,-4-33 0,2-2 0</inkml:trace>
  <inkml:trace contextRef="#ctx0" brushRef="#br0" timeOffset="89109">14149 11926 22429,'23'-58'1055,"1"-1"0,-3 7 0,-6 6-596,-17 9-193,-4 15 20,-27 10-135,-5 20-98,8-1 0,-2 3-39,2 5 0,1 3-14,0 2 0,2 2 3,4 1 0,2 2 14,-6 25-17,13-4 31,15-8-26,10-11-3326,12-13 3354,1-8 128,19-20-5,-11-5 40,13-16 23,-14-1-18,-4 0-49,-7 2-40,-4 9 3352,-7 8-3441,-4 9-12,-3 11 0,-2 12 0,-4 16-5,-3 16-17,-5 14-407,6-25 0,-1 3 202,0 3 1,1 3-564,0 4 1,0 1-2759,1 4 0,-1 1 3121,2-5 1,0-4 0,-1 15 0,2-26 0</inkml:trace>
  <inkml:trace contextRef="#ctx0" brushRef="#br0" timeOffset="89599">13112 13151 24294,'15'-56'763,"0"1"1,-3 6 0,-1 10-618,-6 23 142,-2 14-187,-3 16 7,-2 16-69,-4 18-34,0-18 1,-1 3-20,-3 3 0,0 2-408,-1 4 0,0 1-292,1 1 0,1 0-3146,2 1 1,2 0 3227,1-7 0,2-2 0,2 9 0,0-21 0</inkml:trace>
  <inkml:trace contextRef="#ctx0" brushRef="#br0" timeOffset="89832">13531 13182 25690,'12'-45'648,"-1"1"0,-1 3 0,-1 10-464,-4 20-122,-3 8-34,-2 12-22,-1 12 5,-2 1-45,-7 33-268,1-9-258,3-11 0,0 1-2868,0 24 3428,3 3 0,3-30 0,0-5 0</inkml:trace>
  <inkml:trace contextRef="#ctx0" brushRef="#br0" timeOffset="90241">13888 13153 21164,'2'-6'4773,"-1"2"-3272,-1 4-1440,15-30-22,-13 40 6,8-14-22,-20 52-1,0 7 0,2 1-33,3-4-34,10-6 1,6-11-1,9-11 28,5-11 23,2-12 16,4-11 12,-1-10-6,2-12 28,-3-10 11,-3-7 0,-5-7 23,-7 1 22,-6 3 5,-9 9-27,-7 9-29,-7 11 7,-7 8-68,-2 8-96,-5 8-396,-3 9-1485,-3 8 1977,-5 12 0,17-13 0,3 0 0</inkml:trace>
  <inkml:trace contextRef="#ctx0" brushRef="#br0" timeOffset="90642">13135 14431 26374,'-4'-37'238,"-1"0"0,-8 0-210,0 73-28,-2 11-14,2-14 0,1 2-73,0-5 0,1 2-658,-4 17 0,1 1-1499,4-8 1,2-2 1159,0 2 0,3-4 1,2-2-1,3-19 0</inkml:trace>
  <inkml:trace contextRef="#ctx0" brushRef="#br0" timeOffset="90866">13434 14434 26025,'18'-39'321,"1"0"0,-2 2 1,-5 17-104,-12 33-151,-2 14-45,0 0 23,-7 28-129,2-9-1092,1-12 1,1 1 464,-1 11-4205,3-14 1,1-1 3642,1-4 1,1 8 0,0-30 0</inkml:trace>
  <inkml:trace contextRef="#ctx0" brushRef="#br0" timeOffset="91082">13794 14369 27880,'23'8'129,"-9"18"-272,-18 5 0,-5 4-372,3 3 0,0 0-720,-1-1 1,2 1 1234,1 8 0,2-6 0,0-8 0,1 12 0</inkml:trace>
  <inkml:trace contextRef="#ctx0" brushRef="#br0" timeOffset="91616">12978 15595 26362,'12'-42'254,"1"1"0,-1 1 0,-5 16-232,-8 29 51,-12 33-56,-5 8-34,3-9 0,-2 3-589,1-1 0,1 0-114,0 1 0,2 0-1999,4 2 0,2 0 2387,4-6 1,1-3 0,2 10 0,3-20 0</inkml:trace>
  <inkml:trace contextRef="#ctx0" brushRef="#br0" timeOffset="91859">13425 15732 24144,'0'-5'2801,"0"0"-2112,0 5-667,-15-12-28,9 31-89,-12 0-381,11 39-123,4-26 0,-1 0-1528,0 2 1,1 0-3145,-3 19 4506,1 1 1,2-34 0,1 0 0</inkml:trace>
  <inkml:trace contextRef="#ctx0" brushRef="#br0" timeOffset="92226">13690 15798 19764,'0'-6'5287,"0"1"-4552,0 5-310,11-66-128,2 39-219,-2-13 1,5 2 5,18 19-39,-3 6-20,1 7 0,3 2 3,15 1-28,-12 3 0,-1 3 0,7 4 28,-1 25-1730,-43 3 1,-8 3 1695,7 16-14,-23-7 1,-9-4-217,6-20 1,-1-3 232,-7 6 0,-2 0 14,4-4 0,2-1-8,-19 15 3,18-7 5,17-7-16,18-4 3170,20-7-3193,26-3-79,-12-4 1,3-1-487,10-1 1,1 0-447,8 2 0,0-1-3378,2 0 1,0 1 4416,-9 0 0,-4 0 0,12 0 0,-30 0 0</inkml:trace>
  <inkml:trace contextRef="#ctx0" brushRef="#br0" timeOffset="92616">12590 16965 20974,'3'-9'4161,"-2"2"-3674,7-27 1,0-4 84,-3 12-399,4-14 1,-1 4-12,-6 28-78,-2 14-11,-2 13-51,-4 17-10,-6 18-24,4-21 1,-1 1-118,-2 5 1,1 1-1007,0 2 1,1 0-1208,1 1 1,2 0 2341,1-6 0,2-3 0,0 9 0,3-21 0</inkml:trace>
  <inkml:trace contextRef="#ctx0" brushRef="#br0" timeOffset="92866">13098 17001 22117,'0'-4'3669,"0"0"-2493,0 4-1115,-2-3-50,-3 36-39,1-16-336,-3 45-1327,5-18-6994,6 10 8685,2-10 0,0-18 0,-1-12 0</inkml:trace>
  <inkml:trace contextRef="#ctx0" brushRef="#br0" timeOffset="93409">13450 17079 18397,'-6'-9'5271,"1"1"-4408,5 8 386,0 0-1019,8-55-40,7 30-109,-3-10 0,2 1 71,18 9 21,8-3-134,-14 10 17,9-1 23,-15 11-51,7 2 17,3 8-45,-10 2 16,5 12 35,-13 6-34,0 11-1,-6 18-10,-4-15-45,-12 23 16,-2-27 18,-6 6 16,-2-8 0,1-10 17,-7 3 6,6-12-1,-1-5 1,12-8 33,1-6 6,5-5-11,5-8-6,5 2-12,7 0-27,1 9 0,6 5-23,-3 3 6,5 6-11,4 13 22,-4 8-27,-2 4-1,-5 8 6,-10-3-437,-9 18-924,-17-8-2852,-22 3 3755,-4-18 1,14-12-1,12-7 1</inkml:trace>
  <inkml:trace contextRef="#ctx0" brushRef="#br0" timeOffset="93782">12691 18168 21982,'0'-6'3361,"0"0"-2342,0 6-526,0 0-426,-3-10-33,-1 22-62,-13 33-53,9-14 0,0 3-687,-4 15 0,0 0-912,3-8 0,1-3-3860,-2 20 5540,5-5 0,4-42 0,1-2 0</inkml:trace>
  <inkml:trace contextRef="#ctx0" brushRef="#br0" timeOffset="94009">13061 18099 26374,'7'40'5,"-5"4"-117,-12 0-2291,-4 16-5601,9-25 8004,1 8 0,5-26 0,2-9 0</inkml:trace>
  <inkml:trace contextRef="#ctx0" brushRef="#br0" timeOffset="94409">13415 18031 20442,'1'-4'5002,"0"0"-3176,-1 4-1787,2-24 34,-5 35-57,-1-10 7,-8 45-18,2-5-30,4-9 0,2 0 47,0 8-33,7 14-22,10-27-23,9-12 56,6-13 72,3-11-44,5-10 6,-6-1 173,14-19 17,-15 13 28,10-12-67,-16 17-101,-7 7-28,-8 10-11,-6 16-6,-5 3 62,-11 36-107,-1-5-175,3-10 0,2 1 94,3-3 1,1-1-449,3 1 0,1 1-2115,4 1 1,3-1 2649,4 24 0,0-23 0,-3-16 0</inkml:trace>
  <inkml:trace contextRef="#ctx0" brushRef="#br0" timeOffset="95125">17103 11326 20795,'0'-11'2237,"-3"-24"1,-1-4-1398,-1 11-577,0-9 1,0 2-40,1 21-151,-1 15-6,1 17-17,-4 17-22,-2 20-45,3-20 1,0 0-560,0 5 1,1 0-44,0 2 1,1 0-1889,1 1 0,2-1 2507,2-5 0,0-4 0,1 10 0,1-20 0</inkml:trace>
  <inkml:trace contextRef="#ctx0" brushRef="#br0" timeOffset="95358">17535 11268 26194,'3'-40'400,"0"0"1,2-18-367,-10 75-23,0 15-28,-4 19-76,3-19 1,0 1-567,0 4 0,1 1-635,-1 3 0,2 0 883,2 5 1,0-2-1,1 5 1,2-6-1</inkml:trace>
  <inkml:trace contextRef="#ctx0" brushRef="#br0" timeOffset="95942">18323 11312 24295,'13'-49'545,"1"0"1,-3 6-1,-1 9-254,-7 22-89,-1 6-112,-7 5-57,-7 5 18,-13 3-18,-14 8-10,-10 3-7,-8 1-318,2-2 330,7-1 11,13-3 45,8 3-39,14-5 33,1 4 29,7-2-6,1 3 302,1 3-274,2 10-118,0-8 67,1 13-5,-1-9 5,-1 7 12,-4 0-51,-1-3 17,-1-4-5,0-4-18,2-6 46,2-6 105,2-5-16,1-5-89,4-5-29,3-7-16,7-4-17,7-3-1,9-1 12,12 4-22,-6 6-12,-2 7 12,-8 14-6,-8 8 0,0 14-11,-7 10-12,-12 18 7,-5-19-102,-15 18-324,-6-24-622,-11 7-1418,-7-6 2482,-7-11 0,24-12 0,2-8 0</inkml:trace>
  <inkml:trace contextRef="#ctx0" brushRef="#br0" timeOffset="96315">16840 12833 25519,'14'-56'461,"-1"0"0,0 2 1,3 11-30,4 24-359,-2 6-13,-2 17-10,-7 17-11,-3 5-34,-1 24-64,-5-16 1,-1 1-298,-1 3 1,-1 0-1267,0 9 1,-1 0 1621,1-5 0,-1-4 0,0 6 0,3-8 0</inkml:trace>
  <inkml:trace contextRef="#ctx0" brushRef="#br0" timeOffset="96542">17281 12669 22398,'32'18'112,"-9"6"694,-21 14 1,-6 6-995,2-6 0,0-1-310,1 22-765,1-23 0,0 0 1263,1 20 0,0-16 0,0-8 0</inkml:trace>
  <inkml:trace contextRef="#ctx0" brushRef="#br0" timeOffset="97008">18182 12619 21629,'2'-3'4190,"-1"0"-3294,-1 3-700,-29 15-50,4 15-93,0-6 0,0 4-357,6 5 0,3 2 323,0 2 1,2 1-9,3 0 0,3 1-6,1-1 1,5-1-12,3-1 1,5-2-52,14 25 29,12-12 17,-2-18-12,-1-11 12,11-13 33,-11-12 34,14-10 531,-23-9-509,-9-3-44,-11 5 225,-17-1-220,-27 4-45,5 5-36,1 9 0,-1 3-227,-7 11-1209,-14 9-6241,26 14 7462,15 1 0,11-9 1,6-9-1</inkml:trace>
  <inkml:trace contextRef="#ctx0" brushRef="#br0" timeOffset="97342">17155 13929 26071,'-5'5'269,"-4"17"-322,4 11 0,0 6-731,-1 0 1,0 2-1136,1-1 1,1 0 1373,1-5 0,0-3 1,1 9-1,2-21 0</inkml:trace>
  <inkml:trace contextRef="#ctx0" brushRef="#br0" timeOffset="97575">17572 13942 23707,'1'-8'3137,"0"1"-2678,-1 7-235,13-61-112,-10 47-28,11-36-22,-12 75-12,-1 16-39,-1 18-19,-2-25 0,0 1-124,-2 5 0,1 0-621,-2 3 0,1 0-1073,0 0 0,1 0 1256,1-7 0,0-2 1,1 9-1,1-21 1</inkml:trace>
  <inkml:trace contextRef="#ctx0" brushRef="#br0" timeOffset="97875">18027 13914 23063,'-3'-4'3311,"2"1"-2561,1 3-515,30-66-67,-4 41-112,1-13 0,2 3 34,16 25-29,-2 9-27,-6 12 11,-8 13-23,-7 17-5,-8 15-3,-8-22 0,-1 1-23,-2 4 1,0 0-388,0 3 0,0-1-22,-2 2 1,1-1-785,-1-1 1,0-2-3064,-3-3 0,-1-2 4265,-3 18 0,0-24 0,1-14 0</inkml:trace>
  <inkml:trace contextRef="#ctx0" brushRef="#br0" timeOffset="98042">18094 14164 21153,'0'-6'4274,"0"1"-4162,28-23 0,12-4-1044,4 10 876,5-13 0,4 3-1734,-15 24 0,-2 6 1790,17-3 0,-8 4 0,-29 1 0</inkml:trace>
  <inkml:trace contextRef="#ctx0" brushRef="#br0" timeOffset="98392">17033 15239 23131,'12'-51'1163,"1"0"0,-2 2 0,-2 10-788,-7 26-218,-2 3-84,-5 20 39,-9 26-112,-2 11 22,-2 8-325,9-24 1,2 0-118,0 23-351,3-21 1,2 2-4146,5 4 1,1-1 2975,1 8 0,5-6 0,-8-34 0</inkml:trace>
  <inkml:trace contextRef="#ctx0" brushRef="#br0" timeOffset="98609">17292 15182 25998,'11'-43'532,"1"0"0,-3 2 0,0 15-464,-6 26-52,-1 7 7,0 16 10,3 9-1771,-2 0 0,-1 2 1582,1 16-1067,-1-2 1,0 2-3253,1 10 4475,-1-20 0,1-1 0,1-2 0,-1-16 0</inkml:trace>
  <inkml:trace contextRef="#ctx0" brushRef="#br0" timeOffset="99108">17746 15236 27057,'19'-46'319,"-13"33"-269,-17 51-44,-3 9 22,-1 12-45,11-20 6,7 15-11,12-20 5,11-6 11,-1-11-27,10-3 38,-4-11-5,16-10 6,-13-6 11,-4-13-17,-19 6 0,-7-9 28,-12 3-23,-4-12 1,-14-15 5,8 16-3,2 3 1,2 1 2,3 4 11,-7-25 23,14 15-28,2 9 56,11-8-28,2 24-29,5-2 7,7 10-12,-7 10 6,8 9-6,-6 15-28,-4 16-5,-3-3-62,-7-11 0,-2 3-754,-3 7 1,-2 1-2722,0 4 1,-1 1 3558,-2 4 0,0-4 0,-2 4 0,3-22 0</inkml:trace>
  <inkml:trace contextRef="#ctx0" brushRef="#br0" timeOffset="99449">16964 16264 25780,'4'-44'379,"1"-1"0,-1 1 0,-1 19-273,-3 29-22,-5 17 6,-5 21-1,-8 18-659,7-23 1,-1 1 493,-1 2 1,1 0-432,0 1 1,1-1-1532,3-2 0,2-2 2038,1 21 0,4-23 0,3-17 0</inkml:trace>
  <inkml:trace contextRef="#ctx0" brushRef="#br0" timeOffset="99692">17408 16244 27589,'2'-7'45,"-3"14"-253,-5 45-766,-2 8-1782,1 3 2756,5-30 0,0-2 0,0 4 0,2-7 0</inkml:trace>
  <inkml:trace contextRef="#ctx0" brushRef="#br0" timeOffset="100115">18009 16309 25444,'2'-55'517,"0"0"0,-1 6 0,-5 10-310,-12 21-111,-10 13-46,-8 17-11,-9 12-5,-3 14-29,24-15 1,1 1-28,-15 26 16,15-11-16,10 16-6,16-25 44,7 9-16,12-24 6,-1-8 33,21-16 12,-10-8 72,17-14 50,-11-5 46,-5-1-6,-4 3-29,-6 6-10,-7 9-79,-7 9-71,-6 8-24,-4 11 0,-3 12 0,-4 15 0,-5 17-82,4-20 0,-1 1-606,0 4 1,1 2-492,0 4 0,0 2 735,0 7 1,1-2 0,0 7-1,-1-4 1</inkml:trace>
  <inkml:trace contextRef="#ctx0" brushRef="#br0" timeOffset="100949">16646 17303 18633,'3'-6'2884,"0"1"570,-3 5-3298,15-21 259,-8 15-315,12-13 146,-13 22-162,-1 1 530,-2 0-541,-2 0 17,0-2-34,-1 0 33,0 0-16,0 0-34,-1 0 12,0-1-1,-1 0-27,-1 1-23,-1-1-12,1 1 35,-1-1-6,3 1 184,0-1-106,2-6-16,2-4-34,3-9-23,4-3-44,5-4 22,6 2 28,5 3 16,3 7-21,3 8-79,-3 14 45,-4 11 33,-6 17-33,-9 12 0,-14 9-23,-17 3-358,4-32 0,-5 0 392,-3-1 0,-3-1-17,-4-2 1,0-1 13,-1-1 0,0-1-60,3-5 0,0-1 74,-15 4 23,16-13-23,17-17 34,16-10 5,11-12 780,14-4-718,6 3-56,3 7-50,0 11 135,0 9-152,-1 12-17,5 7-90,2 12-447,6 7-505,-22-15 0,1 1-1174,2 0 1,1-2 2243,-2-2 0,-2-2 0,9 4 0,-15-9 0</inkml:trace>
  <inkml:trace contextRef="#ctx0" brushRef="#br0" timeOffset="101399">17439 17358 23394,'-3'-5'3120,"0"1"-2213,3 4-834,12-60-45,11 43-12,-6-16 1,4 4 17,25 25-23,-1 1-5,-13 5-6,1 9 5,-20 4 1,-2 12-23,-22 3 6,-14 6-34,-19 1 34,17-18 0,0 0 16,-2-1 1,0-1 11,-23 13 16,9-8-27,12-9-29,12-8 57,9-5 16,6-2 1,3-4 16,0-1-17,2-2-38,7 1-24,-1 4 7,12 1-23,5 3-34,13 2-78,11 5-151,-15-1 0,0 1-56,14 3-197,-14-3 1,-1-1-1221,13-3-2034,13 0 3798,-23-5 0,-1-2 0,3 2 0,-1-4 0</inkml:trace>
  <inkml:trace contextRef="#ctx0" brushRef="#br0" timeOffset="101749">18219 17314 16056,'0'-4'6677,"0"0"-5131,0 4-566,-6-61 51,4 31-768,-1-6 0,0 2-61,3 16 89,0 11-118,-1 7-55,-7 8-56,-7 9-34,-10 14-6,-4 10-33,1 5-6,6 0 23,9-6 38,15-3-55,12-14 28,5-6-6,14-12-28,0-9-5,11-7 56,-2-7 89,-1-14-78,-17 7 33,-5-14-5,-16 9-51,-8-5-55,-11 3-135,-5 12-717,-8 8-56,8 10-4431,-10 9 4524,7 1 0,4 1 0,8-4 0</inkml:trace>
  <inkml:trace contextRef="#ctx0" brushRef="#br0" timeOffset="102582">16625 18172 25461,'14'-61'997,"0"13"-869,-3 53 29,1 3-106,-1 1 49,5 5-55,-6-7 0,4 4-45,-8-5 39,-3-1-5,-2-3 50,-5 2-11,-9 0-12,-6 0-27,-8-2-17,7 0 16,-3-2 29,5-4-12,1 0-5,4-5 28,9-1 5,5-4-78,3 1 79,14-10-35,1 10-49,11-6 22,-3 12-23,1 5-22,-3 11 45,-1 7 5,-2 13 6,-3 8-56,-5 7 17,-7 0 17,-13-2-18,-4-12-66,-30 13 22,-1-14-218,11-8 1,-3 0 262,-23 6 28,6-11 5,16-8 1,7-11 5,16-5 0,4-10-39,12-2 44,12-4 12,12 4-79,11 3 51,9 8 0,8 3 229,3 4-504,2 5-823,-2 5-1562,0 3 2643,-27-5 0,-3 1 0,5 0 0,-3-3 0</inkml:trace>
  <inkml:trace contextRef="#ctx0" brushRef="#br0" timeOffset="102832">17365 18087 26609,'11'-42'492,"1"0"1,-2 4 0,-2 8-336,-4 22-90,-2 8-61,1 9-1,1 12-10,1 12-12,-2 12-89,-1 8-174,-2 3-286,-1 0-252,0-6-190,-2-9-347,-1-11 436,-1-13 919,-1-12 0,4-5 0,-1-2 0</inkml:trace>
  <inkml:trace contextRef="#ctx0" brushRef="#br0" timeOffset="103476">17220 18075 25506,'-22'-8'576,"4"2"-430,18 6 431,0 0-247,8-8-195,2-2 5,10-10 0,4-2-101,-2 3 84,19-6-67,-10 12-34,12 0 18,-13 10-12,-7 14-6,-8 11 17,-7 18-39,-13 14-302,-2-22 0,-4 0 302,-3 3 0,-4 0 0,-2-1 0,-1-1-159,-3 0 1,0-2 158,2-3 0,0-3 5,-16 17 79,12-16 40,12-13-63,10-12-55,13-9 593,9-8-560,14-4-11,10-4-11,8 0-39,6 0-124,1 0-176,-27 12 1,1 1-572,-1 0 0,1 0-1264,1 1 0,1 0 1529,23-6 1,-20 6 0,-16 5 0</inkml:trace>
  <inkml:trace contextRef="#ctx0" brushRef="#br0" timeOffset="103666">17993 17969 23741,'0'-3'3786,"-1"1"-2688,1 2-1052,6-1-46,-2 30 0,4 12 0,-6-3 0,-1 3-443,0 1 1,0 2-771,-1 1 1,2 1 558,0 4 0,0-3 1,0 4-1,0-5 1</inkml:trace>
  <inkml:trace contextRef="#ctx0" brushRef="#br0" timeOffset="104908">20926 11012 23702,'1'15'750,"-1"-4"-498,-7 4-28,-3-5-17,-15 6-67,-1-4-10,-12-3-57,12-5 134,-6-7 39,13-6 40,0-8 83,9-18-189,10-3-102,5-2 45,14 1-39,2 14 0,12-1-56,-3 12 0,2 11-22,-13 9 11,5 16-6,-5 9-1724,-6 0 0,-2 1 1702,3 16 11,-7-11 0,-5 3-249,-11-4 1,-4-1 259,-6 25-83,-6-19 1,-6-2 85,-2-8 0,-3-3-14,2-2 0,-1-1 0,-4-1 0,2-4 51,-7-4-18,17-14 62,9-12 29,13-7-40,7-8-6,10-2 0,20-1-61,-6 11 454,20 2-511,-7 13 9,-6 3 1,2 2-183,25 6-583,-23-1 1,-2 1 27,9 6-3670,9 5 4438,-17-7 0,-7-3 0,-11-4 0</inkml:trace>
  <inkml:trace contextRef="#ctx0" brushRef="#br0" timeOffset="105483">21385 11100 20554,'-1'-2'3618,"0"-1"-1680,1 3-1781,8-10-84,-4 11 106,8 1-67,-9 10 6,0 6-6,-4-5 17,-1-4 27,-2-3-27,-2-4-45,-1-7-22,-1-3 5,2-8 6,1-4 0,5-5-6,6-6-17,8-5-27,12-3-18,9 1 6,5 7-5,-1 10-6,-8 11 11,10 10 0,-15 14-5,5 2-12,-6 36-10,-15-5 10,2 13-3,-15-20 1,-4 0-9,-15 17-340,4-17 0,-4 0 345,-2-10 1,-2-3 16,0-3 1,-1-2 22,-23 12-5,9-14 5,12-13 5,12-14 7,10-10-12,13-10 675,11-4-697,12 1-12,11 4-33,7 7-118,5 7-263,2 7-526,0 6-1188,0 4-5708,-2 3 7691,-8-2 0,-17-2 0,-12-3 0</inkml:trace>
  <inkml:trace contextRef="#ctx0" brushRef="#br0" timeOffset="105899">22120 11033 26922,'-20'-35'179,"0"-1"0,1 4 1,9 6-79,21 13-23,7-5-50,9-7-5,12-9-7,-14 14 1,2 1-12,2 0 1,4 0 0,7 2 0,1 1-296,17-2 293,-20 11 0,-1 3-3,5 9 0,3 13-17,-16 17-11,-17 22-136,-15-22 1,-5 2 165,-7 3 1,-4 0-470,-7 3 1,-4-1 469,-3-1 0,0-1-12,0-2 1,0-1-48,5-4 0,2-3 79,-11 18-12,17-18 17,18-16 276,23-13-292,26-12-15,-9 3 0,3-2-32,11-1 1,2-2-334,-14 5 0,2 0 0,0 0-2899,3 0 0,0 0 0,-1 0 3267,16-1 0,-5 0 0,-17 3 0,-5 1 0,4 0 0</inkml:trace>
  <inkml:trace contextRef="#ctx0" brushRef="#br0" timeOffset="107741">3592 14586 21849,'5'-38'515,"0"1"1,1-19 872,-9 67-1282,-4 14-16,-2 17-34,-2 14-74,5-23 0,0 2 21,1 1 0,0 1-3,0 0 0,0 0 8,1-2 0,1 0 20,-1 29-11,2-12 388,0-12-276,0-15 16,0-12 1136,1-10-1091,0-11-56,0-6-27,0-11-23,5-7-62,0 3 23,16-19-17,0 15 434,5-5-490,12 10 28,-7 19-11,16 3 5,-16 11 1,12 22 10,-18 0 12,10 14-39,-14-4 5,-5-2-5,-8-1-51,-13-2 11,-15-2-44,-19-4-169,-16-4 26,24-14 0,-1-2-163,-1-1 1,0-2-1309,-27-6 1720,11-16 0,24 9 0,9-8 0</inkml:trace>
  <inkml:trace contextRef="#ctx0" brushRef="#br0" timeOffset="107992">4388 14758 26654,'39'-41'-129,"1"-1"0,-1 3 0,1 8-725,-6 20 0,1 6-4062,-2-1 1,-2 2 4762,13 0 0,-19 3 0,-16 1 0</inkml:trace>
  <inkml:trace contextRef="#ctx0" brushRef="#br0" timeOffset="108559">3845 14675 14230,'3'-5'7853,"-1"2"-7203,8-24 0,1-7 352,-6 6-624,7-10 0,-3 2 143,-13 14-213,-6 7-145,-9 8-74,-12 13-33,-10 13-31,15-3 1,0 4-101,-4 4 0,1 3 100,-1 3 1,0 3-305,3 2 1,1 0 283,4 0 1,2 1 2,5-3 1,2 0-103,0 26 89,17-7-40,15-6-84,19-9 28,0-13-207,3-12 0,5-4-964,5-6 1,1-3-105,-6 3 0,-1-3-8,2-2 1,-6-4 1383,-11-6 0,-15 6 0,-1 0 0</inkml:trace>
  <inkml:trace contextRef="#ctx0" brushRef="#br0" timeOffset="108825">3829 14567 25791,'-54'19'235,"0"-1"0,2 3 1,6 4-192,20 3 1,4 4-1539,-3 1 0,2 1 1502,5-8 1,2 2 352,0 10 1,5 0-390,8 10-5,5 8-127,16-28 0,7-5-372,25 5-52,-9-9 1,2-3 129,-11-7 1,1-2 453,28-2 0,-4-1 0,-17-2 0,-4-1 0,1-1 0</inkml:trace>
  <inkml:trace contextRef="#ctx0" brushRef="#br0" timeOffset="109242">4400 14970 21825,'-4'0'2818,"1"1"-1530,3-1-1299,43-4-538,1-4-1135,0 1 1,3 0 1102,-11-1 0,-2 0 0,13-1 0,-20 3 0</inkml:trace>
  <inkml:trace contextRef="#ctx0" brushRef="#br0" timeOffset="109992">3734 16244 17781,'0'-4'5971,"0"0"-5237,0 4-185,-9-66-140,-2 40-317,4-11 1,-4 3 248,-20 20-262,2 13 10,-18 11-33,-4 18-577,22-6 1,0 3 531,-3 6 0,1 0-11,6-5 0,0 1-3,-7 15 1,4-1-21,4-1 134,7-4 1,5-2-73,18-10-27,11 0-1,7-20 19,5-11 1,2-7-11,-4-2 0,1-3-373,13-9 1,1-4 391,-5 0 1,-2-2 16,-3-1 0,-2 0 350,-7 9 1,-3-2-315,2-14 1,-4 0 25,0-18-234,-7 19 0,-2-1 306,-2-12 23,-4 17-168,-2 18-1,-1 13-27,-1 10 796,-3 21-824,0 12-34,-4 23 31,6-28 0,0 1-42,1 1 0,0 1-188,3 1 1,3 0-602,1-1 0,3 0-923,5 0 1,1-2 1361,17 22 1,-10-22 0,-8-15 0</inkml:trace>
  <inkml:trace contextRef="#ctx0" brushRef="#br0" timeOffset="110182">4314 16113 17717,'44'-29'-1019,"1"1"1,-15 2 0,-3 8 0,-2 15-1</inkml:trace>
  <inkml:trace contextRef="#ctx0" brushRef="#br0" timeOffset="110349">4254 16449 22604,'42'-29'0,"-1"1"0,-7 5 0,-1 0 0</inkml:trace>
  <inkml:trace contextRef="#ctx0" brushRef="#br0" timeOffset="110975">3543 17224 22246,'-1'-4'3635,"-1"2"-2381,2 2-1243,-15-37-5,8 42 16,-13-22 1,13 51-46,3 3 23,1-1-11,10-8 6,6-8 16,11-10-6,8-10 23,3-11 12,0-10 38,-6-8 79,-7-4-6,-10-1 34,-11 0-28,-10 0-73,-11 3-17,-7 7-39,-5 10-11,0 9-12,-2 14-5,1 11 0,6 4-14,7 3 0,0 4 3,-4 17-172,7-11 0,3 1 138,2 23-67,13-3-246,17-6-555,21-7-104,-10-24 1,5-4-3900,8-2 1,2-3 4847,0-3 1,-2-2 0,15-1 0,-23-4 0</inkml:trace>
  <inkml:trace contextRef="#ctx0" brushRef="#br0" timeOffset="111175">4312 17156 24363,'-52'-4'886,"0"0"1,6 1 0,6 0-646,3-4-191,18 2-167,15-1-410,20-2-907,22-2-53,-8 4 1,3 0-2976,7 2 1,1 0 3782,-3 1 1,-2 1-1,12 0 1,-23 2 0</inkml:trace>
  <inkml:trace contextRef="#ctx0" brushRef="#br0" timeOffset="111342">4275 17382 21405,'-7'3'4957,"1"-1"-4357,6-2-360,0 0-447,-14-5-577,40-4-2084,1-3 2868,9 6 0,2 1 0,5 0 0,-6 2 0</inkml:trace>
  <inkml:trace contextRef="#ctx0" brushRef="#br0" timeOffset="112599">3943 17997 25970,'-44'-13'5,"0"0"1,-2 16 0,8 13-20,23 13 0,6 7-2137,-9 17 1,0 1 2127,6-14 1,-1 1-16,0 2 1,-1 4 0,2-6-11,2-7 1,1 0-123,-1 9 0,-1 4 0,3-5-181,1 18-912,3-18 0,0-1-1846,2 16 343,-2-5 940,-2-15-5235,-11-11 6848,-2-24 213,-13-13 1882,-1-22-174,13 7 0,2-3 2444,-13-19-1492,14 10 0,2 1-542,3-7-1071,5-13-145,18 20-627,9-1-157,13 1-51,11 1-92,-18 18 0,1 1-462,4 0 1,1 0-441,2 1 1,2 0-2222,0 2 0,1 0 2798,-5 3 0,-3 2 0,9-1 0,-20 5 0</inkml:trace>
  <inkml:trace contextRef="#ctx0" brushRef="#br0" timeOffset="112875">4055 18237 13821,'6'-7'7114,"0"1"-5624,-6 6 252,0 0-1670,20-31-55,-8 19-168,23-24-829,-7 26-1641,10-1-4991,6 1 7612,-6 2 0,-13 4 0,-13 2 0</inkml:trace>
  <inkml:trace contextRef="#ctx0" brushRef="#br0" timeOffset="115282">4210 18255 7128,'-6'2'3814,"1"1"3148,5-3-6346,-31 11-133,20-6-114,-23 8-33,29-9-44,0-2-40,2 0-12,-1 0-144,2-1 139,0 2-151,1-2 56,0 1 16,4-1-32,2 0-40,7-1-62,4-1-44,5 0-57,5-2 18,-4 0-236,19-4-45,-8 0-212,14-6-796,-8-1-3293,-4-1 4643,-10 2 0,-10 6 0,-8 3 0</inkml:trace>
  <inkml:trace contextRef="#ctx0" brushRef="#br0" timeOffset="117141">7998 12050 23668,'-3'-43'440,"1"0"1,-4 3 0,-5 11-357,-2 25 39,-19 6 11,-7 20-43,-4 7-69,-2 6 9,19-10 0,3 2-15,-2 9-21,-3 13 22,24-17 27,15-11 1,4-9 190,29-10-22,-7-13 39,20-9 51,-11-12-1187,-6-7 1018,-11 7 124,-3-8 61,-11 5-140,-3 5-84,-4 6-67,-7 17-22,-1 18 1180,-1 4-1163,-3 28-26,1-8 0,-2 2 6,0 3 0,0 1-374,-1 10 1,-1 0 370,1-8 0,1-1-14,-1 1 0,2-2-3,0-8 0,0 1-126,-3 13 1,-1-1-468,-9 11 344,5-21 0,-2-2-412,-12-5-319,2-22-723,6-25-1993,8-22 3713,8 7 0,3-1 0,-1-6 0,4-1 0</inkml:trace>
  <inkml:trace contextRef="#ctx0" brushRef="#br0" timeOffset="117359">8311 11958 17798,'2'3'5333,"-1"-1"-2841,-1-2-2486,18-2-388,13-5-1197,22-2-622,-20 4 0,1-1 1964,5 2 0,-2 1 0,7-1 0,-4 2 0</inkml:trace>
  <inkml:trace contextRef="#ctx0" brushRef="#br0" timeOffset="117533">8302 12290 20632,'-7'3'4442,"2"-1"-4196,5-2-207,0 0-683,70-24-2414,-10 7 2932,-6 0 0,-1 1 0,-4 3 1,-22 7-1</inkml:trace>
  <inkml:trace contextRef="#ctx0" brushRef="#br0" timeOffset="118182">7887 13651 24850,'0'-56'590,"-1"-1"0,1 7 0,2 7-332,2 13-174,1 13 16,0 8-55,-4 14 6,1 10 16,-6 20-17,-6 17-25,2-19 1,-2 2-346,-3 4 1,-2 1 333,-1 2 0,-1 1-12,0 0 1,1-1 11,1-2 0,1-1-11,2-4 0,2-3 3,-4 15 55,7-19 146,4-16 17,4-14-140,4-11-5,6-12 683,2-1-717,16-26-17,-2 10-26,-7 13 1,1-1 20,15-12-7,-1 11-10,-3 13 28,-3 11-34,-5 15-34,-3 11 23,-3 11-6,-4 7-22,-2 0-146,-1-1-593,0-6-1390,2-4 2168,3-7 0,-7-8 0,0-6 0</inkml:trace>
  <inkml:trace contextRef="#ctx0" brushRef="#br0" timeOffset="118375">8235 13732 20358,'-2'-3'4912,"0"1"-4156,2 2-1209,44-54-1172,-8 37-627,1-12 1,3 2 1327,9 24 1,-17 1 0,-16 2-1</inkml:trace>
  <inkml:trace contextRef="#ctx0" brushRef="#br0" timeOffset="118549">8388 13848 20526,'-3'2'5052,"0"0"-4592,3-2-1139,28-18-1684,4 8 2363,2-2 0,-1 2 0,0 3 0,-1 4 0</inkml:trace>
  <inkml:trace contextRef="#ctx0" brushRef="#br0" timeOffset="119009">7707 14991 25752,'3'-49'427,"0"-1"1,0 7-1,0 10-343,-1 24-67,0 10 22,-2 11-27,0 11 16,-6 28-40,1-12-128,-2 1 0,-2 0-229,0-3-589,2-2 0,2 0-6144,1 9 7102,5 1 0,-1-19 0,3-13 0</inkml:trace>
  <inkml:trace contextRef="#ctx0" brushRef="#br0" timeOffset="119366">8016 14765 19507,'0'-5'5444,"0"1"-4973,0 4-438,-39 16-38,26 1-1,-27 9 6,38-1-17,10-8 45,3-2-5,10-5 89,1-11-23,-4-3 146,4-10 314,-4-9-196,-3-3-62,-3-7-56,-9 6-145,-2 6 56,-4-2-57,-2 6-94,-2 5-85,0 3-240,1 12-550,0 8 80,0 2-5675,2 19 6475,5-11 0,-1 3 0,2-15 0</inkml:trace>
  <inkml:trace contextRef="#ctx0" brushRef="#br0" timeOffset="119566">8170 14950 22179,'-6'0'3629,"2"0"-3035,4 0-1238,54-41-863,-14 28-423,2-9 1,1 2-7902,7 19 7891,-17 1 1,-15 0 0,-14 1 0</inkml:trace>
  <inkml:trace contextRef="#ctx0" brushRef="#br0" timeOffset="119716">8157 15157 25343,'46'-23'-1216,"0"1"1,-1 1-1,-7 4 1,-19 13-1,-2 1 1</inkml:trace>
  <inkml:trace contextRef="#ctx0" brushRef="#br0" timeOffset="120665">7683 16139 26284,'0'-16'162,"2"14"-128,2 38 28,5 9-4297,2 7 4241,-2-9 362,-5-11 0,-1 2-452,-3 12-65,-4-14 1,-3 0-641,-17 14-858,-15-9-2268,-6-9 3915,4-12 0,17-8 0,12-7 0</inkml:trace>
  <inkml:trace contextRef="#ctx0" brushRef="#br0" timeOffset="120882">7688 15842 26900,'-3'-8'-561,"5"11"1,2 10 0,2 2 0</inkml:trace>
  <inkml:trace contextRef="#ctx0" brushRef="#br0" timeOffset="121092">8018 16133 26570,'32'-19'-678,"1"-1"0,1 4 0,-4 6 1,-4 11-1,-3 3 0</inkml:trace>
  <inkml:trace contextRef="#ctx0" brushRef="#br0" timeOffset="121259">7944 16323 21075,'-2'0'4481,"-1"1"-5686,3-1-6166,44-11 7371,-17 6 0,21-7 0,-31 9 0</inkml:trace>
  <inkml:trace contextRef="#ctx0" brushRef="#br0" timeOffset="121915">7446 17443 22559,'27'-13'2156,"-5"2"-1466,-13-7 49,2-7-358,-1-4-129,0-8-62,-1 4-89,-4 9 95,1 0 6,-4 11-163,1 4-45,-2 5 1,-3 12-18,1 3 12,-5 19 22,-8 20 28,-3 8-336,5-21 0,-1 1 154,2-6 1,0 0-382,1 0 1,1 0-357,-2 17-4036,8-16 1,4-1 4607,6-1 0,-1 6 0,0-27 1</inkml:trace>
  <inkml:trace contextRef="#ctx0" brushRef="#br0" timeOffset="122199">7863 17438 25657,'-51'-4'188,"-1"-1"1,3 3-1,6 8-92,-4 31-18,2 6-5,7 0-45,12-9-62,5 7-16,14-18-45,11 9-185,16-15-264,21-7-442,20-7 118,-24-6 0,1-2-922,4-1 1,1-2 1789,4-3 0,-3-1 0,6-2 0,-7 2 0</inkml:trace>
  <inkml:trace contextRef="#ctx0" brushRef="#br0" timeOffset="122392">8011 17413 23937,'48'-20'-3277,"1"1"0,-4 1 0,-6 5 819,-10 12 0,-11 1 1,-12 0-1</inkml:trace>
  <inkml:trace contextRef="#ctx0" brushRef="#br0" timeOffset="122558">8083 17585 22128,'-5'2'3501,"0"0"-3344,5-2-679,13-2-1219,15-3-4751,19-2 6492,2-2 0,-17 4 0,-15 3 0</inkml:trace>
  <inkml:trace contextRef="#ctx0" brushRef="#br0" timeOffset="123091">7553 18420 15193,'1'-10'7120,"0"2"-5882,-1 8 974,0 0-1893,-7-28-167,5 21-24,-5-18-49,7 35-1,1 9 34,-1 14-50,-4 9 16,-6 10-39,-9 7 57,-4-3-52,-3-7-301,0-8-281,-2-7-538,-4-1-900,-1-5-2640,2-10 4616,7-14 0,11-3 0,5-6 0</inkml:trace>
  <inkml:trace contextRef="#ctx0" brushRef="#br0" timeOffset="123899">7515 18467 25130,'9'-58'745,"-3"12"-560,-6 49 0,0 3-40,-3 7-10,-4 7-6,-7 9-29,-9 9-27,-8 6 17,-5 5-309,-1-1 331,7-7 84,8-10-134,8-7-140,6-7 27,2 0 46,2 0 77,2 0 1,0 2-17,0 0 314,0 1-426,-1-2 22,2-3 135,0-5-56,2-5 72,13-6-49,-2-3 10,10-4 68,16-9-186,-3 1 113,19-8-2470,-9 2 0,1 0 2397,6-8 0,-15 11 0,-4 1 0,-17 6 0</inkml:trace>
  <inkml:trace contextRef="#ctx0" brushRef="#br0" timeOffset="124316">7856 18423 16482,'-4'0'6671,"1"0"-4010,3 0-2544,8-26-167,-1 17-113,8-20-1047,7 24-7797,21-4 9007,-6 1 0,0 0 0,-23 5 0</inkml:trace>
  <inkml:trace contextRef="#ctx0" brushRef="#br0" timeOffset="124492">7871 18515 18705,'-4'2'6498,"0"0"-4874,4-2-1758,-3-4-701,21-6-2996,9-6 3831,15-1 0,-12 7 0,-13 4 0</inkml:trace>
  <inkml:trace contextRef="#ctx0" brushRef="#br0" timeOffset="129217">11789 12060 24542,'-13'-51'549,"1"19"-404,5 61-27,-4 11-39,-3 8-34,-1 2-1,1 0-27,3-7 22,3-7 12,3-10 89,3-10 252,1-7-17,1-8-162,0-8-40,1-7-49,0-9-12,1-8-28,1-5-17,0-4-11,0-2-28,3 2-17,1 7-17,2 11-5,2 10 6,3 9-23,1 10 28,4 7 16,-2 10-21,-1 6 22,-3 3-34,-4 1-11,-1-3 28,-3-6 17,-2-6-1,0-7 29,-3-6 17,1-5 5,-1-9-33,0-5-6,1-10-6,1-4-16,3-4 16,4-2-16,3 2-1,3 5 1,1 9-12,1 8 12,1 8-6,-1 9-11,0 5-1,-1 8-32,0 4-85,0 2-420,1 0-1008,0 0 45,-2-9 1512,5 4 0,-13-16 0,3 3 0</inkml:trace>
  <inkml:trace contextRef="#ctx0" brushRef="#br0" timeOffset="129433">12379 12019 19608,'0'-3'4984,"0"1"-3880,0 2-1126,27-28-365,-3 21-2083,29-22 2470,2 30 0,-25-1 0,3 1 0</inkml:trace>
  <inkml:trace contextRef="#ctx0" brushRef="#br0" timeOffset="129617">12454 12310 24833,'41'-12'-491,"0"0"0,0 0 0,3-3 0,-7 3 0,-4 10 0</inkml:trace>
  <inkml:trace contextRef="#ctx0" brushRef="#br0" timeOffset="130240">11906 13294 25618,'-3'-39'299,"-1"-1"1,-1-23-188,14 70-6,-2 6-5,0 11 22,-2 16-78,-6-1-23,-1-1 6,-8-2 6,1-11-6,-4 2 140,0-8 6,5-10-23,0-6-78,4-6 55,2-9 29,4-11-101,4-8-5,6-11-7,7 1-32,-1 9 38,9-3 12,-4 11-40,15-2-22,-13 13 6,13 10-12,-22 9-11,12 12-72,-10 6-768,6 24-1356,-7-1 2213,2 12 0,-12-31 0,-2-5 0</inkml:trace>
  <inkml:trace contextRef="#ctx0" brushRef="#br0" timeOffset="130467">12554 13184 25830,'30'-20'-241,"0"-1"0,-1 3 0,-1 4-475,6 14-9115,10 2 7557,-26-1 1,6 1 0,-21-1 0</inkml:trace>
  <inkml:trace contextRef="#ctx0" brushRef="#br0" timeOffset="130607">12584 13362 24060,'0'0'0</inkml:trace>
  <inkml:trace contextRef="#ctx0" brushRef="#br0" timeOffset="131217">12016 14303 26911,'-37'38'219,"0"6"-205,20-17 0,1 0-20,-9 28 0,11-5 1,15-9-6,14-9 22,15-13-6,-2-10 18,20-18-1,-24 1 73,24-26-11,-28 5 68,6-18-12,-14 3-34,-6-5-28,-9-1-5,-4 2-11,-6 8-23,-1 8-22,3 14-23,-3 6-44,4 11-169,-4 8-83,5 3-2577,-3 20-3697,9-2 6576,1 7 0,2-15 0,2-9 0</inkml:trace>
  <inkml:trace contextRef="#ctx0" brushRef="#br0" timeOffset="131417">12368 14477 26116,'39'-25'-2458,"-1"0"0,0 0 1,16-9-1,-6 11 2158,-4 29 1,-16-2-1,-15 1 1</inkml:trace>
  <inkml:trace contextRef="#ctx0" brushRef="#br0" timeOffset="131557">12407 14652 24889,'29'-17'-2566,"-12"5"1,-4 8 0</inkml:trace>
  <inkml:trace contextRef="#ctx0" brushRef="#br0" timeOffset="132241">11609 15756 21892,'0'-7'3888,"1"2"-3194,-1 5-89,0 0-521,10-31-22,-14 47-23,4-12-22,-7 21 0,-3 11-17,0-4 0,0 1-173,1 0 1,-1 0 167,-7 27-38,-1-7 60,3-12-6,-1-12 34,4-15-22,2-11-18,5-14 40,2-11-39,3-2-6,6-31 22,5 4 30,-1 12 1,2-4-34,7-8 1,0 0-439,-5 15 1,1 1 415,8-17 0,1 3 3,-8 19 0,0 2-91,3-5 0,2 2 114,14-15-23,-5 17-6,-5 15 6,-6 11 228,-6 13-228,-5 8 875,-4 12-887,-7 10 200,-5 2-211,-9 2-22,-8-4-11,-6-6-61,-6-4-382,-11-3 130,15-12-1166,-7-2-6049,24-14 6736,3-4 0,8 2 0,4-2 0</inkml:trace>
  <inkml:trace contextRef="#ctx0" brushRef="#br0" timeOffset="132467">12087 15655 22145,'-5'0'3405,"1"0"-4469,4 0-1776,70-29-6991,-24 19 8622,-2-5 1,-2 1-1,-12 11 1,-22 2-1</inkml:trace>
  <inkml:trace contextRef="#ctx0" brushRef="#br0" timeOffset="132617">12155 15795 22419,'2'10'0,"0"-2"0</inkml:trace>
  <inkml:trace contextRef="#ctx0" brushRef="#br0" timeOffset="133407">11533 16921 21982,'17'-44'967,"1"0"0,-1 0 0,-6 7-491,-11 20-201,-9 0-129,-11 15 0,-11 13-51,-9 11-67,5 3-28,6 1 0,0 1 39,-9 17-221,11-13 0,1 2 166,-2 18 21,13-7 1,9-15-34,19-2 33,6-17 18,18-2-46,2-14 68,0-9 6,-8-1 195,4-19-140,-19 16 684,11-30-533,-18 21-33,2-11-129,-8 17 141,-1 3-208,-1 13-45,-2 0 45,-4 15 5,-6 13-21,-8 20 2,5-13 0,-1 3-391,-2 6 1,-2 1 367,-2 7 1,0-1 5,4-8 1,-1 0-4,-7 15 0,2-1 6,10-21 0,3-1-8,-5 9 0,2-1 52,7 1-32,7-16 32,9-11-16,6-13-33,14-9-62,9-8-325,9-7-723,6 0-1192,2-2 2307,-27 12 0,-1 1 0,3-2 0,-5 1 0</inkml:trace>
  <inkml:trace contextRef="#ctx0" brushRef="#br0" timeOffset="133724">11943 16968 25763,'23'-25'-2115,"0"0"1,24-15 2114,-3 40 0,-20 0 0,-1 1 0</inkml:trace>
  <inkml:trace contextRef="#ctx0" brushRef="#br0" timeOffset="133868">11904 17216 23719,'41'-12'0,"0"1"0,-8 1 0,0 1 0</inkml:trace>
  <inkml:trace contextRef="#ctx0" brushRef="#br0" timeOffset="134467">11526 18131 22873,'-1'-3'2812,"0"1"-2207,1 2-583,31 12 6,-15 13-28,24 16 39,-28 10-67,-5 1-33,-6-2 33,-9-2-28,-7-6 11,-11-10 17,-2-12 78,0-10 79,4-17 11,10-9 34,7-14-12,15-10-61,9-8-17,15-3-379,-12 25 1,2 2 274,2 1 1,2 3-102,0 1 1,2 2-1122,28-8-2869,-2 8 4111,-10 10 0,-19 3 0,-12 4 0</inkml:trace>
  <inkml:trace contextRef="#ctx0" brushRef="#br0" timeOffset="134684">12027 18184 25954,'49'-24'-2095,"1"0"0,-6 1 0,-2 7 2095,3 18 0,-21-2 0,-8 3 0</inkml:trace>
  <inkml:trace contextRef="#ctx0" brushRef="#br0" timeOffset="134834">12027 18385 19899,'-4'1'5528,"1"0"-5663,3-1-1366,59-30 1501,-15 8 0,-11 5 0,0 0 0,-5 2 0</inkml:trace>
  <inkml:trace contextRef="#ctx0" brushRef="#br0" timeOffset="135974">16183 11343 19518,'-1'-3'4699,"0"1"-3220,1 2-1317,-55-34-83,33 30-18,-14-10 1,0 6 33,4 35-67,2 6 11,1 9 6,15-2-50,6-7-1,5 6 6,13 0-22,5 2 22,5-4-28,21 2 16,-19-21 24,23 12 10,-19-14 51,-7-4-12,-9-3-38,-25-9-6,-2-1 11,-24-2 5,-17-3-16,-2 0-9,25 3 1,2-1-82,-11 1-605,14 0-386,13 2-8767,11-1 8001,7 0 0,0 0 0,1 2 0</inkml:trace>
  <inkml:trace contextRef="#ctx0" brushRef="#br0" timeOffset="136174">16355 11524 22470,'0'-10'3120,"0"3"-2588,0 7-2947,0 0-7416,81-59 8473,-53 45 1,16-19-1,-5 7 1,-31 26-1</inkml:trace>
  <inkml:trace contextRef="#ctx0" brushRef="#br0" timeOffset="136333">16403 11673 23713,'-3'0'2336,"1"0"-4616,2 0 2280,84-28 0,-63 21 0,22-7 0,-1 0 0</inkml:trace>
  <inkml:trace contextRef="#ctx0" brushRef="#br0" timeOffset="136800">16014 13010 26575,'25'-44'-235,"3"10"-359,35 32-817,-9 3-1765,-5 2-6655,-10 1 9215,-16 0 0,-12-1 0,-9-2 0</inkml:trace>
  <inkml:trace contextRef="#ctx0" brushRef="#br0" timeOffset="136991">16134 12983 16292,'-3'0'8435,"0"0"-6828,3 0-1282,-41 30-84,25-8-171,-9 4 0,2 1-42,14 5 28,-1 16-123,4 12-169,4-28 1,-1 1-869,1 5 1,2 1-7169,1 23 8128,2-13 0,-1-20 0,0-14 1</inkml:trace>
  <inkml:trace contextRef="#ctx0" brushRef="#br0" timeOffset="137557">15991 13441 8634,'-9'-2'9405,"1"0"-7153,8 2 1831,0 0-3316,25-65-184,-14 31-368,5-10 1,0-3-293,-3-3 301,2-10-359,-7 25 0,0-1 194,-1-4 0,1-1-17,0-1 0,-1-1 5,0 2 1,0 0 36,0 5 0,0 2 117,3-20-38,-3 19-79,-4 15-62,-2 12 283,-1 12-277,-4 11 541,0 4-536,-14 38-38,1-1-402,3-12 0,0 2 421,1-2 0,2-1-17,-1 2 0,2 0-39,2-1 0,1-1-221,3-2 0,2 0-764,4-3 0,3 0-3051,1-4 0,3-2 4078,12 18 0,-6-22 0,-6-15 0</inkml:trace>
  <inkml:trace contextRef="#ctx0" brushRef="#br0" timeOffset="137807">16529 13039 26144,'-4'-37'-4386,"12"7"4386,38 29 0,-21 1 0,0 0 0</inkml:trace>
  <inkml:trace contextRef="#ctx0" brushRef="#br0" timeOffset="137967">16415 13189 26984,'41'0'-831,"-1"-1"0,-4 1 0,-3 0 0,10-4 0,-18 2 1</inkml:trace>
  <inkml:trace contextRef="#ctx0" brushRef="#br0" timeOffset="138667">15910 14229 16196,'2'-8'6341,"-1"2"-5694,4-25 0,2-6 204,-1 10-510,1-13 1,1 4 79,-5 24-337,-1 9-28,-2 7 84,0 14 11,-4 9-45,-3 14-22,-6 18-67,1-8-11,3 6-1,5-25 29,9-1-17,3-15 61,9 0 6,9-9-45,8-14 34,7-6-11,5-12 38,-1-4-3329,0-11 3274,-17 12-333,0-16 299,-20 27 34,1-10-29,-7 17-105,-1 2-863,-1 6 1331,0 9-4984,-1 0 4605,1 8 0,0-9 0,0 1 0</inkml:trace>
  <inkml:trace contextRef="#ctx0" brushRef="#br0" timeOffset="138876">16551 14161 23999,'48'-27'0,"1"-1"0,-10 7 0,0-1 0</inkml:trace>
  <inkml:trace contextRef="#ctx0" brushRef="#br0" timeOffset="139057">16650 14376 26602,'52'-23'-1639,"1"1"1,-12 2-1,-5 5 1,-9 12 0,-19 2-1</inkml:trace>
  <inkml:trace contextRef="#ctx0" brushRef="#br0" timeOffset="139717">15726 15175 25858,'18'21'213,"-2"3"-252,-8 11-34,0 0-61,1-2-68,-1-4-5,-2-4 94,-2-8 119,-2-7 28,-1-6-6,-1-4 6,1-4 5,-1-1 23,0-2-18,0 2-10,0 0-28,0 2-18,0-1 7,1 1-46,0 2-6300,1 1 6351,-3-2 0,-1 0 0</inkml:trace>
  <inkml:trace contextRef="#ctx0" brushRef="#br0" timeOffset="140123">15767 15177 26239,'2'12'297,"2"10"-219,10 17 1,0 6-23,1 0-6,3-3 12,3-5 27,1-9 91,0-10 38,-3-10-56,-2-13-44,3-10-23,1-11 6,1-8-39,-2-7-29,-2-5 29,-1-2-51,2 2-101,1 7-498,1 11-1479,0 11 2067,0 10 0,-11 4 0,0 3 0</inkml:trace>
  <inkml:trace contextRef="#ctx0" brushRef="#br0" timeOffset="140340">16385 15191 23842,'-2'-3'2778,"1"0"-3545,1 3-2392,73-48 3159,-20 36 0,-11-13 0,-2 3 0,-5 21 0</inkml:trace>
  <inkml:trace contextRef="#ctx0" brushRef="#br0" timeOffset="140507">16529 15332 23007,'-5'1'3865,"0"-1"-3977,5 0-1765,82-36 933,-51 28 1,0 1 0,17-13-1,-3 2 1,-3 12 0</inkml:trace>
  <inkml:trace contextRef="#ctx0" brushRef="#br0" timeOffset="141157">15692 16222 20543,'-1'-3'4088,"0"0"-2765,1 3-1318,-1 4-10,2 2-63,2 13-312,3 3-797,3 10-1506,-2 0-7148,3 2 8540,-4-14 0,-1-2 1,-3-16-1</inkml:trace>
  <inkml:trace contextRef="#ctx0" brushRef="#br0" timeOffset="141634">15815 16350 13474,'1'-2'8340,"0"-1"-4441,-1 3-3742,4-11-17,-11 28-73,5-9-45,-10 28-50,5-10 28,3-9-5,0-2 38,-1-9 1,2-1-6,-3-8 17,4-7-6,0-4 95,2-13 191,12-11-56,3-1-40,13-7-55,3 15-101,-6 11 33,5 5-44,-5 10-51,2 3 11,2 9-33,-4 5 0,-1 5-6,-6-2 23,5 3 55,-11-10-44,3 2-39,-9-8 50,-1-8-17,-3-1-5,2-15 27,-3 1 1,1-12-6,-2 2 5,0-2-21,0 9 49,-1-4-117,1 16 0,-1-2-1125,2 10-1738,6 6-1460,1 1 4379,7 5 0,-8-4 0,0 0 0</inkml:trace>
  <inkml:trace contextRef="#ctx0" brushRef="#br0" timeOffset="142057">16369 16204 22313,'-2'-3'3243,"1"1"-2795,1 2-795,32-51-852,-2 39 580,-6-15 0,2 3 619,33 29 0,-38-3 0,13 3 0</inkml:trace>
  <inkml:trace contextRef="#ctx0" brushRef="#br0" timeOffset="142207">16427 16308 21216,'34'-6'0,"1"0"0,20-3 0</inkml:trace>
  <inkml:trace contextRef="#ctx0" brushRef="#br0" timeOffset="142790">15691 17324 22688,'0'-4'3316,"0"1"-2689,0 3-576,-16-7-51,3 21-28,-18 0-180,5 25-626,-5 1-1485,-1 1-6403,-1-3 8722,7-9 0,9-13 0,8-9 0</inkml:trace>
  <inkml:trace contextRef="#ctx0" brushRef="#br0" timeOffset="142984">15394 17452 14656,'0'-6'8654,"0"1"-7344,17-55-475,-6 37-580,1-11 0,1 3 2,1 22-139,0 7-45,3 12-45,5 7-56,7 11-179,10 8-690,8 4-1895,-16-12 0,-2-1-5797,12 8 8589,-2 5 0,-30-31 0,-4-4 0</inkml:trace>
  <inkml:trace contextRef="#ctx0" brushRef="#br0" timeOffset="143700">16075 17330 20610,'-8'0'3764,"1"0"-3087,7 0-166,0 0-545,-8-16-179,18 11-487,1-12-1081,22 15-6268,12 1 8049,-14 1 0,-5 0 0,-18 0 0</inkml:trace>
  <inkml:trace contextRef="#ctx0" brushRef="#br0" timeOffset="143857">16039 17399 25590,'-13'22'-460,"15"-7"-4456,25-20 1,9-7 4454,6 2 1,-9 2 0,-24 6-1</inkml:trace>
  <inkml:trace contextRef="#ctx0" brushRef="#br0" timeOffset="145590">15464 18257 25601,'-6'-32'254,"1"-1"1,-4-15-199,9 59-28,1 11-72,3 8-29,4 4-258,6-1-711,9 1-1338,8-4-3064,10-3 5444,8-5 0,-20-12 0,-4-2 0</inkml:trace>
  <inkml:trace contextRef="#ctx0" brushRef="#br0" timeOffset="145790">15783 18326 15939,'0'-5'7365,"0"1"-5141,0 4-1642,-4-60-279,1 45-169,-3-41-5,0 68 0,-3 13-62,-7 13-50,-3 13-56,-2 7-143,11-27 1,1 0 24,1 2 0,1-1-1182,-2 31-2743,6-7 4082,8-11 0,-2-22 0,2-9 0</inkml:trace>
  <inkml:trace contextRef="#ctx0" brushRef="#br0" timeOffset="146007">16116 18232 19568,'-4'-2'4587,"0"0"-3383,4 2-1467,-13-23-846,35 16-1915,3-17 2345,9 21 1,3 5-1,5-3 1,-4 1 0</inkml:trace>
  <inkml:trace contextRef="#ctx0" brushRef="#br0" timeOffset="146190">16104 18431 25976,'40'-13'-664,"13"-5"0,-19 7 1,1 0-1</inkml:trace>
  <inkml:trace contextRef="#ctx0" brushRef="#br0" timeOffset="148434">19564 11370 14605,'-5'-4'6794,"0"1"-3102,5 3-3289,-24-4-33,8 7-84,-22-2-62,14 10-40,-4 1-27,1 1-34,3-2-33,4-2 0,8-3-18,6-3 35,4-2-51,2 0 56,3-1-45,7-4-39,11-3-22,1-2 38,26-8-27,-7 4-12,-10 3 1,0 1 11,20-3-17,-8 5 6,-12 4-6,-14 7 5,-9 7-5,-13 9 23,-8 7-1,-15 10-22,-13 7 6,4-7-1,7-8 1,-1 1-12,-8 9 9,12-13 0,0-1-3,-1 7 11,10-10-11,11-9 0,5-6 28,9-5-17,2-3-106,31-10-258,7-3-42,-9 2 1,4-2-1531,1 1 1,0-1 1395,-5 3 0,-1-1-2003,12-4 1,-1 0 2020,-14 5 0,-3 2 0,24-9 0,-25 9 0</inkml:trace>
  <inkml:trace contextRef="#ctx0" brushRef="#br0" timeOffset="148624">20017 11371 24447,'49'-26'-636,"1"0"1,-12 2 0,-7 7 0,-13 15 0</inkml:trace>
  <inkml:trace contextRef="#ctx0" brushRef="#br0" timeOffset="148807">20154 11529 24239,'-8'3'2997,"2"-2"-2644,6-1-247,0 0-391,55-24-1362,3 6 796,1-3 1,0 2 0,-2 4 0,-5 3 0</inkml:trace>
  <inkml:trace contextRef="#ctx0" brushRef="#br0" timeOffset="153250">8994 12803 18543,'-40'-3'1991,"0"0"1,-23-3-1561,62 4-218,14-3-79,17-1-95,25-4-28,-15 3 1,4 0-1543,8 0 1,4 0 1513,-15 2 0,2 0 1,1 1-31,14-1 0,2 1 1,-4 0-553,5 0 1,-1 1 456,-5 1 0,3 1 0,-5 0-251,-3 0 1,-3 2-448,8-1 1,-1 2-321,-11-2 1,-6 3-4475,0 6 3203,-30-1-1809,-51 9 4186,10-9 1,-3 0 768,-15 3 1,-4 1-713,14-4 1,-3 1 0,-2-1 1099,1 1 1,-2-1-1,-1 1 1,3 0-444,1-1 1,1-1 0,-1 1 200,-2 1 0,-2-1 1,0 1-1,5-1 186,-13 2 1,3-1-572,11-2 0,0 0 0,1-1 160,-11 1 0,4 0 531,10-3 1,4-1-148,-10 0 28,23-3-846,23-5-51,22-4-95,10-3 0,5 0-48,6 0 1,3-1 150,-4 2 1,4-1 0,-2 1-160,7-1 0,1 1-538,-7 1 1,3 1 0,-1 0 475,13-2 1,0 0-107,-11 2 0,2 1 0,-1 0-663,-3 0 0,0 1 0,-1 0 463,-1 1 1,0-1-1,-5 2 1,-4 0 0,-4 1-1,20-2 1</inkml:trace>
  <inkml:trace contextRef="#ctx0" brushRef="#br0" timeOffset="154083">16055 9755 22470,'5'-54'1161,"0"0"0,0 6 1,-4 12-1006,-6 25-83,-4 18-11,-6 13-17,-7 17-17,-5 15-249,13-22 0,0 3 53,1 1 0,1 1-365,2 1 1,2 0-1025,2 0 0,4 0 1557,5-2 0,1-1 0,0 4 0,7-10 0</inkml:trace>
  <inkml:trace contextRef="#ctx0" brushRef="#br0" timeOffset="154466">16482 9664 23875,'-13'-35'627,"-1"0"1,-12-12-533,1 72-45,2 11-10,4 6-18,5 2-16,7 0-1,5-12-22,15 6-5,3-19 44,13 1 57,1-16 73,2-14 60,1-11 74,-3-9 16,-7-8-50,-8-4-61,-8-2-46,-8-1-38,-5 1-23,-6 7-34,-2 6-27,0 11-57,1 8-123,2 9-252,0 11-761,3 12-2028,1 15 3198,15 11 0,-6-19 0,9-2 0</inkml:trace>
  <inkml:trace contextRef="#ctx0" brushRef="#br0" timeOffset="155183">17058 9575 24531,'-30'-12'123,"0"0"0,-18-6-39,48 23 34,-1-3 27,1 2 12,0-3 616,0 0-459,4-2-101,3-4-34,5-6-28,4-6-44,4-6-57,3-3 0,4 1-5,2 2-34,2 7 6,-1 5-6,0 6-11,1 6 6,0 7-6,-1 9-6,-3 9-16,-3 6 11,-4 4 5,-2 0 12,-8-1-6,-3-4 11,-12-4 11,-8-3 6,-10-3 0,-2-5-5,1-5 44,6-6 90,6-4-124,7-3 35,3-5-12,5-1-6,3-4-28,5 2-10,0 3-7,11 2-16,-4 4 22,8 6 0,0 6-22,1 8 17,2 7-12,0 5 6,-4 2 0,-7 1-17,-8-3 6,-16-4-11,-11-4-62,-17-6-230,-9-7-671,-5-8-2029,1-10 3014,6-13 0,18 9 0,8-4 0</inkml:trace>
  <inkml:trace contextRef="#ctx0" brushRef="#br0" timeOffset="155417">17900 9655 24816,'38'-25'-1122,"-1"0"1,1 1-1,8-8 1,0 5 1121,6 16 0,-5 5 0,-10 0 0,20-2 0</inkml:trace>
  <inkml:trace contextRef="#ctx0" brushRef="#br0" timeOffset="155867">19042 9328 26066,'-43'-12'110,"0"-1"1,1 1-1,-19-3 1,8 9-61,9 28 23,-5 13-45,19-2 6,-1 21-40,17-10 12,12 4-17,7-22-17,12-5 39,3-14 84,22-6-17,0-15 29,12-12-68,-19 1 107,3-11 50,-12 5 112,5-14-96,-11 13-55,-6 2-118,-9 19-5,-3 6-17,-1 9 0,-5 17-17,-2 5 0,-5 18 5,1 2 1,1-7-85,5-6 1,1 2-443,2 14-423,2-13 0,1 2-5038,7 20 5161,3-10 0,-4-19 0,-3-14 0</inkml:trace>
  <inkml:trace contextRef="#ctx0" brushRef="#br0" timeOffset="156200">19436 9418 22649,'-3'-3'3047,"1"0"-2476,2 3-212,37-67-186,-9 49-134,1-18 1,3 5 4,10 35 7,-3 7-6,-6 12-17,-10 11 5,-7 10-22,-7-5-5,-5 17-23,-7-6-56,-1-12 1,-1 1-152,-1-7 0,1 0-370,-3 3 0,0-1-526,-1 6-4521,3 3 4793,4-18 0,1-4 0,1-10 0</inkml:trace>
  <inkml:trace contextRef="#ctx0" brushRef="#br0" timeOffset="156390">19552 9597 26021,'51'-27'-351,"1"0"0,2 2 0,-5 7 0,-12 19 0,-1 0 0</inkml:trace>
  <inkml:trace contextRef="#ctx0" brushRef="#br0" timeOffset="157184">21182 9210 21175,'-4'-5'3048,"1"0"-1816,3 5-1025,28-65-145,8 41-599,-3-12 0,4 2 531,0 27 1,1 6-12,1-1 0,0 3 30,0 3 1,-2 2-96,-3 1 1,-2 4-171,16 19-140,-21 6 28,-29 4 145,-25-1 135,-22-2 81,20-20 1,-2-2 21,0-1 1,-1-1 69,-22 8-10,12-5-12,17-4 886,13-5-807,17-4-96,13-4-44,6-1-1,32-10-5,-11 0 11,-13 3 1,0-2 211,13-11-105,-11-6 27,-12-10 23,-12-10 62,-13-12-382,-1 27 1,-3 0 369,-1 1 1,0 1 206,-9-24-72,2 17-112,5 13-124,5 14-72,2 10-28,5 14 600,5 14-617,6 15-11,8 14-122,-9-26 1,0 2-50,2 2 0,-2 1-1370,-1 2 1,-2 0-1020,3 22 2571,-6 3 0,-6-39 0,0 0 0</inkml:trace>
  <inkml:trace contextRef="#ctx0" brushRef="#br0" timeOffset="158825">23208 8942 21426,'35'-49'1256,"1"0"1,-8 12 0,-6 5-528,-9 4-611,-17 23 68,-13 6-12,-14 15-12,-20 15-95,10 0 1,0 4-1196,3 0 0,3 1 1133,-2 0 1,4 2-9,5 2 1,6 0-306,9-7 0,3 0 319,-2 8 1,6 2-169,10 1 0,7-1 162,3-10 1,2-2-6,3-2 0,3-4-5,32 7 27,-13-20 57,7-5 2049,-11-18-2027,-12-13 112,-11-21-168,-10 11 44,-16-19-38,-9 16-12,-10-5 755,-8 3-901,6 18 403,2 6-1724,-1 19 1428,-4 10 0,12-5 0,0 4 0</inkml:trace>
  <inkml:trace contextRef="#ctx0" brushRef="#br0" timeOffset="161108">23333 8584 23069,'-23'-38'519,"0"-1"0,-1 7 0,-5 12-203,-13 32 1,-3 12-870,12-8 0,-1 3 679,-13 14 1,-6 8 0,7-3-507,10-7 0,1 2 405,3-3 0,-4 5 1,0 2-1,3 0-12,-3 10 0,2 1 0,3 1-803,0 2 1,1 1-1,3 0 794,0-2 0,3-1 0,8 3 5,12 4 0,10 1 1,7-5-479,14 0 0,7-4 472,-11-8 1,3 1 0,4-5 9,10-6 0,5-5 0,2-4 5,6-3 1,2-4 0,2-2-19,0 0 0,2-1 0,0-3 5,-9-4 1,1-2 0,0-2 0,-4-3 22,3-5 0,-2-4 0,-4-2-6,6-4 1,-3-6 13,-1-12 0,-7-8-151,-20 7 0,-5-4 1,-2-1 117,1-2 1,-2-1 0,-4-3-8,-3-9 0,-4-3 1,-5 3-1,-4 6 0,-4 2 1,-2 2 8,-4-9 1,-4 3-47,2 14 0,-3 1 0,-3 3-769,-18-8 1,-4 4-4107,0 3 1,-2 2 4348,4 6 0,4 6 1,-5 6-1,36 13 0</inkml:trace>
  <inkml:trace contextRef="#ctx0" brushRef="#br0" timeOffset="165108">8455 2394 18598,'6'-4'383,"-2"0"1</inkml:trace>
  <inkml:trace contextRef="#ctx0" brushRef="#br0" timeOffset="165742">10012 2347 32767,'-14'-11'-1795,"5"4"0,12 13 1,-1-1-1</inkml:trace>
  <inkml:trace contextRef="#ctx0" brushRef="#br0" timeOffset="166375">11950 2385 24811,'-3'3'822,"1"-1"843,2-2-2400,-2-12-1910,10 9 2679,6-5 1,-2 9 0,2 4 0</inkml:trace>
  <inkml:trace contextRef="#ctx0" brushRef="#br0" timeOffset="166882">13786 2400 19171,'-5'0'504,"1"1"442,4-1-1355,-8-11-94,7 11 1,-6-8 0</inkml:trace>
  <inkml:trace contextRef="#ctx0" brushRef="#br0" timeOffset="168849">14781 2413 22853,'-41'-4'643,"0"-1"1,3 2 0,7 0-490,19 0 399,-13 1-411,13 1 91,-14 1 0,13 0 71,-1 0 32,6 0 243,3 0 51,6-1-91,4-1-16,6-1-88,6-2-110,6 0-88,4 1-69,3 2-79,4 0-44,3 2-62,7 0-217,7 0 20,5 2-4,4-1 63,1 2-344,0 0 425,-4 0 36,-4-1 11,-9 0 3,-8-2-107,-10 1 33,-5-1 15,-6 0 18,-3 0 338,-2-1-299,-1 0-6,-2-1 90,-1 1 1,1 1-77,1 0-279,2 0-701,3 3-4388,2 3 5306,0 1 1,-6-2-1,-4-2 1</inkml:trace>
  <inkml:trace contextRef="#ctx0" brushRef="#br0" timeOffset="170958">15833 2416 12065,'-9'0'3047,"1"0"-1916,8 0 2280,0 0-2800,9 0-57,1-1-26,10 0-132,0-1-50,4-1-5,7 0-35,8 0-92,9-1-27,10 1-87,-25 1 0,2 0-413,3 0 0,2 1 355,3 0 0,1 1-27,2-1 1,1 0-4,-1 1 1,1 0-2,-2 1 0,-2 0-162,-2-1 1,-1 2 168,-4-1 0,-2 1 3,26 2 38,-11-1-24,-11 1 46,-9-2 25,-6 0 35,-6-2 772,-3 1-765,-2-1 331,-1 0-419,0-1 106,1-1-12,0 0 6,1 0-26,-2 0-57,-2 0-24,-3 1-115,-2 0-265,-1 1-621,-2 1-8883,0 2 9579,-1 0 1,0 0 0,0-1 0</inkml:trace>
  <inkml:trace contextRef="#ctx0" brushRef="#br0" timeOffset="172391">17761 2420 21956,'-26'-9'535,"5"3"-612,21 6 401,-2 1 165,-4 1-33,-6 3-104,-2 0-33,-2 0-77,6-2 233,3-2 53,4 0-32,1 0-40,1 0-360,6-1-194,8 0-57,6 0 36,11 0-29,6-2-23,-4 1 91,17-4 66,-14 2 1,0 0-164,22-2 245,0 1 1,1 1-307,-20 1 1,-2 1 424,8-1 1,1 1 184,-3-1 1,-2 2 334,23-2-644,-18 2 1,-1 0 281,-8-1 1,-3 1-159,3 0 0,-4-1-161,2 1-235,-6-2 86,-12 1-264,4-2-79,-3 0 794,0 0-838,-1 0 941,-6 1-219,5 0-111,-7 1-15,4-1-45,-3 1-137,-1-1-5,-1 1-14,3-1-54,4 0-167,-1 2-314,4-1-824,-6 2-369,-3-1 1820,-2 2 1,-3-1 0,-1-1 0</inkml:trace>
  <inkml:trace contextRef="#ctx0" brushRef="#br0" timeOffset="173725">21793 1158 30642,'-8'0'2125,"1"0"-2125,7 0 0,0 0 0,-44 0 0,33 0 0,-32 0 0,49 0 0,1 0 0,25 0 0,3 0 0,23 0 0,-1 0 0,1 0 0,-2 0-2907,-4 0 2540,-12 0 0,-17 0 0,-11 0 1</inkml:trace>
  <inkml:trace contextRef="#ctx0" brushRef="#br0" timeOffset="174199">22676 1146 24498,'-3'1'5398,"0"0"-3982,3-1-765,-63-3-650,39 0-144,-12 0 0,2 0 248,24-1-332,5 2-466,4 1-298,1 1-112,5-1 210,4-1 342,9-1 326,4 0-7,8-2-51,3 0 17,5-1 245,3 0-89,0-1-17,-4 2 27,-8-1 72,-10 3-2,-8 1 137,-7 1 77,-3 1-195,-9 0-39,3 0-146,-5 2-466,6 0-1415,3 2-7754,8 0 9266,-1-1 1,2-1 0,-5-1 0</inkml:trace>
  <inkml:trace contextRef="#ctx0" brushRef="#br0" timeOffset="174448">23294 1195 27772,'-12'3'2331,"3"-2"-2614,9-1 544,0 0-536,-20-39 87,15 27 53,-15-29-657,21 39-2880,5 8 3579,1 1 0,-1 1 0,-1-2 0</inkml:trace>
  <inkml:trace contextRef="#ctx0" brushRef="#br0" timeOffset="175890">23357 1186 20048,'13'-23'2681,"-2"4"-2084,-11 16 110,-3 0-369,1 0-142,-3 1-93,-1 1-63,2 1-7,-7 0 63,2 2-12,-5 1 0,3 4-6,0-1-39,3 1-22,1-2 11,4-2-22,1-1 386,2-1-140,6-3-151,3-3 22,5-3 6,-2-3 17,-2 0-79,-4 3 73,-4 1-79,-2 5-38,-3 0-34,-1 2 27,-8 3-16,0 3 34,-7 6-6,4 3-34,3-2-10,2 5-7,7-8 23,1 5 23,4-9 83,10-2 23,2-3 67,9-7-95,-4 0 223,7-14-217,-13 8 122,7-18-105,-15 12-18,0-7-44,-8 9-102,-1 6-32,-2 5-813,-9 6-3109,-1 10 3994,-5 3 0,8-2 0,5-4 0</inkml:trace>
  <inkml:trace contextRef="#ctx0" brushRef="#br0" timeOffset="180873">7838 8053 19339,'3'-13'700,"1"2"-504,2 11-6,2 0 34,5 0 6,8 0 27,15 0-16,21-4-812,-16 1 0,4-1 638,14-2 1,1-1-52,-8 1 1,4 0 6,-10 1 1,6 0 0,0 0 0,-2 1-7,-1-1 0,-2 1 0,4-1-574,0 1 1,4-1-1,-1 0 1,-4 1 567,13-2 0,-2 1-2,-14 1 0,1 0 1,-6 1-33,-9 1 1,-2 1 13,7-2 1,-4 2 92,-12 1 107,-15 1 939,-8 1-1125,-1 2 2237,-1 0-6460,2 0 4231,1 0 0,0-1 1,1 0-1</inkml:trace>
  <inkml:trace contextRef="#ctx0" brushRef="#br0" timeOffset="192225">24922 7750 19333,'12'-60'1721,"1"-1"1,-1-4-1,-3 9-970,-7 21-465,0-2-68,-4 26-156,-3 15-18,-1 4-4,-14 38-113,2 4-417,4-9 1,0 2 130,2-2 1,1 1-667,-1 3 0,2 0-73,3-9 0,0-1-3818,1 7 1,3-2 3145,0-2 0,2-2 1,1-26-1</inkml:trace>
  <inkml:trace contextRef="#ctx0" brushRef="#br0" timeOffset="192608">25344 7631 23607,'-51'32'296,"6"5"-284,24 17-1,5-11-6,9 16-5,10-24 40,8 10 44,8-23 100,5-11 108,2-13 83,0-13 28,-1-12-50,-4-13-84,-5-10-1149,-5-6 975,-7 9-68,-2 15 1,-2 1 112,-4-8-56,-1-10-28,-5 21-11,0 11-79,1 7 912,-1 9-1601,0 11-1166,0 9-6098,4 15 7987,2 0 0,4-10 0,0-10 0</inkml:trace>
  <inkml:trace contextRef="#ctx0" brushRef="#br0" timeOffset="193225">26176 7631 19972,'2'-7'3875,"0"2"-3063,-2 5-252,0 0-184,16-60-197,-15 45-100,6-45-46,-27 65-5,-13 5-11,-14 8-22,6-2 13,10-3 0,-1 0 32,-6 2 16,-11 4 39,25-11 95,13-5 23,6-3 45,5 0-236,0 2 0,0 0 12,-2 5-6,-3 4 17,-3 6-40,0-2 18,-4 15-6,3-6-17,-3 12 5,3-4 18,1-1 5,0-4 11,2-5-22,1-6 33,2-7 112,1-5 23,3-3-67,3-6-51,4-4-17,6-9 1,5-2-23,4-3-6,3 5-11,3 4-11,0 8-11,0 3-17,-1 8 11,-3 8 17,0 9-11,-3 7 6,-4 3-12,-5 2-6,-6-1-94,-15 0-230,-12-2-426,-18-1 84,3-9-2283,1-10 1,1-2 2971,-7-1 0,-4 0 0,28-8 0</inkml:trace>
  <inkml:trace contextRef="#ctx0" brushRef="#br0" timeOffset="193432">26107 7534 19529,'3'-2'3876,"-1"0"-2185,-2 2-1500,80-32-91,-20 18-103,-8-5 1,2 2-561,-13 12 0,-2 2-949,23 1 1512,-18 2 0,-2 1 0,5-1 0,-6 2 0</inkml:trace>
  <inkml:trace contextRef="#ctx0" brushRef="#br0" timeOffset="193749">26636 7794 26586,'53'-18'54,"0"-1"0,-2 1 1,-3 4-44,-14 9 0,-1 2 3,0-2 0,-2 0 25,28-3-39,-12-1-22,-12 1-17,-16 2-342,-10 1-1120,-8 3-5400,-8 0 6901,-1 1 0,0 1 0,3 0 0</inkml:trace>
  <inkml:trace contextRef="#ctx0" brushRef="#br0" timeOffset="194941">27463 7720 16882,'35'-35'1088,"-1"0"0,1-1 0,7-5 0,-8 4 106,-13 1-814,-17 23 1029,0-13-967,-6 15-158,0-3-116,-5 8-30,-5 4-71,-27 11-28,-7 9-20,13-3 1,-1 2-1009,3 3 0,2 1 989,-16 14-90,20-8 0,3 0 51,4 7 44,-1 13 18,23-17 10,11-9-16,3-8 67,13-7 84,-1-10 2170,12-8-1957,9-18-101,-8-3 5,0-10 84,-20 14-33,-1-9-151,-13 20-51,0-3-95,-7 14-61,-2 7 28,-3 9 10,-4 10 7,-7 15-29,-3 10-39,-2 7-1206,3 7 994,4-10-1123,8-9 1,1 1-4294,6 16 5673,-1-19 0,1-3 0,3-1 0,0-17 0</inkml:trace>
  <inkml:trace contextRef="#ctx0" brushRef="#br0" timeOffset="195224">27996 7628 20576,'0'-6'4016,"0"2"-3725,13-25 1,7-4 83,2 12-249,2-13 0,3 4 31,3 25-73,-1 9-39,-1 9-23,-1 15-5,-3 14-6,-5 12-19,-13-23 0,-2 1-842,-1 3 1,-2-1 704,-4 20-692,-3-16 0,-3-1-2305,-5 7 3142,-9 13 0,12-34 0,2-8 0</inkml:trace>
  <inkml:trace contextRef="#ctx0" brushRef="#br0" timeOffset="195398">27993 7809 20929,'0'-5'3943,"-1"2"-3528,1 3-252,55-60-135,-11 39-363,2-13 0,4 3-723,-14 24 0,1 5 799,5-1 1,-3 0 0,5 0 0,-5 1 0</inkml:trace>
  <inkml:trace contextRef="#ctx0" brushRef="#br0" timeOffset="197317">29247 7755 19720,'-3'-2'4424,"1"1"-3578,2 1-829,56-52-34,-27 38-109,22-15 0,5 6-804,1 27 487,-17-1 1,0 3-1160,14 12-940,-20 6-466,-21 2 1216,-29 4 1428,-23 3 630,10-16 0,-3-1 333,-4 1 0,-3 0 448,0-1 0,-2-1-61,2-2 0,1 0-238,4-3 0,2 0 361,-19 4 11,18-5-666,17-5-230,14-2-140,18-4-62,21-4-44,20-3-376,-21 3 0,2-1 372,2 0 1,0 0 14,0-2 0,-1-1 14,-3 0 0,-2-3 33,-4-1 1,-3-3 24,13-20-22,-17 5 169,-14-17 27,-13 18 134,-5-11 102,-5 17 697,2 8-916,4 8 71,4 5-290,3 4-22,1 8-44,0 7 44,4 11-22,4 6-40,4 7-139,2 6-567,-5 7-1639,-17 3 2396,-7-24 0,-2-2 0,-4 3 0,-9-4 0</inkml:trace>
  <inkml:trace contextRef="#ctx0" brushRef="#br0" timeOffset="197884">30084 7762 20420,'3'-2'3965,"-2"-1"-2760,-1 3-1071,-32 28-72,10 1-54,-2-3 0,2 2 15,2 19-6,10-1-12,16-3 18,12-2 10,18-3-22,14-4-11,-21-19 0,2-2 3,-1-3 0,1-1 8,23 2 28,-12-11 29,-14-10-12,-12-10-34,-10-8-5,-10 1 28,-25-21-45,-5 10 2,2 5 1,-1 0-319,-9-4 324,15 11 1,1 0 13,2-7 17,2-4 17,11 2-33,12 6 5,11 3-6,25 1-22,-11 11 0,14 4-5,-17 9 332,2 7-338,4 5-6,-1 11-28,-4 11-134,-5 12-420,-8 11-1407,-12-18 1,-4 1-2911,-2-5 1,-2-2 2982,-9 27 0,5-31 0,9-21 0</inkml:trace>
  <inkml:trace contextRef="#ctx0" brushRef="#br0" timeOffset="198150">29788 8313 21293,'-49'-4'950,"0"-1"1,3 1-1,20 1-513,40 0-347,20-1-62,14 1-507,-11 1 0,1 0 465,0 1 0,2 0-70,14 0 0,3 1-187,-6 0 0,1 2 1,0 0-1222,-5 1 0,-2 1 1,0-1 682,0 1 1,-1 0 0,-1 1 808,18 5 0,-8 0 0,-14-3 0,11 3 0</inkml:trace>
  <inkml:trace contextRef="#ctx0" brushRef="#br0" timeOffset="198350">29901 8550 25791,'45'-5'115,"-1"-1"1,1 1-1,7 0 1,1 0-1,-5 1-444,-5 2 0,0 0 118,2 0 0,4 0 1,-5-1-412,-7-1 0,-4 0 0,4 2 0,-5 0 0,1-5 0</inkml:trace>
  <inkml:trace contextRef="#ctx0" brushRef="#br0" timeOffset="204975">20014 2287 17354,'-3'1'3213,"1"0"-4086,2-1 734,3 5 0,-2-4 0,3 4 0</inkml:trace>
  <inkml:trace contextRef="#ctx0" brushRef="#br0" timeOffset="206925">1295 3103 18592,'-8'-4'145,"4"1"-78,14 7 342,10 1-134,1-1 115,21 1-201,-10-4 1,2-1-106,2 2 0,3-2-338,9 0 1,1 0 350,-6-2 1,-1 1 35,0-2 1,0-1-31,-3 0 1,1-1-52,-3 0 0,-1 1-23,-2-1 0,-2 1-120,26-3-218,-10 3-2256,-10 2-5177,-13 1 7738,-7 1 0,-12 0 1,-3 0-1</inkml:trace>
  <inkml:trace contextRef="#ctx0" brushRef="#br0" timeOffset="208425">23742 1187 20265,'-7'-34'2164,"0"6"-1986,6 26-148,-1 2 1,-3 4 35,-6 6 1,-5 7-23,-4 6-44,0 2 17,7-2 22,6-1 39,9-5 118,6-4 152,4-5 88,5-5-49,3-6-74,1-7-16,0-6-6,-2-6-49,-6-2-24,-5 1-33,-5 3-62,-2 3-5,-4 5-68,-1 4-39,-3 4-11,-3 2-16,-2 1 10,0 4-44,0 1-40,3 3-112,3 3-347,2 1-627,6 4-1793,7 1-6862,4 0 9164,-1-6 1,-3-3 0,-7-6 0</inkml:trace>
  <inkml:trace contextRef="#ctx0" brushRef="#br0" timeOffset="208798">24188 1219 18352,'-6'-4'4006,"2"0"-3071,4 4 23,0 0-914,-37-19-16,21 22 12,-29-11-29,31 31-17,4 1 40,5 2-1,3-3 57,7-4 123,1-5 117,4-6 108,1-4-46,1-7-252,-3 0 235,5-14-190,-4 0-40,1-9-83,-4 7 44,-3-6-83,-3 10-236,0-3-885,-4 10 1098,-2 4 0,1 2 0,0 2 0</inkml:trace>
  <inkml:trace contextRef="#ctx0" brushRef="#br0" timeOffset="220108">25082 9038 25735,'12'-49'62,"-9"20"-163,-29 82-110,11-23 1,2 0-361,1 4 0,2 0-782,1 2 0,4 1-3563,6-1 1,1-2 3351,4 15 0,4-17 1,-7-24-1</inkml:trace>
  <inkml:trace contextRef="#ctx0" brushRef="#br0" timeOffset="220465">25619 9085 24811,'-35'0'134,"-1"1"0,-22 11-111,43 36-23,6 2 0,5-10 33,10 13-5,4-22 34,7 7 140,2-20 84,0-10-57,2-15-16,0-10 34,1-14-23,-4-9-45,-3-7-56,-5-1-67,-5 9 22,-3-12-44,-3 23-34,-1-9-230,-2 20-817,1 7-3860,0 5 4907,1 3 0,2 1 0,-1 1 0</inkml:trace>
  <inkml:trace contextRef="#ctx0" brushRef="#br0" timeOffset="221991">24611 9057 14633,'1'-7'7018,"1"1"-5326,-2 6-1092,0 0-371,2-43-27,-6 54-73,-2-19-101,-3 38 0,0 19-290,-4 10 158,3-13 1,3 1-1000,4-14 0,2 0 1103,0 13 0,0-2 0,2 5 0,1-7 0</inkml:trace>
  <inkml:trace contextRef="#ctx0" brushRef="#br0" timeOffset="222424">26044 9254 25830,'37'-25'-637,"-1"1"0,1 0 0,13-11 0,-4 11 637,-3 24 0,-20 0 0,0 0 0</inkml:trace>
  <inkml:trace contextRef="#ctx0" brushRef="#br0" timeOffset="222898">27176 9127 20006,'8'-7'2431,"-1"1"-1617,-7 6 452,0 0-808,-11-61-229,-2 40-173,1-13 0,-4 4 76,-17 23-31,-8 8-27,7 4-1,-17 16-34,18 3-28,-9 12-50,18-3 22,10-2 34,10-4 11,11-6 39,10-4 96,11-8 38,6-6 12,3-10 39,0-5 0,-3-7-45,-5-4-134,-10 6 207,-1-5-123,-10 12-84,0-1-23,-7 9-39,-1 3-11,-3 17 17,-4 5-6,-5 19-33,-2 6-17,-1 7-554,4 6 193,7-30 0,1 2-833,1 0 1,1 2 1232,4 2 0,1-3 0,-2 7 0,6-7 0</inkml:trace>
  <inkml:trace contextRef="#ctx0" brushRef="#br0" timeOffset="223365">27549 9134 25309,'-15'-30'997,"10"2"-789,31 12-68,7 0 0,4 0-28,3 1-34,1 2 6,-1 5-56,0 4-11,-2 9 22,-5 7-22,-3 13-28,-10 11 5,-8 10 12,-10 9-336,-10 4 291,-4 2-129,-4-1-431,2 0-757,4-3-1192,3-7-4358,4-11 6906,2-13 0,1-14 0,0-7 0</inkml:trace>
  <inkml:trace contextRef="#ctx0" brushRef="#br0" timeOffset="223525">27714 9368 18067,'-2'-4'6094,"0"1"-5932,2 3-1791,56-55-8202,-10 35 8559,-9-10 1,0 2 0,-2 22-1,-25 4 1</inkml:trace>
  <inkml:trace contextRef="#ctx0" brushRef="#br0" timeOffset="224132">28790 9153 22671,'-3'-3'1865,"1"0"-1725,2 3-162,63-27-23,-22 21-217,5-6 0,1 2 27,7 21-95,-7 6-34,-11 5-213,-14 5 34,-15 2 207,-18 0 218,-17-1 168,-17-2 107,-10-3 124,-2-2 66,4-3 6,11-4-40,12-2-117,13-3 344,10-2-204,7-2-89,8-2-107,9-1-79,8-1 12,4-6 95,8-12-129,-12 0 45,9-20 0,-12 0 40,4-12 167,-3-1 129,-6 6 17,-6 8-17,-4 10-73,-2 9-156,-3 9-135,-1 5-28,0 2 5,-1 6-33,0 5 23,2 10-18,3 9 7,4 6 4,13 15-44,-5-13-117,11 19-695,-15-17-3426,-7 13 4266,-13-8 0,-1-17 0,-3-13 0</inkml:trace>
  <inkml:trace contextRef="#ctx0" brushRef="#br0" timeOffset="227576">29803 9126 21119,'2'-6'3932,"0"1"-3052,-2 5-701,8-1-100,-12 22-68,3 8-140,-14 26-622,1 5-2284,2 2 2356,8-27 1,0-2 0,-1 3-1,3-3 1</inkml:trace>
  <inkml:trace contextRef="#ctx0" brushRef="#br0" timeOffset="232308">30617 9252 13575,'-7'0'5635,"2"0"-1216,5 0-3999,10-40-140,0 24-118,11-31-61,0 35-28,3 3-23,2 2-38,1 4-12,-1 2-28,-4 7 11,-4 5 6,-7 9 5,-5 8 12,-11 5-12,-6 2 12,-10 1 10,-6-2-10,-4-4 5,0-4 23,3-6 33,2-6 73,6-6 112,7-4 1,5-3-80,4-5-111,4-2-73,7-3 11,5 2 11,10 3-17,3 5 12,3 5-1,-2 8 1,-3 7 5,-3 7-22,-5 4 17,-6 2 16,-4-3-22,-11-4-22,-7-6-23,-13-5-118,-10-5-380,-8-5-1804,-4-4-7484,2-3 8684,14-1 0,12-1 1,14 2-1</inkml:trace>
  <inkml:trace contextRef="#ctx0" brushRef="#br0" timeOffset="236050">29754 9368 11525,'0'-5'7931,"0"0"-7007,2-26 0,1-7 326,1 4-772,0-9 1,1 1 216,0 16-270,-1 11-273,-1 7-136,-3 6 35,0 9 22,-3 10-6,-3 16-17,-1 0 9,-1-1 0,0 3 8,-2 17-202,3-13 1,1 0 146,0 24 4,3-6 24,4-10 4,2-11 97,2-15 279,-1-9 112,-1-8-218,0-11-180,0-8 252,3-16-335,1-14-1,2-13-266,-4 25 1,1 0 226,-1 0 0,2-1 11,7-26-158,0 14 153,-3 16-17,-4 15-23,-4 12 18,-3 15 10,-2 23 457,-1-3-456,-4 30-12,-3-11-98,4-20 1,0 2 105,0-1 1,1-1-12,-1 3 1,2-3 31,-2 9-23,1 1 22,4-29 107,0-1 22,1-9-22,6-19-129,-2 1 431,10-28-397,-1-2-29,-4 13 1,-1-2 5,2-11 0,-1-1-163,-2 9 1,-2 1 170,1-2 1,-2 5 25,-1 1-22,-4 16-46,-4 15 29,-7 11-6,-17 24 11,-2 9-11,-2 7-6,4 7 1,10-9 319,1 12-280,9 1-17,7-23-1,6-3 40,2-26 40,4-6-12,4-16-6,11-28-67,-6 4 17,-5 4 0,0-1-5,4-17-18,-8 21 1,0-1 39,7-21-90,-6 12-56,-5 20-140,-4 13-28,-3 14-1075,-2 17-3109,1 12 4453,0 7 0,1-13 0,1-11 0</inkml:trace>
  <inkml:trace contextRef="#ctx0" brushRef="#br0" timeOffset="242990">4510 9479 13855,'49'0'939,"0"0"1,0 0 0,1-1 0,1 0 0,-2 0-740,-3-1 0,0 0 0,0 1-1024,2-2 0,2 1 0,-1-1 885,2 1 1,0 0 0,-1 0-36,1 0 0,-1 0 0,0 0-19,-2 0 1,0 0-1,-1 0-9,-2 0 0,-1 1 1,-1-1-5,17 0 1,-3 0-36,-5 0 0,-3 1 33,-8 0 0,-2 0 559,19-1-635,-26 2 124,-25 2 4,-29 2-10,-30 4 5,10-3 0,-4 0-19,-14 2 1,-5-2 18,14-1 1,-2 0-1,-2-1-9,-5 1 0,-2-1 0,0 1-4,13-2 1,-1 1-1,1 0 1,-1 0 22,1-1 0,-1 1 0,1 0 0,1 0-344,-14 1 0,1 0 0,2 0 407,6-1 0,2 0 0,2 1 56,-12-1 0,6 1-2,14-2 0,6 0 13,-4 0-45,25-2 175,25 0-29,23-3-202,-2 0 1,4 0 51,15-3 0,5-1-106,-9 1 1,1 0-1,3 0-2,6-1 1,2-1-1,1 1-18,-12 1 0,1 0 1,0 0-1,1 1-213,1-1 0,1 0 1,0 1-1,-1-1 198,0 2 0,1-1 0,-1 1 0,0-1-9,-3 2 0,1 0 1,-1 0-1,0 0-274,4 1 0,1 0 1,-2 1-1,-3-1 256,-3 1 1,-4 0 0,1 0-66,6 1 0,2 1 1,-9 1-268,7 4 67,-14 5 883,-52 5-611,-29-2 0,-10-2 48,12-1 0,-3-1 196,5-2 0,-6 0 0,0 1 0,1-1-131,-5 1 0,1-1 1,-2 1 2,4-2 1,-2 1 0,-1 0-1,0 0-7,3-1 1,0 0-1,0 0 1,1 0 29,-15 1 0,0 0 1,6-1-28,2 0 0,5-1 132,3-1 0,13-1 1543,24-3-1465,22-7-72,35-6-1436,12-3 1,7 0 1224,-16 3 1,3 0-7,-8 2 1,4 0 0,2 1 0,-3 0-370,2 0 0,-2 1 0,2 0-16,10-1 0,3-1 1,1 2 382,0 0 0,1 2 0,-7 0 0,-5 1 0,-5 1 0,-7 1 0,1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EEBD-6A56-E5C9-4049-7AA8D3452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D0263-5542-44BC-11AA-AE6E671CF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2698C-7562-7603-2A8B-590D7EC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F3B3D-1D68-70CA-EBCA-28808E26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07EC-E6AA-2345-2870-0E8521D2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4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8189-C876-5D31-D39E-F5734CD7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7141-7723-C472-BA9F-FAE740A7A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95B92-BBA4-9145-3C87-0A113D13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119D2-C499-6064-5ECC-46BB7317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EA21-9DF1-E7E8-5451-A42A3AA9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9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B42F-3E25-E2C6-B869-2444EF03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D0096-2C27-7266-66EB-246FD2217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552A-7FDA-5068-45B7-8F60762A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8A23D-6731-6E3A-B6A8-ADE04B96B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EC62-7898-491E-DB66-2B1BA934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5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156F-57FA-15F9-EC98-147F765A4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10947-F1BC-F27F-697D-467DF111E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C6F44-B82B-8CE3-2670-95A10BB4B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A058A-21E0-C9B5-04DA-A455E3C2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CE887-31CA-2CCA-D650-FCA72A13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1B4B5-5A01-525B-8B29-684B731E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2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2F17-AD5C-5409-D7F6-C2B3F3E5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17E4B-2A4B-3782-0B2B-2CF52757B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6C5DB-2269-8F48-39FF-6EFCB81EF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8179E-30A0-B6F5-371A-942C5F585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82E73-4E82-5020-3870-9BF71CBD8A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771BB-DC6E-09DB-CE1B-7BEFB45E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391F0-D973-4F5E-B8B0-49673C4F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113C0-E656-1205-9FEC-F9FC715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9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44FA-9964-40CF-16C6-ADFEB1DC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BC609-9282-37FD-C6E6-47E6C205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09CA8-1668-811C-74CB-6D3ADF57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D2508-CC10-F70E-E3F8-8F2F2E47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3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553AF-8AFC-C9FA-CF4D-C391D038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18C8B-C97F-A34E-F327-085D1600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07209-6E78-0CE2-82D3-9B69A28C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87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6364-67C3-9730-05FB-9F61D316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BF7-69AA-A079-5BD8-1C9CED82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3EEE2-93D7-21C9-C7A1-EA08C96B8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11E41-9464-9ED1-5AF6-567FB76E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EDEFB-70C4-20C8-4264-90D693367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E6E-6AD9-6D68-FF52-C63B79EE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7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CA36-457A-6E45-CC28-517BAADB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DC106-10C3-4660-94CC-444DAEF50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59DCE-587E-8939-DF3D-A4CA4154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7F3A7-C8B1-CDD0-06CC-8E39F9BE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DB5D9-540E-9034-6629-C27ECDDE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A8DE9-54AE-9122-0C0C-2A53F436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9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BB86-5894-8D55-D95C-DA5A85C9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6D844-167A-A1A0-83F3-59E6491F6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99FF4-FBA5-B4F9-D843-3BC0B4C39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2B784-3332-2532-6793-D809A51A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B9F1-57F3-DE84-0C8D-CD76FF96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5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F8A391-B611-602A-4511-C25C85FBA8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60FB9-3127-A6B0-ED70-5503A0CE7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B4A59-DC79-2223-42CA-4A8A89ED9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D39F3-1382-699B-640C-36963229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5BCA5-C837-1315-A95A-DE571A11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8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06635-1E73-FA1C-1B13-429986BB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303E6-7495-3160-CE11-A01236B80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2EF8D-95C9-74CB-89BC-4229183F3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6E1A1-E5D9-F441-85EC-B9F8A118883D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C901-218E-E758-B3E8-13AA67BB6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71BF-D340-DC1B-2180-6C9BD4BCE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E8C26-A422-6B4F-8268-91F05908F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5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4FE2B1F2-2E7E-1EAB-5BE5-CF28053440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1033EE-56B0-9ABD-5DB3-43D5F40803C3}"/>
                  </a:ext>
                </a:extLst>
              </p14:cNvPr>
              <p14:cNvContentPartPr/>
              <p14:nvPr/>
            </p14:nvContentPartPr>
            <p14:xfrm>
              <a:off x="1691280" y="3358440"/>
              <a:ext cx="622800" cy="352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1033EE-56B0-9ABD-5DB3-43D5F40803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1920" y="3349080"/>
                <a:ext cx="641520" cy="37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00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B4D941F0-7D18-9139-9D63-59DD6FB185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C6F71DB-A31C-4715-691B-9AD63C2E4B57}"/>
                  </a:ext>
                </a:extLst>
              </p14:cNvPr>
              <p14:cNvContentPartPr/>
              <p14:nvPr/>
            </p14:nvContentPartPr>
            <p14:xfrm>
              <a:off x="1139040" y="470520"/>
              <a:ext cx="9654840" cy="3814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C6F71DB-A31C-4715-691B-9AD63C2E4B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9680" y="461160"/>
                <a:ext cx="9673560" cy="38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625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0CEEF-9AC5-3788-2B8B-558A765D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40A03F-3AA3-ABB9-4D38-7E12153CD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4C0663A-EA07-96C2-A7DB-C9B50FC3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1002D8-81E5-1504-25B2-CA6FEEFF6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46517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D514C6-B368-B614-F253-295A93F1E9FA}"/>
                  </a:ext>
                </a:extLst>
              </p14:cNvPr>
              <p14:cNvContentPartPr/>
              <p14:nvPr/>
            </p14:nvContentPartPr>
            <p14:xfrm>
              <a:off x="461880" y="87120"/>
              <a:ext cx="10636200" cy="6714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D514C6-B368-B614-F253-295A93F1E9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520" y="77760"/>
                <a:ext cx="10654920" cy="67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539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2026-02-17T09:41:23Z</dcterms:created>
  <dcterms:modified xsi:type="dcterms:W3CDTF">2026-02-17T10:24:12Z</dcterms:modified>
</cp:coreProperties>
</file>