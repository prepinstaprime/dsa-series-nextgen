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38:50.0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2335 2969 14471,'14'-57'2608,"-1"0"1,1-6-1,-1 2-1805,-6 22 1,-2 0-230,1-6 0,-1 0-39,-2 1 1,-1 2-1401,0-16 1067,-2 11 572,0 26-645,0 14 112,-2 11-163,-1 18 6,-6 29-45,0-12 1,-1 3-542,1-3 0,-2 2 522,0-2 1,-2 3-1,1 1-9,-1 3 0,0 2 1,1-1-14,1 1 0,1-1 0,0 0 4,0-3 0,1-1 0,4-1-11,8 16 1,5-7 271,6-5-277,4-9 0,5-4-9,16-10 23,-7-14 0,2-6-5,25-13 16,-25-4 0,-2-4 6,8-15 2,-18 8 1,-3-2 30,9-20 12,-12 12 0,0-1 89,4-20 73,-4-1-107,-10 30 107,-4 7-116,-2 13-108,0 1 0,0 6 1064,-2 7-1064,-4 10 406,1 3-406,-5 19-35,0 10-413,3 4-437,7 5-1019,13-18-23,3-13 1927,18-4 0,-21-16 0,7 1 0</inkml:trace>
  <inkml:trace contextRef="#ctx0" brushRef="#br0" timeOffset="191">2944 2790 23220,'-4'-5'3372,"0"1"-2930,4 4-234,0 0-600,-60-52-454,45 47-272,-15-15 1,4 7 1117,36 52 0,-5-16 0,3 3 0</inkml:trace>
  <inkml:trace contextRef="#ctx0" brushRef="#br0" timeOffset="599">3101 2951 28317,'0'-32'61,"2"24"-61,5 70 0,-4-26 0,-1 1-306,-1 0 1,0 1 294,-1-2 0,0-1-6,2 24 222,1-16-143,1-21 134,2-19-123,6-20 0,6-19-50,7-18-23,-11 23 0,-1-1 22,1-2 1,0 1-23,0 2 0,-1 0 0,11-22 0,-3 13 0,-4 14 0,-2 13 0,0 14 0,4 14 0,4 16 0,5 13 0,-12-16 0,0 0-124,1 3 1,1 1-365,0 1 0,2-1-377,0 0 0,1 0-2084,0-4 0,-1-2 2949,15 15 0,-14-19 0,-11-13 0</inkml:trace>
  <inkml:trace contextRef="#ctx0" brushRef="#br0" timeOffset="809">3911 2847 24486,'0'-53'1239,"-1"-1"1,1 7 0,0 8-1050,-2 15 34,2 11-172,0 11-52,2 11 0,5 18-24,4 22-15,-3-15 0,-1 2-700,0 9 1,0 1 576,-3-8 0,0 2-779,-2 4 0,-1 3 0,0-2-3975,0 1 1,0-2 3846,-1 10 0,1-5 1,1-2-1,-1-36 1</inkml:trace>
  <inkml:trace contextRef="#ctx0" brushRef="#br0" timeOffset="1866">4266 3119 21383,'7'-48'1505,"0"-1"0,0 8 0,-3 5-990,-6 10-302,-3 13-135,-3 12-5,-4 11-34,-8 11 6,-6 14-17,-10 13-17,15-21 0,-1 2-172,-2-1 1,-1 1 202,2-3 0,-1-1 70,-14 12-22,14-14-28,12-11-1,10-8-38,10 0-46,13-1-61,19 2-179,20 0 16,-23-2 1,2 0-130,4 1 1,1 0-550,2 0 1,-1 0-109,1-1 0,-1 0-586,-1-2 0,-1-2-633,-3-2 1,-1-2 217,-6-1 1,-1-2 1272,14-14 2032,-21 3 5372,-15-13-3159,-15 10-846,-5-9-1126,-8 10 216,1 4-944,-2 4-235,5 4-224,2 4-174,3 4-90,2 5-16,5 6-22,0 6-1,7 5-5,3 1-12,10-2-5,6-6 6,5-5-6,4-10 0,4-10 6,1-11 38,0-11 12,-7-5 12,-12-3 27,-11 1 0,-16 2 6,-9 7-83,-11 7-18,-5 10 0,-3 9 0,0 13 0,1 10 0,5 14 0,8 12 0,9 10-410,13 6 258,6-28 0,4 0-145,6 0 1,3-1-248,6 0 1,5-3-811,5-1 1,3-4-137,5-2 0,3-4-482,1-4 1,2-4 55,-1-2 1,0-5 1055,-3-6 0,-2-3 1414,-3-2 1,-3-4 1083,-3-4 1,-3-3 377,-3 0 0,-2-2 701,14-26-1071,-11-2-553,-11-2-388,-9 2-184,-13 9 182,-13 12-457,-21 15-44,-16 19-132,22 3 0,-1 3 154,-1 6 0,2 2-213,2 3 0,2 3-11,5-1 0,3 2 238,-5 24-255,14-6 28,20-7-39,12-11 0,19-13-17,13-16-232,-21-5 0,0-4 279,4-5 1,-1-4 8,-1-5 1,-1-3 10,-3-5 0,-2-3-14,-5-6 1,-4-2-299,-3-6 1,-5-2 326,-2-3 0,-3-2-37,-2 1 0,-2 1 0,0 5 0,-1 3 0,0 9 0,-1 3 0,1-13 0,-3 24 0,1 14 0,-4 12 513,-3 14-513,-4 18 0,-3 25 0,6-18 0,1 4-64,1 8 1,1 3 63,1 7 0,2 2-400,4-17 0,2 0 0,1 1-2807,3 1 1,1 1-1,2-2 3207,1-4 0,1-1 0,0-4 0,2 2 0,-1-5 0,5 4 0</inkml:trace>
  <inkml:trace contextRef="#ctx0" brushRef="#br0" timeOffset="2749">6340 2987 20254,'14'-60'1011,"0"0"1,0 0 0,-3 15 0,-1 3 0,-1 3-662,-2-2 0,-3 8 678,-2 9-809,0 5 6,-2 12-180,-2 24-11,0-1 22,-2 37-34,-1 9-492,3-17 0,-1 2 473,-1 4 0,0 3 0,1-11 1,1 2 0,-1-2-18,1 9 0,-1-1 0,2-3 0,1-4 247,8 18-267,5-31 23,6-4 34,14-26-1,3-22-5,1-7 25,-16 4 0,-1-2 64,10-21-254,-13 17 0,0-1 212,-2 2 0,-2 0 195,10-27-259,-10 24 1021,-5 7-1021,-6 21 0,-2 3 0,0 7 0,0 13 0,0 7 456,0 3-456,2 7 0,3-4-1021,11 18-1242,0-11-7568,6-1 9062,-9-19 1,-5-9 0,-5-8 0</inkml:trace>
  <inkml:trace contextRef="#ctx0" brushRef="#br0" timeOffset="2933">6926 2766 26189,'-39'-31'-9831,"18"29"7757,39 36 0,-1 1 1,-14-28-1</inkml:trace>
  <inkml:trace contextRef="#ctx0" brushRef="#br0" timeOffset="3192">7167 2908 27718,'-11'-42'248,"0"-1"0,0 0 0,3 18-253,7 26 10,5 12-10,13 30-12,5 9-537,-4-14 1,0 0 503,7 18 2,-8-22 1,1 1-203,-2-2 0,0 0 90,-1-1 1,-1-1-82,0 1 0,-5-3-588,-12 5 146,-6-14-4101,-28-10-4323,3-17 9107,-9-4 0,21-1 0,9 3 0</inkml:trace>
  <inkml:trace contextRef="#ctx0" brushRef="#br0" timeOffset="3342">7022 2989 26665,'11'-42'89,"-6"24"-520,-12 70-600,3-19 1,-1-1-3865,-3 21 3832,2 5 0,4-36 0,0-1 0</inkml:trace>
  <inkml:trace contextRef="#ctx0" brushRef="#br0" timeOffset="3649">7664 3079 26962,'7'-44'376,"0"0"1,0-1-1,2-9 1,-3 0-276,-4-7 1,-3 1-1089,-2 16 1,0 0 986,-2-18 0,-1 1 0,-1 21 0,0 4 611,-8-15-611,3 24 323,3 16-323,3 10 0,1 14 0,-1 14 0,-3 24 0,6-16 0,-1 2-173,2 9 1,0 1 172,2 7 0,3 1 0,1 4 0,2 0 0,4 1 0,3-1-23,2-1 1,3-2-488,2-3 0,2-2-853,0-5 0,0-2-3553,-3-6 1,-1-3 4367,6 10 1,-12-19 0,-11-19 0</inkml:trace>
  <inkml:trace contextRef="#ctx0" brushRef="#br0" timeOffset="3808">7545 2967 26230,'50'-27'-203,"1"0"0,0 0 1,-3-8-1,-5 9 0,11 20 1</inkml:trace>
  <inkml:trace contextRef="#ctx0" brushRef="#br0" timeOffset="4225">8484 2540 24951,'-2'-5'2677,"1"1"-1915,1 4-751,-51-24-11,28 34-11,-36-10-6,46 41-22,11 3 27,9-2 18,10-6 0,4-10 38,1-12 18,-2-13 11,0-14 33,-1-12-54,-3-7-52,-6-3 0,-6-1 0,-8 5 0,-4 4 0,-4 8 0,-1 8 0,2 6 0,-1 10 0,-2 11-220,0 15-861,0 15-1518,7 14 2599,6-23 0,2-1 0,0 6 0,4-4 0</inkml:trace>
  <inkml:trace contextRef="#ctx0" brushRef="#br0" timeOffset="4508">8582 2994 24195,'3'0'2957,"-1"-1"-1731,-2 1-1198,-46 50 34,43-28-37,-17 9 0,7-3 31,38-13-5,6-6-5,1-6-46,-2-8 0,-6-6 0,-9-7 0,-8-4 0,-11-3 0,-8-2 0,-11 3 0,-7 4-7,-6 7-1404,-5 6 1411,-4 11 0,19-2 0,3 5 0</inkml:trace>
  <inkml:trace contextRef="#ctx0" brushRef="#br0" timeOffset="4982">2262 4192 15720,'-50'8'943,"0"0"1,0 0 0,-1 0 0,-9 2 0,2-1 0,4-2-303,-1 0 0,6-1 110,-10 0 223,44-9-698,60-8-125,2 0 0,10 0-975,-1 1 1,4-1 0,4 1 847,-16 2 1,1 1 0,2-1 0,1 0-1,1 1-306,-2 0 0,1-1 0,1 1 0,1 0 1,1 0-1,0 0 290,6-1 0,1 0 1,1 1-1,0-1 1,1 0-1,1 1-223,-6 0 1,1-1 0,1 1 0,0 0 0,1 0 0,0 0 0,0 0 216,-4 0 1,0 0 0,1 0 0,0 0 0,0 1-1,1-1 1,-1 0 0,2 0-128,-5 1 0,1-1 0,0 1 0,0 0 1,1-1-1,-1 1 0,1 0 0,1-1 1,-1 1 130,3 0 0,0-1 0,1 1 0,-1 0 1,1 0-1,0 0 0,1 0 0,-1 0 1,1 0-32,-5 1 0,0 0 0,0 0 0,1 1 0,-1-1 1,1 1-1,0-1 0,0 1 0,0 0 0,0 0 29,0 1 0,0-1 0,1 1 0,-1-1 0,1 1 0,-1 0 0,1 0 0,-1 0 0,1 1 0,-1-1 1,-1 1 0,0 0 0,0 0 0,-1 0 0,1 0 0,0 0 0,-1 0 0,0 1 0,0-1 0,0 1 1,3 0 1,-1 0 0,0-1 0,0 1 0,-1 1 0,1-1 0,-1 0 0,1 0 0,0 1 11,0-1 0,2 0 0,0 1 0,0 0 0,0-1 0,-2 1 0,-1-1 0,-2 1 0,-3 0-8,6 0 0,-3-1 1,-3 1-1,-1 0 0,1 0 1,1 0 43,4-1 0,3 1 0,0 0 1,-1 0-1,-6 0 0,-5 0-26,1 0 0,-7 1 0,0-1 332,2 0 0,-2 1 1,-4-1-412,24 1-1133,-63-9 1184,-18-1 0,-10-2 0,13 5 0</inkml:trace>
  <inkml:trace contextRef="#ctx0" brushRef="#br0" timeOffset="107724">6046 6046 19132,'-43'-29'586,"-1"1"1,1 0 0,-2 1 0,0 1 0,4 11-430,8 16 0,1 6-1055,-13 4 1,-2 6 1048,-6 11 1,-1 8-715,13-4 1,0 4 0,1 2 641,6-3 1,0 1 0,0 2 0,1 2-29,-3 4 1,1 2 0,1 2 0,1 1-23,-1 2 1,2 1-1,1 1 1,1 1-256,4 0 1,0 0-1,3 1 1,2 0 236,3-2 0,2-1 0,3 1 1,5 1 0,6 4 1,4 1 0,6-1-1,2-3-592,9 6 0,5-3 1,4-2 577,1-2 0,4-3 0,8-6-3,0-15 1,5-4 0,3-5 0,1-2-198,2-4 0,1-5 0,3-2 0,2 0 196,-8-2 1,2 0-1,2-1 1,1-1-1,1-1 1,0-1-55,-3-1 1,0-1 0,0-1 0,2-1 0,0-1 0,1-1 0,2-1 52,-3 0 0,2-2 0,1-1 1,2 0-1,0-2 0,-1 1 0,-1 0 1,-2-1-1,-2 1-31,9-1 1,-4 0-1,-1 0 1,-1 0 0,2-2-1,3-2 45,-4 0 1,4-1 0,1-1 0,1-1-1,-1-1 1,-1 0 0,-4 0 0,-5-1 21,7-4 0,-6 1 0,-3-2 0,0-1 0,1-2 2,-2 2 1,0-2 0,1-1 0,-1-2 0,-2 0 0,-2-1 77,2-5 1,-1 0 0,-3-3-1,-3-1 1,-3-4-67,-2-5 1,-4-6 0,-3-1 0,-3 1 0,-2 3-33,-3 4 0,-2 3 0,-3-1 0,-3-3 2,-4-3 1,-3-3-1,-2-3 1,-3 3 0,-4 4 143,-7-8 0,-6 5 1,-4 0-149,2 4 1,-3 0 0,-3 0 0,-5 2 9,-3 7 0,-5 2 0,-3 1 0,-2 3 0,-1 2-12,-7-2 0,-2 3 0,-2 3 0,-4 3-15,11 6 1,-4 2-1,-1 1 1,0 1 0,0 2-1,3 2 14,-8 0 1,2 3 0,0 3-1,-3 2-94,-1 1 1,-4 3 0,-1 1 0,0 2-1,2 2-161,7 1 1,2 1-1,0 2 1,-1 1-1,-1 1-481,-1 1 1,-3 1 0,0 1 0,-1 2 0,2-1 0,1 1 679,-3 3 0,-1 0 0,3 1 0,1-1 0,5 0 1,-12 5-1,4 0 0,8-2 0,5 0 0,1-1 0</inkml:trace>
  <inkml:trace contextRef="#ctx0" brushRef="#br0" timeOffset="108500">5901 6530 19530,'-18'-41'543,"-1"0"0,4 4 1,2 10-510,5 23 1277,1 12-1015,-10 25-116,-3 13-119,6-12 1,0 2 63,2-4 0,2 1-103,2-1 1,1-1 320,2 23-242,14-12 793,10-12-625,13-16 12,9-17-18,5-17-140,-9-5 92,-10-3 1,-4-3 76,2-16-242,-9 13 1,-5-2 123,-12-18-46,-15 4-72,-4 14 7,-22-6-13,11 21-39,-12-3-33,15 15-34,6 9 0,8 6-204,0 29-1555,10 6-1672,6-8 0,4 1 2656,10 21 0,2-20 1,-6-16-1</inkml:trace>
  <inkml:trace contextRef="#ctx0" brushRef="#br0" timeOffset="108924">7295 6445 22055,'0'-9'1459,"-3"-28"0,-3-6-736,-3 6-491,0-10 1,-1 2 97,-8 15-162,-2 13-106,-3 11-23,-8 21 0,-8 16-28,17-7 1,0 3-10,1 2 1,1 2-165,5 1 0,3 1 179,2 27-17,24-4-6,21-10 11,-8-26 1,4-4-6,4-2 0,2-3 3,3-3 0,0-3 14,0-4 0,-1-4 22,-4-3 0,-2-4 67,22-19 23,-20-11 28,-16-5 0,-19-3-160,-16 0 98,-15 3-50,-11 5-28,-9 8-29,-6 10-10,11 11-309,11 10 1,1 4-2297,-11 14 1979,14-1 0,1 1 0,5 3 1,8 2-1</inkml:trace>
  <inkml:trace contextRef="#ctx0" brushRef="#br0" timeOffset="109817">6304 7181 20011,'-1'-4'4100,"0"1"-2835,1 3-1197,-18-2 5,13 20 22,-9 4 11,29 19 23,14 0 45,16-8-326,-16-20 0,3-3 222,5-2 0,2-4-20,4-3 1,2-4-6,2-3 0,-1-4-3,0-2 0,-2-3 0,-4-2 0,-3-2 14,-4 2 0,-3-2 95,15-17 28,-16 5-11,-15 6-50,-8 4-40,-8 6-22,-3 6-28,-5 4 460,-6 9-504,-7 9 16,-5 12 11,-6 7-17,-1 6 17,-3 1 1,-3 0 4,-2-5-10,-5-4-23,-1-7 12,1-9 16,4-6 0,4-10 11,4-7-5,4-7 0,4-6 5,2-6 18,4-3-12,3 0-45,4 3 22,3 7 7,2 9-12,2 5 0,1 5-23,1 9 18,-2 7 10,2 18-5,1-5-5,2 17-18,8-12 23,7 5 23,12-5-1,13-8 28,15-11-33,-20-12 0,3-4-310,5-4 1,3-4 306,3-5 0,1-2-442,1-3 0,-1-2 444,-4 0 1,-2 0 2,-7 1 1,-3 1 3,12-13 16,-18 9-140,-15 10-817,-7 8-3122,-5 8 4040,-1 6 0,1-1 0,0 0 0</inkml:trace>
  <inkml:trace contextRef="#ctx0" brushRef="#br0" timeOffset="110741">5622 8179 17143,'4'-60'1166,"0"0"0,1 0 1,-2 7-1,0 1 0,-2 7-648,-2 8 0,-4 6 256,-7-6-539,-10 28-16,-10 35-76,9 1 0,0 7-1039,-7 15 1,0 7 955,7-9 0,-1 3 0,2 3-618,2-6 1,1 2 0,1 1-1,0 2 569,2-5 0,0 1 1,1 1-1,1 1 0,-1 0-292,0 5 1,1 1 0,0 0 0,0 1-1,2 1 221,0 1 1,1 1 0,0 0 0,2 1-1,2-1-515,0 0 1,2 0-1,2 0 1,1-1-1,3-1-820,3-3 1,2 0-1,2-2 1,1-1-1,2-2 1322,2 4 0,3-2 0,1-3 0,0-5 0,9 16 1,2-10-1,10 0 0</inkml:trace>
  <inkml:trace contextRef="#ctx0" brushRef="#br0" timeOffset="111217">7980 7570 17927,'-26'-51'2163,"0"0"1,2 5 0,2 7-1626,4 11-226,6 12-133,11 20 124,12 19-23,12 29-1095,-3-10 0,2 7 838,-6-8 1,1 6 0,0 2 0,-1 0-618,-2 1 0,-1 2 0,-1 0 0,-1 0 591,2 3 0,0 0 1,-2 1-1,-3 2-26,-4-6 0,-2 1 0,-1 2 0,-2-1 0,-2 0-604,-4 8 1,-2-1-1,-2 1 1,-2 3 337,2-13 1,0 3 0,-2 0 0,0 2 0,-2-1 0,-1 0 200,-4 4 0,-2 2 1,-1-1-1,-1-1 0,1-2 1,2-6-1,0 2 0,2-5 1,0-3-1,-1 0 1,-6 8-1,-1 1 0,0-1 1</inkml:trace>
  <inkml:trace contextRef="#ctx0" brushRef="#br0" timeOffset="115758">6326 10869 26200,'-53'-29'317,"-1"-1"1,2 6-1,3 11-258,16 19 0,3 9-313,-1 1 0,3 4 257,2 2 0,3 2 19,-7 27 28,19-1-50,22-1-5,17-1 5,-5-23 0,3-1-317,4 2 0,2-1 317,3 0 0,0 0-17,1 0 0,-2-1 14,-3-1 0,-2-2 292,12 17-283,-18-9 45,-26-5-39,-24-3-24,-27 1-314,15-11 0,-2 1 334,-7 0 1,-2 0-23,-3 0 0,1 0-168,4-1 0,2-1-301,9-1 0,3-2 483,-10 1 0,25-4 0,13-4 0</inkml:trace>
  <inkml:trace contextRef="#ctx0" brushRef="#br0" timeOffset="117599">13237 5651 20123,'-28'-40'743,"1"0"1,-1 0 0,-2 4 0,0 2 0,-3 7-436,-14 4 0,-4 8-1566,-7 3 1,-2 7 1354,15 5 0,-1 3 0,0 3-421,-4 2 0,-1 3 0,-1 3 381,-3 5 1,0 2 0,0 4-15,11-4 1,1 2-1,1 2 1,0 2-5,-1 1 0,1 3 0,2 1 1,0 1-15,2 3 0,2 1 0,1 2 0,2 0-175,3 2 1,2 1 0,2 0 0,3 2 162,-3 13 0,4 1 1,6 1 0,5-1 1,5 0 0,5 0-284,6-3 1,6-1 0,4-2 270,7-1 0,4-2 0,6-3-6,7-2 0,6-3 1,4-4-190,-5-10 1,3-2 0,2-2-1,2-3 162,-3-4 1,1-2 0,2-2 0,1-1 0,2-2-130,-4-1 1,1-1 0,2-1-1,0-1 1,1-1 0,1 0 76,5-1 1,1-1 0,1 0 0,1-2 0,0 0-1,0-1-113,-5 0 1,0-1 0,0 0 0,1-1 0,0-1 0,0 0-1,0 0 56,2-1 0,0 0 0,0 0 0,0-2 0,0 1 0,0-1 1,0-1-8,-1 0 0,1-1 0,-1 0 1,0-1-1,0 0 0,0-1 0,-1 0 147,-2-1 1,0 0 0,-1 0 0,0-1 0,-1-1 0,0 0 0,-1-1 83,5-1 0,0-1 0,-2-1 0,0-1 0,-1-1 0,-1-3 43,1-3 0,-1-2 0,0-2 0,-2-1 0,-2 0 0,-4 2 7,4-2 0,-4 1 1,-2-1-1,-2-5-37,-5 0 1,0-5-1,-2-2 1,-5 1-1,-6 1 60,-5-6 0,-8 1 0,-3-3 208,1-7 1,-3-3 0,-7 1-275,-7 4 1,-7 1 0,-8 3-10,-7 7 1,-7 2 0,-4 1-1,1 4-62,0-1 1,0 4 0,-7 2 5,3 6 1,-7 0 0,-2 2 0,-1 1 0,2 4 1,-4 2 0,0 4 0,0 1 0,-3 1-24,8 2 1,-1 0 0,-1 0 0,-2 1-1,-1 1 1,1 1-55,-3 0 1,0 1 0,0 0 0,-2 2 0,0 1 0,-3 1-11,7 2 1,-2 1-1,-2 1 1,-1 1-1,1 0 1,1 1 0,1 0-1,4-1-73,-13 1 1,4-1 0,1 1 0,0 2-1,-4 1-87,6 1 0,-3 2 0,-2 1 0,0 0 0,1 2 0,3-1 0,5 1-520,2 1 1,5 0 0,1 1 0,1 1 0,-2 1-705,-7 3 0,-2 2 0,0 1 0,3 0 1,2 0 1443,-1 2 0,3 1 0,2 0 0,5-2 0,3-2 0,5 0 0,4-2 0,-15 17 0</inkml:trace>
  <inkml:trace contextRef="#ctx0" brushRef="#br0" timeOffset="118215">12820 6062 22711,'-1'-46'800,"-1"0"1,-1 3 0,-3 9-538,-10 22-33,-9 11-112,4 10 106,-13 19-56,5 6-78,-6 13-18,8 3 1,16 7-50,17-16-7,7-4 46,21-16 5,1-14 68,23-7-57,-17-6 81,-11-7 1,-3-4-59,-8-2 101,9-22 10,-23 3-161,-8-2 5,-9-2-23,-8 13-16,3 11-11,-4 4-6,4 8 0,-5 5-95,7 9-281,5 9-66,8 2-1463,19 11-4978,19 0 6883,10 1 0,-12-9 0,-12-11 0</inkml:trace>
  <inkml:trace contextRef="#ctx0" brushRef="#br0" timeOffset="118608">14488 5839 23002,'-6'-6'3478,"2"2"-2980,4 4-156,-67-60-3463,41 44 3143,-11-18 1,0 8 1022,12 37-995,7 7 491,-6 16-552,11 6 22,5 6-22,16 2 16,12-3 6,4-12-3,2-14 1,3-4 36,12-2 22,18 1 1872,-18-23-1788,-7-12 39,-10-14 29,-11-8-61,-15-2-158,-15 1 0,-18 5 0,-11 6 0,-7 9 0,2 8 0,3 7-679,9 12-2782,5 13 3461,11 5 0,10-4 0,7-6 0</inkml:trace>
  <inkml:trace contextRef="#ctx0" brushRef="#br0" timeOffset="119858">13413 6690 19406,'-1'-6'4688,"0"2"-2812,1 4-1724,6-55 32,-3 49 35,7-34-1,-2 68-39,2 10-50,5 4-6,5-2 12,10-5-12,9-9-11,10-11-6,8-11-44,-25-9 0,0-3-278,0-3 1,0-2 282,0-4 0,-2-2 3,-3 0 0,-2-2 27,16-19 15,-13 1-39,-11 4-12,-9 7-61,-4 6-224,-3 10-2501,-1 8 2725,5 27 0,-4-16 0,5 18 0</inkml:trace>
  <inkml:trace contextRef="#ctx0" brushRef="#br0" timeOffset="120891">13140 7371 17977,'-8'-50'1203,"0"0"0,0 1 0,-4 1 1,-1 0-1,-3 7-744,-5 2 0,-3 7-168,-4 3 1,-1 8 95,-18 19-197,10 14-667,13 11 1,0 6 644,1 5 0,2 8-955,-3 9 1,-1 8-1,1 2 799,8-15 1,0 0 0,1 2 0,0 2-318,0 2 1,1 3-1,-1 1 1,2 0-1,0-4 305,1 0 0,2-4 0,0 1 0,0 6-40,2-1 1,-1 5 0,1 3 0,0 0 0,1-1 0,1-3-499,2-5 0,0-2 0,1-1 0,1 1 0,0 3 77,1 3 1,0 4 0,1 2 0,0 0 0,3-3 0,3-3-1620,4 8 1,3-3-1,3-3 1,2-3 1951,6 4 0,3-4 0,-1-6 0,5-3 1,-2-9-1,10-3 0</inkml:trace>
  <inkml:trace contextRef="#ctx0" brushRef="#br0" timeOffset="121175">14761 7011 24624,'-7'-46'526,"1"0"1,1 2 0,-2 17 33,0 30-403,3 25-45,2 34-90,1-31 1,2 4-1175,-1 15 1,0 10-1,-1-1 1154,-1-5 0,0 0 0,-1 5-14,0-9 1,0 5 0,0 2 0,-1 0 0,-1-1-345,-2 1 0,-1-1 0,0 1 0,-2-1 0,0 2 239,-1-7 0,-1 2 1,0 0-1,-1 0 0,-1-2 1,1-1-195,-1 2 1,0-3 0,0-1 0,-1 1 0,-3 3-1329,-4 4 1,-3 4-1,-2 1 1,-1-1 0,3-4-1,2-7 1108,-1 3 0,2-7 0,-1 2 0,-2 2 0,-1 4 0,0-5 0,8-13 1,2-6-1</inkml:trace>
  <inkml:trace contextRef="#ctx0" brushRef="#br0" timeOffset="121649">13183 10461 22907,'1'-57'1181,"1"1"1,-1 8 0,0 7-700,-1 12-286,0 17-157,0 14 28,1 16-50,1 16-23,1 21-373,-2-21 1,0 3 232,0 5 1,-1 3-407,1 1 1,0 2-1595,1 3 1,0-1 1513,0-6 1,0-3 0,2 12 0,-2-24 0</inkml:trace>
  <inkml:trace contextRef="#ctx0" brushRef="#br0" timeOffset="121958">13508 10549 23707,'1'-52'898,"-1"-1"0,1 7 1,-1 8-519,-2 19-200,-3 10-91,-6 8 18,-10 15-29,-13 14-47,12-6 0,-1 2 11,-2 3 0,1 1-154,0 1 0,2 1 148,3-2 1,4 0 13,-5 26-81,17-5 65,19-2-6,17-2-14,-9-24 0,3-2-252,5 0 1,1-2 220,5-2 1,2-1-52,0-2 1,1-1-118,1-3 1,0-2-329,-1-1 1,-1-2-1205,-1-2 0,-1-2 937,25-2 1,-26-1 0,-17 1 0</inkml:trace>
  <inkml:trace contextRef="#ctx0" brushRef="#br0" timeOffset="124215">20316 5366 14818,'5'-52'1541,"0"1"1,-1 0-1,-1 4 1,-1 0 0,-7 8-764,-25-16-493,4 33 1,-5 4-54,-9 5 1,-5 5-1489,-11 5 1,-3 7 1352,13 2 0,-2 2 0,-1 4-523,-5 3 1,-1 4 0,-1 2 471,11-1 0,0 1 1,0 1-1,-1 2-6,-1 3 1,-1 2 0,1 2-1,0 1 3,-1 2 1,1 2-1,0 1 1,1 2-257,1 1 0,0 2 0,2 1 0,2 1 238,3 1 0,1 1 0,2 1 0,2 1-8,4 0 0,3 1 0,1 1 0,4 0-292,3 0 0,3 0 1,2 1-1,4-1 276,2-1 1,3 1-1,3-1 1,3 0-4,7 13 0,6 0 0,2-4 2,-2-11 0,3-4 0,6-1-50,13 6 1,9-3 0,7-6 17,-10-15 1,4-3 0,3-3 0,2 0 0,0-1-117,3 2 0,1-1 1,2-1-1,1-2 1,3 0 62,-9-4 1,3 0 0,1-2 0,1 0 0,0-1 0,0-1 0,-2-2-88,7 0 0,-1-3 1,-1-1-1,1-1 1,-1-1-1,1-1 89,-7-1 1,0 0 0,0 0-1,0-2 1,0 0 0,0 0-1,0-2 1,0 1 0,1-2 0,-1 0 1,0-1-1,0 0 0,0-1 1,0-1 88,7-1 0,0-1 1,0-1-1,0-1 1,-1-1-1,-1 1-56,-2-1 1,-1-1 0,0 0 0,-1-1 0,-1 0 0,-1-1 101,6-4 1,-1 0 0,-1-2 0,-3-1 0,-1-1 10,-5-1 1,-2 0 0,-2-2 0,-2-1 0,-2 1-13,10-9 1,-4 0-1,-3-8 95,-9-3 0,-2-7 1,-4-2-1,-5 3-65,-5 1 0,-6 2 1,-1-4 44,0-1 0,0-4 0,-4-1 1,-5 3-72,-6 10 0,-4 2 0,-3 0 0,-3 1 4,-3 0 0,-3 0 1,-4 2-1,-2 1-4,-5 0 0,-4 1 0,-3 3 0,-2 1-24,-5 1 0,-4 3 1,-2 1-1,-3 4-21,7 6 0,-3 2 0,-2 1 1,0 3-1,-2 1-10,-4 1 0,-2 2 0,-2 2 0,0 2 0,0 1-13,6 2 0,0 1 0,0 2 0,-2 0 0,1 2 0,0 0-16,-2 2 0,-1 1 0,0 1 0,1 1 0,-1 1 0,1 1-63,0 1 1,0 1 0,1 0 0,0 2-1,0 0 1,1 2-40,2 1 0,0 0 0,1 2 1,0 0-1,1 2 0,2 0-190,-7 4 1,1 1 0,1 1 0,2 2 0,2 2-433,4-2 0,1 2 1,2 1-1,2 2 1,1 1 722,-6 10 0,2 3 1,3-1-1,4-3 1,-8 7-1,6-1 1,12-3-1,-1 0 0</inkml:trace>
  <inkml:trace contextRef="#ctx0" brushRef="#br0" timeOffset="124708">19848 5837 24251,'-49'-17'224,"-1"-1"0,4 4 0,4 11-45,-1 43-39,6 7-51,11 3-38,13 0-11,15-3-12,18-6-12,21-9 4,-12-20 0,4-4 5,6-2 0,1-3-661,3-6 1,0-4 702,0-2 0,-3-3 31,-4-4 0,-4-3 585,14-22-414,-24-2-90,-24-2-56,-19 4-33,-16 3-23,-8 9-33,-3 9 175,5 9-231,8 8-135,10 10-325,10 9-119,12 11-2827,22 7 3428,28 4 0,-18-16 0,8-4 0</inkml:trace>
  <inkml:trace contextRef="#ctx0" brushRef="#br0" timeOffset="125075">21461 5678 26306,'-58'-14'177,"1"0"1,2 5-1,3 9-146,15 22 0,4 7-12,2-2 1,4 2-6,7-2 0,4 2 25,5 23-16,27-6-18,20-12 12,20-14-324,-24-14 0,2-3 318,2-4 1,0-4 21,-2-1 1,-2-3 215,22-17-137,-18-7-28,-18-5-17,-23-2-22,-16 0-11,-17 6-29,-9 7-44,-2 9-90,4 9-397,4 12-976,4 12-3353,-1 14 4855,7 3 0,12-9 0,8-8 0</inkml:trace>
  <inkml:trace contextRef="#ctx0" brushRef="#br0" timeOffset="125774">20372 6619 16314,'0'-4'5528,"1"0"-3825,-1 4-1636,5-35 79,-4 31 83,5-24 225,-5 42-174,-4 0-174,0 1 174,-6 3-5,0 0-23,-2 11-78,5-4-23,7 3-61,6-13 151,15-2 11,15-8-115,-1-7 0,4-2-84,0-3 0,1-2-498,12-5 0,1-2 515,-7-1 0,-2-1-45,-10 3 1,-1 0 32,3-2 1,-2-2 42,8-9 11,5-10-67,-21 12-39,-9 4-23,-15 14-2773,-2 5 2790,-4 23 0,2-15 0,-2 15 0</inkml:trace>
  <inkml:trace contextRef="#ctx0" brushRef="#br0" timeOffset="126682">19966 7282 21035,'-1'-41'1493,"-1"-1"0,-14-10-838,-25 81-403,12 0 0,-2 5-1705,-7 13 0,-3 5 1557,10-9 1,-1 4 0,0 1-65,5-6 1,0 1-1,-1 2 1,1 1-494,-1 4 1,-1 2-1,0 0 1,1 1 459,0 3 0,1 0 0,0 1 0,2 0-14,1 0 0,1 1 0,2-1 0,2 0-42,2-3 0,3 0 0,1-1 0,3-1-223,1 12 0,4-1 0,5-3-3005,6-7 0,3-3 0,2-4 2766,3 4 0,2-8 1,14 10-1,-20-40 1</inkml:trace>
  <inkml:trace contextRef="#ctx0" brushRef="#br0" timeOffset="127074">21464 7184 24351,'23'-53'750,"1"0"1,-3 5 0,-5 5-336,-13 6-96,-1 5-67,-4 7-107,0 10-111,-1 7-6,-2 16-17,-1 17 12,-1 25 5,4-14 0,1 3-644,0 9 1,1 4 620,1-11 1,1 2 0,-1 1-617,1 7 0,-1 1 0,0 3 603,-2 6 1,0 1 0,-2 2-21,1-13 0,-1 0 0,-1 1 0,-2 0-132,-1 1 0,-1 1 1,-2 0-1,0-1-875,-1 0 1,-1-1-1,0 0 1,-2 0 1034,0 1 0,-3 1 0,1-2 0,2-5 0,-4 11 0,1-6 0,1-7 0,1 0 0</inkml:trace>
  <inkml:trace contextRef="#ctx0" brushRef="#br0" timeOffset="128025">19631 10409 21980,'3'-63'1137,"0"1"0,0 6 1,0 7-601,4 1-203,-2 16-199,0 16-57,0 10-6,-1 17 4,1 13-3,-3 18-29,-3 14-226,-2-23 0,-2 0 210,-1 1 0,-1 1-17,-2-3 1,-1 0-41,-9 25 46,1-13 16,3-13 7,4-11 44,5-11 11,3-7 387,3-10-404,-1-6 64,1-9-63,-2-9-12,-1-8 6,0-9-28,1-8-12,3-5-307,3 28 0,1 1 296,3-1 1,1 0-1,2 1 0,2 1-128,1 1 0,1 2 207,16-20-75,1 10 36,0 12-17,1 10-6,2 8 518,2 8-568,4 12 11,1 12-5,0 17-83,-22-15 0,-2 2 93,-1 3 1,-2 2-20,-3 0 0,-1 1 11,-1-1 0,-3 1-24,3 25 32,-6-8 7,-2-12-7,-2-12 118,0-12-16,0-12 422,0-20-507,1-9 115,3-18-109,2 13 0,2 0-3,2 1 0,2 1-19,0-1 1,2 1-7,6 0 0,2 4 0,24-11-246,-16 16 1,2 3 245,-1 4 0,1 3 0,3 7 0,-1 3 0,11 5-173,10 26 173,-23 9 0,-13-12 0,-3 5-690,-3 10 1,-3 2-3282,-7-4 0,-2 0 3336,-3 3 1,-2-3 0,-5 2-1,2-19 1</inkml:trace>
  <inkml:trace contextRef="#ctx0" brushRef="#br0" timeOffset="129715">26873 5317 16590,'-38'-42'914,"1"1"0,-1-1 0,-1 4 0,0 2 0,-2 8-483,-15 7 1,-3 10-993,17 6 1,0 4-1,-1 3 701,-3 4 0,0 5 0,0 3-443,-3 4 0,1 5 0,0 3 372,-4 6 0,1 4 0,0 3-285,12-6 0,-1 2 0,1 2 1,1 1 269,-1 5 1,0 1-1,1 1 1,2 2-16,0 2 0,2 2 0,1 1 1,2 0-19,3 2 0,1 0 0,2 2 0,4 0-13,2-2 0,2 1 1,3 0-1,4-1-273,2-2 1,3 0 0,3 0 0,4-2 258,6 14 1,6-2-1,6-2-25,7-5 1,6-2 0,6-5 0,-2-12 1,5-3-1,3-3 1,-1-2-27,7 3 1,2-5 0,7-2-31,-10-9 0,7-2 0,3-1 0,2-2 1,-1-1-1,-3-1-104,-1-1 1,-2-2 0,-1-1 0,2-1 0,4-1 80,-4 1 0,4-1 0,2 0 1,1 0-1,0-2 0,-1 0 0,-3-2-44,2-1 0,-2-1 0,0-1 0,-2-1 0,1-1 0,-1-1 153,0-1 0,-1-1 0,-1-1 0,1-1 0,-2-1 0,0-1-17,8-4 1,-1-1 0,-1-2 0,-1-1 0,-2-2 140,-3-1 0,-2-1 1,-1-2-1,-1-1 1,-3-3-63,-3 0 1,-2-2-1,-2-2 1,-2-1-1,-2-2 17,-4-1 1,-1-2-1,-2-2 1,-3-1 0,-1-1-36,-3-1 1,-3-1 0,-1-2 0,-3 0 0,-1 0 58,-2-1 0,-2 0 0,-2-1 1,-2 1-1,-2-1-53,-2-10 0,-3 0 1,-4 0-1,-2 2 17,-3 2 0,-4 1 1,-2 2-1,-4 2 76,-3 3 0,-3 2 0,-3 2 0,-3 3-97,-3 2 0,-4 3 1,-1 2-1,-3 3-23,-3 2 1,-2 3 0,-2 3 0,-1 2-23,-5 3 1,-1 3-1,-1 3 1,-1 2-10,8 4 0,0 2 0,0 1 1,-1 2-1,-1 2-32,-2 2 1,-1 1 0,-1 3 0,1 1 0,-1 1-113,-1 2 1,0 1-1,-1 2 1,1 1-1,0 2-129,0 1 0,-1 3 0,1 1 0,0 1 0,1 2-631,1 1 1,0 1 0,1 2 0,1 0 0,3 0 911,-6 5 0,2 0 0,2 1 0,5-3 0,2-1 0,4-1 0,5-2 0,7-2 0,-1 1 0</inkml:trace>
  <inkml:trace contextRef="#ctx0" brushRef="#br0" timeOffset="130392">26443 5904 17350,'0'-7'4924,"0"2"-4317,-7-24 1,-3-4 254,-3 8-562,0-10 0,-2 2 36,-9 22-134,-3 12-51,-7 12-11,-3 11-45,3 8-50,9 4-17,12 2 11,16-2 0,12-3 6,14-9 6,12-10-12,11-9 17,7-13-257,0-9 318,-7-10 46,-13-6 16,-18-4-22,-14-1-45,-17 1-28,-10 1-34,-9 7-17,-1 6-33,5 7-22,8 9-51,7 11 34,7 10-908,9 11-1506,10 10 2453,19 7 0,-15-18 0,4-2 0</inkml:trace>
  <inkml:trace contextRef="#ctx0" brushRef="#br0" timeOffset="130775">27515 5655 26508,'-42'-4'48,"1"-1"1,3 4 0,8 8-10,19 43-28,13 1 0,15-5-22,16-7 17,10-8 55,6-12-16,2-11 28,-1-15 50,-4-13-5,-7-12 5,-11-7 0,-13-5-33,-10 1-34,-15 2 0,-8 5-17,-11 11-39,-6 10-28,-6 15-95,-1 15-342,-1 15-1142,4 17-2424,20-16 1,1 1 3509,2-1 1,2-1 0,-4 11 0,7-16 0</inkml:trace>
  <inkml:trace contextRef="#ctx0" brushRef="#br0" timeOffset="131158">26682 6617 25320,'-36'-45'470,"0"1"1,3 3 0,9 13-262,21 26-187,2 7 65,3 16-31,3 7-16,6 12-18,11 5 0,0-17 1,3-3-6,13 11-9,-4-14 0,2-3 20,21-4-145,-21-8 1,3-2 186,7-9 0,-1-5 16,-7-1 1,-2-2-42,-1-3 0,-3-3 58,-6-2 1,-5-2 70,6-18-51,-3-10-50,-10 2-57,-8 7-94,-4 5-162,-1 17-970,-1 5-2319,0 15 3529,0 6 0,0-2 0,0 2 0</inkml:trace>
  <inkml:trace contextRef="#ctx0" brushRef="#br0" timeOffset="131865">26958 8275 22895,'-3'-45'1165,"0"0"0,1 6 0,2 7-1025,4 15 34,6 9-68,5 17 29,14 29-46,-3 15-516,-10-13 1,-2 3 431,-4-1 1,-3-1-1,-1-8 1,-3 1 22,-3 12 0,-4-2-15,-10 10 1,3-18 0,-3-3 37,-12 4 16,0-17-39,9-12 73,-1-28-34,9-7-34,-3-26 7,5-7-619,4 22 0,2 0 585,0 6 0,0-1-333,5-23 1,2-2 337,1 17 0,2 0 3,5-16 0,3 1-11,1 14 0,4 5 2,2 4 1,1 3 16,18-12-37,-14 24 0,2 3 9,2 6 1,0 4 7,0 0 1,1 4-3,1 5 0,-2 3-11,3 11-17,-10 28 17,-18-17 14,-13 7 0,-8 2-15,-25 13-347,5-14 1,-4 0 361,-1-6 0,-2-3-12,0-2 1,1-2 648,4-5 0,2-1-629,-16 5 925,22-9-891,20-7 113,26-2-7,21 0-89,5 0 22,3 0 0,4 2-67,-11 0 0,2 1-94,-2 0 0,3 1 0,-1 1 10,14 5 0,-2 3-415,0 2 1,-2 2-382,-12-4 1,-2 0 862,-3 4 0,-4-3 0,-10-2 0,-2-2 0</inkml:trace>
  <inkml:trace contextRef="#ctx0" brushRef="#br0" timeOffset="135107">5690 7812 21777,'-43'16'249,"1"0"1,-1 0 0,-3 4 0,0 2 0,0 4-189,1 9 1,0 5 0,-3 3-854,5-7 1,-4 2 0,-2 2 0,-1 0 0,1-1 804,-1 0 1,1 0-1,-1 0 1,0 0 0,0 0-154,7-6 0,-1 1 0,0 0 0,1 0 0,0-1 1,1 0 139,-2 0 0,2 0 0,0-2 0,-1 2 0,-2 1-73,0 0 0,-1 1 1,-2 2-1,0-1 0,1 0 1,2-2-108,0 1 1,2-1 0,1 0 0,-2 0 0,-1 2 113,3-2 0,-3 2 1,-1 2-1,0 0 1,1-2-1,4-2 1,5-4-1,-10 8 1,6-4-1,3-3 1,-4 8-1,0 0 1</inkml:trace>
  <inkml:trace contextRef="#ctx0" brushRef="#br0" timeOffset="135790">8040 7505 20940,'-29'-49'1215,"0"1"1,1 3-1,7 9-817,15 20-35,2 6-307,8 8 202,15 7-17,21 6-99,9 3 1,6 2-98,3 1 0,5 2-1142,-6-1 0,4 1 0,-3-1 1106,-13-3 1,-2-1-1,2 3-4,-2-1 1,2 2 0,0 1 0,-2 1-313,6 5 0,-2 0 0,3 4 286,-9-3 1,2 2 0,1 2 0,0 0 0,-2 0-496,3 3 1,-2-1 0,-1 2 0,1 0-278,5 6 0,1 2 1,-2 0-1,-3-3 585,-1 0 1,-2-2-1,-4-3 1,1 2-1,-4-5 1,6 4 0</inkml:trace>
  <inkml:trace contextRef="#ctx0" brushRef="#br0" timeOffset="136549">12994 7069 22386,'3'-42'707,"0"0"1,-2 4-1,-9 10-365,-38 30-191,14 6 0,-3 4-1381,-11 6 1,-3 4 1281,9-2 0,-2 2 1,-2 1-532,-9 4 1,-2 3 0,-3 0 483,6-2 1,-3 0 0,0 1 0,2-1-254,5-3 0,2-1 1,-2 1-1,-5 2 252,4-2 0,-3 2 0,-5 1 0,0 2 0,-1-1 0,2 0 0,3-2-283,2 0 1,3-2 0,0 0 0,1 1 0,-3 0-1,-2 1 274,2 0 1,-3 1 0,-2 1 0,-1 1 0,0 0 0,1-1 0,1 0 0,3-1-115,-5 4 1,1 0 0,1-2-1,2 1 1,0 0 0,1-1 42,-5 4 1,1 0 0,0 0 0,3-1 0,1 0-483,-5 3 1,3 0 0,1-1 0,3-1 557,-6 6 0,4-2 0,5-3 0,4-4 0,7-4 0,-8 8 0</inkml:trace>
  <inkml:trace contextRef="#ctx0" brushRef="#br0" timeOffset="137150">9973 8361 21293,'7'-54'1144,"0"0"1,-4 5 0,-5 6-636,-19 3-183,-15 13-108,-12 12-84,-9 20-705,22 6 0,1 4 621,-3 8 0,1 4-14,-3 8 1,2 4 5,1 6 0,2 3-591,2 3 0,3 4 577,4 1 0,5 1-14,4 0 0,6-1 56,7-4 0,7 0-59,9-6 1,7-4 10,12-6 1,7-6-609,13-5 0,7-7 586,-13-9 0,4-3 0,1-2-325,5-4 1,2-2 0,1-3 329,2-2 1,1-2 0,-2-3 7,-1-2 0,-1-2 0,-2-3 22,-5-2 1,-2-1-1,-4-3 52,-6 1 1,-3-2 0,-5-2-7,4-13 0,-11-4-61,-11 1 1,-12-1 18,-14 1 0,-10 0-20,-12-2 1,-9 3-73,8 14 1,-3 1 0,-2 2 65,-4 0 0,-1 2 0,-1 3-36,0 1 1,-2 3 0,1 3 70,2 2 0,1 3 1,-1 3-565,-16 3 1,1 8-1392,5 6 0,4 6 1907,9 1 0,6 2 0,-10 9 0,25-11 0</inkml:trace>
  <inkml:trace contextRef="#ctx0" brushRef="#br0" timeOffset="137990">14828 7011 21135,'-27'-51'1209,"1"0"1,3 6 0,4 10-778,12 23-122,4 7-80,15 12 89,19 12-182,-3-2 1,4 2-885,10 6 1,5 3 776,-10-6 0,2 1 0,1 1-493,5 3 1,2 1 0,2 0 462,-9-5 0,2 0 0,0 1 0,1-1-432,5 3 1,0 0 0,1-1 0,1 1 369,3 2 1,2-1-1,-1 1 1,2 1-499,-10-5 0,0 0 0,1 0 0,-1 1 0,0 0-447,1 2 0,-1-1 0,0 2 0,-1-1 0,-1 0 922,5 3 0,-1 1 1,-3-1-1,-3-2 1,-2-1-1,-3-2 1,-5-1-1,-4-3 1,-1 1-1</inkml:trace>
  <inkml:trace contextRef="#ctx0" brushRef="#br0" timeOffset="138666">16799 8181 18554,'4'-44'1170,"-1"1"1,1-1 0,1-16 0,-2 3-561,-7 15 1,-2 4-1848,-7-18 1494,-7 10 642,-11 25-698,-6 20-33,-21 17-535,11 10 1,-2 7 416,2 4 1,0 6-611,7-5 1,-2 3 0,4 0 573,-3 5 0,2 2 3,8-6 0,0 3 0,3 0 53,6-7 1,2-1 0,1 3-57,-2 15 1,0 4 0,4-4-12,-1 1 0,8-1 4,15-5 1,7 1-1,4-10-7,23 5 7,-7-22 1,7-1 0,0-6-288,14-6 1,4-9 290,0-4 0,5-4 1,-1-3-98,-9-2 0,-1-2 0,-1-4 108,6-6 1,1-4-1,-7-2 3,-4-3 1,-7-3 32,2-11 1,-8-3 631,-13 8 1,-5-3-676,-4 1 0,-1-5 0,-4 1 1,-5-12 1,-5 1-503,-2 13 1,-3-1 0,-2 5 496,-3 1 0,-5 3 0,-10-4 1,-5 3-459,-7 6 1,-2 5 446,9 2 0,-2 3 436,-13-1 0,-1 7-705,15 12 1,1 4-1099,-27 8-375,12 9 1742,30 24 0,15-24 0,2 9 0</inkml:trace>
  <inkml:trace contextRef="#ctx0" brushRef="#br0" timeOffset="139217">19487 7344 17860,'43'-40'1196,"0"0"0,0-1 0,5-3 0,-5 2-507,-6 1 0,-6 4 28,-8 1-437,4-5 445,-23 20-540,-23 18-107,-15 11 1,-9 7-35,-12 3 1,-6 5-1041,16-6 1,-4 4 0,-1-1-1,2 0 1007,-6 3 0,1-1 1,-4 2-1,11-4 0,-4 2 0,-1 0 1,0 1-1,1-1-2,3-2 0,2 0 0,0 1 0,-2 0 0,-4 2-200,1-1 0,-4 2 0,-2 2 0,-1-1 0,0 1 0,1 0 0,1-2 189,-1 2 0,1-1 0,1 1 0,-1-1 1,1 0-1,-2 1-213,3-2 0,-2 1 0,-1 0 1,1 0-1,1 0 0,2-1 0,4-2 198,-11 5 0,5-2 1,1 0-1,-1 0-181,6-4 1,0 2-1,-1-1 1,2 0-1,2-1 84,-13 6 0,3-1 1,-1 0 82,8-3 1,-1 1 0,-1 0 0,2 0-698,2-1 0,0 0 0,2-1 0,4-1-3697,-15 8 0,6-2 4425,8-4 0,9-4 0,18-9 0,15-9 0</inkml:trace>
  <inkml:trace contextRef="#ctx0" brushRef="#br0" timeOffset="140216">21685 7026 16890,'-29'-33'1316,"0"0"1,0 1-1,-9-12 1,9 10-808,18 18 51,12 9-426,13 10 107,19 12-76,-6-1 0,3 3-500,10 7 1,4 2 399,-9-4 1,2 1-1,1 1-576,7 3 1,1 0 0,2 1 528,-7-5 0,1 0 0,1 1 1,1-1-528,4 2 1,1-1 0,1 1 0,1-1 498,3 2 0,0-1 1,2 0-1,-1 0-272,1 1 1,1-1 0,0 0 0,-1 0 111,3 2 0,0-1 0,-1 0 0,-6-3 0,-7-3 1,-5-1-1,-1-2 0,10 6 0,0 0 0</inkml:trace>
  <inkml:trace contextRef="#ctx0" brushRef="#br0" timeOffset="140867">23909 8206 19232,'6'-43'1144,"-1"0"0,0-1 0,2-17 0,-3 3-710,-4 16 0,-5 2-433,-3 4 0,-4 3 184,-6 4 0,-5 3-67,-4 7 0,-5 5-18,-6 5 1,-1 5-314,-6 7 1,-1 6 285,-5 7 0,1 6-566,-2 7 0,0 6 524,16-8 1,1 2 0,1 1-15,0 2 0,2 2 0,1 0-1,1 1 1,3 1 0,2 0-477,-6 18 1,5 1 467,8-3 1,8 1-223,10-2 1,8-1 207,8-3 0,9-4 0,12-1 1,7-6-210,-8-13 0,3-3 0,1-3 217,6-1 0,2-4 0,2-3-1,1-3 1,2-3 0,-1-4 5,0-4 1,0-3 0,-1-4 8,-4-3 1,-1-3 0,-3-3 3,-4-3 1,-2-4 0,-4-1 18,9-19 0,-8-4 176,-8-3 1,-8-2-191,-6-2 0,-6-1 3,-8 0 0,-6 1 0,-5 3 0,-6 3 14,-7 4 0,-5 4-23,-5 7 1,-5 5-28,-3 6 0,-3 6 8,-1 5 0,-1 6-23,0 4 1,2 4 139,2 6 1,2 4-424,6 4 1,3 4-452,6 5 0,6 5 757,6 7 0,4 0 0,0 5 0,11-1 0</inkml:trace>
  <inkml:trace contextRef="#ctx0" brushRef="#br0" timeOffset="141340">25630 7173 16592,'36'-46'1289,"0"1"0,0-1 1,-3 4-1,0 1 0,-3 1-757,6-9 0,-4 3-74,-6 7 1,-3 2-17,-6 4 1,-2 3-79,-1-5-228,-11 12-41,-21 28 51,-25 20-71,5 0 1,-4 4-748,5-2 1,-3 3 0,-2 2 696,4-3 0,-1 2 0,-2 1 1,-1 0-410,4-2 0,-2 1 1,0 0-1,-1 1 1,0 0 388,-5 4 1,-1 1-1,0 1 1,-1 0 0,-1 0-346,7-4 1,-2 0-1,1 1 1,-1 0-1,1 0 1,-1 0 300,1 1 1,-1 0 0,0 0 0,1 1 0,0-1-1,1 0-461,-6 5 1,0 1 0,1-1 0,1 0 0,2 0 499,3-2 0,1 0 0,1 0 0,2-2 0,3-3 0,-2 1 0,3-2 0,3-3 0,-1 6 0,1 0 0</inkml:trace>
  <inkml:trace contextRef="#ctx0" brushRef="#br0" timeOffset="142407">28146 6909 14807,'-5'-3'6441,"1"2"-3534,4 1-2212,62-6-452,-23 11 1,5 3-1059,5-2 1,5 0-1,1 2 863,0 6 1,1 4 0,1 0-368,-12-3 1,0 1 0,0 0 0,1 1 333,1 0 1,0 2-1,0 0 1,0 0-15,2 1 1,0 1-1,1 0 1,0-1-30,2 2 0,0 0 0,0 0 0,1 0-125,2 0 0,-1 1 0,1 0 1,0 0-422,-1 0 0,0 0 0,0 0 0,-1 1 574,1 0 0,1 0 0,-2 0 0,-6-2 0,13 5 0,-7-2 0,-10-4 0,0 0 0</inkml:trace>
  <inkml:trace contextRef="#ctx0" brushRef="#br0" timeOffset="143007">25983 7452 12830,'5'-9'4396,"10"-30"1,2-4-3690,-9 20 18,8-24 0,-3 4-378,-14 30 213,-3-6-162,-3 11-185,-1 3-73,-4 6 258,-23 40-224,3-3-739,8-6 0,-4 6 1,1 2 646,0 1 0,1 1 0,-1 4-622,0-1 0,-1 4 0,0 1 0,0 2 560,6-7 0,-1 0 0,1 1 1,0 2-1,1 2-13,1 0 1,1 3-1,0 2 1,1-1-1,1-1 1,1-3-13,-2 6 1,2-3 0,1-1 0,1 4-28,2 1 1,0 4 0,2 1-1,3-3 1,4-4-106,6 6 1,6-5 0,3 2-57,0-5 0,2 1 0,4 1 0,4-3-169,5-1 1,4-2-1,3-1 1,4-1-314,-5-10 1,3 0 0,2-2 0,1 0-1,3-2 512,6 2 0,4 0 1,2-2-1,-2-2 0,-5-2 1,3 3-1,-3-4 1,0-1-1,-1-6 0,1 1 1,-1 0-1</inkml:trace>
  <inkml:trace contextRef="#ctx0" brushRef="#br0" timeOffset="143483">27952 6982 22298,'42'34'247,"1"0"1,-1 0 0,-7-5-1,-1-1 1,-1 2-164,2 5 0,-1 4 0,-1 3-940,-4 1 1,-1 4 0,0 2 0,-2 2 864,2 3 1,-2 2 0,0 2 0,-2 3-16,-6-13 0,0 3 1,-1 2-1,-1 0 1,-3 0-1,-1-1-304,-2 7 0,-3 0 1,-3 0-1,-2 0 1,-1 0-1215,-3 2 0,-3 0 1,-1 0-1,-2 0 1,-1-3 1488,0-5 1,-1 0 0,-1-2 0,0-2 0,0-3 0,-4 10 0,-1-4 0,1-6 0,0-6 0,-1 1 0</inkml:trace>
  <inkml:trace contextRef="#ctx0" brushRef="#br0" timeOffset="148099">3370 9555 15541,'0'-54'2300,"0"0"0,-3 6 1,-4 6-1304,-16 0-303,-13 17-252,-8 16-162,-6 18-84,-1 13-505,26-4 1,1 5 344,0 4 1,3 3-9,0 4 0,3 5 2,0 13 1,3 1-31,5-16 0,3 0 5,1 14 1,6-1-6,22 6 8,-3-25 1,5-3 11,10-4 0,6-7-1491,21-7 0,4-6 1504,-19-3 1,1-5 37,-1-4 0,2-4 0,-4-2-180,-5-8 1,-3-3 306,5-6 1,-4-4-26,-10-1 1,-7-2-113,-9 1 1,-8-2 27,-17-9 1,-8 3-71,7 13 1,-5 2-82,-20-12 0,-6 5 40,10 18 0,-2 4-174,-9-2 0,-4 5-4720,-5 12 1,1 6 4290,20-2 0,2 2 0,-25 17 0,49-17 0</inkml:trace>
  <inkml:trace contextRef="#ctx0" brushRef="#br0" timeOffset="149048">30600 7737 25163,'-30'-5'533,"-10"14"-497,16 12 1,0 5-15,-1-1 1,1 0 16,-12 21 22,17-8-21,14-13 172,29 1 7,9-16-6,26 0-96,-12-11 87,-11-6 1,-2-4 81,5-11-79,6-20-90,-31-8-49,-22-11-29,-5 7-3,-2 22 1,-4 1-23,-3 6 0,-2 3-54,-22-15-150,-7 18-1143,16 38 1333,-2 30 0,19-19 0,1 8 0</inkml:trace>
  <inkml:trace contextRef="#ctx0" brushRef="#br0" timeOffset="162424">17478 1373 9335,'17'-42'2143,"-1"0"1,1 0 0,5-17 0,-5 5-906,-7-9-325,-11 4-247,-12 5-184,-15 12-124,-18 14-218,14 19 0,-3 6 3,-9 8 1,-2 5-1478,-10 9 0,-2 6 1416,13-1 0,-1 3 0,-2 4-660,7-4 0,-1 2 1,-1 2-1,-1 1 632,-4 5 1,-2 1 0,0 2 0,0 1-130,6-5 1,0 1 0,0 1 0,-1 0-1,2 1 108,-2 1 1,1 1 0,1 0 0,0 0-1,1 1-12,3-1 0,1 0 1,0 1-1,3-1 1,2 1-10,-2 6 1,2 0 0,3 1-1,6-1-238,1 9 1,6 1 0,11-2 221,10-5 1,8-2-1,8-2 7,11-2 1,7-3 0,7-5-158,-3-8 0,5-4 0,3-2 1,2-1 165,-4-5 0,2-1 1,2-2-1,1-2 0,1 0-7,6 0 1,2-2 0,1-2 0,1 0-1,1-1-14,-8-2 1,1-1 0,1 0-1,0-2 1,1 0 0,-1-1-39,2-1 1,1-1 0,0-1 0,0-1 0,-1 0 0,1-2 42,-1 0 0,0-1 0,0 0 1,0-2-1,-1 0 0,0-2-81,-2-1 1,0-1 0,-1 0 0,0-2 0,-2 0 0,0-2 93,7-2 0,-1-2 0,-1-1 0,-2-2 0,-1-1-2,-6 1 1,0-2 0,-2-2 0,-1 0 0,-3-2 15,5-6 1,-3-2 0,-3-2 0,-3-2 71,-6 1 0,-4-3 1,-2 0-1,-4-3-74,-4 1 0,-3-1 0,-3-2 0,-3 1 115,-2-1 0,-3-1 0,-3 0 0,-2 0-123,-4-14 0,-4 0 0,-4 1-10,-4 1 1,-4 3 0,-5 1 170,-5 2 0,-4 3 0,-5 2-179,6 14 1,-2 1 0,-2 1 0,-2 3-23,-4 0 1,-2 2-1,-2 1 1,-2 3-22,-4 1 0,-2 3 1,-1 2-1,2 1-6,-7-1 0,1 3 0,-5 4-144,7 5 1,-6 3 0,-2 1 0,1 2 0,3 2-229,3 2 0,3 2 1,1 2-1,-5 1-160,8-1 1,-4 0-1,-1 0 1,0 2 0,1 1-1,3 3 586,-2 3 0,1 3 0,2 1 0,2-1 0,4-1 0,-4 0 0,4-2 0,2 2 0,-8 11 0,-1 0 0</inkml:trace>
  <inkml:trace contextRef="#ctx0" brushRef="#br0" timeOffset="162874">16636 2076 20229,'-4'-5'1697,"1"2"-453,3 3-1177,-62 0-33,47 13-34,-40 3 44,72 12 35,15-3 38,13-8 51,11-6-397,6-13 377,-30-3 1,0-3 13,1-2 0,-2-4-93,-2-2 0,-1-3 239,18-23-56,-17-6-66,-14-1-7,-15 1 51,-16 0-174,1 18-11,-16 3-62,8 19-17,-9 6-184,-4 20 53,9 9-9,4 7-737,12 10-2694,11-5 3612,19 13 0,-10-24 0,11-4 0</inkml:trace>
  <inkml:trace contextRef="#ctx0" brushRef="#br0" timeOffset="163257">18270 1813 24368,'-36'-24'272,"0"0"0,-1-1 1,-11-8-1,4 10 173,6 29 265,14 2 722,0 19-875,13 4-382,3 11-205,19 12 16,14-14 50,-2-18 1,4-4-152,17 0 147,-11-12 1,1-2-244,23-7 300,-23-2 1,0-3 519,21-18 377,-17-23-287,-19 12-21,-16-21-556,-17 20-512,-13-10-165,-10 3 272,11 23 1,-1 2-369,-10-5-26,-12 4 63,22 21-320,-8 14-8897,-5 29 9318,16-12 0,1 6 0,19-29 0</inkml:trace>
  <inkml:trace contextRef="#ctx0" brushRef="#br0" timeOffset="163807">17253 2550 21763,'-8'-46'614,"0"1"0,2 4 0,0 8-508,3 22 195,7 8-144,6 15 26,4 2 81,23 23-152,2-8-326,-9-8 0,4-2 289,0-5 1,1-3 27,5-2 1,0-4 17,2-4 0,-1-3-68,-9-1 0,0-3 87,9-11 0,-3-5 40,7-15-82,-15 9 0,-2-2 53,6-23 80,-10 1-142,-9 3-10,-7 9-51,-5 10-112,-3 11-291,-2 10-679,-4 16 617,-1 3-9394,-14 36 8782,10-22 1,-6 11-1,13-27 1</inkml:trace>
  <inkml:trace contextRef="#ctx0" brushRef="#br0" timeOffset="164166">17040 2937 23243,'-38'-22'246,"0"1"0,0 3 1,5 13-23,-6 50-1077,14-16 1,-3 3 936,-5 6 0,-2 3-14,-6 4 0,-3 2-37,14-14 1,-1 1 0,0-1-27,2 0 0,0 0 1,2 0-19,-8 11 0,6-1-45,9-6 0,7-1 187,15 20-3307,31-16 3176,11-15 0,-10-13 0,-13-8 0</inkml:trace>
  <inkml:trace contextRef="#ctx0" brushRef="#br0" timeOffset="164682">18158 2698 20901,'-5'-4'3870,"1"0"-3074,4 4-141,0 0-526,9-51-17,17 48 6,20-29-82,-13 46 1,2 13-718,7 4 0,1 4 699,-10-7 1,1 3 0,1 2-657,3 5 1,2 2-1,-1 1 631,-8-6 0,1 0 0,0 2 0,-1 0-87,0 2 0,0 1 1,-1 1-1,-2 1-430,-1 0 0,-2 1 1,-3 1-1,-2 1 524,-1 17 0,-5 2 0,-2-5 0,2-6 0,-6-4 0,-12-6 0,-1 0 0</inkml:trace>
  <inkml:trace contextRef="#ctx0" brushRef="#br0" timeOffset="165357">16896 2945 17781,'8'-45'1650,"0"0"1,0 5 0,-4 9-1074,-7 20-336,-6 11 50,-10 17 112,-17 21-216,9-8 1,-3 5-752,-6 10 1,-2 4 637,8-10 1,0 2 0,-1 2-532,-3 6 0,0 1 0,0 1 482,7-9 1,0 0-1,0 2 1,1-1-431,0 2 1,-1 0 0,2 0 0,0 1 408,2-2 0,1 0 1,1 0-1,1 0-17,-3 10 0,2 0 0,3-1-143,4-7 1,2 0-1,4 0-498,4-1 1,3 0 0,3-3-395,0-2 1,5-2 1047,11 6 0,2-8 0,-6-17 0,10 0 0</inkml:trace>
  <inkml:trace contextRef="#ctx0" brushRef="#br0" timeOffset="165724">16482 2856 15093,'0'-3'4755,"0"0"-3775,0 3-213,-63-14-291,25 26 1,-5 6-1114,1-10 0,-4-1 0,3 4 718,-10 16 0,1 6-10,15-9 0,-1 2 0,2 0-77,-9 7 1,1 4 16,1 0 1,-4 4-1,4 0-26,6-5 0,2 0 0,1 2-676,-5 6 1,1 2 0,4-2 312,1 0 0,5 0 378,-2 13 0,4-6 0,8-14 0,-1 14 0</inkml:trace>
  <inkml:trace contextRef="#ctx0" brushRef="#br0" timeOffset="166274">18522 2596 15354,'-10'-3'4492,"2"1"-2213,8 2-291,0 0-1825,79 27-671,-47-18 0,3 1 508,11 5 0,6 3 0,-3-2-6,-3-2 1,0 2-104,6 4 1,5 4 0,-3 1-288,-14-5 0,-1 1 0,2 2-1189,0 0 1,4 2-1,-1 1 1,-4-1 1584,-1 1 0,-3 0 0,-4-1 0,2 1 0,-5-3 0,-1 4 0</inkml:trace>
  <inkml:trace contextRef="#ctx0" brushRef="#br0" timeOffset="177090">20397 6923 14857,'-1'6'1155,"0"-1"3107,1-5-4615,-23-33-1048,25 25-2390,-13-24 3791,27 36 0,-5-1 0,-4 1 0</inkml:trace>
  <inkml:trace contextRef="#ctx0" brushRef="#br0" timeOffset="178507">20403 10441 15227,'45'6'-950,"-9"-1"1,-36-5 0,0 0 0</inkml:trace>
  <inkml:trace contextRef="#ctx0" brushRef="#br0" timeOffset="183224">19624 3248 16841,'21'-50'846,"1"0"0,-3 5 0,-4 4 386,-8 2-389,-4 13-642,-3 8 138,-4 13-212,-8 14 582,-11 12-371,0 6 0,-1 4-50,1 0 1,2 2-992,-6 11 0,4-1 915,8-13 1,3-1-7,1 6 0,4 1-83,5-3 1,2-1 80,10 28-501,18-4 21,19-33 202,-2-11 160,-10-14 1,1-6 83,-5-1 1,1-5 102,16-13 1,0-5-496,-11 3 1,-3-3 340,1-7 0,-5-3 102,-15 6 0,-5 0 121,0-19-360,-13 23 0,-7 1-201,-11 5 1,-5 3-35,-4 0 0,-5 3 445,-11 2 1,-4 5-523,2 8 0,0 5-21,9 1 0,1 3-4565,-15 10 1,4 3 3879,7 1 0,-12 9 1,46-21-1</inkml:trace>
  <inkml:trace contextRef="#ctx0" brushRef="#br0" timeOffset="184007">15351 3816 15118,'0'-4'3852,"0"0"-390,0 4-2942,-51 19 31,13 21-910,-2-8 1,0 3 495,15 4-1,4 3-97,4-2 1,3 0-85,4-4 1,4 0 92,7-3 0,4-1-146,18 23-18,17-10-80,16-15-5,-6-15 308,-4-20 1,1-10 50,-11-3 1,-1-6-59,-1 1 0,1-4 0,-3-3 57,7-16 1,-5-5-347,-4-2 0,-4-2 367,-6 0 1,-5 1 38,-4 2 0,-4 0-301,-4 5 1,-3 2 74,-3 5 0,-2 2-426,-13-22-523,-11 22-477,-14 21-598,-13 27-446,23 3 0,-1 5 2144,4 2 0,2 1 0,-10 8 0,19-10 0</inkml:trace>
  <inkml:trace contextRef="#ctx0" brushRef="#br0" timeOffset="186083">14667 6776 19904,'-12'-21'1372,"13"11"-1053,39 26-61,12 4-146,-21-11 0,2-1-451,5-1 0,2-4 465,5-1 0,3-4-31,-1-4 0,4-4 1,-3 1-643,5-1 0,1-3 558,2-2 0,5-3 1,-4 0-541,-13 4 1,-2 0 0,2-1 550,11-3 0,2-1 1,1-1-1,-2 2 1,1-1-1,-1 0 6,-1 0 0,0-1 0,-1 1 2,-3-1 0,0 0 0,-2 0 11,-2 0 0,-1-1 0,-1-1 7,-2-1 1,-2-1-1,-1-1 8,-2-1 0,0-1 0,-2-2-337,-1-1 1,-2-2 0,0 0 326,-1-2 1,-1-2 0,-1 0-10,-2-2 0,0-1 1,-2 0-3,-1-1 0,-1 0 1,-3-1-3,-1 0 1,-2-1 0,-2 0-131,-3 1 0,-3-1 1,-1 1 118,-1-21 1,-6 0 152,-6 1 0,-7-1-179,-5 14 0,-3-2 1,-1 3-11,-2-2 0,-4 1 135,-1 4 0,-4 0 0,1 3-135,-4 2 0,-1 1-3,6 7 0,-2-1 0,0 0-6,0 3 1,0 0 0,-1 0 1,-8-5 1,-1 0-1,3 3 15,-3-2 1,0 2 5,4 3 0,-3-1 0,3 3 260,0 1 0,1 3-257,-8-4 0,-4 0-9,-5 0 1,-2 3-7,8 5 1,1 2 8,2 1 1,-1 2-21,1 4 1,1 3-6,7 1 0,-1 2 263,-8 0 0,-1 1-255,3 2 1,2 1-7,1 2 1,2 1 14,-8 2 608,4 4-692,30-3 1299,-2 3-1209,0 9 787,-3 1-782,-6 7 650,5-8-627,-7 2 5,7-9 11,-4 1 28,3-6-22,7-3-23,3-4 12,5-3-12,2-1 1,-2-3-7,1 0-4,-1 2-24,2 2-27,0 3-6,-1 1 6,-3 5 155,2 0 291,-1 5-77,4-3-68,1 6-53,0 4 133,0 19-11,-2 1 23,-1 10-137,-2-8-247,-1-12 132,0 0 100,0-7 102,1-4 29,0-4 65,4-10-100,0-5-519,1-6 213,6-17 59,2-10-31,8-20-1,3-2-1,-1 8-9,-6 19 1,1-1-21,3-1 1,1 1 246,1-1 1,0 1-261,4-4 1,0 3 218,16-12 32,-8 14 23,8 2 50,-8 9-53,17-2-106,-8 7-62,4 3-76,-13 7 238,-8 2-407,-2 2-61,-7 0-64,6 0 20,-7 0 57,0 0 57,-8 0 85,-3 0-78,-1 0 3,-9 1 200,-9 2 196,-19 4 49,0 2 25,-22 9-237,23-4 0,-1 1 1,0 1 1,-1 1-176,-5 5 1,1 0 313,11-2 0,3 1 27,-15 12-210,2 8-61,9 3 109,3 1 105,5 6-118,13-13-124,6-6-118,3-5-123,1-8 5,1-7 646,0-7-439,0-2-265,5-23 224,1 0 132,7-22 81,4-2 111,9-9 85,0 5-122,0 7 0,4-1 31,-7 12 0,1 2-312,11-13 1,2 3 237,-8 12 0,0 4-53,25-8-192,-15 15-4707,18 23 4740,-26 5 1,5 2 0,-22-5 0</inkml:trace>
  <inkml:trace contextRef="#ctx0" brushRef="#br0" timeOffset="187707">20043 3352 14953,'-3'-4'4055,"0"1"-1983,3 3-1977,-24-23 57,32 29 38,-11-8-16,42 41-88,-16-14 1,0 2-342,2 3 1,0 2 310,0 3 1,-1 1-10,-1 2 1,-4 2-17,-4 0 0,-5 2 5,-4 0 1,-5 1 5,-7 1 0,-5 0 11,-6 0 0,-5 1-591,-6 1 0,-5 0 558,-7 2 0,-2-2-7,11-14 0,-2 0 0,0 0-2,-1 0 0,-2-1 0,1 0 0,-1 0 0,0-1 1,1-1-3,1-1 0,0-1 1,1 0 7,-14 11 0,0-1 8,3-3 0,-1 0 8,0-1 1,0-1 5,-2 0 1,0 0 4,-3 0 1,-1-1 2,0 0 1,1 1 0,1-1 0,2 1-15,3 0 1,4 0-128,5-1 1,3 0 113,6 0 0,3 0 5,4 0 0,3-1 11,2 1 1,2 1 16,0-1 0,1 2 36,0-1 1,0 1 11,0-1 0,-1 1-26,0 0 1,-1 1-20,-1-1 0,1 0-9,1 1 1,0-1-12,2 0 1,1-1-12,3 1 0,2-1-13,0 31 16,13-2 16,7-1-27,-4-30 0,1 0-3,1 1 0,0 0 3,0-1 0,0 1-3,1-1 0,-1 0-9,0-1 1,0 0 16,14 25 1,1-2-18,1-3 6,2-2 1,3-3-7,1-2 1,3-1 11,-1-3-6,-4-1 11,-9-2 1,-11-1 563,-13-1-546,-8-2 1190,-5-5-1230,0-5 307,5-7-290,4-6 27,2-4 68,0-3 0,-3-1-84,-6-3-16,-10-1 11,-12-4-1,-11-2 17,-7 0-11,1-4 0,5 0 6,9-5-29,6-3 40,4-5 6,2-4-18,1-3 1,-3 5-23,-2 5-5,-2 8 10,0 6 12,4 4-16,8 3-24,8 2-10,6 0 33,2 1 28,11 6-22,-1 3-6,11 9-5,-1 7 0,3 5 16,4 4-33,6 1 28,10-2 5,-14-18 0,2-2-506,7-1 1,3-2 505,7-2 1,3-2-21,5-1 1,3-3 19,-10-1 1,1-2-1,-3 0-14,2-1 1,-1-2 19,12-3 0,-5-3 16,-7-9 84,-2-7 35,-24-1 61,-26-1-151,-4 9 89,-18-2-61,5 13 966,-1-1-1022,7 3 2,7 4-64,6 1 23,2 1-6,0 3 39,-2 3-22,-2 6-39,-9 8-1,-3-1-10,-3 2-303,-5 2-2280,2-2 2616,-2 2 0,9-9 0,7-6 0</inkml:trace>
  <inkml:trace contextRef="#ctx0" brushRef="#br0" timeOffset="218440">23711 4729 14903,'-57'20'676,"-1"0"1,0 0 0,13-3 0,0 1 0,-1 1 0,1 1-1760,-3 3 1,1 2 0,0 1 0,2-1 1203,-8 4 1,2 1-1,-4 5-14,11-5 0,-3 4 1,-3 2-1,0 2 1,0 0-1,3-1-262,-3 2 0,3 0 0,0 0 0,-2 2 0,-3 2 182,13-10 0,-3 2 1,-2 2-1,-1 1 1,0 0-1,0 0 0,0 0 1,2-2-1,3-1-83,-10 8 1,3-2 0,2-1-1,-1 1 1,-1 0 0,-3 3 75,9-8 1,-1 1-1,-2 1 1,0 0 0,-1 1-1,-1 1 1,0 0 0,-1 0-1,0 0-98,4-4 0,0 0 0,-1 1 0,0 0 0,-1 0 0,0 0 0,0 0 1,-1 0-1,0 1 0,1-1 0,-1 1 72,-1 0 0,1 1 1,-1-1-1,0 1 1,0-1-1,-1 1 1,0 0-1,0 0 1,0 0-1,-1 1 0,0 0-8,3-3 1,0 0-1,-1 2 1,-1-1 0,0 1-1,0 0 1,0-1 0,0 1-1,0-1 1,2 0 0,0-1-1,0-1 1,3-1-9,-5 4 1,1-2 0,1 0 0,1-1-1,1 0 1,0 0 0,0-1 0,1-1 0,1 1-1,-1-1-11,-4 5 0,-1 0 0,2-1 0,0 0 1,0 0-1,2-2 0,1 1 0,0-2-65,-4 5 0,1-1 0,2 0 0,0-2 0,3 0 0,2-2-127,-6 7 1,2-2-1,4-3 1,4-2-1487,-11 12 0,16-10 2043,27-16 0,9-17 1,21-21-1</inkml:trace>
  <inkml:trace contextRef="#ctx0" brushRef="#br0" timeOffset="218632">19521 6451 23276,'51'9'136,"1"0"0,-1 0 1,-6 5-1,1 3 0,0 2 1,0 6-1310,-3 5 1,0 4-1,1 4 1,0 2 0,1 0 1062,-1-2 1,0 1 0,2 2 0,0 0 0,0 1 0,1 1-294,-3-3 0,0 1 0,0 0 0,1 1 1,0 1-1,1 0 0,0 1 403,-1-1 0,2 2 0,0 0 0,0 1 0,0-1 0,-1-1 0,-3-2 0,-3-3 0,4 3 0,-3-2 0,-3-2 0,0-1 0,1 0 0,5 7 0,1 0 0,0 0 0,0 0 0</inkml:trace>
  <inkml:trace contextRef="#ctx0" brushRef="#br0" timeOffset="225383">20698 3288 21414,'-37'-40'-92,"0"-1"0,3 5 0,7 8-127,13 19 262,6 3 205,12 3 879,15-1-143,25-2-650,-10 3 1,3 1-664,11-1 0,3 1 841,8 0 0,2 1-209,-17 0 0,1 1 0,0 1-63,2 0 0,0 1 0,1 0-47,2 1 1,0 0-1,1 1-822,1 1 0,0 1 0,1 0 635,1 1 1,0 0-1,0 1-86,2 1 0,-1 0 1,1 0-1,0 2 0,1 0 0,-1 0-26,1 2 1,0 0 0,1 2 0,-1 0 0,1 1 1,-1 2 4,0 1 0,0 2 0,-1 1 56,-1 1 0,0 1 0,-2 2-19,-1 1 0,-2 2 1,0 1-168,-2 0 0,-2 1 0,0 1 75,-3 0 0,-1 1 0,0 1-388,-2-1 1,0 0-1,-1 1 406,0 0 1,-2-1-1,1 1 12,-1-1 1,1 0 0,-1-1 26,-1 1 1,1 0-1,0 0-59,-1 0 1,0 0-1,-1 0 32,0 2 0,-1 0 1,0 1 78,-1 1 1,-1 1 0,-1 0 2,-2 1 1,0 1-1,-2 1 6,-1 0 0,-2 0 0,0 1 2,-2-1 0,-2 1 0,0 0-8,-2-1 1,-1 0 0,-1 1 10,-2-2 0,-1 1 0,-1-1 8,4 19 1,-4 0-280,-2-2 0,-3-1 320,-2-1 0,-2 0 36,-4-1 0,-2-1 24,0 1 1,-2 0 11,-1-1 1,-1 1 17,0 0 0,0 0-12,0-1 1,-1 0-23,1-2 0,-1 0-16,-1-2 0,-1-2 39,-2-3 0,-2-2 85,-2-4 1,-3-1-197,-5-4 1,-4-3-33,-6-2 0,-2-2-21,-6-1 0,-2-2 378,-3-1 0,-1-2-380,0 0 0,0-1-7,4-1 1,1-1-3,4 0 0,3 0 70,6-1 0,1 1 1201,-17 14-1192,11 0-11,8-4 886,8-4-881,6-8 565,8-6-379,2-5 1073,3-4-1063,2-5-150,3-5-24,3-5 12,3 0-16,1 3-1,-1 7-6,2 5 35,4 6 38,6 6-5,10 6 33,11 2-22,12 2-414,-23-11 0,2-2 378,5 0 0,1-1-18,5 0 1,2-2-6,5-1 1,1-1-10,4-2 1,0 0 2,3 0 1,1-3-555,-1-1 1,1-2 559,-4-1 0,-1-3 3,-4-1 0,-2-3-115,-6-1 1,-3-2 122,-5-1 1,-2-2 22,-5 0 0,-4-2 92,16-20-6,-14-1 1,-10 2 162,-10 4-213,-4 13-11,-5 5-78,-6 14 637,-10 8-632,-12 7 12,-23 20-6,12-7-20,8-3 0,-1 0 767,-15 9-762,16-10 1,-1 0 5,-1-1 1,-2-1-6,-2 0 0,-1-2-15,-3-2 1,-1-3 17,-4-1 0,-1-4 5,-2-1 0,-1-3-447,-2-5 1,-1-3 438,0-2 0,0-3 13,2-4 1,0-5-1431,-2-11 0,3-3 1414,17 10 0,3-2 8,-6-16 1,7-4-207,15 12 1,5-1 194,-3-9 1,3-1 13,4 3 0,2-1 0,3-3 0,2 2-5,1-13 259,3-7-232,-3 35 775,-1 2-813,0 13 3166,-1 12-3149,-2 15 695,0 4-696,-1 25 12,2 3-21,1-15 1,3 3 8,6 7 1,1 0 4,8 15 4,1-17 0,5-3-313,-2-12 1,2-3 331,9 4 0,4-1-3,5-4 1,4-3-21,-6-7 1,3-3 0,0-2-17,17-1 0,-2-3-31,1-1 1,-2-3-547,1-6 0,-2-3 577,-8-2 0,-2 1 0,-12 3 0,-2 2 0,22-10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42:41.32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3890 3402 16594,'0'-4'6156,"0"0"-4045,0 4-1881,-23-50-124,8 37-78,-3-14 0,-4 4 34,-13 30-40,-15 6-19,19-1 0,-2 0-269,-3 3 1,-1 0 282,-2 1 0,1-1-6,1-1 0,1-1 6,5-3 0,1-1 22,-17 0 12,15-5 16,8-7 17,7 0-6,6-1 1,6 1 541,2 2-620,3 1 11,-1 5 23,-2 9 5,-1 13 17,-2 18 11,-2 17-407,4-24 0,1 2 362,0 4 1,0 1-7,1 3 1,1 1 2,-1 0 1,2-1-20,3-1 0,3-2-48,1-2 1,6-3-197,4-5 1,6-2-497,7-5 1,5-3-2082,10-5 1,3-4 2296,-1-3 0,-1-4 1,-13-3-1,-2-2 1,8-1-1</inkml:trace>
  <inkml:trace contextRef="#ctx0" brushRef="#br0" timeOffset="5858">20536 3110 19692,'-9'1'2240,"-22"1"0,-7 1-1103,1 0-767,-5 0 0,1 0 117,10 1-263,13-3-78,17 0 27,15-1-27,20-2-73,24-3-40,0-2-559,-2 0 1,3-1 539,-15 1 0,-1 0 0,19-2 0,-2 0-154,-16 1 0,-5 1 212,19-3 52,-24 4-12,-20 3-51,-10 6-16,-8 9 1140,-4 15-1079,-7 21-64,6-14 0,-1 2-397,-1 10 1,2 2 373,0 9 1,3 4-503,3-17 1,1 2-1,3 0 487,2 3 0,3 1 0,2-1-8,1 1 0,3 0 0,1-1-2,2-2 1,0-1 0,0-1-22,-2-4 1,0 0 0,-3-2-410,-1 13 1,-8-3-257,-15-7 1,-11-4 691,-21-1 0,-6-7 0,22-12 0,0-3 0,-7-3 0,-1 1 0</inkml:trace>
  <inkml:trace contextRef="#ctx0" brushRef="#br0" timeOffset="7508">5557 3799 20134,'2'-60'1835,"1"0"1,-2 8-1,0 6-1090,-5-9-286,-1 25-280,0 16-156,1 11-7,2 18 12,2 23-25,0-7 0,0 4-12,-1 10 1,1 3-913,-2 7 0,1 4 304,0-16 1,0 0 0,0 2 253,0 8 0,1 0 0,-1-4 0,0-5 0,1-3 0,0-1 0,1 0 0</inkml:trace>
  <inkml:trace contextRef="#ctx0" brushRef="#br0" timeOffset="7883">6387 4253 24167,'14'-40'673,"-1"-1"1,0 0-1,5-14 1,-4 9-321,-6 13-208,-5 13-128,-1 10-34,-2 18 34,0 15-90,-3 22-300,-1-11 1,-1 2-2417,-2 8 0,-1 1 2789,-1-1 0,1-3 0,0 2 0,5-27 0</inkml:trace>
  <inkml:trace contextRef="#ctx0" brushRef="#br0" timeOffset="8458">7279 3682 26710,'-4'-48'44,"1"16"-10,2 52 16,-2 4 34,-5-2 23,-5 1-57,2-9 113,-2-1 83,8-11-33,-2-5-84,1-11-6,-1-27-118,2 7 9,4 2 0,2 0 14,9-12-16,5-6 4,12 6-21,-2 18-1,6 8 1,-10 16-40,10 15 34,-5 14-6,5 22 0,-18-6 0,-5 4-708,-7 0 0,-5 0 725,1 3 0,-5-1-3,-12 3 1,-5-2-410,2-11 1,-2-2 414,-5 6 0,-3-1 19,-2-5 1,-1-6 7,9-10 1,0-4 25,-18 6 56,19-23-28,16-11-11,2-7-51,17-9-27,13 3-18,8 3-83,21 6-140,4 9 432,-19 3 1,3 1-1579,12 6 0,0 1-2028,-4 0 1,-1 0 3419,5 3 0,-5 0 0,3 1 0,-20-5 0</inkml:trace>
  <inkml:trace contextRef="#ctx0" brushRef="#br0" timeOffset="8625">8334 3989 27723,'-37'23'17,"-1"0"0,4 0 0,6 5-1067,14 11 0,7 4 109,2-1 1,1-2 0,-1 19-1,7-18 1</inkml:trace>
  <inkml:trace contextRef="#ctx0" brushRef="#br0" timeOffset="9232">9575 3613 22487,'0'-43'889,"0"0"0,0 0 0,-3-19 1,-5 11-549,-9 15-173,-15 11-112,5 22 0,-3 14 0,-2 6-31,7 1 1,-1 4-625,-11 11 0,0 5 601,8 2 1,3 2 5,2 4 1,4-1 308,6-9 0,2 2-325,3 14 0,5 0-1,7-18 1,5-2-74,3 13 1,5-2 84,7-15 0,3-4 5,4-5 1,2-5 72,-1-4 0,1-6-58,25-11 44,-12-16 23,-14-16 55,-14-6 23,-13-1 826,-12 6-871,-9 7-33,-7 9-57,-4 11 522,0 9-549,-2 14-40,2 12-44,0 16-269,6 13-1318,8 10-86,14-28 1,4 0 1750,9 5 0,2-3 0,2 5 0,9-6 0</inkml:trace>
  <inkml:trace contextRef="#ctx0" brushRef="#br0" timeOffset="9409">10105 3908 28115,'16'2'-901,"-4"14"-3737,-15 44 4638,1-7 0,1-18 0,1-17 0</inkml:trace>
  <inkml:trace contextRef="#ctx0" brushRef="#br0" timeOffset="9916">10947 3600 26077,'2'-57'289,"1"1"0,0 5 1,6 8-201,24 13-38,6 9-29,7 11 12,3 7-23,6 14-14,-24-2 0,0 4-488,1 3 0,-1 4 491,1 2 0,-2 3 8,-3 2 1,-3 2-9,-6 1 0,-5 1-27,-3 32 27,-30-3 0,1-32 0,-4-3 14,-5 0 0,-3-4 5,-1-2 1,1-2 75,-25 8 107,13-12 245,16-10-251,14-11-39,9-5-23,9-4 477,6-2-571,8 3 263,8 0-269,5 6-12,7 4-5,4 6-11,4 9 5,2 8-17,-3 10-5,-6 9 0,-13 6-39,-15 7-23,-24 3-312,-3-24 0,-4-1-388,-7 1 0,-4-2 773,-7 2 0,0-4 0,-6 5 0,3-8 0</inkml:trace>
  <inkml:trace contextRef="#ctx0" brushRef="#br0" timeOffset="10125">11902 3897 25264,'-12'53'-142,"0"-1"0,0 0 1,-1-3 141,1-8 0,1-5 0,-2 8 0,1-6 0</inkml:trace>
  <inkml:trace contextRef="#ctx0" brushRef="#br0" timeOffset="10725">12655 3852 20506,'15'-57'819,"0"1"0,-1-1 0,0 4 0,-1 2 0,-2 4-419,-3 4 1,-1 4 193,3-22 495,-4 23-921,-4 20 121,-2 28-267,0 5 29,-3 37-23,-1 9-248,0-19 1,-1 4 230,0 0 0,0 4-4,1-4 1,0 2-1,1-3 1,-1-3 1,1-2-23,-1 13 0,3-5 42,8-10 346,5-15-362,10-7 16,9-26 16,9-20-16,-17 8 0,0-3-138,0-3 0,0-1 172,-2 1 0,-2-1 28,13-21 485,-9 10-575,-9 12 0,-6 15 0,-6 9 0,0 17 0,2 13 0,2 17 0,1-7 0,0 1-242,4 18-318,-2-11 0,2 1-1384,-2-9 1,0 0 1329,1 4 0,-1-1 0,4 12 1,-6-21-1</inkml:trace>
  <inkml:trace contextRef="#ctx0" brushRef="#br0" timeOffset="10916">13793 4001 26284,'10'52'-2046,"4"-3"0,-6-33 0,1-2 0</inkml:trace>
  <inkml:trace contextRef="#ctx0" brushRef="#br0" timeOffset="11466">14992 3482 23517,'0'-7'2274,"-1"2"-1663,1 5-225,-25-66-44,11 42-312,-3-12 1,-1 4 14,-5 24-28,3 10 11,-29 13 17,7 4-34,11-3 0,-1 1 23,-19 17-1457,5-1 1395,14-6 396,-1 3-346,13-5 18,-6 16 10,8-6-5,0 7 39,7-8-56,3-8 1110,0 2-1026,3-7-72,0-2 16,2-5 28,3-10-40,0-3 292,0-1-240,1-3-57,2-4-17,4-6-11,0-1-22,17-12 28,2 7-6,20-5-11,2 14 6,3 11-12,-12 6 1,4 16-7,-6 21-4,-5 7-184,-19-17 0,-5 2 133,-16 25 16,-5-30 1,-4-1-37,-6-1 1,-4-2-141,-3-1 0,-3-4-316,0-3 0,0-3-1082,0-4 1,1-3 1624,-18 0 0,20-7 0,16-2 0</inkml:trace>
  <inkml:trace contextRef="#ctx0" brushRef="#br0" timeOffset="11675">15314 3876 26861,'-16'56'-51,"0"0"1,3-13 0,-1 1-1,2-5-4351,-5 17 3332,5-20 0,2-1 1,0 2-1,5-17 1</inkml:trace>
  <inkml:trace contextRef="#ctx0" brushRef="#br0" timeOffset="12082">16674 3650 6934,'-4'8'6727,"0"-1"-2240,4-7-2269,0 0-1507,56-67 521,-18 31-1070,4-9 1,2 1-37,-16 24 0,-1 3 990,25-8-1043,0 10-28,-3 22-6,0 20 1148,-25-2 1,-2 5-1194,1 9 1,-2 4-15,0 7 1,-4 4-555,-1 6 1,-5 3 242,-4-18 1,-2 1 0,-3 0-762,-2 1 1,-2 0 0,-3 1 1091,-2 2 0,-2 1 0,0-5 0,1-3 0,-1-5 0,-1-5 0,0 0 0</inkml:trace>
  <inkml:trace contextRef="#ctx0" brushRef="#br0" timeOffset="12232">16747 4215 24194,'11'-62'513,"-1"0"1,6 3-1,9 8-580,12 21 0,8 6-2279,9-1 0,6 3 2346,-9 7 0,2 2 0,-5 2 0,-3 0 0,-3 2 0,1 3 0,-1-1 0</inkml:trace>
  <inkml:trace contextRef="#ctx0" brushRef="#br0" timeOffset="13775">5493 5584 23131,'6'-45'896,"0"1"0,-1 5 0,-5 9-627,-10 17-185,-7 11-50,-9 14-1,-8 15-16,-5 18-235,19-17 0,3 2 212,3 1 0,3 1-5,3 0 0,5 0 17,13 25-1,19-13 12,14-17 22,5-18 40,-4-22 89,-9-15 134,-11-31-207,-11 15-123,-9 9 0,-5 0 129,-10-14-56,2 18 0,-2 0-17,-3 2 0,-3 1 28,-18-19-45,-3 14 381,2 15-526,3 18-751,7 17-4447,7 17 5332,9 3 0,6-11 0,4-10 0</inkml:trace>
  <inkml:trace contextRef="#ctx0" brushRef="#br0" timeOffset="14182">7699 5573 24351,'-10'-52'870,"0"1"0,2 5 1,0 5-524,-1 6-185,3 14-128,2 15-6,-2 24-11,-2 21-29,1-7 1,-1 2-597,-2 9 1,0 2-185,-2 7 0,1 2 792,2 10 0,1-3 0,2-24 0,2-4 0,2-1 0,1 0 0</inkml:trace>
  <inkml:trace contextRef="#ctx0" brushRef="#br0" timeOffset="14658">9826 5638 13984,'-7'0'7802,"2"0"-6895,-26-6 1,-5-4 279,6-6-800,-9 1 0,2-4-1,23-12-112,28-9-229,1 13 6,31-6-29,-2 18-11,17 2-3,-29 10 1,0 3-9,3 9 0,-1 3 0,8 7 0,-4 30-17,-40 0-354,-6-15 1,-6 1 362,-7 4 0,-5 0 2,-8 1 0,-2-2 3,-4 1 1,0-3 4,1-2 1,0-3 14,5-4 0,3-1-17,-14 12-34,20-12 51,34-11-34,23-9-27,13-6-647,-5-5 0,4-1-108,2-1 1,3-1-1412,-4 0 1,3 0-1,0 0 2210,-2 1 0,-1 0 0,-2 1 0,3-2 0,-4 2 0,11-2 0</inkml:trace>
  <inkml:trace contextRef="#ctx0" brushRef="#br0" timeOffset="15249">11303 5434 25197,'2'-48'211,"0"0"0,1 2 0,5 10-115,12 21-57,11-1-6,6 8-33,17 11-11,-17 5-11,16 16-23,-21 5 6,-13-5 0,-1 4-12,1 21 34,-18 11 51,-24-11-358,-6-11 329,6-16 1,-1-1 17,-17 10 19,12-12 0,1 0 115,-10 5 187,8-8-204,21-13 168,7-7-17,2-4-33,6-7-6,12-5-174,6 2-44,5 3 253,9 7-264,3 5-21,-6 7 1,2 2 0,-4 0 0,0 1-670,6 6 1,-2 1 655,7 7-23,-7 8-173,-31 5-280,-17 3-588,-30 7-339,12-26 1,-3-4-3503,-1-1 1,1-3 3499,-14 3 1,18-8 0,21-4 0</inkml:trace>
  <inkml:trace contextRef="#ctx0" brushRef="#br0" timeOffset="15775">13094 5480 21159,'3'-7'2123,"8"-25"0,1-7-1222,-3-4-789,4-3 1,-2 0 363,-5 0-75,-3 16-300,-2 14 5,-2 17-67,-4 20 6,-6 22-26,2-11 1,-1 2-380,-3 6 1,-1 2 367,-1 2 1,1 0-4,0 0 1,1-2-6,3-9 0,1-1 100,2 4 0,4-3-95,7-3 12,7 2 11,14-35 11,12-17-11,9-17-9,-21 14 1,0-2 11,-1 1 0,-1 0 53,13-20 11,-10 12-33,-11 13 711,-9 10-767,-4 9-1,-4 12-21,-7 24-85,1 8-409,-3 18-1483,10 0-7838,11-1 8141,0-16 1,2-15 0,-8-22-1</inkml:trace>
  <inkml:trace contextRef="#ctx0" brushRef="#br0" timeOffset="16349">14978 5363 26598,'-36'-20'29,"1"-1"1,6 1 0,0 7-16,-7 26 0,-1 7-854,-19 4 848,14-7 1,0-1 5,8-4 0,2-1 8,-25 7 272,15-5-288,15-4 175,14-2-131,7-3 29,5 1 21,1 2 428,3 1-433,2 5-16,1 3-12,1 8-11,-2 5-28,-2 5 0,-2 4 5,-3 0 12,-3-2 22,-3-4-27,-3-8 4,1-6 57,4-9 95,3-5-45,3-7-111,2-6 4,3-7 18,7-6-34,8-3 0,9 1-17,8 4-22,5 6 5,4 7 6,-1 8-16,-2 12-29,-5 12 17,-6 10-84,-12 8-319,-13 7-863,-18 4-3848,-15 2 4479,-6-9 1,10-19 0,9-13 0</inkml:trace>
  <inkml:trace contextRef="#ctx0" brushRef="#br0" timeOffset="16875">17075 5479 22649,'0'-8'3400,"0"1"-3157,-14-25 1,-8-2 81,-7 17-211,-2-16 1,-2 6 20,-17 45-62,-1 18-848,25-8 1,3 3 799,-1 8 1,2 3 4,2 5 1,3 3-12,2 4 1,3 2-6,4-1 0,4 0-11,6-3 0,5-1 5,5-7 1,4-4 2,5-8 0,3-6 541,29 5-446,-2-34 46,-2-24-50,-28 4 0,-2-4 1,-4-2 1,-4-1 31,-2-27-85,-28 8-123,-33 17-451,9 21 1,-7 7 211,2 6 1,-3 4-1,3-1 1,5-2 0,3 0-1,-6 6 1,1 0 0</inkml:trace>
  <inkml:trace contextRef="#ctx0" brushRef="#br1" timeOffset="29600">4338 3956 17283,'0'-5'5439,"1"0"-3266,-1 5-2022,-2-43-67,-7 43 33,-9-22-33,-11 62-36,12-13 0,0 1-29,-1 5 1,1 2-31,2 1 0,2 2-187,4-1 1,2 0 214,3-1 0,5-2 16,15 26-16,18-11-12,-9-30 1,5-3 0,3-3 0,4-4 5,1-2 0,1-4 0,0-3 0,-1-3 11,-4-2 1,-3-3 61,17-15 0,-20-8-17,-15-5-33,-22-3-12,-16 0-10,-19-3-281,17 20 0,-1 0 266,-2-1 0,1-1 9,-1 0 0,1 0 41,1 0 1,1 0-42,4 1 0,1 0 10,-11-20 1,15 2-22,13 5 16,14 4 542,8 5-559,11 7 335,3 7-346,4 8 11,-1 11-5,2 12 5,-2 16 6,-5 17-304,-16-20 1,-2 3 266,-2 2 1,-3 1-186,-1 3 1,-2 0-600,-2 0 1,1-1-2516,-2 0 1,0-1 3335,-1 24 0,1-24 0,-1-18 0</inkml:trace>
  <inkml:trace contextRef="#ctx0" brushRef="#br1" timeOffset="29834">4953 4309 27337,'15'42'-1610,"0"1"1,-6 4 0,-6 1 1609,-10-2 0,-5-4 0,-5 17 0,7-25 0</inkml:trace>
  <inkml:trace contextRef="#ctx0" brushRef="#br1" timeOffset="32349">4356 2528 23528,'-40'-3'63,"0"-1"1,3 5 0,6 8-53,13 47-11,8 5-542,13-3 564,13-8 12,15-11 50,13-12 100,7-14 248,0-19 150,-7-16-55,-11-16 48,-13-9-289,-12-6-85,-17 0-83,-11 5-45,-12 6-23,-5 9-33,2 10 8,5 9-490,10 8-1898,7 10 2363,7 12 0,3-6 0,3 5 0</inkml:trace>
  <inkml:trace contextRef="#ctx0" brushRef="#br1" timeOffset="32799">5485 2590 19036,'-5'-57'1781,"0"0"0,0 7 0,0 4-1019,-4-15-224,1 23-291,2 17-208,2 13-28,3 18 17,0 16-62,3 23-92,-1-14 0,0 3-1003,1 6 0,0 3 1129,1 11 0,1-2 0,-3-23 0,1-2 0,3 30 0</inkml:trace>
  <inkml:trace contextRef="#ctx0" brushRef="#br1" timeOffset="33366">6495 2599 23954,'-22'-50'468,"1"0"1,0 6-1,10 7-333,18 19-95,3 6-24,3 7-10,8 3-6,7 9-17,8 7-16,4 15 16,-5 10-34,-10 10 29,-16 5 44,-20 6-255,-1-30 1,-3-1 246,-4 0 0,-2-2-6,0-2 1,0-1-9,-13 13-6,10-11-11,13-12 17,9-7 0,14-4-286,16-8-1282,23-7-1493,-14 2 0,1-2 2478,1-1 0,-2 1 0,15-5 0,-21 7 0</inkml:trace>
  <inkml:trace contextRef="#ctx0" brushRef="#br1" timeOffset="33983">7565 2392 14482,'-3'-3'7399,"0"2"-4486,3 1-2622,-53-63-73,40 35-204,-15-8 0,6 2 3,31 14-11,9 8-17,9-1-6,8 4-45,11 5 34,-15 5-22,10 10 22,-20 6-6,1 9 1,-10 6 10,-14 16 12,-5-15 5,-16 17 12,-1-19-6,-7 6 11,3-6 107,1-7-45,12-11 146,3-5 38,10-7-100,2-2-101,6-5 22,11-6-33,4 1-39,4 0 5,5 6 0,-6 6-11,6 6-39,-5 17 17,-12 6-12,-8 3-44,-16 8-107,-10-6-180,2-8 1,-1 0-885,-17 14-3697,-7-2 4946,15-20 0,11-11 0,8-4 0</inkml:trace>
  <inkml:trace contextRef="#ctx0" brushRef="#br1" timeOffset="34658">9244 2182 18997,'0'-6'5035,"0"1"-3113,0 5-1889,5-48 29,-3 48-23,4-24 0,-4 69-11,-4-2-14,-2-5 0,-1 1 9,-4 14-15,3-16 0,1-1-13,1 11 38,4-14-5,1-14 230,10-11-68,4-13-78,16-11 28,9-12 40,7-7-24,0-1-10,-6 3 0,-12 8-57,-12 11-78,-10 7 12,-5 7-29,-2 4-72,1 16-17,0 6-398,2 17-1378,3 7-5399,4 11 6637,0-3 1,-3-19 0,-2-17 0</inkml:trace>
  <inkml:trace contextRef="#ctx0" brushRef="#br1" timeOffset="35566">11662 2169 24676,'-38'8'102,"1"1"1,-3 0 0,3 2-58,-14 8 28,10-5 0,-2-2 100,-10 0-41,17-4 0,3-2 142,-3-3-38,16-5-91,12 1-61,5-1-56,3 2-17,2 8 1,1 4 27,1 11-22,-2 5-6,0 2 17,-1 2 11,-1 1-5,1 0-34,-1-2 22,0-1 17,-3-5 12,2-6 61,-2-8 117,2-6 135,1-4-134,3-7-174,3-5-28,8-6-23,7-5 1,6 2 0,4 3 5,2 6 6,0 5-29,-1 8 12,2 8-39,-4 7-34,-5 9 17,-9 5-50,-13 2-152,-15 3-386,-13 0-695,-14 1-1993,-8-1 3332,-3-5 0,21-13 0,6-7 0</inkml:trace>
  <inkml:trace contextRef="#ctx0" brushRef="#br1" timeOffset="36366">13152 2273 15165,'0'-3'7053,"0"0"-5345,0 3-1630,-67 32 51,33 7-769,-9-5 1,1 5 686,24-4 1,6 2-12,1-1 1,2 0 209,3-2 0,3 0-210,9 3 1,4-3 2,6 10 8,5-18 1,5-5 64,21-4 95,15-4 45,-27-15 1,-1-5 105,13-12-195,-12-7 284,-24-5-324,-18 5-78,-13-4-40,-7 13 1,-4 3-6,1 3 0,-2 3 355,-1-1 0,-1 3-451,-26 2-284,23 9-1004,-1 6-8447,17 18 7917,12-10 0,6 2 0,4-17 0</inkml:trace>
  <inkml:trace contextRef="#ctx0" brushRef="#br1" timeOffset="36783">14744 2416 22397,'12'-57'1056,"-1"0"1,1 6 0,0 9-939,2 14 16,7 10-89,-2 14 33,13 25-33,-7 17-45,-12-3 0,-3 3-130,-4-7 0,-3 1 12,-3 15 1,-3 3-672,-2-7 0,-1 2-684,-1 1 0,-1 4 0,0-3-3443,-4 13 1,0-3 3729,1-3 0,1-6 1,-1-3-1,8-34 1</inkml:trace>
  <inkml:trace contextRef="#ctx0" brushRef="#br1" timeOffset="36950">14622 2878 21814,'-20'-48'623,"1"0"1,8-2 0,13 8-568,41 17-1333,-1 5 0,6 2 896,-8 6 1,2 1-1,2 0-2763,7-1 1,2 0 0,-1 1 3143,-3 0 0,0 2 0,-4 0 0,4-1 0,-6 2 0,7-1 0</inkml:trace>
  <inkml:trace contextRef="#ctx0" brushRef="#br1" timeOffset="37666">16921 2567 19216,'1'-7'4923,"0"1"-4453,2-25 0,0-3 147,-1 14-469,2-16 1,-2 5-93,-4 27-39,-2 9-6,-5 11 11,-4 16 6,-4 14-22,1-3-1,5-6 1,1 1-6,1 15-11,3-15 0,4 0-786,12 15 786,3-14-118,31 3 118,-4-23 11,17 3 16,-16-17 18,-14-12 5,-14-7-16,-20-9-18,-15-5-27,-18-6 13,15 14 1,0-1 216,-1-2 0,0-2-202,3-3 0,2 0 5,4-2 0,3 0 3,4-1 0,3 1 31,2-30 45,11 5-6,7 7-45,9 10-22,-2 13-11,7 4-6,-8 13 22,9 5 0,-5 15 382,2 10-387,-4 15-22,2 8-119,-1 11-696,-11-25 0,-2 1 820,-2 8 0,-1-3 0,1 4 0,-6-2 0</inkml:trace>
  <inkml:trace contextRef="#ctx0" brushRef="#br1" timeOffset="44032">6268 3684 22313,'-42'-10'946,"9"2"-621,36 5-56,6-4-56,7-4-51,6-4-50,4 1-39,2 2-28,-3 5-17,-2 4-6,-3 8 17,0 9 29,3 12 4,2 13 35,-2 14-347,-12-21 1,-2 2 286,-3 5 1,-1 1-1,-2 4 1,-3 1-17,-2 1 0,-2 1-23,-1 0 0,-2-1-8,0-2 0,0-1-14,0-4 0,2 0-56,0-6 0,1 0-473,-1 22-930,3-11-2022,1-14 3495,1-13 0,0-10 0,0-6 0</inkml:trace>
  <inkml:trace contextRef="#ctx0" brushRef="#br1" timeOffset="44282">6312 4140 23030,'-35'-19'397,"19"-3"-397,44 4-56,19-9-36,-17 11 0,1 0-163,2 0 0,2-1-1076,3 1 1,-2 1-1241,9-5 2571,-7 7 0,-32 11 0,-3 2 0</inkml:trace>
  <inkml:trace contextRef="#ctx0" brushRef="#br1" timeOffset="44582">6000 4314 17406,'0'-5'5232,"1"1"-3037,-1 4-2268,-4-44 62,3 43-28,-2-26-101,3 60-538,1 8-8245,3 15 8923,-1-13 0,1-7 0,-3-22 0</inkml:trace>
  <inkml:trace contextRef="#ctx0" brushRef="#br1" timeOffset="44849">6794 4183 20929,'4'-5'3058,"0"2"-2061,-4 3-1742,-18 42-1327,10-19 1221,-5 8 1,1-1 0,7-14 0,0 0 0</inkml:trace>
  <inkml:trace contextRef="#ctx0" brushRef="#br1" timeOffset="123633">1879 7693 16521,'-3'0'7080,"0"0"-4559,3 0-2275,-6-14-190,12 6 22,15-18-33,32 8-34,-13 6 1,4 0-691,10-3 0,3 1 598,-14 4 1,1 1 0,1-1-170,2 0 0,0 0 0,1 1-305,-3 0 0,0 1 1,-1 0-1701,14-2 1,-4 2 1666,-12 2 0,-5 1 1,2 0-1,-20 4 1</inkml:trace>
  <inkml:trace contextRef="#ctx0" brushRef="#br1" timeOffset="123840">2188 7542 19148,'-3'0'5993,"1"0"-3881,2 0-2067,-37-15 16,25 32-27,-27 3-46,33 19 1,8 9-48,-3-1 1,0-1-576,0 2 0,0 1 62,1 5 1,2-1-1193,2-11 0,2 1 1155,5 13 1,0-3 0,4 5 0,3-12 0</inkml:trace>
  <inkml:trace contextRef="#ctx0" brushRef="#br1" timeOffset="124216">2512 7980 21209,'0'-6'5041,"0"2"-3949,0 4-1052,-15-25-91,21 43 34,-13-28-156,42 61 72,-14-30-151,30 15-28,-7-22 173,-10-9 1,1-3 101,19-11-3309,-1-15 3387,-27-2 133,-6-16 119,-10 3 28,-2-12-23,-8 2 152,-8 4-354,1 20 24,-3 6-102,4 21-28,-6 30-10,-2 14-24,5-7 1,0 2 1114,-1 4 1,1-1-1116,1-6 1,2 0-98,-3 15 0,0 3-627,4-12 1,0 1-1,1 1-2541,0-1 0,1 0 0,-1 0 2311,0 20 0,0-6 0,3-1 0,1-42 0</inkml:trace>
  <inkml:trace contextRef="#ctx0" brushRef="#br1" timeOffset="124699">3172 8080 27589,'0'47'73,"-1"14"-85,-1-13 1,1 3-1160,0-9 0,-1 0 1157,0 13 0,-1 2-48,1-2 1,0 0 88,1-5 1,-1-1-67,1-2 0,0-7 22,1-8 530,-3-20-502,-6-33-33,-2-17 27,2 5 1,0-4-979,0-9 0,1-1 981,0 6 0,1-2 22,1-9 0,0-7 0,2 4-160,1-6 1,1 0 144,1 5 0,1-4 0,1 3-149,2-4 1,2 4 155,2 6 0,2 5-16,-3 12 0,3 3-27,7-7 0,4 4 21,13-2-6,-7 13 1,3 3-17,24 5 11,5 21-12,0 19 9,-30-3 0,-2 5 613,-2 5 0,-5 4-627,-3 3 0,-7 3 11,-7 0 1,-8 0 10,-7-1 0,-7-3 9,-7-2 0,-6-4-6,-4-3 0,-1-4-73,-2-4 1,1-4 539,2-4 0,2-3-1410,-24-2-1485,21-20 2431,20-17 0,11 10 0,8-4 0</inkml:trace>
  <inkml:trace contextRef="#ctx0" brushRef="#br1" timeOffset="125324">3737 7889 21461,'-7'3'4369,"2"-1"-3820,5-2 280,0 0-605,-26 42-50,38-31-68,-9 24 17,47-49-50,4-14-23,-3-9-197,-10-7 198,-11-5 10,-11 0 18,-10 5 5,-11 7 28,-8 10-62,-9 9-39,-5 9 1,-4 6-46,-2 12 259,0 8-213,-3 12-18,0 11-365,2 12 368,18-23 0,2 3 6,2 0 0,4 1-9,5 30-33,19-7 28,17-10-6,-10-27 0,3-3 8,3-4 1,2-3 14,2-2 0,0-5-1,0-4 1,-1-4-65,-3-2 1,-1-4 97,21-24 0,-11-9-267,-23 17 0,-3-1 222,-1-2 1,-1-2 47,-2-2 0,-1-1-148,-1 2 1,-1-1 105,-3 3 0,-1 0 352,1-21-352,-5 10 161,-2 12-161,1 12 498,-2 9-498,2 10 280,3 10-280,7 12 0,9 16 0,13 12-209,-9-20 1,2 0 208,4 4 0,1-1-381,3 1 0,0 0 381,-3-1 0,-3 1-65,-6-3 0,-7 1-1661,-19 25-1114,-14-29 0,-6-4 2840,-5-2 0,-1-4 0,-16 5 0,18-13 0</inkml:trace>
  <inkml:trace contextRef="#ctx0" brushRef="#br1" timeOffset="125890">5586 8044 23450,'26'-56'1086,"0"0"1,-3 5 0,-6 5-595,-15-2-139,-7 11-146,-4 14-111,-6 12-29,-6 18-28,-7 17-28,-9 21-8,18-16 0,0 2-233,1 1 1,2 2 223,4-1 0,3-1-16,11 26-104,24-11 126,-1-28 0,5-5 0,6-2 0,3-6-167,1-4 0,0-4 192,-3-4 1,-2-4 13,15-21-10,-23-10 21,-22-8 23,-21-5-34,2 25 0,-2 1-3,-5 0 1,-3 2 100,-1 4 0,-2 2-98,-27-7-11,0 16-45,6 15 46,11 11-241,13 14-137,16 10-1342,20 7-2785,22 2 3647,9-8 1,-10-16-1,-13-13 1</inkml:trace>
  <inkml:trace contextRef="#ctx0" brushRef="#br1" timeOffset="126224">6487 7695 27370,'-43'-38'368,"-1"1"0,5 6 0,4 15-368,3 48 0,19-3 0,3 5 0,1 11 0,4 4-1152,1 12 1,3 4 1151,3-14 0,1 2 0,1 1-530,0-8 1,-1 2 0,2 0 0,-1 2 483,1 4 1,1 1 0,-1 0 0,0 2-385,-1 3 1,0 1 0,-1 1-1,-2-1 165,-2 2 1,-1-1-1,-3 1 1,-3 0 27,-3-7 1,-3 1 0,-2-1 0,-1-1-1,0-5 203,-3 11 1,-1-5 0,-5-1 33,-1-8 0,-4 1 0,-2-3 0,1-9-185,-10-4 0,-2-9 285,-6 3 1,-2-13 229,1-24 1,5-15-174,12-9 0,7-7-70,1-7 0,9-6 216,10 9 0,6-4 0,3 1-247,4 4 0,3 1 0,2-2 156,3-10 0,3-3 1,4 1-195,3 1 1,4 2 0,4 0-67,-1 9 1,3 0-1,2 2 1,-3 3-92,0 1 1,-1 4 0,3 0-635,0 2 0,3 0 0,1 1 0,-4 6 773,6-2 0,-3 4 0,-3 1 0,-4 3 0,5 0 0</inkml:trace>
  <inkml:trace contextRef="#ctx0" brushRef="#br1" timeOffset="126850">7938 8460 14817,'23'-56'1221,"1"0"1,-1 0 0,0 0 0,-2 6 0,-1 0 0,0 1 0,-3 5-1695,6-15 0,-4 5 1025,-2 2 0,-2 3 103,-7 16 1,-1 1-191,6-22 300,-6 18-715,-6 27 154,-1 15-137,-4 19-28,-2 10 1,-2 7-15,-1 3 0,-2 3-710,1-5 1,0 4 0,0-3 695,-2 5 1,1 0 2,-2 11 0,2 1-330,5-4 1,5-2 320,1-3 1,5-1-82,4-3 1,7-7 81,24-6 16,-3-27 40,12-28-12,-6-20 20,-12 2 0,0-3 11,-7 3 1,-1-1-179,1-6 0,-3-1 97,-8 13 0,-3 2 0,3-14 2638,-6 8-2638,-5 26 1278,-1 0-1278,-1 30 253,1-5-253,1 25 507,1-6-507,9 20 0,3-6-1351,9 4 108,-4-22-6078,9-2 6473,-11-15 0,-2-2 0,-7-7 0</inkml:trace>
  <inkml:trace contextRef="#ctx0" brushRef="#br1" timeOffset="127024">8710 8029 21943,'-6'-7'4240,"1"1"-6463,-21-28 1,-4-5 2452,13 17 634,-15-21 0,4 6-847,24 31 797,3 5-881,6 8-784,15 24-1009,3 4-1232,-4-7 1,0 1 3091,11 16 0,-11-15 0,-9-13 0</inkml:trace>
  <inkml:trace contextRef="#ctx0" brushRef="#br1" timeOffset="127382">8961 8165 23791,'0'-6'3669,"0"1"-2891,0 5-744,-10-7 0,9 31-18,-7 0-21,9 30-29,0-5 51,-1-11 17,0-15 303,0-14-337,7-42 0,-1 8 0,6-15 0,2-5 0,8-8-133,-6 15 1,1 1 132,10-8 0,-5 16 0,-1 13 0,-1 11 0,5 15 0,5 12 0,4 18 0,-16-14 0,-1 2 0,0 4 0,-1 2-575,0 2 1,-2 1-1035,-1 1 1,-1 0 1608,-1 0 0,-1-3 0,1 6 0,-5-12 0</inkml:trace>
  <inkml:trace contextRef="#ctx0" brushRef="#br1" timeOffset="127590">9544 8001 24457,'13'-41'830,"0"0"0,0 0 1,3-11-1,-1 7-499,-2 13-5,-6 21-326,-3 25 0,0 21 0,-1 6 0,-2 5 0,-1 3-639,0-10 1,0 1 606,0 20 1,0 3-431,2-6 0,0 0-888,2 2 0,2 1-1801,2-2 1,4-1 3150,4-4 0,1-6 0,3 8 0,0-22 0</inkml:trace>
  <inkml:trace contextRef="#ctx0" brushRef="#br1" timeOffset="128583">9920 8380 22511,'8'-45'903,"-1"0"0,1 1 0,2-16 0,-3 8-304,-6 8 14,-6 16-350,-2 12-82,-6 10-159,-4 10 52,-9 11-62,-11 16-4,13-11 0,-1 2-246,-4 4 1,0 1 240,0 1 0,0 1 8,3-2 0,3 1-5,-7 22 22,19-7-6,25-8-44,20-7 5,21-6-105,-22-14 1,2-1 90,2-2 1,2-2-63,1-1 1,0-2-54,2-2 1,0-2-116,0-1 1,0-1-90,-2-2 0,0-2-25,-4 0 1,0-2 127,-6-1 1,-1-1 39,15-17 252,-16-2 151,-15 1 436,-14 5-60,-9 3 670,-8 8-665,-4 4-74,0 7-251,2 3-84,4 7-89,5 4-29,5 6 17,6 5-22,9 3-6,6 0-16,11-2-1,6-8-22,3-6-11,3-14 28,0-9-34,-2-12 39,-4-7 57,-7-7-33,-10-3-46,-9 0 0,-13 4 0,-8 7 0,-12 9 0,-7 10 0,-6 11 0,0 12 0,1 11 0,8 15 0,9 12 0,9 13-299,13-26 1,4 2 298,4 3 0,5 0-261,6 1 0,5 0-509,7 0 0,5-2-861,6-3 1,3-4 25,3-5 0,2-4 143,2-6 0,-1-5 899,-2-7 1,-1-6 629,-4-5 0,-3-4 1067,-5-4 0,-4-6 328,-5-1 0,-5-5-533,-4-2 1,-4-2-294,-3-2 0,-2-2-211,-2 1 1,-3 1-87,-1 1 0,-2 1 131,-13-18 310,-13 16-689,-21 18-91,-14 22 372,28 3 1,0 6-373,1 5 0,2 5 61,4 5 1,4 2-62,4 2 0,4 2 0,3 1 0,6-1 0,5-2 0,5-1 168,19 22-168,19-18 0,12-20 0,5-25-261,-30-5 0,-1-6 261,0-8 0,-2-5 0,0-8 0,-4-5-310,1-7 0,-4-5 310,-8 14 0,0-1 0,-2-1-297,0-3 0,-1-1 1,-1-1 296,0 1 0,-1-1 0,-1 1 0,0 3 0,-1 1 0,-1 1 0,2-13 0,-2 4 50,-2 12 0,-2 3-50,-2-10 439,-3 26-439,-2 21 785,-4 23-785,-5 30 0,5-14 0,0 6 0,1-2-139,-3 7 1,1 2 138,2-8 0,-1 6 0,0 0 0,2-1-770,-1 4 0,2-1 1,0 3-98,2-4 0,0 4 0,1-1 1,2 0 556,1 10 0,1-2 0,1-4 1,0 4-1,2-7 0,9 6 0</inkml:trace>
  <inkml:trace contextRef="#ctx0" brushRef="#br1" timeOffset="129207">12556 8405 22484,'11'-50'732,"1"-1"1,-1 1 0,1 0 0,-3-1 0,0 3-1,-2 0-523,-1-3 0,0-1 1,-5 7-84,-3 11 0,-3 5 260,-12-20-21,4 28-365,1 6 53,0 38-53,2 18 0,-1 16-495,3-14 0,0 3 495,2-3 0,-1 2 0,-1 13 0,1 4 0,3-13 0,1 1 0,2-2 0,2 12 0,3-3 0,-1-3 0,4-4 0,5-14 0,5-6 72,16 1-72,13-10 0,-13-28 0,2-9 0,-3-3 0,0-4-319,7-13 1,-3-3 318,-11 10 0,-3 0 0,0-8 0,-3 0 0,0-16-17,-10 21 0,-3 0 17,-1-5 951,-8 13-951,-1 19 0,-3 15 0,-1 6 705,-4 26-705,3 2 0,9 11 40,7-16-40,17 2-2505,21-10-138,-8-7 2643,15-8 0,-36-14 0,-1-2 0</inkml:trace>
  <inkml:trace contextRef="#ctx0" brushRef="#br1" timeOffset="129383">13216 8036 28306,'-36'-25'-2011,"17"13"-2381,43 43 4392,5-2 0,-8-11 0,-8-7 0</inkml:trace>
  <inkml:trace contextRef="#ctx0" brushRef="#br1" timeOffset="129632">13631 8100 28434,'-40'-21'67,"0"0"0,4 4 1,10 12-62,32 38-1,3 3-11,3-5 1,4 2-34,3 8 0,2 3-524,-1 1 1,-2 1 497,2 8 1,-4 0-104,-10-12 0,-4-4-117,-8 20-430,-11-28 1,-6-4-1224,-12-6-2397,-15-9 4335,21-37 0,15 8 0,6-8 0</inkml:trace>
  <inkml:trace contextRef="#ctx0" brushRef="#br1" timeOffset="129774">13474 8159 25640,'-23'-38'586,"0"-1"0,3 2 0,4 14-518,13 23-18,2 13-33,0 14-79,-2 19-249,1-15 1,0 2-2357,-2 6 0,-1 1 2667,1-1 0,0-3 0,-3 12 0,4-20 0</inkml:trace>
  <inkml:trace contextRef="#ctx0" brushRef="#br1" timeOffset="130074">13852 8466 25616,'10'-58'368,"0"0"1,0 0-1,-1 1 1,1 0 0,-2 3-306,-1 11 1,-1 1 0,0 1-662,1-3 1,1 0-1,-1 1 598,4-17 0,-1 1 0,-2 10 0,-1 4 840,-1-15-840,-10 30 454,-4 19-454,-7 19 232,-5 16-232,-4 24 0,11-13 0,2 3-223,-1 10 0,3 4 223,1 6 0,2 3 0,3-17 0,0 1 0,2 0-393,0 2 0,2 0 1,0 1 392,1-1 0,2 0 0,1 0-148,1 0 0,2-2 1,2 0-507,1-3 1,3-1 0,1-2-1636,10 12 1,3-4 2288,-2-11 0,-1-5 0,9 3 0,-17-21 0</inkml:trace>
  <inkml:trace contextRef="#ctx0" brushRef="#br1" timeOffset="130274">13830 8167 26861,'41'-15'-98,"0"-1"1,1 0-1,-1 1 1,0 2 0,-1 3-1041,6 6 1,1 3 280,12-2 0,-2 0 1,-24 1-1,-1 0 0,30-1 1</inkml:trace>
  <inkml:trace contextRef="#ctx0" brushRef="#br1" timeOffset="130624">15011 7784 27958,'-45'-10'63,"1"1"1,2 2 0,9 10-31,13 37-27,9 3-6,9 0-17,14-7 34,7-8 28,8-9 11,4-10 45,0-12-1,-2-9 18,-6-11-55,-9 1-63,-13-30 0,-13 20 0,-4-13 0,-11 19 0,2 15 0,0 2 0,-9 16 0,12 12-293,-5 20-1252,12 13 71,8-4 1474,8-1 0,1-3 0,-1-14 0,4 26 0</inkml:trace>
  <inkml:trace contextRef="#ctx0" brushRef="#br1" timeOffset="130916">15087 8397 28671,'-54'13'0,"1"-1"0,5 0 0,9 3 0,18 19 0,11-3 0,19-7 0,11-8 0,13-9 0,5-13 0,1-10 0,-7-12 0,-10-5 0,-10-2 0,-15 0 0,-12 3 0,-10 5 0,-7 7-3362,-1 11 3362,6 6 0,11 4 0,7 0 0</inkml:trace>
  <inkml:trace contextRef="#ctx0" brushRef="#br1" timeOffset="131500">1472 9710 19635,'56'-19'350,"0"-1"1,-1 1 0,1 0 0,0-1 0,-4 1-1,-4 0 1,1 2 0,5 2-204,-2 4 1,4 2-1,2 1 1,2 2-1,-1-1 1,-2 1-901,5-1 0,-3 2 0,1-1 1,2 1-1,3-1 830,-13 1 1,2 0 0,1 0 0,1 0-1,2 0 1,0 0 0,1 0 0,-1 0-126,0 0 0,-1 1 0,1-1 0,1 0 0,0 1 0,1-1 0,2 0 0,2 1 0,1-1 84,-7 0 0,1 1 0,2-1 0,2 0 0,0 1 1,1-1-1,1 0 0,1 0 0,-1 0 0,1 0 1,-1 1-1,-1-1 0,-1 0-47,0 1 0,-1-1 0,1 1 0,-1 0 0,0-1 0,0 1 0,0 0 0,0-1 0,1 1 0,-1 0 0,0-1 0,1 1 0,-1 0 16,-3 0 1,-1 0-1,1 0 1,0-1 0,-1 1-1,1 0 1,0 0 0,-1 0-1,1 0 1,0 0 0,1 0-1,-1 0 1,1 0 0,0 0-53,0 0 1,-1 0 0,1 1 0,0-1-1,1 0 1,0 0 0,0 1 0,0-1 0,-1 1-1,1-1 1,-1 0 0,0 1 0,0 0-1,-1-1 1,0 1 58,3 0 1,-1-1 0,-1 1 0,0 0 0,-1 0 0,-1 0 0,2 0 0,-1 0 0,2 0 0,1-1 0,1 1 0,2 0 0,3 0-2,-13 1 1,1-1-1,1 0 1,2 1-1,1-1 1,0 1-1,2-1 1,0 0-1,1 0 1,0 1-1,1-1 1,0 1-1,-1-1 1,1 0-1,0 1 1,-1-1-1,0 1 1,-1-1-1,-1 1 1,0 0-1,-2-1-3,5 1 0,-1 0 1,-1-1-1,0 1 1,0 0-1,-1 0 1,1 0-1,-2-1 0,1 1 1,0 0-1,0 0 1,0 0-1,0 0 1,1 1-1,-1-1 0,2 0 1,0 0-1,0 0-4,-2 0 0,2 0 0,0 1 0,1-1 1,1 0-1,0 0 0,0 1 0,1-1 1,-1 0-1,1 1 0,-1-1 0,-1 1 1,0-1-1,0 1 0,-2-1 0,-1 1 1,-1-1-1,-1 1 0,-1 0 0,-2 0-3,13-1 1,-1 1 0,-3 0 0,-1 0 0,-2 0 0,-1 0 0,0 0 0,0 0 0,0 0 0,0 0 0,1 1 0,1-1-2,-1 0 0,0 1 1,1-1-1,1 1 1,-1-1-1,1 1 1,0-1-1,-2 1 0,1 0 1,-2-1-1,-2 1 1,-1 0-1,-1-1-18,6 1 1,-2 0-1,-2-1 1,-1 1 0,-2 0-1,1 0 1,0 0 0,0-1-1,2 1-261,4-1 1,2 1 0,0-1 0,0 0 0,1 1 0,-2-1 0,-1 0 0,-2 0 0,-3 1 278,11-1 0,-2-1 0,-2 1 0,-3 0 0,-3 0 0,-4-1 0,1 1 0,-5-1 0,-4 1 0,-5-1 0,-3 0 0,1-1 0</inkml:trace>
  <inkml:trace contextRef="#ctx0" brushRef="#br1" timeOffset="133090">3142 10843 19988,'9'-58'2003,"0"0"1,0 1-1,-2 4-1650,1-2 218,-2 5-218,-6 36-269,1 3-45,-4 21-22,-4 15-11,-6 25 11,0-3-272,3-10 1,-1 0 276,2-4 1,1 1-23,-2 7 0,1 0-109,2-1 1,2-2 114,2 11 44,3-16 124,5-25-12,2-19-56,7-27-38,0-12 2,-5 12 0,-2 1 488,1-17-513,-6 20 0,0 0 22,-2-18-45,0 16 1,1 2 5,1-12-23,-1 11-10,1 25 228,-1 12-218,0 12 1,1 15-40,-2 29-313,-1 3-674,1-21 1,0-1-493,-1 15 1513,7-16 0,0-4 0,-2-9 0,8 11 0</inkml:trace>
  <inkml:trace contextRef="#ctx0" brushRef="#br1" timeOffset="133323">3669 10937 23915,'-9'-1'2839,"1"1"-2049,8 0-353,0 0-426,45-39-17,-25 29-285,16-11 0,2 2-1972,-5 19 2263,18 2 0,-28-1 0,-5 1 0</inkml:trace>
  <inkml:trace contextRef="#ctx0" brushRef="#br1" timeOffset="133866">5400 10622 24840,'-41'-27'219,"-1"0"1,1-1 0,-9-8 0,1 9-128,9 23 1,3 7-60,-11 8-16,16-2 0,2 4 620,-3 18-642,15 6 212,14 6-207,17 5 23,15 4-247,-7-24 0,2 0 235,5 0 0,2-1-22,2 1 0,1-1 11,-1-1 0,-1-2 155,-4-1 0,-4-2-155,7 13 34,-26-10-23,-29-8-6,-25-4 1,14-8 0,-2 0-330,-5-1 0,-2-2 315,0 1 1,0-1-40,4-2 1,3 0 313,-21-4-1347,24-2-1868,26-7-1297,17 2 3454,14-6 0,-9 11 1,1-1-1</inkml:trace>
  <inkml:trace contextRef="#ctx0" brushRef="#br1" timeOffset="134057">5651 10759 24435,'0'-3'3008,"0"1"-2207,0 2-745,-10 15-39,4 10-40,-7 18-167,9 8-852,2 0-2710,4-5 3108,2-11 1,-1-15 0,1-11 0</inkml:trace>
  <inkml:trace contextRef="#ctx0" brushRef="#br1" timeOffset="134240">5865 10518 21377,'-5'-6'4431,"1"1"-3921,4 5-533,0 0-722,-30-21-1898,37 35 2643,-16-4 0,28 16 0,-1-1 0</inkml:trace>
  <inkml:trace contextRef="#ctx0" brushRef="#br1" timeOffset="134607">6136 10810 22935,'0'-7'4038,"0"2"-3405,0 5-264,5-62-195,-4 46-101,3-36-40,-5 74-22,-3 18-39,1 13-297,-2 9 325,2 0 11,3-4 6,1-11 11,0-17 50,3-15 18,2-22-46,6-16 12,7-18 16,5-14-58,-9 25 0,1-1-151,1 0 0,1 1 131,0 3 0,2 1 0,17-16-1,1 15 1,1 12 0,2 16 0,3 13-23,0 14-280,-4 13-855,-5 10 500,-19-22 0,0 0-457,1 0 1,0 0-1197,1 0 1,2-2 2310,4 0 0,-1-4 0,2 4 0,1-8 0</inkml:trace>
  <inkml:trace contextRef="#ctx0" brushRef="#br1" timeOffset="135007">6976 11033 19064,'2'-7'3013,"6"-29"1,1-8-2079,-1-2-599,2-7 0,0-1 213,-5 3-134,-2 11-208,-11 19-101,-11 16-27,-15 19-29,-7 15-5,-1 17-45,23-19 0,2 2-162,4 1 0,3 1 168,0 29-34,17-8 16,12-13 24,11-16 27,4-17 73,0-20 101,-2-16-28,-6-15-185,-6-6 0,-9 0 0,-6 6 0,-4 8 0,-4 14 319,0 12-319,-4 23 0,-2 23 0,3-4 0,0 4 0,-1 11 0,0 5-805,-1 10 1,1 3 804,3-15 0,1 1 0,1 1 0,-1 5 0,1 0 0,1 1 0,2 3 0,0 0 0,0 0-558,-2 0 0,0 0 0,-2-1 328,-3-2 0,-2-1 0,-4-2-78,-3-5 0,-3-3 0,-4-2-118,-2-8 1,-3-2 0,-2-5-242,-14 4 1,-2-12-4250,-2-19 1,2-11 4656,13-2 0,4-5 1,-16-19-1,31 13 1</inkml:trace>
  <inkml:trace contextRef="#ctx0" brushRef="#br1" timeOffset="135690">7170 11244 21601,'7'1'4655,"-1"-1"-4375,-6 0 118,39-66-113,-19 25-647,6-9 0,-1-3 429,-13 20 1,-3-2 7,3-17 1,-1-2-34,-2 1 0,0 0-441,-1 0 0,-1-1 432,-2-4 1,-2 2 5,-1 12 0,-1 0-131,-3-13 0,-1 2 170,-1 16 1,-1 3 94,-8-21-117,2 39 0,2 10 557,1 18-579,-8 34-27,4-2 93,1 6 0,2 4-100,4-4 0,2 1-8,-1-6 0,2 2 0,0 1-341,2 1 1,2 0 0,1 0 333,-1-2 0,2 0 0,1 0-2,5 0 0,1 1 1,2-4-7,4 5 1,2-5 13,0-5 1,3-6 8,25-7-16,-5-31 10,14-16 11,-22-4 1,-2-5-193,-7 2 1,-2-3 166,0-6 0,-3 0 37,-4-11 78,-8 0 764,-5 24-846,-4 6 1492,-4 19-1505,-5 19 0,1 4 0,0 17 508,7-3-508,20 19 0,8-12-579,-2-20 1,2-3 578,16 1-170,-10-14 1,2-2 169,26-6 0,-18-8 0,0-5 0,-10 0 0,-4-3 0,1-7 0,-6-2 0,-3-10 0,-8-5 0,-8 17 0,-1-2 0,-3 11 1113,-4 14-1113,-6 18 383,-2 7-383,-11 31 0,5-9 0,0 5-938,-3 7 0,1 3 938,4-6 0,0 2 0,2 2-1083,3-1 0,2 2 0,2-3-1503,1-6 0,1-2 1,1 1 2585,3 7 0,3 1 0,-1-9 0,0-15 0,0-4 0,5 31 0</inkml:trace>
  <inkml:trace contextRef="#ctx0" brushRef="#br1" timeOffset="136333">9422 10885 23192,'6'-54'747,"1"-1"0,-1 0 0,-1 10 1,-1 2-1,0 0-624,2-14 0,-1 4 258,-2-9-202,-3 46-139,2 8 4,0 22 18,1 21-17,-1-5 0,-1 4-505,-2 9 0,-1 4 510,-1 8 0,-2 2-35,1-15 0,0 0 0,-1 1-4,0 1 0,0 0 1,1-1-12,-1 20 0,2-2 0,2-7 0,4-2 5,3-10 1,4-4-6,15 12 22,9-29 12,5-30 5,3-22-11,-20 7 0,-1-3-176,0-3 0,-2-2 206,-1-1 1,-2-1-42,-3 1 1,-2 0-18,-2 1 0,-2 2 1012,1-21-1012,-4 15 0,-5 16 0,-3 11 0,-2 13 0,-4 11 412,-1 10-412,0 8 0,3 5 0,6 0 0,10 0-741,9-4-1151,12-6-4902,5-9 6794,-3-8 0,-12-6 0,-8-5 0</inkml:trace>
  <inkml:trace contextRef="#ctx0" brushRef="#br1" timeOffset="136523">9981 10707 26004,'-24'-45'453,"0"-1"1,3 5 0,5 11-437,12 23-23,6 14-33,3 2-51,4 8-89,2 0-2406,8 18 0,3 5 2302,-7-10 0,0-1 0,6 9 1,-2-3-1,-4-2 0</inkml:trace>
  <inkml:trace contextRef="#ctx0" brushRef="#br1" timeOffset="136866">10202 10895 22985,'0'-6'3842,"1"1"-3498,3-25 1,2-5 69,-1 11-341,1-14 0,3 8-23,-1 31-10,4 20-1,2 16-22,2 17-23,-9-22 0,0 0-97,-2 1 1,0 0 102,-1-1 0,-2-1 5,1 24 29,-2-14 44,-2-17 113,0-17-113,6-41-32,3-5-46,-1 5 0,2-3 0,5-6 0,2 2 0,9-17 0,-8 25 0,1 3 0,8 10 234,2 13-234,4 17 0,3 12 0,0 14-343,-3 8-4573,-9-3 1,-1 0 4714,5 6 1,-10-16 0,-2-5 0,-7-16 0</inkml:trace>
  <inkml:trace contextRef="#ctx0" brushRef="#br1" timeOffset="137074">11031 10649 24108,'6'-45'841,"0"1"1,0-1 0,1-13 0,0 8-400,0 13 9,-4 19-451,-2 21 100,0 20-100,-2 23 0,0-12 0,0 2-399,-1 8 0,1 1 399,-2 6 0,1 1-561,0 3 1,0 1 39,2 2 0,2 1-1263,5 0 0,3-2 1784,1-7 0,1-4 0,8 12 0,-5-29 0</inkml:trace>
  <inkml:trace contextRef="#ctx0" brushRef="#br1" timeOffset="137683">11465 10807 26038,'-53'0'253,"1"0"1,1 2 0,5 6-156,20 11 0,2 4-248,-1-1 1,2 2 216,-15 25-44,14-1-23,20-4-6,22-4-61,21-9-37,-9-18 1,3-3-657,8-2 0,2-3 393,6-1 1,1-3-114,4-3 1,1-2-67,-1-1 0,0-2 14,-5-2 0,-2-3 229,-8 0 1,-3-2 647,14-17 93,-21-4 396,-17-1 258,-9 3 125,-8 6-427,-5 9 755,-6 9-1092,-5 6-122,-1 9-91,2 2-88,6 5-57,6 1-11,8 2-23,9-2-10,19 0-46,-5-7-16,24-2 11,-20-8 45,16-19 0,1-6 11,-15-4-40,6 3 1,-7-3 51,-27-3 10,-10 6-16,-7-4-33,-11 6-29,-16 10 0,11 11 0,-18 15 0,18 12 0,-8 17 0,20-7 0,5 5-110,4-2 0,4 0-134,2 2 1,5 0-690,10 2 1,8-1-2432,7-5 0,3-1 3364,5 3 0,1-1 0,14 7 0,-17-18 0</inkml:trace>
  <inkml:trace contextRef="#ctx0" brushRef="#br1" timeOffset="138074">12707 11092 26059,'-8'-52'616,"0"-1"0,0 5 0,-6 8-207,-30 4-291,-8 22-717,17 15-1,0 6 617,-15 10-3,23 0 0,3 4 367,-2 19-370,4 13-14,23-21 0,6 0-30,16 17 242,11-5-293,15-20-61,-4-16 34,13-10 99,-25-11 1,-2-6 28,-4-3 0,-4-2-3,0-2 0,-3-3 28,-3-6 0,-3-3 143,-4 2 1,-2-4-127,-1-3 1,0-6 0,-1 1-508,-1 4 0,-1 1 0,-1-2 448,1-8 0,-1-2 0,0 3 0,1-10 0,0 5-291,-1 15 1,-1 2 290,1 5 0,0 4 0,-1 4 0,0 9 328,1 28-328,0 28 0,-1 7 172,0-2 0,-2 5-172,-2 1 0,0 2-188,0-5 0,-1 4 1,1 2 90,0-1 0,-1 4 0,1 0 0,1 0-1691,1-5 0,1 1 0,0-1 1,1 1 1787,0 3 0,1 1 0,0-1 0,1-7 0,2 11 0,1-9 0,4 8 0</inkml:trace>
  <inkml:trace contextRef="#ctx0" brushRef="#br1" timeOffset="138740">14307 10751 23268,'8'-49'540,"0"0"1,0 0 0,0-1-1,0-2 1,0 2 0,-3 2-292,0-13 0,-3 8 109,-4-4-246,-1 25 441,0 16-474,1 26 119,0 4-175,-1 17 0,-1 8-23,0-1 0,0 0-115,-1 8 1,0 3 114,-1-2 0,0 3 0,1-2-481,0 3 0,0 1 481,1-4 0,0 3 0,2-3 0,4 6 0,3-4 0,3-6 0,2-4 0,12 15 0,16-18 0,11-34 0,5-18-276,-20-2 1,-1-6 275,-6-4 0,-2-4 0,-1-1 0,-2-3-44,-4 0 0,-2-1 44,-4 2 0,-2 0 1105,2-25-1105,-6 15 0,-5 17 0,-1 13 619,0 9-619,-2 25 421,-1 4-421,-3 24 0,1 1 0,1-8 0,6 20-937,11-19-427,-2-12 1,4-1 1363,30 13 0,-19-20 0,3-7 0</inkml:trace>
  <inkml:trace contextRef="#ctx0" brushRef="#br1" timeOffset="138900">15055 10530 25679,'-22'-11'-1088,"8"3"0,31 28 0,-6-9 0</inkml:trace>
  <inkml:trace contextRef="#ctx0" brushRef="#br1" timeOffset="139207">15417 10560 27505,'-13'-40'267,"-1"1"0,1 0 0,4 16-251,7 26 12,2 10 12,5 13-24,7 13-4,13 12-201,-7-21 1,3 1 185,3 1 1,1 1-375,4 2 0,0 0 343,1-1 1,0 0 27,-2-1 0,-3-2-49,-4-3 1,-4-2-58,0 16-241,-29-11-498,-22-10-785,-17-7-1960,-6-7 3481,-4-11 1,30 2 0,3-6 0</inkml:trace>
  <inkml:trace contextRef="#ctx0" brushRef="#br1" timeOffset="139349">15302 10759 21629,'6'-43'1577,"1"-1"1,-1 6 0,-1 8-1186,-1 19-224,0 11-11,-1 12-84,1 16-118,-1 16-593,-1 15-1670,-2-25 1,0 1 2307,0 26 0,0-22 0,0-19 0</inkml:trace>
  <inkml:trace contextRef="#ctx0" brushRef="#br1" timeOffset="139657">15975 10859 25455,'14'-44'506,"-1"-1"0,1 1 1,-2-1-1,0 0 0,-1 0-411,-2 2 0,-1 0 1,-1-1-904,-1-1 1,0-1 0,-1 1 872,-1 1 1,-1-1 0,0 2-66,0-15 0,-1 4 337,-1 11 1,-2 5-338,-2-7 449,-2 25-449,-5 26 0,-6 18 0,-6 23 0,8-13 0,2 4 188,0 7 0,1 4-188,2 7 0,3 2-642,3 4 1,2 2 641,4-20 0,2 1 0,1-1 0,3 1 0,2 0 0,2-1 0,4 0 0,2 0 0,2-2-372,3 0 0,1-1 0,2-2-528,0-1 0,2-2 0,0-2 900,15 14 0,-2-6 0,-17-17 0,-2-2 0,13 7 0</inkml:trace>
  <inkml:trace contextRef="#ctx0" brushRef="#br1" timeOffset="139840">15937 10677 27393,'8'-41'237,"0"0"0,8 3 0,8 9-195,21 21 0,8 10-815,-1-4 1,0 1 724,-4 0 1,-3 1-306,-8 1 1,-5 1-2635,7 5 2987,-29 2 0,-6-5 0,-7-2 0</inkml:trace>
  <inkml:trace contextRef="#ctx0" brushRef="#br1" timeOffset="140633">3834 12382 16423,'48'-18'244,"-1"0"1,1 1 0,0-1 0,0 2 0,0 1 0,1 0 0,3 4-611,-1 2 0,2 3 1,2 2-1,0 0 1,2-1 509,3 0 1,2 1-1,1 0 1,0-1-1,3 1-176,-12 1 0,1-1 1,1 1-1,1-1 1,0 1-1,2 0 1,0-1 67,-2 1 0,2 0 1,0-1-1,1 1 1,1 0-1,0-1 1,1 1-1,0 0-47,-1-1 0,0 1 1,0 0-1,1-1 1,1 1-1,0 0 1,0-1-1,1 1 1,1 0 22,-9 0 0,1 0 0,0 0 0,0 0 1,1 1-1,0-1 0,1 0 0,-1 0 1,1 0-1,1 0 0,-1 0-66,-2 1 1,1-1 0,0 0 0,1 0 0,-1 0-1,1 0 1,0 0 0,1 0 0,-1 0 0,1 1-1,-1-1 1,1 0 57,-2 0 1,0 1 0,0-1 0,1 0-1,-1 1 1,1-1 0,0 0 0,0 1 0,0-1-1,1 1 1,-1-1 0,1 0 0,0 1 4,1-1 0,2 1 0,-1-1 0,0 0 0,1 1 0,0-1 0,0 0 0,0 1 0,0-1 0,0 1 0,1-1 0,-1 0 0,1 1 7,-3 0 0,0-1 1,0 1-1,0 0 1,0-1-1,1 1 1,-1 0-1,1 0 1,0-1-1,0 1 1,0 0-1,0 0 1,0 0-1,0 0 8,-3 0 0,0 0 1,1 0-1,-1 0 0,1 0 1,0 0-1,0 0 0,-1 0 1,1 0-1,0 0 0,0 0 1,0 1-1,0-1 0,1 0 1,-1 0 1,1 0 0,0 1 0,0-1 0,0 0 0,0 1 0,0-1 1,1 0-1,-1 1 0,1-1 0,-1 1 0,0-1 0,1 1 0,-1-1 1,1 1-1,-1-1-1,1 1 0,0-1 0,0 1 0,0-1 0,0 1 0,0 0 0,0-1 0,0 1 0,0 0 0,0 0 0,1-1 0,-1 1 0,0 0 0,0 0 0,0 0-3,0 0 0,0 0 1,0 0-1,0 0 1,0 0-1,0 0 0,0 0 1,-1 1-1,1-1 1,0 0-1,0 0 1,0 1-1,0-1 0,0 0 1,-1 1-6,0-1 0,1 1 0,-1-1 0,0 0 0,0 1 1,0-1-1,0 1 0,0-1 0,0 1 0,0 0 1,0-1-1,0 1 0,0 0 0,-1-1 0,1 1-4,2 0 1,2 0 0,-1 0-1,1 0 1,-1 1 0,1-1-1,-1 0 1,0 0 0,-1 1-1,0-1 1,-1 0 0,-1 1-1,-1-1 1,-1 0-11,5 1 1,-1-1-1,-2 0 1,-1 1-1,-1-1 1,0 0 0,0 1-1,0-1 1,1 1-1,0-1 1,1 1 0,-1 0 0,1 0 0,0 0 0,1 0 1,0 0-1,0 0 0,0 1 0,-1-1 1,1 0-1,-2 1 0,0-1 0,-2 0-32,5 1 1,0-1-1,-1 1 1,-1 0 0,0-1-1,0 1 1,-2-1 0,0 1-1,-1-1 1,0 1-73,4-1 1,0 1 0,-2-1-1,0 1 1,-1-1 0,0 1-1,0-1 1,0 0 99,4 1 0,2-1 0,2 0 0,0 0 0,-4 0 0,-4 0 0,-7 0 0,-8-1 0,13 1 0,-9-2 0,6 1 0,0-1 0</inkml:trace>
  <inkml:trace contextRef="#ctx0" brushRef="#br1" timeOffset="146391">5917 13945 20249,'-4'-48'727,"1"0"0,-1 0 1,0 0-1,0-8 0,0 1 1,1 7-412,1 10 0,1 6 60,0-8 558,1 22-850,0 28 17,1 26-51,-1-1 1,1 5-1047,-1 18 0,-1 6 1007,-1-12 0,-2 4 1,0 1-277,-1-7 1,-1 1 0,0 2 0,-1 0 194,-2 5 0,-1 2 0,-1 1 0,1 0-793,1-10 0,0 0 1,0 1-1,0 0 1,0-2 862,-1 7 0,1 0 0,0-2 0,0-3 0,2-3 0,-1-3 0,3-5 0,1-5 0,1-1 0</inkml:trace>
  <inkml:trace contextRef="#ctx0" brushRef="#br1" timeOffset="147682">5962 13494 23635,'28'-27'481,"16"7"-389,-6 20 1,5 5-1699,7-3 1,3 1 1636,7-1 0,3 0-18,-15 0 0,1-1 0,1 0-11,7 1 0,0-1 0,3 1-2,-10-1 0,0 0 0,2 0 0,1 1-522,5-1 1,1 0 0,2 0 0,0 0 522,-9 0 0,1 0 0,1-1 1,0 1-1,0-1-186,3 1 1,0-1-1,1 0 1,0 1 0,0-1 186,1 0 0,0 0 0,1-1 1,0 1-1,-1-1-1,1 0 0,0 0 0,0 0 0,0 0 0,0-1-256,-1 1 0,1-1 0,-1 0 0,1 0 1,-1-1 258,0 0 0,0 0 1,0 0-1,-1 0 1,1-1-98,-1 1 0,1-1 1,-1 1-1,0-1 0,1 0 98,-1 0 1,1 0 0,-1 0 0,0 0-1,1-1 26,-1 1 0,1 0 0,-1 0 0,1 0 0,-1 0-22,1 0 0,0 0 0,0-1 0,-1 1 0,1 0 17,0 0 1,-1 0 0,1-1 0,0 1 0,-1 0 15,-1 0 1,1 0-1,-1 0 1,0 1 0,-1-1 4,0 0 0,-1 0 0,0 0 0,0 0 0,-1 0 81,10 0 1,-1 0 0,0 0 0,-1 0-72,-5 0 1,-1 1-1,0-1 1,-3 1 209,11-1 0,-3 0 0,-2 0-217,-12 1 1,-1 0 0,-4 1 581,4-1 1,-7 0-443,3 0 1965,-29 4-2088,-17 4 2201,-6 4-2218,-2 3 1653,1 1-1624,0-1 174,2-2-157,0-1-1,-1-1-17,1-3-22,0 1-17,1 0 6,0 7-34,0 9-27,-3 19 10,5-10 0,1 3-601,-2 12 1,0 4 606,0 9 0,1 4-451,2-16 1,1 2 0,1-1 448,1 4 0,0 0 0,1 0-6,2 0 1,1 0 0,1 1 1,0-2 0,0 0 1,0-1-7,0-1 1,0-2 0,-1 0-6,-1-3 0,-1-1 1,-2-2-337,-5 15 1,-3-4 318,-3-8 1,-5-4-55,-2-8 1,-5-3 37,-25 10 16,-2-17 34,0-12 11,3-10 6,0-6-17,-2-6-17,-5-2 17,-5 1-11,27 6 0,-1 2 285,-3-1 0,-1 2-302,-4 1 0,-1 1 159,-4 0 0,-2 1-140,-5 0 1,-1 1-1,-4 0 1,-2 0 4,18 1 0,-1 0 1,1 0-163,-3 1 1,1-1 0,-1 2 161,-2 0 0,0 0 1,0 1-363,-2-1 1,0 1-1,0 0 366,-3 1 0,-1-1 0,0 1 2,-4 1 0,1-1 0,-2 0-1,-2 1 1,0 1 0,-1-1-352,14-1 1,-1 1 0,0 0-1,0 0 353,-1-1 0,0 1 0,0-1 0,0 1-5,0 0 1,0 0-1,-1 0 1,-1 0-297,-8 1 0,-3 1 0,0-1 0,5 0 294,2 0 0,3 0 1,-3-1 0,0 1 0,-2 0 0,-1 1 0,5-2-86,2 1 0,3-1 0,-1 0 85,3-1 0,-2 1 0,-1 0 0,1-1-8,0 1 1,1 0 0,-1 0 0,-2 0 11,-7 0 0,-3 1 0,1-1 0,1 0 0,6 0 0,2-1 0,1 0 0,0 0 1,1 0 0,1 0 1,0 0-1,1-1 3,-11 2 0,0-1 0,3-1 0,11 0 1,1-1 0,0 1-2,-9 0 1,-1 0 0,0 0 0,5-1 0,1-1 0,-2 1-3,-4-1 1,0 1 0,3-1-2,-2 0 0,2 0-6,7-1 1,-1 1-1,3-1 605,5-1 0,1 1-580,-12-2 1,1 0 2,13-1 1,1 0 50,-24-4 2213,32 1-2242,9-3 1801,12 4-1845,0-3 1646,5 2-1646,0 2 6,0 1 5,0 2-22,1 0-280,3 0-2079,17-5-1254,7-2-621,4-4 4245,3-3 0,-22 8 0,-1-1 0</inkml:trace>
  <inkml:trace contextRef="#ctx0" brushRef="#br1" timeOffset="151898">6682 14549 20722,'0'-7'2066,"1"-25"1,-2-7-1500,-5 2-369,2-8 1,-3 1 120,-12 4-117,-7 10-124,-10 14-44,-11 24-26,17 6 1,0 6-570,-5 9 0,1 5 575,-3 4 0,2 3-3,2 2 0,2 0-11,6-2 0,4-2 6,6-5 0,5-2 287,10 14-260,22-21-5,21-21 0,14-24-11,-5-6-465,-11-9 1,0-6 469,-12 9 1,-2-2 6,0 0 1,0-4 0,-2 3-10,-1-2 0,-2-1 13,-4-2 1,0-4-1,-1 1 1,-2-3 0,-1-1-6,-1 4 0,0-2 0,-2 2 22,-1-3 0,-3 4 406,-2 8 0,-1 5-378,-1-5-67,-6 25 6,-6 26-6,-8 20-16,-7 21-287,11-24 1,0 3 223,1 2 1,2 2-87,3 1 0,1 1-93,2 2 1,2-1-104,5 0 0,3 0-107,2-1 1,3-2-101,3-3 0,4-2 438,2-5 1,2-4-358,26 10 341,4-23 186,2-25 212,1-17-8,-27 7 0,-2-2 92,0-1 0,-2-2 28,-3 0 0,-1-2 297,10-27-133,-11-1-125,-8 5-72,-8 6-96,-8 11-106,-7 11-73,-8 13-33,-6 17 594,-6 12-600,-2 14-17,1 9 17,7 3-22,7 3 225,8-2-236,6-6-12,11-8 34,9-13 33,11-11-5,7-15 11,4-13 28,0-11 28,-3-7-6,-10-1 17,-10 4-27,-9 7-29,-5 10-28,-2 8-45,-1 5 18,-1 10 4,1 7-10,-1 10 16,2 10-27,2 7-23,5 3 11,6-1 6,10-6-12,11-7 18,10-10 10,10-12 7,6-18-264,-28 0 1,0-3 265,0-6 0,-2-3-9,-1-3 1,-2-4-12,0-1 1,-3-3 13,-2-3 1,-2-1 7,-1-3 1,-2-2-428,-2-2 0,-2 0 461,-2-1 0,-1 1 14,-3 1 1,-2 2 19,-1 5 0,-2 3 67,-5-19-39,-3 20-61,-2 19 405,-1 14-445,-3 19 17,-2 19-17,-2 21-5,11-21 1,1 2 48,1 4 1,4 1-149,3 5 1,3 0-205,2 3 1,2 1-1019,4 2 1,2 1-316,2-3 0,1-1 1630,0-1 0,0-4 0,3 5 0,-5-15 0</inkml:trace>
  <inkml:trace contextRef="#ctx0" brushRef="#br1" timeOffset="152382">7584 14437 23732,'49'-31'29,"0"-1"0,0 0 0,-2 2 0,0 1 0,-3 7-24,0 7 1,-1 5-160,0-2 0,0-1 165,-4 0 1,-3 0-1,-5 1 0,-3-1 732,8-11-547,-20-1 221,-15 10-277,-19 2 505,-9 10-410,-12 7 17,-6 9-44,1 13-52,3 5-32,8 6-52,9 0 631,13-1-697,10-5 16,14-7 0,10-6 23,13-8 45,5-15-1,2-10 85,-2-13 84,-7-7 22,-6-2-111,-10 1-169,-9 4 0,-6 4 0,-5 5 0,1 9 0,-2 5 0,1 7 0,2 8 0,-1 8 0,4 13 0,0 14-172,0-7 1,-1 2-484,1 18-886,-4-9 0,0 1-2932,-1-11 1,1 0 3842,-1 3 0,0-1 0,-1 10 0,2-22 0</inkml:trace>
  <inkml:trace contextRef="#ctx0" brushRef="#br1" timeOffset="152858">8995 14028 23405,'3'-61'1247,"-1"1"0,1-6 0,-1 5-900,-2 24 1,1 3 16,0-8 0,1 4-262,-2-8-102,2 17 0,0 26 0,1 21 0,3 25 0,-2-7 0,-2 7-639,-1 5 0,-1 5 0,-1 1 639,-3-1 0,0 1 0,-1 1 0,0 1 0,-1 1 0,0 0 0,-3 5 0,-1 1 0,1-1-44,2-10 1,1 0 0,1 3-2415,2 0 0,1 5 1,2 0-1,0-4 1997,2 0 1,1-3 0,1-2 0,1 17 0,3-10 0,5-19 0</inkml:trace>
  <inkml:trace contextRef="#ctx0" brushRef="#br1" timeOffset="153491">9754 14192 22666,'0'-9'1809,"-2"-26"0,-1-2-1227,2 14-428,-2-13 0,1 4-36,2 25-28,0 15-62,0 1 56,0 24-17,-4 27-42,-1-26 0,0 2-313,-2 12 0,-2 0 290,-1-6 1,0-1 0,3-9 0,-1-1 8,0 5 0,1-3 45,2-3 135,-1 1 10,10-33-89,8-17-11,8-18-6,6-16-56,-11 22 1,-1-1 18,1-3 0,1-1-25,-1 1 1,1 0-31,0 2 0,1 1-214,13-20 211,-8 19 0,4 9 0,-11 17 0,9 7 0,-3 17 566,1 18-566,2 14 0,-12-18 0,-1 0-295,2 3 1,-2 2-667,2 1 1,-1 1-3956,0-1 1,0 0 4707,-2-5 1,0-2-1,1 7 1,-5-17-1</inkml:trace>
  <inkml:trace contextRef="#ctx0" brushRef="#br1" timeOffset="153849">10390 14185 19076,'-3'-4'0,"1"1"0</inkml:trace>
  <inkml:trace contextRef="#ctx0" brushRef="#br1" timeOffset="154665">10317 14206 17266,'-6'-3'7035,"0"1"-5842,6 2 79,0 0-1104,-11-11-17,11 22-11,-4-5-23,18 24-27,7 0 0,8-4-12,6-6-16,3-6 16,-1-7 12,-3-11-1,-5-6 29,-9-10-6,-8-6-28,-8-6 17,-10-3-1,-8 3-32,-6 4-18,-4 9-22,0 10-22,-1 9-1,-1 11 12,2 9-17,1 10-22,6 7 10,5 4-21,6 3-141,10 1-386,10 2-784,14-2-1764,15-6 3108,-12-23 0,0-2 0,4 1 0,1-7 0</inkml:trace>
  <inkml:trace contextRef="#ctx0" brushRef="#br1" timeOffset="155249">10914 14347 21685,'2'-7'4689,"0"2"-4295,8-24 1,2-5 176,-6 13-395,7-14 1,-4 5-20,-14 24-56,-10 15-84,1 1-12,-15 18-10,5 0-1,-7 11-44,0 2-113,1-1-66,3-4 27,6-10 107,9-11 67,5-16 45,9-15 78,5-25 11,2-4-22,1-3 112,0 2 23,0 14-23,2 0-27,2 11-169,-4 13 0,1 9 0,1 16 0,5 12 0,6 13 0,3 6 0,2 1 0,2-5 0,5-6 0,5-11 0,4-12 0,5-15 0,-18-11 0,-1-5 0,10-9 0,-13-1 0,-3-3 0,0-22 0,-11 17 0,-2-4 0,-3-13 0,-3-1-843,-2 6 0,-3 0 843,0 1 0,-3 1 0,-1 5 0,-3 3 0,-6-10 0,-1-1 0,2 21 0,3 19 0,1 17 0,1 5 1686,-1 26-1686,2 6 0,2-14 0,2 2 0,-1 12 0,3 2-1050,2-6 1,1-1 1049,0 0 0,2 0-54,4-4 0,4-2-1413,15 20 257,-9-25 0,2-1 1210,4-5 0,-1-3 0,4 3 0,-4-11 0</inkml:trace>
  <inkml:trace contextRef="#ctx0" brushRef="#br1" timeOffset="155432">11197 14184 27025,'45'-29'103,"-1"1"0,1 0 1,-1 2-1,-1 1 0,-5 8-103,19 11-443,-15 9-475,-31 4 918,-33 12 0,14-11 0,-15 5 0</inkml:trace>
  <inkml:trace contextRef="#ctx0" brushRef="#br1" timeOffset="164124">11894 14344 12335,'-51'2'1218,"-1"0"1,0 0 0,8-1 0,0 0 0,2 0-334,-12 0 0,5-1 372,-6-2-518,40-8-420,42-5-162,3 4 0,5 0-864,15-3 0,6 2 739,-10 2 0,3 1 0,1 0-389,8-1 1,2 0 0,1 0 360,-12 2 0,2 0 0,0 1 0,1-1-384,1 0 0,1 1 1,0-1-1,-1 1 380,0-1 0,1 0 0,-2 1 0,0-1 0,-3 1 0,-1-1 0,-1 1 0,-1-1-207,7-1 0,-1 1 0,-4-1 237,9-2 1,-7-1 873,8-6-825,-42 1 1283,-35-1-1289,-22-1 61,-18-1 535,27 10 1,0 1-524,-18-5 1233,2-1-1081,25 7-147,3 0-123,14 5-17,12 1-16,10 2 1357,11 7-1347,13 6 7,11 12-351,-21-9 0,0 2 325,3 3 0,0 2-25,0 2 0,-2 2-276,-1 2 1,-4 3 68,-5 0 0,-6 1-278,-5 0 0,-7 0-2030,-16 28 2554,-4-30 0,-2-4 0,-4 4 0,-2-8 0</inkml:trace>
  <inkml:trace contextRef="#ctx0" brushRef="#br1" timeOffset="164841">13580 13846 25780,'16'40'50,"1"-1"1,-1 0-1,5 17 1,-7-2-54,-16-16 0,-5-2 0,1 0 0,-1-1 3,-1-2 0,0-1 12,-8 21 44,2-17 78,4-17-39,5-21-56,9-20-16,11-21 10,-3 14 1,3-3-362,3-4 0,3-2 387,2-3 0,1 0 5,1 1 1,0 0-7,-1 4 1,0 1-105,-3 6 0,-1 1 63,13-11-11,-7 17-23,-5 17-39,1 22 17,1 14 698,1 16-922,-1 6-140,1 4-230,3-1 44,3-5-66,3-9 95,1-13 258,-4-13 240,-2-12 112,-2-15 113,1-10 128,0-12 101,-1-6 50,-3-3-16,-6 3 240,-5 8-448,-6 12-167,-3 9-68,-3 15 0,-5 9 11,-2 11 12,-4 7 5,4 2 0,4-3 17,10-4-5,7-7-6,9-7-6,7-6 0,4-13 67,-1-9 74,-4-13 32,-6-7 7,-9-4-18,-6-3-61,-6 2-56,-4 4-44,-1 7-119,-1 8-346,2 9-601,2 9-1191,1 14-3749,5 10 5994,0 5 0,1-8 0,-3-6 0</inkml:trace>
  <inkml:trace contextRef="#ctx0" brushRef="#br1" timeOffset="165348">14824 14336 24975,'33'-41'173,"1"1"1,0-1 0,-3 2 0,0 0-1,-4 3-114,-6 1 0,-3 0-562,2-5 1,-1-1 535,-1-6 1,-1-1-6,-1-4 0,-2-1 3,-2-1 0,-2 1 22,-2 3 0,-2 2 22,-2 7 1,-2 3 721,-6-17-680,-3 24 261,-5 18-367,-3 21 1,-9 23-12,7-3 0,1 4-382,-5 9 1,1 4 378,0 7 0,1 2-3,3 4 1,1 0-1,5 0 1,2 0-9,6-2 0,4-3 2,5-3 1,6-3 3,6-4 1,7-4-18,7-4 0,6-5 8,7-5 0,3-5-17,5-6 1,0-7 30,1-7 0,-1-8 8,-4-5 1,-1-7 0,-5-9 0,-3-5-577,-4-7 0,-4-5 590,-2-8 1,-5-4 4,-10 13 0,-1-1 1,-2-3 6,-1-4 1,-1-1 0,-2-1-1,-1-2 1,-1-1 0,-2 1 24,0 3 0,-2 0 0,-2 2 26,-2 7 0,-2 1 1,-1 3 37,-3-7 0,-3 5 5,-16-12-125,1 30 873,1 24-873,-2 26 0,-2 30-309,12-12 0,2 6 309,5-7 0,0 2 0,2 3-206,-1 10 1,2 3 0,0 1-143,2-8 1,1 1 0,1 2 0,0 0-2087,0 5 1,0 1-1,1 1 1,0-2 2433,2-3 0,-1-1 0,1-2 0,0-3 0,-1-2 0,1-4 0,0-4 0,1-3 0,0 0 0</inkml:trace>
  <inkml:trace contextRef="#ctx0" brushRef="#br1" timeOffset="172649">5064 16430 24755,'-5'-42'659,"-1"-1"0,0 2 0,3 17-480,6 25 45,4 15-17,6 22-131,-5-7 0,0 4-817,-1 12 0,-3 4 774,-3-10 1,-1 2 0,-4 3-62,-2 2 0,-3 5 0,-1-1 0,0-2-605,1-1 1,-1-2 0,-1 3 95,-3 4 1,-2 3 0,1 1-1,2-6-2669,3-6 1,2-3-1,0 0 2868,-1 2 0,2 1 0,0-5 0,2 0 0,3-7 1,2-3-1</inkml:trace>
  <inkml:trace contextRef="#ctx0" brushRef="#br1" timeOffset="173399">5104 16360 19434,'-8'-3'3680,"2"0"-3316,6 3-67,0 0-202,47-33-73,-11 22-956,15-9 0,7 1 942,-7 13 1,3 4-2,-6-1 0,2 0 1,5 0-10,0-1 1,5 0 0,2 1-1,-2-1-615,0 0 0,-1 0 0,1 1 0,0-1 617,1 0 0,0 0 0,0 0 0,2-1-5,-10 1 1,2 0 0,0 0-1,0 0 1,-2 0 9,6-1 1,-2 1 0,1-1-1,2 1-370,-2-1 0,3 0 0,0 0 0,1 0 0,-1 0 366,0 0 0,-1 0 0,0 1 1,1-1-1,2-1-219,-4 1 0,3 0 1,0 0-1,1 0 0,-2-1 1,-1 1 227,5 0 0,-2-1 0,0 0 0,-2 0 0,1 1-4,-2 0 1,-1-1 0,0 1 0,0 0 0,-1 0 4,-3-1 0,0 1 0,0-1 0,-2 1 1,-1 0-115,2-1 0,-2 1 0,-1 0 0,3 0 136,-3 0 1,0 0-1,2-1 1,0 1 0,1-1 29,3 1 1,2-1 0,0 0 0,-1 0 0,-3 1-25,3-1 0,-2 1 0,-1-1 1,-1 1-25,-3 1 0,0-1 1,-2 1-1,-2 0 221,4 0 1,-2 1 0,-4 1-209,1 0 0,-3 1 676,6 0 1,-2 2-680,-11 3 1,-4 3 52,1 10-22,-13 4 1916,-26 9-1927,-6 2 39,-10 15-14,5-9 0,0 2-34,1 0 1,0 2 1258,0 0 0,0 2-1281,1 7 0,1 2-60,3-5 1,0 1 37,3-7 1,0 2 0,0 2-23,1 11 0,1 2 0,1-1-2,1-7 1,0-1-1,1 0-546,0 9 0,1 1 0,-1-4 499,1-3 1,-1-3-104,-5 6 0,-4-4-103,-2-17 0,-7-2 123,-17 9 0,-8-4 103,0-12 0,-4-5-251,5-7 1,-3-2 0,3-3 306,-7-3 0,0-3 5,5-1 0,-2-1 0,0 0 13,5-2 0,0-1 0,-2 0 1,-12 0 1,-2-1 0,-4 0 11,6-1 0,-3 0 0,-1-1 0,2 0-9,5 1 1,1-1 0,0 0-1,0 0-12,1 1 0,1-1 0,-1 0 0,1 0 1,-1 1 1,0-1-1,1 0 1,0 1 4,-10-1 0,1 0 0,-4 1-176,17 0 1,-2 1 0,-2 0 0,-1 0 0,-1 0 169,-2 1 0,-3 0 1,-1 0-1,-1 1 1,0-1-1,2 1-159,4 0 1,0 0-1,1 0 1,-1 0-1,1 1 1,0 0 152,0-1 1,0 1 0,1 0 0,-1 1 0,1-1 0,-1 1-2,-9 0 0,0 1 0,0-1 0,1 1 0,2 0-204,-2 1 0,3 0 0,0 1 0,-5-1 92,9 0 0,-4 1 0,-2 0 0,1 0 0,0-1 0,4 1-334,0-1 0,2 0 0,1 0 1,1 0-1,-1-1-803,0 1 0,-2 0 0,2 0 0,2-1 0,5-1 1210,-4-1 0,6-1 0,5-1 0,1 1 0,7-1 0,3-3 1</inkml:trace>
  <inkml:trace contextRef="#ctx0" brushRef="#br1" timeOffset="173982">12877 16526 22201,'6'-56'1236,"-1"-1"0,-1 12 0,0 5-783,-2 2-296,-1 27-34,-3 24 23,-2 22-34,-6 27-78,0 0-23,-2-3 0,-3 3-1018,3-12 0,0 1 880,0-3 0,-1 5 1,0-2-272,2-6 0,0 0 0,1-1-517,1 1 1,1 0-1,0-3-359,-1 8 0,3-1 1274,2 6 0,2-6 0,2-14 0,1 8 0</inkml:trace>
  <inkml:trace contextRef="#ctx0" brushRef="#br1" timeOffset="174632">12775 16369 19210,'-1'-42'938,"0"-1"0,-1 1 1,3-15-1,4 8-669,20 7-140,20 12-99,-12 18 1,4 4-1067,10 2 0,4 2 1055,9 2 1,5 3-602,-16 1 0,2 0 1,1 2 590,8-1 0,2 1 1,2 0 2,-10 0 1,1 0-1,1 0 1,2 0-2,-6 0 0,0-1 0,2-1 1,0 1-1,2 0-302,4-1 0,2 0 0,1-1 0,1 1 0,0-1 305,-7 1 0,1-1 0,1-1 0,0 1 0,1 0 0,0-1-226,-6-1 0,1 1 0,0-1 1,0 0-1,1 0 0,0 0 1,0 0 215,1 0 1,1 0 0,1 0 0,-1 0 0,1-1-1,-1 1 1,1-1-117,0 0 0,1 0 0,-1-1 0,1 1 1,0-1-1,-1 1 0,1-1 114,-1 0 0,1 1 1,-1-1-1,1 1 1,-1-1-1,0 0 1,0 1-55,-2-1 0,1 0 0,-1 0 0,0 0 1,0 0-1,0 1 0,0-1 54,-2 0 1,-1 0-1,1 1 0,0-1 1,-1 0-1,0 1 1,-1-1 7,7 0 0,-1 0 1,1 1-1,-2-1 0,1 0 1,-2 0-6,-2 1 1,0-1-1,-1 1 1,-1-1 0,0 1-1,0 0 67,6-1 1,-1 1-1,0 0 1,-1-1-1,-1 1-72,8 0 0,-1 1 0,-1-1 0,-2 1-2,-6 0 1,-1-1 0,-1 2 0,-2 0 6,7 0 1,-1 2-1,-3 0 464,10 2 1,-5 3-442,-15 1 0,-5 3 1763,5 17-1539,-29 11 28,-28 14 782,1-20 0,-3 2-953,-6 6 0,-1 3 412,-2 5 0,-1 2-457,0 5 0,1 1-39,4-11 1,2 4 0,2 1 0,0 5 0,2-1-26,4-13 0,2-1 0,-1 3-283,0 1 1,-1 3 0,1 1-1,0-3 240,0 7 0,1-2 1,-1 0-11,1-2 1,-1-1 0,0-1-194,0-3 0,-1-2 0,-1-1 114,-8 14 1,-4-3 63,-3-8 1,-5-4-29,-6-7 1,-5-6 61,-5-4 1,-5-7-172,-7-4 0,-4-5 207,17-4 0,-3-2 0,0 0 5,-7-3 1,-1 0-1,-2-2-7,10 1 0,-2 0 0,0-1 0,-2 1-179,-5-2 0,-2 1 1,-1-1-1,-1 1 181,8 1 0,-2-1 1,0 1-1,-1-1 0,-1 1-232,6 1 1,-1-1-1,-1 1 1,-1 0-1,1-1 1,-2 2 229,-3-1 0,-1 0 0,0 1 0,-1 0 0,0-1 0,-1 1-137,6 0 1,0 1 0,-1-1 0,0 0 0,0 1-1,-1-1 1,1 1 136,-3 0 1,1 0 0,-1 0 0,-1 0 0,1 1 0,-1-1 0,1 1-78,-1-1 1,-1 1 0,0-1 0,0 1-1,1-1 1,-1 1 0,0 0 73,1 0 1,0 0-1,-1 0 1,1 0 0,0 0-1,0 0 1,1 0-6,1 0 1,0-1 0,0 1 0,0 0-1,1-1 1,0 1 0,1 0 3,2-1 0,0 1 0,1-1 0,0 1 0,0-1 0,1 0 0,1 0-6,-5 0 1,0-1 0,1 0-1,0 0 1,1 0 0,1 0-41,-4-1 1,0 0 0,1 0 0,1-1-1,2 0-265,-4-1 1,1-1-1,2 0 1,3-2 314,-6-3 0,3-1 0,7 1 0,4 1 0,7 0 0,-5-9 0</inkml:trace>
  <inkml:trace contextRef="#ctx0" brushRef="#br1" timeOffset="175132">20964 16312 25830,'-13'-42'582,"0"0"1,-11-15-437,9 81-79,-2 26-36,7-14 0,2 4-669,-2 7 1,2 2 631,-1 6 1,1 2-60,-1 3 1,2 1-227,-2 1 0,2 1-269,0-1 0,0-2-342,2-5 0,1-3-2344,1-6 0,1-5-529,0 4 3851,2-24 1,0-22-1,0-5 1</inkml:trace>
  <inkml:trace contextRef="#ctx0" brushRef="#br1" timeOffset="175740">20766 16575 13700,'-1'-58'1812,"0"-1"1,0 1 0,0 5-1,0 2 1,1 2-1262,1-6 1,1 4-488,0 8 0,3 4 340,9-22-65,9 16-250,15 15-66,19 12-12,-20 12 0,3 3-436,9 3 0,2 3 422,8 1 0,2 1 1,-16 0 0,2 0 1,1 1-11,3 0 1,1 0 0,2 0-582,5 0 1,1 0 0,1-1 592,-12-1 0,2-1 0,0 0 0,1 0 0,4 0 0,0 0 0,2-1 0,3 0-1,-10-1 0,3 0 0,1-1 0,0 1 0,-1-1 0,-4 0-489,9 0 1,-4 0 0,1-1 0,3 1 489,-5-1 0,3 0 0,3-1 0,-1 1 0,0-1 0,-5 0-382,10-1 0,-3 0 1,-1 0-1,3-1 381,-11 2 0,1-1 0,2 0 0,1-1 1,-1 1-1,1 0-94,-1 0 1,0 0 0,1 0 0,0 0 0,1 0 0,1-1 99,-1 1 1,3 0 0,1 0-1,0 0 1,-1 1 0,-2-1-1,-3 0-82,4 0 0,-4 0 0,-1 1 0,0-1 1,3 1 80,3-1 1,4 0 0,1 1-1,0-1 1,-4 1 0,-4-1-5,2 1 0,-6-1 0,0 1 0,2-1 4,-5 1 0,2 0 1,0-1-1,0 1 1,-1-1 64,5 1 1,0-1 0,-2 0 0,-1 1-63,9-1 1,-3 0-1,-2 0 348,-9 0 0,-2 0 0,-2 1-336,9 0 1,-5-1 8,-10 2 0,-4 0 1377,14 2-1349,-18 8-6,-14 5-16,-9 4 2416,-11 9-2377,-5 6 2292,-8 20-2326,3-8 0,0 3 33,4-14 1,-1 3-66,0 13 1,-1 8 0,1-7-630,4-11 0,1 1 618,-3 11 0,0 8 0,1-3-794,1 5 1,0 1 771,1-10 0,0 3 0,-1 0-8,1-1 0,1 1 1,-2 1-23,-1-9 0,0 2 0,0-1 0,-1-3 37,2-2 0,-1-4 1,-2 2-35,-5 10 1,-3 2 0,-3-8-409,-7-5 0,-4-6 427,-11 10 0,-6-4 34,13-17 0,-3-3 0,-4-3-2,-1-4 1,-4-1 0,-2-3 0,4-1-226,-1 0 1,1-2-1,-4-1 242,-6-2 1,-6-1-1,-1-2 1,2-1-314,9-2 0,1-1 0,1-2 0,-4 1 309,-1-1 0,-1 1 1,-3-1-1,-2-1 0,-2-1-3,5 1 1,-3-1 0,-1-1 0,-2 0 0,-1 0 0,1 0 0,2 0-113,2 1 0,0 0 0,0-1 0,0 1 0,0 0 0,1 0 0,-1 0 108,0-1 0,0 1 0,-1-1 0,1 1 0,0-1 0,-1 1 0,1 0-120,-3 1 0,0-1 0,-1 1 0,0-1 0,1 1 1,1 1-1,1-1 118,-1 1 1,1 0 0,1 0 0,1 0 0,-3 1 0,-1-1-69,8 1 0,-2 1 0,-1-1 0,-1 0 0,0 0 0,0 1 0,0-1 0,2 1 34,-7 0 1,2 0 0,-1 0 0,1 1 0,-1-1 0,0 1-1,0 0-625,6 0 0,-1 0 0,-1 0 0,0 0 1,1 0-1,1 1 0,2-1 0,2 1 657,-11-1 0,2 0 0,2 1 0,2-1 0,1 0 0,-5 1 0,0-1 0,4 1 0,11-1 0,13 0 0,0 0 0</inkml:trace>
  <inkml:trace contextRef="#ctx0" brushRef="#br1" timeOffset="178090">5568 17069 21635,'0'-6'1885,"1"-24"0,-2-7-1432,-4 0-282,1-5 0,-2-1 87,-12 7-107,-5 12-67,-8 14-17,-10 22-5,-10 18-51,22-6 0,1 4-390,-2 4 1,2 3 383,1 2 1,1 2-18,4-1 1,1 1-133,5-4 0,4-1 121,-2 25 12,18-16 11,15-18-5,14-21 72,14-28-37,-17 2 1,0-5 16,6-9 1,-1-4-20,3-5 0,-1-2-487,-2-5 1,-2-1 502,-4-2 1,-2-1-6,-5 0 1,-3-2-4,-3 2 1,-3 0-134,-2 4 0,-2 2 161,-3 7 0,-2 3 71,1-17-57,-4 25-67,-2 21 592,-2 22-597,-4 18-1,-4 23-8,4-16 1,0 2 204,-1 6 0,1 3-191,-1 4 0,0 2-25,2 4 0,1 0-398,0 2 0,3 1 395,4-2 1,4-1-52,2-4 1,5-3-244,5-5 1,3-5 232,1-8 0,3-6-47,25 7 69,-1-29 17,-2-25 62,-1-18-9,-24 14 0,-2-2 28,-1 0 0,-1 0 86,9-27-60,-6 3 16,-9 6 766,-4 9-744,-5 11 1167,-4 9-1257,-3 8 620,-5 7-569,-5 11-66,-8 11 10,-5 11-33,-1 7-6,4 2 11,7-2-33,8-7 55,10-8-5,9-9 17,7-7 22,9-13-33,1-10 33,0-12-16,-2-7 55,-6-3 79,-5-2-40,-6 4 12,-5 6 6,-1 8-40,-2 10-49,0 6-59,-1 9 19,-2 9-12,-3 13-27,-1 11 50,1 7-40,3 3 18,8-6 10,10-8-5,14-13 17,11-12-39,9-19 22,7-16 2,-27 5 1,-1-3-386,1-5 0,-1-3 394,-1-4 1,-2-2-12,-2-5 0,-3-2-465,-1-3 1,-2-2 467,-3-2 0,-1-1-3,-2 1 0,-2 0 0,-2 5 0,-2 3-17,-2 8 1,-1 3 16,-6-11 0,-3 24 0,-7 22 692,-3 21-692,-6 19 0,11-12 0,1 2 148,-1 4 0,2 1-148,1 5 0,2 0 0,2 3 0,2 1-12,1 3 1,4 0-443,2 2 1,3 0-441,2 0 1,4-2-516,2-2 1,2-3-455,2-7 1,0-3-773,14 12 2198,-13-24 1384,-18-22 980,-18-13 347,-13-13-381,-10-7-594,-2-4 340,2-4-922,9 3-224,9 6-191,10 8-201,11 7-96,14 5 23,31 0-33,-5 4-271,-2 4 1,2-1 281,-7 2 0,-1-1-20,11-1 0,2 0 8,-1-1 0,1-1 0,-2 0 1,-1 0 19,-2-1 0,-3 0-3,24-9 29,-18 1 94,-20 3 28,-18 2 74,-17 4-18,-10 3-33,-9 3 522,-5 7-645,-2 7 22,1 12-34,5 9-100,6 16 55,13-13 29,10 11-12,14-20-11,9 2-27,7-8 10,4-9 12,-1-8-12,-2-14 79,-3-8 1,-5-12-74,-3-6 0,-6-2 0,-3 1 0,-4 6 0,-2 12 0,-2 10 0,-5 19 0,-5 15 0,-5 20 0,-1 15 0,8-28 0,1 2 0,1 0 0,2 1-589,-1-2 1,4 0-2392,5 1 0,4-3-6851,7 7 8340,6-10 0,-7-25 0,-10-3 0</inkml:trace>
  <inkml:trace contextRef="#ctx0" brushRef="#br1" timeOffset="178299">7464 16701 19922,'5'-62'859,"0"1"1,1-1 0,-1 0 0,1-5 0,0 3-1,-2 6-688,-1-1 0,-2 8 395,1-6 852,-2 38-1418,0 14 0,0 49 0,-2-11 0,0 2-123,0 5 1,-1 4 122,-4 15 0,-1 3-755,-1-2 0,-1 3 755,1-8 0,1 2 0,-1 2 0,3-13 0,-1 1 0,1 0 0,0 2-554,1 10 1,0 3 0,1 0 0,1-3-1905,0-9 0,1-2 1,1-1-1,0 0 1053,0 12 1,1 0 0,1-9-1,0-8 1,1-11 0,1-13-1</inkml:trace>
  <inkml:trace contextRef="#ctx0" brushRef="#br1" timeOffset="178923">8128 17010 22699,'3'-57'1430,"0"0"0,1 0 1,0 5-939,1-2-150,0 8-174,-2 29-22,-1 10-74,0 11 68,4 21-84,-2 12-44,1 25-379,-5-28 0,0-1 384,-2 23-9,-1-22 1,1-1 15,-4 22-24,2-8 39,1-12 80,5-27-119,2-13 0,8-16 0,15-29 0,-12 22 0,1-3 0,5-8 0,0-2-273,-2 6 1,0 0 272,10-18-98,-8 21 1,1 3 97,6 0 0,10-3 0,-9 25 0,0 16 0,-6 3 0,19 36 0,-12-3-252,-8-10 0,-1 4 252,-4-4 0,-3 1-916,-1 3 0,-2 0 916,-1 4 0,-1-2 0,0 5 0,-2-6 0</inkml:trace>
  <inkml:trace contextRef="#ctx0" brushRef="#br1" timeOffset="180683">13431 17098 18576,'3'-10'2753,"2"-28"1,1-6-1858,-5 3-597,1-8 1,-4 3 87,-15 14-202,-14 18-85,-11 23-60,-13 22-656,24-5 0,0 3 638,-1 5 1,0 2-26,2 2 1,2 1-77,4 0 1,3-1 52,5-4 1,5-1-3,3 21 34,22-20-12,17-19 29,16-24-9,-18-3 0,0-4 5,2-7 1,0-3 115,0-5 1,-1-3-117,-2-2 1,-2-3 11,-2-4 0,-3-2-245,-2-3 0,-2-3 250,-2-3 1,-1 0 38,-1-2 1,0 0 13,-2 3 1,0 2-196,-1 5 1,-1 3 208,-3 10 1,0 2 36,1-8-61,-5 21 569,-1 23-637,-4 19 17,-2 23-42,-1-14 0,0 3 65,-3 7 0,-1 2-68,-1 4 1,0 2-4,1 2 1,0 0 2,2 0 0,3-1-48,3-4 1,4-1-19,4-6 0,6-3-57,3-5 0,4-4-101,4-6 0,3-5 67,31 4 90,1-20 90,-1-19 22,-29 2 0,-2-4-3,-1-2 0,-1-2 37,-2-2 0,-1-2-1,-4 0 1,-3-2 78,7-26 50,-11 4-61,-5 11 5,-7 12 827,-5 13-945,-7 13 485,-10 16-523,-9 14 0,-4 16-19,17-18 0,2 0 7,-11 28 12,12-7 33,15-12 28,18-13-16,16-13-12,15-15 34,8-13-1692,-21-1 0,-2-2 1641,12-11 40,-16 7 0,-3-1 22,-1-10 28,0-5 23,-11 8-1,-7 12-50,-10 11 3241,-7 16-3286,-9 11 237,-6 14-293,1 11 45,4 5 0,10-1 17,8-4 33,12-9-33,10-11-17,15-11-11,12-15 17,14-13-411,-26 3 0,1-4 388,2-3 0,0-3 48,0-4 0,-3-2 2,-1-3 1,-4-4-23,-4-3 0,-3-2 8,-4-2 1,-5-2-12,-3-1 1,-3 0 22,-2 2 0,-3 1-184,-3 4 0,-2 3 265,-5-21-22,-6 23-28,-4 27-40,5 16 12,-9 30-5,1 12 25,8-13 1,1 2-55,-1 3 0,3 4-32,0 14 1,3 2-34,2-5 1,2 0-285,1-1 0,3 0 52,3 0 1,1-1-396,3-10 0,0-1-596,3 8 0,0-1-1927,1-8 0,0-4 2505,6 13 0,-8-26 1,-6-18-1</inkml:trace>
  <inkml:trace contextRef="#ctx0" brushRef="#br1" timeOffset="181157">14456 17142 22015,'-25'-51'1107,"1"0"0,5 7 1,11 8-917,37 10-152,5 12 28,28 0-47,-31 8 0,1 1-520,11-2 0,2 1 514,1-1-1,1 1 1,9-3 1,-1 1 15,-11 0 1,-3 1-17,-2-1 0,-3 0 64,10-7 412,-27 3-43,-8 1-228,-20 6-18,-21 11-111,-3 4 56,-19 14 22,1 13-84,4 2 729,8 6-824,27-12 11,12-11 22,11-1 12,14-7-23,6-3 0,9-3 6,-6-11-17,-9-2 56,0-10 23,-10-6 133,3-20-32,-8-1 10,-4-8-28,-5 13-83,-1 12-34,0 11-51,-1 14-50,-5 19 39,-2 8-22,-4 19-39,4-10-219,3 8-986,7 0-408,7-2-1154,11 1-3669,15-22 6514,2-8 0,-10-9 0,-11-4 0</inkml:trace>
  <inkml:trace contextRef="#ctx0" brushRef="#br1" timeOffset="181357">15734 16660 20509,'8'-60'1123,"0"0"1,1 0 0,-2 6-1,0 2 1,-2 6-777,-3 6 1,-2 5 770,0-13-1095,0 24 207,-2 22-230,-2 30 0,-4 33 0,2-13 0,0 3-607,1-4 1,-1 2 606,1-4 0,-2 4 0,0 2 0,-1 9 0,-1 2 0,1 1-71,1-13 1,1 0 0,-1 0 0,1 2-1442,-1 8 1,-1 3 0,1-1-1,1-4 1512,1 0 0,1-3 0,0-4 0,0 2 0,2-7 0,1 4 0</inkml:trace>
  <inkml:trace contextRef="#ctx0" brushRef="#br1" timeOffset="181916">16553 17075 22761,'32'-52'1428,"-1"0"0,-2 2 1,-2 4-1169,-10 16 0,-3 3 127,11-16-158,-10 17-128,-7 17-22,-8 20-29,-5 16-5,-6 22-45,3-17 0,-1 1-121,-1 3 0,-1 2 132,1 1 0,0 0-216,2 0 0,0-1 210,1-3 1,2-3-6,-2 19 0,4-22 56,2-22-28,7-22 5,5-17 1,12-20-20,-8 20 1,2-1-378,3-4 0,2 0 363,2-1 0,0 1 0,2 2 0,0 2-68,-2 5 1,1 3 67,19-11 0,-6 19 0,-3 14 0,-1 17 0,3 15 0,3 18-440,-19-17 0,0 2-1407,-1 4 1,-1 0 1846,-1-2 0,-3-2 0,4 10 0,-9-19 0</inkml:trace>
  <inkml:trace contextRef="#ctx0" brushRef="#br1" timeOffset="183790">21478 16828 25376,'15'-47'463,"0"-1"0,-2 6 1,-8 8-330,-20 18-50,-17 11 0,-18 16-67,18 0 0,-2 4-453,-3 5 1,-1 3 460,0 5 0,0 1-11,3 1 0,2 2-8,5-2 0,5 0 213,-6 20-180,25-13-5,22-16 16,18-16 34,15-21-62,-19 1 1,0-3-257,4-7 0,1-3 262,1-4 0,0-3-234,0-4 0,-1-2 234,-2-2 0,-1-3-25,-2-2 0,-2-1 22,-2-1 0,-3 0 11,-3 3 1,-3 1-67,-5 6 0,-2 3 119,1-15-38,-10 24-35,-11 24 492,-11 24-525,-15 24 28,12-11 1,0 2 174,-3 7 0,2 1-186,0 4 0,2 1-378,4 1 0,3 1 350,3-1 0,4 1-34,3-2 1,4 0-65,4-3 0,4-2-336,4-3 0,4-3 187,5-6 1,3-4-52,2-7 0,2-5 46,28-2 229,-1-26 51,-6-16 90,-4-16-15,-26 19 1,-1-1 41,-3-1 1,-2-1 134,5-30 6,-9 6 44,-4 7 617,-7 11-768,-2 12 851,-3 12-974,-3 13 600,-4 12-634,-8 22-5,6-5-6,-8 22-5,13-15 33,1 9 148,9-7-159,9-12 28,9-12-33,7-14-6,7-14-6,4-12 28,2-10 84,-2-6 34,-7-1 28,-9 2 22,-8 6-50,-7 11-51,-5 10-55,-3 14-23,-4 13 33,-3 13-44,-1 12 11,2 8 11,5 4-33,7-2 11,9-8-1,11-13 12,10-13-5,10-19-34,10-16-233,-23 2 0,0-3 294,2-4 1,0-4-4,1-3 1,-1-4 13,0-4 1,-2-2-574,-2-5 0,-2-3 557,-2-4 0,-2-1 11,-2-2 0,-3-1-382,-1-5 0,-2 2 354,-5 15 0,-1 4 0,-1 5 0,-2 5 0,-3 5 0,-1 22 463,-5 13-463,-3 19 0,-3 7 0,-1 4 0,-5 22 10,2-7 1,0 3-11,5-12 0,2 0 0,-3 12 0,1 4-92,5-13 0,1 1 1,1-1-419,5 13 1,1-3 178,0-2 1,5-3-586,7-11 0,5-5-1091,15 3-2989,7-7-3114,-11-40 7095,-15-8 1368,-17-30 2269,-17 3-491,3 14 0,-4-1 597,-9-7 0,-2 1-2112,9 11 0,0 0 652,-10-10 1,2 1-299,9 4-668,-2-3 68,24 15 967,16 11-1230,33 2-62,12 3-350,-20 2 0,1 1 310,-12 0 1,0-1 8,8 2 0,1-1-20,-7 0 1,0-2-15,15-1 1,2-1 24,-13-2 1,-2-1 30,1-2 1,-5-1 30,-4-6 107,-16-6 50,-17 6 61,-10-3 23,-20 4-129,-3 8-95,-3 6 40,-5 11 4,7 7-49,-6 11-18,7 18-61,18-6 45,15 7-45,12-21-33,15 0-29,5-14 674,19-3-623,-4-14 39,7-13 45,-20-4 5,2-11 6,-13 1 90,0-15-100,-8 10-74,-5 3 0,-3 19 0,-2 8 0,-1 10 0,-6 19 0,-2 12 0,-6 22 0,4-9-205,3-17 0,1 3-1436,1 2 0,0 1-3275,2-1 1,0 0 3605,0-2 0,1-4 0,3-1 1,0-21-1</inkml:trace>
  <inkml:trace contextRef="#ctx0" brushRef="#br1" timeOffset="184016">23637 16465 26287,'-10'-57'726,"0"-1"0,0 4 0,4 10-625,5 29-37,0 19-64,0 40 0,1-5 0,-1 5-372,0-4 1,-1 4 371,-1 13 0,-1 8 0,0-6-515,1-8 0,-1 2 491,0-7 0,0 7 1,0 4-1,-1-2 1,2-6-1309,-2 5 1,2-5-1,-2 3 1332,1 4 0,-1 5 0,1-2 0,0-8 0,0 1 0,1-7 0,0-7 0,0-1 0</inkml:trace>
  <inkml:trace contextRef="#ctx0" brushRef="#br1" timeOffset="184407">24277 16595 27076,'0'62'22,"-1"0"1,1-1-1,-1-2 1,0-1-1,-2-4-28,-6 4 1,-1-5-338,1-3 0,1-2 348,2-9 1,-1-2 22,-2 13 613,3-24-512,7-24 274,12-23-319,13-20-78,-7 11 0,1-2-203,4-4 0,1-2 197,1-2 0,1 0 0,-2 1 0,1 2 0,-3 5 0,0 3 597,13-10-597,-10 19 0,-8 24 0,-2 19 0,0 22 0,0 2 0,-5-10 0,0 4-2743,3 10 0,-1 2 2743,-1-6 0,-1-1 0,-1-2 0,-1-5 0,-3-7 0</inkml:trace>
  <inkml:trace contextRef="#ctx0" brushRef="#br1" timeOffset="185099">25195 17118 24023,'50'-15'101,"-1"-1"1,1 1-1,-1 0 1,1 0 0,1 1-1,-1 1 1,-1 3-73,10 4 1,-1 3 0,1 0-883,-12 0 1,0-1 0,2 1 0,-1-1 847,2 0 1,1 0 0,1 0 0,-1-1 1,1 0 0,0 0 0,0 0 1,1 0-161,-2 0 1,1-1 0,0 0 0,-2 0 171,13-2 1,-2 0-1,-2 0 226,-8 0 0,-2 0 0,-4-1-232,6-3 0,-7-2 215,5-15-173,-44-4-34,-30-5 6,-22-1 28,18 20 0,-1 0 39,1 1 0,0 1 2018,-22-13-1867,15 8 2172,16 8-2362,11 9 623,10 3-589,9 5-62,11 7-6,16 9 0,10 11-336,-20-11 1,2 2 335,0 4 0,1 1-59,0 4 1,-1 2-34,1 2 0,-2 2-157,-1 1 0,-1 1-420,-2-1 0,-2 1-802,-4-2 1,-3 0 824,-4-1 0,-3-3 0,0 3 0,-6-8 0</inkml:trace>
  <inkml:trace contextRef="#ctx0" brushRef="#br1" timeOffset="185816">27882 16596 27802,'3'44'47,"-1"0"1,1 0-1,1 21 1,-1-4-26,1-14 1,0-3-364,-4 2 1,-2-1 340,-1-2 0,-4-2 11,-1-5 1,-2-2-12,-12 18 313,2-23-212,8-19 51,7-23-129,14-17-34,11-21 25,-4 21 0,3-2-319,3-2 0,1-1 291,1-1 0,1 2 33,0 0 1,0 2 13,-2 3 1,-1 2 319,20-15-364,-6 15 5,-4 14-22,-2 14-140,-1 15-78,1 14-191,0 14-302,-1 8 16,-2 3-504,0-3-190,2-7 43,3-12 405,1-14 711,1-15 494,0-18 335,-2-12 121,-11 3 0,-1-3 360,15-23-485,-1 0 273,-6 2-207,-11 13-129,0 0-252,-8 12-229,-7 14-51,-8 15 33,-3 12 18,-7 14-40,2 9 11,3 4 45,11 8-39,5-18 317,19 6-306,6-24-22,14-3 72,18-20 57,-10-13-34,-2-6 84,-13-15-11,-15 1-1,0-12-111,-10-6-62,-7 21-363,-8 0-74,1 28-1311,-6 5-2710,3 14 4475,1 11 0,2-8 0,2 1 0</inkml:trace>
  <inkml:trace contextRef="#ctx0" brushRef="#br1" timeOffset="186374">29193 17109 21164,'2'8'4599,"0"-2"-3512,-2-6-746,64-46-1483,-33 25 1273,16-13 1,5-3-40,-24 18 1,-1-1 49,17-16 1,2-5-79,-6 3 1,-2-1-40,-1-1 1,-1-1-15,-3-5 0,-4-1-3,-8 8 1,-3-2-347,4-11 0,-4-1 346,-4 3 1,-5 0 21,-5 1 1,-4 2 20,-6-16-34,-5 17 474,-4 32-496,-1 16 10,-19 25-10,-1 15-820,11-7 0,1 2 825,7-7 0,1 1 2,-3 15 1,1 3-170,7-5 1,3 2 157,-3 13 1,6 4 0,8-12 1,4 2 0,4-2-10,0-7 0,3-1 1,4-1-185,5 6 0,5 0 1,0-5 194,5-2 1,3-6 5,8 0 0,4-8-280,-3-18 1,1-7 287,2-4 1,-1-7 5,6-11 0,-4-9 160,-10-9 1,-5-3-144,-7 7 0,-3-4-3,2-16 0,-3-5-21,-9 12 1,-2-3-1,0 0-3,2-2 0,-2-1 0,1-1-121,-3 7 0,1-2 1,-1 1-1,-1 2 119,2-4 0,-1 3 0,-1 2-19,3-8 0,-2 4 65,1 0 0,-2 5 1119,-1-4-1167,-2 5 597,-8 27-597,-12 26 1161,-2 8-1161,-21 33 0,18-22 0,-2 4 92,0 6 0,-2 5 0,1 1-92,1-3 0,2 1 0,-1 3-585,2-4 1,-1 2 0,1 1-1,2 0-29,-4 13 0,3 0 0,0-2-756,3-7 1,0-3 0,2 2 1369,0 6 0,1 1 0,2-8 0,-2 13 0,3-1 0</inkml:trace>
  <inkml:trace contextRef="#ctx0" brushRef="#br1" timeOffset="187473">9277 17004 16465,'-62'4'1329,"1"0"1,-1 0 0,7 1 0,3 0 0,19-5-977,25-3 16,40-4-218,3 1 1,3 0-1060,-1 1 0,5-1 968,1 1 0,7 1 0,3-1 1,-3 1-904,9 0 0,0 0 0,4 0 857,-9 0 1,3 1-1,2 0 1,1-1 0,-1 1-262,-4 1 0,1-1 0,-1 1 1,0 0-1,2 0 247,2-1 0,0 1 0,1 0 0,1 0 0,-1 0-2,3 0 1,-1 0 0,1-1 0,0 1 0,0 0-223,-10 0 1,0 0 0,0 0-1,1 0 1,-1 0 0,0 0 202,10 0 1,0-1 0,-1 1 0,1-1 0,-1 0-155,-3 1 0,0-1 0,-1 0 0,0 1 0,0-1 169,-5 0 1,0 1-1,-1-1 1,0 0-1,-2 0 11,7 0 1,-2 0 0,-1 1 0,-1-1 103,7-1 1,-2 1 0,-3-1-103,-10 1 1,-3 0 0,-2 0 651,6-1 0,-6-1-547,8-5 1581,-28 0-1548,-26-4 2656,-5 1-2583,-17-5 108,-8-4-130,-5-2-17,-8-4 0,6 5 6,-1 3-51,-6 2-5,-7 1 636,25 10 0,-1 0-687,-1 0 1,1 1 89,-24-5 170,19 4-243,19 0-67,22 3-6,18 1 12,24 1-40,-12 2 1,2 0-924,10 3 1,0 1 930,-6-1 1,1 1-3,3 3 0,3 1 0,-2 0 8,4 3 1,-1 0-12,9 2 0,1 3 6,2 7 0,-5 3 16,-22-5 1,-2 3-43,11 10 1,-5 3-14,-17-4 0,-7 2-85,-5-1 1,-8 1-407,-6-1 1,-7-2-1480,-5 0 1,-4-4 1644,0-3 1,-1-4 0,-9 6 0,14-14 0</inkml:trace>
  <inkml:trace contextRef="#ctx0" brushRef="#br1" timeOffset="188282">18048 16903 17305,'-59'-2'1928,"0"-1"1,9 1 0,7 0-1257,2-3-257,34 1-12,33 2-232,4 3 0,5 0-1228,19 2 1,6 2 1099,-8-1 0,3 1 0,3-1-486,-8 1 0,3 0 1,1-1-1,1 1 448,5 1 1,1 0 0,1 0 0,1-1-400,-10 0 1,0 0 0,1-1 0,0 1 0,1-1 393,0 1 0,1 0 0,0 0 0,0-1 0,0 1-8,1-1 0,0 0 0,0 0 0,0 0 0,0 0-247,0-1 0,0 0 0,0 0 0,-1-1 0,1 1 262,-2-1 1,-1 0 0,1-1 0,-1 1 0,-1-1-7,11-1 1,0 0-1,-2-1 1,-1 0-25,-4-1 0,-2-1 0,-1 0 1,-2-2 25,10-1 1,-3-1 0,-3-2 250,-11-1 0,-3-1 0,-3-1-254,2-5 0,-9-4 1639,-8-19-1600,-48-1-34,-6 18 1,-6 2 739,-12-2 1,-5 1-718,11 7 0,-1-1 0,-1 2 2,-2-1 0,-1 0 0,-1 1 7,1 0 0,1 1 1,0 0 1,3 2 0,0 0 0,2 1 36,-12-4 1,3 1 809,10 3 0,5 1-779,-10-4 687,24 6-793,24 3 22,24 3 40,33 0-34,-15 1 0,5 1 151,11 2 0,3 2-162,-18 0 0,1 0 0,-1 3 1,0 1 1,-1 2 0,-2 2 11,15 10 1,-5 5-11,-10 4 0,-8 5-334,-12 4 0,-8 4 303,-13 4 0,-9 1-409,-10 5 0,-10-1 420,1-12 0,-5-1 0,2-4 0,3-2 0,1-4 0,-2-2 0,-1 0 0</inkml:trace>
  <inkml:trace contextRef="#ctx0" brushRef="#br1" timeOffset="202690">4266 13060 20421,'-40'-40'775,"1"0"0,0 1 0,17 16-574,26 25 294,14 11-282,20 14-143,-11-8 0,3 2-424,9 5 1,3 0 389,7 4 1,3 1-449,-13-10 1,0 2 0,2-1 407,2 1 1,1 0-1,0 1 4,0-1 0,-1 1 0,0 0 5,-2-1 1,-1 0 0,-2 1-200,10 9 1,-4 0 154,-11-5 0,-6 2 5,0 21 45,-33-8-39,-25-7 0,-21-10 131,21-17 1,-2-3-90,-2-3 0,-1-4 8,-1-3 1,0-2 10,-2-3 1,2-3 41,0-3 1,1-2 36,2-1 0,2-1 36,3 0 1,1 0 1711,-15-15-1495,13 9 416,12 9-758,10 10-35,5 6 35,8 11 432,7 9-432,15 12-1,15 3-220,-13-19 1,3-1 219,6-3 1,3-3-538,7-2 1,2-4 556,5-5 0,1-3 17,2-3 0,0-3 25,-1-4 0,-3-2 11,-3-2 0,-4-2-196,-7 1 1,-4-3 240,-7 1 0,-4-1 48,8-23-26,-15 0 334,-11 0-384,-4 7 1048,-4 8-1081,-2 9 451,-1 11-547,1 6 29,0 5-168,1 9-522,-1 10-1479,-1 12 2157,-1 13 0,3-19 0,-1 1 0</inkml:trace>
  <inkml:trace contextRef="#ctx0" brushRef="#br1" timeOffset="203716">1655 13696 17680,'-19'-42'1478,"1"1"1,-1-1 0,-7-14 0,2 7-230,-6-3-1014,13 24-5,4 10-208,12 18 6,5 11 12,5 13-17,9 15-9,-4-7 0,0 1-9,-2-3 1,1 1-20,-1-1 0,0 0 25,7 23 6,-8-19 151,0 1 179,-4-17-73,-4-16-128,-1-20-84,0-3 61,3-22 0,5-15-112,-2 9 25,1 7 1,1 0-230,3-3 204,3-8-16,1 17-12,-3 19 11,8 2-33,8 14 0,0 13 0,0 4 103,2 12-462,6 5 62,3 0-22,6 1 10,-10-17 186,-12-8-68,-1-7 168,-9-11 68,8-14 33,-4-8-11,2-12 6,-8 11 55,1-5-16,-4 12-17,1 0-78,-5 12 33,1 11 11,-1 11-44,0 4 33,5 18-16,-1-5 10,9 11 34,3-7-50,10-8 22,-2-8 62,26-10-22,-15-14 100,14-8 57,-22-9 27,-15-3-118,-11 5 102,-15-6 50,-21 1-185,-8-1-40,-15 2 24,6 13-29,4 7-22,14 5-40,6 4 1,15 6-79,1 7-465,11 8-1025,7 6 51,4-3-8291,25 12 8202,-19-21 1,8 6 0,-23-18 0</inkml:trace>
  <inkml:trace contextRef="#ctx0" brushRef="#br1" timeOffset="204440">3016 13224 24193,'-53'-36'392,"1"1"0,3 3 0,5 12-224,-1 34-39,1 13-56,1 14-23,9 7-16,10 3-28,11-5 5,11-12 173,22-5-133,7-21 33,22-11-34,4-22-8,-24 3 0,0-3 19,1-4 1,-3-3-326,-1-3 1,-5-2 344,-3-1 1,-4-1-24,-4-2 1,-4 0-12,-5-1 1,-4 1-12,-1 1 1,-3 1 23,-2 4 0,-1 2 40,-10-17 36,4 19-119,6 16-17,4 17 0,4 16 565,3 15-570,4 17-12,4 12-218,-1-27 0,1 0 145,2 1 1,1 0-77,3-3 1,2-1-96,3-3 1,3-2-184,2-4 1,2-3 182,2-5 0,2-2-125,29 2 218,-7-15 196,-12-12 72,-16-12 91,-10-9 55,-9-5 46,-3-1 593,-3 1-566,-2 8 182,1 11-467,-1 10-1,1 12-21,1 7-29,3 7 34,3 2 5,6-4-11,5-7 28,4-10 29,3-11 16,-3-12 56,-5-8 56,-7-6 22,-8-3-22,-10 1-34,-7 7-27,-10 8-74,-3 13-49,0 13 10,1 13-11,6 12 6,4 12-23,9 12 6,8 7-236,6-24 1,4 0 120,2 1 1,4 0-544,7 0 0,3-1-3331,7 1 1,3-3 3340,0-3 0,-1-3 0,13 7 0,-18-14 1</inkml:trace>
  <inkml:trace contextRef="#ctx0" brushRef="#br1" timeOffset="223015">4383 16495 23041,'-48'-32'294,"1"-1"1,-1 0-1,3 4 1,-1 0 0,4 9-206,1 9 1,2 6-527,4 1 0,-2 3 490,-16 4 1,-3 4-521,2 3 0,-3 3 487,-1 2 1,-4 3 0,2 0-370,8-2 1,1 1 0,1 0 355,-6 4 1,0 0-1,7 0-7,4-2 0,5 0-17,2 2 1,4 1 4,-4 10-10,1 7 5,15-3 353,10-4-375,7-3 938,4-11-904,2-3 1773,0-11-1751,1-1-29,4-14 12,1-4 6,2-6 22,3-9 28,-1-4 0,-2-2 22,-4-5-5,-11 10-45,-1 9 34,-7 0 5,-3 6-22,-1 2 0,-2 3-34,6 7 1,4 4-7,-2 8 29,0 8-34,-6 22-28,2 3 22,2 11-11,8-9 17,4-11 12,6 10-1,2-16-17,5 8 17,-2-16 23,-2-7 5,-3-5 353,-3-4-325,-4-11-5,-2-4 0,-4-12-29,0 3 6,-1-12-16,-1-2 2,3 3 0,-1-3-14,1 4 1,-1-1-683,0-7 0,-1 1 676,-1-11-273,-2-7 318,7 30-5,-2-4-34,5 22-28,1 7 1,2 11 1328,2 2-1306,10 31-23,2-1 17,-3-9 0,1 1-5,12 24 16,2-1-6,1-4 1,0-5 0,-3-7-23,0-8 376,1-10-342,6-10-23,10-9 17,10-12-262,8-6 223,-2-5-605,-13 4-1893,-18 5-7305,-23 7 8939,-7 3 0,-5 1 1,5 0-1</inkml:trace>
  <inkml:trace contextRef="#ctx0" brushRef="#br1" timeOffset="224908">1387 17661 15417,'0'-4'7226,"0"0"-6089,-15-56-358,7 32-469,-2-8 1,1 2 110,2 16-214,3 9-134,3 7-62,0 13 39,1 14-44,0 22-23,1-14 0,-2 4-252,1 6 0,-1 2 263,-2 7 1,-1 1-12,-1 2 0,-1 0-429,-2 0 1,-1 0 408,1-4 1,0-3 22,1-5 0,0-4 3,-3 21 56,6-22 269,2-19 50,2-16 379,3-18-592,3-19-61,4-19-37,-3 20 0,0-2-31,0-1 1,0-1-20,0 0 0,1 1 27,0 4 1,-1 1 3,9-20 926,1 17-949,0 15-5,3 10 5,3 16 28,4 12 6,5 16-106,1 12-159,-15-20 0,-1 1 217,0-1 1,0 1-21,0-1 1,2-2-23,19 21-131,4-11 126,1-14 33,-1-16-39,-4-20 50,-2-14 29,-2-14-29,-2-5 56,-5 1-5,-9 8-6,-7 10 23,-7 12 333,-3 9-451,-1 5 131,-3 16-70,0 0-16,-1 13 11,2-5 11,5-2-5,3-7 5,5-4-11,5-9 11,3-10-33,4-11 0,1-11 89,-3-7-6,-5-3-16,-8-2-11,-8 4-6,-9 4 11,-7 7-28,-6 8 12,-1 10-23,-2 9-34,2 14 84,1 10-5,4 13-45,5 7 0,5 7-33,8 1-40,10-1-62,9-4-66,17-6-135,14-8-238,-16-19 0,2-3 369,7-2 1,1-3 67,3-5 0,3-4 55,8-9 1,-2-2 72,-17 4 1,-2-3 13,7-8 1,-5-3-85,-7-11 175,-4-8 39,-16 3 178,-19-1-190,1 17 62,-14-2 17,3 21 562,-5 1-747,-3 16 120,-1 12-159,-3 14 16,4 9-10,7 1 38,9-1-16,10-7-29,9-7 29,6-10-34,7-8 5,0-9 23,1-12 12,-3-10 88,-1-19-4,-5 0-35,-4 0 23,-4 0-22,-2 12 27,-1-2-72,-1 9-90,-3 9 62,1 8 17,1 10-12,1 11-5,3 11 11,3 9-101,15 11 0,-3-15-47,0-11 0,4-1-373,18 4 173,-13-11 1,4-1-166,12-4 1,2-4-753,-3-5 1,-1-4 1222,1-1 0,-1-3 59,2-10 0,-4-4-157,-10 1 1,-2-3 310,5-4 0,-4-3 78,-7 2 0,-6-2 191,-6-3 0,-6 0 109,-11-17-353,-7 5 173,-19 12-61,-2 16 1797,-15 2-2077,16 17 0,0 6 0,-24 16 37,28-9 1,2 3-75,3 5 1,2 2-53,-7 23 47,12-18 0,3 2-9,3 5 1,4-1 11,6 21 16,8-8 18,18-21-12,8-20 0,17-9 34,-16-13 0,0-6-766,-4-3 0,-2-2 721,0-2 0,-2-4 22,-5-6 1,-4-2-357,-6 3 1,-3-1 411,1-13 0,-2-4 24,-5 8 1,-2-2 0,0 1 1,-3-16 0,-1 1-310,1 16 1,-2-1 0,1 4 269,-1 3 1,-1 3 226,-5-23-167,3 33-124,0 6 1179,2 18-1179,1 19 761,1 5-761,1 33 0,1-14 0,1 4 0,0 5 0,2 3-30,0-8 1,0 3 0,2-2-69,1-1 1,0-1-1,2-1-196,1 11 0,3 0-517,0-10 1,2 3 0,1-3-4007,7 10 1,2-2 4335,3 6 1,0-4 0,-7-18 0,-2-6-1,4 5 1</inkml:trace>
  <inkml:trace contextRef="#ctx0" brushRef="#br1" timeOffset="228265">24218 14222 19189,'13'-54'885,"0"0"0,0 1 0,-1 1 0,0 2 0,-4 11 1,-4 7 79,-5 15-780,-6 31 16,-8 31-133,1 6-21,-1 5 1,0 6-910,3-10 1,0 1 855,0-1 1,-1 5-1,0-2-13,1-4 1,0-1-1,0 0-756,-2 2 0,0 0 1,1-3 656,-3 10 0,-2-1-134,1-10 0,-1 2 0,0-6 70,0-7 1,0-3 125,-7 11 0,-3-7 84,-13-13 90,-1-33 56,1-24-67,9-7 61,13-2 0,4-3 351,8 12 0,2 0-357,-3-13 1,2 0 151,4-11 2896,2 20-3104,0 19 433,0 15-500,2 13-11,6 9-11,9 9 441,15 3-464,17-1 12,-17-17 0,2-2-422,6-1 0,3-3 421,3-1 1,2-4 8,1-1 0,0-4 0,-2-2 0,-1-2-177,-7-2 0,-3-3 214,18-12-18,-23-2-83,-17 3-404,-14 3-1383,-9 3 2038,-8 0 1,6 8-1,0 2 1</inkml:trace>
  <inkml:trace contextRef="#ctx0" brushRef="#br1" timeOffset="229382">24430 12793 19753,'4'-50'1017,"0"0"0,0 0 0,0 3 0,-1 0 1,1 1-714,1 1 1,-1 0-1,1 3-451,1-12 0,1 5 362,-1 13 1,1 3 291,4-6-462,-2 25 176,-4 30-153,1 26-52,-4-7 1,1 4-633,-1 11 1,-1 4 613,-1-12 0,-1 1 1,-1 2-3,0 5 0,-1 1 0,-1 1-48,0 4 0,-1 1 0,0 1-657,0 2 0,0 1 1,0 0 315,0 0 1,1 2 0,-1-2-122,1-1 1,0 0 0,0-2-79,0-3 0,0-2 0,0-1-112,0-8 0,-1-1 0,-1-3 328,-2 7 1,-3-7 302,-14 4 404,-2-44 167,0-35-201,15 2 0,3-2-121,1 3 1,2-2 380,0-27 1,4-2-155,3 17 0,2 0-241,0 3 1,0-3-1,3 3-5,5-8 0,3 4 707,2 3 1,3 2-826,2 4 1,3 2-21,3 3 1,3 3 62,3 2 1,3 3-86,2 3 1,3 2-1,2 4 0,1 1 0,-1 4 1,1 1 4,-3 2 1,-1 2-125,-2 0 1,-2 1 132,26-6 23,-11-3-23,-11-3 1000,-11-1-865,-12 2 413,-9 4-290,-5 5 583,-12 11-639,-9 13-11,-15 14-40,-9 12-33,1 5-84,9 0-28,12-4 11,12-7 289,12-9-261,7-12 11,9-11 11,7-14 23,6-12 56,1-13 145,-3-10-50,-7-4-95,-6 0 61,-6 5-16,-4 9-40,-4 11-61,-2 11-62,-2 9-27,0 13-7,-3 11 23,-1 15-28,-3 10-45,2 7 34,2 1 6,7-2-7,7-9 12,7-10 12,6-15-12,2-13-6,4-15 23,3-11-17,0-13-34,0-7 57,-4-2 21,-7 3 7,-6 10 38,-7 11-44,-6 9-45,-2 6 0,-6 24-17,-1 2-50,-3 23-56,4-2-465,4 1-1053,9 0-2655,8-6 4296,2-10 0,-4-13 0,-7-8 0</inkml:trace>
  <inkml:trace contextRef="#ctx0" brushRef="#br1" timeOffset="229548">25672 12645 23868,'-12'-42'504,"-1"0"0,0 1 0,-5-17 0,3 9-504,6 20 75,2 9-753,8 27-1744,4 16 2422,5 27 0,-3-20 0,2 5 0</inkml:trace>
  <inkml:trace contextRef="#ctx0" brushRef="#br1" timeOffset="229857">25808 13192 26072,'29'-40'257,"0"0"1,1 0 0,-2 0-1,1 0 1,-4 2-174,3-8 0,-3-1-1235,1-6 0,-2-4 1182,-8 16 1,-2-2 0,-1-1-21,-1-4 0,-1-1 0,-3-1 2,0-2 0,-2-2 1,-2 1 2,-1 0 1,-1 0 0,-3 1 1,-1 3 1,-2 1 0,-1 3 164,-3-13 1,-2 6-151,0 15 1,-1 5 592,-6 0-626,3 37 0,0 33 0,6-3 0,0 6-529,-1 12 1,1 5 528,3-12 0,1 3 0,1 0-163,-1 6 1,2 2-1,0 0 163,0 4 0,2 1 0,1 0 0,1-14 0,1 0 0,1 0 0,2-1-58,3 16 0,3-1 0,4-1-598,3-2 1,5-1 0,4-1 441,-2-15 0,4 0 0,0-2 0,-2-4 0,5 9 0,1-5 0,1-8 0,1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47:17.05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1910 2299 18453,'-1'-6'5669,"0"1"-3815,1 5-1820,-13-36 16,10 28 28,-9-25 6,12 40 56,-1 6 6,-4 5-23,-6 4-11,-9 2-45,-8-2 57,-5-8 10,0-9-50,3-18 17,1-25-79,13 3-5,8 4 0,2-2 5,7-15-39,8-8 6,13 7-22,0 21 21,2 10 57,-2 20-50,-1 12-18,8 15 23,-10 1 0,-2 5-11,-4 1 0,-1 2-184,0 1 1,-4 1 191,-7 9 0,-7 0-675,-5-4 0,-6 1 680,1-8 0,-2 2 0,-4 0-1,-9 5 1,-4 1 0,-1-4 13,5-8 0,-1-2 0,0-2-7,-15 13 1,1-7 5,11-16 0,3-8 42,-4-9-11,2-16-12,16-17-5,16-28-16,13 5-24,4 2 1,19 15-50,7 15-138,-11 9 0,4 2-1894,16 2 0,3 2-2823,-6 2 1,-1 0 3394,0 2 1,-5 0 0,3 2 0,-32 0 0</inkml:trace>
  <inkml:trace contextRef="#ctx0" brushRef="#br0" timeOffset="167">2297 2567 24217,'-6'-1'2784,"1"1"-2107,5 0-1909,-16-40-795,21 34 2027,-5-27 0,12 39 0,2-1 0</inkml:trace>
  <inkml:trace contextRef="#ctx0" brushRef="#br0" timeOffset="1533">4239 2651 21636,'9'-63'768,"-1"0"1,-3 17 0,0-1-1,-3 4-493,-4 1 0,-3 0 30,-4-17 0,-4-1-160,-1 16 1,-2 3-62,-7-1 0,-2 6 264,-12 6-292,3 21 0,-1 7-22,-18 18-381,15 0 1,1 5 351,7 8 1,3 4-353,1 7 0,2 4 330,1 6 0,4 1 8,4 3 1,3 1 11,5-2 0,7-1-206,5-6 0,7-4 192,6-7 0,5-5-115,5-9 1,4-8 139,3-7 0,2-9-12,4-10 1,0-8-12,4-10 1,-1-7-304,-12 6 0,-1-3 0,0-2 313,1-3 1,-2-3 0,0 0 5,-2-4 1,-1-1 0,-2-1 7,-3-2 0,-1 0 0,-3 1-13,3-9 1,-3 0 8,-5 7 0,0-3 1,-2 7-1,-3 14 0,0 1 338,4-22 1,-1 7-366,-5 25 497,2 10-476,-7 38 1,1 26-1,-4-13 1,-2 4-365,-1 8 0,-1 3 362,-3 6 0,-1 1-3,3-18 0,-1 0 0,1 0-2,0 0 0,1 0 0,0-1-4,-1 19 1,2-2-1,1-4 1,4-4-4,2-6 1,4-4 2,13 19 1542,11-24-1531,7-22 46,6-24-29,3-20-165,-23 8 1,-1-4 156,-1-2 0,-2-1 0,-2-1 0,-1-1-3,-3 2 0,-1 1-5,4-20 44,-5 14 1196,-7 15-1235,-4 12-17,-6 14 1,-5 12-1,-5 14 0,2-1 443,2 22-454,9-19-17,8 13 29,11-19 21,11-8-10,8-10 16,4-11 1,3-14 16,-4-12 11,-4-13-16,-10-5 33,-10-6 12,-10 2-35,-9 0 35,-7 6-18,-6 8-55,-3 9 11,0 12-28,0 9-6,1 15 6,-2 10-6,3 16-6,4 9-61,7 7-117,13 0-130,13-3-100,17-9-342,14-14 263,10-14 370,-27-14 0,1-4 103,-1-3 1,-1-4 50,-2-5 0,-2-2 39,-4-3 1,-2-2 114,12-28 95,-9 0 11,-8 4-33,-4 6 78,-3 10-11,-5 11-134,-1 11-118,-4 7-45,-2 12 253,-3 11-253,-4 16-33,0 14 16,1 10-105,6-27 1,1 0 98,2 29-4,10-7-7,9-12 34,10-14 6,4-14 6,3-17-1,0-16 45,-3-15 51,-4-14-29,-7-6-80,-9-2 75,-7 0-28,-4 7 16,-2 10-32,-2 13-29,0 11-56,-1 9-84,1 5-106,0 7-84,2 6-997,3 9-1445,8 2 2761,14 3 0,-11-13 0,4-2 0</inkml:trace>
  <inkml:trace contextRef="#ctx0" brushRef="#br0" timeOffset="1960">5994 1865 20330,'1'-61'1968,"0"0"0,-1 8 0,0 5-1302,1-13-330,-1 25-202,0 18-117,0 16 22,3 22-11,3 22-31,0-9 1,0 4-550,1 10 0,0 2 557,-2 8 1,-1 1-452,-1-15 0,-1 0 1,-2 1 446,0 0 1,-2 1 0,0 0-13,0-1 0,0 0 0,-1-1-287,-1 17 0,1-3 303,0-8 1,1-3 5,1-12 0,1-4 101,-2 5 23,0-24 809,0-25-893,-1-18 10,2-20-19,2 20 0,2-1 494,0-3 1,1 0-501,3 0 1,1 1-7,1 2 1,1 2 749,11-21-741,2 13-33,-1 13-23,2 12 11,4 9 6,4 12-28,4 12-17,1 14 17,-4 11-28,-13 9 63,-22 4-133,-10-27 0,-6-1-79,-8 0 1,-6-2-152,-6 0 1,-4-4-505,-2-2 0,-1-3-219,3-5 1,2-4 1078,5-6 0,4-2 0,-3-1 0,15-7 0</inkml:trace>
  <inkml:trace contextRef="#ctx0" brushRef="#br0" timeOffset="2684">6604 2333 26295,'18'-53'153,"1"0"0,-1 0 0,-1 2-103,-2 11 1,-1 0-1359,-3-8 0,-2-1 1361,-2-6 0,-4-2-34,-2-3 1,-3 0 8,0 1 0,-3 2 90,-1 6 1,-2 3-38,1 9 0,-2 3 82,-10-16-130,7 26 548,1 11-609,8 21 56,0 16 28,0 24-50,1-11 0,2 4-86,0 4 0,1 3 0,0-2 80,0 6 0,0 0 2,1 2 0,0 4 0,0-4-5,0 2 0,1-1-161,0-9 0,1 0 0,1 0 147,4 15 0,5-2-31,10-3 1,3-5 22,-8-17 0,3-4-37,9-1 1,2-9 16,4-19 62,5-20 22,-23-8 0,-4-6-34,-2-2 1,-3 0-3,0-3 0,-2 0 11,-2 1 0,-1 1 47,4-12 40,0 1 1465,-4 20-1561,-2 18 1195,-3 12-1205,0 15 22,1 11-23,3 12 0,8 15 1,7-9-12,13 0 39,-5-22-38,20-9-7,-6-13 74,19-21-29,-16-10-171,-22 5 0,-4-2 205,-1-12 118,-6-10 94,-8 14-10,-3-6-123,-3 10-135,-3 13 0,2 9 0,-1 18 366,1 16-366,-1 9 0,1 5 0,-1 4 0,1 3-990,0-2 0,0 4 0,1-2 990,-1 8 0,1 2 0,1-2 0,0 4 0,2 1-605,-1-4 0,2 1 1,0 2 175,1-3 0,1 2 1,0 2-1,1 0 429,-1-7 0,2 2 0,-1 0 0,1-2 0,-1-5 0,1 4 0,-1-5 0,1-1 0,2 18 0,1 0 0</inkml:trace>
  <inkml:trace contextRef="#ctx0" brushRef="#br0" timeOffset="3367">9209 1604 22307,'8'-56'770,"-1"0"1,0-1 0,-1 9 0,-1 2 0,-2 4-449,-4 4 0,-2 5 59,-6-4-297,0 20-17,0 21 6,-8 44-43,8-15 1,-1 5-983,-3 20 1,0 4 964,5-18 0,2 1 1,0 1-367,0 4 1,1 0 0,1-1 357,0 11 1,0 0-1,3-7 1,0 3 0,3-4-4,1-4 1,2-1-3,3 17 0,3-3-107,2-24 1,3-4 128,21 10-22,-5-21 11,23-29 0,-11-20 356,-11 4 0,0-5-323,-6-3 1,-3-3 25,-2-1 0,-2-1 28,-5 2 0,-2-1 143,1-25 17,-9 12 1407,-6 16-1665,-2 14 270,-1 10-270,1 6 0,0 13 0,-1 6 663,-1 16-663,0 5 0,3 6 0,6 3-472,7 0-866,9-2-1452,6-6 2790,7-10 0,-15-13 0,-2-9 0</inkml:trace>
  <inkml:trace contextRef="#ctx0" brushRef="#br0" timeOffset="3534">9733 1744 24921,'-41'-46'198,"1"0"0,4 4 0,9 13-478,20 27-148,12 15-1375,9 12-4694,10 18 6497,2 0 0,-9-14 0,-7-12 0</inkml:trace>
  <inkml:trace contextRef="#ctx0" brushRef="#br0" timeOffset="3926">9928 1871 26704,'-4'-40'557,"1"0"0,-3-23-545,7 60 38,5 16-39,5 16-16,3 19 7,-6-17 1,-1 2-329,-2 2 0,-1 1 315,-1 1 0,-2-1-1,-1 0 1,-1-2 6,-3 23 16,-2-16 28,2-20 62,3-24-56,6-21 5,4-21 62,11-15-65,-9 25 1,2 0 120,1-2 1,0 0-91,0 2 1,0 2 23,11-21-102,-5 17 0,-3 17 0,-2 14 0,5 18 0,6 13 0,7 18-48,-15-16 0,0 1-188,2 3 1,-1 1-364,0 0 0,0-1-639,0 0 0,1-2 1238,1-2 0,-1-3 0,3 4 0,-3-10 0</inkml:trace>
  <inkml:trace contextRef="#ctx0" brushRef="#br0" timeOffset="4133">10748 1509 24603,'3'-47'1025,"0"0"0,0 8 0,-2 6-795,-2 14-152,0 16-33,0 19 6,0 19-7,5 24-645,-1-20 1,1 2 591,2 7 1,0 2-87,2 6 0,0 1-351,1 3 1,0 1-1199,0-1 0,0 1 1359,3 0 1,-1-4 0,-5-23 0,-1-5 0,7 20 0</inkml:trace>
  <inkml:trace contextRef="#ctx0" brushRef="#br0" timeOffset="5134">11088 1732 24749,'-3'-46'739,"0"1"1,2 5-1,-5 9-576,-10 21-96,-3 14-11,-9 16 17,-9 18-48,15-11 0,-2 2-596,-2 5 1,0 2 581,-2 3 1,0 1-12,2-1 0,1 0-2,4-5 1,3 0 1,-6 19-17,22-15 17,22-13 0,20-12-45,19-9-20,-22-6 1,2-2-414,3-1 0,2-1 341,2-2 0,0-1-28,0-1 0,1-1 11,-2-1 0,-1 0 78,-1-2 0,-3 0 360,-4 1 1,-3-1-212,18-13 398,-21 5-174,-16 5 16,-14 5-16,-9 6 797,-9 5-864,-6 7 178,-4 5-307,0 4-56,7 1-34,7-1-11,9 0 17,12-2-12,11-4-27,16-3-17,10-5-6,7-8 6,-1-6 50,-6-11 6,-8-10 5,-10-9-5,-11-5 33,-7-1 29,-13 4-18,-7 7 23,-12 7 28,-7 11-39,-5 8-23,-2 13-22,2 16-11,5 16-17,9 18-259,14-20 1,4 2 247,3 3 0,4 1-26,4 0 1,5-1-1933,16 8 1,5-4 1693,-8-12 1,3-2-538,23 10 0,4-6-1199,-10-13 1,1-4-7,11 2 0,2-3 376,-3-5 1,1-6 1374,1-9 0,-4-5 725,-17 4 1,-4-3 1122,4-11 1,-5-4 1727,-7-15-1165,-1-17-1495,-17 28 0,-3 0 263,0-30-56,-21 4-673,3 23 384,-28 11-366,1 25-101,-13 14-40,1 17-39,26-2 1,3 2 2458,-6 15-2492,15-12 0,4 0 22,9 7 1784,11 7-1807,25-8-10,-4-19 276,26-8-265,-14-27 11,14-12 14,-28 5 0,-2-6-3,3-15 0,-3-6-1667,-5-1 0,-2-1 1661,-1-3 1,-3-3-3,-7 13 1,-1-2 0,0 0-376,1-13 1,0-1 404,-2 12 1,-1-1-1,0 0-70,1-14 1,-2 3 36,-3 9 0,-1 5 0,-5-6 0,0 20 0,-1 25 2833,-1 17-2833,-9 41 0,7-18 0,1 4-132,-4 20 1,0 1 131,5-12 0,0 1 0,3-4 0,-1 2 0,3-1-221,0-4 1,2 0-1,1 1-1193,4 11 1,1 2 0,1-1 1041,1-6 0,2-2 0,-1-3 0,3 2 1,1-6-1,5 5 0</inkml:trace>
  <inkml:trace contextRef="#ctx0" brushRef="#br0" timeOffset="5793">14335 1753 20324,'18'-50'898,"1"0"1,0 0-1,-1-1 1,-1 0-1,-4 6-453,-5 10 1,-3 3 198,-2-4 1,-2 3-466,-4-1 64,-7 20-210,1 23 107,-6 27-107,2 1 1,-1 6-6,1 3 0,0 5-422,2-8 0,1 2 1,1 0 401,-1 18 1,2-3 2,3-12 0,2 0-11,2 14 0,5-2-6,2-25 1,3-2 2,-2 7 0,5-2-12,29 7 31,-9-30-4,8-2 27,8-37 17,-13-10-135,-11 7 1,-2-3 176,-6 1 0,-3 0 72,5-31-170,-9 2 0,-5 8 0,-3 12 1452,-1 15-1452,-2 13 6,2 6-6,-2 10 0,1 9 0,0 4 341,5 28-341,6-9 0,10 20-808,7-12 24,-2-12-9023,13 5 9807,-17-22 0,2 2 0,-15-15 0</inkml:trace>
  <inkml:trace contextRef="#ctx0" brushRef="#br0" timeOffset="5967">14881 1632 24995,'-9'-39'-109,"0"0"0,2-19-753,18 71-1480,6 9-5802,1 12 8144,-4-1 0,-6-12 0,-3-8 0</inkml:trace>
  <inkml:trace contextRef="#ctx0" brushRef="#br0" timeOffset="6376">15293 1691 23075,'-1'-6'3472,"0"2"-2565,1 4-851,-32-10 45,32 33-39,-18 1-54,27 5 1,9 3-9,-2 0 0,1 1-205,1-1 0,-1-1 160,-1-1 0,-2 0-257,5 23-409,-11-8-477,-14-11-498,-7-13-728,-7-15-549,-3-17 723,-1-14 1662,-4-14 1302,0-11-58,14 20 0,0-1 619,0-2 1,2-1-180,2 0 1,0 1 741,-4-23-835,5 15-385,3 18-402,3 13-210,1 9 96,1 14 400,1 14-555,1 21-264,2 13-435,0-27 1,0 2 393,3 2 1,0-2 0,1 5 0,0-8 0</inkml:trace>
  <inkml:trace contextRef="#ctx0" brushRef="#br0" timeOffset="6643">15743 1781 22762,'8'-49'517,"0"1"0,-1 0 0,1-1 1,1-12-1,-1 1 0,-3 3-273,-3-4 0,-4 3-449,-2 4 0,-2 3 322,0 7 1,-1 4 11,-7-16 607,4 26-725,3 28 349,3 28-344,-2 28-16,3-12 0,1 3-520,0 10 0,0 4 537,2-15 0,0 3 0,1 0-303,1 4 1,1 0-1,0 1 226,1 2 0,0 0 0,1 0-114,2-2 1,0 0-1,1-2-537,0-2 0,1 0 1,1-2-388,4 15 0,1-2-2347,1-9 1,-1-2 3444,-3-12 0,-1-4 0,4 6 0,-9-22 0</inkml:trace>
  <inkml:trace contextRef="#ctx0" brushRef="#br0" timeOffset="6817">15706 1785 26015,'25'-44'-473,"0"0"1,4 3 0,6 9-2699,11 20 1,4 8 2038,-5-3 0,-2 1 0,15-2 0,-25 4 0</inkml:trace>
  <inkml:trace contextRef="#ctx0" brushRef="#br0" timeOffset="7176">16774 1235 26572,'-51'-11'228,"-1"-1"0,6 3 0,6 8-139,11 23 102,7 11-180,9 8 55,11 4-55,15 2 12,12-4 10,9-6 20,1-13 14,-5-12 108,-4-14-63,-8-12-5,-7-13-12,-8-8-6,-10-6-21,-6-1-24,-7 3 12,1 9-50,3 11-56,3 9-124,1 18-470,-1 15-1030,0 20-3021,0 18 3847,3-1 0,5-20 0,1-17 0</inkml:trace>
  <inkml:trace contextRef="#ctx0" brushRef="#br0" timeOffset="7467">16782 1875 28283,'-34'11'19,"0"1"1,-17 19-14,60 1-6,6 4 0,10-4 50,-6-15-5,-2-5 62,-7-14-1,-5-8-71,-2-9-35,-2-7 0,-12-12 0,2 12-477,-16-8-2598,1 18 3075,-1 0 0,8 9 0,7 4 0</inkml:trace>
  <inkml:trace contextRef="#ctx0" brushRef="#br0" timeOffset="8034">3964 3203 13256,'-55'-1'2238,"-1"-1"1,13 1 0,6-1-1881,8-2 437,40-1-98,18 2 1,8 1-390,11 0 0,6 0-1207,-1 0 0,6 1 0,1 0 1019,-8 0 1,2 1-1,1 0 1,-2-1-531,-4 1 0,-2-1 1,2 0-1,3 0 492,4 0 1,4 0 0,2 0 0,2-1 0,2 0-32,-6-1 0,2 0 0,2 0 1,1-1-1,0 1 0,-1-1 1,-2 1-289,-7 0 1,-3 0 0,-1 0 0,0 1 0,3-1 0,2-1 0,6 0 248,-9 0 1,4 0 0,3-1 0,2 1 0,2-2 0,2 1 0,1-1 0,0 1 0,0-1 0,-2 0 0,0 1 0,-3-1 0,-3 1-112,5-1 0,-3 1 0,0-1 0,-2 1 0,-1-1 0,1 1 0,-1-1 0,2 0 1,0 1-1,3-1 105,-4 0 0,0 0 0,1 1 0,1-1 0,1 0 0,-1 0 0,2 0 0,-1 0 0,1 0 0,0 0 0,0 0 0,1 0-10,-7 1 1,1-1-1,-1 1 1,1-1 0,0 1-1,1-1 1,-1 1-1,1 0 1,0-1 0,1 1-1,0 0 1,0-1-1,0 1 1,1 0 36,-3 0 1,1 0-1,0 0 1,0 0 0,0 0-1,1 1 1,0-1 0,1 0-1,-1 0 1,1 1-1,0-1 1,0 0 0,0 1-1,0-1 1,0 1 0,0-1-12,-1 1 0,-1-1 0,1 1 0,-1-1 0,0 1 0,1 0 0,0-1 0,0 1 0,0 0 0,0-1 0,1 1 0,-1 0 1,1 0-1,1-1 0,0 1 0,0 0 0,0 0-8,0 0 0,0 0 1,1 0-1,0 0 1,1 0-1,0 0 1,1 0-1,0 0 1,0 0-1,0 0 1,-1 0-1,1 0 0,-1 1 1,0-1-1,-1 1 1,0-1-1,-1 1 1,-1 0-1,0 0-1,2 0 1,0 0 0,-1 0-1,0 1 1,0-1 0,-1 1-1,0 0 1,0-1 0,-1 1-1,-1 0 1,0 0 0,-1 0 0,0 0-1,0 1 1,-2-1 0,0 0-5,8 0 0,-2 0 1,-1 0-1,-1 1 0,0-1 1,-1 0-1,0 1 0,-1-1 1,1 1-1,1 0 0,0 0 1,2 0 3,-1 0 0,1 0 1,0 0-1,1 0 0,0 1 1,0-1-1,0 0 0,1 1 1,-1 0-1,0 0 1,-1 0-1,0 0 0,-1 1 2,2 0 1,-1 0 0,0 0 0,-1 1 0,0-1 0,0 1 0,0 0 0,0 0 0,-1 0 0,1 0 0,-1 0 0,1 1-8,-2-1 1,1-1 0,-1 1 0,0 0 0,1 0 0,-1 1 0,0-1 0,0 0-1,0 1 1,-1-1 0,1 1 0,0 0-1,5 1 1,1-1 0,0 1-1,1 0 1,0 1 0,-1-1-1,-1 1 1,-2-1 0,-1 1 0,-2 0-1,-4 0-2,9 1 1,-3 1-1,-2-1 1,-2 1-1,-2 0 1,-2 0-1,-1 0-19,5 1 1,-1 1 0,-2-1 0,-4 1-1,-4 0 264,6 0 0,-4 0 1,-12 3-1406,-1 16 1154,-89-3 0,20-10 0,-21 2 0</inkml:trace>
  <inkml:trace contextRef="#ctx0" brushRef="#br0" timeOffset="13710">7963 4646 21489,'-6'-51'1036,"1"0"0,-1 0 1,-1-14-1,0 8-257,4 9-645,2 32-55,5 18 83,8 35-109,-5-7 0,1 4-636,2 15 1,-2 6 550,-4 0 0,-2 5 0,-1 0-667,-3-4 1,-1 0-1,-1 2 311,-1-6 0,0 3 0,-1-1 0,0-4-251,-1-1 1,-1-4 0,0 2 638,-1 14 0,-1 2 0,2-9 0,-1 7 0,3-17 0,0-1 0</inkml:trace>
  <inkml:trace contextRef="#ctx0" brushRef="#br0" timeOffset="14600">7944 4363 22627,'54'-26'53,"-1"0"0,-8 12 0,3 3 0,-1 5-48,-4 8 1,0 6 0,-1-1-1000,1 0 1,0 0-1,1-1 1020,6 0 0,1 0 1,2-1-1,-4-2 1,3-1-1,1-1 1,1 0-638,4 1 1,1 0 0,2-1 0,2 0 620,-12-1 0,2-1 0,1 1 1,1-1-1,-1 0 0,0 0-176,8-1 0,-1 0 0,1 1 0,-2-1 0,-1 0 177,5-1 0,-3 1 0,1-1 1,3 1-189,-14 0 0,2 0 0,1-1 1,1 1-1,1 0 0,-1 0 201,4 0 0,1-1 1,0 1-1,1 0 1,-2 0-1,-1 0-127,1 0 0,-1-1 0,-2 1 1,3 0-1,5 0 116,-7 0 0,4 0 1,4 0-1,0 0 0,1 0 1,-1 1-1,-4-1 0,-5 0 5,7 0 0,-5 1 0,-2-1 0,0 1 0,2-1-13,-1 1 1,1-1 0,1 1-1,0-1 1,0 1 0,-2 0 7,8-1 0,0 0 1,-2 1-1,0-1 1,-3 0 0,4 1 0,-3-1 0,-1 0 0,4 1 52,-5-1 0,2 0 1,2 1-1,0-1 0,1 0-50,-6 0 0,1 0 0,1 1 0,-1-1 0,-1 0 0,-1 0-4,1 1 0,-3-1 0,0 1 0,0-1 1,1 1 8,4-1 0,2 0 0,-1 0 1,-2 1-1,-5-1-8,4 1 0,-4 0 0,-1 0 30,4 0 0,-1 0 0,-1 0 257,-7 0 1,-2 1-1,-1 0-246,0 0 0,-1 0 1,0 0 401,1 1 1,0 0 0,-4 0-348,4 1 0,-4 1-14,20 3 48,-27-1 0,-2 0-14,-3 3 1479,4 2-1333,-27 0 2391,-11 2-2582,-2-1 1340,-9 8-1368,-2 3 17,-7 27-40,6 8-641,9-15 0,2 1 611,3-9 0,2 0 2,1 16 1,1 3-354,1-5 0,2 3 340,1 3 1,1 6 0,1-2-3,0-5 1,0-1 0,1 1-475,1 9 0,1 1 0,0-3 465,-1-10 1,0-3-1,0-1-1,0 6 1,-1 1-345,-3 11 1,-6-2 318,-6-25 0,-5-2-6,-6 15 1,-8-5-6,-8-16 0,-5-8 3,-10-1 0,-1-5 27,7-5 1,-3-3-16,-8-3 0,-7-2 0,6-1 301,7-1 0,-3-1-258,8-1 0,-8 0 1,-4 0-1,1-1 0,5 0-370,-11-2 1,5 0-1,-5 0 368,9 1 0,-3-1 0,-2 0 0,1 0 0,5 0-4,-12-1 1,4 0-1,-4 0 4,7 0 0,-4 1 0,-1-1 0,-1 0 0,5 0-222,0 1 0,3 0 0,0 0 0,-4 0 213,6 0 1,-3 0-1,-2 1 1,-1-1 0,1 0-1,2 1-202,-4 0 0,1 0 0,1 0 0,-1 0 0,0 0 213,-3 1 0,-1 0 1,0 0-1,2 0 0,1 1-117,-3-1 0,3 0 0,0 1 0,-3 0 126,3 0 0,-2 0 0,-1 1 1,1 0-1,2 0 5,-3 0 1,2 1 0,0-1 0,-5 1-10,15 0 0,-4 1 0,-1-1 1,-2 1-1,1 0 0,1-1 1,1 1-51,-1 0 1,2 0 0,0 0 0,1 0 0,-1 0 0,-1 1 43,-6 0 0,0 0 0,-2 0 0,1 0 0,1 0 0,3 0 30,-1 1 1,1 0-1,1-1 1,2 1 0,2 0-28,-1-1 0,3 1 0,-1 0 0,-2 0-1,-1-1 1,-3 1-1,-1 0 1,1-1-1,5 0 2,-9 1 1,5-2 0,-3 1-8,1-1 1,-4 1 0,0-1-1,5-1 204,2-2 0,4 0 1,2-2-380,-15-3 1,6-1 380,18 0 1,5-3-5121,6-8 1,6-1 3547,9 0 0,4-7 0,11 22 1</inkml:trace>
  <inkml:trace contextRef="#ctx0" brushRef="#br0" timeOffset="15443">8561 5111 23349,'-10'-44'834,"0"-1"1,0 2 0,3 17-622,6 42-96,0 16-78,1 30-607,0-25-1,0 3 524,0 4 1,1 1-138,1 1 0,0 1-191,1 0 0,1-1-187,1-3 0,0-1-221,1-4 0,-2-2-1627,4 18 262,-4-21 1273,-2-24 873,0-23 397,-2-17 410,1-17 381,-2-13-422,-1 24 1,-1-1-95,-2-6 0,0 0-148,-3-6 0,0 0-118,-1-1 0,1 0-70,-1 2 0,1 0-73,2 5 1,0 2-63,1 5 1,2 1-280,0-21 162,5 19 34,20 4-79,6 22-28,19 1-5,2 21-23,2 15-22,-25-5 0,-2 3 85,0 5 0,-3 3-139,-3 2 1,-3 2 7,-4 1 1,-5-1 56,-7-3 0,-6 0 359,-21 22-348,-19-13-5,-8-12-141,-1-9-397,9-10-1366,9-13 1926,14-14 0,12 6 0,7-5 0</inkml:trace>
  <inkml:trace contextRef="#ctx0" brushRef="#br0" timeOffset="16443">8989 4857 25623,'26'39'15,"0"-1"0,-2-1 0,-2-1-15,2 14 17,-8-3 5,-7-8 79,-10-10 112,-7-11 39,-5-10 11,-3-12-5,1-9-46,1-11-66,4-10-56,5-5-51,10-3-45,8 2-33,13 6-95,10 7-158,10 7-268,6 8-336,5 7-471,2 8-764,-1 2 405,-5 5 662,-9-1 784,-12-1 740,-12-3 654,-11-2 2011,-6-2-1943,-14-4-403,2 2 65,-8-1-514,4 4-162,2 3-106,2 5-62,4 2 0,8 2 5,10 1-5,11-2 0,10-3 6,3-5 22,-1-8 39,-6-6 45,-10-7 22,-9-7 12,-9-6 39,-11-6 11,-5-1 11,-5 1-33,-3 5-29,2 8-16,2 8-67,2 8-46,2 10-10,1 11-12,2 10 12,2 12 0,4 4-62,5 5-112,8-1-112,9-1-118,14-4-112,10-6-38,10-11 122,2-10 219,-3-17 201,-9-10 146,-10-12 62,-10-8 61,-9-1 79,-5-1 16,-4 6 146,-1 6-386,-2 12 10,0 6-88,0 7-7,0 6 29,0 8-57,-1 11-49,1 15 38,2-10-16,6 12-12,6-17 12,8 1 22,5-8 39,6-14-22,-10-9 44,6-19 29,-12-6-17,3-13 33,-5-2 23,-6-9-101,-4 18-6,-3-6-39,0 23-151,-1 1-1136,2 10-29,0 8 1333,6 12 0,-5-6 0,3 4 0</inkml:trace>
  <inkml:trace contextRef="#ctx0" brushRef="#br0" timeOffset="16867">10784 5116 21798,'2'-59'741,"1"1"0,0-1 0,0 0 1,0-4-1,-1 2 0,-1 4-397,-5-7 1,-2 6-272,-2 14 0,-2 2 95,2 5 1,-1 3-169,-6-15 400,8 52-400,5 13 0,4 43 0,0-21 0,1 4-585,1 8 0,-1 7 0,1 0 585,0-1 0,-1 0 0,0 3-766,0-4 1,0 3 0,-1 0-1,0-4 409,0 1 1,-1-4 0,1 3 356,0-1 0,1 4 0,-1-2 0,0-9 0,0-7 0,-1-4 0,3 17 0,-1 0 0</inkml:trace>
  <inkml:trace contextRef="#ctx0" brushRef="#br0" timeOffset="18343">11610 5147 23965,'-6'-62'776,"1"1"1,-1 5 0,-3 7-424,-16 6-140,-3 15-118,-4 15-56,-5 19-16,-5 19-12,-5 17-336,23-16 0,1 3 325,1 2 0,3 0 0,3 0 0,2-1 11,-3 25 1,14-12 4,9-17 18,23-8 33,5-23 34,21-14-34,-27 1 0,-1-5-269,2-5 1,-2-3 277,0-4 0,-3-1-9,-4-3 0,-2-2-3,-3-1 1,-4-2-18,-3 1 1,-3-1-6,-2 2 0,-2 1 11,-2 5 0,-1 1 672,-2-15-641,-3 19-62,2 18-27,2 15 16,0 15-17,0 17-5,0 2 2,0 2 1,1 3-23,0-9 1,2 1-112,-2 17 1,2 0 32,2-7 0,2-1-73,0-1 0,3-1-228,2-3 0,3-2 54,1-5 1,3-1-334,20 12 285,3-18 309,2-23 140,0-17 107,-2-16 144,-3-10 648,-7-4-530,-8 0-61,-9 0 264,-7 7-337,-6 8-95,-4 12-90,-3 10-50,-4 11-12,-2 10 190,-1 10-195,0 9-5,2 8-63,4 4 35,4-1-6,5-4-1,8-11 24,5-9 4,6-9 18,3-12 0,4-10 27,2-12 29,-1-8 39,-5 0 11,-5-1-45,-7 7 6,-6 6-16,-3 9-85,-2 6 0,-1 7 0,-2 8 0,-3 9 0,-1 9 0,2 7 0,2-1 0,6-4-18,8-9 12,12-8-16,12-11 11,12-12 11,9-14-337,-27 7 1,0-3 350,-1-4 0,-2-1-17,-2-3 0,-2-2-219,-3-2 0,-3-1 228,-4-1 0,-3-2-6,-2-1 0,-2 0 0,-3 0 0,-2 0 0,-1 2 0,-1 1 0,-6-20 0,-1 19 0,1 22 0,2 26 651,-1 19-651,0 20 0,5-18 0,1 2 0,1 6 0,1 1-189,3 5 0,2 1 189,2 4 0,2 1-637,3 3 1,1 1 322,1 1 1,2 1-340,0 0 1,1 0-656,0-4 0,-1-1-2476,0-6 1,-1-4 3783,-3-9 0,-2-5 0,3 4 0,-8-20 0</inkml:trace>
  <inkml:trace contextRef="#ctx0" brushRef="#br0" timeOffset="18743">12339 5058 24402,'-43'-24'1479,"8"4"-1356,37 18-95,6 1-67,21-2-23,-4 2-190,30-2-292,-5-1-225,-17 1 1,2 0-479,-1 0 1,0-1-4102,28-5 5348,-10 0 0,-25 4 0,-8 1 0</inkml:trace>
  <inkml:trace contextRef="#ctx0" brushRef="#br0" timeOffset="19117">12752 4945 13205,'4'-7'8996,"-1"1"-7316,-3 6 958,0 0-2235,-1-45-145,-11 34-62,-8-28-56,-12 51-50,-7 11-34,4 5-6,5 4-28,11 1-44,9-3 22,15-4 22,15-8-22,1-9 12,16-9 27,-9-11 22,6-11 107,-5-8 90,-6-5 33,-7-1-183,-7 0-108,-5 6 0,-3 5 0,-1 9 0,-3 9 0,0 8 0,-3 15 0,-1 11 0,-2 16 0,3 10-303,4-16 0,3 0-347,2-4 1,1-1-527,4 30-4633,11-12 4961,-5-23 0,-2-4 0,-5-12 0</inkml:trace>
  <inkml:trace contextRef="#ctx0" brushRef="#br0" timeOffset="19350">13055 4800 23741,'0'-52'813,"0"0"0,0-1 1,0 7-1,0 0 0,0 6-421,0 3 0,0 5-312,-1-6-80,1 15 0,0 25 0,2 23 0,2 8 0,1 6 0,-1 5 0,1 5-535,-1-5 0,0 5 0,0-1 535,-2 2 0,0 1 0,0-1 0,-1-7 0,-1-1 0,0 3 0,0 12 0,-2 4 0,1 0-337,1-14 1,-1 1 0,1 0 0,0 0-818,0 15 0,1 0 0,0 0-2123,1 2 0,1 0 0,1-7 1394,0-8 1,0-8-1,4 8 1,-6-38 0</inkml:trace>
  <inkml:trace contextRef="#ctx0" brushRef="#br0" timeOffset="20617">13358 5047 27874,'7'8'152,"-1"29"-147,-4-5 1,-1 3-1381,0 6 1,-1-3 1374,-1 9 836,-3-1-831,-2-22 536,-3-4-474,5-18-33,1-16-18,5-5 1503,9-29-1491,3 7-6,-4 11 0,2-1 18,8-18 16,0 7-23,-2 10-27,-6 13 5,-1 9-39,-2 11-11,3 10-84,2 7-124,0 7 40,-4-2-823,5 11-68,-4-11-135,2 8 382,-3-17 610,-1-5 269,-2-9 370,8-13 168,-3-2 150,9-9 41,-4 2-102,2 3-207,-4 5-173,-4 5-63,-5 7-16,-4 8-61,-1 4-57,-1 6-33,0 0-11,2-1-18,3-2-4,5-6 4,5-4-4,4-9 4,3-6 7,-5-3 33,0-10 33,-8-2 124,-1-19-17,-9 6-144,-4-4-52,-4 22 0,-6 3 0,4 13 0,-4 2 0,4 13 0,0 9 0,2 13 0,1 11 0,4 7 0,2 5-906,6 2-499,4 1-965,11-5-1427,14-11-4454,14-14 5019,-16-18 1,1-5 3231,2-4 0,0-4 0,-2-2 0,-1-3 5864,21-18 1502,-12-7-3334,-8-4-1753,-6-2-872,-6 6-550,-7 8-421,-11 11-206,-8 10-62,-9 10-56,-5 7 221,-4 8-299,-2 5-23,1 3 0,-1 0-16,2-3 38,1-9-9,4-10-24,4-13 0,4-10 0,6-9 0,3-2 0,8 5 0,3 7 0,7 8 0,3 8 0,5 10 0,3 11 0,3 9 0,0 4 0,2-2 0,-2-7 0,2-8 0,-6-9 0,14-16 0,-9-10 0,13-16 0,-10-11 0,-19 17 0,-3-2 0,-2-5 0,-2-2-366,-2-5 1,-3-2 365,-3-4 0,-3-1 0,-1-1 0,-3 1 0,-2 3 0,-2 2 0,1 8 0,-1 2 0,-8-14 0,7 21 0,6 16 0,4 14 0,4 18 0,4 19 0,5 21-42,-4-23 0,1 2 42,0 4 0,1 2 0,-1 1 0,1 1 0,0 1 0,2-1 0,-1 0 0,2 0-704,0-4 1,1-1-2459,-1-5 1,-1-3 3161,7 15 0,-9-24 0,-6-17 0</inkml:trace>
  <inkml:trace contextRef="#ctx0" brushRef="#br0" timeOffset="20777">14341 5001 24155,'-2'-2'3087,"0"0"-2802,2 2-162,64-48-1859,-19 30 1282,2-9 1,1 1 453,5 15 0,-25 5 0,-10 2 0</inkml:trace>
  <inkml:trace contextRef="#ctx0" brushRef="#br0" timeOffset="23776">6677 5058 22455,'-54'2'485,"-1"-1"0,1 1 0,3 0 1,0 0-1,12-2 159,4-7 62,31-1-594,50-7-87,0 8 0,4 0-402,-4 1 0,4 1 371,-3 0 1,5-1-1,2 1 1,-3 0-655,4 0 0,-2 0 0,4 0 514,1 0 1,5-1-1,0 1 1,-3 0-245,-9 1 1,-2 0 0,0 0 0,-1 0-1252,14 1 0,0-1 0,-4 1 1323,-8 0 0,-2 0 0,-5 1 0,2 0 1,-7 1-1,3-1 0</inkml:trace>
  <inkml:trace contextRef="#ctx0" brushRef="#br0" timeOffset="24184">6472 4908 18469,'27'-56'1870,"-1"0"1,-4 7 0,-4 7-947,-7 12-215,-7 12-468,-6 11-100,-5 9-63,-9 14 1,-12 19-43,8-9 1,-1 4-446,-4 6 1,-2 3 419,-2 3 0,0 2 0,1-1 1,1 1-10,4-6 1,3-1 58,-3 22-106,29-22-129,30-17-322,-2-17 0,5-6-3115,12-4 1,2-3 3610,1-2 0,-2-1 0,-14 3 0,-4 1 0,8-4 0</inkml:trace>
  <inkml:trace contextRef="#ctx0" brushRef="#br0" timeOffset="25093">3797 5562 24710,'-9'-51'627,"-1"-1"0,2 6 1,2 12-550,4 25-19,2 16-31,4 15-17,0 20 12,1 19-15,-3-24 0,-1 1-408,-2 4 1,-1 1 410,-1 1 1,-1-1-7,-1-2 1,-1-2-4,0-6 1,-1-2 266,-1 11-118,2-21 15,5-23-77,8-21 1,3-21-37,-1 13 0,2 0-3,1-5 1,0-1-12,2 0 0,0-1-129,0 3 0,1 1 115,0 4 0,-1 3-19,13-12 566,-5 18-578,-2 14-28,-1 16 1,1 13-12,2 17-33,2 13-166,-12-22 1,2 0 173,1 0 0,1 0-31,1-3 1,2-1-107,26 18-168,6-15 28,5-14 179,0-21 173,-8-14 90,-11-15 68,-13-8 72,-11-2 34,-7 2-6,-9 5-45,-2 11-95,-2 10-100,1 9 355,4 6-378,1 9 163,2 6-163,3 5-11,4 3 17,5-1 5,2-4 22,-2-5 63,-2-5 27,-4-10-6,-1-8-21,-1-11-35,2-8-38,1-3-29,0 0-50,0 7-207,-1 8-527,0 10-1770,3 9 2560,7 9 0,-8-4 0,3 4 0</inkml:trace>
  <inkml:trace contextRef="#ctx0" brushRef="#br0" timeOffset="25660">4925 5882 23030,'-3'0'3932,"0"0"-3378,3 0-28,-20-70-414,16 41-195,-5-18 1,2-2 227,14 6-38,3-14-71,-6 24 0,0 0-21,0-4 0,-1 0-325,-1-4 0,-1-1 310,0-2 0,-1 0 0,-1 2 0,-1 1-191,-1 0 0,0 4 191,-3-8 0,0 9 0,4 29 220,1 9-220,-2 33 0,0 20-72,1-22 0,0 2 72,-2 15 0,1 2 0,2-7 0,0 1 0,2 10 0,4 1 0,8 4 0,7-4 0,1-15 0,4-4 0,0-2 0,4-6 0,5-13 0,1-7 18,26-7-18,-22-8 0,0-6 0,0-5 0,-1-7 0,7-16 0,-5-5 0,-11 13 0,-4-3-444,7-19 1,-7-4 443,-13 12 0,-5 0 0,2-14 0,-4-5 0,-4 12 0,-4-2 0,-1 3 0,-2-13 0,-3 3 0,-1 3 0,-3 4 0,-1 19 0,-1 6 0,-7 2 0,-2 6 753,5 31-753,6 23 0,6 0 0,2 2-143,1-3 1,2 3 142,-1 17 0,2 4-279,2-6 1,0 2 278,1-9 0,1 3 0,1 1 0,4 7 0,3 3 0,2-3-337,0-7 1,2-2 0,1 0-66,-1-3 1,2 0 0,2-2 401,6-1 0,3-3 0,-4-6 0,4 6 0,-6-12 0,-1-1 0</inkml:trace>
  <inkml:trace contextRef="#ctx0" brushRef="#br0" timeOffset="26676">14946 5286 20638,'-51'9'1120,"1"0"0,3 0 1,10-2 906,25-2-1612,63-20-320,-16 6 0,4-2-931,12-3 0,3-2 868,-11 4 0,2 0 0,1 0-8,7 0 0,2-1 0,1 0-15,0 0 1,0 0-1,1 0-260,-10 2 1,2 0 0,-1 1 0,-4 0 267,19-5 0,-7 1-6,-16 4 0,-4-1 73,9-11-6,-41 3 46,-38-19-60,8 18 0,-6 2-429,-16-8 1,-1 1 431,10 8 0,0 2 84,-9-3 1,0 3 1401,-12-1-1273,-2 2-229,32 8-28,22 6-23,25 8 0,7 0 0,32 15 0,-12-5 0,2 2 606,2 1 1,0 3-607,-10-5 0,1 2 0,-3 0-6,4 9 0,-4 0-228,-10-5 1,-4 0 70,-4 9 1,-6 1-807,-14 25-3947,-11-14 1,-4-1 4353,-7 10 0,-10-6 1,27-41-1</inkml:trace>
  <inkml:trace contextRef="#ctx0" brushRef="#br0" timeOffset="27450">16531 5082 26962,'15'-53'548,"-1"0"1,-1 4 0,-2 15-499,-6 32-37,0 17-13,4 21 0,-1 23-472,-3-22 0,-1 2 472,-2 4 0,0 1 0,-1-9 0,0-1 0,-1 7 0,0 0 6,-1-7 1,-1 0-7,0 26 0,-1-12 0,1-32 0,2-16 0,3-15 700,4-13-700,6-16 0,7-11-172,-8 23 0,2 1 172,1-2 0,2 1 0,1 3 0,1 2-331,23-15 331,2 15 0,0 15-80,1 14-71,-5 13 39,-10 3-325,3 28-11,-15-8-168,7 19-106,-5-13-74,3-9 432,-4-13-336,11-10 1120,-9-19-364,12-9 129,-5-18 140,-1-9 474,0-9-289,-5-1 45,-4 5-12,-7 12-157,-4 13-229,-7 13-106,-7 14 5,-3 11-40,-6 12-16,5 9 6,3 2-6,10 1 6,9-3 16,8-7 0,7-9 40,2-9 44,-3-14 23,-2-12 28,-6-12-39,-4-11-46,-5-5-16,-4-2-39,-2 2-62,-2 9-251,0 12-404,1 11-728,4 19-1877,4 11 3305,8 17 0,-7-14 0,0 0 0</inkml:trace>
  <inkml:trace contextRef="#ctx0" brushRef="#br0" timeOffset="27950">17681 5424 15053,'4'2'8593,"-1"-1"-7109,57-19-431,-24-4-1117,7 2 0,-1-5 335,-19 0 1,-5-2-79,0-4 1,-2-1-40,-4-4 0,-1-2-31,-3-3 0,-2-2-53,-2-4 0,-2-1-678,0-4 1,-2 0 613,-2-3 0,-2 0-6,1 2 0,-1 0 131,-3 5 0,0 1-131,1 9 0,1 3 0,-5-14 0,3 26 0,0 26 405,-3 24-405,-4 25 0,5-14 0,0 4-9,0 9 0,1 4 9,3-14 0,0 2 0,2 0 0,0 4 0,1 1 0,0-1-371,2 2 0,1-1 0,1 0 371,2-1 0,2-2 0,2 0 0,7 16 0,7-4-379,6-7 1,6-5 378,4-8 0,4-8 0,2-6 0,3-8-226,-1-9 1,0-9 225,-2-7 0,-3-7 0,0-10 0,-5-6 0,-2-9 0,-4-5 0,-10 11 0,-3-3 0,0-1-141,-1-6 1,-2-1-1,0-2 141,-1-4 0,0-2 0,-2 0 0,1-3 0,-2 0 0,0 0 0,-2 2 0,-1 0 0,-1 2 0,-1 6 0,0 1 0,-3 2 428,-2-8 0,-4 6-428,-7-11 756,-8 36-756,-2 33 0,0 31 0,9-5 0,2 5-413,-1 13 1,2 5 412,2-12 0,0 2 0,1 3-177,0 6 1,0 3 0,1 1 176,1-11 0,1 1 0,0 1 0,2 1-460,1 3 1,1 1-1,1 1 1,2 1 459,0-8 0,2 3 0,1 0 0,0-3 0,-1-5 0,0 5 0,1-6 0,0-1 0,2-2 0,0 0 0,0-1 0</inkml:trace>
  <inkml:trace contextRef="#ctx0" brushRef="#br0" timeOffset="33909">8012 8866 14308,'-60'0'1362,"-1"0"0,0 0 0,12-1 1,3 1-1,4 0-900,3 0 0,8-1 559,6 0-573,22 1 78,53 5-403,-19-3 1,4 1-622,5-1 0,3 1 1,2 0 532,3-1 1,1 0-1,-1 0-28,-5-1 1,-1 0 0,3 0 3,16 0 0,3-1 0,0 0 4,-6-1 0,0 0 0,6-1-391,-16 0 0,5 1 1,2-1-1,1 0 1,0 0-1,-1 0 379,-3 0 1,0 0 0,0-1 0,1 1 0,0 0-1,3-1-254,1 1 1,1-1 0,2 0 0,1 0 0,0 0 0,0 0-1,-2 1 249,-1-1 1,-1 1-1,1-1 1,-1 1-1,-1 0 1,0-1-1,-1 1-213,1 0 1,-2 0 0,-1-1 0,1 1 0,1 0 0,1 0 214,2 0 0,0-1 0,2 1 0,1-1 0,0 1 0,0 0 0,0-1-73,2 1 1,0-1 0,0 0 0,1 1-1,-1-1 1,1 1 0,0-1 74,-7 1 0,-1-1 0,1 1 0,0 0 0,0 0 1,0-1-1,1 1 0,1 0-6,-4-1 0,2 1 0,1 0 0,0 0 1,0-1-1,-1 1 0,-1 0 0,-1 0 1,-2 0 4,13 0 0,-2 0 0,-2 0 0,0 0 0,-2 0 0,0 1-1,-3-1 0,-1 1 0,-1 0 0,0 0 0,-1 0 0,-1 0 2,4 0 0,0 0 0,-2 0 1,-1 1-1,-1-1 0,3 1 1,-1 0 0,-3-1 0,-2 1 261,2 0 1,-3 0 0,-5 0-237,0 0 0,-9-1 1424,-16-2-1424,-31 2 79,-46-2-102,14 2 40,-14 2 2105,27 0-2022,13 2 3073,9-2-2993,5 0 773,2 0-919,-2 4 16,-2 5-27,-2 11-29,-1 12 28,1 14-22,4 16-483,3-24 0,2 4 477,2 8 1,3 2-737,1 8 1,3 2 716,-1-15 1,1 0 0,0 1-1,2 2 1,-1 0 0,1 1-1,1 1 1,-1 0 0,0 0-10,-1 0 1,0 0-1,-1-1-4,-1-2 1,-1 1 0,-2-1 7,0-3 0,-2 0 1,-1-1-194,-4 18 0,-4-2 198,-4-6 0,-3-3-3,-6-7 0,-3-2 0,-3-6 0,-2-3 2,-2-6 1,-2-3-6,0-4 1,-2-3-12,-1-4 0,0-2 2,-20 1-19,9-10 1,0-3 30,10-4 0,0-1 5,-17-2 1,-3-1-397,7-2 1,0-1 373,-5 0 0,-1-1 3,-5 0 0,1 0 8,9 3 1,-1 0-8,-5 0 0,-4-1 0,2 2 1,11 1 1,3 1 0,-4-1-247,-3 1 0,-3-1 1,-1 0-1,0 1 239,5 0 1,1 1 0,0-1 0,-2 1 8,-3 0 0,0 0 1,-2 0-1,1 0 3,-5 1 0,1-1 0,-2 0 0,0 1-10,-2-1 0,-1 1 1,-1 0-1,-1 0-218,12 1 0,-1 0 1,-1-1-1,1 1 0,-1 1 235,-1-1 0,1 0 0,-1 1 0,-1 0 0,1 0-271,-1 0 1,0 0-1,0 0 1,-1 0-1,1 1 269,0 0 1,-1-1 0,1 1 0,0 0 0,-1 0-3,1 1 1,0-1 0,1 0 0,-1 1 0,0 0 0,1 0 1,0 0 0,0 0 0,0 0-1,1 0 3,0 1 0,0-1 0,0 1 0,0 0 0,1 0 2,0 0 0,0 0 1,0 0-1,1 0 1,0 1-147,0-1 1,1 0 0,0 1 0,1-1 0,-1 1 134,-11 0 1,0 0-1,0 0 1,0 0-41,2 0 1,0 0-1,1 1 1,0-1 50,2 0 1,0 0 0,1 0 0,0-1 75,3 1 1,0-1 0,0 1-1,1-1-78,-12 1 0,1-1 0,1 0 240,5-1 1,1 1 0,2-1-241,5 0 0,1-1 0,2 1 5,-15-1 1,4 0 618,9 0 0,4 0-607,10 0 0,3 0 1799,-7 0-1844,19-1 1941,20-2-1896,13-4 1436,16-4-1431,9-7 1,5-8 38,-2-8 1,-6-8-6,-9-10-42,-18 21 0,-1-3 50,-3-6 1,-2-2-46,-1-8 1,-2-3-625,-2-6 1,0-3 609,0 16 1,1-1 0,-1-1 3,0-3 0,0-1 1,1-1 1,0-3 0,0 0 0,0 0-486,1-1 0,0 0 1,0 1 488,0 2 1,0 1 0,0 2-2,0 6 0,1 2 1,-1 1-118,0-8 0,1 4 87,-2-16 185,-3 28-476,-2 19 239,-4 21-3611,2 18 3680,2 8 0,3-7 0,3-7 0</inkml:trace>
  <inkml:trace contextRef="#ctx0" brushRef="#br0" timeOffset="35192">15273 9431 17961,'7'-53'737,"0"0"1,1-1 0,-1 1-1,0 4 1,0 0 0,0 2 0,-1 2-388,2-1 1,-1 1 0,-1 4 355,2-8 1,-1 6-209,1-11-147,-5 32-228,-3 31 34,-3 25-104,0-4 1,1 3-268,0 11 0,-1 2 219,1 10 1,1 3-428,-1-14 0,1 1 0,0 1 424,-1 4 0,0 1 0,-1 0-564,-1 4 1,0 0 0,-1 0 540,-1-1 1,0 1-1,0-2-2,0-3 1,0-1 0,1-2-239,-2 13 0,2-5 227,1-15 1,2-5 344,1 0-373,1-45 17,3-35 36,0 7 1,0-3 107,2-10 0,2-2-113,1-9 0,1-2 85,-3 16 0,1 0 0,-1-1-62,-1-2 0,0 0 1,-1 0-9,-1 1 1,0-1 0,-2 1-138,-3 3 0,-1 1 0,-2 1 141,-5-16 1,-3 2-286,-3 6 1,-3 2 290,-1 5 0,-1 3 337,1 4 0,1 2-331,3 6 0,3 1 1366,-4-12-1377,23 17 1164,21 13-1193,30 12 9,-15 3 0,3 1-248,10 3 0,3 1 258,-14-2 1,2 0-1,1 1-13,5 0 0,1 1 1,2-1-9,5 0 1,2-1 0,2 1-594,-11-3 0,2 0 0,1-1 0,1 0 615,-7-1 1,1-1 0,1 0 0,0 0-1,1-1-402,5-1 0,1 1 0,0-2 0,1 1 0,0-1 402,-6-1 0,0 1 0,1-1 0,-1 0 1,2 0-1,-1 0-228,3 0 1,0-1 0,1 0 0,0 0 0,0 0 0,0 0 230,1-1 0,1 1 0,0-1 0,0 1 0,0-1 0,0 1-102,1-1 0,0 1 1,1-1-1,-1 1 0,0-1 1,0 1 98,-1-1 0,0 1 0,0-1 0,0 1 1,0-1-1,0 0-5,-2 1 1,0 0-1,0-1 1,0 1-1,-1-1 1,0 1 5,-2 0 0,0-1 0,-1 1 0,0 0 1,0 0-1,-1-1 3,8 1 0,-1-1 0,0 1 0,-1-1 0,0 1 2,-4-1 1,0 1-1,-1 0 1,0 0-1,-1 0 61,8-1 0,0 0 0,-2 0 0,0 1-55,-6-1 1,0 1 0,-1 0 0,-2 0 183,10-1 0,-1 0 0,-3 1-190,-7 1 1,-2 0 0,-2 0 597,11 0 1,-4 2-588,-11 2 0,-3 2 3,22 11-23,-27-1 2024,-1 11-1984,-15-3 2039,6 8-2045,0 5-28,1 5-5,4 4 21,1 4 1160,2 4-1173,-17-23 0,-1 1-3,-1 2 0,-2 1-6,-1 4 1,-2 1 16,-2 3 0,-2 1 0,-1 4 1,-1 1-26,0 4 0,-2 2 5,1 5 1,-1 0-500,0 4 0,0 1 498,0-20 1,0 0 0,0 0 1,0 0 1,0 0 0,-1-1-434,-1 19 0,-2-2 407,-3-3 0,-3-2 3,-6-6 1,-5-3 13,-6-5 0,-6-5 22,-7-5 1,-6-5-17,-7-5 0,-5-5-2,15-6 0,-3-3 0,0-2-547,-7-2 0,-1-2 0,-2-1 551,9 0 1,-1-2 0,-1 0-1,-2-1-296,-3-1 1,-2-1 0,-1 0 0,-4 0 306,8 0 0,-4 0 0,-1 0 0,0-1 0,1 1 0,3 0-235,-8 0 0,3-1 1,-1 1-1,-4 0 237,13 1 1,-4-1 0,-1 1 0,-2-1 0,1 1 0,1 0-1,3 0-179,-7 1 0,3 0 1,1 0-1,-1 0 0,-3 1 183,8-1 0,-2 1 0,-1 0 0,-1-1 0,-1 1 0,0 0 0,1 1-64,-1-1 0,0 1 0,0 0 0,0 0 0,-1 0 0,-1 0 1,-2 1 49,6-1 0,-2 1 1,-1 1-1,-1-1 1,0 0-1,0 1 0,2-1 1,1 1-1,3 0-40,-9 0 0,4-1 1,2 2-1,0-1 0,-2 0 1,-3 1 47,3-1 0,-3 1 0,-2 0 0,-1 0 0,0 0 0,2 0 1,2 1-1,4-1 0,-9 1 0,3 1 0,3-1 1,0 1-1,-4 0 4,2-1 1,-1 1-1,-2 0 1,0-1-1,1 1 1,1 0-15,3-1 1,2 1-1,-1 0 1,2-1 0,0 1-1,1-1-26,-5 1 1,1-1-1,1 0 1,1 0-1,2 0 55,-4 0 1,0 0-1,4 0 1,2-1-448,-1-1 0,3 0 1,6-2-1428,3-1 0,12-5 1853,19-7 0,21 2 0,8 4 0</inkml:trace>
  <inkml:trace contextRef="#ctx0" brushRef="#br0" timeOffset="36292">23417 9239 20117,'13'-50'1071,"1"0"0,0 0 0,-2 2 0,-1 0 0,-2 6-707,-2 8 0,-2 4-50,-1-16-281,-6 35 29,-3 23 16,-2 21-19,3 6 0,0 5-31,1 3 0,0 2-456,3-5 0,1 1 1,1 0 418,2 19 1,2-2 5,0-10 0,1 0 6,3 8 0,1 0-483,-1-6 1,1-1 462,-1-3 0,0-2 22,-1-2 1,-2-5 22,-1-5 28,-8-20-56,-6-28-16,-15-35-4,10 17 0,-1-5-463,-5-14 0,0-5 483,-1-2 0,1-1 0,2 9 0,1-2-4,2 7 1,1-2-1,0 2-5,-2-10 1,1-1 26,4 5 1,0-3 0,2 2-11,-1-9 1,5 2-23,6-2 0,5 5 8,12-5 0,2 29 1,7 4-15,11 6 1,5 4 8,3 1 0,3 3 7,-8 5 0,2 1 0,0 3 12,18 5 1,1 3-9,-17-1 0,1 1 0,0 1 5,5 1 1,1 0 0,2 1-8,4 0 0,2 0 0,0 1-304,-11-3 1,1 0-1,1 0 1,1 0 300,2-1 1,2 1 0,0-1 0,1-1 8,3 1 0,0-1 0,1 1 1,0-2-302,-10 0 0,0 0 1,1 0-1,-1-1 0,-2 0 297,2 0 0,-2 1 0,0-1 0,4-1-3,5 1 1,3-1 0,2 0 0,-1 0 0,-5-1-312,-5 1 0,-4-1 1,0 1-1,3-1 304,2-1 0,3 1 0,2 0 0,-3-1 0,-3 0-51,12-1 1,-4 0 0,-3-1 58,-7-1 0,-2 0 0,-4-1-7,3-2 1,-2-1 463,2-6 1,-4-1-411,3-8 953,-16 8 0,-2 0-953,1-3 2201,-11 8-2234,-10 5 1552,-5 11-1558,-3 6 486,1 12-503,1 9 28,5 8 16,4 9-16,2-6 11,1-1 0,2 1-533,-3-7 1,2 1 504,0 0 0,1 3 0,0 0-412,0-3 0,0 1 1,1 0 403,1 4 1,0 1 0,0 0 1,0 2 0,1 0 1,-2 1-7,0 0 1,0 0 0,-2 0 11,-3-1 0,-2 0 0,-1 0-2,-3-2 0,-3-1 1,-2 0-11,-8 18 1,-7-2 0,-7-4 0,-8-4-1,-9-3 1,-6-6 5,8-9 1,-5-3 3,-7-6 0,-6-2 1,0-4-1,11-6 0,1-3 0,-3 0-449,-3 0 1,-4 0 0,-1-1 0,1-2 455,2-3 1,0-1 0,1-2-1,1 0-5,-6 0 0,0-2 0,-4-1 9,3 0 0,-5-2 0,-2-1 0,0 0 0,3 0-512,-2 0 0,3-1 1,-1 1-1,-4-1 504,6 1 0,-4-1 0,-2 0 0,-1 0 0,1 0 0,1 0-178,6 1 1,1 1-1,1-1 1,-1 0-1,1 1 1,-1-1 167,-1 1 1,-1 0-1,1-1 1,-1 1 0,1 0-1,0 0-108,-1 0 0,1 0 1,0 1-1,0-1 1,1 0-1,-1 1 42,-8-2 0,0 1 0,1 0 0,0 0 0,1 0-160,4 0 1,0 0 0,1 1 0,1-1 0,1 0-1088,-6 0 0,1 0 0,2-1 1,3 1 1273,-3-1 1,3 0 0,5 0 0,2 1 0,8 0 0,3-1 0</inkml:trace>
  <inkml:trace contextRef="#ctx0" brushRef="#br0" timeOffset="37884">7436 9818 20895,'5'-59'1593,"0"0"0,-1-1 0,-1 7-714,-4 8-420,-3 7-302,-2 26-90,0 27 11,3 21-10,1 23-467,2-21 0,1 1 399,0 5 0,1 2-3,1 14 0,-1 1-14,0-8 1,-1-2-1,1 0 0,-1-2-3,-1-9 1,0-4-26,0 7 17,-4-6 79,-5-27-46,1-15 12,-3-27 28,7-12-43,2 11 1,1-2-72,3-7 0,2-1 91,1-5 1,2-3-5,1 6 1,2-2 0,1 0-27,-2 4 1,1 1-1,1 0 8,-1 1 0,0-1 0,1 1 11,5-15 1,1 3-12,-3 16 0,1 2-6,3-4 1,4 4-13,3 10 0,2 7 35,19 6-6,-2 17-33,-7 27 10,-13 10-4,-2 17-10,-17-19 1,-6 1-727,-7-6 1,-3-1 751,-1-1 0,-4-3-6,-10-4 1,-5-5-382,-25 7 353,21-12 1,-3-3-166,-3-2 0,1-3-921,-19 1-336,11-9 1456,27-18 0,14 10 0,5-8 0</inkml:trace>
  <inkml:trace contextRef="#ctx0" brushRef="#br0" timeOffset="38217">8772 9554 22711,'6'-50'1109,"1"0"0,0-7 0,1 0-647,0 5 0,0 1-881,0 2 0,1 0 575,1-1 1,0 5 90,3-1 323,-6 23-526,-3 18 271,-3 24-192,0 23-90,-2 8 1,-2 7-848,-1 2 1,-3 5 803,1-7 1,-1 3 0,0-3-25,0-13 0,1-2 1,-2 1-191,-2 12 0,0 3 0,1 1-1733,1 2 0,2 2 1,0-2 1674,0-6 0,0-1 0,1-1 0,1-5 0,1-1 0,1-7 0,2 7 0</inkml:trace>
  <inkml:trace contextRef="#ctx0" brushRef="#br0" timeOffset="38667">9757 9814 25124,'-7'-62'741,"1"1"0,-1 5 1,-6 12-518,-18 20-95,-13 18-84,5 10-6,9 8 0,-1 5 3,-3 9 0,1 3-636,1 1 0,2 2 610,-3 5 1,6 2-11,13-8 0,5-2-6,1 15 377,27 3-394,8-26 17,22 1-22,4-28 33,6-19 0,-11-5 22,-12-4 1,-2-3-311,-12 7 1,-2-2 318,8-17 0,-2-2 3,-11 3 0,-4-2 14,-2-2 0,-2-2 8,-2 2 0,0 0 12,-1 6 0,-1 3-79,1-15 0,-2 18 0,-2 32 574,-3 15-574,-4 31 0,2-6 0,-2 5 0,0 9 0,0 4-668,0 8 0,0 2 668,3-16 0,1 1 0,0 0 0,0 2 0,1 1 0,2 0-314,1 1 0,1 0 0,2-2-358,0 10 0,4-2 672,4-9 0,5 0 0,-3-7 0,4 6 0,-2-16 0,0 0 0</inkml:trace>
  <inkml:trace contextRef="#ctx0" brushRef="#br0" timeOffset="39000">11129 9076 17288,'-3'-3'6783,"1"2"-3881,2 1-2639,23-39 23,-17 31 5,15-22-39,-31 50-79,-11 16-77,-10 18-66,13-18 1,1 4-593,0 6 1,2 3 564,2 8 0,3 3-426,4-18 0,2 1 0,0 0 404,1 1 1,1 2-1,1-2-60,0 1 1,2-1 0,1 0-422,1-1 0,2 0 0,1-2-320,5 18 0,2-1-2183,3-5 1,2-4 3002,-1-9 0,-2-5 0,6 8 0,-9-24 0</inkml:trace>
  <inkml:trace contextRef="#ctx0" brushRef="#br0" timeOffset="39376">11692 9438 23920,'1'-7'3366,"0"2"-3013,-1 5 302,0 0-559,30 98-1572,-17-38 1485,-1-16 1,1 6-1,-3-5 8,-6-8 0,-2-3 363,1 25-352,-3-15 6,0-18 5,0-16 7,0-19-46,1-16 0,5-18 0,3-15 0,-1 25 0,2-1 0,1-1 0,1 2 477,2 1 0,1 2-477,16-19 0,1 16 1,-1 15-1,3 14 0,4 16 0,7 13-293,-18-7 1,0 2-154,4 5 0,0 0-915,3 3 0,1 2 1361,5 6 0,-1-2 0,4 4 0,-4-2 0</inkml:trace>
  <inkml:trace contextRef="#ctx0" brushRef="#br0" timeOffset="40134">15973 9582 22377,'-5'-51'957,"0"1"1,0-1 0,-1-14 0,1 10-549,-1 19 221,2 23-569,3 24 204,2 21-215,2 28-36,-1-20 0,-1 3-381,1 4 0,-1 2 333,-1 2 0,0 0-33,0-2 0,0 0-40,0-4 1,0-2 25,1-5 1,-1-4-88,0 20 128,0-24 52,-3-20-1,0-22 0,0-21 0,1-19-8,2 19 0,0-2 21,0-6 1,1-2-11,2-5 0,-1-2 5,2-6 1,0-2 13,1-2 1,1-2-567,1 0 0,0 0 561,0 5 0,3 2 3,0 8 0,3 3-172,1 9 0,2 4 146,25-9 1,10 21-6,10 19 0,-28 7 0,0 3-12,-1 5 1,-1 4 8,-3 3 1,-4 3-1,-5 1 0,-6 3-122,-4 28 86,-33-2 19,0-27 0,-6-4-61,-9-1 0,-5-2 39,-3-2 0,-3-3-345,-10-2 1,2-3 58,19-4 1,2-2-1788,-5-1 0,5-4 2115,14-6 0,6 1 0,12-1 0</inkml:trace>
  <inkml:trace contextRef="#ctx0" brushRef="#br0" timeOffset="40517">17324 9487 19301,'5'-54'753,"0"1"1,-1-1 0,1 0 0,0 1 0,1-1 0,-1 3 0,0 5-438,0-6 1,0 5 310,0 6 0,0 5-330,5 1 226,-5 27-439,2 20-31,-2 16 1,-1 9-43,-1 6 0,-1 5-519,0-3 0,-1 4 0,0-1 497,-2 7 0,-2 1-55,-1-7 1,0 2 0,-2 1-1217,1 1 1,0 0 0,0-1 833,0-8 0,1-2 0,1 3 448,1 14 0,3 3 0,1-13 0,0-4 0,9 15 0</inkml:trace>
  <inkml:trace contextRef="#ctx0" brushRef="#br0" timeOffset="40976">18373 9405 24805,'-26'-56'851,"-1"0"1,0 6-1,-3 10-588,-24 21-134,-6 16-572,10 10 468,20 4 1,1 5-15,-3 10 0,2 2-6,5-7 1,1 3 2,-13 21 1,6 3 8,10 10-20,7-23 0,4-1 15,13 22-24,29-15-49,13-7 52,-11-20 1,3-6 5,-2-9 0,-1-5 163,20-6-146,-24-4 0,-1-5 33,-4-7 1,-1-5-335,-1-2 1,-2-2 325,0-11 0,-4-1-8,-6 2 0,-3 1-12,-3 9 1,0 0 11,0-20 0,-1 4 8,1-1 70,-1 6 0,1 4-36,0 17 184,0 2-218,-3 40-28,-1 5-11,-3 16 0,-2 6-25,-1-6 0,-1 2-187,-3 21 0,0 2 153,1-4 0,0-1-123,2 1 0,2 1-291,2 0 0,4-2-749,5-1 1,3-3-3695,4-5 1,2-4 3886,-3-12 1,1-4-1,8 6 1,-15-25 0</inkml:trace>
  <inkml:trace contextRef="#ctx0" brushRef="#br0" timeOffset="41234">18998 9219 22105,'0'-46'1126,"1"1"0,0-1 0,0-14 0,0 3-768,1 17 1,0 4 133,3-13-200,-1 23-203,-1 18-38,1 20 33,-1 22-28,-1 27-51,-1 0-567,-2-21 1,-2 6 0,0-2 549,-3 10 1,0 3-27,-1-3 1,-1 5 0,0-1-81,1-6 1,-1-1-1,2-1-127,0 2 1,0 0 0,2-2-39,0 8 0,3-1-697,6-7 0,4 2 0,2-5-1390,5-3 1,2-2 2369,6 13 0,0-6 0,5-7 0,-13-24 0</inkml:trace>
  <inkml:trace contextRef="#ctx0" brushRef="#br0" timeOffset="41609">19469 9831 21573,'12'-42'1240,"-1"1"1,0-1 0,4-14 0,-1 2-891,-4 15 0,-1 3 143,6-19-196,-4 21-163,-4 17-84,-1 14 1,2 17-6,0 18-6,1 20-17,-6-20 1,0 2-545,-2 3 1,-1-1 527,-3 23-218,-2-17 0,-1 0 218,-5 9-9,4-17 0,0-2 31,-3 1 39,6-18-39,1-14 1002,9-17-1002,4-14 5,9-13-9,4-6 134,4-4-158,2 3-84,2 6 84,2 10 0,1 14 0,0 11 0,1 17 0,4 9-23,-2 15-498,2 12-508,-21-18 1,0 2 1028,2 6 0,-2-2 0,3 5 0,-3-2 0</inkml:trace>
  <inkml:trace contextRef="#ctx0" brushRef="#br0" timeOffset="42060">23572 9266 9604,'0'0'0</inkml:trace>
  <inkml:trace contextRef="#ctx0" brushRef="#br0" timeOffset="42610">23881 9368 28110,'20'54'30,"-11"-23"1,-2 4-48,-4 14 1,-2 3-1050,1 2 1,0 0 987,1 0 0,1 0-9,0 0 0,1-2-8,0-5 0,-1-2 318,0-6 1,-1-4-347,-1 14 423,-5-24-294,-1-29-12,0-24 17,4-25 9,2 18 0,1-3 82,1-7 0,0-1-77,1-6 1,1 0-604,-1-5 0,1-1 600,-2-2 1,0-1 8,-1 1 0,0 0-263,0 2 1,0 1 275,1 5 1,1 3-23,2 6 1,3 4-18,2 6 1,4 5-94,28-10 93,14 20 6,-26 18 1,1 5-7,-1 5 1,-1 4-18,-3 6 1,-2 4 3,-5 3 0,-4 2-9,-4 3 0,-5 0 8,-5 1 1,-5 0 11,-7 0 0,-6-2-15,-8-1 1,-4-3-9,-8-1 1,-3-2-39,-6-3 1,-1-2-47,-2-2 1,0-3-270,1-4 1,0-2-3552,1-3 0,4-3 3924,-13-5 0,17-1 0,30-2 0</inkml:trace>
  <inkml:trace contextRef="#ctx0" brushRef="#br0" timeOffset="43043">24867 9575 22346,'9'-62'586,"0"1"1,-1 0-1,1-1 1,-2 7-1,1 0 1,-2 3 0,-1 8-237,-2 5 1,-2 6 47,-1-24-39,-1 34-269,0 10 0,-1 48-29,1 27-347,1-23 0,-1 3 294,1 19 1,-1 2-754,-1-3 0,0 2 726,-1-10 0,1 2 1,-1 2-136,-1-6 0,1 2 0,-1 1 0,1-3-212,-1 8 0,1-2 0,1 2-456,1 5 1,0 2-1,3-6-480,1-2 0,3-5 781,3 0 0,0-7 0,1-12 1,-1-2-1</inkml:trace>
  <inkml:trace contextRef="#ctx0" brushRef="#br0" timeOffset="43500">25764 9763 23987,'-4'-42'718,"-1"0"1,1 0-1,-5-15 1,-4 9-557,-13 15 57,-15 11-91,4 19-66,-13 13-54,17 8 1,2 5 2,2 1 0,2 2-555,-4 9 1,2 1 560,-5 12-17,19-19 0,3 1 232,6 25-249,12-1-11,17-2-34,15-26 51,-3-12 5,11-16 46,3-28 44,-2-9-322,-20 7 0,-2-2 296,-8-1 1,-2-1 378,-3 6 1,-2-2-326,2-24 0,-2-3-42,-4 15 0,0-1-142,1-18 1,-1 0 177,-3 17 1,-1 5-610,0-21 503,-2 29 584,-1 17-584,0 17 0,-3 26 0,1 16 0,0-6 0,0 4-388,0 7 1,1 1 387,0-7 0,-1 1 0,1 13 0,-1 4-85,-1 2 1,0 1-202,3-20 1,-1 0-1,1 1-332,-1 5 0,0 1 1,1-3-2374,4 9 0,2-5 2504,-1-8 1,1-5-1,4 8 1,-3-24-1</inkml:trace>
  <inkml:trace contextRef="#ctx0" brushRef="#br0" timeOffset="43959">26152 9524 20867,'0'-14'2616,"0"-38"0,1-10-1647,2 3-1238,-2 16 1,0-7 0,1 8 654,5-12 358,1 19-609,-2 17 150,1 15-212,2 22-23,2 25-44,-5-7 0,-1 4-657,0 11 0,-2 4 639,-2-13 1,-2 0 0,-1 2-45,-2 2 0,0 1 0,-1 0-144,-2 1 0,-1 1 1,0-1-208,0 0 0,0-1 0,0 0-379,1-2 0,0-1 0,1-1-2505,0 17 1,1-3 3290,2-12 0,1-5 0,1 8 0,1-26 0</inkml:trace>
  <inkml:trace contextRef="#ctx0" brushRef="#br0" timeOffset="44334">26556 9692 27774,'18'10'162,"-5"16"-148,-10 6 0,-4 5-265,1-1 1,-1-1 295,-1 28 79,-2-10-91,0-17 188,-2-14-98,3-16-39,3-17-56,7-14 17,5-13 44,8-11-16,5-5-4,4 0-69,1 9 0,0 12 29,-2 17-29,-6 11 0,12 25 0,-5 10-155,-7-4 1,1 4-719,-3 2 1,-2 2-1744,-2 6 1,-1 1 2615,-5-3 0,-2-2 0,0 12 0,-7-20 0</inkml:trace>
  <inkml:trace contextRef="#ctx0" brushRef="#br0" timeOffset="45300">27344 9844 21220,'-10'-4'3809,"2"0"-3086,8 4 72,0 0-649,65-65-107,-31 52 0,4 2-660,5-12 1,6-6 0,-1 7 623,-4 13 1,1 6 0,0 0 0,0-2 0,1-1 0,0 1-12,-2 0 1,0 0-1,-1-1 16,17-2 1,-3-1-24,-8-1 0,-4-1 12,-11-1 0,-5-3 31,4-19 0,-33-8 0,-21-2 39,-19-3 11,18 24 1,-2 1 190,-20-19 28,10 9 1282,13 10-1472,12 9 479,11 6-553,9 7-16,10 11-6,8 10 6,2 16-28,1 12 11,-17-19 0,-1 1-25,-1 3 0,-2 1-343,0 3 0,-2 0 49,-2 1 0,-2 0-532,-2 0 0,-1-1-1712,-5-1 0,-1-1 2563,-6 21 0,0-23 0,4-17 0</inkml:trace>
  <inkml:trace contextRef="#ctx0" brushRef="#br0" timeOffset="45726">28792 9446 27090,'16'25'185,"-8"10"-174,-12-4 1,-4 4-279,0-3 1,-1 0 255,-7 29 90,3-9-62,5-11 106,2-14-134,3-14 39,5-16-6,9-15 261,8-14-261,9-10 17,4-6-25,-11 17 0,0 0 42,17-19-23,-17 23 1,1 3 48,6-3-49,5 8 23,-6 12-22,5 6-45,-2 12-51,-1 19 12,-11-3-180,4 17-307,-6-11-712,6 6-3888,13 3-4694,-5-14 8146,-2-5 0,-13-16 0,-12-6 0</inkml:trace>
  <inkml:trace contextRef="#ctx0" brushRef="#br0" timeOffset="46033">29460 9665 24671,'25'-45'718,"1"0"1,-3 2 0,-7 14-668,-14 27-35,-3 4 7,-2 11 10,-3 6 1,-4 19-34,2-2-11,0 8 0,6-17-23,5 3 6,3-13 34,7 1 33,9-13 0,1-12-5,-1-4 50,-1-15 84,-7-1 106,0-24-156,-6 3-871,-2-9 786,-3 22-16,0 3-112,0 17-375,2 2-2521,7 17 2991,3 16 0,-2-6 0,-3 3 0</inkml:trace>
  <inkml:trace contextRef="#ctx0" brushRef="#br0" timeOffset="46617">29861 9834 22531,'6'2'3641,"-1"0"-2342,-5-2-1080,62-63-12,-24 20-599,3-2 0,1-2 431,-20 17 1,-2 0-10,-2-2 1,-2-1-9,1-4 1,-1-1-15,-3 7 1,-2-2 7,5-19 1,-3-2-9,-6 15 1,0 1-9,2-16 0,-2 0 22,-3 17 1,-2 3 291,-2-17-286,-1 25 22,-2 14-28,-7 20-5,-7 16 0,-14 25 0,11-13 0,0 2 206,3-5 0,0 3-216,1 5 1,-1 6-1,4-2-554,2 4 0,3 2 543,0-5 1,1 4-1,4-3 1,7 8 0,6-4-3,6-3 1,3-5-3,-1-10-1,4-3-27,18 3 0,4-6-89,-12-15 1,0-5 104,16 1 1,0-7 5,-10-10 0,-2-7-282,0-7 1,-2-6 289,-1-5 1,-3-4 16,0-7 0,-3-5-394,-10 13 0,-1-3 1,-1-1 400,-1-5 1,-2 0 0,0-2-3,-2-2 1,0-1 0,-2 1-100,-1-1 1,-2 1 0,-1 0 95,0 4 0,-2 1 1,-1 1-291,-1-12 0,-2 4 277,0 13 0,-2 4 417,-4-5-417,-2 29 1316,-8 32-1316,-11 28 0,9-9 0,0 6-98,3-8 0,1 2 0,0 2 98,-2 9 0,1 2 0,1 1-313,3-8 1,0 1 0,1 0 0,0 2 169,0 3 0,1 1 1,1 0-1,0 1-247,0 2 1,1 1 0,0-1 0,1 1-2069,0-1 0,1 0 1,0 0-1,1-4 1801,0 2 1,1-3 0,0-4 0,-1 9 0,2-12 0,1-18 0</inkml:trace>
  <inkml:trace contextRef="#ctx0" brushRef="#br0" timeOffset="47293">5746 9984 22083,'-46'-8'1742,"0"0"0,-3-7-1518,71 4 0,17 1-157,-6 1 1,5 2-698,2-1 0,5 0 0,2 1 656,11-1 0,4 1 0,-3 0-305,-9 0 0,-2 1 0,4 0 204,7 0 1,6 0 0,0 0 0,-8 2-774,7 1 0,-5 0 355,-11 1 0,1-1 1,-3 2 492,7 3 0,-9 2 0,-13-3 0,6 5 0</inkml:trace>
  <inkml:trace contextRef="#ctx0" brushRef="#br0" timeOffset="47893">5787 9669 27382,'-56'3'82,"1"0"0,3 3 0,5 9-60,17 15 1,6 6-512,1-1 0,3 0 497,4 1 1,5-1-15,4-1 0,5-1 57,15 25-130,7-17-254,8-16 0,5-5-1208,23 2-2662,-13-8 1,1-3 4202,-10-6 0,-3-2 0,11-2 0,-20-1 0</inkml:trace>
  <inkml:trace contextRef="#ctx0" brushRef="#br0" timeOffset="48759">2568 10386 22285,'-9'-35'1694,"1"-1"1,-3-9-1365,2 6 0,1 2-5,2 10-218,3 15-35,3 17-10,4 13 0,0 18-29,2 21-14,-4-22 1,-1 2-274,0 4 1,-1 0 250,-1 0 0,-1-1 8,0-2 1,0-2-11,-4 21-1,1-19 68,2-19-29,5-21-22,6-22 62,7-18 28,6-16-34,-11 24 0,0-1 9,-1-2 1,0-1-46,-2-1 0,0 1-6,0 2 0,1 2-41,7-21 32,2 21-44,2 20-145,6 21-79,5 17-157,10 17-267,-15-17 1,2 2 123,3 1 0,2 0-207,4 0 1,0-2-267,2-1 0,0-3-177,0-2 1,-2-4 157,-2-4 0,-2-3-323,19-2 2096,-18-15 1645,-15-13 394,-11-13-752,-5-9-689,-3-5-375,0-1-189,1 5 425,-1 11-975,1 13-95,0 14-113,2 15 1,3 12 22,2 12-28,2 6-11,0 1-34,3-3 17,4-8 11,1-9-39,5-9-17,2-14-78,5-12-51,4-11-94,0-10-270,-5-2-359,-8 0-878,-10 5-1944,-9 8 3747,-6 9 0,2 9 0,-2 5 0</inkml:trace>
  <inkml:trace contextRef="#ctx0" brushRef="#br0" timeOffset="49410">3672 10391 16224,'-5'9'6403,"1"-2"-4847,4-7 1015,0 0-2313,13 22-6,0-14-34,18 15-38,-1-20-40,10-12-40,4-9 12,3-12-364,-1-9 352,-6-7-4,-8-8-49,-20 24 1,-2-2 2,-2-3 1,-3-1-29,-1-4 0,-2-1-2,0-1 0,-2-2-291,-2 0 0,0 0 274,-1 2 0,-1 0 16,-1 5 1,-1 1-13,-5-22-7,2 19 0,2 18 0,2 15 327,-3 17-327,-4 19 0,-5 22 0,7-17 0,1 4-247,0 8 0,1 2 247,1 6 0,2 1 0,1 1 0,2 1 0,4-4 0,3-1 0,3-5 0,6-4-254,5-6 1,6-4 253,5-6 0,5-5 0,4-6 0,4-7-18,1-6 1,1-7-332,0-6 0,-1-6 346,-2-6 0,-2-5 3,-3-5 0,-3-3 5,-4-4 1,-5-4 11,-2-2 0,-6-3-522,-4-5 1,-5-3 504,-2-4 0,-3-2 0,-3 16 0,-2 0 0,0-1 0,0 0 0,-1-2 0,-1 2 0,0 1 0,-1 1 0,-1 2 187,-3-13 1,0 4-188,1 13 0,-1 5 429,-6-3-429,6 30 0,4 57 0,3-1-238,2-11 0,0 7 0,0-1 238,1 0 0,0-1 0,0 3-264,0 0 1,0 1 0,1 3 0,0-1 114,1 5 0,0 1 1,1 0-1,1 2 149,0-5 0,1 2 0,1-1 0,-1-1 0,0-5 0,-1 3 0,0-4 0,1-1 0,1-1 0,1 0 0,-1 0 0</inkml:trace>
  <inkml:trace contextRef="#ctx0" brushRef="#br0" timeOffset="51442">9203 12071 22472,'7'-43'980,"1"0"0,0-1 0,1-10 1,-2 10-657,-4 24 112,-8 33-313,-4 27-98,2-8 1,0 4-851,-2 21 1,1 2 826,2-16 1,0 0-14,0 0 0,1 2 0,-1-2-260,-1 2 0,-1 0 142,-3 12 1,-3 2 8,1-17 1,-2 0-1,-1-2 58,-6 6 1,-1-4 50,1-3 0,-3-7 116,-21-8-43,10-32 10,-6-17 12,19-3 0,4-4 12,-6-16 634,11 12 1,2 1-519,2-4 966,-1 2-1083,3 18-39,0 21-39,1 28-12,3-2 1,12 25-6,18-16 3,-3-14 0,6-3 8,20-1 0,6-5-869,-2-3 0,3-4 863,-10-4 1,2-3-1,-3-1-11,3-1 1,-2-3-246,7-5 1,-3-2 258,-17 1 1,-1-1-23,3-4 0,-4-1-59,3-5-912,-26-5 178,-17 19-2895,-20-2 3702,5 8 0,3 2 0,8 1 0</inkml:trace>
  <inkml:trace contextRef="#ctx0" brushRef="#br0" timeOffset="53034">8698 13796 23282,'2'-61'1178,"0"1"0,0-4 0,0 4-467,-1-3-386,-2 29 0,1 3-163,-2 0-134,1 16 17,-1 29 5,-1 20-22,0-4 0,0 5-747,-5 25 1,-1 6 725,2-23 1,0 1-1,-2 2-952,-2 13 0,-2 2 1,0-3 947,3-15 1,0-2 0,-1 1-16,-2 9 1,-1 1 0,1-1-517,-1 7 0,2-1 529,3-13 1,0 0 0,2-2-66,1 13 1,4-7 85,9 6 795,13-35-817,2-33 0,-3-9 0,1-5 0,8-15 0,1-4 789,2-3 0,2-1-789,-7 9 0,1-1 0,0 3 0,5-10 0,-1 5 0,-8 12 0,0 3 768,-1 2 1,-1 5-769,3 5 276,-1 12-276,-7 22 0,-4 19 0,-3-1 0,3 18 0,6 2-170,4 0-328,11-2-241,5-25 1642,-4-14-1939,15-14 38,2-24 914,0-9 9,-26 9 1,-2-2 416,3-21 143,-12 5-149,-7 12 661,-13 0-504,-2 15-297,-3-1 190,-5 9-290,8 6 207,-1 2-280,7 3 76,10 4-88,5 0-16,13 1-1,9-5-5,-4-3-28,28-10 39,-14-3 2,-13 1 1,-1-3 14,13-15 6,-14-4-1,-14 5 84,-19-18-10,-13 14-1,-15-12-21,-11 17-74,-4 13 0,-5 15 0,13 9 0,11 8 0,3 5 0,-2 16 0,9-7 0,3 2-331,5 28 331,12-27 0,4 0-6,3 2 0,3 0-134,7 1 0,5-1-466,3-1 0,4-3 242,4-1 0,5-4-84,3-4 0,3-5 56,3-4 0,2-6 198,1-7 1,1-6 154,-1-5 0,-1-4 81,-4-6 0,-2-4 78,-6-1 1,-4-3 95,-7 1 0,-5-1 344,8-26-51,-19 6-274,-10 12 353,-17-5-296,-4 19 233,-14-2-368,-4 18 708,-7 16-792,-5 12-45,-1 15-208,26-14 1,1 0 196,-13 28-23,12-2-5,13-6-6,16-9-33,12-12 22,13-10 22,9-17 12,5-14-1,1-13 40,-4-9 17,-7-3 0,-10 2 337,-8 5-399,-8 9 0,-6 13 0,-6 8 0,-2 11 0,-4 10 0,0 12 0,2 11 0,5 8-97,13 4-463,14 2 28,-6-26 0,5-2-707,4-1 1,4-3-619,5-2 1,2-4-1709,5-3 0,1-4-1172,3-6 1,-1-3 4736,-9 0 0,-1-3 2210,9-10 0,-4-5 5907,6-15-5944,-16 8 1,-2-3-1122,-9 2 1,-2-1-414,-1-2 0,0-1-222,0 0 0,-1-1-115,-2 2 1,-2 1 206,7-23-155,-13 16 102,-18 15-456,-20 19 0,-23 22 0,20-1 0,-1 4 44,-3 7 1,0 3-45,1 5 0,3 2 0,4 0 0,4 3 30,6-3 0,4 1-30,7-4 0,6-2 0,15 19 0,20-20 0,21-23 0,-20-15 0,1-5-310,3-6 1,0-3 309,1-7 0,-2-4 0,-1-5 0,-4-3 0,-1-5 0,-4-3-202,-2-6 1,-3-4 201,-8 16 0,-2-3 0,-1 0 0,0-2 0,-2-1 0,0 0 0,-1 0 0,-1 1 0,-1 0-186,3-15 0,-2 3 186,-1 11 0,-1 6 0,1-12 0,-4 29 561,-2 30-561,-5 27 0,1-2 0,0 5 0,-3 12 0,0 5-37,2-9 0,0 1 1,0 2 36,-1 6 0,2 1 0,0 2-457,1 5 0,1 2 0,2 0 53,2-12 1,2 1 0,1 0-1,2 1 185,3 6 1,3 2 0,0-2 0,0-5 0,-3-7 0,0-5 0,1-1 0,9 18 0,1-1 0</inkml:trace>
  <inkml:trace contextRef="#ctx0" brushRef="#br0" timeOffset="53618">25999 11399 22276,'8'-55'534,"-1"0"0,1-1 0,-1 1 0,0-1 0,0 4 0,0 4-327,5-1 0,-1 12 723,-4 22-840,-4 23 128,-3 42-112,-1 10 1,0 5-876,0-12 0,0 4 761,-1-11 0,0 7 0,-1 4 0,1 0 1,-1-5-604,-1-3 1,0-2 0,0-1-1,0 3 549,0 8 1,-1 1-1,0 2 1,0-2-352,-1 1 0,0-1 0,-1-1 0,2-1-2679,-1 4 1,0-3 0,1 1 3091,0 4 0,0 1 0,0-6 0,1 1 0,0-8 0,2 3 0</inkml:trace>
  <inkml:trace contextRef="#ctx0" brushRef="#br0" timeOffset="53842">25729 12757 18204,'-20'-47'1216,"-1"0"1,0 0 0,-4-8 0,2 4-671,1 3 0,1 4 8,4 11 1,0 3-23,-14-24-275,7 14-186,16 29-49,13 10-17,4 4 39,38 8-4,6-1-474,-11-3 0,3-1 456,0-3 1,-1-1-23,2-1 0,-1-1-1540,-2-3 0,-1-1 1540,20-4-463,-24-1 0,-3-1 251,-1-1-1944,-1 0 0,0-1 2156,-6 1 0,3-1 0,-19 8 0</inkml:trace>
  <inkml:trace contextRef="#ctx0" brushRef="#br0" timeOffset="54501">25608 13578 24934,'19'-58'821,"-1"1"1,-2 7-1,-4 13-602,-8 28-23,-5 27-79,-4 23-81,1-9 1,-1 3-23,-1 10 0,0 1-793,-1 7 1,0 2 727,1 3 1,-1 2-116,1 2 1,1 1-123,1-21 1,2 0 0,-1 0-716,-2 21 1,0-1-1351,-1-3 1,-2-3 2352,-3-3 0,-1-5 0,-1 6 0,-3-18 0</inkml:trace>
  <inkml:trace contextRef="#ctx0" brushRef="#br0" timeOffset="55167">25332 14356 17221,'-8'-53'1077,"0"0"1,-1 0 0,2 5 0,0 0 0,3 6-723,6 5 1,3 5 13,11-21 216,13 17-523,15 15-51,17 9-297,-22 9 1,2 1 251,7 2 1,2 0-440,4 0 0,1 1 389,1 0 0,1-1 8,-2 0 0,-2-2 37,-3-3 0,-3-2 27,-5-3 0,-2-3 59,-6-4 1,-2-2 47,-6 0 0,-2-2 269,8-16 208,-18 8-6,-23 13 350,-21 11-591,-23 15-210,20-1 0,-1 2 361,-1 3 1,0 2-405,2 0 1,1 2-6,-16 16 202,18-3-252,17-6 0,17-6-23,15-10 0,14-4 23,12-13-6,6-7 23,-1-8 56,-8-6 78,-10-1 420,-9-1-370,-10 4-10,-5 3-46,-4 7-67,-3 6-71,0 6-24,-1 7 0,0 11 0,0 13 0,-1 14 0,0 12-130,1 2-77,2-2-68,8-7 6,7-9 73,9-13 112,4-12 96,3-18 44,3-10 56,-2-12 44,-3-9 29,-6-6 45,-8-4 5,-6 2-60,-7 10-175,-2 10 0,-2 12 0,0 8 0,0 26 0,0 3 0,2 23 0,1-3-158,3 0-789,3-1-1400,0-6 2347,2-6 0,-5-14 0,0-6 0</inkml:trace>
  <inkml:trace contextRef="#ctx0" brushRef="#br0" timeOffset="55318">26707 13452 24032,'14'20'0,"-3"-4"0</inkml:trace>
  <inkml:trace contextRef="#ctx0" brushRef="#br0" timeOffset="55609">26880 14076 23517,'4'-1'3977,"-1"1"-3720,26-29 1,8-13-1143,-18 18 1,2-3 962,9-9 1,4-7 0,-3 2-37,-4-6 1,-3-1-43,2-7 0,-3-3 0,-7 16 0,-1-2 0,-2 0 0,1-3 0,-2 0 0,-1-1 0,-2-5 0,-1-2 0,-2 3 0,-2-8 0,-3 4 0,-1 5 0,-4 7 650,-16 4-650,-3 34 344,-11 22-344,10 15 0,1 6-244,5-7 0,2 2 244,0 7 0,-1 5 0,4 0-244,0 12 1,3 1 243,2-7 0,0 4 0,2 0-508,1 2 0,2 1 0,2 0-79,2 2 1,3 0-1,2 0 312,3 5 1,3 1 0,-1-7 0,-1-4-1,1-6 1,2-4 0,1-1 0</inkml:trace>
  <inkml:trace contextRef="#ctx0" brushRef="#br0" timeOffset="59526">12492 9643 14230,'-4'0'5719,"1"0"-2302,3 0-3087,-14-16-201,10 12 33,-10-11 158,20 15 83,12-1-56,19-2-73,25-3-762,-19 1 0,3-1 574,11-1 1,3-1-584,-15 3 1,3-1-1,0 0 517,5 0 1,1 0 0,1 0-14,2 0 1,0 1-1,1-1 2,1 1 1,1 0-1,-1 1-514,1-1 1,-1 0-1,1 1 508,0 0 1,-1 0 0,1-1 0,0 1 0,0-1 0,0 0-6,-1 1 0,0-1 0,0 1 4,-2 0 0,-1-1 0,0 1-323,-2 0 1,-1 0 0,-1 0 318,-4 0 0,-1 1 0,-1-1 58,16-1 1,-2 1-54,-8 0 0,-3-1 493,-7 2 1,-2-1-495,-6 0 1,-1 1-8,22-5 16,-5 2 6,-5-2 1562,-7 2-1534,-6 0 1485,-9 1-1530,-7 0 970,-1 0-970,-1 1 166,-1 0-155,-3 0 28,-4 2-39,-3 1 118,-3 1-96,-9-2-11,-5-1 6,-14-3 50,-8 0 0,-7-2 29,-5 0-7,-2-3 6,0-1 29,1-4-7,3 0-5,2 0 17,4 0-6,7 2-22,7 2-6,8 4-33,8 2-23,5 4-39,4 0 0,5 2 17,8-1 0,14 1-1,15 0 1,12 2 11,10 3-348,-28 0 1,2 1 319,4 2 0,0 2 14,2 2 0,0 2-20,0 2 1,-2 2 19,-3 2 0,-3 3-6,-3-1 1,-3 3-108,-6 0 1,-4 2 115,7 25-11,-21-1-68,-22-3-252,-18-4-818,12-23 1,-3-2 614,-19 13 1,16-13 0,14-9-1</inkml:trace>
  <inkml:trace contextRef="#ctx0" brushRef="#br0" timeOffset="64884">16464 9834 21803,'14'4'997,"-9"7"-717,-24 16-67,-9 10-34,-8 12-505,15-20 0,1-1 371,-14 21 8,7-11 0,0 1-14,8-12 1,1 0-1,-10 12 0,0 2-8,5-10 0,0 0 5,-1-1 1,0 0 2,-16 15 14,6-13 0,-2-1-11,7-10 0,-1-1-376,-14 12 1,-3-2 355,3-5 1,-1-2 22,-3 1 0,-1 0-26,-3-1 1,-1 0-20,-2 0 0,1 0 5,-2-1 1,-1 0-553,0 0 1,0-1 557,-1 1 0,-1 0-2,18-8 1,1 1-1,-1-1-4,-1 1 1,0-1 0,-1 1-1,-1-1 1,0 1 0,-1-1-18,-1 1 1,-2-1 0,1 0-471,-3 0 1,1 1 0,-2-1 484,-1 0 1,-2 1 0,0-1-4,-2 1 0,-1-1 0,1 0-600,-4 1 0,1-2 0,2 1 598,10-3 0,2-1 1,-3 0 6,-1 0 1,-3 0-1,0-1 1,3 0-147,2-1 1,3-1 0,-3 0 141,-1 1 0,-3-1 1,-1 1-1,3-1 2,-5-1 1,2 0 0,0-1-4,1 0 0,-1 0 0,0-1 2,1-1 0,-1 1 0,1-1 5,0 0 1,1-1-1,0 0-50,-1 0 0,0-1 0,1 0 43,-1 0 0,1 0 0,0-1 7,0-1 1,-1 0 0,1-1-5,1 0 1,1-1 0,-1 0-1,2-2 1,0 0 0,1 0 104,2-2 0,0 0 0,1-1-103,-18-4 1,2-2 2,2 1 1,2-2-4,3 0 1,1-1 749,2-1 0,1 1-744,2-2 1,1 1-1,0-1 0,2 1 0,0 0 1,0 0 433,2 0 0,1-1-420,2 2 1,1-2-15,4 0 0,1-1 11,3-1 1,3 0 1123,-17-23-1062,10-2 34,10-3-1,9 2 24,6 1 1026,6 6-1055,1 4 849,2 7-905,1 3 625,0 2-631,0 2 138,0 3-143,-1 3-34,1 5 0,-1 4-16,0 5-7,0 1 18,-1 6 11,-3 6-6,-1 7 17,-7 5-17,-4 3 0,-8 2 6,-5 1-22,-5 3 10,-4 1-10,0 1-7,1-1 35,2-2-12,5-5 6,4-6 28,8-7 33,6-7 0,7-4-33,3-8-22,1-5-1,3-9 0,5-7 6,8-7 0,10-7-11,7-6-205,-13 21 0,1 0 196,3 1 1,1 0-6,2 1 0,2 2 2,1 1 1,2 2-1,1 2 1,1 2-12,1 1 1,1 2 5,1 1 0,1 1 14,0 2 0,1 1-11,0 1 0,-1 1-6,-1 2 0,0 0 8,-2 1 1,-1 0 11,25 2-23,-14 3-10,-16-1 16,-15 1 22,-8-1 17,-10 0 12,-7-1 392,-10 0-427,-10-1 7,-7-1-34,-5-2-6,-3-1 22,-2-1 7,-3-1-1,-3 3-404,-4 2 398,-3 7 1,-1 7-15,31-3 1,1 2-3,1 1 0,0 2 5,0 2 0,2 0 6,1 2 0,0 1 6,3 1 0,0 1 5,-16 25-22,6 1 33,7-2-28,8-2-22,8-5 6,5-6-17,4-8 61,1-9 17,0-7 556,0-7-556,2-17 23,3-3-17,4-19-34,6-5-5,6-13-325,-6 21 1,2-1 338,3-3 0,2-2-9,5-1 0,2 1 8,3 1 1,2 1-1,2 3 1,2 4-9,1 2 1,0 3 2,-2 4 0,1 2-3,-4 4 0,0 2-33,27-2 22,-9 8-6,-7 11-95,-7 7-582,-3 11-4084,-4 9 4767,-5 2 0,-12-12 0,-7-8 0</inkml:trace>
  <inkml:trace contextRef="#ctx0" brushRef="#br0" timeOffset="68643">20398 9333 11374,'-5'-10'3881,"1"2"-1293,4 8-919,0 0-633,15-75-638,5 32-882,0-11 1,5-3 581,3 21 0,2 3-65,-3 3 1,3-1-4,1 1 0,2 0 0,2-1-301,-2 2 0,2 1 0,3-3 269,6-3 1,5-2 0,2-1-1,-2 2-546,-3 4 1,0 2-1,0 0 1,2-1 548,-3 3 0,3 0 0,-1 0 0,0 1 1,-3 3-4,9-3 0,-3 4 0,2-1 0,-5 4 1,2 0 0,1 1-1,-3 1-11,7-2 0,-1 3 0,1-1-305,-3 1 0,0 0 1,3 0-1,1 0 299,-3 2 0,2 1 0,2 0 0,-2 0 0,0 1 9,7-1 0,-2 1 0,1 1 1,1-1-246,-4 3 1,2-1 0,1 1 0,-3 1 0,-3 1 254,9-1 0,-4 1 0,3 2 8,1 0 1,4 2-1,-2 1 1,-8 0-4,3 1 1,-2 2-9,-8 2 0,8 1 0,-3 1 1,-8 3 114,-5 4 1,-5 4-99,14 8 0,-4 3-14,-3 15 0,-20-10 0,0 3 3,-1-2 0,2 1-2,2 2 1,2 3 0,1-1 15,10 11 0,0 0-57,-9-12 1,1 0 0,-4-3 50,0-3 0,-4-1 155,-3 6 1,-4-3-21,-8-3 2155,-27 14-2127,-20-33-93,5-5 0,-2-2 400,-21-4-431,21-3 1,0 0 56,-17-7 10,16 1 1,0-1 50,-19-8 28,0-5 78,15 1 2378,10 3-2322,-6-10 152,-2-6-197,1 0-78,-2 1 1686,14 17-1853,9 10 10,2 9 6,10 6 73,5 7 17,17 4-74,18 2-27,3-3 2,-8-8 1,4 0-3,9 2 0,2-1-535,2 0 0,2 0 506,11 1 1,1-1-3,-8-3 0,-2-2-6,-11-2 1,1 0 2,9-1 0,0-2 0,-2-2 1,-1-2 13,-3-1 0,0-3-108,1-2 0,-4-3 240,5-17-56,-15-7-40,-10-2 23,-6-1 45,-4 5-6,-4 7 951,-2 6-1001,-3 8 240,-1 6-324,-2 3 17,0 4-113,-4 5-262,-5 5-936,-7 11-650,0 1 1955,-5 6 0,12-16 0,1 0 0</inkml:trace>
  <inkml:trace contextRef="#ctx0" brushRef="#br0" timeOffset="70776">24211 10341 17293,'30'-33'1274,"-1"0"0,1 1 1,9-12-1,-6 10-730,-16 22 149,-8 7-329,-7 14 57,-1 11-214,-5 16-84,-7 19-101,1-20 1,-3 0-495,-4 6 1,-4 1 476,-6 3 1,-3 1-9,-4 1 1,-4-1-15,-3 1 0,-3-1-328,13-15 0,-1 0 1,-1-2 347,-1 1 1,-1-1 0,-1-1-468,-2 1 1,-1-2 0,-2-1 463,-2 0 0,-2-1 0,0-1-4,-4 0 0,-2-1 1,0-1-3,-4-1 0,-1 0 1,-1-1-555,-3-1 0,0 0 0,-1-1 563,14-4 0,-1-2 0,0 1 0,0-1-1,0 0 1,-1-1 0,0 0 0,-1 0-113,0-1 1,0 0 0,0 0 0,-1-1 106,0 0 0,-1 0 0,0 0 0,1 0 0,-2-1 0,1 1 1,-1-1-1,0 0-134,0 0 0,-1 0 0,0 0 0,0 0 135,-1-1 1,0 1 0,0-1 0,0 0-120,-1 0 1,0-1 0,-1 1 0,1-2 127,-1 1 0,-1-1 0,1 0 0,0-1-2,0 0 1,-1-1 0,1 1-1,0-1 2,0-1 0,1-1 0,0 1 0,0-1 64,2 1 0,0-1 1,0 0-1,1-1-67,3 0 0,0-1 0,1 0 1,0 0 0,-11 0 1,1-1-1,1-1-1,5 1 0,1-2 0,2 1 5,3-1 0,3 0 1,0 0 238,-15-2 0,3-1-240,5 1 1,3-1 2,6-1 0,1 0 0,4-1 1,1 0 597,4 0 1,2-1-615,-25-12-1,8-2 28,5-4-22,5-1 6,4-4 11,0-2 0,-4 0 0,-7-1-9,17 19 1,-2 0 811,-4 1 0,-1 0-823,-5-1 0,-1 1-8,-2-1 0,0 0 14,0-1 0,0 0-1,3-1 1,0 0 0,3-1 0,1 0 8,3 1 0,2-1 774,2 0 0,1 0-746,-22-19-22,3 0 11,4 0-17,1 0-11,2-2 22,2-2-5,2-1 17,5-2-6,4 1 766,6 1-754,4 3 132,5 1-161,5 4 659,3 3-664,2 2 215,3 1-182,1-1-17,1 1-5,1 1-6,0 4 1,-2 6-35,0 9-27,-2 5 44,-1 8 6,0 9 6,-3 12 22,-11 22-28,2-10 2,0-7 1,-2 1 3,-4 15-12,-1 0-2,6-12 0,1-1-15,-5 11 26,6-13 0,-2 0 2,-5 13 12,0-6 34,3-7-1,4-10 101,4-10 40,3-6-107,2-7-51,0-8-10,2-9 10,0-9 1,6-9-6,9-19-23,-1 15-150,-2 9 0,0 0 123,6-12 22,3-11 28,-2 6-28,-2 0 5,-6 18 23,2-3 17,-6 21-51,1 1-27,-4 8-1,-3 4 6,-2 7 307,-6 7-225,-6 9 3,-8 7-29,-7 4 30,-4 3 41,-9 12-51,12-14-22,-12 14 27,15-18-35,-6 2 32,-2-6-55,11-13-14,4-6 32,8-10-17,6-7-16,0-9-38,11-19 20,9 0-19,6-2 68,15-1-5,3 9-98,-12 12 1,3 0 136,11-2 1,3 1-1172,-2 4 1,0 2 1167,0-1 0,1 3 11,3 4 0,0 2-351,-6 3 0,1 1 309,9 0 1,4 1-202,6 4 1,-1 1 186,-11 0 1,-3 2 42,-3 0 0,-2 2-87,13 7 2085,-25-3-2077,-3 3 861,-14-5-699,-7-2 519,-7-5-603,-1-1 6,-9-2 28,-4-5-45,-11-3 28,-22-5-6,-3 3-44,-5 2-12,25 6 1,-2 2-1,-7 4 1,-1 0-476,-2 2 1,-2 1 480,-10 4 0,1 1 3,8 3 0,4 0-1,7-2 1,2 1-3,-4 5 0,2 3 3,3 5 0,3 3-6,0 0 0,1 3 0,0 5 1,3 2-160,9-7 1,3-1 150,-6 26 22,8-16-6,8 1-21,5-14-57,13 8-235,7-13-790,21-5-465,-2-11 1091,-4-8 0,-1-1 0,-8 1 0,14-3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48:53.77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1517 2259 17300,'0'-5'6323,"0"2"-5995,3-29 0,1-6-116,1 12-83,2-17 0,4 1 22,8 20-39,15-2-101,-9 11 1,24 4-7,-25 12 6,23 8-11,-18 6-22,4 12 33,-9 7-22,-14 6 45,-20 7 16,-17 2-25,6-25 0,-3-1 37,-2 0 0,-1-2 142,-4 0 1,0-2 243,-13 3-230,7-7 130,22-20-85,9-6-39,2-11-140,7 4-23,4-3-27,9 8-23,1 5-16,17 1-1,4 3 9,-5 5 0,1 1-3,25 9-6,-28-1 0,-2 2-5,0 10-22,-13 12-18,-23-2-94,-16 11-242,-3-17 1,-4-1-637,2-5 1,-1-1-731,-1-1 0,1-3 1753,-14 4 0,28-14 0,2-2 0</inkml:trace>
  <inkml:trace contextRef="#ctx0" brushRef="#br0" timeOffset="192">2328 2287 24413,'-12'4'2946,"4"0"-2755,8-4-1345,0 0 1154,-7-18 0,5 14 0,-5-14 0</inkml:trace>
  <inkml:trace contextRef="#ctx0" brushRef="#br0" timeOffset="450">1112 3268 25640,'-41'-3'829,"1"0"0,-14-8-600,84-15-142,5 7 0,6 0-945,-1 2 0,6-1 866,2 2 1,8-2-1,4 0 1,-3 2-726,-9 4 1,-1 0-1,0 1 1,4-1 434,4 0 1,4-2 0,2 0 0,-1 1 0,-1 2 281,-6 1 0,1 1 0,-1 0 0,-3 1 0,-3 1 0,3-1 0,-4 1 0,-1 1 0,11-1 0,0 0 0</inkml:trace>
  <inkml:trace contextRef="#ctx0" brushRef="#br0" timeOffset="2392">5392 2149 23523,'-43'-40'647,"0"0"1,3 5 0,3 12-508,-4 36-50,3 16-6,5 19-607,18-17 1,3 2 527,0 6 1,3 1-3,2 4 0,2 0-12,2 0 1,4 0 2,4-3 1,5-1-15,3-6 1,5-2-4,6-6 1,4-4-6,3-5 0,3-5 5,2-4 1,1-5 25,-1-5 0,0-6 11,-1-3 0,-2-5 22,-2-5 0,-2-3 26,-3-3 0,-3-1 33,-1-1 0,-4-1 399,10-26-203,-11 7 17,-10 10 170,-4 13-332,-2 11-90,-3 12-45,0 11 502,-3 11-519,-1 12 104,1 10-132,2 3-111,8 2-432,6-4-1109,11-5-3674,7-8 5360,-2-11 0,-10-9 0,-7-7 0</inkml:trace>
  <inkml:trace contextRef="#ctx0" brushRef="#br0" timeOffset="2558">5766 2118 24995,'10'-43'-2340,"-1"11"0,7 46 1,-7-6-1</inkml:trace>
  <inkml:trace contextRef="#ctx0" brushRef="#br0" timeOffset="2901">6085 2252 27706,'-14'55'-162,"5"7"92,16-26 0,2 0-271,-4 0 0,0-1 319,-2 26 260,-4-20-126,-4-19 135,-2-24-124,1-18 0,3-21 12,10-18-384,0 25 1,1-1 264,5-2 1,2 0-31,2 1 0,2 2-111,1 2 0,3 2-306,0 5 0,3 3-2695,27-11 3126,4 15 0,-26 10 0,-5 6 0</inkml:trace>
  <inkml:trace contextRef="#ctx0" brushRef="#br0" timeOffset="3968">6787 2266 23808,'7'-48'877,"0"1"1,-2 5 0,-6 8-553,-10 18-202,-11 11-50,-10 17-40,-11 16-19,18-6 0,1 5-200,0 4 0,1 5 172,-2 13 0,4 2-6,8-15 1,3 1-63,-2 16 1,8-2-121,10-19 1,4-2-166,4 7 1,4-3-195,7-5 1,5-5-2041,11-5 1,1-7 2134,19-1 222,-19-15 1,0-7-113,10-21 443,-20 10 0,0-2 128,-3-2 1,-2-2 140,-3 2 0,-3-2 330,0-4 0,-4 1-222,3-9 377,-6-5-163,-12 27-56,-2 1-426,-4 9 3107,-2 8-3314,-4 11 436,0 10-408,-1 12-6,4 7-11,3 6-11,8 1-17,8-4-45,10-8 11,9-11 45,6-12 34,3-15 62,10-27-29,-16 4 23,-10 0 0,-1-4 151,4-15-84,-11 16 0,0-3 42,-1-4 0,-2 0 25,4-20-39,-4 2-112,-9 27 17,-3 8-51,-1 12-252,-1 1-16,0 7-2403,-2 19 84,2-4 2565,0 18 0,1-22 0,0 1 0</inkml:trace>
  <inkml:trace contextRef="#ctx0" brushRef="#br0" timeOffset="4884">7745 2629 23539,'-3'4'4235,"0"-1"-3547,3-3-637,29-70-1653,-5 25 1633,0-6 1,2-6-32,-6 12 0,0 1 0,-4 2 0,-1-3 0,2-11 0,-2 0 0,-6 16 0,-1-1 0,1-12 0,-1 0 0,-3 11 0,-1 0 49,0-8 0,-1 1-49,-4-12 0,-5 23 0,-3 31 374,-7 17-374,-5 16 0,0 8 0,0 6 0,0 2 0,0 3-799,4-4 1,0 3-1,1-2 799,0 6 0,2 1 0,4-7 0,0 2 0,3-1 67,1 10 1,5 2-68,6-4 0,4 2 0,5-2 0,1-10 0,3-3 0,4-1-225,8 2 1,4-2 0,4-6 145,-1-10 1,3-5 0,0-3-4,9 2 1,1-5-48,9-7 1,2-8 32,-4-12 1,-1-7 92,-2-2 1,0-4 15,-17 2 0,0-2 0,-6 0-8,-2-2 1,-5-1 25,-1-7 0,-3 0-160,-8 5 0,-3 1 218,0 2 1,-2 2 2147,-5-26-2119,-12 30 536,-11 13-637,2 7 1186,-12 16-1203,-10 20 0,-1 11 177,18-12 1,3 2-178,6-2 0,4 0 0,-4 17 0,8 8 0,19-10 0,5-5 0,15-9 0,2-23 0,0-16 0,-8-3 0,7-31 0,-16 4 0,-6 9 0,-1-1 0,0-18 393,-3 10-393,-4 15 0,-2 13 0,-6 12 0,-6 11 0,-7 13 0,-5 14 0,5-2 0,7-5 0,3 1 0,4 12 0,4-13 0,5 0 0,17 12 0,17-8 0,-2-13 0,-6-13 0,1-6 0,9-11 0,16-11 0,-19-18-217,-6-9 217,-6-8 0,-9 8 0,-8 11 0,-1 0 0,2-11 0,-3 14 0,0 0 0,6-9 0,3 8 0,1 8 0,3 9 0,-2 8 217,3 10-217,2 11 0,2 14 0,-5 1 0,-7 1 0,-2 2 0,2 17-529,-5-11 0,1 1-1160,-3-5 1,-1-1 1688,2 24 0,-1-22 0,-4-16 0</inkml:trace>
  <inkml:trace contextRef="#ctx0" brushRef="#br0" timeOffset="5558">11245 2255 21877,'0'-51'851,"0"1"0,0-1 1,0 7-1,-2 1 0,0 3-538,-1 0 1,0 4 62,-7-8-70,4 22-261,3 28 43,2 24-32,1 31-40,-1-17 1,-1 5-786,0 9 0,-1 5 774,0-17 1,-1 2 0,0 0-4,0 2 0,-1 1 0,1-1 1,-1-1 1,1 0 0,0-1-392,-1 16 1,3-3 370,3-11 1,4-3-2,2-12 1,4-5 17,21 4-6,11-27-5,11-28-273,-24 2 0,0-6 298,1-5 0,-2-5 3,-1-3 0,-2-2 27,-3-2 1,-1 0 19,-4 1 1,-2 0 10,-2 5 1,-3 1 1488,2-20-1356,-7 19 737,-7 17-945,-2 12 22,-3 13-22,0 11 769,-2 14-769,0 9 0,3 6 0,7 2-410,7-1-598,9-3-1507,6-7 2515,8-7 0,-15-15 0,0-6 0</inkml:trace>
  <inkml:trace contextRef="#ctx0" brushRef="#br0" timeOffset="5741">11807 2236 25993,'-22'-39'138,"1"-1"0,0 3 0,8 16-289,16 35-588,4 14-1541,6 14 2280,6 14 0,-8-24 0,-1 0 0</inkml:trace>
  <inkml:trace contextRef="#ctx0" brushRef="#br0" timeOffset="6101">12040 2429 20739,'2'-5'5411,"-1"1"-3804,-1 4-1557,8-33-11,-8 45-61,5-15 22,-9 57-6,0 4 6,2-2 17,2-8-17,1-15 73,2-15-17,4-20-17,8-16 40,5-18-1,8-13-17,-13 20 1,1-1-3,-1-1 0,2-1-147,-1 1 1,0 1 160,16-23-45,-2 15 11,-5 16-11,-1 17-56,-9 10 17,7 18-28,-6 6-101,7 13-286,2 5-655,3 3-1551,7-2 2632,10-7 0,-19-18 0,1-9 0</inkml:trace>
  <inkml:trace contextRef="#ctx0" brushRef="#br0" timeOffset="6317">12960 2113 24163,'0'-48'771,"-1"1"0,1 6 1,-2 6-414,-3 10 348,-2 14-661,0 22 50,-6 35-89,4-3-422,1 1 1,0 2 409,4-7 1,2 1-57,-2 12 0,1 4-302,3-10 0,1 1 0,1-1-465,4 12 1,2-1 158,-2-3 1,4-3-2689,4-11 0,1-6 3358,5 1 0,-4-7 0,-8-17 0</inkml:trace>
  <inkml:trace contextRef="#ctx0" brushRef="#br0" timeOffset="7308">13073 2435 22940,'0'-44'685,"0"0"1,1 5-1,-3 7 355,-9 18-883,1 8 241,-4 12-331,-4 8 96,-1 7-118,-7 10 409,2 2-415,6-7 0,1 1 23,-11 19-28,4 6-12,15-22 12,6 0-6,15-10-28,13 2 0,20-6-26,-5-9 1,3-3-3,-11-1 0,1 0-557,21-1 0,2-2 277,-14-1 0,-1-1-244,10 0 1,0-4-1073,1-3 1,-4-3 925,-14 0 1,-4-2 405,15-14 449,-33-3 695,-19 7 1214,-11-10-827,-5 10 576,-3-1-1081,11 11 159,5 4-451,4 4-150,4 4-175,0 1-66,2 5-40,4 5 0,1 2 23,10 8-40,4-4-16,10 3 5,14-6 0,-3-8 11,-3-6-5,-9-9 28,-7-13 5,-2-4 18,-5-10 10,-9 12 40,-6-7 16,-6 9-43,-6-4-63,-16 10 0,-4 10 0,-11 13 0,4 12 0,10 4 0,3 13 0,14 17 0,11 6 0,9-22 0,5 0-528,9-5 1,5-4 415,-3-4 0,4-3-283,28 6 1,6-5 128,-12-9 0,2-3-324,-3 0 1,4-1 0,-1-3 539,13-5 0,-2-4 75,-3-3 0,-5-3-8,-12 2 0,-3-4 55,-3-4 1,-5-4-94,-9-6 1,-4-4 171,-1 2 1,-3-1 32,-3-6 1,-6 2 146,-15-9-203,-7 18 119,-28 13-85,10 16 1,-2 5-115,-1 1 0,1 3 102,-8 7 0,5 5-150,13 0 0,5 2 0,-3 29 0,25-1 0,19-7 0,21-9 0,15-12 0,-21-18 0,1-5 0,2-5 0,0-5 0,0-5 0,-1-4 0,-1-6 0,-3-5 298,-2-6 0,-4-4-298,-2-6 0,-4-5-473,-2-8 0,-3-3 473,-7 14 0,0 0 0,-2 0 0,1-12 0,-2-1 0,-2 11 0,-1-2 0,-2 2-339,-3-14 1,-3 2 338,2 5 0,-2 3 139,-3 6 0,-1 6-139,-2 14 667,4 16-667,4 25 0,2 44 0,1-21 0,0 5-79,-1-1 0,1 3 0,0 1 79,0 4 0,0 1 0,1 1-40,-1-8 1,1 2 0,0 0 0,1 1-568,2 5 1,1 0 0,0 0 0,1-2-483,1 8 1,1-3-1,2 1 1089,4 4 0,2 0 0,-1-9 0,-4-19 0,0-3 0,1-1 0,-1 1 0</inkml:trace>
  <inkml:trace contextRef="#ctx0" brushRef="#br0" timeOffset="7951">16553 2154 23976,'-17'-57'1195,"0"0"0,3 8 0,-3 9-887,-10 16-157,7 21-50,6 24 5,4 24-56,5-12 1,2 2-29,-2 8 1,2 1-529,1 5 0,0 1 506,1 2 0,2-1-3,3 0 1,3-2-112,3-5 1,4-2 110,4-6 1,4-5 4,4-8 1,3-5-3,3-6 0,3-6 6,3-8 0,1-6-328,1-5 1,0-4 343,1-6 1,-3-4 16,-1-2 0,-4-2 11,-2-1 1,-4-1-160,-4 2 0,-4 0 109,10-22 891,-13 14-891,-9 14 219,-5 13-219,-3 8 733,-2 13-733,-4 10 324,-4 15-324,-1 10 0,0 10 0,5 1 0,6-1-231,11-3-1774,8-9 2005,9-8 0,-11-15 0,-1-8 0</inkml:trace>
  <inkml:trace contextRef="#ctx0" brushRef="#br0" timeOffset="8134">17232 2224 26766,'-20'-38'5,"0"0"1,-5-20-650,41 68-1250,12 10-4581,10 9 6475,-3 0 0,-13-9 0,-9-8 0</inkml:trace>
  <inkml:trace contextRef="#ctx0" brushRef="#br0" timeOffset="8525">17784 2259 27572,'-45'-36'240,"1"1"1,3 3 0,13 16-224,26 33 0,12 17-11,12 13-1,-5-19 1,3 1-458,3 2 1,2 1 389,2 1 1,0 1-90,-1 0 0,-1 0-191,-4-2 1,-2 0-279,2 25-97,-25-15-51,-18-17-122,-16-17 28,-2-24 374,1-16 393,4-19 55,20 19 1,1-2 112,2-3 0,2-1 167,2 0 1,0 0 206,2 4 1,1 2 650,-2-16-241,1 18-409,3 15-257,1 10-6,3 15 700,0 13-823,0 20-135,-3 15-673,1-24 0,0 2-3016,-1 1 1,0 0 2962,-1 26 0,2-24 0,1-19 0</inkml:trace>
  <inkml:trace contextRef="#ctx0" brushRef="#br0" timeOffset="8809">18303 2357 25191,'10'-54'283,"0"-1"0,1 1 0,-1 0 1,-1 3-1,-1-1 0,-1 3 0,-1 3-158,-2 1 0,-2 3 0,0 1 185,-3-11 0,-1 4-310,-1 10 0,-1 5 0,-2 0 165,-2 16-165,3 28 83,-2 16-83,-1 27 0,2 2 0,2 3-304,0-16 0,2 2 304,0 4 0,0 5 0,1-3-653,2 7 1,1-1 652,1-9 0,1 2 0,1 0 0,2-1 0,0 1 0,3-1-98,1-2 1,2 0 0,2 0-868,4 4 0,2 0 0,0-5-265,1 2 1,0-4 694,6 6 0,-3-9 0,-12-20 1,-1-3-1</inkml:trace>
  <inkml:trace contextRef="#ctx0" brushRef="#br0" timeOffset="8958">18234 2393 26015,'43'-44'104,"0"-1"1,3 5 0,2 7-671,-1 20 0,2 6-566,5-2 0,-4 2 0,8-1 0,-10 3 0</inkml:trace>
  <inkml:trace contextRef="#ctx0" brushRef="#br0" timeOffset="9451">16401 1997 23708,'22'-57'922,"0"0"0,0 1 1,-4 9-22,-8 15-733,-2 8 237,-6 12-355,-9 54 15,2-11-284,-1 20 1,1 7-1334,5-18 1,2 0 884,1 14 0,1-3 1,4 3-1,3-22 1</inkml:trace>
  <inkml:trace contextRef="#ctx0" brushRef="#br0" timeOffset="10175">19847 2005 26799,'-37'-4'218,"0"-1"1,-24 8-146,50 49-56,9-9-12,5-4 23,14-9 0,4-12 28,19 1-22,-5-10 44,4-10 17,-15-9-39,-9-3 62,-7-9-6,-11 2 28,-14-9-90,-6 8-16,-13 3-23,10 11-16,-9 5-35,2 11-167,2 7-454,3 15-1091,19 9-2,9-4 1754,20 20 0,-10-36 0,7 10 0</inkml:trace>
  <inkml:trace contextRef="#ctx0" brushRef="#br0" timeOffset="10451">19906 2645 23237,'-7'0'4016,"1"0"-3535,-56-8-178,37 12-211,-13-5 1,5 4 19,21 16-73,6-2 17,13 7 17,7-6-12,11 3 47,18-7-108,-6-7 0,0-6 0,-7-8 0,-14-5 0,1-12 0,-10 0 0,-8-6 0,-3 10-35,-10 2-4149,-11 9 4184,0 2 0,3 5 0,11 2 0</inkml:trace>
  <inkml:trace contextRef="#ctx0" brushRef="#br0" timeOffset="10984">4239 3750 19032,'-45'-18'459,"-1"0"1,0 0-1,-14-15 1,24-1-46,61-1-176,6 10 0,7 3-118,-1 8 1,7 3-934,1 4 1,8 2-1,3 1 1,-2 1 954,-2 0 1,-2 2 0,2 0 0,5-1-275,-4 1 1,4 0-1,3 0 1,2 0-1,0 0 1,-1 0 172,-6 1 1,0 0 0,0 0-1,1 1 1,1-1 0,0 1-1,2-1-68,-3 0 1,2 1 0,0-1 0,0 0 0,2 1 0,0-1 0,0 1-1,1-1 56,-2 0 1,1 1 0,1-1 0,0 1 0,0-1 0,1 1 0,0-1 0,1 0 0,0 1-107,-1-1 0,-1 0 0,2 0 0,-1 0 0,1-1 0,0 1 0,1 0 0,0-1 0,1 1 0,0-1 89,-7 1 1,0-1-1,1 0 1,0 1 0,0-1-1,0 0 1,1 0 0,0 0-1,0-1 1,1 1 0,0 0-1,0 0-15,-1-1 0,0 1 0,1-1 0,0 0 0,0 1 0,0-1 1,1 0-1,-1 0 0,1 0 0,1 0 0,-1 0 0,1 0 1,0-1 10,-1 1 0,0 0 0,0 0 0,1-1 0,0 1 0,0-1 0,0 1 0,0-1 0,1 1 0,0-1 0,0 1 0,0-1 0,1 0 0,-1 1 4,-4-1 0,-1 1 0,1-1 1,0 1-1,0-1 0,0 1 0,1-1 1,-1 1-1,1-1 0,0 1 0,0-1 1,0 0-1,1 1 0,-1-1 0,1 1 1,0-1 2,-2 1 1,1 0 0,0-1 0,0 1 0,0-1-1,0 1 1,1 0 0,-1-1 0,1 1 0,0 0 0,0-1-1,0 1 1,0 0 0,1-1 0,-1 1 0,1 0-1,-1 0 5,-1 0 1,0 0 0,1 0 0,-1 0 0,1 0 0,-1 0 0,1 0 0,0 0 0,0 0-1,0 0 1,0 0 0,0 1 0,0-1 0,1 0 0,-1 0 0,1 1 0,-1-1 0,1 1-3,-3-1 1,1 1-1,-1-1 1,1 1-1,0-1 1,0 1 0,0 0-1,0-1 1,0 1-1,1 0 1,-1 0-1,0-1 1,0 1 0,1 0-1,-1 0 1,1 0-1,-1 0 1,0 0-1,1 0-3,0 0 1,0 0 0,0 1 0,0-1 0,0 0 0,0 0 0,0 0 0,1 1 0,-1-1 0,0 0 0,0 1 0,1-1 0,-1 1 0,0-1 0,1 1 0,-1 0 0,0-1 0,0 1 0,0 0-5,0 0 0,0 0 0,0 0 0,0 0 1,0 0-1,0 0 0,-1 0 0,1 1 0,0-1 1,0 0-1,0 1 0,0-1 0,-1 1 1,1-1-1,0 1 0,-1-1 0,0 1 0,1 0 1,-1 0-7,3-1 0,-1 1 0,1 0 1,-1 0-1,1 0 0,-1 0 1,1 1-1,-1-1 0,0 0 0,0 0 1,0 1-1,0-1 0,0 1 1,0-1-1,0 1 0,-1 0 1,0-1-1,0 1-4,2 0 1,0 0 0,-1 0 0,0 0 0,1 0 0,-1 1 0,0-1 0,0 0 0,0 1 0,-1-1 0,1 1 0,-1-1 0,0 1 0,0 0 0,0 0 0,-1-1 0,1 1-5,0 0 1,0 0 0,-1 0 0,1 0 0,0 0 0,-1 0 0,0 1 0,0-1 0,0 0 0,-1 1 0,0-1 0,0 1 0,0-1 0,-1 0 0,0 1 0,0-1-18,4 1 0,-1 0 1,0-1-1,0 1 1,0 0-1,-1 0 0,0 0 1,0-1-1,-1 1 1,0 0-1,0 0 1,-1 0-1,-1 0 0,1-1-140,2 1 0,0 0 1,0 0-1,-1 0 1,0 0-1,-1 0 1,0 0-1,-1 0 1,0 0-1,-1 0 1,0 0-1,-1-1 160,4 1 0,1 0 0,0-1 0,-1 1 0,0-1 0,-2 0 0,-1 1 0,-2-1 0,-3 0 0,-3 0 0,17 0 0,-4 1 0,-4 0 0,-3-1 0,-1 0 0,-6-2 0,1 1 0,-1 0 0,1 0 0</inkml:trace>
  <inkml:trace contextRef="#ctx0" brushRef="#br0" timeOffset="27276">9707 5999 20504,'-2'-49'800,"1"0"1,-1 0 0,-1 5 0,1 1 0,-1 2-235,-1-13 0,-2 5 134,-5-12-409,1 37-168,4 37 1,2 35-94,1-9 1,1 5-675,-2 9 1,1 3 573,-1 6 0,1 0-627,1-18 1,1 0-1,0 0-177,0-1 0,1 0 1,1 0 873,1 1 0,1 0 0,0-5 0,0-3 0,-1-3 0,7 21 0</inkml:trace>
  <inkml:trace contextRef="#ctx0" brushRef="#br0" timeOffset="27850">9492 5569 23013,'4'-48'548,"0"1"1,5 3 0,10 8-490,16 17 0,8 7-1169,10-1 0,5 2 1111,-12 3 1,2 1 0,1 0-578,5 0 1,2 0-1,0 0 583,4-1 1,1-1 0,1 1 0,-13 0 0,1 1 1,0-1-1,1 0-14,4-2 1,0 1-1,1-1 1,1 0-303,-7 1 1,0-1-1,1 1 1,1-1-1,0 0 308,4-1 0,2-1 0,0 0 0,0 1 0,1-1-261,-7 1 0,1 1 1,1-1-1,0 0 1,0 0-1,0 1 264,2-2 1,1 1 0,0 0 0,0-1 0,0 1 0,0 0-131,1 0 1,0 0-1,0 0 1,0 0 0,0 0-1,0 0 128,-2 1 1,0 0 0,0 0 0,0 1 0,0-1 0,-1 1-48,8-1 0,-1 0 0,0 1 1,-1 0-1,-1 0 60,-5 2 1,-1-1 0,0 2-1,-1 0 1,-2 0 103,5 0 1,0 1 0,-3 0 0,-2 2-63,6-1 0,-3 1 0,-3 3 643,4 1 0,-6 4-441,8 11 1860,-37 14-1849,-24 9-56,-11 9-62,-5 9 902,10-24 0,2 2-1017,1 5 1,3 2 569,4 7 1,4 2-585,4 6 1,4 2-540,-1-15 0,3 0 0,1 1 520,2 4 1,2 0 0,0 1-6,2 3 0,1 1 1,0 0-5,0 2 0,0 2 1,-1-1 12,-1 1 1,0 0-1,-2 0-11,-2-2 1,-1 1-1,-2-2 4,-2-2 0,-3-1 0,-2-1 3,-3-4 1,-3-2 0,-4 0-10,-7 15 1,-7-4 2,-9-7 0,-7-4-478,-8-7 0,-6-5 471,10-15 1,-2-3 0,-2-2 1,-7-2 1,-2-3 0,-2-2-345,7-2 0,-1-2 0,-2 0 0,-2-2 367,-6 0 1,-2-2-1,-2 0 1,-1-1-203,6 1 1,-1-1 0,-2 1-1,0-1 1,-1-1 189,5 1 1,-1 0 0,0-1 0,-2 0 0,0 1-1,0-1-97,5 1 0,-1 0 0,0 0 0,-1-1 1,0 1-1,-1 0 0,1 0 90,-3 0 1,0-1 0,-1 1 0,0 0 0,0 0 0,0 0 0,0-1-110,0 1 0,-1 0 0,0 0 1,0 0-1,0-1 0,0 1 0,0 0 68,2 0 0,-1-1 0,0 1 1,1 0-1,0-1 0,1 1 1,0-1-135,-6 0 1,1 0-1,0-1 1,1 0 0,1 0-1,1 0-811,-5-1 1,0-1 0,2 0 0,2 0 0,3-1 971,-1 0 1,1 0 0,5-1-1,3 1 1,-14-3 0,10 0-1,3-2 1</inkml:trace>
  <inkml:trace contextRef="#ctx0" brushRef="#br0" timeOffset="31076">9741 1065 32767,'-49'-25'-667,"0"1"0,5 1 0,5 11-614,5 29 1141,12-1 74,9 19-245,12-9-25,11 15-80,15-8-741,19 1 877,-17-16 1,3-2 155,2 1 1,1-2-124,-1 0 1,-2 0-243,17 11 192,-18-6 133,-17-4 189,-19-2 31,-13 1-28,-18 2 0,-16 2-292,22-9 0,-3 0 264,-1 0 0,-1 1-22,2-1 0,2 0 141,-15 4-830,9-2-2476,28-9-3865,15-6 7052,15-4 0,-1 0 0,-4 1 0</inkml:trace>
  <inkml:trace contextRef="#ctx0" brushRef="#br0" timeOffset="31276">9957 1159 18997,'2'-3'5679,"-1"0"-4155,-1 3-1429,9-8-11,-5 19-28,7 0-56,-6 26-73,0 3-251,0 3-903,2 0-2297,2-5 3524,1-4 0,-4-16 0,-1-6 0</inkml:trace>
  <inkml:trace contextRef="#ctx0" brushRef="#br0" timeOffset="31433">10054 1025 22347,'14'-15'-958,"-13"-6"0,16 36 0</inkml:trace>
  <inkml:trace contextRef="#ctx0" brushRef="#br0" timeOffset="32434">10389 1067 26217,'-18'-33'14,"1"1"0,-13-16-25,24 58-6,2 1 39,3 0-16,0-1-6,1-3 11,0-2-22,0-4 22,0-1 11,-2-4 6,-1 2-28,-1-4 0,1 3 28,1 0-11,1 0-28,1 1 0,-2 1 0,0 3 22,-1 7 11,-3 11-5,-1 12 17,0 9-23,0 4-45,3 0 51,1-2 22,2-3-33,1-6 5,2-7 0,-1-9 124,1-9 156,0-5-17,0-9-100,3-8-79,1-10 6,3-10 22,4-7-73,3-3-5,3 0-11,3 6-23,2 7 0,2 11-56,4 8 12,5 13-12,6 10-50,5 11-51,2 8-257,-2 3-336,-5 1-320,-3-6-106,-3-7 398,-4-9 520,-2-11 275,-2-11 146,0-12 123,1-9 100,-1-8 68,-3-5 62,-7 0 50,-7 4-67,-6 11-197,-7 12-201,-10 15-28,-11 13 0,-10 12-28,-2 8-28,5 3-22,11-1-17,10-6 5,10-6-5,8-7 0,7-7 55,7-11 29,1-8 84,3-10 101,-4-9 66,-4-4 29,-7-1-56,-5 4-67,-4 9-113,-1 9-94,-1 8-18,0 17 23,0 17-11,0 24-12,0-17 1,0 3-554,-1 7 0,-1 3 548,-1 6 0,0 2-17,-2 4 1,0 1-427,0-19 0,-1 1 1,0-1 361,-1 0 1,-2 0 0,-2 0-144,-6 3 0,-4 1 0,1-4 75,-1 2 1,-4-4-233,-13 4 0,-3-10-1104,-11-20-1253,-6-26 2738,33-13 0,4-4 0,-3-4 0,10-13 0</inkml:trace>
  <inkml:trace contextRef="#ctx0" brushRef="#br0" timeOffset="33501">11116 1254 26485,'7'-45'151,"0"1"0,0 0 0,1-7 1,-1-1-1,-1 6-129,-1 10 1,-2 1-1009,2-22 0,-2-1 1045,-2 16 0,0 1-3,0-7 0,-1-2 341,-2 4 1,0 3-213,-1-12-96,-2 19 311,1 27-423,3 9 25,1 9 4,0 13-12,0 41-22,0-25 0,0 0 251,1 4 1,-1 1-241,2 9 1,0 1-556,2-6 1,0 0 408,2 12 1,1 2-208,1-3 1,4-1-752,6 2 1,1-4 577,-5-19 0,1-2-684,8 3 1,3-6-628,7-11 1170,9-10 1200,-3-33 621,-11-11-370,-6-10 925,-9-6-259,-6 7-369,-1-11 141,-3-8-628,-1 16-107,-4 1 337,1 24-533,-1 3 1141,0 9-1269,1-1-118,1 5 11,0 2-5,0 3 27,0-3 1,0 0-28,0-2-34,0-1 16,0 3-10,0-4 28,1 2-5,0-2-29,-1 2 0,0 2 0,0 3 0,0-2 0,0 1 0,-1-4 0,1-1 0,0-1 0,0 1 0,0 3 0,0 1 0,0 9 0,0-1 0,-1 12 0,0 6 0,0 2 0,2 8 0,7-5 0,7 0 0,3-8 0,24 1 0,-3-13 0,19 0 0,-7-13 0,-6-10 0,-12-2 0,0-22 0,-17 9 0,4-13 0,-12 12 0,-4 9 0,-2 8 0,-1 8 0,-4 28 0,-2 13 0,0 0 0,1 2-140,0-6 0,0 3-3137,2 9 0,0 6 0,0-5 2099,0-10 1,1-2 0,0 18 0,1-6 0,0-26-1</inkml:trace>
  <inkml:trace contextRef="#ctx0" brushRef="#br0" timeOffset="36626">10339 6194 24178,'-8'-54'565,"0"0"1,0 0 0,1 7 0,0 0-1,-2 10-262,-12-2-169,-5 20-67,-7 25-44,-10 22-12,17-4 0,1 4-481,-2 4 1,2 3 474,1 3 1,3 1-4,4-1 1,4 1 111,4-3 1,5-1-109,11 22 5,16-17 6,17-19 28,12-21 11,4-22-133,-26 3 1,-1-6 171,-1-6 1,-3-5-82,-2-4 0,-4-3 86,-3-6 1,-4-1-25,-3-4 0,-4-1-34,-3-2 1,-1 0-43,-2 1 0,0 2 0,0 7 0,-1 3 0,1 9 0,0 4 0,1-4 0,3 21 0,3 23 253,6 19-253,5 25 0,-8-17 0,0 2 21,0 8 0,0 2-21,-1 4 0,0 2-608,0 4 0,1 0 238,0 3 0,1 1-820,2-2 0,1 1 1190,-2-19 0,2 0 0,-1-4 0,-2-3 0,-1-4 0,13 21 0</inkml:trace>
  <inkml:trace contextRef="#ctx0" brushRef="#br0" timeOffset="36834">11245 5422 25976,'-8'-41'817,"1"0"1,-5-3-555,7 90-187,4-8 0,0 4-1355,0 11 0,0 4 1275,0-15 0,0 2 1,0 1-63,0 6 1,1 0 0,-1 2-684,-1 4 0,0 1 0,0 1-865,-1 4 1,0 0 0,0-1 1385,1-5 1,-1-2-1,1-4 1,-1 3-1,1-6 1,-1 7-1</inkml:trace>
  <inkml:trace contextRef="#ctx0" brushRef="#br0" timeOffset="37260">12028 5726 26732,'40'42'159,"-21"-16"1,-5 4-138,-8 10 1,-5 3-635,1 1 1,0 0 625,-2-1 0,0-1 11,0-7 0,0-1 426,-2 15-233,1-20 341,-1-19-273,4-18-102,6-17 1,9-22-104,-4 18 1,2-3 69,3-2 1,3 0-152,1 0 0,2 1 0,2 3 0,0 3 0,0 5 0,1 3 0,20-4 0,-4 19 0,-4 23 0,0 24-849,-19-10 0,-2 4-1028,1 11 1,-2 2 1382,-3-1 1,-2-3 0,-3-12 0,-2-3 0,-1 6 0</inkml:trace>
  <inkml:trace contextRef="#ctx0" brushRef="#br0" timeOffset="38933">11575 8558 19992,'0'-63'916,"-1"0"1,0 0-1,0 8 1,0 2-1,-2 9-356,-4-10 429,2 29-961,1 22 305,3 25-249,3 25-48,0-10 1,0 5-550,-1 9 1,1 4 510,-1-14 0,0 2 0,-1 1 2,-1 2 0,-2 1 0,-1 1-10,0 1 1,0 0 0,-3 1-352,0-2 0,-3 0 0,1-1 286,-1-3 0,-1 0 1,0-3 6,-6 13 1,-1-5-10,1-11 1,-2-7 110,-16 1-18,0-36 29,1-27-14,15 5 0,2-2 351,-3-7 0,1-1-349,-1-4 1,0 0 8,0-1 0,0 1 6,3 3 0,1 2 97,-8-18 1311,9 22-1428,7 18 157,4 12-179,1 23 16,2 9-5,3 20 5,9 1 18,12-1 66,19-8-33,-13-26 0,4-4-253,7-3 1,4-4 204,5-4 0,2-3 0,4-4 1,-1-4-24,-1-1 1,-2-2 5,-5-2 1,-2-1-18,-9 2 1,-4-1-204,12-7-712,-21 7-1855,-16 8 2779,-15 11 0,5-3 0,-6 5 0</inkml:trace>
  <inkml:trace contextRef="#ctx0" brushRef="#br0" timeOffset="39443">11283 10146 23982,'0'-63'1013,"1"0"1,-2 4 0,-1 2-759,0 11 0,-1 3-51,-1 6 1,0 4 63,-4-14-133,2 20-57,2 20-22,1 20 0,-1 20-5,-2 27-46,2-19 1,-1 3-566,-1 7 0,-2 2 568,0 5 1,-1 1-15,1 2 1,0 0 13,2-2 0,2-1 6,1-6 0,3-2-5,2-9 0,3-4-9,5 14 0,5-25 0,-1-24 0,5-24 0,6-23 0,-9 14 0,1-3 353,3-5 0,1-1-353,2-2 0,1 0-349,1 0 1,0 1 348,0 5 0,1 2 0,-3 6 0,0 3 0,14-6 0,-8 19 0,-6 18 0,-1 13 390,4 14-390,4 7-34,7 6-255,-15-21 1,0-1-314,3 0 0,1-1-295,3-1 1,0-2-1283,1-2 0,2-2 2179,1-3 0,-3-2 0,6 0 0,-8-6 0</inkml:trace>
  <inkml:trace contextRef="#ctx0" brushRef="#br0" timeOffset="40484">12135 10334 14499,'0'-3'8251,"0"0"-4459,0 3-3557,-35-53-123,26 40-17,-20-39-5,42 52-46,15-2-32,13-5-1,13-5-206,-22 3 1,-1-2 200,2 0 0,-2-2 22,1-6 0,-3-2 16,7-7 102,-8-20 72,-24 10 40,-10-12-28,-11 3-18,-13 5-49,-9 11-57,-7 10-32,-2 11-74,3 15 0,4 15 0,7 17-1630,19-2 0,4 2 1630,-3 16 0,10-8 0,7 0-236,4-13 1,4-2-9,6 9 1,4-1-191,7-3 0,5-4-505,5-3 0,4-5-293,6-4 0,2-6-379,4-3 1,2-5 151,1-6 0,0-4 879,-2-4 1,-1-4 1102,-6-3 1,-2-4 1514,-5-6 1,-4-1-761,6-10 548,-9-17-526,-25 18-432,-2-10 2636,-6 3-2922,-12 2-442,1 17 494,-17 7-494,-1 22 0,-15 11-34,-3 16-78,1 12-17,24-10 1,4 1 924,-4 12-931,12-14 1,6-2-17,14 0 199,9-2-200,15-14-4,21-28 38,-5-11-306,-1-10 340,-11-8 84,-16 6-32,-1-7-108,-10 6 0,-7 5 0,-6 14 0,-2 6 0,-1 10 295,-2 11-295,1 8 0,4 26 0,4-10 0,15 20-707,16-18-289,-9-14 1,4-2-70,5-1 1,5-4-2078,18-2 0,2-5 1604,-17-1 1,0-2-4,0-4 1,3-3 0,-4-1 1806,-2-2 0,-3-3 2361,4-4 0,-1-2 2845,12-21-1780,-25-18-2482,-20 4-813,-8 0 180,-14 0-179,-10 12-102,-15-1-142,7 27 0,-3 7-140,0 8 1,0 5-283,-1 1 1,0 5 267,-3 12 0,4 4 0,10-4 0,2 4 0,-3 14 0,4 3 0,10-11 0,7 1 0,8 0 0,8-3 0,17-1 0,3-21 0,5-7 0,1-8 0,2-7 0,2-3 0,3-4 0,-1-2 0,12-13 0,-2-6-875,-13 4 0,0-3 0,-6 1 875,-1-5 0,-7-2 0,-9 4 0,-2-3 0,-4 0-335,-2-16 1,-5-2 334,-1 10 0,-3-2 0,-1-1-206,-4-4 1,-2-2 0,-2 4 205,-4-6 0,-3 4 0,-1 4 0,-1 10 0,-4 14 304,3 24-304,5 45 0,2 18 661,8-10 1,1 4-662,4 5 0,1 0 0,1-9 0,2 1 0,1-6 0,2 1 0,2 2-333,3 4 1,2 1-1,1 0-1854,1 1 1,0 0 0,2 1 1988,1 2 1,1 0 0,-2-7-1,-1-8 1,-2-6 0,4 3-1</inkml:trace>
  <inkml:trace contextRef="#ctx0" brushRef="#br0" timeOffset="42050">13454 6093 18425,'-6'-2'4151,"1"1"-3810,-5-38 1,5-11-546,9 11 437,3-5 1,3-9-1,7 9-603,13 14 1,8 6 456,-3-1 1,5 0 0,1 3-339,0 6 0,1 4 1,0 1 341,4 2 1,0 2-1,1 3-14,1 2 0,-1 2 0,1 3-21,0 2 0,1 4 0,-2 2-25,1 4 1,0 3 0,-2 4-529,1 4 0,-1 4 0,-2 3 495,0 7 0,-1 3 1,-4 4-488,-9-7 1,-3 3-1,0 1 1,-3-2 482,2 7 0,-2-1 1,-4 6-6,-7-7 1,-2 6 0,-2 2 0,-3-1 0,-2-3-283,-4 13 1,-6-3 0,-1 4 280,1-13 1,-1 3 0,-2 2 0,-1-1 0,-3-4-6,-5 3 0,-3-3 0,-2-2 0,-2 0-4,-1-2 0,-3 0 0,-1-2 0,-1-2 0,-2-1 0,-1-1 0,-2-2 0,-1-1-87,-2-1 0,-1-2 1,-2 0-1,-1-2 109,-2-2 1,-2-1-1,-1-1 1,-1-2 0,-2-2 1,-1 0 0,-1-3 0,-1-1 5,0-1 1,-1-2-1,0-2 1,-1-2 17,1-1 1,-1-2-1,1-2 1,-1-1-12,2-2 1,0-1-1,0-2 1,0-1-14,1-2 1,0-3 0,0 0 0,0-3 5,0 0 0,0-2 1,0-2-1,1-1 0,-1-2 1,0-1-1,0-1 1,1-1 0,0-2 1,1 0 0,1-1 0,0-1 18,3 0 0,1 0 0,0 0 0,2-2 153,-8-5 1,1 0 0,4-2-104,7 4 0,3-2 1,3 0 30,-5-9 0,6-1-20,12 3 1,6-1 1550,2-27-1612,17 4 0,7 9 1842,2 10-1814,-4 12 2275,-4 13-2325,-4 7 1042,-1 6-1025,0 13 213,0 1-258,0 16 33,0 1 0,0 5 11,-2 0 40,-3 0 11,-6-4 44,-5-2-21,-3-5-18,-2-4 40,3-8-18,6-5-27,5-5-11,5-2 195,1-1-201,1-5-28,0-6-16,-1-7 21,-1-8 23,0-1-33,1 0-18,0 1 1,3 2 16,3 1-16,4 1-34,8-3 28,6-1-17,7-2 23,8-3 27,4 2-33,6 0 11,0 4-11,-2 4 12,-4 5-12,-7 5-23,-8 6 12,-7 4 22,-6 6-5,-5 3-6,-2 6-6,-1 1 6,-1 2 11,-2-2-22,0-1 11,-3-2 11,0-3 29,-3-1 21,-6-4-16,-8-2-6,-11-2-11,-12-3 11,-8-2-11,-5-4-28,-1 2 13,1 1-13,4 4 0,2 8 0,0 10 0,2 10 0,3 12 0,5 7-413,7 8 413,7 5 0,13-26 0,1 0-91,2 1 1,1 0 90,-2 29 0,7-6 0,8-11 0,5-10 0,1-12 0,-3-11 0,-2-9 405,-3-15-405,0-9 189,0-16-189,-1-10 0,1-14-362,0 25 0,0-3 362,2-3 0,3-2 0,2 1 0,3 2 0,3 2 0,3 3-161,2 5 0,4 4 161,1 5 0,3 4 0,2 1 0,1 4 0,1 3 0,1 2 0,0 2 0,0 2 0,-1 3 0,0 3 0,-3 2 0,0 3 0,25 16 0,-11 9 0,-10 3 0,-13 2 0,-10-2-992,-7-2 992,-5 0 0,-1-16 0,-1-1 0</inkml:trace>
  <inkml:trace contextRef="#ctx0" brushRef="#br0" timeOffset="48809">4929 12886 19236,'-3'-49'939,"1"0"0,0 0 0,0 1 0,-1-10 0,0 1 0,0 8-499,1 7 0,-1 5 154,-2-11-213,1 24-286,2 19-22,1 12 11,2 24-45,0 6 1,0 5-38,0 7 1,-1 3-945,0-3 1,-2 2 0,0-1 910,0 6 0,-2 1-219,-2 5 0,-2 5 0,1-7-78,1-10 1,1 0-790,0-1 1,0 7 0,1 0 0,0-6 713,3 6 0,0-4 0,-1 3 0,1-6 0,4 1 0</inkml:trace>
  <inkml:trace contextRef="#ctx0" brushRef="#br0" timeOffset="49467">4965 12457 20188,'-8'-60'1071,"1"-1"1,3 7 0,9 9-775,29 15-205,-5 19 1,3 4-977,10 1 0,3 3 898,9 1 0,3 2-369,-14 1 0,2 2 0,0 0 358,4 1 1,0 0 0,2 1-343,4 0 1,0 1 0,2 0 339,3-1 1,2 0 0,2 0 1,-13-2 0,2-1-1,0 0 1,2 0 8,4-1 0,1-1 1,0-1-1,2 0-5,-9-1 1,1 0 0,0 0 0,1-1 0,1-1-410,2 0 0,2 0 0,0-1 0,0 0 1,1-1 402,-8 1 0,1-1 0,-1 1 0,2-1 0,-1-1 0,1 1-177,1 0 0,1 0 1,-1-1-1,1 1 0,1-1 1,-1 0 178,1 1 1,0-1 0,1 0 0,0 0 0,-1 1-1,1-1 0,-1 1 1,1 0 0,-1 0 0,1 0 0,-1 0 0,0 0-105,-1 1 0,0 0 0,0-1 1,-1 1-1,0 0 0,0 0 113,-2 1 0,-1 0 1,0 0-1,0 0 0,-1 0 1,0 0-36,6 0 1,0 0 0,-1 1 0,0-1 0,-1 1 90,8-1 0,-1 1 1,-1 0-1,-2 1 12,-6 0 1,-1 0 0,-1 1 0,-2-1 200,8 1 1,-1 0 0,-4 0-232,-8 2 0,-2-1 0,-2 2 630,7 1 1,-5 1-607,17 8 2024,-23 7-2013,-14 7 28,-8 13-17,-6 15 855,-6-20 1,-2 2-920,-1 5 0,-2 3-1,-2 5 1,0 2 0,-3 5 0,0 3 17,2-16 1,-1 1 0,1 0-36,0 4 0,-1 1 0,2 0-446,0 4 1,0 0-1,1 0 436,0 2 1,1 0 0,0 0-4,0 0 0,2 1 0,-1-1-4,1 0 1,0-1-1,0-2 1,1 9 0,-2-1 5,-1-5 0,-2 2 0,-1-3-421,-6-2 0,-3 0 419,0-5 0,-3 2 0,-3-5-3,-15 5 0,-6-7 0,-8-4 1,-7-6 2,13-12 0,-2-3 0,-3-2-4,-6-1 0,-2-3 1,-2-2-313,8-3 1,-1-1 0,-1-1 0,-1-1 313,-6-1 1,-1 0 0,-1-1 0,-1-1-212,8 0 1,-1-2 0,-1 1-1,0-2 1,-1 1 214,-3 0 0,-1 0 1,-1-1-1,0 0 0,-1 0-1,8 0 0,0 0 0,-1 0 0,1 0 0,-2 0 0,1 0-2,-3-1 0,0 1 0,-1 0 0,1 0 0,-2 0 0,1 0-101,-3 0 1,1 0-1,-1 0 1,-1 0-1,0 1 1,0-1 102,8 1 1,-1 0-1,0 0 1,-1 0 0,1 0-1,-1 1 1,1-1-101,-2 0 1,0 1 0,0-1 0,0 1 0,0-1-1,-1 1 1,1-1 91,0 1 1,0 0 0,0 0-1,0 0 1,0 0 0,0 0-1,1-1-41,1 1 1,0 0 0,0 0 0,0 0 0,1 0 0,0 0 0,1 0-61,-7-1 1,1 1 0,0-1-1,1 1 1,0-1 0,2 0-226,-8 0 0,2-1 0,1 1 1,0-1-1,2 0-876,6-1 0,0 1 0,2-1 1,1 0-1,2-1 1209,-1 1 0,1-1 0,4 0 0,3 0 0,-14-2 0,9 1 0,-1-2 0</inkml:trace>
  <inkml:trace contextRef="#ctx0" brushRef="#br0" timeOffset="50810">13576 12777 19842,'3'-59'463,"-1"0"0,1 0 1,-1 1-1,1 3 0,-1 1 1,0 2-1,-1 5-113,-1-17 0,-2 7-109,1 11 0,-1 6 5,-2-9 955,0 35-1134,-1 35 11,-3 31-44,2-11 0,0 4-644,-1 10 0,-1 4 610,2-15 0,-1 1 0,0 1-365,-1 5 0,0 0 0,0 1 352,-2 3 0,0 0 0,-1 1-21,1 0 0,-1 0 1,0-1-78,1-2 0,0-1 1,1-2 41,2-6 0,1-1 0,1-2-125,-1 7 1,2-5-255,2 11 73,4-33 1064,2-35-902,4-29 182,-2 10 1,1-4 426,1-10 0,1-3-391,0-9 1,1-2-205,-3 14 0,-1-1 0,0 0 212,0-5 0,0 0 0,0-1-2,-1-2 1,-1 0-1,1 1 7,-1 0 1,-1 1 0,0 0 5,0 4 0,0-1 1,0 2-3,-1 4 1,1 1-1,0 2-263,2-15 0,3 4 246,0 9 1,3 4-35,2 9 0,5 4 12,30-8 6,-15 24 0,4 4-5,10 3 1,5 4 5,-10 1 1,2 2 0,2-1-247,7 2 0,2 0 0,1 0 252,-7 0 0,1 0 0,2 0 0,0-1 4,7 0 0,1 0 0,1 0 0,2-1 4,-7 0 0,1-1 1,1 0-1,1-1 1,0 0-298,-4-1 1,0 0 0,1 0 0,1-1 0,0 0 0,1 0 293,-5 0 1,1 0 0,1-1-1,0 1 1,0-1 0,1 0 0,0 0-208,3-1 0,1 0 0,0 0 0,1-1 0,0 1 1,0-1-1,0 1 206,-5 0 1,1-1 0,-1 1-1,1 0 1,0 0 0,1-1 0,-1 1-1,0 0-92,2-1 0,-1 0 0,1 1 1,0-1-1,0 1 0,0-1 1,0 0-1,0 1 95,0-1 1,0 1-1,0 0 1,1-1-1,-1 1 1,0-1-1,0 1 1,0 0-36,-1-1 1,0 1-1,-1 0 1,1 0-1,-1-1 1,0 1 0,0 0-1,0 0 34,5-1 0,1 1 1,-1 0-1,0-1 1,0 1-1,-1 0 1,0 0 31,-4 1 1,0-1-1,-1 1 1,0-1-1,1 1 1,-1 0 0,1 1-25,2-1 1,1 0-1,0 1 1,0 0-1,-1 0 1,-1 1-1,-2-1 2,8 1 0,-1-1 1,-3 1-1,0 1 1,-1 0-8,-5-1 1,0 1-1,-1 1 1,-1 0 0,-4 0 12,15 3 1,-4 0 0,-6 2 424,-2 3 1,-3 3-416,1 0 0,-5 6 53,-19 5 1,-8 3-26,-9 12-20,-19-6 1,-8 2-4,-2-3 1,-3 0-6,-8 13 0,-1 4 190,9-12 1,0 2-1,0 1-207,0 4 0,-1 1 1,1 2-16,0 3 0,-1 2 0,2 1-4,-1 3 1,1 0 0,0 2 1,0 1 1,1 1-1,0 1-2,0-1 1,0 1 0,-1-1-1,-1-1 1,-1-1-1,-1-1-9,-1-2 1,-1-2-1,-5-1 1,2-10 1,-4 0 0,-2-2-1,0-2 18,-9 4 0,-1-3 0,-2-3 76,2-1 0,-2-2 1,-2-5-83,-5-4 0,-3-5 1,0-4-5,2-3 1,0-4-1,-4-1 71,2 0 1,-3-1-1,-2 0 1,-4-2-71,17-2 1,-2-2 0,-2 0-1,-1 0 1,-1-1 0,1-1-1,1 1-186,-7 0 0,0-1 0,1 1 0,-1-2 0,1 1 0,-1-1 193,0 1 0,0-2 0,0 1 0,-1-1 0,1 1 0,-1-1-71,7 1 0,0 0 1,0-1-1,-1 1 1,1 0-1,1 0 0,1 0 73,-3 0 1,2 0 0,0 0 0,1 0 0,-2 1 0,-2-1-54,-1 0 0,-2 1 0,-2-1 0,0 1 0,-1-1 1,1 1-1,0 0 48,1 0 1,0 0-1,0 1 1,0-1 0,-1 1-1,-1 0 1,0 0-52,7 1 0,-1-1 1,-1 1-1,-1 0 1,0 0-1,1 0 1,1 1-1,2-1 1,3 0 9,-9 0 0,4 1 0,2-1 0,1 1 0,-2 0 0,-3 0-129,-1 0 0,-4 0 0,-2 0 0,1 0 1,1 1-1,3-1 0,6 1-757,-8-1 0,5 1 1,3-1-1,-1 1 930,-3 0 0,-1-1 0,2 1 0,5 0 0,7-1 0,3 1 0,6-1 0,-19 0 0</inkml:trace>
  <inkml:trace contextRef="#ctx0" brushRef="#br0" timeOffset="51793">22263 11941 22276,'29'-49'461,"0"1"0,-1 0 1,-1 16 750,-1 31-937,-2 21-34,0 32-138,-18-9 1,-2 3-374,-1-4 1,-1 3 310,-4-2 0,-2 4 0,-1 1-709,-3 8 1,-1 2 0,-1 1 676,0 1 0,-1 1 1,1 2-8,1-10 1,-1 2 0,1 0 0,0-3 2,1 5 1,0-3 0,2-3-6,-2 9 0,2-2 0,1 2 0,0-2-103,2-14 0,0-3 97,0-4 1,1-3-7,-3 16-32,4-48 495,0-28-473,2-7-9,1-12 0,1-5 31,1 4 0,1-2 850,0-7 0,0-6-849,1 1 1,1-4 0,-1 2-425,-2 13 1,-1 3 0,1-3 422,0-8 0,1-2 0,-1 1 5,-1 3 1,-1 0 0,0 0-463,-1 1 1,1 1 0,0 0 457,0-1 1,1 1 0,0 0-255,2-3 1,0-1 0,2 5 246,6-4 1,1 6 2,-2 13 0,4 4-31,5 3 1,6 5 50,7 11 1,4 6-26,5 1 0,4 4-9,13 7 0,4 6-240,-19-1 0,0 2 1,-1 1 250,14 3 0,2 1-7,-6-1 0,4 0 0,3-1 11,-8-3 1,3-1 0,1-1 0,0 1-2,-8-2 1,1 0 0,0 0 0,1-1-1,2 0 8,-1 0 1,1-1 0,2 1-1,0-1 1,-1-1 0,0 0-150,5 0 0,0-1 1,-1 0-1,0-1 0,1 1 150,3-1 1,0 0 0,0 0 0,0-1 0,0 0-176,1 0 0,-1 0 1,1-1-1,0 0 0,0 0 163,-1 0 1,0-1-1,-1 1 1,1 0-1,-1-1-134,-2 0 1,0 0 0,-1 0 0,1-1 0,-2 1 139,-2 0 0,-1-1 0,0 1 0,-1-1 0,0 1-3,8-1 0,-1 1 1,-1-1-1,-1 1 8,-6-1 1,0 0 0,-2 1-1,-1-1 213,7 1 1,-1 0-1,-3-1-207,11 1 1,-5 1 633,-15 1 0,-5 3-650,9 8 2032,-26 13-2004,-16 12-12,-7-3 6,-5 3 0,-2 3-6,1-7 0,-1 2 917,-5 18 0,1 4-926,0-3 1,2 1-14,3-14 0,0 1 0,0 1 11,1 5 0,0 1 0,1 1-215,0 4 0,0 2 1,1 1 210,1 3 0,1 0 1,0 1-379,1-14 0,1 0 0,0 1 1,0-1 379,0 0 1,1 0-1,0 0 1,0-1 1,0 15 0,1 0 0,-2-1-241,0-3 0,-1-1 0,-2-1 245,-1-4 0,-2-1 0,-3-3-4,-3-4 0,-4-2 0,-3-2 9,-4-5 0,-3-2 1,-5-3-7,-5-3 1,-3-4 0,-4-3-251,-6-2 1,-3-4 0,-3-3 249,8-3 0,-2-3 0,-1-1 0,-2-2-2,-6-2 0,-2-3 1,-2 0-1,-1-2-142,7 0 0,-2 0 1,-1-2-1,0 0 1,-1 0 141,4-1 1,0 0 0,0 0 0,-2-1 0,0 0 0,0 0-69,4 0 0,-1 1 0,0-1 0,0 1 0,-1-1 0,-1 0 0,1 0 54,-4 0 0,1 0 0,-2-1 1,1 1-1,-1 0 0,0-1 1,0 1-118,6 0 0,-1 1 0,1-1 1,-1 1-1,0-1 0,0 0 1,0 1-1,0-1-31,0 0 1,0 0-1,-1 0 1,1 1 0,0-1-1,0 0 1,0 0 0,1 0-1245,-6-1 1,0 0 0,-1 0-1,2 0 1,1 0 0,2 0-1,2 1 1177,-6-2 1,2 1-1,2 1 1,3-1-1,3 1 1,-14-2-1,5 0 1,13 2-1,3 1 1</inkml:trace>
  <inkml:trace contextRef="#ctx0" brushRef="#br0" timeOffset="53867">5872 13407 21875,'21'-39'866,"-1"1"1,1-1 0,7-15 0,-7 4-396,-11-9 76,-6 0-205,-9 4-56,-7 13-55,-15 18-141,-13 21-17,-15 25-473,21-2 1,0 5 418,-3 7 1,1 3-6,2 3 0,1 3-6,6 2 1,4 0 5,5-2 0,6 0-84,6-4 0,5-2 65,19 20 16,22-19 6,20-19-20,-25-18 0,1-6-334,4-5 0,-2-6 356,1-5 1,-2-7 2,5-15 1,-4-4-12,-12 15 0,-2-2 15,-5-1 0,0-3 1,-4 1 15,-3-5 0,-3-1-447,3-11 1,-1-2 466,-3 4 0,-1 2 30,-2 8 0,0 4 817,0-15-818,-2 28 129,-3 20-220,-1 48 0,-1 10 0,-2 10 0,-1 2-127,2-21 0,0-1 102,-1 1 1,0 4 0,1-2-214,0 2 0,2 0-530,0 12 1,5 1-1619,5-2 0,3-3 2386,2-7 0,2-6 0,9 10 0,-8-27 0</inkml:trace>
  <inkml:trace contextRef="#ctx0" brushRef="#br0" timeOffset="54084">7073 12611 28154,'-36'38'33,"0"-1"1,0 14 0,8 4-62,16 2 0,6 3-1399,-1-8 1,-1 3-1,1 1 979,0 3 0,0 1 0,2 2-1665,2-8 0,1 3 0,1-1 0,1-3 1870,1 2 0,2-3 1,-1-1-1,1-5 0,-1-1 1,2-9-1,7 6 0</inkml:trace>
  <inkml:trace contextRef="#ctx0" brushRef="#br0" timeOffset="54467">7704 13117 23444,'0'-7'3719,"0"1"-3204,0 6-139,0 0-292,6-14 11,3 57-78,0-8-15,-5 11 1,-1 5-735,-2-7 0,-1-3 732,0-7 0,-1-1 5,1 1 1,-1-1 6,-1 6 32,-1-4 7,2-26-23,1-26 28,9-24-23,0 0-8,2 10 1,2-2 4,5-4 1,3-1-335,0 1 1,3 0 320,6-5 1,3 3-18,-3 11 0,0 4 0,20-10 0,-2 11 0,-12 18 0,-1 5 0,14 11 497,-9 1 0,-3 6-540,-15 7 1,-4 3-182,8 23-653,-14-13 1,-2 3 876,-3 2 0,-2-2 0,3 14 0,-2-1 0</inkml:trace>
  <inkml:trace contextRef="#ctx0" brushRef="#br0" timeOffset="55251">14999 12973 23495,'15'-49'647,"0"1"1,1-1-1,-2 5 1,-1 1-1,-6 6-277,-14-13-130,-11 10-49,-17 14-85,-13 13-44,-13 21-632,24 3 0,0 6 581,-3 7 0,0 4-8,-1 5 0,2 3-9,3 1 1,4 2 13,6-1 0,5 0 14,6-3 1,6-2-17,15 21 39,24-17-40,24-18-21,-2-14 21,-4-14 1,0-8-1,-13 1 1,-2-4-343,14-10 1,-1-4 381,-14 0 0,-5-3 33,-4-3 1,-3-2 24,-4-1 1,-3-1-6,-3 1 0,-2 0-39,-2 11 0,-2 0-47,2-30-12,-4 38 809,-1-1-809,-3 27 240,0 17-240,-3 17 0,-1 17 139,3-20 1,1 1-140,0 3 0,0 1 0,2 1 0,1-1-339,2 1 0,3 0-613,1-2 0,3-1-1499,2-2 1,1-1 2450,13 18 0,-10-22 0,-6-15 0</inkml:trace>
  <inkml:trace contextRef="#ctx0" brushRef="#br0" timeOffset="55851">15182 12553 13620,'-3'-8'3903,"-7"-33"1,-2-10-2363,2-4-1672,2 16 0,-2-5 0,2 3 551,3 5 0,1 3 213,-4-27 384,4 12-602,2 13 47,1 16-350,5 11 17,3 18 28,6 15-1,2 25-97,-8-15 0,-1 2-18,-1 6 0,-2 2-44,-3 4 1,-3 1-567,0 2 1,-1 0 44,-1 0 1,0 1-1628,1-1 0,1-1 2151,1-8 0,2-3 0,0 10 0,1-24 0</inkml:trace>
  <inkml:trace contextRef="#ctx0" brushRef="#br0" timeOffset="56284">16505 12544 20565,'9'-51'927,"-1"1"1,0-1-1,1 1 1,-1 0 0,1-1-615,0-1 1,0-1 0,0 2-535,0 5 0,-2 1 1,1 1 480,1-11 1,-1 4-63,-2 13 1,-2 3 529,0-6-622,-2 23 194,-4 31-233,-3 28-39,0-5 0,0 5-866,-4 15 1,-1 4 839,2-11 0,0 3 0,-2 1-485,-1 7 1,-1 3 0,0 0 466,1-10 1,0 1-1,0 0 1,-1 1-512,0 3 1,-1 1 0,0 0 0,1 0 185,-1 2 1,1 0 0,0-1 0,1 1-832,1 0 0,1-1 0,1 0 0,0-2 982,3-8 0,-1-1 0,2-2 0,0-3 0,-1 17 0,3-8 0,1 5 0</inkml:trace>
  <inkml:trace contextRef="#ctx0" brushRef="#br0" timeOffset="56693">17357 12476 25724,'-4'-40'767,"0"-1"0,-3-18-571,5 74-44,0 19-40,1 25-73,-1-22 0,0 3-633,0 6 1,-2 1 598,1 2 1,-2 2 5,1-1 0,-1 1-3,0-3 1,0-2 159,1-5 0,-1-3-84,-6 22-33,5-30 89,1-16-67,9-29-12,8-13-22,12-21 3,-2 9 0,2-1-285,-7 12 0,1-1 271,10-14 0,1 1 3,-9 17 0,1 2-15,5-4 1,0 1 854,23-10-859,7 17-12,-21 15 0,13 19-40,-16 14-21,8 19-172,-14-7 1,-1 4-2060,-2 0 0,-1 1 1449,0 0 0,0 3 843,3 11 0,-3-4 0,-5-14 0,-5-10 0,0 0 0</inkml:trace>
  <inkml:trace contextRef="#ctx0" brushRef="#br0" timeOffset="57467">23131 12848 23182,'25'-42'321,"0"-1"1,0 1-1,-2 3 1,-1 0 0,-3 4-157,-4 1 0,-3 3 109,5-25 768,-13 12-908,-20 16-27,-18 15-18,-25 24-546,21 3 1,-3 5 478,-4 6 1,0 5-18,-2 3 1,3 2-1,3 2 1,5 0 11,6-1 0,6 0 164,6-3 0,7-1-164,12 21 404,21-16-438,22-16 28,11-20-5,-23-8 0,0-5-228,0-5 0,0-5 244,1-5 1,-2-3-6,-1-5 0,-3-4 2,-2-3 1,-2-4 13,-6 7 1,-2-3 0,0 3 46,-1-3 0,-1 1-13,4-17 0,-2 4 112,0-2 66,-1 0-210,-6 22-35,-6 25 0,-3 13 482,-6 25-482,-4 14 0,4-11 0,-2 4 39,0 3 0,0 2-39,0 3 0,1 2-166,2 1 1,1 1-477,3 0 1,3 1-1216,4-1 1,4 1 1856,5 1 0,0-3 0,5 6 0,2-10 0</inkml:trace>
  <inkml:trace contextRef="#ctx0" brushRef="#br0" timeOffset="57701">23974 12137 23237,'9'-48'962,"0"-1"0,0 1 0,3-15 0,-2 8-649,0-5 135,-3 24-285,-6 29-23,0 18-37,-3 19 1,-2 7-42,-3 25-378,1-21 0,-1 5 0,0-1 318,-5 12 1,-1 3-693,2-8 0,-1 3 1,0 1 666,-1 4 1,-1 0 0,1 5-98,4-16 0,0 2 0,0 2 0,0-1 0,1 0-250,-1 6 1,1-1-1,1 1 1,0 1-960,1-4 0,0 2 1,1 0-1,0-1 0,1-4 1329,1 15 0,0-4 0,1-6 0,1 4 0,0-8 0,1 6 0</inkml:trace>
  <inkml:trace contextRef="#ctx0" brushRef="#br0" timeOffset="58100">24584 13078 22604,'16'-43'720,"1"1"0,-1 0 1,0-1-1,-1 1 1,0 3-405,-2 1 0,-1 3-98,-1 3 1,-2 4-90,-2 4 11,-3 12 6,-2 22-12,-2 15-28,-4 27-70,1-17 1,-2 3-499,-1 7 1,0 0 469,0-8 0,0 1 9,-1 19 0,-1-1-17,4-19 0,1 0-151,-1 13 1,0-2 161,2 9 28,2-22 6,0-19 28,3-21-12,10-29-10,9-11-29,-5 11 1,3-2-395,2 2 0,0 1 386,-3 6 0,1 0 16,6-3 1,1 1 301,16-10-310,-13 17 1,1 2-17,14-1-6,1 22 0,-23 14-29,3 31-200,-9 11-1389,-6-2 1,-2 6 1617,-5-19 0,-1 2 0,0-3 0,0 7 0,0-3 0,-3-10 0,0-1 0</inkml:trace>
  <inkml:trace contextRef="#ctx0" brushRef="#br0" timeOffset="59827">9334 13285 23355,'40'-12'529,"-7"4"0,5 0-481,2 1 1,5 0 0,4-1-1434,3 0 1,5-2 0,0 1-1,-3 0 1389,2 0 0,-2 0 0,3-1 4,-6 2 1,3-1 0,2-1 0,0 1 0,-3 0-272,1 0 1,-2 0 0,0 0 0,3-1 263,1 0 0,2 0 0,2 0 0,1-1 1,0 0-77,-7 2 1,0 0 0,1-1 0,1 1 0,-1-1-1,1 1 72,3-1 0,0 0 1,0 1-1,1-1 0,0 1 1,0 0-175,2 0 0,-1-1 1,1 1-1,0 0 1,0 0-1,0 1 169,-1 0 1,0 0 0,0 0-1,0 1 1,0 0 0,-1 0 3,-2 0 0,-1 0 0,0 1 1,-1 0-1,0 0 0,-1 0 4,6 0 0,-1 0 0,-2 0 0,0 0 0,-2 1 65,6-1 1,-1 0 0,-3 1 0,-1 0-66,4-1 0,-2 0 0,-5 1 546,7 0 1,-7 1-525,7-2 1661,-38 4-1672,-30 1 2526,-16 0-2515,-19-2 17,-19-3-14,22 2 1,-2-2 717,-7-1 1,-3-2-663,-3 0 0,-1-1 79,0 0 0,0-2 125,1-3 1,3-2-124,14 4 1,4-1-34,-17-13 256,31 6-211,13 6-68,6-2-66,12 3-7,12 5-22,17 6-11,15 9 261,-22 1 0,1 3-267,5 3 1,0 2 8,3 3 0,2 3-13,-5 0 1,1 1 0,-3 0-395,4 1 0,-1 2 389,-1 0 0,3 3 0,-5 0-525,0 4 0,-3 1 293,6 9 1,-4 3-371,-9 0 1,-7 1-1079,-10-1 1,-8 1 1694,-13 2 0,-5-3 0,-1 5 0,-12-8 0</inkml:trace>
  <inkml:trace contextRef="#ctx0" brushRef="#br0" timeOffset="60584">18894 12791 19311,'-52'0'1181,"1"0"1,7-1 0,9-1-325,15-5-493,48-3-241,12 2 0,7 1-784,0 1 1,5 0 689,3 2 1,8-1-1,3 0 1,-3 1-698,-9 1 0,-3 0 1,2 0-1,4 0 675,-6 1 1,4-1-1,2 0 1,1 0-1,-1 1 1,-2-1-411,5 1 0,0 0 0,-2 0 1,1 0-1,0 0 408,2 1 1,1-1 0,0 0-1,-2 0 1,-2 1-308,3-1 1,-3 1 0,0-1-1,2 1 301,-4-1 0,2 1 0,1-1 0,-2 0 0,-2 1 2,3-1 0,-3 0 1,0 0-1,4-1 2,-8 1 1,4 0 0,1-1 0,1 0 0,-2 1 0,-2-1 4,12-1 0,-2 1 1,-2-1-1,1 1-3,3-1 1,0-1 0,-2 1 0,-7-1-6,10-1 0,-7 0 42,-5-1 0,-7-1 448,-4-7-322,-11-7 1467,-30 0-1551,-19-3-28,-5 8 2457,-18-4-2387,8 8 0,-3 1-37,-1-2 1,-2 0 1193,-10-2 1,1 0-1200,8 4 0,1 0-23,3 1 1,3 1-1,-14-4 152,2 1-101,27 8-56,0 0-39,21 4 5,15 5 624,4 1-641,11 7 1,4 4 8,-6-1 0,1 3-493,16 9 0,1 3 473,-8 0 0,-2 2 6,-1 4 0,-4-1-11,-7-7 0,-3 3-224,4 15 0,-5 2-1068,-14-15 1,-2 0 684,1 11 1,-3-3 0,-8-1 0,-5-19 0</inkml:trace>
  <inkml:trace contextRef="#ctx0" brushRef="#br0" timeOffset="62543">24803 13848 17770,'2'-8'5053,"-1"2"-4051,-1 6-246,0 0-526,4 8-23,-5 26-39,0 19-510,-3-13 1,-2 3 378,-1 4 0,-2 1-12,-2 4 0,-2 1 6,-2 3 0,-3 2-11,4-18 1,-1 1-1,-1 0-468,-2 1 0,-2 0 0,-2 0 459,-2 1 0,-2-1 0,-2 0-500,-3 0 0,-2-1 1,-1 0 484,-4 0 0,-3-1 1,-1-1-5,-3 0 1,-3-1-1,-1 0 12,10-10 0,-2 0 1,0-1-1,-1 0-454,-3 0 1,0-1 0,-2 0 0,0 0 447,-2-1 1,-2 0-1,0 0 1,-1-1-1,-3 1 1,-1-1 0,-1 0-1,-1-1-255,9-5 0,-1 0 0,0 0 0,1-1 0,0 0 258,-2 0 1,2 0-1,-1-1 1,-4 0 0,1-1 1,-4 0 0,-2 0 0,-1 0 0,1-1 0,3-1-142,1 0 0,3-2 0,0 1 1,-1-1-1,-4 1 137,3-1 0,-3 1 1,-2 1-1,-2-1 1,1 0-1,0 0 1,2-1-83,-4 1 1,1-1 0,0 0 0,1-1 0,-1 0 0,-1 1 79,8-2 0,-1 0 0,0 0 0,-1-1 0,1 1 0,-1 0 0,0-1-21,-2 1 1,0 0-1,-1 0 1,0-1 0,1 1-1,-2-1 1,1 1 27,-1-1 0,-1 1 0,0 0 1,0-1-1,-1 1 0,1-1 0,-1 1-5,7-2 1,0 0 0,-1 1-1,1-1 1,-1 0 0,0 1-1,0-1 1,0 0 0,-1 0 0,0 1 1,-1-1-1,1 0 0,-1 1 1,0-1-1,0 0 0,0 0 0,-1 1 0,0-1 1,-1 0-1,1 0 1,-1 0-1,0 0 0,0 0 1,0 0-3,-1 1 1,0-1 0,-1 0 0,1 0 0,-1 0 0,0 0 0,0 0 0,0 0 3,5-1 0,1 0 0,0 0 1,-1 0-1,0 0 0,0 0 1,0 0-1,0 0 0,0 0-5,0 0 0,-1 0 1,0-1-1,-1 1 0,1 0 1,0-1-1,0 1 0,-1-1 1,1 0 1,-1 1 1,0-1 0,-1 0 0,1 0-1,0 0 1,-1 0 0,1 0 0,0 0-1,-1 0 0,0-1 1,0 1 0,0-1 0,0 1 0,0-1 0,0 1 0,0-1-1,0 0 1,-1 0-9,1 1 1,-1-1 0,1 0 0,-1 0-1,0-1 1,1 1 0,-1 0 0,0 0-1,0-1 5,0 1 0,1 0 0,-1-1 0,0 1 0,0 0 0,0-1 0,0 1 0,0-1 0,0 0 1,0 0 1,0 1 0,0-1 0,0 0 0,0 0 0,0 0 0,0 0 0,0 0 0,0 0-4,1 0 1,-1-1 0,1 1 0,-1 0 0,1 0 0,-1 0 0,1 0 0,0-1-1,-1 1 2,2-1 1,-1 1 0,0-1-1,0 0 1,1 0 0,-1 1-1,1-1 1,-1 0 0,1 0-3,0 0 1,0 0 0,0 0 0,0 0-1,1 0 1,-1 0 0,0-1 0,1 1 0,-1 0 1,1 0 0,0-1 0,-1 1 0,1-1 0,0 0 0,0 1 0,0-1 0,0 0 0,-1 1 0,1-1 0,0 0 0,0 0 0,0 1 0,0-1 0,0 0 0,0 0 0,0 0 0,0 0 0,1 0 1,-1 0 0,0 0-1,0-1 1,0 1 0,0 0-1,1 0 1,-1-1 0,0 1 4,0-1 0,0 1 0,0 0 0,1-1 0,-1 1 0,0-1 0,0 1 0,1-1 0,-1 0-4,1 1 0,0-1 0,-1 0 1,1 1-1,0-1 0,0 0 1,0 1-1,1-1 0,-1 0 0,-7 0 1,1 0-1,-1 0 1,1 0-1,0 1 1,0-1 0,0 0-1,0 0 3,1 0 0,1 0 1,-1 0-1,1 0 0,0 0 1,0 0-1,0 0 1,1 0-7,0-1 0,1 1 0,0-1 0,0 1 0,1-1 0,-1 0 0,1 0 0,0 0 3,-6 0 0,1 0 0,-1 0 0,1-1 0,0 1 0,1-1 0,-1 0 1,3 0 1,0 0-1,1-1 1,-1 0 0,1 0-1,0 0 1,1 0-2,2 0 1,0 0 0,0 0 0,1 0 0,0 0 0,0-1-1,0 1 6,-6-2 0,-1 1 0,1-1 0,1 0 0,0 0 0,0 0-2,3 0 0,0 0 0,0 0 0,0-1 0,1 1 0,1-1 3,1 0 1,1 0 0,0 0-1,0 0 1,1 0 0,0 0 0,-7-2 1,0 0-1,0 0 1,1-1-1,1 1-4,2-1 0,0 1 0,1-1 0,0 0 0,1 0 44,-10-3 0,0 0 1,2-1-1,0 0-42,4 0 1,1 0 0,0-1 0,2-1 98,4 1 0,0-2 0,1 1 1,2-2-99,-10-4 1,1-2 0,3-1 239,5 0 0,3-1 0,2-2-225,6 1 1,3-1 0,2-2 590,-7-14 1,6-2-577,8 0 1,5 0-1,6 0 1,4 0 653,3 2 1,4 0-663,3 2 0,2-1-11,0 1 0,1 1 5,2 0 1,0 1 5,0-1 1,0 0-26,-1 1 0,1 0 626,-1 0 0,1 1-601,-1 1 1,1 1-12,0 2 0,1 2 1271,6-23-1263,0 12 914,-2 12-914,0 7 632,-1 7-632,-1 4 431,0 3-419,-1 1 5,0-2-22,1-1 0,2-1-17,0 1 5,2 2 1,1 3-12,1 2-10,-2 3-35,-2 5 40,-4 5 22,-2 6-22,-2 8 17,-7 6-1,-5 7-16,-10 4 0,-7 4-23,-8 3 31,14-22 1,-1 0 4,-2 0 1,-1-1 0,0-1 0,-1-1 25,-22 13-17,6-11 39,10-12 1,11-12-29,9-11 29,7-13-12,6-15 6,8-15-424,-1 20 1,2-1 395,5-5 0,3-1 11,4-2 0,2 0-9,5 0 1,3 1-658,5 1 0,2 1 655,5 2 0,2 2-15,2 2 1,5 2-888,-10 9 1,2 2 0,-1 1 884,1 0 0,1 2 1,-5 4 1,2 0 0,-3 3-151,-1 3 1,-2 2 145,7 0 1,0 2-1,-7 1 0,-1 3 418,17 7-437,-18 6 919,-16 4-897,-12 4 3210,-13 2-3182,-11-1 589,-13 1-583,-11-2-12,-12-1-25,21-11 1,0-1-215,-3 0 1,-1-2 219,-2 0 0,0-2 2,-1-1 1,-1-1 8,-1 0 0,0 0-11,-2-1 0,0 0 5,0 1 0,0 0 3,1 1 1,1 1-21,3 2 1,1 2-6,4 0 0,1 2 11,0 2 0,2 0 3,-6 4 0,-1 2 6,25-10 16,0-1-10,7-3 459,3-3-319,2 0-147,3-3-5,6-3 6,11-9 22,12-9-11,12-7-6,-17 12 0,1-1-3,4-2 1,1 0-425,4-1 1,1-1 415,3 0 0,2 0 3,2 2 0,1 2 0,8 1 0,-1 4-12,-8 5 1,-3 2 5,-1 1 0,-2 3 0,-6 6 1,-1 2-228,21 7 213,-22-1 1,1 3-54,1 5 0,-1 3-1101,13 21-1086,-10 2 2257,-22-2 0,-11-25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50:02.22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1193 2475 23741,'10'-46'665,"0"-1"0,0 1 0,3-15 1,-3 11-286,-6 23-245,-4 14-90,0 14 11,-3 17 16,-5 24-44,2-9 0,-2 3-270,-3 8 1,-1 4 248,2-6 1,-1 1-1,1-1-4,-1 1 0,0 0 0,-1 15 0,3-4 13,8 0 12,16 4-11,-1-29 67,27-23-61,-19-17 10,23-24 9,-22 8 0,-1-2-9,0 0 1,2-2-188,2-5 0,-1-1 201,-7 10 1,-1 1 64,11-18-45,-10 16 34,-6 11 434,-8 12-518,-1 12-28,-3 13-1,0 19-10,-1-2-110,-2 1 1,0 2-883,-1 21-685,4-16 1,2 2 1698,8-8 0,1-4 0,1 7 0,7-10 0</inkml:trace>
  <inkml:trace contextRef="#ctx0" brushRef="#br0" timeOffset="160">2111 2763 24643,'0'-4'2739,"0"0"-2213,0 4-761,-17-52-1216,13 48 1451,-9-29 0,14 47 0,3 3 0</inkml:trace>
  <inkml:trace contextRef="#ctx0" brushRef="#br0" timeOffset="10001">4025 2303 21864,'-3'-8'3120,"0"1"-2834,-24-23 0,-6-3 28,3 16-242,-8-16 1,-1 10-22,5 44-7,-3 25-38,17-11 0,0 3-684,-1 6 0,2 3 697,1 3 1,3 1-26,3 0 1,3 0-6,4-1 0,4 0-170,5-4 1,7-2 143,4-5 1,6-4-6,6-4 0,4-5-17,3-5 0,3-5-3,0-4 1,0-5 3,0-3 1,-1-5 48,-3-4 1,-1-4 42,22-20 67,-13-14-232,-10-11 226,-19 22 1,-2-1-4,-1-3 0,0-1 28,1 2 1,-1-1 27,-1 5 1,0 1 1113,4-13-1021,-5 19 509,-5 15-716,-3 16 5,-3 13-50,-1 16 364,-2 11-421,2 5-139,5 2-487,8-2-1116,10-4-3085,10-8 4895,1-14 0,-9-12 0,-8-10 0</inkml:trace>
  <inkml:trace contextRef="#ctx0" brushRef="#br0" timeOffset="10177">4431 2336 24457,'-34'-40'381,"1"0"0,4 4 0,7 9-529,19 23-497,12 8-1982,11 8 2627,18 14 0,-15-11 0,1 3 0</inkml:trace>
  <inkml:trace contextRef="#ctx0" brushRef="#br0" timeOffset="10527">4785 2548 26997,'-29'-43'226,"0"0"-1,0 3 1,13 16-231,17 24 85,11 21-86,11 14-16,6 21-342,-13-21 1,-1 2 329,-3 3 1,-1 1 5,-3 1 0,-4 1 25,-5 0 0,-4-2 20,-1 9 234,-13-13-150,10-40-4,-1-15-35,9-37-23,11-6-320,-5 28 0,4 0 286,5-1 1,4 3-17,17-15 49,-11 20 0,2 2-139,0 3 0,3 3-602,6 4 0,1 2-244,13-1-789,-15 10 0,1 3 1736,10 10 0,-13-5 0,-6 5 0</inkml:trace>
  <inkml:trace contextRef="#ctx0" brushRef="#br0" timeOffset="10784">5451 2503 19535,'0'-4'4895,"0"0"-2935,0 4-1848,-7-61-67,5 46-45,-5-46-17,7 60 6,0 1 0,0 4 11,-1-2 28,1 5-22,-1-5 16,0 2-22,1-4-140,6 1-487,2-1-141,4 0-4284,7 0 4204,-4 0 0,-6 0 0,-5 0 0</inkml:trace>
  <inkml:trace contextRef="#ctx0" brushRef="#br0" timeOffset="11567">5555 2527 26054,'3'-46'431,"1"0"0,0 4 1,-7 11-348,-10 25 84,-15 7-118,4 12-10,-16 11-7,2 16-979,18-14 1,0 2 956,-11 21 11,9-5 1,0 3-26,9-13 0,0 2-36,-3 14 1,2 1 15,8-12 1,6-3-34,18 25 0,5-23-51,11-22 1,6-7-6,-9-7 0,2-4-23,16-2 1,1-5 53,-7-5 0,-2-5 47,0-4 1,-2-3 21,-4-1 1,-3-3 16,-3-1 1,-4-1 5,-4 2 1,-4-1 66,9-25 57,-10 9 44,-8 10 56,-4 8 6,-3 9-23,-3 9 1311,0 5-1468,-3 10 570,-6 9-558,-6 12-56,-1 1 28,-10 26-40,15-14-5,-3 16 28,20-14-11,10-8-39,4-11-6,27-5 22,-4-14 9,-10-4 0,1-4-208,22-17 233,-4-16 56,-9-8 12,-12-5 16,-11-1 16,-9 4-76,-11 6-52,-3 9 0,-3 10 0,0 9 0,3 9 0,2 4-197,3 10-277,6 10-1138,7 15-2012,12 12-6207,10 6 7482,-8-14 0,-8-11 0,-13-19 0</inkml:trace>
  <inkml:trace contextRef="#ctx0" brushRef="#br0" timeOffset="12484">6508 2915 21640,'-1'9'4543,"0"-1"-3641,1-8-393,1-61-150,7 18-737,-1-5 1,1-3 467,3 15 0,1 1-26,2-6 0,-1 0-30,-2 8 0,0-3-6,-2-3 0,1-4 1,-3 1-29,0-7 0,-1-1-319,-1 3 1,0-3 0,-2 2 318,-3-10 0,-3 3 0,-1 8 0,-2 3 0,-8-17 0,1 29 0,4 22 0,1 25 0,-2 27 0,4-7 0,-1 4-52,0 12 0,-1 5 52,4-13 0,-1 1 0,2 2-156,-1 4 1,1 1 0,2 1 155,0 2 0,2 1 0,2 0 0,2 0 0,2 0 0,3-1 0,3-3 0,2 0 0,4-2 0,2-3 0,3-2 0,3-3-443,1-4 0,3-2 0,2-4 140,17 9 1,3-7-445,-1-8 0,1-7 360,-2-8 1,0-5 224,-4-9 1,-2-6 107,-5-5 1,-2-5 67,-6-5 0,-4-4 36,-4-3 1,-4-3 41,-4-1 1,-3-2 38,-3-2 1,-2 0 61,-3 0 0,-2 1 3,-2 1 0,-2 2 596,-3 3 0,-2 2-478,-14-19 1045,-7 14-1214,-6 14 911,-1 11-1023,-3 17 667,-2 12-684,-2 17-8,20-11 1,1 1-129,0 3 0,2 3 123,3 0 0,1 1-3,4 0 0,2-1 0,1 26-11,14-8 11,10-11-6,12-11 12,6-13 16,4-13-11,2-14 34,-2-12-6,-5-10 12,-5-7 16,-8-4-5,-8 1 390,-6 5-367,-4 9-85,-5 13 0,-1 9 0,-3 6 0,-2 9 0,-1 8 0,1 11 0,3 9 0,3 5 0,9 1 0,8-2 0,11-5 0,8-6 0,5-9 0,-1-8 0,-2-10 0,-5-11 0,-2-8 0,-2-8 0,-3-7 0,-3-5 0,-3-8 0,-1-5 0,-1 1 0,1 7 0,0 9 0,0 12 0,1 9 0,-1 9 0,1 6 0,1 11 0,0 12 0,-3 15 0,-4 11 0,-6 4-656,-3 3-1455,4-2 2111,10 1 0,-7-26 0,5-5 0</inkml:trace>
  <inkml:trace contextRef="#ctx0" brushRef="#br0" timeOffset="14410">9983 2462 24503,'4'-41'549,"0"0"0,1 3 0,-3 11-510,-2 24 6,0 2-6,0 6-6,0-4 40,-2 5 28,2-6 61,-2 2-66,-1-1-18,-1 2-44,1-2 10,-2 1 24,0-1 4,0 0 52,0 0-40,0-1-45,1 0 17,0 0-28,0 0-6,-2 0-27,1 0 10,-1 1-10,-4 3 21,2 0-4,-12 8 4,-1 4 1,-14 10-17,8-3 0,-1 2 8,0 0 1,0 1-284,0 1 1,0 1 293,-1 3 1,3 2 5,6-6 0,3 2 6,-7 12 0,3 1-12,8-9 1,2-1-3,2 1 0,4-2-6,6 0 22,11-7 68,11-17 34,10-14-23,16-24-70,-19 3 0,0-4-269,-4 3 0,1-2 266,9-16 0,1-2-218,-8 5 1,0-3 202,-1-2 1,1-5-1,-1 1-528,-6 7 0,-1 1 0,-1-2 511,3-6 1,-2-2-1,-2 3 7,1-8 0,-5 5-185,-4 13 0,-1 4 199,-3 3 0,-1 4 403,-3 1-431,0 9 779,-4 18-757,-8 40 1688,2-5-1721,-7 18 0,-3 7 14,5-13 0,-1 2-347,0 0 1,0 3 0,0 0 339,3-5 0,0-1 1,2 1 4,0 1 1,2 0 0,0-3-2,0 8 0,2-1-17,7 12 1,6-4-10,1-25 1,2-4 2,0 9 1,5-6-87,38-6 25,-10-34 61,11-4 26,-25-7 0,0-6-433,3-7 1,-2-4 429,1-1 0,-1-1 6,2-9 0,-3 0 2,-11 11 0,-2 1-113,-4 3 1,-2 3 121,3-10 1383,-8 11-1338,-8 20-48,-8 9 14,-10 17 957,-10 15-996,-4 16 16,17-21 1,1 1-17,-8 31-6,10-4 6,12-8-12,14-11 23,3-15-16,32-13 27,-3-19-73,-11 1 1,1-3 52,-4-5 1,-2-3 11,-1-2 0,-2-2 8,10-17 22,-17 8 1,-5-2 5,-4-13-121,-5 14 1,-4-1 116,-13-14-49,-11 10 14,-9 12 0,-7 14 0,-7 17 0,-3 15 0,1 17 70,6 11-70,25-18 0,2 0 0,-4 32-57,11 2-167,18-2-269,15-3 106,-4-32 1,5-3-31,6-4 0,2-4 151,3-4 0,1-5 187,1-7 1,0-6 103,-3-4 1,-2-4 52,-2-4 0,-3-3 54,-2-2 0,-2-2 27,-3-1 1,-2 1 13,7-17 57,-12 14 0,-2 1 38,0-5 194,3-7-300,-10 24-41,-5 12-99,-14 29 1,1 5-18,-10 26 1,10-2-6,5-1 5,13-4 384,9-11-389,15-12 22,11-12-5,9-17 6,5-12 27,-1-14-11,-14 1 53,-16 4 1,-3-3 41,0-10-27,1-18-18,-16 15-38,-10 8-40,-2 9-5,-3 9-124,2 6-252,-1 5-671,1 8-1401,1 4 2442,7 7 0,-1-6 0,5-1 0</inkml:trace>
  <inkml:trace contextRef="#ctx0" brushRef="#br0" timeOffset="14850">11841 2076 23293,'0'-9'3501,"0"3"-2902,0 6-353,-11-60-173,9 51-28,-6-34 5,15 78 17,4 21-25,-5-19 0,-2 1-425,0 6 1,-2 1 396,-4 4 0,-2 1-6,-1-1 1,-3 1 5,-1-2 0,-2-1 0,-1-6 0,0-1-14,1-7 0,-1-2 73,-9 11 28,6-21-12,6-22-50,4-19-11,4-17 838,1-15-838,8-8-8,-2 27 0,3 1-120,2 1 1,3 2 116,17-22-6,7 13-11,2 17 6,1 16-12,2 21-22,-3 15 28,-7 18-371,-11 9 349,-16 4 27,-13-30 1,-6-2-12,-8 0 1,-5-3-4,-10-1 1,-4-3-505,-6-2 0,-3-4 445,-2-3 1,1-4-95,2-3 0,3-4-215,7-4 1,3-5-2318,-11-17 2694,28-20 0,11 17 0,10-2 0</inkml:trace>
  <inkml:trace contextRef="#ctx0" brushRef="#br0" timeOffset="15510">12229 2497 27335,'36'-35'78,"0"1"0,0 0 1,-3 1-1,-1 0 1,-5 1-34,-3-3 0,-6-1-23,-2-3 0,-4-1-587,-4-3 1,-2-2 583,-3-3 1,-1-2-3,-2-1 0,-1 0-3,0 3 0,-1 3-3,0 8 1,-1 4 554,-1-5-566,-2 24 297,-2 29-297,-3 21 0,4-5 0,1 4-188,-2 7 1,1 2 187,0 6 0,-1 2-167,0 2 0,0 2 167,1-1 0,0 1 0,1 0 0,2-1 0,3-3 0,4-1-319,5-5 1,5-3 318,4-6 0,5-5-129,4-7 1,3-5 128,1-7 0,1-7 0,30-13 0,-8-19 0,-28 6 0,-3-4 0,-2-3 0,-2 0 409,10-30-409,-9 7 0,-9 15 1026,-7 16-1026,-3 11 732,-6 19-732,2-2 329,-4 21-329,5-5 59,5 10-59,9-3 0,22-3 0,-3-13 0,29-6 0,-11-18-177,-17-1 1,-1-2 176,-2-4 0,-2-3 0,0-7 0,-3-1 0,4-10 0,-3-8 0,-20 25 0,-4 3 0,-12 16 0,-26 32 0,8-2 0,1 4 0,2 6-534,7-4 1,1 4 533,-4 15 0,1 6-551,8-14 1,1 2-1,0 2 551,1 5 0,0 1 0,2 5-614,1-2 1,2 5 0,0-1-1,1-2 614,0 3 0,0-2 0,2-3 0,-1-1 0,2-2 0,0-9 0,2 13 0</inkml:trace>
  <inkml:trace contextRef="#ctx0" brushRef="#br0" timeOffset="16201">14610 3022 26794,'39'-46'211,"1"0"1,-1 1 0,-1-3-1,-2 1 1,-5 2-967,-6-2 1,-4 0 776,-4 6 1,-1-4 0,-1 2-7,1-16 1,-1-2-2,-6 16 1,0-4-1,0 0 1,-1 1-466,0-5 0,-2 1 1,0-1 467,0-2 1,-2-1 0,-1 6 320,-2 6 0,-2 5-266,-3-17-23,-1 36-56,-4 12 694,-1 28-677,-7 30-8,4-8 0,0 2 191,0-3 1,-1 2-186,1-1 1,-2 3-1,-1 2 2,-1 7 0,0 3 1,0 0-16,0 0 0,2 2 1,0 1-350,3-10 1,1 2-1,1-1 1,2-3 355,3 3 1,2-4 0,2-2-7,3 6 1,4-3-1,7-3 0,7-5-1263,8-15 0,4-5 1255,21 13-181,-3-29 0,2-10 194,-18-8 1,-3-3 8,8-2 1,0-4-7,-2-9 1,-3-3 8,-9 3 0,-1-4 10,-3 1 0,0-4 1,-2 0 5,2-7 1,-3-1 11,-2-3 1,-3 3-43,-2 0 646,-8 13-646,-2 23 1025,-5 9-1025,-3 19 3141,-6 16-3141,0 12 0,3-4 0,4 11 0,12-1 0,8-2-706,11-2-818,6-23 365,-5-11-6509,7-12 7668,-14-6 0,0 0 0,-13 1 0</inkml:trace>
  <inkml:trace contextRef="#ctx0" brushRef="#br0" timeOffset="16367">15574 2409 24643,'-17'-47'836,"0"1"0,1 4 1,2 10-770,2 23-61,4 8-90,4 12-437,4 12-1311,8 13-5264,5 9 7096,5-3 0,-6-16 0,-4-11 0</inkml:trace>
  <inkml:trace contextRef="#ctx0" brushRef="#br0" timeOffset="16734">15817 2479 27970,'16'-40'216,"-1"-1"1,-1 3-1,-3 17-216,-11 38 11,-2 17-5,-3 19-6,1-21 0,-1 1 5,-2 1 1,0 0 2,0-1 1,0 0-2,-6 22-7,4-15 0,4-17 0,7-19 0,8-20 0,11-14 0,9-14 0,-1 5 0,-6 10 0,1-1 0,9-8 0,-10 13 0,0 1 0,11-2 0,-5 12 0,-4 11 0,-2 12 0,2 10 0,1 12-421,2 6-845,2 5-1663,3-1 2929,10-3 0,-20-17 0,1-7 0</inkml:trace>
  <inkml:trace contextRef="#ctx0" brushRef="#br0" timeOffset="16950">16608 2331 24872,'5'-46'773,"0"1"0,0 0 0,2-15 0,1 6-308,4-2-223,-2 19-242,-3 16 0,-4 15 0,-1 21 0,-2 22 0,-2 26-463,1-22 1,-2 2 462,0 7 0,-1 0-3,-1 4 0,0 0-305,0 2 0,1 0-454,0-1 0,3 0-1028,2-4 1,4-1 1789,3-5 0,2-5 0,3 6 0,2-18 0</inkml:trace>
  <inkml:trace contextRef="#ctx0" brushRef="#br0" timeOffset="17984">17010 2416 17820,'3'-9'5915,"0"3"-5086,-3 6-196,0 0-448,-28-45 45,-4 46-85,3-16 1,-2 3-9,2 24 1,1 8 114,-24 14-62,11 0-67,14-2-44,13 0-51,9 1-6,13-2 0,11-1-50,17-5-89,12-5-496,10-7 411,-25-9 1,1-3 16,1-1 0,1-2 5,2-2 1,0-1-14,0-4 0,-1-1 103,-1-1 1,-2-2 117,-3-1 0,-2-3 179,18-16 169,-13-2 156,-13 2 73,-12 6-96,-9 8-117,-8 7-95,-6 7 254,-4 4-389,-1 7-89,1 5-34,3 8-22,4 4-17,5 4 0,4 2-11,11-4 22,9-2-11,12-8-22,5-6 33,4-8-45,-4-11 34,-4-7 34,-8-9 0,-9-4 38,-7-5-27,-11-2 11,-5 1-5,-7 4-51,-1 10 33,-1 9-22,-1 17-5,-5 14 0,-4 17-29,2 13-308,7 8 168,11 6-167,16-1 153,1-30 1,6-1-516,6-1 1,5-3 204,4-1 0,5-4 92,5-3 0,2-5 73,2-2 0,0-5 165,0-6 0,0-4 154,-3-3 1,-2-4 97,-2-5 0,-4-5-92,-3-3 1,-3-3 315,-2-3 1,-3-3 19,-3-2 0,-3-1-45,-2-1 0,-3-1-51,-3 4 1,-2-1 209,-3-23-122,-13 16 96,-11 19-327,-14 18-60,-8 20-7,-4 17 131,23-10 1,2 3-151,2 2 0,3 0-14,-9 28 391,13-6-397,15-7-22,13-7 23,13-10 27,12-10-22,7-11 11,2-17 6,-1-14-6,-25 6 1,-2-4-53,0-4 1,-3-3 66,-1-6 0,-3-2-388,-1-6 0,-3-2 362,-1-4 0,-2-3 0,-2 9 0,0-2 0,-1 3 0,0-3 0,-1 2 0,2-14 0,0 4 0,-3 8 0,0 3 0,-1 24 0,-2 24 536,-1 10-536,-6 29 0,-3 18-211,3-16 1,-2 3 210,0 9 0,0 3 0,4-16 0,0 2 0,1 1-21,1 4 0,1 0 1,2 1-322,2 2 0,3 1 1,3-1-842,1 1 0,3 0 1,3-1-945,2-1 1,3-1-1,1-2 1779,-1-7 1,0-1 0,0-4 0,1 1 0,-2-6 0,5 4 0</inkml:trace>
  <inkml:trace contextRef="#ctx0" brushRef="#br0" timeOffset="18610">19906 2520 21770,'15'-60'953,"-1"-1"0,0 0 1,-3 14-1,-1 2 0,-3 2-656,-2-12 0,-4 8 159,-5 7-181,-9 16-96,4 19-123,-10 26-39,0 19-892,6-4 0,0 2 886,3-6 0,2 0-8,-4 14 0,3 2-320,3-8 0,1 1 337,-1 9 0,2 2-15,5 5 1,4-2-20,3-13 0,2-3 11,1-2 0,4-4 17,27 4-3,0-24 5,-9-13 1,1-5 17,22-16-166,-25 1 1,-3-5 176,-7-1 0,-5-1-11,8-19-34,-6-13 1603,-8 15-1603,-2-8 886,-5 21-886,-1 11 4,-2 16-4,-1 6 451,-2 15-451,0 9 0,0 19 0,3 5 0,3-8-46,7 11-2295,10-2-7490,1-4 8367,0-8 0,-11-24 0,-7-12 0</inkml:trace>
  <inkml:trace contextRef="#ctx0" brushRef="#br0" timeOffset="18793">20390 2300 26206,'-7'-47'350,"-1"0"1,1 1 0,4 11-373,10 26-191,8 7-649,13 22-1396,6 15-229,-5 1 2487,0 7 0,-19-26 0,-1-1 0</inkml:trace>
  <inkml:trace contextRef="#ctx0" brushRef="#br0" timeOffset="19060">20854 2390 26575,'-25'-41'407,"0"-1"0,4 4 0,2 11-340,2 22-50,8 14-6,6 14 12,13 19-18,12 14-463,-5-24 1,2 2 451,3 2 1,0-1-4,-4-6 1,-1 0-62,1 6 0,-5 1-349,-7-1 0,-4-1-99,-3-1 0,-4 0-261,-5 0 1,-4-3-1278,-18-1 488,7-13-8263,6-26 8524,13 2 1,0-7 0,6 11 0</inkml:trace>
  <inkml:trace contextRef="#ctx0" brushRef="#br0" timeOffset="19217">20759 2394 17860,'-2'-9'6004,"0"2"-4194,2 7-959,0 0-784,-32-16-39,19 40-28,-24-1-115,30 8 0,7 7-613,-2-2 0,2 2-4059,2 0 0,2 0 4787,-1-5 0,1-2 0,3 9 0,-2-18 0</inkml:trace>
  <inkml:trace contextRef="#ctx0" brushRef="#br0" timeOffset="19476">21313 2475 25102,'7'-56'344,"-1"-1"1,0 1 0,1-1 0,-2 4 0,0 0 0,0 1 0,-1 3-183,-2 1 1,0 3-1,-2 1 28,-2-13 1,-1 5-135,0 13 1,-1 6 29,-7-6-86,3 28 29,2 25-29,2 24 0,3-7 0,0 4 0,2 9 0,1 3-649,1 6 0,0 2 649,2 5 0,1 0 0,-1-18 0,-1 0 0,2 0 0,0 1 0,0 0 0,1 0-118,2 1 0,0-1 0,1-1-143,2 8 1,2 0-1678,2-5 0,4 2 0,-2-5 1938,-2-7 0,0-2 0,4 8 0,-2-6 0,-4-12 0</inkml:trace>
  <inkml:trace contextRef="#ctx0" brushRef="#br0" timeOffset="19634">21187 2385 23439,'-1'-6'1836,"0"1"-1724,1 5-105,85-62-1161,-39 43-209,7-4 0,12-4 1,-6 8 761,-16 14 1,-2 4 0,9-2 0,-5 0 0,-8 2 0</inkml:trace>
  <inkml:trace contextRef="#ctx0" brushRef="#br0" timeOffset="19993">22396 1879 27393,'-44'26'46,"1"-1"1,4 0 0,10 1-19,26 24-11,10-4 27,5-7 35,5-11 100,0-11 73,-3-12-34,0-13-38,-1-11-39,-1-11-141,-4-8 0,-4-1 0,-4 3 0,-4 8 0,-3 8 0,-6 10 0,-5 9-63,-5 12-1074,-5 14-2207,3 16 3344,5 2 0,9-13 0,6-12 0</inkml:trace>
  <inkml:trace contextRef="#ctx0" brushRef="#br0" timeOffset="20251">22398 2500 27438,'-17'32'291,"11"-5"-230,30-12 74,-4-4 111,-8-6-39,-9-7-162,-9-10-6,-6-10-50,-3-9-594,1-3-7101,4 5 7706,5 10 0,3 9 0,2 6 0</inkml:trace>
  <inkml:trace contextRef="#ctx0" brushRef="#br0" timeOffset="20860">3806 4108 22190,'52'-14'198,"1"-1"0,-1 0 0,0 1 0,0 1 1,2 1-1,1 0 0,0 1 0,-1 2-1153,-3 3 0,-2 1 0,1 1 0,1 1 1,3-2 998,-4 1 1,2-1 0,1 0 0,1 0 0,3 0-1,1 0 1,2 0-126,-5 0 0,2 1 0,2-2 0,2 1 1,1 0-1,0 0 0,1 0 0,-1 0 1,0 0-1,-1 0 91,-1 0 0,0 0 0,-1 0 0,1 0 0,-1 1 1,1-1-1,-1 0 0,1 1 0,0-1 0,0 0-46,0 1 1,1-1 0,-1 0-1,1 1 1,-1-1 0,1 0 0,0 1-1,0-1 1,1 0 0,0 1 41,-3-1 1,2 1-1,0 0 1,0-1 0,0 1-1,1-1 1,-1 1 0,0 0-1,0 0 1,-1-1-1,0 1-94,1 0 1,0 0 0,-2 0 0,1 0 0,-1 0 0,0 0-1,1 0 1,1-1 0,2 1 0,1 0 100,-5 0 0,1 0 1,0 0-1,1 0 0,1 0 1,0-1-1,2 1 1,-1 0-1,2 0 0,1 0 1,0-1-1,1 1 0,0 0 5,-9 1 0,0-1 1,2 1-1,0-1 1,2 1-1,-1-1 0,2 0 1,-1 1-1,1-1 1,1 1-1,-1 0 0,0-1 1,0 1-1,0-1 1,-1 1-1,0 0 0,0 0 1,-2 0-9,1-1 1,0 1 0,0 0 0,-1 1 0,0-1 0,0 0 0,0 0 0,0 0 0,-1 0-1,1 1 1,-1-1 0,0 0 0,1 1 0,-1-1 0,1 0 0,-1 1 0,1-1-9,3 0 1,-1 1 0,1-1 0,-1 0 0,1 0-1,-1 1 1,1-1 0,-1 0 0,1 1 0,-1-1-1,1 0 1,-1 1 0,1-1 0,-1 1 0,1 0-1,0 0 5,0-1 0,1 1 1,-1 0-1,2 0 1,-1 1-1,0-1 0,0 0 1,0 0-1,0 1 1,0-1-1,0 0 0,-1 1 1,0-1-1,-1 1 1,0-1-1,-1 1-1,2 0 0,0-1 1,-2 1-1,0 0 1,0-1-1,-1 1 1,0 0-1,0 0 0,0 0 1,1 0-1,1 0 1,1 0-1,0 0 1,2 0 0,-7 0 1,2 0 0,0 0 0,0 0-1,1 0 1,1 0 0,0 0 0,1 0 0,-1 0-1,1 1 1,0-1 0,1 0 0,-1 0 0,0 0-1,0 0 1,0 1 0,-1-1 0,0 0 1,0 1 1,-1-1-1,0 0 1,0 1 0,0-1-1,0 1 1,0-1 0,0 1-1,0-1 1,0 1 0,1-1-1,-1 1 1,1 0 0,0-1-1,1 1 1,0 0 0,1 0-1,0 0 1,-4 0 0,1 0 0,1 0 0,1 0 0,-1 0 1,2 0-1,-1 0 0,1 1 0,0-1 0,0 1 0,1-1 1,-1 0-1,0 1 0,-1-1 0,1 1 0,-1-1 0,0 1 1,-1-1-1,0 1 0,-1-1 0,-1 1-4,3-1 1,0 1 0,-1-1 0,0 1 0,0-1 0,-1 1 0,0 0 0,0-1-1,0 1 1,-1 0 0,0-1 0,0 1 0,-1 0 0,1-1 0,0 1-1,-1 0 1,1 0 0,-1 0-6,5 0 0,1-1 0,-1 1 0,0 0 0,0 1 0,0-1 0,0 0 0,-1 0 0,1 0 0,-1 0 1,-1 0-1,1 0 0,-1 1 0,-1-1 0,0 0 0,0 0 1,3 1 0,0-1 1,-1 0-1,0 1 1,0-1-1,0 1 1,-1-1-1,0 1 0,-1-1 1,-1 1-1,0-1 1,-1 1-1,-1-1 1,-2 1-9,10-1 1,-2 1 0,-2-1 0,-1 1 0,-1-1 0,0 1 0,0-1 0,2 1 0,2-1 0,1 1-65,-8-1 1,1 0 0,1 1 0,2-1 0,0 0 0,1 0-1,0 0 1,1 1 0,-2-1 0,1 0 0,-2 0 0,-1 0 0,-1 0-1,-3 0-834,9 0 0,-1 0 0,-2 0 0,-1 0 0,0 0 0,-2 0 0,0 0 0,0-1 0,-1 1 0,1 0 904,1 0 0,2-1 0,0 1 0,-1-1 0,0 1 0,-3 0 0,-3-1 0,-4 0 0,-4 1 0,11-1 0,-6 0 0,-5 0 0,-5 0 0,1 0 0,1 0 0</inkml:trace>
  <inkml:trace contextRef="#ctx0" brushRef="#br0" timeOffset="25426">8973 5292 23922,'3'-43'619,"1"0"0,0 0 0,-1-11 0,1 10-199,1 21 30,-4 25-282,0 23 6,-1 32-107,-2-12 0,0 2-405,1-4 1,-1 1 357,0-4 1,-1 2 0,-1 2-21,-1 5 0,0 1 0,-1 1-696,1 2 1,-1-1-1,1 3 28,-2 7 0,0 1 0,1-1 668,2-8 0,1-1 0,0-6 0,-1-3 0,2-5 0,1-5 0,1 0 0</inkml:trace>
  <inkml:trace contextRef="#ctx0" brushRef="#br0" timeOffset="26126">8949 5067 19115,'-4'-2'3887,"1"0"-2470,3 2-1272,70-21-89,-39 18 0,3 2-630,9-5 0,6-2 0,-1 3 577,-4 4 1,-1 2 0,2 0 3,6-1 1,3 0 0,1-2-4,-9 1 0,1-2 0,1 0 0,1 0-3,6-1 1,1 0-1,1-1 1,1-1-500,-7 1 1,1 0-1,0-1 1,1 1-1,0-1 496,5 0 1,-1-1 0,2 1 0,0 0 0,0-1-392,3 1 1,0-1 0,1 0 0,0 1-1,0-1 395,-10 2 1,2-1 0,0 1 0,-1-1 0,0 1 0,-3 0-240,14-1 1,-4 0 0,1 0 0,1 1 237,-6 0 0,2 0 0,0 0 0,0 0 0,-1 0 14,-2 1 1,-1 1 0,0-1 0,0 1 0,0-1 16,0 0 0,0 1 1,0-1-1,0 1 1,0 0-85,4-1 0,1 1 1,0-1-1,-1 1 0,-4 0 125,0 0 0,-2 0 0,-2 1 0,-1-1 20,14 0 1,-1 1-1,-1-1-6,-7 1 1,-1 0 0,-1 0 285,-7 1 0,-2 0 1,-2 0-279,10 0 0,-4 0 804,-13 1 0,-2 1-776,9 4 1559,-17 4-1564,-12 8 2622,-6 8-2589,-5 9-5,-6 11-46,-6 13-70,1-22 0,-1 1-19,1-5 1,-1 1-9,-2 6 1,-2 4 0,0-2-4,-2 8 0,-1 1-465,0-2 0,0 4 0,0-2 461,1-6 0,1-2 1,-1 1 1,0-1 0,-1 0 0,1-2 2,-4 8 0,-2 0-13,-1-8 0,-4 2 0,-1-4-489,-4-1 0,-3-2 500,1-2 0,-3 1 0,-1-3 10,-15 2 1,-2-4-2,16-11 1,-2-2-1,-1-1-9,-2-1 0,-1-1 1,0-1 2,-4-1 1,0-2 0,-1-1-419,-2 0 1,-1-1-1,-1-1 406,-2 0 0,-1-1 0,-2 0-268,-2-1 0,-1 0 0,0 0 273,11-2 1,1 1-1,-2-1 1,0 1 5,-3-1 0,0-1 0,-1 1 0,-2-1 5,-2 1 1,-2-1-1,0 0 1,-1 0-9,11 0 1,-2-1 0,0 0 0,0 1 0,0-1-194,-3 0 1,0 0 0,-1-1 0,0 1-1,0 0 152,-2-1 0,1 1 1,-2-1-1,1 0 1,0 0-230,-1 0 0,0 0 0,0 0 1,0 0-1,1 0 79,0 1 0,0-1 0,0 0 1,1 1-1,0-1-246,3 0 1,0 1 0,0-1 0,1 1 0,0 0 391,0-1 0,0 1 0,0 0 0,3 1 0,5-1 0,-4 0 1,6 0-1,1 0 0,-11 0 0,1 0 0</inkml:trace>
  <inkml:trace contextRef="#ctx0" brushRef="#br0" timeOffset="27284">9401 5839 22604,'-5'-55'1294,"0"0"0,1 8 0,1 4-869,1-7-290,3 26-91,4 24-16,6 22-28,5 23 6,-7-12 0,0 2-240,-2 7 1,-1 1 95,-1 6 1,-1 0-729,-1 3 1,-2 1 148,0-1 0,-1-1-213,0-4 0,-1-3-14,0-8 1,-2-3-233,-5 8 952,-4-26 520,-3-27 703,-2-19-70,1-25-402,7 20 0,1-2-59,0-7 1,2-3-105,2-5 0,0-1-73,2-5 0,0-2-47,2-1 0,1 0-577,0 1 1,0 1 477,1 5 1,1 1-51,0 6 0,2 3-57,0 7 0,3 3-15,13-17-23,11 21 5,14 18-27,12 21-291,-25 3 1,0 4 306,1 6 1,-1 5-20,-3 4 0,-2 3-9,-6 1 1,-4 2 241,-6 0 0,-6 0-225,-8-2 0,-8 0 6,-6-1 0,-6-3-29,-17 3 1,-3-3 2,12-9 1,0-2-141,-14 2 1,1-3-1062,-2-6-2833,-1-4 4071,18-11 0,15 0 0,9-2 0</inkml:trace>
  <inkml:trace contextRef="#ctx0" brushRef="#br0" timeOffset="27577">10317 5384 24385,'-10'-34'1487,"0"-1"0,2 1-1252,-2-11 1,2 0 156,6 6-101,1 0-133,1 14-158,0 20 0,1 42 0,-1 21-702,0-9 1,-1 5 701,-1 4 0,-2 4-81,1-4 1,-1 3-1,0-2-82,1-16 1,0-2 0,0 3-447,0 1 0,1 5 0,0-1 0,2-2 609,3 0 0,2-2 0,-1-2 0,-2 5 0,0-2 0,5-7 0,-1 0 0</inkml:trace>
  <inkml:trace contextRef="#ctx0" brushRef="#br0" timeOffset="28010">10977 5722 22316,'-17'-53'549,"-1"1"0,0 6 0,-5 10-214,-6 22 0,-3 9-184,-29 10-115,23 4 1,2 6-12,6 4 0,3 3 731,-12 16-739,6 15-23,21-11 1,6 9 468,17-8-452,21-8-5,-5-17 808,20-10-803,-11-22 17,-9-3 0,0-3 0,-5-3 0,-1-3-463,3-9 0,-3-1 486,3-18-7,-11 18 1,-2-2-151,-1 0 0,-1-1 176,-1 1 0,0 0-7,-1-1 1,-1 3 53,0-5-94,-4 20 0,-1 11-23,-1 32 0,-2 12 0,2-4 0,-1 4 499,0 2 0,0 2-511,0 4 0,1 0-24,0-8 0,2 0-583,4 17 0,2 1-1322,1-18 1,2 0 1401,2 10 1,1-4 0,3-1-1,-6-21 1</inkml:trace>
  <inkml:trace contextRef="#ctx0" brushRef="#br0" timeOffset="28243">11601 5165 26603,'-11'-47'552,"1"-1"1,-1 4 0,2 10-324,6 25-133,-1 17-57,7 20 7,1 29-46,0-17 0,-1 1-361,0-5 0,0 2 336,-1 6 1,1 4 0,-2-1-740,0 6 0,0 1 372,0-3 0,0 4 0,-1-2-1121,1 11 1,0-2 1512,3 1 0,1-5 0,-4-23 0,2-5 0,5 20 0</inkml:trace>
  <inkml:trace contextRef="#ctx0" brushRef="#br0" timeOffset="28601">12117 5501 25427,'5'-42'877,"-1"-1"1,0 6-1,-1 9-602,-3 20-180,0 45-17,0 7-56,0-4 1,0 3-445,1-3 0,0 1 441,0 1 1,1 0-17,0-1 0,2-1 107,0-3 0,1-2-99,6 21 2,-2-18-13,2-19 0,0-25 0,8-18 0,9-21 0,-10 16 0,1-2 124,1-2 1,0-1-125,0 1 0,0-1 0,-1 4 0,1 2 0,16-18 0,-4 18 0,-8 14 0,5 24 0,-11 13-45,6 24-1193,-8 11-2001,-9-22 0,-1 0 3239,-2-2 0,-1-3 0,1 11 0,-3-18 0</inkml:trace>
  <inkml:trace contextRef="#ctx0" brushRef="#br0" timeOffset="29101">10894 5299 19249,'0'-8'2733,"8"-30"0,3-6-1578,-2 13-791,2-13 0,-1 4-62,-5 25-240,-6 17-18,-7 17-66,-5 17-404,2 14-3287,3 9 2893,9-7 1,0-19 0,2-14-1</inkml:trace>
  <inkml:trace contextRef="#ctx0" brushRef="#br0" timeOffset="30667">12625 6294 22095,'0'-44'907,"1"0"1,-1 1-1,1-14 1,0 10-399,0 17-108,0 17-323,-1 17 133,0 14-37,1 17-57,0 20-67,0-21 1,0 2-425,0 8 0,0 1 382,-2 6 0,-1 1 3,-2 6 1,-3 1-322,1-17 1,-1-1 0,-2 1 309,-1 2 0,-3-1 0,-1 0-2,-1 0 0,-1 0 1,-2-1 2,0-1 1,-2-1 0,-1-1 3,-1-2 1,-1-1 0,0-1-9,-14 14 1,-2-3 7,-1-6 1,-2-2-6,-2-4 0,-1-3-12,-2-3 1,-1-3 11,-1-2 0,-1-3 3,-3-2 0,-2-2 0,-2-2 0,-4-2-3,8-5 0,-3-2 0,-2-1 7,-4-2 1,-1-2-1,-1-1-430,16-1 1,-1-1 0,1-1 0,0-2 429,-15-2 1,1-4-1,3-1 0,11-2 1,3-2 0,1-1-272,2-2 1,2-1 0,1-2 272,2-1 1,2-1-1,2-2-4,-12-13 1,4-3-3,5-1 0,4-3 5,7 2 1,4-1 10,5 0 1,3-1-12,6 3 1,1 0 232,3 2 0,2 2-239,2 6 1,2 1 20,3-20 1619,2 18-1631,-1 15 1072,-2 11-1095,-3 7 811,-1 12-821,3 13 449,-1-2-410,1 17-11,-2-11 5,0 9-28,-3-1 34,-11 7-17,3-13-23,-16 10 23,3-14-11,-5 3 11,6-6 23,6-6-29,9-9 34,3-4-28,3-3 17,0-4-6,2-6 0,-1-1 0,3-10 1,2 0 10,3-12-33,6-10 11,0 8 0,4-1 11,1 2 0,3 1-387,0-2 0,2 1 376,9 3 0,3 2 5,-5 8 1,1 1-3,8-3 0,3 0-3,4 2 0,-1 2 0,-10 6 0,-2 2 0,-3 1 0,-3 1-6,8 2-22,-22 5 17,-1 1 0,-9 10 33,-7 2-22,-2 2 758,-9 3-769,-4-4 28,-16 4-23,1-5-5,-12-2 16,12-6 1,-16 2-17,-1 1-1677,6 4 1,-1 2 1689,13-4 1,0 2-9,-21 12 1,3 4-418,1 8 420,19-14 0,2 1-19,-3 13 27,18-13-21,2 5 27,6-10 3180,4 0-3197,0-7 642,0 5-659,1 5 1,0 2 22,0 5 5,1-8 1,-1-5 5,1-5 40,-2-5-29,2-3-11,-2-7 0,2-4-22,0-9 11,0 3 17,0-8 17,3-7-34,3-6 5,7-12 34,6 8-39,-1 9-16,18-2 21,-8 17-16,14-4 11,-16 11-50,13 5 16,-24 6-644,18 12-1467,-24 4-7686,3 9 8189,-9-7 0,-4-7 1,0-7-1</inkml:trace>
  <inkml:trace contextRef="#ctx0" brushRef="#br0" timeOffset="31634">9749 4978 13905,'-11'-44'1975,"0"0"1,0 1 0,-3-10 0,4 2-1447,9 8 1,5 2-537,4 6 1,5 0 317,14-17 0,6 0-867,2 9 0,4 1 642,-5 11 0,3-1 0,0 5-33,3 0 0,2 3 45,14-5 0,2 2-42,-6 6 0,3 2-41,-9 2 0,3 0 0,3 0 8,-2 4 1,3-1 0,1 2 0,-1 0-19,-5 2 1,1 1 0,-1 1 0,0 0-5,0 0 0,0 0 1,1 1-1,-1 1 10,15 1 0,-1 2 1,-1 2-530,-12 2 0,-1 2 1,1 1 526,9 2 0,2 1 1,-2 2-3,-6 1 0,-1 3 1,-1 3-314,1 5 1,-2 3 0,-2 1 305,7 7 0,-5 2-6,-4-1 1,-5 1 8,-10-3 0,-5 1-153,-6-2 0,-2 1 158,-1 1 1,-2 0 19,7 27 232,-16-26 1,-3-2-244,-1 1 1762,-9 23-1746,-5-25 1333,-14 5-1226,2-13 78,-8-7-100,11-11 1011,-10-8-905,4-4-6,-21-11-95,5-1-5,-5-7 449,18 9-466,2-6 100,12 5-33,0-4-84,9 9-56,3 5-28,5 7 0,-1 3 11,9 10 0,1 3-16,11 12 10,3 1-5,5 1-5,-3-7 27,12 1 1,15-7-18,6-3-208,-20-7 0,0-3 208,-4-4 1,-2-2 5,19-3 6,7-10 67,-10-4 0,-6-2 23,-4-3 10,-21 6-50,-8 6 57,-3 0-46,-5 6 351,-1 1-670,-3 4-6217,-8 17 6458,-2-1 0,0 4 0,6-7 0</inkml:trace>
  <inkml:trace contextRef="#ctx0" brushRef="#br0" timeOffset="34718">4028 10836 16867,'4'-45'1257,"0"0"0,-1-1 1,2-7-1,-2 5-874,-3 10 1,-1 6 1209,-2 4-1442,-1 15 321,-1 20-416,-2 20-17,-2 27-20,2-13 1,1 3-557,-2 10 1,0 3 536,2-13 0,1 2 0,-1 0-66,0 6 1,0 0 0,1-1-32,0-9 0,1 0 0,0 0-333,0 9 0,1 2 1,1 0-2118,3-2 1,2 0-1,1-1 2547,-1-5 0,1-1 0,0-2 0,2 15 0,1-9 0,3-12 0</inkml:trace>
  <inkml:trace contextRef="#ctx0" brushRef="#br0" timeOffset="35492">4173 10442 19562,'-38'-34'563,"1"0"1,7 3 0,15 6-463,50 13-73,-2 7 0,3 0-314,-3 0 0,3 1 302,11-1 1,6 1 0,-1-1-785,-9 2 0,-2-1 0,4 0 780,3 0 1,4 0 0,2 0 0,-2-1-388,-1 0 0,0 1 0,0-1 1,1 0 386,7-1 1,1 0-1,1-1 1,2 0-7,-7 1 1,1-1 0,1 0 0,1 0 0,1 0-322,-6 1 1,2-1 0,0 0 0,0 0 0,1 0 0,1 0 318,-5 0 1,0 1 0,1-1 0,0 1 0,1-1-1,-1 0 1,2 1-167,1-1 1,1 0 0,0 0 0,1 0 0,-1 0 0,1 0 0,0 0 167,1 0 0,1 0 1,0 0-1,-1 0 1,1 1-1,0-1 1,0 0-55,0 1 1,0-1-1,0 1 1,0-1 0,0 1-1,-1 0 1,1 0 74,-2 0 0,0 0 1,0 1-1,0-1 0,-1 1 1,0 0-1,0 0-15,-3 0 1,1 0 0,-1 1 0,-1-1 0,1 1-1,-1-1 1,-1 1 31,5-1 1,1 1 0,-2 0 0,0 0 0,0 0 0,-2 0 20,7 0 0,-2 0 0,0 0 1,-2 1-1,0 0 0,7-1 1,-1 1 0,-2 0 0,-1 0 93,-8 1 0,-1 1 0,-1 0 0,-1 0-92,7 0 0,-1 2 1,-3 0 255,-8 0 1,-1 1-1,-2 2-276,11 1 1,-4 3 729,-8 1 0,-3 3-735,-7 1 0,-3 3 2174,16 23-2088,-12 15-58,-20-21 0,-2 3 412,-3 8 1,-1 2-439,-2 9 1,-1 2-184,-1-13 0,0 1 0,0 0 154,0 5 0,0 2 0,1-1-658,1 5 1,0 1 0,0-2 645,0-10 1,0-1 0,0 4 0,2 3 0,1 5 1,0 0-1,-1-3-369,1-1 0,0-3 0,1 3 369,-1 0 0,1 4 0,0 0 1,-1-2-11,1 2 0,-1-2 1,0 0-69,-2-4 1,0-1 0,-2-1 69,-2-3 1,-1-1-1,-2-1 163,-5 15 1,-6-2-141,-4-7 1,-7-4 2,-4-5 1,-5-5-12,-6-6 0,-3-5 0,-4-3 1,-4-5-7,-6-3 1,-4-2-4,16-5 0,-2-1 0,-1-1-2,-6-1 0,-1 0 0,-2 0 71,9-2 0,0 1 0,-2-1 0,0 0-69,-5-1 1,-1 1 0,0-1 0,-2 0-154,-4 0 0,0 0 0,-2 0 1,0 0 153,9 1 0,1-1 1,-2 0-1,0 0 0,0-1 2,-3 1 1,-1 0 0,1 0 0,-2 0-1,0-1-183,-2 1 0,-1 0 0,0-1 0,-1 1 0,0-1 176,9 1 0,-1-1 0,-1 0 0,1 1 0,-1-1 1,0 0-143,-2 1 1,0-1-1,0 1 1,-1-1-1,0 1 1,0-1 136,-1 1 1,-1-1-1,1 1 1,-1-1-1,0 1 1,0 0-36,-1 0 1,0-1-1,0 1 1,0 0-1,0 0 1,0 0 41,8 0 1,1 0 0,-1 1 0,0-1 0,1 0 0,-1 1-1,1-1-3,-9 0 1,-1 1-1,1 0 1,0-1-1,0 1 1,0 0 2,1 0 0,0 0 0,0 0 0,0 0 0,0 0 0,1 0 0,1 0 0,0 1 0,0-1 0,1 0 0,0 0 0,0 1-9,3-1 1,0-1 0,0 1-1,1 0 1,0 0 0,0-1-12,-6 1 0,1 0 0,0 0 0,1-1 0,1-1-137,-7 0 0,1-1 1,1 0-1,3-1-306,9 0 0,1-1 0,2-1 1,3-1 462,-3-6 0,3-1 0,5 1 0,4 2 0,6-1 0,0-13 0</inkml:trace>
  <inkml:trace contextRef="#ctx0" brushRef="#br0" timeOffset="36676">13176 10561 21864,'-3'-44'739,"-1"-1"1,1 0-1,-1-11 1,1 4-401,1 9 0,1 5-31,1 0-218,-1 30 27,3 29 51,2 29-112,0-10 0,-1 5-742,0 12 1,0 4 696,-1-14 0,0 2 1,-2 0-510,0 5 0,-2 1 0,0 1 496,0 3 0,-1 0 1,0 1-27,-1 0 0,-1 0 0,0 0-21,0-2 1,0-1-1,0 0-277,2-6 1,0-1 0,0-1 213,0 13 0,0-5-36,3-13 0,0-5-26,-4 9 754,-3-32-692,-5-31 78,-3-27 26,9 9 0,0-5 366,2-9 0,2-4-352,0-10 0,4-4-280,0 14 1,2-1 0,1-1 287,1-4 1,0-2 0,1-1 3,1-1 1,0-2 0,1 1-1,-1 1 1,1 1 0,-2-1-4,0 4 0,0 0 0,-1 0-338,-1 5 1,0 0 0,-1 2 340,-1 3 1,0 2 0,0 2-211,0-15 0,1 3 203,0 9 0,1 3-11,1 9 0,3 2 771,15-14-777,13 18 1,16 14 584,-20 11 1,2 2-578,5 4 1,2 1 3,4 1 0,3 2-15,6 2 1,1 2-90,-13-4 1,1 0 0,2 0 101,6 1 0,2-1 0,2-1-403,-8-1 1,0-1 0,3-1 0,0 0 403,6 0 1,1 0 0,2-1 0,1-1-3,-8 0 0,2 0 1,-1-1-1,2 0 1,0-1-2,5 0 0,0 0 0,0 0 1,2-1-1,0 0-312,-8 0 1,1 1 0,0-1 0,0 0 0,1-1 0,0 1 305,2-1 0,1 0 1,-1 0-1,1 0 0,0-1 1,0 1-180,2-1 1,0 0 0,1 0 0,-1 1 0,1-1 0,-1-1 183,1 1 1,0 0 0,0 0 0,0-1 0,0 1 0,1-1-78,-2 1 0,1-1 1,0 1-1,0-1 1,0 1-1,-1 0 80,-1-1 1,0 1 0,0 0 0,0-1 0,-1 1-1,1 0-32,-3 1 0,-1-1 1,1 0-1,-1 1 0,0 0 1,-1 0 29,9-1 0,-1 1 0,-1 0 1,0 0-1,-2 0 40,-3 1 0,-2 0 1,1 0-1,-2 1 1,-1 0-56,8 0 0,-1 0 1,-1 1-1,-2 1 9,-7 0 0,-1 1 0,-2 1 0,-2 0 312,7 2 1,-3 0-1,-3 3-269,8 5 0,-7 4 721,-14 2 1,-6 4-598,1 32-102,-26-22 1,-6 3-26,-4 6 1,-3 2 746,-6 8 0,-2 2-766,4-13 0,0 1 0,-1 2 221,-1 3 1,0 2-1,0 1-223,0 3 0,0 2 0,1 0 3,1 2 1,0 1 0,2 1-344,0 1 1,2 1 0,1-1 324,1 1 0,2-1 0,0-1 15,2 0 0,0-1 0,1-1-266,1-3 0,0-1 1,0 0 237,-1-5 0,1 0 0,-3-1-15,-2 16 0,-4-2 17,-5-8 0,-5-3 2,-6-6 1,-5-6-3,-9-5 0,-6-6-15,-8-6 1,-6-5 2,12-8 1,-1-2 0,-3-2-169,-7-3 1,-4-2 0,-1-2 183,9 0 0,-2-1 0,-2 0 0,0-2-134,5 1 0,0-1 0,-2 0 0,0 0 0,-2-1 139,7 2 0,-2-1 0,0 0 1,-1-1-1,0 1 0,-1 0-122,-4 0 0,0 0 0,-1-1 0,0 1 0,-1 0 1,0 0 126,6 0 0,1 1 0,-1 0 0,-1 0 1,1 0-1,-1 0 0,0 1-110,-2-1 1,1 1 0,-2-1 0,1 1 0,0 0-1,-1 0 1,1 1 98,-2-1 0,0 0 0,0 1 0,0-1 0,-1 1 0,1 0 0,0 0-34,-1 0 1,0 1-1,1-1 1,-1 1-1,0 0 1,0 0 0,1-1-8,-1 1 0,1 0 0,-1 1 0,1-1 1,0 0-1,0 0 0,0 1-62,2-1 1,-1 1-1,2 0 1,-1-1-1,0 1 1,1 0 0,1 0-257,-8-1 0,1 1 0,1 0 0,0 0 1,1-1-1,0 1 367,2-1 0,0 0 0,0 0 0,2 0 0,2 1 0,5-1 0,-15 0 0,6 1 0,3-1 0,12-1 0,-1 1 0,1 0 0</inkml:trace>
  <inkml:trace contextRef="#ctx0" brushRef="#br0" timeOffset="37735">22747 10780 22117,'17'-45'871,"0"0"0,0 0 0,6-14 0,-3 12-686,-7 24-40,-6 34-5,-12 30-101,-1 9-579,-1-9 0,-1 2 568,-1-4 0,0 4-23,1 1 1,0 4 0,0-1-3,2-5 1,0-1 0,1 2-276,-1 7 0,2 1 0,0-4 266,2 1 1,1-3-4,4 5 1,1-4 8,5 11 17,7 0 22,-3-33-22,-1-28 754,-7-16-760,-2-34 6,-3 22 0,-2-4-449,-1-6 1,-3-6 0,0 0 436,1 2 1,0-1 0,-1-1-1,-2-13 1,-1-2-1,0 3-2,1-2 0,1 1-3,2 11 0,1 0 0,1 1-173,0-7 1,2 0 196,3 3 1,3-3-1,0 5-19,-2 0 1,5 1 5,4 6 1,4-3-1,2 8 14,0 12 0,3 3-19,2-6 0,4 2-6,2 12 0,4 5-6,12 5 0,3 3-16,8 0 0,3 2-469,-8 3 1,3 1 0,0 1 493,2 1 1,-1 1 0,-1 0-8,-7-1 1,-1 2-1,2-1-3,-3 0 0,3 0 0,2 1 0,1-1 2,7 1 1,1-1 0,2 1 0,0-1-388,-10-1 1,1 0-1,0 0 1,2 0-1,0 0 391,-2 0 0,2-1 0,1 1 0,1-1 1,-2 0-1,-1 0-86,4 0 1,0-1 0,-1 0-1,-1 0 1,-2 0 86,3 1 0,-2-1 0,-1 0 0,2-1-130,-4 1 0,1-1 1,1 0-1,0 0 1,-1 0 125,0-1 1,1 1 0,-1-1-1,1 0 1,-1 0 8,1 1 1,-1-1 0,1 0-1,0 0 1,1 0-50,3 1 1,2-1-1,0 0 1,-2 0-1,-2 0 42,0 0 1,-2 0 0,-2 0 0,-2 1 1,3-1 0,-4 0 0,2 1 3,4 1 1,1 0 0,-2 0 253,-6 2 1,0 0 0,-2 0-262,0 1 0,0 1 1,-1 0 429,0 1 1,0 1 0,-4 2-419,0 3 1,-5 1 551,-4 3 0,-3 1-549,9 11-3,-15-1 1,-2 0-9,-1 3 0,-1 1 0,1 3 2,-3 0 1,0 1-14,0 6 0,0 1 736,1 0 0,-2 2-731,-4-1 1,-2 3-1,-1 0-122,-1 9 1,-2 3 123,0-3 0,0 5 1,-2-2 1,-4-6 0,-2-1 0,0 0-2,-2 1 1,0 1-1,-2-2-2,-1 9 1,-3 0 5,-1-3 0,-1 3 0,-1-3-6,-3 2 1,0-2-5,5-12 1,-1 1 0,-3-1-29,-4 1 1,-2 0 0,-2-4-3,-5 0 1,-2-2 14,-4 8 0,-6-1-22,0-19 0,-6-2 1,0-6 25,5-7 1,-1-4-1,-1 1 15,-7 3 1,-3-1 0,-4-3 5,5-7 0,-4-2 0,-4-3 0,1-2 0,2 0-379,6 0 1,2-2-1,0-1 1,-2 0-1,-3 0 382,1-1 0,-3 0 0,-3 0 1,0-1-1,-2 0 0,2 0 1,0-1-12,3-1 1,0 0 0,0 0 0,1-1 0,-1 0-1,0 0 1,0 0-234,-3-1 1,-1 0 0,1 0 0,-1 0 0,0 0 0,0-1 0,0 1 165,0-1 1,-1 0-1,0 1 1,0-1-1,1 0 1,-1 0-1,1 0-391,1 0 1,0 0 0,0 0 0,1 0 0,0 1 0,1-1 0,2 1 465,-2-1 0,1 0 0,1 0 0,2 1 0,2 0 0,3 0 0,-5 0 0,4 0 0,3 1 0,5 1 0,-6-2 0,0 0 0</inkml:trace>
  <inkml:trace contextRef="#ctx0" brushRef="#br0" timeOffset="38776">4627 11585 21289,'-15'-47'678,"1"0"1,-1 0 0,0 0 0,-2-9 0,0 1 0,2 7-371,3 7 0,2 5 11,-2-10-302,7 27 278,5 28-250,7 26-40,-2-3 1,1 4-237,1 8 0,0 3 225,-1-4 1,-1 2-1,0 0-1219,1 15 1,-2-1 1148,1-3 0,-2-2-207,-3-3 1,-2-4-207,-2-13 0,-2-2 287,-2 4 1,0-3 168,-11 8 66,5-43 288,7-13-248,8-41 72,4-5 753,-2 18 0,0-4-814,-1-3 1,0-3 4,-1 4 1,-1-2 0,1 3-34,-1-3 0,0-1 11,-1 4 0,1-4 1,1 5 13,0 2 0,1 3-28,1-9 0,2 2 178,1 8 0,3 3-234,6 5 0,3 4 15,18-7-12,3 14-6,3 23 17,-8 17 12,8 19-15,-19-1 0,-4 5-441,-5-1 1,-5 0 429,1 2 0,-5 0-8,-10 1 0,-7-1-9,-4-9 1,-3-1 293,-7 7 1,-6-2-505,-9-1 1,-3-4-519,8-8 0,1-4-623,1-4 0,2-3 1371,-7-3 0,27-9 0,2-1 0</inkml:trace>
  <inkml:trace contextRef="#ctx0" brushRef="#br0" timeOffset="39009">5305 10427 27314,'-1'54'88,"0"0"1,0 0-1,0 3 1,0 1 0,2 0-89,3 2 0,1 0 0,-1-2-922,-1-8 1,0-1 0,-1 2 893,0-2 0,-1 2 0,1 1 0,-1-2-791,0 8 0,1-2 0,0 2-51,-1-4 1,1 3-1,0-1 1,0-1 677,1 10 1,0-2-1,-1-6 1,1 4 0,0-8-1,1 8 1</inkml:trace>
  <inkml:trace contextRef="#ctx0" brushRef="#br0" timeOffset="39585">6134 11333 24367,'0'-59'864,"1"1"1,0-2-1,1 5-405,0-4-142,0 8-221,0 34-73,-2 10 5,5 23-16,2 10-6,5 25-6,0 11-811,-7-25 0,0-1 817,3 23-151,-5-17 1,-2-1 144,-1 3 45,-2 11 33,-1-35 12,1-17-68,1-9 1599,4-28-1576,6-6-34,-2 8 0,1-2 6,3 0 1,1 1-4,0-1 0,2 1-3,-1 3 0,2 1 34,13-14-45,-2 15 0,2 15 0,0 14-22,3 12 5,0 14-151,1 14-241,-15-15 0,0 3-1149,-1 4 0,1 1 1558,5 6 0,-3-2 0,3 7 0,0-6 0</inkml:trace>
  <inkml:trace contextRef="#ctx0" brushRef="#br0" timeOffset="40418">6381 11448 21663,'21'-53'1094,"1"0"0,-3 5 0,-4 5-522,-6 7-158,-5 5-89,-6 4-51,-4 3-61,-6 1-39,-4 3-45,-2 4-62,-3 7-17,-6 10-33,-11 19-6,-10 19-380,19-11 0,0 2 374,-2 5 1,2 1 2,1 0 1,2 0-7,4-2 1,2-1-19,-5 24 16,13-12-6,20-12 6,15-12 23,20-12-12,17-18-398,-24-2 1,2-4 414,2-6 0,1-3 0,-1-5 0,-2-2 5,-1-4 1,-4-3 8,-4-3 0,-3-3 14,-4-4 0,-4-2-131,-4-3 0,-4-2 148,-3-4 0,-3 0-9,-4-1 1,-2-1-18,-1 3 1,-1 0 10,-2 5 1,0 2-99,1 10 0,0 2 180,-1-16-79,4 28-55,1 22 777,3 25-783,4 23 0,-1-9 0,0 4-160,1 11 1,1 2 122,-2 11 1,-1 2 21,-2-16 0,0 1 0,-1 1-47,-2 2 1,1 1-1,-1 0-534,0 0 1,0 0 0,1-1 95,2-2 0,0 0 0,2-2-852,2-3 0,1-2 1,1-1 1351,6 10 0,2-6 0,6 10 0,-7-27 0</inkml:trace>
  <inkml:trace contextRef="#ctx0" brushRef="#br0" timeOffset="40709">7654 10543 24564,'-12'-44'803,"0"0"0,6 13 0,0-2-596,-5-25 0,1 1-42,9 22 1,2 4 41,4-16-118,2 21-38,-1 21-18,-1 30 7,-3 34-21,-1-12 1,0 6-670,-2-9 1,-1 3 0,-1 1 649,0 7 0,-1 3 0,-1 2-583,0-11 0,0 1 0,-1 1 0,0 0 541,0 3 0,-1 2 0,0-1 0,1 1-140,0 1 0,0 0 0,2 1 0,0-1-688,0 0 1,2-1 0,0 0 0,3 0-352,1-3 0,3-1 0,0-1 0,2-2 1031,2 8 0,1-4 0,1-4 0,2 1 0,0-8 0,5 3 0</inkml:trace>
  <inkml:trace contextRef="#ctx0" brushRef="#br0" timeOffset="41126">8328 11237 24189,'-6'-47'725,"0"0"0,0-1 1,-1-1-1,2 3-529,5 2 0,4 6 84,6 8-168,7 5-78,3 19 22,2 24 17,1 25-62,-12-11 0,-3 4-289,-1 9 1,-2 2 282,-3 5 1,-1 1-513,-4 1 1,-1-1 503,-1-2 0,-1-2-6,-1-6 1,0-2 25,-6 20 28,5-23 56,4-20 0,4-21 444,6-17-517,6-19 5,8-15-36,-7 22 1,1-1 244,1-3 0,2 0-225,1 0 0,1 2-3,0 2 0,3 3-3,6 3 0,0 4 0,10-4-5,14 11-23,-19 21-22,10 11-73,2 16-330,-23-10 1,0 3-145,0 4 1,-1 2-1039,2 4 0,-1 1 1624,-2-4 0,-1-2 0,6 11 0,-9-19 0</inkml:trace>
  <inkml:trace contextRef="#ctx0" brushRef="#br0" timeOffset="41885">14189 10754 25197,'-18'-57'776,"0"0"1,3 11 0,3 7-413,0 13-207,7 19-56,-1 29-56,-2 18-26,2-3 1,-1 4-198,2-8 0,-1 2 178,-1 17 0,0 1-339,1-7 0,1 2 335,2 0 0,-1 3 1,2-1-1155,-2 12 1,2-3 1154,1-3 1,1-1-10,1-8 1,0-5 17,0-7-12,1 11 204,-10-43-198,2-6 22,-12-38-11,7-7-6,4 18 1,0-2 2,2-21 1,1-3-186,4 10 1,1-2 179,1 3 1,0-5 0,2 2 3,1 5 1,1 1-1,2 1 4,1-1 0,1 0 1,1 2-10,1-6 1,2 2 5,5-4 1,3 4 920,0 12 0,2 3-938,0 1 1,2 3-1,4 4 1,0 7 8,19 6 6,-11 13 5,1 15-11,-18 22-28,-10 8-161,-15-18 0,-7 0 197,-8-2 1,-4-2 1163,-23 14-1197,3-11 0,-1-3 19,-4-1-114,-4-1 0,-1-2-1000,4-5-3075,-11 2 4076,38-14 1,15-6-1,7-1 1</inkml:trace>
  <inkml:trace contextRef="#ctx0" brushRef="#br0" timeOffset="42259">14949 11000 21948,'15'-55'805,"0"1"1,0 0 0,0 1-1,-1 0 1,0 2-560,-4 9 1,0 1-1,-1 0-916,5-19 0,-2 1 905,-3 8 0,-1 2 164,-3 14 0,-1 4-1,-1-19 20,-3 34-374,-2 12-21,-5 33-18,1 0 1,0 4-3,-3 14 0,-1 4-266,3-9 0,-1 2 1,0 1 258,-1 6 0,0 2 1,-1 0-37,0 6 1,-1 0 0,1 2-96,2-14 1,0 1 0,1 0-1,0 0-726,0 0 1,1 0 0,0 0 0,2 0-1252,0 14 1,2 0 0,1-3 2111,3-8 0,0-3 0,2-4 0,0 1 0,1-6 0,5 4 0</inkml:trace>
  <inkml:trace contextRef="#ctx0" brushRef="#br0" timeOffset="42909">15880 11185 22223,'22'-53'1282,"-1"1"1,-2 0 0,-5 3-1026,-9 13 1,-3 2-375,-3-1 0,-2 1 391,-7-24 135,-11 17-303,-9 18-22,-11 25-34,-11 20-351,22-2 1,0 4 300,-4 5 0,2 3 5,0 3 1,2 2-1,4 1 1,2 1-3,6-1 0,3 0-87,4-4 0,6 0 68,11 22 10,17-18 6,21-18 11,15-25-11,-25-5 0,-1-5 14,3-8 0,-2-3 14,0-7 0,-3-2-305,-1-5 0,-3-3 330,-3-4 0,-3-2-17,-4-3 1,-4-1-4,-2-5 1,-2 1-15,-3 12 1,-1-3 21,0 2 0,1-4 0,-1 4-2,1 0 1,0 1-1,3-15 0,0 3 40,3-4-23,-4 31 576,-3 25-621,-2 25-11,-1 27 2,-1-10 1,0 5-533,-2 9 1,-2 5 514,1-14 0,-1 1 1,-1 1-22,-1 2 1,-1 2-1,0-1-136,-1 1 0,0 1 1,-1 0-374,0-1 0,1 0 0,-1-1-1240,3-2 0,0 0 0,0-3 1428,0 12 1,1-5 0,2 10-1,3-30 1</inkml:trace>
  <inkml:trace contextRef="#ctx0" brushRef="#br0" timeOffset="43152">16755 10313 24631,'17'-58'995,"0"0"0,-3 9 1,0 7-610,5-1-195,-8 31-51,-8 33-23,-4 35-70,-3-12 1,-2 6-785,1-9 1,-2 2 0,0 1 740,-3 5 0,-1 3 0,0 0-19,-2 4 0,-1 1 0,0 1-787,-1 4 0,0 0 1,1-2 731,2-10 1,1-2 0,0 4-603,2 1 0,0 5 0,2-1 0,1-4-2605,3-5 0,1-4 0,1 1 2574,-1 9 1,-1 1 0,3-8 0,2-9 0,2-9 0,0-12 0</inkml:trace>
  <inkml:trace contextRef="#ctx0" brushRef="#br0" timeOffset="43526">17400 10962 25303,'0'-51'859,"1"-1"0,0 6 0,1 7-579,2 8-157,0 15-84,2 19-16,-1 19-18,0 25 12,-4-12 0,-1 1-210,-3 7 1,-1 2 186,-1 3 1,-1 0-294,-2-2 0,0-1 288,0-3 0,1-3 17,-5 20 22,3-21 16,4-21 12,6-20-44,11-18-7,13-19-5,-7 14 0,2-2-92,3-4 1,2-1 93,1 0 1,0-1 3,1 3 0,0 1 5,-1 4 0,0 3 576,19-9-570,-9 17 5,-7 16-44,-7 15-157,-2 13-874,-5 17-5164,0 14 6030,-2-3 1,-5-19 0,-2-17 0</inkml:trace>
  <inkml:trace contextRef="#ctx0" brushRef="#br0" timeOffset="44285">23274 11185 22470,'7'-48'938,"0"0"0,-1 0 0,2-13 0,-2 2-549,0 8 1,-3 5 131,-5-10-247,-2 28-173,-4 24-34,-3 27-33,-3 27-20,5-11 0,0 4-651,-1 9 0,2 3 642,0 5 1,1 1-12,3 3 1,0-1 5,3-4 0,2 1-455,3 3 1,2-3 440,-2-22 0,0-2-17,2 5 1,-1-5 2,-4-13 61,-4-6-5,-6-27 1162,-2-19-1190,-1-24 0,6 20 0,1-2 80,1-7 0,1-2-72,0-6 0,2-2-617,4-7 0,2-1 612,0 16 1,1 1 0,2-1-6,2-2 0,1 0 0,2 1-4,1 1 1,0 0 0,2 2 13,9-18 0,1 3 9,0 7 0,2 4-12,-2 9 1,2 4-1,2 7 1,1 5-6,9-1-16,6 15-7,-27 21 759,-3 12-748,-10 15 7,-14 10 16,-4-15 0,-3-1 1075,-10 14-1097,4-16 0,-2-1-51,-10 4-285,-9 4-2151,-8-6-7333,14-14 8351,4-7 0,19-10 0,10-2 0</inkml:trace>
  <inkml:trace contextRef="#ctx0" brushRef="#br0" timeOffset="44785">24303 10915 19853,'11'-55'809,"0"0"1,-3 9-1,2 0 1,-2 0-398,1-9 0,0-1-91,-1 7 0,1-2 0,-1 4-109,-1-1 1,0 4-121,-1 6 1,0 7 955,-2 14-992,-3 32 17,-2 26-31,-3 11 0,-2 9-693,2-19 1,0 2 0,-2 3 655,0 0 1,0 3 0,-2 0-1,1-2-13,-1 2 1,0-3 0,-1 3-6,0-1 1,-1 2-1,-1 1 1,0-2-123,-3 6 1,1-1-1,-1 4-747,3-11 1,0 4-1,1 2 1,-1-2 0,2-3 642,-3 14 0,2-4 0,0-2 0,1-5 1,0-2-1,4-8 0,4 8 0</inkml:trace>
  <inkml:trace contextRef="#ctx0" brushRef="#br0" timeOffset="45259">25400 11209 24654,'-22'-46'546,"1"0"0,-1-1 0,-6-8 0,-5 9-462,0 21 0,-3 9-1389,0 12 0,1 7 1328,-25 6-4,21 6 1,2 5 341,7 0 0,1 4-359,-14 18 1,2 4 5,9-7 1,4 3-50,-2 7 1,4 0 40,13-11 0,3-2 28,-1 17-22,16 0-23,21-17 17,10-7 6,21-16 1144,3-31-1139,-27 1 1,1-3-477,1-7 1,-1-4 497,0-5 1,-2-3-1,-3-7 1,-2-3 8,-3-6 0,-4-3-642,-6 16 1,-2-1 0,-1 1 615,2-10 1,-1-2 7,0 2 1,1-5-1,-2 7-10,-3 10 0,0 0 44,3-9 0,0-6 0,-1 9 76,0-9-55,2-7-23,-9 45 122,-2 21-184,-4 31 1,-2 19-1,0-11 0,0 5-144,-2 7 1,-1 2 132,2-13 0,-1 2 1,0 2-46,0 4 0,-2 1 1,1 1-201,-1 2 1,0 1 0,1 0-136,-1-2 0,1 1 0,1-1-1939,1-2 1,2-1 0,0-3 1945,3 14 0,1-7 1,0-19-1,2-5 0,4 3 1</inkml:trace>
  <inkml:trace contextRef="#ctx0" brushRef="#br0" timeOffset="45685">26120 10733 16756,'1'-5'7483,"-1"0"-6864,5-25 1,2-9 242,0 6-535,1-11 1,0 3 148,-1 15-173,-3 10-175,-2 9-100,-2 14 17,-5 22 22,-7 32-621,0-14 0,-4 5 574,3-9 1,-2 2-1,-1 2-760,-4 6 0,-2 3 1,-1 0 729,4-10 0,0 1 0,-2 0 1,1 0-19,0 2 0,-1 1 0,0 0 0,1 0-59,1-1 0,1 1 0,0 0 0,3 0-109,1-2 0,2 1 0,2-1 0,1-1-708,0 12 0,3 0 0,3-2-379,5-5 1,3-1-1,1-2 1283,3 9 0,3-6 0,-3-18 0,1-6 0,1 0 0</inkml:trace>
  <inkml:trace contextRef="#ctx0" brushRef="#br0" timeOffset="46068">26310 11365 25029,'12'-47'748,"0"0"1,0 5 0,2 8-486,10 11-100,2 18-85,-1 23-33,-5 22-6,-6 22-544,-10-24 0,-2 2 522,-4 2 0,-2 1-3,-2 0 0,-1 1 1,-3-3 0,-2-1-7,-1-4 1,0-2-3,-11 20 33,4-19 6,7-17-17,6-18 0,10-18-11,14-17 2,0 9 1,3-2-96,8-4 0,5-1 90,4-3 0,3 0 11,4 1 0,0 2-14,-2 4 1,0 2 29,-7 7 1,-1 4-37,16-1-44,-21 23 22,-16 19-39,-9 23-129,-6-16 1,-1 2-770,-2 5 0,-1 3 954,-2 8 0,-1-1 0,-1 6 0,1-4 0</inkml:trace>
  <inkml:trace contextRef="#ctx0" brushRef="#br0" timeOffset="48485">9949 11013 20077,'-59'11'375,"-1"0"0,0 0 1,0 0-1,7-1 1,0 0-1,3 0 1,6-2-46,-3 1 0,8-2 85,-12 2 50,37-5-392,43-9-29,5-1 1,7 0-849,-2-2 1,5 0 0,1 0 814,12-2 0,3-1 1,1 0-432,-7 2 0,1-1 0,1 1 0,1 0 413,-7 1 0,0 0 1,0 1-1,1-1 1,0 1-11,3 0 0,-1-1 0,1 1 1,0-1-1,0 1-377,1 0 1,-1 0-1,1 0 1,0 0-1,-1 1 358,1-1 0,-1 0 0,1 0 1,0 0-1,-1 1 3,0-1 1,0 1-1,0-1 1,0 1-1,0-1 11,-2 1 1,1 0 0,0 0 0,0 0 0,-1 0-182,11-2 1,0 1-1,-1 0 1,0 0 206,-6 1 0,1 0 0,-2-1 0,-2 1 3,9-1 1,-2 0 0,-3 0 8,-11 1 1,-3 0 0,-3 1 412,3-1 0,-7-1-295,5-3 1551,-26 3-1568,-12-1 2662,-11 1-2684,-10 0 2104,-14-1-2020,-16 1 35,-9-1 80,-2 1-98,8 1-45,15 1-44,17 2-62,12 1-23,6 1-11,1 1 12,7 1-23,2 0 0,10 2 11,2 1-11,4 0 0,3-1 5,-1 0 40,-3-3-22,-6 1 5,-6-2 16,-5 0-4,-4-3-18,0-1-11,0 0 6,1-1 11,0 1-22,2-1-29,-1 2 12,0 2-28,-1 1-17,1 1-23,3 3-89,7-1-95,9 1-28,12-1 5,11-1 56,9-4 107,0 1 67,-6-3 39,-14 2 51,-14 1 27,-13 0 18,-7 0 33,-4-1 5,1-2-10,-1-1-6,2-2 17,2-3 89,2-2 17,0 0-34,-1 1-22,-5 1-56,-6 1-28,-7 1 17,-7 0 6,-5 1-1,-5 0 17,-6-1 17,0-1 11,-4-2-39,0-1 23,-4-2 27,0 0-50,-1 3-22,4 2-17,7 3-23,12 4-39,10 2-28,12 2 45,14 6 28,16 7-44,24 7 4,-14-8 1,2 1-554,7 2 0,2 1 526,4 3 0,0 1-6,1 3 0,-1 3 0,-3 3 1,-3 4-4,-6 1 0,-5 4-117,-6 1 0,-8 2-894,-8 0 0,-8 2 1031,-13 3 0,-4-4 0,-2 6 0,-12-7 0</inkml:trace>
  <inkml:trace contextRef="#ctx0" brushRef="#br0" timeOffset="49809">18768 11025 15658,'-46'4'1309,"1"1"0,-1 0 1,-12 0-1,5 0 2,-3 0-566,33-4-241,42-4-123,42-2-236,-7 0 1,7-1-1009,-7 1 0,4 0 0,3 1 886,-6-1 1,2 1 0,3 0 0,0 0-422,-5 1 0,1 0 0,1 0 0,1 0 0,0 0 403,-6 1 1,2 0 0,-1 0-1,1 0 1,1 0 0,-1 1-306,3-1 0,-1 1 1,1-1-1,1 1 0,-1 0 1,0 0 293,1 1 0,0-1 1,1 0-1,-1 1 1,0 0-1,0-1-202,-1 1 1,1 0 0,-1 0 0,1-1-1,-1 2 1,0-1 183,-1 0 1,0 1 0,0-1 0,0 1-1,0 0 1,-1-1-67,9 1 1,-1 0 0,1-1-1,-2 1 1,0 0 85,-3 0 1,-1 0 0,-1 1-1,-1-1 1,-1 0 1,8 0 1,-2 0 0,-1 0 0,-2 0 194,7-1 0,-3 0 0,-4 0-171,9-2 1,-9 0 665,-21 0 0,-10-4-649,-17-6 40,-45-5-35,0 6 1,-5 0 490,-12-3 0,-4 0-502,12 4 1,-1 0 0,-2 0-1,-4 0 1,-1 0-1,0 1 17,-1 0 1,-1 0 0,2 0 16,1 1 0,1 0 0,1 0 48,-14-1 0,3 0 1138,14 0 0,5 1-1051,-8-4 1165,32-3-1345,18 6-5,26-4-34,18 7 31,-11 4 0,5-1 185,8 2 1,4 1-192,8 2 1,3 1 4,-18-1 0,2 1 0,-1 0-8,3 2 1,0 0 0,1 1-420,0 0 0,0 1 0,1 0 414,-1 1 0,1 0 0,0 1-4,1 0 1,-1 0-1,0 1-4,-1 0 1,0 0 0,-1 1 10,-3-1 1,-1 1 0,-2 1-216,13 3 1,-6 3 214,-12-3 0,-7 3 30,1 16 1,-36 2 897,-24 1-1172,6-16 0,-5-1 241,-8 4 0,0-2 0,-5 3 0,-1-1 0</inkml:trace>
  <inkml:trace contextRef="#ctx0" brushRef="#br0" timeOffset="53152">13001 11451 13295,'2'-4'6733,"0"0"-3966,-2 4-2398,-69-25-128,16 28-924,-4-10 0,-5 3 742,16 14 0,-2 5-15,1-2 1,-4 2 0,3-2-28,-6 2 0,-2 1-5,12-4 1,-4 0 0,-2 1-1,3-1-605,-5 1 0,2 0 1,-3-1 614,3 0 0,-2 0 1,-2 0-1,0 0 4,0 0 1,0 0 0,-1-1 0,-1 1 12,6-2 0,-1 0 0,0 0 1,0-1-1,3 0-2,-4 1 1,2-2 0,2 1 0,0-1-10,-11 2 0,1 0 0,2-1 31,12-3 1,2 0 0,2-2-249,-5 1 0,1 0 239,-8 0 1,-2-1 38,-6-1 1,0 0-48,10-2 0,2 1-20,1-1 1,2-1 27,7 0 1,3 1 44,-9-1-22,3-1 768,20 0-841,14 0 2296,5 0-2313,2 1 806,7-2-755,-4 2-6,5-3-23,-4 2 23,1-3-28,3-2-11,6-5 22,16-9-22,3 0 39,12-6-6,-14 8 1,6-3 5,-13 5 5,-2-4 29,-9-2 5,-12 5-67,-3 2 28,-7 6-11,0 6-17,-5 0-6,2 4 23,-5 2 6,4 0-12,-12 3-6,-5 0 1,-19 4-9,12-1 0,-1 2 6,5-1 0,0 1-192,-3 5 0,2 0 200,-1 6 12,15 9-1,17-3 40,16 16-23,7-7 17,13 0-22,-8-15 33,8-1 367,-5-9-339,15 4-45,-8-5-5,4 1-56,-15-5 0,12 9 33,-10-4-22,9 6 6,-12-5 16,-8-5 6,-8-3 84,-5-3 22,-8-2-106,-6-1 6,-9-3-17,-5-2 11,-3-3-23,6 1 7,-3-3 27,-3-5-34,-1-4 12,-3-10-6,8-5-5,7 4 11,2-18 11,6-9 5,3-2-126,5 25 1,1 2 92,6-13 5,0 14-10,8 2 22,3 9-12,1 1-22,2 3 29,-8 9 190,-4 4-219,-3 2 34,-3 9-34,-3 9 23,-7 15-12,-6 15-5,-5 11 2,9-27 1,1 2 2,1-1 1,1 0 5,-2 26-17,5-5-33,11-9-230,8-7-118,5-12-2817,36-2-162,-18-13 2698,-2-4 1,-1-1-1,-11-3 1,1-1 0</inkml:trace>
  <inkml:trace contextRef="#ctx0" brushRef="#br0" timeOffset="55909">22922 11584 22722,'-37'-7'289,"0"1"0,-1 1 1,1 3-61,-23 14-981,23-5 1,-2 0 829,-7 1 1,-2-1-26,-6 1 1,-2-1-427,14-2 1,0 0 0,-2 0 403,-2 0 1,-2 0 0,2 0-10,-11 1 1,-2-1 7,14-1 1,-4 1 0,-1 0 0,4-1-5,-2 1 0,2-1 0,-3 0-257,-1 1 1,-4 0-1,0 0 1,2 1 261,-7 0 1,3 0 0,-1 0-10,1 0 1,0 0-1,1 0-7,1 0 0,1 1 0,-1-1 0,1 0 0,0-1 0,3 0-7,-10 2 1,0-2 9,4 0 1,-3-1 0,3-1-503,-3 0 1,1 0 483,4-1 0,-3 1 0,3-1 15,-10-1 1,3 1-14,4-2 1,0 1 8,4-1 1,2 0 2,4 0 0,1-1 0,4 0 0,1 0 307,3-2 0,2 1-310,1-1 1,1 0-4,0 0 1,-1 0-4,0 0 1,-1 0-9,-1 0 0,-1 1 14,0 0 1,1 0 2,0 0 0,0 0 0,2 1 0,2 0 1522,-28 0-1514,9 1 6,10 0 1345,9 1-1384,7 0 844,5 1-816,6 1 556,-7-1-517,7 1 53,-9-1-70,6 0-28,4-1 6,5-1-28,6 0-6,1 0 28,12 1 23,3-1-29,5 1 18,14-3-6,-9-2-6,12-4 6,-9-5-23,-1-2 40,-1-2 16,1-1-33,0 0-12,1 0 12,-1 0 0,-1 1-23,-2-1 34,-3 1 40,-6 0 10,-5 1 12,-5-1 10,-6 0-27,-3 1-34,-6 4-22,-4 3-11,-4 5-6,-1 2 11,2 2 11,4 2 12,-1 1-17,-1 4 22,-7 5-5,-7 4-12,-7 5-11,-5 3-16,-1 1 10,2 3 6,6 3 6,7 3-6,8 3 17,7 2 17,6 2 0,4-3-34,2-2 17,5-5 23,1-4-12,6-3-6,3-4 18,4-2-6,7-4-17,7 0-12,5-2 1,4-1-11,-2-1-1,-6-3 68,-9-3 73,-11-2-29,-7-1-55,-8-4-23,-6-1-28,-8-4 1,-7-2-1,-5-2-6,-1-2 7,2-4-1,0-3 11,1-5 1,-2-7-12,-1-6 11,-2-7-11,1-1-5,2 2 16,8 5-16,8 5 11,9 3 0,13 1-17,11 2 0,15 1-12,13 4 7,12 3 2,-27 13 0,2 0-269,1 2 0,0 1 277,2 0 1,0 0 5,-1 2 1,-2 0-18,28-1 29,-17 1-7,-21 3-10,-13 0-12,-13 0 6,-11 4 6,-14 3 499,-18 4-505,-15 4-31,26-6 0,0 1-246,2 0 0,0 2-2406,-23 14 1835,16-3 0,17-8 0,10-6 0</inkml:trace>
  <inkml:trace contextRef="#ctx0" brushRef="#br0" timeOffset="58168">26665 12115 22251,'1'39'573,"1"1"0,1-7 1,-4-2-188,-14 25-1397,-5 0 1072,6-17 1,-3 2-479,-4 4 0,-2 0 462,-4 4 0,-3 1-12,8-15 1,-1 0-1,-2 1-11,-2 1 1,-2 0 0,0 0-379,-2 2 0,-2-1 0,-1 0 369,-2 2 0,-1-1 1,-1 0-5,-1 1 0,-2 0 1,0 0-7,-2 0 1,-1 0 0,-1 0-435,9-9 0,1 1 0,-2-1 0,0 0 431,-3 1 0,0-1 0,-1 1 0,-1-1 2,-3 3 1,-2-2 0,0 1 0,-2 0 0,7-6 0,-1 1 1,0-1-1,-2 0 1,0 0-307,-4 1 0,0 1 1,-2-1-1,0-1 0,-1 1 300,5-3 0,1-1 1,-2 0-1,1 0 0,-2 0 1,0 0-153,-2 1 1,-2-1 0,1 1 0,-2-1 0,0 0-1,0 0 159,-2 1 1,-1 0 0,0-1 0,0 0-1,-1 1 1,-1-2-73,8-2 1,-2 0 0,1 0 0,-1-1 0,0 0 0,0 0 0,0 0 67,-1 0 0,-1 0 0,0-1 0,0 1 0,0-1 0,0 0 0,-1-1-34,0 1 1,-1 0 0,0-1 0,0 0 0,0 1 0,0-2 0,0 1 35,-1 0 0,0-1 1,0 0-1,0 0 1,0 0-1,-3 0 1,0 0-8,5-1 1,-1-1 0,-2 1-1,0 0 1,-1-1 0,1 1-1,-1-1 1,1 0 0,2 0 6,-3 0 0,0 0 0,1-1 0,1 0 0,-1 0 0,1 0 0,0 0 0,0 0-1,0 0 1,1-1-1,1 1 1,-1-1-1,0 0 1,0 0-1,0 0 1,0 0-1,0-1 0,-1 0 1,1 0-1,-1 0 1,0 0-1,1-1 0,1 0 1,0 0 0,-1 0 0,1 0 1,1-1-1,0 0 1,0 0-1,-2 0 1,-2 1-7,5-2 1,-1 1 0,-2 0 0,0 0 0,-1 0 0,-1 0 0,0-1 0,-2 1 0,0 0-4,3-1 0,-2-1 1,-2 1-1,0 0 0,-1 0 1,0 0-1,0-1 1,2 1-1,0-1 0,3 0 1,1 0 1,-4 0 0,2 0 0,3-1 0,1 0 0,-1 0 0,0 1 0,-3-1 1,-2 0-4,5 0 1,-3 0 0,-2 0 0,-2 0 0,0 0 0,0 0 0,0-1 0,0 1-1,3-1 1,1 0 0,3 0 0,-4 0 0,2-1 0,3 1 0,1-2 0,-1 1 0,1 0 0,-2 0 0,-3 0-2,4 0 1,-1 0 0,-1 0-1,-1 0 1,-1 0 0,0 0-1,0 0 1,0 0 0,0 0-1,1-1 1,0 1 0,0-1 0,1 0 0,-1 1 1,1-1-1,-1 0 0,0 0 0,1 0 1,-1 0-1,1-1 5,-1 1 1,1 0 0,0 0 0,-1-1-1,1 1 1,0-1 0,-1 0 0,1 1 0,0-1-1,0 0 0,-7 0 1,1 0-1,0 0 1,0 0 0,-1 0-1,1 0 1,0-1-1,0 1 1,0-1 1,0 1 0,1-1 1,-1 0-1,0 0 1,1 0-1,-1 0 1,1 0-1,-1-1 0,1 1 1,0 0 1,0-1 0,0 0-1,0 1 1,1-1 0,-1 0 0,0 0-1,1 0 1,-1 0-6,1-1 1,0 1 0,0 0-1,0-1 1,0 1 0,0-1-1,1 0 1,-1 1 0,0-1 1,1 0 1,1 1-1,-1-1 1,1 0-1,0 0 1,-1 0-1,0 0 1,-2 0-1,0-1-1,5 0 1,-2 1-1,-1-1 1,-1-1-1,-1 1 1,1 0-1,0-1 1,2 1-1,0 0 1,2-1-1,3 1 3,-13 0 0,4 0 0,2-1 1,1 1-1,0 0 0,-3-1 1,-2 0 1,8 0 0,-2 0 0,-2-1 0,-1 1 0,0-1 0,-1 0 0,2 0 1,1 0-1,3 0 0,2 0-2,-12-1 0,4 1 0,2-1 0,1-1 0,-1 1 0,-3-1 1,8 1 1,-1 0 0,-2 0 0,0-1-1,0 0 1,-1 0 0,1 0 0,1 0-2,2 0 0,1 0 1,0 0-1,0-1 0,0 0 1,-1 0-1,0 0 0,-1-1 1,-4 0 1,-2-1 0,-1-1 0,0 0-1,1 0 1,0 0 0,1 0 0,1 0 2,1-1 0,2 1 0,0-1 0,1 1 1,0-1-1,-1 0 0,0-1-3,3 0 1,-1 1 0,-1-2 0,0 1-1,1-1 1,1 0 0,3 1 0,2 0 0,-5-2 0,3 1 0,3 0 0,-1 0 0,0-2 2,-7-2 1,-1-1-1,1-1 1,0 0-1,3 0 16,0 0 0,3-1 0,0 0 0,-2-1-24,4 1 1,-2-1-1,0-1 1,0 0-1,2-1 15,-9-4 0,1 0 0,0-1 0,1-2-2,8 2 1,-2-2 0,2-1 0,1 1 0,3 1-9,-9-5 0,4 1 0,0-3-2,3-1 1,-1-2 0,2-1 0,5 1 134,7 2 1,4 0 0,0-2-142,-5-7 1,-1-3 0,1-2 8,8 7 0,1-2 1,1 1-1,1 0 1,-2-6 0,2 1 0,1 1-2,1 2 0,1 2 0,1 0 8,-3-15 1,3 3 462,5 11 0,2 0-471,-2-9 0,2-3 5,6 15 1,1-1 0,1 2 5,0-12 1,2 3-10,2 3 1,2 1 0,3 4 0,1 3 781,2 8 0,1 1-773,1-7 1,1 0 30,2-3 0,-1 2 19,6-20-27,-6-2-1,-7 28 2144,-8-6-2138,-2 8 1816,0-9-1843,1-12 10,7 3-11,2-1 6,8-4 17,1 10-23,7-14 28,-5 14 46,0 3 824,-10 20-830,-2 0 345,-2 9-351,-2 0-67,0 6-17,0 8 22,0 2-11,-5 12 17,-3 5 11,-14 22-23,-5-1-210,8-15 0,-2 0 208,-1-2 0,0-1 8,-16 17-6,11-17 1,-2 2-6,-1 1 0,-1 1-3,0-1 0,0 1-14,-2 3 1,1-1-18,-11 13 45,15-12-5,-1 0-6,11-12 39,-2 0 45,9-9 6,4-8-68,5-6 6,-2-9 433,2-9-433,2-23 11,8-5-31,-1 16 1,2 0 2,9-15 20,2 11 0,3 0-23,-2 10 0,1 0-411,12-11 1,3 0 390,0 8 1,3 2-485,5 0 1,2 2 509,4 1 0,0 3-17,-10 4 0,2 2 11,7-1 1,1 2 10,-2 3 1,1 2-12,-2 1 1,1 2-162,2 0 0,-2 2 150,-14 6 0,-4 2 3,12 2-5,-6 8-1,-21 3 740,-3 0-695,-11 2 1046,-12-6-1046,-1-4 425,-25-1-436,2-5-34,-19 0 1,0-6-1369,-5-1 1369,9-2-111,6 3 0,-1 0 124,10 2 0,0 2-8,-16 0 0,-1 3-257,9 3 0,2 4 265,0 4 1,2 3-23,1 4 0,3 2 11,2 2 1,2 1 2,4 1 0,4 0-118,-11 24-1432,17-3-8281,19-5 8736,2-13 0,6-12 1,-8-13-1</inkml:trace>
  <inkml:trace contextRef="#ctx0" brushRef="#br0" timeOffset="60367">4868 10127 13715,'-4'2'2795,"1"-1"-17,3-1-2302,10-62-168,10 27-550,-3-9 0,5-1 368,5 18 0,4 3-31,5-3 0,3-1-372,7-3 0,3 1 305,-12 8 0,2 0 0,1 0-566,5-2 1,1 0 0,1-1 574,7-1 1,0-1-1,3 1-526,-11 4 1,2-1 0,1 1-1,0 0 525,6-2 1,1 0-1,1 0 1,1 0-298,-8 3 0,2 1 0,0-1 1,1 0-1,0 0 286,-4 2 0,-1 1 0,2-1 1,0 1-1,1-1 0,0 1-9,4-2 1,0 1 0,1-1 0,1 1 0,0-1 0,0 0-141,-4 3 0,0-1 0,0 0 0,1 0 0,1 0 0,-1 0 0,1 0 136,3-1 0,0 0 0,1 0 0,0 0 0,0 0 0,1 1 0,-1-1-54,-4 2 0,-1 0 1,1 0-1,0 0 1,1 0-1,-1 0 1,1 0-1,0 0 56,1 0 0,0 0 0,1 0 0,0 0 0,0 0 0,0 0 0,0 0 0,1 1-18,0-1 0,0 1 1,1-1-1,0 1 1,-1 0-1,1 0 1,0 0-1,1 0 9,-1 1 1,1-1-1,0 1 1,0 0 0,0 0-1,1 0 1,-1 0 0,1 0-3,-7 3 0,0-1 0,0 0 0,0 0 0,0 1 0,0 0 1,1-1-1,-1 1 0,1 0 0,-1 0 0,1 1 0,0-1 0,0 0 0,0 1 0,0-1 1,0 1-1,0 0 0,0-1-1,0 1 1,1 0-1,-1 0 1,1 0-1,-1 0 1,1 1-1,-1-1 1,1 0-1,-1 1-1,1-1 0,0 1 0,0-1 1,0 1-1,0 0 0,-1 0 1,1 0-1,0 0 0,1 0 0,-1 0 1,0 1 0,1-1 0,-1 1 0,1-1 0,-1 1 0,1 0 0,0 0 0,-1 0 3,1 0 0,1 0 0,-1 0 0,0 1 0,0-1 0,1 1 0,-1-1 0,0 1 0,1 0-1,0 0 0,1 0 1,-1 0-1,1 0 1,-1 1-1,1-1 0,0 1 1,0 0-1,-1-1 0,2 1 0,0 0 1,-1 0-1,1 0 1,0 0-1,0 1 1,-1-1-1,1 1 0,0-1 0,1 1 0,0 0 1,0-1-1,0 1 1,-1 1-1,1-1 1,0 0-1,0 1 1,0-1 4,1 1 1,-1-1 0,0 1 0,0 0 0,0 0 0,1 0 0,-1 0 0,0 1 0,0-1 0,0 1 1,0-1-1,1 1 1,-1 0 0,0-1-1,0 1 1,0 0 0,0 1-1,0-1-1,-1 0 0,1 1 1,0-1-1,-1 1 1,0 0-1,1-1 1,-1 1-1,0 0 0,1 0-1,-2 1 1,1-1 0,0 1 0,-1-1 0,1 1-1,-1-1 1,0 1 0,1 0 0,-1 0-3,0 0 1,-1 1 0,1-1 0,-1 0 0,1 1 0,-1-1 0,1 1 0,-1 0-1,0-1 0,0 1 1,-1 0 0,0 1 0,1-1 0,-1 0 0,0 0 0,0 1 0,0-1 0,0 1-4,-1 0 1,0-1 0,0 1 0,0 0-1,0 0 1,0-1 0,-1 2 0,1-1 0,-1 0-6,7 1 1,0-1-1,-1 1 1,1 0 0,-1 0-1,0 1 1,0-1-1,0 0 5,0 1 1,-1 0-1,0 0 1,0 0 0,0 0-1,0 0 1,-1 0-1,1 1-1,-1 0 0,-1 0 0,1 0 0,-1 1 1,1-1-1,-1 1 0,0 0 0,0 0 2,0 0 1,-1 1 0,1-1 0,-1 1 0,0-1 0,1 1 0,-1 0 0,0 0 0,-1 0 1,0 1 0,-1-1-1,1 1 1,0 0 0,-1-1-1,1 1 1,-1 1-9,0-1 0,0 0 0,-1 1 1,0-1-1,1 1 0,-1 0 1,0 0-1,0 0 10,6 2 0,1-1 0,-1 1 0,0-1 1,0 1-1,0 1 0,0-1 10,-2 0 1,0 1 0,1 0-1,-2 0 1,1 0 0,0 0-1,-1 1 0,-1-1 1,-1 1 0,1 0-1,-1 0 1,0 1 0,0-1 0,0 1 2,-2 0 0,-1 0 0,1 0 0,-1 0 0,0 0 0,0 1 0,0-1-1,7 3 1,-1-1-1,0 1 1,0 0 0,0 0-1,-1 0-4,-2 0 0,1 0 0,-2 0 0,1 0 0,-1 0 0,0 1-2,-2-1 0,-1 0 0,0 0 0,0 0 0,0 1 0,-1-1 2,8 3 1,0 1 0,-1 0 0,0 0 0,-1 0-1,-1 0 1,-2 0 0,1 0-1,-2 1 1,1 0-4,-3-1 0,0 1 1,-1 0-1,0 1 1,-1 0 20,-1-1 0,-1 1 1,0-1-1,0 1 1,-1 1-30,9 4 0,-1 1 0,0 1 0,-1-1 1,-2 0 1,0 0 0,-1 1 0,0-1-4,-3 0 1,0 1 0,0-1 0,-2 1 92,-1-2 1,-1 1 0,-1-1 0,-1 1-89,11 7 1,-2 0-1,-2 1 216,-4-3 1,-3 1 0,-2 0-215,-4-3 0,-3 1 1,-2 0 601,8 11 1,-6 0-601,-6-4 1,-5 1 840,-6-6 0,-2 1-835,-4-2 0,-3 0 2,-1 0 1,-1-1-9,-1 1 0,-2 0 6,1 1 0,-1 0-14,0-1 0,-1 0-3,1 31 33,-1-4 18,-2-8 1698,-2-9-1631,-3-13 1564,-2-11-1486,-1-10 764,-2-7-841,1-5 120,-1-4-211,1-3 11,-2 1 6,-1 1-40,-2 3-5,-1 2 6,1 2 28,2 1-6,3 0-34,2-2 23,-2-1 0,-4-4 5,-3-2 23,-3-2-34,0-2 28,1 2 12,2 0-29,2 0 6,1 0-11,2-1 50,4-1 11,1 0-10,4 2 49,1 4-66,1 2 44,2 3-140,-1 2 56,-1 14 0,1-4-11,-3 19 28,3-5 6,1 9 0,7 1-29,9 2 6,16-2 1,18-3 2,-18-16 0,3-2-338,4 0 1,3-2 337,2-1 0,1-3 31,9-1 0,-1-3-14,-11-4 0,-2-1-12,-3 0 1,-3-3 109,12-13 89,-22 2 0,0-4 1,-13 0-152,-8 8-45,-4 4 23,-8 7 657,-3 6-674,-6 4-95,-11 10 62,2 2 5,-1 0 0,-2 2-6,-3-3 12,-18 4 10,12-11 1,-3-2-1079,1-3 1,1-1 1058,-2-1 1,1-1 4,-1-5 1,2-2-175,-21-10 169,26 3 1,1-2 41,-19-18 17,15-5-6,12-19-27,13 16 27,6-24 12,9 24-46,5-4 1,-2 19-28,1 10 0,-4 12 2112,2 8-2090,4 6 217,13 25-217,5 4 0,-6-12 0,1-1-22,13 13-6,-9-17 0,5 0 11,6-2 1,1-2 5,-7-2 0,2-2-3,24 5 1,1-5-1000,-22-12 0,-1-2 887,7 2 0,0-2-1190,-1-6 0,-3-3 619,13-5 1,-8 0 0,-20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51:37.73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1060 2344 20431,'1'-8'2288,"4"-25"0,2-7-1459,1 2-572,0-5 1,1 1 89,0 12-218,-3 14-134,-3 9 33,-1 11-6,1 8 17,1 12-5,1 14-17,-2 11-1,-2 11-8,-2-27 1,-1 0 2,-1 2 1,0-1 2,0-2 0,-2-1 36,-3 21 51,1-16 134,3-17 84,0-12-112,1-14-100,0-10-46,0-13-38,1-12 27,0-9-27,5-9-29,0 26 0,0 0 12,1-1 0,2 1 5,5-26 11,-1 19-22,-5 19-39,-2 14 33,-3 11 12,3 10-12,0 14 18,3 13-24,-2 9 7,-1 7-1,-2-1 6,-5-1-11,-2-5-51,-4-6-369,-1-7-1529,2-7 1960,2-7 0,5-11 0,1-4 0</inkml:trace>
  <inkml:trace contextRef="#ctx0" brushRef="#br0" timeOffset="300">1582 2470 27953,'38'-25'26,"-1"1"1,0-1 0,14-10-1,-5 10-9,-2 23-17,-7 3-6,-15 1 1,-9 2-57,-8 0-313,-4 1-1367,0 1 1742,-1 0 0,0-3 0,0 0 0</inkml:trace>
  <inkml:trace contextRef="#ctx0" brushRef="#br0" timeOffset="926">3192 2234 20492,'1'-7'2156,"3"-24"1,2-5-1759,-2 8-82,1-15 1,-1-2 165,-3 8-1,-14-11-341,-6 16-50,-17 9-23,3 16-17,-18 15-33,7 11-14,14 0 0,2 3-9,-10 22 6,12 12-22,27-6 16,16 2 23,4-12-9,5-10 1,4-2 2,19 10-377,-12-11 0,3-1 371,-6-6 1,1-2-1,-4-2 1,-2-1-11,14 6 33,-16-3-12,-26-10-10,-18 0 22,-26-1-17,-3-3 3,0 0 0,-2 0-9,16-1 1,1 0-14,-12 2 0,1-1-43,-4 2-100,20-3-11,15 0-600,12 0-2795,24 2-4503,15 0 8060,14 0 0,-18-3 0,-14-1 0</inkml:trace>
  <inkml:trace contextRef="#ctx0" brushRef="#br0" timeOffset="1133">3734 2385 26045,'-17'-53'547,"0"1"0,2 5 0,0 9-396,3 20 111,1 8-217,5 10-8,1 12-26,-1 15-57,3 16-239,0 12-74,2-6-1459,2-11 1,1 1 1817,2 20 0,0-6 0,-1-20 0</inkml:trace>
  <inkml:trace contextRef="#ctx0" brushRef="#br0" timeOffset="1316">3762 1989 25119,'-45'28'-9831,"11"8"7936,43 10 1,-2-14 0,-5-24-1</inkml:trace>
  <inkml:trace contextRef="#ctx0" brushRef="#br0" timeOffset="1683">4001 2342 23332,'1'-6'2890,"0"1"-2464,3-31 0,2-5-152,-1 15-227,0-18 1,3 8-37,-1 32 6,1 15-17,3 14 0,-1 18 6,-3 13-220,-5-24 1,-2 1 210,-2 0 0,-2 1-2,-4 25 22,-2-15 83,4-19-10,6-21-40,8-23-10,10-19 27,11-17-188,-11 22 1,1-1 145,2 1 1,0 0-12,1 1 0,0 2-9,19-16 385,-3 16-406,-8 19-46,-5 20-100,-5 17-225,-2 21-279,0 13-250,-7-27 1,1 1-71,3 2 0,2 0-658,6-2 0,3-2 1644,11 1 0,-1-5 0,6 5 0,1-10 0</inkml:trace>
  <inkml:trace contextRef="#ctx0" brushRef="#br0" timeOffset="2116">5042 2473 23652,'-9'-43'802,"1"0"1,0 0-1,-5-15 1,-5 8-506,-20 5-152,-8 17-72,-3 16-56,0 19-17,5 18-17,9 18-472,11 14 480,16-26 1,3 1-43,4 29 146,14-8-112,9-15 185,9-17-117,1-15 125,1-19-2,-1-14 50,-3-14 28,-3-3 11,-7 3 90,-5 8-353,-7 13 112,-3 11-112,-1 21 0,2 20 0,1 29-619,-2-18 0,0 3 619,1 11 0,1 4-420,0-15 0,0 3 0,1 0 386,2 6 0,1 1 0,1 0-835,2 4 0,0 0 0,0 1 337,0 1 0,-1-1 0,-3 0-169,-2-3 1,-3 0 0,-5-2-241,-5-7 0,-4-1 1,-5-5 567,-14 9 1,-8-11 808,-4-17 0,-3-13-223,1-18 0,3-13 25,1-15 1,6-11-240,10 6 0,4-4 1,1-3 48,0-7 1,3-2-1,2-2-84,1-4 1,2-1 0,4 0-135,4 0 0,3 0 0,4 2-306,2 5 0,4 1 0,3 3-744,3 6 1,4 3 0,2 3 1219,18-11 0,0 7 0,-17 19 0,-2 4 0,22-7 0</inkml:trace>
  <inkml:trace contextRef="#ctx0" brushRef="#br0" timeOffset="2742">5294 2446 27051,'39'-7'261,"0"0"1,-2-3-1,-5-7-174,-14-11 0,-6-5-895,1-4 0,-3-2 847,-2-6 0,-2-2-17,-2-8 1,-3-2-468,0-5 1,-3-1 460,1 21 1,-1-1 0,0 1 2,-2-15 1,-1 3 182,-2 9 0,-1 5-62,-8-13-89,0 24-63,4 17 768,0 17-745,-2 21-11,0 26-9,6-10 1,2 4-166,1 11 1,2 4 173,2-15 0,1 1 0,1 1-4,2 3 1,0-1-1,2 1-2,0-1 1,2 0-1,3-1-2,0-4 1,3-1 0,2-1-390,10 14 0,5-5 383,3-9 0,3-7-38,1-7 1,2-9 54,4-10 0,-2-7 2,14-8-2,-22-12 0,-5-6 14,2-26-201,-13 15 1,-1-2 205,-3-1 1,-1 0-9,-3 2 0,0 0 1201,3-25-1215,-5 26 1149,-4 12-1149,-3 20 115,-4 29-115,3 13 0,0 5 0,10 9 531,7-21-531,11 4 194,4-11-194,7-18 0,-11-10 0,5-25 0,-14-9 0,2-17 0,-11 21 0,-2 0 0,2-9 0,-3 0 0,-4 32 0,-2 5 0,0 22 0,2 23 0,-1 3 0,1 6 0,0 4 0,1 2-953,1 2 1,0 4 847,1-12 0,1 3 0,1 0-3172,2-2 0,0 1 0,0 1 3225,1 5 0,0 2 0,0-4 1,1 5-1,0-8 0,-5-21 1,0 0-1</inkml:trace>
  <inkml:trace contextRef="#ctx0" brushRef="#br0" timeOffset="3416">7630 2239 21448,'-1'-60'862,"1"1"1,0-1 0,-2 8-1,-1 1 1,0 4-424,-2-4 1,-2 7-143,-5-8 118,3 19-392,6 29 80,2 19-80,9 38-23,-5-19 0,0 3-1115,3 17 0,0 0 1120,-2-12 1,0 1-3,-1 2 1,-1 4 0,1-2-1,0 2 0,1-1-195,-1-3 0,1 3 0,1-4 183,2 2 1,2-3-1,1-8 1,0-4-31,7 9 45,10-17 27,-5-29-16,15-15 11,2-24-624,-18 16 0,-1-1 624,13-21 559,-12 12 1,-3 0-459,2-8 697,2-11-776,-14 30-11,-6 15-28,-2 9 1562,-1 21-1578,1 5 926,-1 20-1128,4 2-477,5 3-861,6 0-2045,6-3-6241,-1-8 8478,-6-13 1,-4-11-1,-8-9 1</inkml:trace>
  <inkml:trace contextRef="#ctx0" brushRef="#br0" timeOffset="3599">8125 2023 25461,'-25'4'-1212,"11"18"1,25 10 0,-1 0-1</inkml:trace>
  <inkml:trace contextRef="#ctx0" brushRef="#br0" timeOffset="3975">8343 2305 26150,'0'-39'485,"0"-1"0,0 2 1,0 10-453,0 22-50,2 8 12,3 16 16,3 16-17,3 14 6,-1 8-225,-2 2 208,-3-4 40,-1-13 50,-1-14 83,-1-15-32,2-17-68,2-13 33,4-16 6,4-11 1,3-7-24,2 3-32,1 7 230,-2 12-265,-4 15-10,-1 11-1,0 14-28,1 12-38,2 12-192,1 9-587,2 4-941,1-1-2118,5-2 3910,6-9 0,-13-16 0,0-9 0</inkml:trace>
  <inkml:trace contextRef="#ctx0" brushRef="#br0" timeOffset="4176">9063 2085 21836,'-1'-44'1208,"0"0"1,0 0 0,-2-14-1,0 6-586,-6 0-286,0 22-252,3 15-50,1 22-1,-1 17-16,0 26-14,2-16 0,1 3-435,0 5 1,1 2 397,0 5 0,2 1-232,1 3 0,2 0-540,2 2 0,1 1-1600,4-1 0,2-2 1784,0-7 1,0-5 0,4 10 0,-5-26 0</inkml:trace>
  <inkml:trace contextRef="#ctx0" brushRef="#br0" timeOffset="5143">9324 2260 19994,'0'-9'5326,"0"1"-4928,-6-25 0,-4-4 67,-1 11-337,-1-13 1,-3 3-33,-8 28-35,-6 12-22,-9 13-27,-8 15-7,21-11 1,0 3-172,1 2 1,2 2 156,2 0 1,3 1 36,-6 26-34,15-5-16,19-7-51,16-9-151,17-8-822,17-10 637,-24-11 0,1-3-50,4-3 0,1-2-45,2-1 0,0-1 114,-2-2 1,-2-1 229,-4-1 1,-3 0 198,18-13 331,-20-2 330,-16-1 578,-10 1-298,-10 3-212,-4 5-175,-5 3 318,-2 4-709,2 4-107,2 3-67,3 1-22,4 7-34,3 3 0,7 8 0,6 1-45,13 1 17,10-4 45,6-7-1,3-9 46,1-11 22,-5-11 34,-5-12 38,-9-10 24,-11-5 38,-7 0 0,-11 4-27,-9 10-29,-11 11-83,-11 12-18,-9 13-10,-7 15-46,2 13-276,6 16 277,14 12-43,19-23 1,3 1-152,6 1 1,4 1-239,6 2 1,5-1-696,6-1 0,6-1 87,8-1 1,5-4-648,6-3 1,3-4-45,5-6 0,2-4 1007,-1-4 1,0-6 1134,-4-6 1,-2-4 1058,-9-4 0,-3-4 170,-9-4 0,-5-4 634,6-28-1378,-21 16 0,-3-1-476,0-13-74,-4 15 1,-2 1 118,-7 0-191,-8 0-135,-16 16-33,-17 21-51,18 4 1,-1 5-91,-2 5 0,2 4 60,1 3 0,4 2-6,6 1 0,3 3-8,-1 28-1179,24-27 0,5-2 1167,7 9 33,7-19 1,6-4-45,24-10 25,-18-9 1,1-3-129,0-5 1,-1-4 144,0-7 1,-4-5 27,-2-4 1,-3-4 13,-3-6 0,-4-3-5,-2-5 0,-3-3-234,-3-7 1,-1-2 219,-5 19 1,-1-2 0,0 0 28,0-3 0,1-2 1,-1 5-61,-1-2 0,1 4 1410,-1 1 0,0 9-1410,-2 21 111,-3 17-111,-3 28 0,0-5 0,-1 5-466,-2 24 1,-1 3 465,3-15 0,0 1 0,0 1 0,1 5 0,0-2-594,2 8 0,1 0-697,1-7 1,1 2 0,0-1 1025,0-5 0,1-2 0,0-2 0,0 2 1,0-6-1,2 8 0</inkml:trace>
  <inkml:trace contextRef="#ctx0" brushRef="#br0" timeOffset="5759">11848 2458 20221,'14'-54'943,"1"0"1,0 0 0,0 1 0,1-11 0,0 3 0,-4 9-633,-6 12 0,-3 8 303,-1-7-401,-3 17-44,0 19-130,-5 24-22,-2 18-17,0-4 0,0 2-286,1-6 1,0 2 290,-4 14 1,1 4 2,1 7 1,1 0 2,1-10 0,1 0-17,2 2 1,1 3-1,4-6-2,6-11 0,1-2 102,-1 9 1,4-5-118,33 5 7,1-29-10,-9-16 1,1-7 31,-6-3-1,-1-4-703,5-11 1,-4-3 714,6-18 5,-18 15 1,-2 0-80,-2-1 0,-3 1 113,0 2 0,-1 0 645,6-27-589,-13 33-67,-3 14-29,-1 8 1578,0 29-1611,0 1 266,1 27-518,6-4-106,0-10-1137,14 9-2240,2-14 3049,4 1 0,-9-15 1,-8-12-1</inkml:trace>
  <inkml:trace contextRef="#ctx0" brushRef="#br0" timeOffset="5925">12533 2187 25539,'-6'-14'-760,"-10"-8"0,37 42 0</inkml:trace>
  <inkml:trace contextRef="#ctx0" brushRef="#br0" timeOffset="6199">13001 2228 27342,'-25'21'36,"0"0"1,-6 28-31,56 9-18,-1-13 1,2-1-541,-9-14 0,-1 0 527,7 13 0,-3 0-42,-9-11 0,-6-1-98,-11 22-457,-18-13-532,-17-16-1103,-9-16-2442,-2-20 4699,24-4 0,2-2 0,-3-3 0,5-7 0</inkml:trace>
  <inkml:trace contextRef="#ctx0" brushRef="#br0" timeOffset="6342">12768 2254 26659,'26'47'-157,"-8"11"-865,-19-18 0,-4 4-45,1 5 1,-1-2 0,-1 6 0,1-5 0</inkml:trace>
  <inkml:trace contextRef="#ctx0" brushRef="#br0" timeOffset="6616">13506 2489 25672,'12'-47'243,"1"1"1,0 0 0,-1 0-1,5-14 1,0-1 0,-1 3-188,-4 10 0,0 2 0,0-1-539,-2 1 0,1 0 0,-1 1 494,1-14 1,-2 2-12,-3 13 0,-2 5 835,-4-6-835,-9 30 451,-13 33-451,-12 29 0,12-7 0,0 6-382,6-9 0,0 3 1,1 1 381,1 6 0,0 2 0,2 0 0,1 4 0,2 2 0,1-1 0,2 1 0,1 1 0,2-1-178,3 0 1,1-1 0,3-1-115,2-4 1,2-1-1,2-1-537,3-5 0,3-1 0,3-2 829,17 12 0,2-6 0,-17-18 0,0-4 0,25 8 0</inkml:trace>
  <inkml:trace contextRef="#ctx0" brushRef="#br0" timeOffset="6800">13389 2228 26570,'51'-18'-1106,"0"-1"0,0 0 0,-1 2 1,1 1-1,-2 5 162,8 10 1,-6 4 0,-15-3-1,-4 1 1,6-1 0</inkml:trace>
  <inkml:trace contextRef="#ctx0" brushRef="#br0" timeOffset="7126">14535 1809 24811,'-4'-3'2335,"0"0"-2094,4 3-207,-69 9-12,41 16-17,-12-8 1,3 4 6,25 30-7,15-1-5,10-7 11,9-8 34,1-10 73,-5-12 44,-4-10-5,-1-13-23,0-9-5,-1-11-22,-3-7-35,-3-1 19,-6 1 24,-4 8-116,-8 9 27,-6 13-97,-8 16-910,-3 17-4110,-1 21 5147,6 1 0,11-14 0,6-13 0</inkml:trace>
  <inkml:trace contextRef="#ctx0" brushRef="#br0" timeOffset="7383">14566 2564 24715,'-3'-2'2527,"1"0"-1671,2 2-772,-31-7-5,36 6-6,-20-7-1,38 10 52,-8-4-57,-8-2-62,-7-4-27,-7-5-308,-7-3-1692,-6-1 2022,-4 3 0,11 6 0,2 3 0</inkml:trace>
  <inkml:trace contextRef="#ctx0" brushRef="#br0" timeOffset="7883">2507 3595 10674,'-55'-19'3269,"-1"0"0,8 1 0,5 2-2211,5 0-778,20 6 259,37 9 105,34 7-395,-5-2 0,9 0-1169,-6 0 0,7-1 0,4 1 0,0-1 1017,-9-2 1,1 1-1,0-1 1,2 1-1,0-1-332,2 0 0,1 1 1,1-1-1,1 0 0,3 0 288,-10-1 1,2 0 0,1-1-1,2 0 1,-1 0 0,1 0 0,-1 0-235,1-1 0,-2 1 1,1-1-1,0 0 1,1 0-1,2 0 0,2-1 201,-8 1 1,1 0 0,2 0 0,1-1 0,0 0-1,2 1 1,0-1 0,0 0 0,1 0 0,-1 0-99,-1 1 1,0-1-1,0-1 1,0 1-1,1 0 1,1 0-1,0 0 1,1-1-1,1 1 1,1-1-1,2 1 86,-11 0 1,1 0 0,1 0 0,1-1 0,2 1-1,-1 0 1,2-1 0,0 1 0,0 0 0,0-1-1,0 1 1,0 0 0,0-1 0,-1 1 0,-1 0-1,0 0-5,1 0 1,0 1 0,0-1 0,0 0-1,-1 0 1,1 1 0,-1-1 0,0 0 0,0 1-1,0-1 1,0 1 0,0-1 0,0 1 0,0-1-1,1 0-1,-1 1 0,-1-1 0,1 1 1,0-1-1,0 0 0,-1 1 1,1-1-1,0 1 0,0-1 1,-1 1-1,1-1 0,0 1 0,0 0 1,0 0-1,0 0-1,0 1 1,1-1-1,0 1 1,1-1-1,-1 1 1,1 0-1,-1 0 1,1 0-1,-1 0 1,0 0-1,-1 1 1,0-1-1,-1 0 1,0 1-1,-1-1 3,6 1 0,-1-1 0,-1 1 1,-2-1-1,0 1 0,0 0 0,0 0 1,1 0-1,1 0 0,1 0 1,2 0-1,2 1 2,-10-1 0,1 0 0,1 1 0,1-1 1,2 1-1,0-1 0,1 1 0,1 0 1,0-1-1,0 1 0,0 0 0,-1 0 1,1-1-1,-2 1 0,0 0 0,-1 0 1,-1 0-1,-1-1-2,7 1 1,-1 0 0,-2 0 0,1 0 0,-2 0-1,0 0 1,0 0 0,0 0 0,-1 0 0,0 0 0,1 0-1,0 0 1,0 1 0,1-1-5,-4 0 1,2 0 0,1 1 0,1-1-1,-1 1 1,1-1 0,0 1 0,-1-1 0,-1 1-1,-1-1 1,-1 1 0,-1-1 0,-3 1-1,-1-1 1,-2 0-19,14 1 1,-3 0-1,-3-1 1,-2 1-1,-1-1 1,-1 1 0,-1-1-1,2 0-416,5 1 0,1-1 1,0 1-1,-2-1 1,-2 0-1,-4-1 0,-4 1 434,3-2 0,-5 0 0,-4 0 0,0 0 0,11 0 0,-1 1 0,-9-1 0,14-4 0</inkml:trace>
  <inkml:trace contextRef="#ctx0" brushRef="#br0" timeOffset="29291">5719 4892 25915,'-40'-14'82,"-1"0"1,1 1-1,-12-9 1,6 13-52,15 27 0,4 8-280,2-3 1,0 3 242,-10 17 1,2 4-432,8-7 0,4 2 347,0 9 1,7-1-124,11-10 0,6-3-141,8 20-162,8-30 1,7-3-487,13-9 0,5-5 438,1 1 1,1-4 45,11-5 0,-2-5 478,-13-4 1,-4-3 377,14-10 535,-5-14 159,-31 10 789,2-6-931,-15 13 73,-4 7-767,0 6 676,-3 3-643,1 2 6,-1 1-139,2 0 55,4 0-62,2-3 35,13-8-46,28-24-64,-16 13 0,1-3-509,12-11 1,2-3 505,-3-1 0,0-2-698,1-6 0,-2 0 692,-9 8 1,-1-3 3,-4 1 1,0-4-1,-3 2-313,-3-1 1,-2 0 351,6-17 0,-4 1 13,-12 21 1,-5 3 89,-12-19-28,-10 21 741,-10 17-831,-2 14 1418,-1 19-1434,-1 21-26,16-9 1,2 3 8,-10 25-6,11-17 1,3 3-85,4 3 1,3 2 38,0 2 1,2 1-68,5 8 1,5-2-205,5-8 0,4-5 78,-3-10 0,5-2-619,18 7 1,5-6 73,-7-18 0,2-4 534,18 2 1,2-7 198,-5-14 0,-1-7 109,-1-5 0,-3-5 90,-2-3 0,-4-2 61,-7 0 1,-4-1-61,-7 2 0,-5 0 411,4-21-18,-14 9-94,-14 11 792,-7 12-1067,-14 14 684,-8 15-756,-7 12-68,-2 14-17,4 7-11,9 3 5,10-2-5,11-4 239,12-6-261,10-9-1,9-11 57,5-9-17,-4-9 33,9-19 23,-10-4 67,6-14 61,-12 5-10,-7 4-12,-5 5-17,-3 10-72,-2 7-34,-1 7-45,-2 12 0,0 9 12,0 13-23,1 5 17,5 3-12,8-2-10,2-10-12,19 1-17,1-18 45,17-2 12,-2-19-303,2-12 347,-1-14-22,-23 13 0,-3-2 14,-1-3 0,-2 0 33,-2 0 0,-4-1 149,5-26-106,-10 15 168,-11-7-303,-4 23 0,-4-6 0,-1 17 0,3 7 308,4 4-308,3 9 0,3 7 0,11 16 0,8 11 0,15 11 0,-12-22 0,1-1-303,3 3 0,1 0 303,0-1 0,-1 1 0,-3-2 0,-2 1 0,7 23 0,-20-6 0,-24-8-427,-16-9-1342,-11-11-6068,-2-16 7502,11-10 0,15-1 1,10 0-1</inkml:trace>
  <inkml:trace contextRef="#ctx0" brushRef="#br0" timeOffset="29725">7688 4767 27723,'-32'-23'112,"7"12"-78,30 36-6,5 9-11,11 10-1,10 5-338,-12-22 1,1-1 335,4 0 0,0-1-12,3 0 1,0-1-14,1-2 0,-1-2 159,20 14-170,-12-9-17,-19-7-79,-23-6-257,-22-4-168,-24-4 347,20-4 0,-2-2 115,-1-3 0,0-3 33,2-4 0,2-2 9,-16-25 78,21-3 73,16 5 624,11 11-523,2 13-118,-1 7-11,0 11-11,-1 6-62,0 12-313,-2 11-3456,1 8 3758,-1-1 0,0-15 0,2-12 0</inkml:trace>
  <inkml:trace contextRef="#ctx0" brushRef="#br0" timeOffset="31975">9730 4893 19619,'-1'-6'4273,"-1"2"-3394,2 4-358,-65-68-1114,33 46 679,-10-15 1,-1 4 277,7 31-319,2 14 124,4 13-192,9 13 40,10 9-6,17 3-22,15 1 6,16-2-1,-14-25 0,2 0-137,1-2 1,2-2 136,23 18 18,-10-9 470,-17-6-398,-30-1-48,-9-9 37,-37 4-6,-7-8-353,18-4 0,-2 0 286,0-2 0,0-1 11,-2-1 1,2-1-1,-9-3 247,7-4-426,36-1-358,8-5-724,20-1-629,9 1 0,5 2 120,20-6-1190,0 3 0,4 0-26,-8 3 1,1 1 2167,-7 1 1,3 1 0,-1-2 806,1 1 0,-1-1 0,1-1 1545,3-1 1,1 0 0,-4-1 1423,6-3 0,-4-1-1695,-5 3 0,-6-1 2188,-6-9-1066,-22 8-1304,-6-3-386,-9 4-241,-3 4-213,-3 3-146,1 6 1242,0 10-1303,0 10-45,2 24-17,4 3 6,2 3-146,4 2-414,2-9-1048,1 7-3232,3-8 4851,-1-11 0,-1-14 0,-2-9 0</inkml:trace>
  <inkml:trace contextRef="#ctx0" brushRef="#br0" timeOffset="32141">10340 4742 17787,'0'-7'6066,"0"2"-5433,0 5-516,0 0-867,-56-13-1457,44 36-414,-40-16 2621,54 24 0,8 4 0,-4-12 0,4 13 0</inkml:trace>
  <inkml:trace contextRef="#ctx0" brushRef="#br0" timeOffset="32900">10544 5027 26777,'9'-44'101,"-3"11"-107,6 76 0,-2 15 1,-1-10 5,-5-7 0,-1-1 0,-2 0 11,-1 5 101,-1-25 0,0-18 34,0-22-40,4-9 0,6-20-50,1 11-11,13-11-17,3 11-20,-2 14 1,3 2-15,23-6-19,-19 17 0,2 4-345,23 13 236,-13 5-267,-14 6 1,-1 4-356,10 13 20,-9-9 1,0 1 82,-3-5 1,-1 0-93,3-2 0,1-1-227,17 7-507,14-5 667,-8-13 786,-13-8 1,3-3 300,-8-3 0,-1-2 352,4-7 0,-3-2 230,4-12 395,-19 2 0,-5-3-127,-3-11-113,-6-17-497,-22 20-179,-16 12 235,-2 12-381,-21 11-100,1 17-346,14 3 1,0 4 266,8 1 0,2 3 3,-1 5 0,4 2-306,3 19 281,14-12 6,21-1-7,25-15 29,13-6-9,-16-14 1,2-4 92,24-17 128,-8-14 124,-10-5 39,-12-3 703,-11 4-1071,-8 8 293,-6 9-317,-3 11 0,-6 27 0,-6 21 0,2-3 0,0 5-663,-2 10 0,1 3 663,4-11 0,0 1 0,0 0 0,0 11 0,1 4 0,3-12 0,1 5 0,1 2 0,-1-4 0,1 4 0,0-3 0,-1 4-577,-2 2 0,0 4 1,-2 1-1,-2-3 418,-1-8 1,-2-3 0,-2 0 0,-2-2-102,-7 12 1,-3-2 0,-4-4-99,1-9 1,-3-3 0,-1-6-268,-12 1 0,0-12-868,7-19 0,3-13 1493,6-19 0,6-7 0,-3-5 0,13-13 0</inkml:trace>
  <inkml:trace contextRef="#ctx0" brushRef="#br0" timeOffset="33567">11776 5372 26248,'39'-37'104,"1"0"0,-1 0 0,-3 1 0,-1-1 0,-8 0-54,-6-7 1,-7-1-1898,-1-8 1,-2 0 1854,-2 8 1,-2-3 17,-1 0 0,-2-5 1,0 4 348,-1-1 1,0 0-367,-1 6 0,1-1 1,-2 3 23,-2 4 1,0 4 39,-4-9 800,-2 23-845,-2 19 182,-2 19-188,-5 24-16,6-10 0,-1 4 676,-1 9 0,1 3-688,0 8 1,2 3-248,3-17 1,1 1-1,1 1 247,1 2 1,0 0 0,2 0-7,0-1 1,2 1 0,1-1-14,3 18 0,4-3-12,4-8 1,4-5-98,3-11 1,4-5 89,27 4 44,2-34 5,0-26 3,-27 2 1,0-5 5,-2-4 0,-1-3-268,-1-4 1,-2 0 272,-3-1 1,-1 1 19,-4 3 1,-1 2 958,6-18-908,-8 20 1259,-6 19-1349,-4 17 249,-2 15-238,0 15 719,0 12-730,7 6-11,9 0 5,13-4-10,14-7-201,8-14 222,4-14 23,-5-20 45,-11-15-5,-11-13-68,-10-2 0,-8 6 0,-7 11 0,-3 11 212,-5 18-212,-5 16 0,-2 24 0,7-16 0,0 2-487,2 9 1,2 2 486,1 8 0,2 4-197,3-13 1,2 2 0,0 1-3081,2 4 0,0 2 0,1-3 2491,2 11 0,1-5 0,-3-11 0,0-9 1,-3-13-1</inkml:trace>
  <inkml:trace contextRef="#ctx0" brushRef="#br0" timeOffset="34375">13616 4829 23551,'0'-51'873,"1"-1"1,-2 6 0,-6 8-510,-17 15-123,-15 11-73,-8 12-45,-7 12-84,5 13-5,10 11-17,15 7-23,12 5 6,18 1-22,13-3 27,18-5-416,13-9 408,-21-20 0,2-2 14,0-3 0,1-2 73,29 0-40,-11-11 68,-17-1 23,-15-2-40,-13 4-56,-15 2-5,-12 7 318,-14 5-335,-10 9 5,-4 7 1,2 8-18,6 4 12,8 4-6,9 6-236,7 4 242,9 5-23,4 1 18,9-3-18,7-7 6,9-7 22,6-11-16,2-9 5,-2-9 0,-7-2 57,-8 2 100,-19 12 78,-20 18-123,3-13 0,-3 3-623,-6 5 0,-2 1 500,-2 3 0,0-1 0,9-8 0,2 1 0,1 7 0,7 0 0,14 5 0,22 8-544,36-30-4372,-2-16 1,2-5 3276,-17 0 1,-2-1-1,6-2 1,-6 0 0,-20 1-1</inkml:trace>
  <inkml:trace contextRef="#ctx0" brushRef="#br0" timeOffset="37684">11873 7332 27264,'-1'62'-468,"0"-29"1,-1-1-1099,0 3 1,0 0-3351,0-2 1,0-1 2457,-1 14 0,2-18 1,1-21-1</inkml:trace>
  <inkml:trace contextRef="#ctx0" brushRef="#br0" timeOffset="38050">12169 7002 26038,'-20'29'3,"0"1"1,1-2 0,6-1 7,13 18-5,4-9 16,2-8 28,5-14 12,2-10 78,2-17-50,-1-2 352,3-24-100,-9 9-85,0-16-55,-11 11-73,-4 6-96,-6 9-5,-4 8-22,-1 13-34,-1 13-151,1 13-757,6 12-1752,6 9-7143,12 4 8950,0-13 1,3-13-1,-6-18 1</inkml:trace>
  <inkml:trace contextRef="#ctx0" brushRef="#br0" timeOffset="38633">12586 7316 27835,'-25'-2'101,"5"12"-79,21 33-22,0 3-28,0-3 40,0-5-7,-1-10 79,0-12 73,1-9-62,2-16-22,4-10 0,6-13 0,7-7-1,6-1-32,4 4-29,1 6 35,0 10-46,0 9 0,-1 11 0,1 11 0,0 10 0,-1 10 0,-1 6 0,-3 1 0,0-1 0,-1-6 0,3-9 0,2-11 0,7-16 0,7-14 0,7-18 0,-26 13 0,0-4-346,-1-4 1,-2-3 345,-2-5 0,-1-1 0,-2-5 0,-2-1 0,-1-1 0,-2-1 0,-3 3 0,-1 2 0,-2 5 0,-3 3 0,-5-13 0,-4 23 0,-7 19 0,-2 21 0,-4 14 0,-1 21 0,12-18 0,1 1 60,1 5 1,2 2-61,6 1 0,4 2 0,2 3 0,6-1-315,5 2 1,5-1-968,4 1 0,4-2-519,2-1 0,1-1 1801,2-2 0,-3-3 0,6 4 0,-11-10 0</inkml:trace>
  <inkml:trace contextRef="#ctx0" brushRef="#br0" timeOffset="38767">13110 7380 23364,'43'-23'-631,"0"1"1,0-1 0,0 0 0,9-5 0,-2 1 0,-6 8 0,-10 13 0,-4 4-1,8-3 1</inkml:trace>
  <inkml:trace contextRef="#ctx0" brushRef="#br0" timeOffset="39941">14727 7574 23114,'6'-62'1064,"0"0"0,-1 4 0,-3 4-809,-5 14 0,-3 3-76,-2 5 0,-3 2 79,-16-14-101,-7 19-51,-3 21-5,-7 22-73,-6 20-460,23-12 1,2 3 439,0 3 1,3 0-1,4 1 1,4-1 131,2 28-157,25-11 6,22-14 0,2-24 0,3-7 11,19-4-186,-12-9 0,0-7 175,-16-2 0,-1-3-306,7-8 0,-2-3 334,-2-4 0,-5-4-142,-3-2 1,-5-3 143,-3-5 1,-4-1-12,-2-2 1,-3-1 2,-2 1 1,-1 1-184,-1 3 0,-1 3 183,0 8 0,-1 3 331,2-11-336,-2 22 633,1 23-600,-2 22-50,0 24 11,-2-12 0,0 4-58,-3 18 0,1 3 38,-1-4 1,1 1-22,0-11 0,0 2 0,1-3-38,1 1 1,1-1-275,4 7 0,4-1-208,3-14 1,4-2-157,7 7 0,4-4-90,4-7 1,4-6 153,8-8 1,0-6 596,15-5 39,-20-12 0,-4-6 684,2-19 319,4-16-491,-23 22 1,-1-2 70,0-7 0,-3-1-270,3-13-49,-8 17 0,-2 2 140,-8-1 881,-9 2-982,-18 13 430,-5 18-632,-10 14-68,13 6 316,-7 18-327,20-14 1,1 1 2,1 1 1,2 1-9,0 4 0,4-1 0,9 11 13,9-15 15,16-9 22,6-15-11,12-12-11,-13-6 0,1-5 36,-5-1 1,-1-1-29,0-1 1,-2-2 153,8-27-5,-15 11 61,-2-13-177,-7 18-69,-7 8 0,0 20 0,-4 8 0,-2 11 0,-1 18 0,2-4 0,12 28 0,12-22 0,6 6 0,22-10 0,6-14 0,-8-7 0,1-5-259,-5-3 1,-1-5 258,7-5 0,-4-4 0,7-15 0,-22 6 0,-3-5 0,-3-7 0,-4-5 0,0-4 0,-2-4-476,-5 8 0,-2-1 1,-2-1 475,-1 1 0,-3 0 0,0 2 0,-1-11 0,0 1 0,0-8 0,-1 2 0,1 15 0,-1 3 0,0-23 0,1 16 0,-1 44 0,1 6 0,-1 22 441,0 15-441,0-1 0,0 5 0,0 1 0,1 2 85,0-6 0,-1 1 0,1 1-85,1 20 0,0-2-149,0-10 0,1-1-590,0 11 0,1 1-2028,4-7 0,0-3 2767,-1-6 0,1-2 0,0-7 0,0-6 0,-1-13 0</inkml:trace>
  <inkml:trace contextRef="#ctx0" brushRef="#br0" timeOffset="40433">15975 7247 25909,'-19'-40'84,"-1"1"0,16 0 0,12 9-146,46 22-388,-11 3 0,2 0 377,0 3 1,-1 0-331,3 0 0,-1 0 361,0 0 0,-1-1 42,-3 0 0,-1-2 17,-5 0 0,-3-2 111,16-9 436,-22-4-340,-22 2 28,-22 3 45,-20 5 33,-15 11-22,-8 9-13,2 11-132,10 8-46,12 6-78,17-5 766,9 14-760,18-17 16,7 8-10,14-18 5,4-9-28,-4-10 56,18-20 73,-14-5-59,-9 5 1,-1-2-99,11-22 0,-6-2 0,-5 1 272,-7 8-272,-6 11 0,-5 12 0,-4 12 0,-4 16 0,-2 13 0,-5 18 0,1 12-248,5-23 0,0 0 29,2 1 0,1 1-809,4 2 1,2-1 1027,5 4 0,0-3 0,4 6 0,3-8 0</inkml:trace>
  <inkml:trace contextRef="#ctx0" brushRef="#br0" timeOffset="40617">17186 6975 27314,'-16'-40'140,"-1"-1"0,2 1 0,5 17-453,9 25-1177,4 13-6128,2 12 7618,3 5 0,-3-11 0,0-7 0</inkml:trace>
  <inkml:trace contextRef="#ctx0" brushRef="#br0" timeOffset="40791">17281 7282 28457,'-21'40'53,"-1"0"1,0 0-1,-4 8 1,1 1-54,0 8 0,1 0-2031,2-12 1,-1 1-157,-2-1 1,-2 2 0,-1-3 1774,-8 7 0,0-6 0,10-14 1,3-4-1,-9 3 0</inkml:trace>
  <inkml:trace contextRef="#ctx0" brushRef="#br0" timeOffset="41367">11917 8782 23450,'-1'-45'1013,"0"0"1,0 7 0,-3 7-773,-7 15-95,-2 23-40,-1 16-72,3 6-20,2 3 0,2 2-82,2 19-528,0-14 0,4 1-2759,9 23 2679,3-13 0,0-20 0,-3-14 0</inkml:trace>
  <inkml:trace contextRef="#ctx0" brushRef="#br0" timeOffset="41708">12159 8402 21562,'-3'-4'3786,"0"1"-2912,3 3-829,-49 32-34,36-9-3,-12 1 1,4 1 25,29 3-23,6-7 34,5-10 56,-1-7 27,-2-11 46,-5-8 84,-5-9-40,-8-4-89,-8 0-40,-6 4-49,-4 7-46,4 8-50,5 11-151,4 12-124,5 2-3052,20 29 3383,11-6 0,-5-3 0,-1-13 0</inkml:trace>
  <inkml:trace contextRef="#ctx0" brushRef="#br0" timeOffset="42308">12608 8659 24631,'0'-5'2739,"0"0"-2263,0 5-442,1 38 5,-2-1-39,0-3 0,-2 3 11,-6 24 12,-4-7-29,1-12 101,5-16 29,3-15-24,11-21-10,7-15 11,15-19-26,-11 18 1,1-2-250,3-2 0,-1 0 174,1 1 0,0 1 0,19-20 0,-6 13 0,-9 15 0,-7 12 0,-6 16 0,-3 12 0,-2 15 411,1 8-411,3 2 0,5-2 0,5-7 0,8-7 0,5-12 0,6-11 0,4-17 0,1-13 0,-2-17-278,-23 14 0,-2-3 278,-2-4 0,-3-4 0,-2-4 0,-3-3 0,-2-4 0,-3-1 0,-2-4 0,0 0-448,-2 0 0,0 0 448,0 4 0,0 2 0,0 8 0,0 2 0,0-14 0,0 22 0,0 18 0,-4 17 505,-1 17-505,-4 25 0,4-12 0,0 3 157,1 9 1,0 1-158,1 6 0,1 2-739,2 3 0,3 0 739,3 0 0,4-1-219,5-1 1,3-2-1083,5-3 1,4-2-1020,3-5 1,1-3 2319,-2-8 0,-2-4 0,8 6 0,-17-20 0</inkml:trace>
  <inkml:trace contextRef="#ctx0" brushRef="#br0" timeOffset="42475">13216 8611 25792,'44'-27'-745,"-1"0"0,1-1 0,0 3 0,0 1 0,-1 7 745,4 10 0,-3 6 0,16-4 0,-27 3 0</inkml:trace>
  <inkml:trace contextRef="#ctx0" brushRef="#br0" timeOffset="43384">15077 8815 26043,'16'-51'537,"0"0"1,-1 6 0,-4 12-415,-9 24-39,-1 18-5,-1 13-29,-2 19-22,-4 15-14,2-25 0,-1 1-9,-1 8 1,0-2 11,-3 14 22,0 8-28,6-37 51,1-4 33,1-13-89,5-29-6,5-3 28,8-24-11,5 2-1,5-3 23,-9 17 1,1 2-18,7-11-8,-8 15 0,1 3-14,6 1-28,7 3-11,10 13 33,-15 11 6,15 15 12,-15 8-63,7 14-150,-1 4-225,-3 0-425,13 2 492,-6-17 270,0-6 38,-7-18 79,-12-15 56,4-8 107,-1-16 78,5-22-185,-8 16 112,4-18-6,-10 32-56,-4 2-50,-3 14 62,-12 22-112,1-2 5,-9 18-50,7-10 27,3 6-4,5-10 55,18-2-45,-4-10 17,24-3-11,-4-8 6,10-8 28,-3-11 27,-10-18 29,-14 1-57,-9 1 57,-18 3-6,-7 13-77,-8-2-35,-10 11 0,7 10 0,3 10 0,6 13 0,6 10 0,-2 26 0,8 3-685,6-17 0,1 0 484,6 15-445,2-19 0,5-1-1241,22 20-3029,4-16 1,4-1 4886,-7-10 0,-1-3 1,0-1-1,-3-5 0,-3-6 1</inkml:trace>
  <inkml:trace contextRef="#ctx0" brushRef="#br0" timeOffset="43934">16621 8867 26234,'12'-47'509,"-1"0"1,-3 5-1,-10 11-413,-17 27 16,-17 11-90,5 2 0,-14 9 1,-10 6-26,26-12 0,-2 0-6,-4 2 1,0-1-14,-16 1 28,18-6 22,16-14 33,39-18 57,12-7-15,-2 9 1,2 0-883,2 2 1,0 2 801,-7 3 0,1 1-23,11-2 0,-2 2 0,-3 4-17,22 8 17,-45 24 0,0 19 0,-17 17-301,-1-8 301,-1 13 0,17-2 0,14-3 0,-3-28 0,6-4 0,4-11 0,1-5 0,26 3 0,-20-15 0,1-6 0,1-8 0,0-6 0,0-3 0,-1-5-462,5-10 1,-3-5 461,-9-4 0,-5 0 0,-5 7 0,-2-3 0,-2-5 0,-1-5 0,-2 2 0,0-6 0,-4 0 54,0 4 0,-1-2 1,-3 2-55,-1-7 0,-4 5 0,-4 8 0,-2 5 0,-1-14 15,-7 20-15,4 28 273,-7 24-273,0 21 0,3-1 0,0 5-151,0 10 0,1 0 151,0-5 0,1 3 0,-1 7 0,0 6 0,1-2 0,3-16 0,1-1 0,1 3-40,-2 16 0,1 3 0,3-2-228,6-14 1,2-2 0,3-1-702,9 15 1,6-3-1612,6-7 0,3-5 2580,-3-10 0,-1-5 0,9 4 0,-18-19 0</inkml:trace>
  <inkml:trace contextRef="#ctx0" brushRef="#br0" timeOffset="44108">17224 8583 21612,'-7'-4'4722,"1"1"-4134,6 3-100,0 0-572,65-52-656,-10 38-2267,0-14 0,2 2 3007,-20 23 0,-4 4 0,11-1 0,-22-1 0</inkml:trace>
  <inkml:trace contextRef="#ctx0" brushRef="#br0" timeOffset="44574">16758 8649 25758,'29'-41'658,"0"0"1,0 2 0,-13 13-524,-20 23-74,-11 12 23,-14 13-22,-12 14-57,17-14 1,-1 3-283,-1 2 0,0 1 229,-1 1 1,1 0-250,-1 1 0,1 0-484,0-2 0,1 1-778,3-3 1,1-1-4822,-12 14 6380,7-14 0,15-14 0,3-8 0</inkml:trace>
  <inkml:trace contextRef="#ctx0" brushRef="#br0" timeOffset="44734">16355 8904 20895,'-1'-52'1820,"-1"0"1,3 3 0,2 4-976,12-12-217,4 9-248,1 13-150,0 14-107,2 12-67,7 16-4,12 13-52,-12-2 0,1 2-548,7 4 1,2 1 222,5 4 0,1 1-1092,1 1 0,-1 1 827,-6-5 1,-3-1-1,8 6 1,-23-14-1</inkml:trace>
  <inkml:trace contextRef="#ctx0" brushRef="#br0" timeOffset="45425">18363 8545 27023,'-5'-41'126,"0"1"0,-3-23-585,7 64-1227,0 13-4312,-2 12 5998,1 4 0,0-9 0,1-8 0</inkml:trace>
  <inkml:trace contextRef="#ctx0" brushRef="#br0" timeOffset="45575">18328 8876 28081,'-1'63'-810,"1"0"0,-7 1 0,-8-7 810,-6-20 0,-3-5 0,-10 13 0,10-19 0</inkml:trace>
  <inkml:trace contextRef="#ctx0" brushRef="#br0" timeOffset="49816">11686 10318 23355,'-7'-48'817,"0"0"1,4 8 0,-7 5-519,-15 12 1,-6 6-76,-26 2-962,11 6 0,-1 4 794,4 9 0,0 5-28,2 3 0,2 3-17,10-2 0,2 4 261,2 4 0,5 4-255,7 31-17,15 4-168,9-24 1,7 0 164,8-7 0,5-2-8,6-1 0,2-2 8,-7-6 0,3-2-8,20 5 0,0-3 19,-19-7 1,-1-1 5,11 3 0,-3 0-14,-4 2 22,-36-4 791,-19-1-813,-25 2 0,-9 2 0,3-1 0,-2 0-529,0 1 1,-3 0 0,1 0 528,6-2 0,0 1 0,2-2 0,-15 5 0,4-2 18,13-4 1,5-2-316,-3 1-465,34-14-1025,27-10-2968,24-11 4755,6-1 0,-14 8 0,-14 9 0</inkml:trace>
  <inkml:trace contextRef="#ctx0" brushRef="#br0" timeOffset="50032">12067 10379 19210,'0'-5'6172,"0"1"-4139,0 4-1999,-15-41-1,4 47-55,-13-23-140,8 60-482,3 8-740,3 2-1506,5 1 2890,9-1 0,-3-23 0,4-7 0</inkml:trace>
  <inkml:trace contextRef="#ctx0" brushRef="#br0" timeOffset="50209">12209 10162 23002,'-18'15'-2458,"4"0"0,21 15 1,-3-13-1</inkml:trace>
  <inkml:trace contextRef="#ctx0" brushRef="#br0" timeOffset="50992">12488 10452 18902,'1'-5'6385,"-1"0"-4542,0 5-1799,1-30-16,-6 45-5,1-15-12,-4 51-5,4 0-6,6-2 0,2-6 11,4-9-11,0-11 17,3-13-23,3-17 17,9-12 28,9-14-27,8-9-389,3-3 405,1 0-28,-5 7 6,-7 7 16,-9 12-16,-10 10-17,-6 10-1,-3 9 7,-2 9-12,0 10 360,0 5-662,3 6-639,5 2-762,11 1-1081,15-7-1937,16-8 1240,-22-18 1,3-5 1477,0-4 1,0-3 2019,-1-4 0,-2-3 5663,23-18 425,-11-9-2821,-8-7-1155,-3-6-746,-5-5-323,-4-1-220,-9 3-207,-8 9-241,-15 13-140,-11 13-67,-16 12-101,-7 16-50,-6 16-223,25-7 0,2 3 209,-1 5 0,2 1-12,3 2 1,2 2-3,3-1 0,3 0 325,0 25-319,19-10 38,14-15 23,15-15-45,4-19 29,-1-14 565,-6-13-325,-7-5-77,-9 0-203,-5 8 0,-5 9 0,-4 12 0,-3 23 0,-2 20 0,-1-5 0,-1 2-525,-2 10 1,0 2 524,-2 8 0,-1 3-539,3-15 1,0 1 0,-1 0 538,1 4 0,-1 0 0,-1 1 0,-1 1 0,-2 2 0,-1-1-86,-4 1 0,-2-1 0,-3-1-183,-4 0 0,-3-1 0,-2-3 17,-3-4 0,-2-2 0,-2-3-127,2-6 0,-1-3 0,0-5 104,-9-1 1,1-11-1157,-17-30 0,40-10 0,8-8 1431,9-20 0,5-1 0,-3 23 0,2 2 0,5-2 0,-1 0 0</inkml:trace>
  <inkml:trace contextRef="#ctx0" brushRef="#br0" timeOffset="51666">13544 10718 25019,'35'-34'183,"0"0"1,-1 0 0,-1 0 0,-2 1-1,-7-1-93,-7-5 0,-7-2-51,1-6 0,-1-2-364,-1-5 0,-2-2 367,0-4 0,-1 0-23,-1 2 1,0 1-9,-1 4 1,-1 3 13,-1 8 0,0 3 847,-2-16-794,-3 24 365,1 17-404,-2 14 428,-2 19-461,-7 23-1,2-9 1,-1 4-258,1 5 1,-2 5 0,2-2 242,-3 5 1,2 1 4,2 3 1,0 5-1,2-4-7,4 2 0,2 0 7,1-12 0,1 1 1,2-1-229,4 15 0,7-5 229,10-2 1,6-7-7,-9-16 1,3-6-17,15 1 0,4-9 30,15-17 12,-22-6 0,0-5-12,-3-6 1,-2-4-3,-3-4 0,-2-3 11,-3-2 0,-2 0-66,-1 0 1,-2 0 51,9-22 39,-8 14 68,-10 15-84,-4 12 1492,-6 11-1515,-5 17 529,-1 6-529,-3 15 0,4 12 0,12-7 0,4-1 171,21-12-171,10-15 0,19-3 0,-27-13 0,1-4 0,4-7 0,-2-4 0,11-11 0,-20 4 0,-3-2 0,-1-8 0,0-6 0,-9 6 0,-8 16 0,-3 9 0,-7 24 0,-6 18 0,1-5 0,-1 4-1007,-2 7 1,-1 4-1,1-2 1007,-1 7 0,-1 3 0,1 4 0,-2 9 0,0 2 0,3-8-29,4-12 1,1-5 0,0 6-827,-2 5 0,0 8 1,0 2-1,0-1 1,1-6 588,1 7 0,1-4 0,1-3 1,-1-2-1,1-2 0,0-5 0,2-4 1,0 0-1</inkml:trace>
  <inkml:trace contextRef="#ctx0" brushRef="#br0" timeOffset="52425">15520 10230 21106,'13'-49'849,"1"1"0,0 0 1,-4 6-1,0 0 0,-1 0-418,2-14 1,-3 3-127,-7 14 0,-2 6 360,-5-5-458,-10 22-5,-13 50-146,11-6 0,-1 4-911,-7 22 1,1 7 874,9-17 1,0 3 0,3 0-20,0 5 1,2 1 0,2 0-12,3 2 1,2 1 0,5-1-487,5 1 0,5-1 1,5 0 185,6-1 0,4 0 0,5-2-628,-2-13 0,2-1 1,3-1-1,2-1 938,7 2 0,3-2 0,0-1 0,-4-4 0,-6-3 0,-3-3 0,0-2 0,16 6 0,-1-1 0</inkml:trace>
  <inkml:trace contextRef="#ctx0" brushRef="#br0" timeOffset="53075">16621 10382 25001,'-5'-50'737,"-1"-1"1,2 6 0,-1 11-654,-1 27-56,2 16 5,0 14-33,2 16-218,-1 14-997,3 9-1959,3-29 1,1 0 3173,4 22 0,0-21 0,-3-17 0</inkml:trace>
  <inkml:trace contextRef="#ctx0" brushRef="#br0" timeOffset="53409">16840 10071 25623,'-43'-28'211,"1"0"0,3 4 0,8 13-172,18 35-5,6 11-23,7 7-11,11-1 28,13-6 11,12-9 17,3-12 51,-4-11 44,-11-14 34,-9-9-1,-10-6-10,-8-5-23,-6 2-72,-7 2-18,-2 8-16,1 8-67,2 12-130,1 12-548,6 12-1059,2 12-4256,9 9 6015,3-5 0,0-14 0,0-12 0</inkml:trace>
  <inkml:trace contextRef="#ctx0" brushRef="#br0" timeOffset="54299">17148 10292 19742,'0'-5'5859,"0"1"-4969,0 4-408,9-68-225,-3 47-201,0-18 0,2 9-33,2 34 22,0 16 5,0 16-16,-5 25-34,-3-15 14,-3-12 0,-3-1 42,-3 7-68,-2 2 35,1-14 72,5-17-45,8-19 34,7-16 68,10-15 16,6-8-12,4 0 1,-2 5-17,-2 10-101,-4 10-50,-3 11 11,1 8-22,1 12 11,18 17-23,-12-1-67,-5-2 0,0 1-358,10 17-172,-12-14 0,2 0 43,0 0 0,1 0-115,2-3 0,1-1-59,1-3 1,0-3-416,29 4 864,-5-14 408,-5-21 286,-6-11 353,-2-16 8,-16 10 0,-2-1-305,10-16-360,-11 12 1,-1-2 410,6-12-298,-9 19 1,0-1 212,15-22 202,-4 6-443,-12 21 118,-6 3-84,-9 18 338,-1 0-472,-1 4 166,-2 1-166,1 0 595,-4-4-556,1-6 6,-1-9-35,1-8-59,1-13-13,1 5 0,1 2 0,1 4 0,-1 6 0,0-7 0,0 5 0,0 5 0,1 12 0,0 2 0,0 7 0,-1 2 0,-1 5 0,0-1 0,-2 6 0,1-4 0,-1 0 0,-1 0 0,1-1 0,0-1 0,2-1 0,0-2 0,3-2 0,-1 0 0,2 3 0,1 6 0,2 11 0,5 17 0,1 17 0,-2-20 0,0 2-238,1 3 1,0 2 237,2 2 0,0 0-609,1 1 0,0 1-10,1 0 1,-1-1-780,0-2 1,-1-1 1397,1-1 0,-1-4 0,1 4 0,-2-13 0</inkml:trace>
  <inkml:trace contextRef="#ctx0" brushRef="#br0" timeOffset="54492">18000 10119 28289,'15'-44'127,"-1"-1"0,25 2 1,11 9-128,-10 22 0,5 7 0,2 1-1232,7-2 1,3 1 0,-5 1 1231,2 1 0,-3 2 0,3 0 0,-2 2-600,-17 1 1,-3 2-9232,18 1 8718,-19 2 0,-31-4 0,-1-2 0</inkml:trace>
  <inkml:trace contextRef="#ctx0" brushRef="#br0" timeOffset="57367">20029 10316 23247,'-25'-43'476,"0"-1"0,0 1 1,-8-9-1,2 7-308,-12 5 17,-2 28-12,1 25-100,14 0 0,0 5-20,-8 14 0,2 3-39,12-10 0,1 1 6,-2 12 0,6-1-4,15 6-4,20 4-7,24-16 17,1-22 1,5-8-18,0-5 1,1-5-430,1 0 1,0-5 428,5-8 1,-3-5-1,-11 1 1,-1-2 2,6-7 1,-2-6 4,-16 5 0,-4-3 0,-2-1-1395,2-14 0,-5 0 1396,-3 0 0,-4 0 22,-6 2 1,-2 3 386,-2 17 1,0 1-298,-1-3 0,0 3 109,-2-4-218,0 33 370,-2 27-370,1 11-20,0-2 0,-1 4 794,-1 0 0,1 2-791,-2 12 0,1 4-10,1-9 1,1 3 0,1-2-72,-1 16 0,2-2-28,1-2 0,2-2-258,5-7 0,3-4-205,2-14 0,5-2-753,12 6 1,6-4 422,-3-11 0,3-7-240,10-7 1,-1-6 1157,17-14 286,-26-4 1,-2-5 605,10-24-163,-20 14 0,-1-4 86,-4-10 1,-3-2-479,-5 6 0,-2 1 213,-1 1 1,-2 2-85,-5-22 12,-9 26-287,-7 1 1590,-15 21-1729,-1 21-29,-7 18-45,13 4 12,-2 19-17,12 8 22,6 1-390,13-27 1,4-2 378,8 3 6,22-6-1,0-20 68,23-17-39,-18-5 2,-12-4 1,-3-6 35,-6-2 1,-2-2 0,11-18 36,-14 12 0,-3 0 121,-6-6-129,-1 2 151,-10 4 961,-1 26-1196,-3 2 22,-1 26-39,4 11 6,1 14 2,8-13 1,5 0 13,14 23-255,-2-24 0,3-3 211,15 4 24,-2-17 1,3-5 20,21-9-37,-16-5 0,0-7 8,-7-6 0,-2-5-428,-1-7 0,-4-3 439,-5 5 1,-4-4 44,4-24 1,-5-3-40,-11 26 0,-2-2 9,2-17 1,-2-7 0,-1 3-5,-2 7 1,-3 0 0,1 4 0,0-3 0,-1 5-1,0 5 1,-1 3 1,-1-28-18,0 42 0,-2 8 0,-4 34 0,-6 25 0,1 2 0,0 3 0,0 3 0,3-12 0,1 2-288,1-2 1,0 4 0,1-1 147,0 14 0,3-1-345,2 2 1,3 0-572,4-2 0,2-2 101,-1-14 1,4-1 954,10 5 0,1-6 0,-6-12 0,11 6 0</inkml:trace>
  <inkml:trace contextRef="#ctx0" brushRef="#br0" timeOffset="57850">21305 10251 21513,'-39'-48'1437,"-1"0"1,4 6 0,12 5-1130,23 7-63,22 12-240,24 9-5,-13 7 0,3 2-25,7 2 0,2 3-705,5 0 1,1 1 566,2 3 1,0-1-1,-1 0 1,-2-1 97,-4-1 1,-2-2 61,-8-3 0,-3-3 136,12-11 51,-22-11 124,-16-8 34,-13-4 985,-6 1-991,-8 5 342,0 6-426,-1 10-117,-1 7-23,-3 15-39,-2 12-62,1 17-11,6 9 22,8 4-22,11-9 11,19 11 1,4-24 4,15 6 18,-4-23 16,-1-17 34,-1-14 73,-2-13 84,-3-8-178,-4 0-63,-6 0 0,-6 7 0,-4 8 0,-3 10 0,-2 8 0,0 31 0,0 6 0,0 15 0,3-9 0,1 0-1217,6 19-1320,0-14 1,0-1 2536,10 15 0,-7-22 0,-5-15 0</inkml:trace>
  <inkml:trace contextRef="#ctx0" brushRef="#br0" timeOffset="58075">22367 9673 26497,'2'-62'711,"0"0"1,0 11 0,1 8-712,4 19 19,1 30-19,2 26 0,-3-1 0,0 5-492,0 11 0,1 4 492,-3-10 0,-1 1 0,1 2-539,0 6 0,0 1 1,-1 1 538,2 3 0,0 2 0,1 1-572,1 2 0,0 0 0,1 1 58,1 1 1,0-1 0,0 0-949,-2 0 0,0-1 1,-2-1 1461,-1-9 0,-2-1 0,-1-4 0,-1 2 0,-1-7 0,-5 4 0</inkml:trace>
  <inkml:trace contextRef="#ctx0" brushRef="#br0" timeOffset="59308">24004 9704 20867,'0'-5'3714,"0"2"-2633,0 3-795,-72-42-40,27 41-120,-15-10 0,-2 5-796,11 29 717,15-3 1,4 2 30,1 9 248,5 7-275,17 0 103,22-3-115,15-4-28,19-4-218,-19-15 0,3-1 212,1-2 1,0 0 16,29 6 367,-14-3-355,-18-4-6,-19 1-6,-23 0-5,-17 4 28,-17 4-28,-12 3-9,29-9 0,1 0 32,-25 13-7,15 2 391,16-2-424,15 1 11,16 1-34,10 0-16,10 2 39,3 1 0,-2-1-11,-6-2 11,-11-1 17,-9-1-6,-13 0 11,-11 1-10,-15 2-12,-9 5 11,18-14 0,-1 1 25,-7 6 1,0 0-20,-9 10-6,19-10 0,6 0-11,15 6-56,18 6-510,23-7-1515,2-15 1,3-4 2080,-9-3 0,0-2 0,29 3 0,-37-7 0</inkml:trace>
  <inkml:trace contextRef="#ctx0" brushRef="#br0" timeOffset="61034">15274 12909 26318,'-5'-44'299,"0"1"1,0-1-1,-2-19 1,2 2-250,3 17 1,2 0-983,0-4 0,1-3 974,2-3 0,0-1-17,1-1 1,0-1-10,1 4 1,-1 1-61,0 7 0,-1 3 128,0-18 460,-3 30-549,-8 27-12,-11 29 28,-15 27 0,13-13 0,-1 4-203,-2 10 0,2 2 188,7-13 1,2 0-1,0 2-310,1 3 0,1 1 1,2 0 296,0 2 0,3 1 0,0 0-37,2 0 0,0 0 0,2-1-118,2 0 0,0-2 1,2 0-399,2-3 1,0-1-1,1-1 142,5 15 0,1-4-136,1-9 0,-1-4-175,6 14 1403,-11-28-759,-14-32 1577,-9-21-1459,-7-21 21,9 16 1,1-2 269,-1-4 1,1-2-237,-1-3 0,2 0 51,-1-2 0,2 0 22,1 1 0,2 1-37,0 3 0,2 1 43,1 3 0,3 2 13,1-24-91,15 7-46,16 7-27,19 4-403,-15 19 0,3 2 388,6-2 1,2 1 16,6-2 1,2 0-4,3-2 1,1-2-4,0-1 1,-1-2-3,-3 0 0,-3-3 22,-5 1 1,-4 0 78,-8 1 0,-4 1 942,8-18-556,-20 10 369,-13 11-576,-5 7-142,-2 9-82,0 13 879,-2 17-879,-5 25-34,4-15 0,0 4-428,-4 6 0,0 2 423,0 3 0,-1 1-15,-1 1 1,1 1 0,1-2 0,2-1 2,1-5 1,2-1-3,2-2 0,1-2 2,2 6 1,2-8 11,2-29 11,3-12-11,6-13 22,13-27-39,-6 11 22,14-19 6,-13 21 0,2-2 0,-3 11-17,-6 13 835,-5 10-846,0 10 11,0 10 1,2 6-24,5 6 12,11 4 0,-6-13 0,16 1 0,-6-18 17,8-8 11,0-11-5,-5-11 83,-6-17-22,-13 11 134,-3-13-37,-9 19-181,0 0 0,-1 10 0,-1 8 0,0 7 0,0 7 0,-1 7 0,1 20-13,4 1-737,7 12 72,1-15-2089,10 6 2767,-2-10 0,-6-7 0,-2-6 0</inkml:trace>
  <inkml:trace contextRef="#ctx0" brushRef="#br0" timeOffset="61208">16366 12390 25875,'-11'4'-3277,"1"-4"0,11 6 0</inkml:trace>
  <inkml:trace contextRef="#ctx0" brushRef="#br0" timeOffset="61467">16654 12445 27852,'-17'32'90,"16"10"-79,33-3-34,-4-9 1,2 1-71,-5-5 1,-1 0-952,1 3 1,-4-2 466,-2 5-877,-21-1-2243,-11-16-6134,-8-7 8483,6-7 0,5-7 0,9 3 0</inkml:trace>
  <inkml:trace contextRef="#ctx0" brushRef="#br0" timeOffset="61608">16674 12544 27566,'-19'28'56,"0"0"0,-5 3 0,2 0-218,8-1 0,-2 0-2709,-10 9 1,-2-2 2870,7-10 0,1-3 0,-15 19 0,15-20 0</inkml:trace>
  <inkml:trace contextRef="#ctx0" brushRef="#br0" timeOffset="66733">17317 12667 27466,'1'-7'201,"2"5"-61,-1 4 17,1-1 5,0-4-16,-2-2-40,-1 3-10,-2-1 16,0 2-27,0-1-85,1 1 0,1 0 0,-3 3 0,0 3 0,-4 2 0,-2 3-265,-2 1-1409,-3 1-1031,4-4 1857,-2 1 0,8-7 0,1 1 0</inkml:trace>
  <inkml:trace contextRef="#ctx0" brushRef="#br0" timeOffset="67975">17980 12756 24967,'1'-42'452,"-1"-1"1,1 1-1,-1-18 1,-4 6-123,-13 3-55,-6 6-113,-8 15-56,-11 15-33,-11 21-207,21 4 1,0 5 144,-4 5 0,2 3-264,-1 3 1,2 2 249,4 1 0,4 1 6,5-3 0,4 0 8,3 21-33,25-12 22,23-12 16,25-12-236,-24-13 1,3-5 222,3-1 0,1-4-283,0-6 1,-1-3 287,-2-2 1,-1-4 2,-4-3 1,-2-3-1,-5-4 0,-3-4 0,-2-4 0,-4-2 3,-2-6 0,-2-1 3,-2-1 0,-1-1 2,-2 2 1,-1 2 19,-3 7 1,0 4 609,0-17-565,-5 26-56,-3 20-11,-4 19 433,-4 17-456,-3 24 9,5-15 0,2 2 66,-1 7 0,2 1-89,1 5 1,1 0-29,1 1 1,3 1-57,2-1 1,4-1-77,3-1 1,4-2-81,5-3 0,5-2-85,2-5 1,5-3-20,2-5 0,3-5 103,0-6 0,1-6-22,-1-5 1,0-5 288,-3-8 0,-2-5 80,-2-4 1,-3-4 44,-4-4 1,-3-3 39,-2-2 1,-3-2 21,-4 0 0,-1-1 199,1-30-53,-5 7-20,-9 13-112,-8 15-78,-11 16 645,-11 17-707,-9 15-39,-4 14-17,5 11-5,9 6 0,14 2-1,13-1-55,19-7 391,13-9-325,14-12 26,5-13-20,1-18-5,-5-14 5,-7-14 85,-9-8 61,-11-3-6,-9 1 17,-9 6-27,-4 11-46,0 13-78,1 12-34,3 12 19,2 8-20,2 10-4,8 4 22,7-1-11,7-2 0,8-6-22,6-7 16,8-9-5,5-13-17,6-12-274,-26 2 1,0-2 309,0-4 1,0-2-1,-1-5 1,-2-3-1,-2-3 1,-3-3-9,-1-5 0,-4-3-582,-2-5 0,-3-1 582,-1-4 0,-2 1 0,-2 1 0,-3 1 0,-1 2 0,-1 3 0,-3-10 0,-6 12 0,2 38 0,-7 11 0,-4 22 0,2 9 0,-1 3 0,4-9 0,1 3-158,-5 23 1,3 4 157,8-13 0,2 1 0,2 12 0,4 3-314,3-1 0,5-1-249,2-3 0,5-1-1448,5 3 1,2-5 651,-9-19 1,1-1 1358,4 3 0,-2-5 0,-10-17 0,1 2 0</inkml:trace>
  <inkml:trace contextRef="#ctx0" brushRef="#br0" timeOffset="68475">19115 12480 13950,'-4'-6'7074,"1"1"-5606,3 5-23,0 0-5624,107-44 4179,-59 32 0,-1-3 0,10-3 0,-6 5 197,-13 10 0,-2 3-208,10-2 0,1-1 19,6-3 0,-1-2 6,-12 0 0,-2-2 17,3-3 0,-6-2-3,1-9 101,-11-15 168,-17 5 375,-12-8 2907,-16 17-3238,-20 14-201,2 18 51,-19 18-102,13 8-64,18-11 1,1 3-1,4 7 0,4 1-175,-1 21 167,12-4-39,22-13-12,12-16 17,15-1 23,19-19 33,-9-16-180,-23 0 0,-3-2 203,6-15 162,-5-16 824,-15 5-656,-2-10 90,-19 2-286,-3 19-129,-6 9 11,-2 20 355,5 13-382,-5 17 7,7 10-47,2 16-22,8-14-62,4 13-246,6-9-695,2-11 1,4 0-5882,16 19 6373,8-6 0,-16-25 0,-7-12 1</inkml:trace>
  <inkml:trace contextRef="#ctx0" brushRef="#br0" timeOffset="68683">20682 12064 23556,'0'-3'2890,"-1"0"-2470,1 3-408,72-35-144,-40 33 0,3 1-540,24-13 0,4 2-4244,-11 18 1,-3 5 4788,-9-3 1,-4 0 0,14 2 0,-22-4-1</inkml:trace>
  <inkml:trace contextRef="#ctx0" brushRef="#br0" timeOffset="68858">20862 12418 26696,'57'-15'-378,"1"1"1,-1 0 0,-2-3 0,-7 3 0,16 8 0</inkml:trace>
  <inkml:trace contextRef="#ctx0" brushRef="#br0" timeOffset="70342">22286 12204 24279,'-9'-43'519,"-1"1"1,1 0 0,-5-14-1,-6 10-183,-24 18-156,-11 18-80,-7 22-658,29 1 0,1 6 577,-1 5 1,2 5-9,0 3 0,3 2-17,2 1 1,4 0 10,5-2 1,3 0 525,2 23-514,25-11 0,20-16-17,24-13-194,-22-17 0,2-5 194,3-5 0,0-5 16,0-6 1,-2-5 19,-2-6 1,-4-5-444,-3-6 1,-5-5 442,-2-5 1,-5-4-183,-7 17 0,-1-1 1,-2 0 163,-1 0 1,0-1 0,-2 2 6,2-17 0,-2 4-79,-1 8 0,-2 4 166,-1-16 496,-3 28-597,-1 21 961,-5 25-938,-4 21-32,3-6 1,0 4 238,-1 7 0,0 2-241,0 6 0,2 2-392,1 2 0,3 2 336,1 0 0,3 1-59,4-2 0,5 0-112,2-3 1,5-1-127,6-4 0,5-4-151,5-5 0,5-5-104,4-6 0,3-5-247,3-7 0,0-6 645,0-7 0,-1-6 1,-3-6 1,-3-5 353,-5-4 1,-3-4 303,-4-3 1,-4-3-131,-3-1 0,-3-1-6,-3-3 1,-2 0 5,-3 0 1,-2 0 1138,3-28-1021,-7 13 681,-9 16-911,-7 16 522,-11 13-640,-9 15 373,-4 12-423,-3 15-34,3 11 1,10 4 22,10 1-28,13-7-45,14-8 80,10-11-46,11-13 5,3-15 1,4-15 38,-5-15 1,-4-10 33,-10-5 56,-8-3 62,-7 3-17,-5 7-50,-2 12-51,-1 12-56,-1 10 17,0 17-21,-2 13-14,1 16 14,1 8-7,6 0-29,11-4-44,13-8 50,15-8-21,14-12-382,9-13 426,-29-10 0,-1-3 0,1-5 0,-1-3 14,0-5 0,-2-5 3,-2-4 0,-3-4-435,-2-5 0,-2-4 435,-4-6 0,-2-2-629,-2-6 0,-2-2 616,-4 17 0,-2-1 0,0 1-4,3-20 0,-2 0-277,-2 7 1,-2 3 276,0 10 0,-1 5 288,-3-11-288,-3 25 714,-5 22-714,-5 21 0,-7 22 0,8-10 0,0 3 239,-1 8 1,1 3-240,1 6 0,2 3-340,2 4 0,2 3 340,4-20 0,2 1 0,1 0-193,2 1 0,2 0 1,2 0-243,2-2 0,2 1 0,2-2-409,3-1 0,1-1 0,2-2-2374,11 14 0,3-5 3218,-4-10 0,-1-4 0,8 5 0,-17-22 0</inkml:trace>
  <inkml:trace contextRef="#ctx0" brushRef="#br0" timeOffset="70825">23512 12236 21546,'-27'-36'925,"-1"1"1,1 0 0,-11-11-1,13 6-645,29 17 208,18 12-466,22 6-25,-13 4 1,2 3-421,7 0 0,1 2 328,4-1 0,3 1-37,12 1 0,0-1 118,-19-2 0,-1 0 14,12-2 0,-4-5 314,-4-8-191,-3-11 265,-20-6-141,-18-2 72,-13 4-5,-10 5 646,-8 9-752,-6 7-46,-4 14-22,-2 11-17,-3 22-106,17-9 39,0 20-50,20-16-12,5 6 6,12-7-39,20-8 44,-5-13 7,18-9 10,-15-16 51,6-10 39,-7-13 218,-3-11-250,-12 15-80,-1-5 0,-9 23 0,-1 0 0,-2 16 0,-4 11 0,1 6 0,-4 20 0,2 0 0,1 14-352,4 3-1193,7-1-3371,3-25 1,1-1 2624,6 6 0,1-5 1,-13-26-1</inkml:trace>
  <inkml:trace contextRef="#ctx0" brushRef="#br0" timeOffset="70999">24571 11900 26486,'-12'18'-2176,"-1"-12"1,19 8 0</inkml:trace>
  <inkml:trace contextRef="#ctx0" brushRef="#br0" timeOffset="71159">24568 12368 28138,'-10'44'79,"0"-1"1,1 0 0,-3 11 0,-2-5-470,-1-11 1,-3-2-3631,-8-1 0,-3-1 4020,-5 5 0,-1-1 0,9-12 0,1-2 0,-11 3 0</inkml:trace>
  <inkml:trace contextRef="#ctx0" brushRef="#br0" timeOffset="73383">15634 14563 23265,'-11'-3'3036,"2"1"-2387,9 2-83,0 0-325,2-73-45,5 34-126,-2-10 0,1-4-23,2 16 1,1 3-974,-3-2 1,0 0 927,0-1 1,-2 0 8,-2-5 1,0 0-68,-2 5 1,-1 1 63,-1-9 1,-1 1-40,-2 3 1,-1 3 58,-8-8 22,-8 24-39,4 30 1,-18 28-12,16-10 0,0 5 10,-2 4 0,-2 4 0,2 1-20,1-2 1,2 0 0,0 2-338,-2 9 1,-1 3 0,4-4 323,0 4 1,4-1-49,4-8 0,1 2 0,2-1-241,0 8 0,2 2 15,2-6 0,1 3 1,1-3-144,2 7 1,3-3-648,1-1 1,2-6 560,5-4 700,-1-18-426,-7-23 1671,-6-28-1313,-6-13-36,1 6 0,-1 0 25,-5-20 70,6 16 1,2 0 72,2 7 0,2 0 120,5-15 0,3 0-179,1 10 1,3 1-65,5-2 0,4 2-68,1 9 1,0 3-26,16-13-2,-3 11 0,4 0-9,-8 6 0,2-1 239,17-9 1,1-2-271,-4 3 1,-2 0 19,2-2 0,-1 1 3,-11 5 0,-2 0 13,3-3 1,-2-2-293,-8 3 0,-3 0 393,0 2 1,-2 1 274,12-23-28,-19 26-241,-7 9 482,-5 11-459,-2 16 960,-8 18-1005,-6 21-70,5-21 0,-1 2 774,-8 24-789,3-11 1,1 3-17,5-15 0,0 0-376,-4 17 1,1 0 349,4-12 1,3-2-17,1-3 0,2-2-144,3 21 141,4-19-28,17-13 85,1-26-12,17-13 22,1-21 6,-18 14 0,-1-3 11,1-2 0,-2 0 735,12-17-682,-13 15 0,-1 1 26,2-2 75,6-6-126,-12 24-50,-5 8 28,4 22-34,1 5-11,7 18-23,3 2 18,2 0 5,-6-11-11,10 2 16,-12-21-5,7 0 23,-7-24 16,2-10 17,2-12 45,-2-6 27,-1 1 25,-5 4-153,-3 8 0,-4 11 0,-2 8 0,-1 9 0,0 10 0,4 7 0,0 9 0,1 5-80,2 3-267,-2-6-2223,6 13-5317,-2-17 7887,2 5 0,-7-18 0,-3-7 0</inkml:trace>
  <inkml:trace contextRef="#ctx0" brushRef="#br0" timeOffset="73533">16699 13990 24559,'25'-26'-1901,"-8"0"1,-11 37-1</inkml:trace>
  <inkml:trace contextRef="#ctx0" brushRef="#br0" timeOffset="73959">17230 14056 24715,'0'-7'2885,"0"2"-2695,-10-24 1,-5-3-1,2 17-148,-5-16 0,0 8 9,-2 41-18,0 18-5,5 15-28,6 10 11,9-28 1,3 0-223,2-1 1,3 0 201,3-1 1,3-1 3,17 24-272,4-5 126,-7-9-39,-10-7-68,-13-10-173,-16-11-275,-12-8 100,-12-12-643,-6-12-17,1-17 449,5-15 600,21 22 0,3-1 464,2-1 0,3 1 901,-1-26 229,5 11-223,3 11-370,4 10-296,1 7-192,4 9-156,0 9 403,-3 15-487,-2 15-106,-8 17-448,-8 12-1823,2-25 1,-1 0 2320,-11 25 0,7-21 0,6-17 0</inkml:trace>
  <inkml:trace contextRef="#ctx0" brushRef="#br0" timeOffset="74325">17621 14275 25203,'-5'-1'2873,"1"1"-2481,4 0-734,6-53-996,3 44-6879,5-36 8217,-1 56 0,-4-3 0,-5-2 0</inkml:trace>
  <inkml:trace contextRef="#ctx0" brushRef="#br0" timeOffset="75766">18302 14255 23751,'14'-47'637,"0"1"0,0-1 0,4-14 0,-1 12-245,-4 21-347,-7 18 401,-3 18-340,-3 15-22,-4 21-28,-5 15-48,2-24 1,-2 2 5,-4 9 0,0-1-219,3-13 1,1-1 209,-5 9 1,1-2-6,0-1 151,1 0-134,6-19 192,5-17-192,9-17-6,9-17 12,12-18-15,-11 21 0,1-1 91,2-4 0,2 0-93,5-7 0,1 2-1,-10 12 1,1 1-4,6-6 1,1 3 3,4 6 11,5 2-17,-4 14 17,-2 24-23,-10-1-16,3 25 22,-8-2-12,4 12-5,-3-20 1,1-1-12,16 14 5,11-6 29,-12-24-23,8-12 0,-6-16 29,10-12-12,-17 0 0,-1-4 2,-4 2 1,-1-1-53,-1 0 1,-2-1 66,-3 0 0,-3 1 44,-1-15 46,-4-8-29,-13 22-50,-11 11-34,-4 20 40,-10 13-17,-1 10-6,-5 11-5,2 8-4,19-13 1,3 0 14,-3 11 295,6 16-357,19-24-72,12 3-286,31-10 11,6-13-281,-18-12 1,-1-4 510,17-6 64,-22-3 0,0-3-157,-1-4 0,-2-2 274,-1 0 1,0-2 38,0-4 1,-3 0 137,4-19-67,-12 13 95,-2-3 118,-5 13-174,-4 4-67,-2 8 910,-8 20-961,-2 2 553,-10 22-553,-4 9-53,1-3 1,-2 2 4,2-3 1,0 0-962,-4 9 1,0-2 952,7-15 0,0-1-36,-2 5 0,0 0-148,-13 18 140,6-11 27,5-16 40,20-40 33,13-21 18,10-18-24,-9 23 1,1-2 736,-1 0 1,1-1-738,0 2 1,0 0 5,-2 4 1,0 2 44,13-16-72,-9 18 16,-1 10-5,-2 15-18,0 10-16,5 14 12,0 12-24,-3-2 468,8 13-422,15 0-34,-15-23 0,4-1-467,9 3 0,5-4 461,4-6 1,0-4-4,-6-3 1,1-1-23,12-2 0,1-4-8,-2-7 0,-2-3 44,-3-1 1,-1-5-1,-1-6 1,-6-7-211,-19-2 0,-7-3 224,-4-6 1,-5-1-17,-2 6 0,-1-2 8,-3-22 0,0-2 17,0 17 0,1-1-329,0-18 1,2 0 337,0 15 0,2 2-37,-1 6 0,2 2 0,4-19 0,-3 21 811,-3 16-811,-4 22 438,-9 22-438,-9 26 0,-4 4-180,8-19 0,-1 5 0,0-1 180,-2 7 0,0 2 0,2-3 0,-1 3 0,3-1 0,-2 12 0,5-1-253,3-2 1,4-2-109,3-13 0,5-1-4555,14 14 1,5-5 4736,11 0 1,-13-20 0,-2-5 0,-2-10 0</inkml:trace>
  <inkml:trace contextRef="#ctx0" brushRef="#br0" timeOffset="75942">20322 14087 24279,'-27'-35'397,"-1"1"1,0 0 0,-8-12-1,17 6 844,42 13-1225,24 7-58,-13 11 0,3 2-576,7 2 0,2 1-432,8-1 0,1 2-3866,5-1 1,-2 1 3780,-13 0 0,-4 0 0,19-1 0,-43 3 0</inkml:trace>
  <inkml:trace contextRef="#ctx0" brushRef="#br0" timeOffset="76192">21452 13817 26290,'41'-16'-209,"1"0"1,-1-1-1,1 2 1,-1 1-1,0 4-956,16 4 1,-1 4-3752,-3 0 1,-1 2 4602,-11 2 0,-4 1 0,9 0 0,-27 2 0</inkml:trace>
  <inkml:trace contextRef="#ctx0" brushRef="#br0" timeOffset="76342">21478 14068 22268,'-7'2'4290,"1"0"-3914,6-2-119,0 0-346,72-12-362,-40 6 0,2 0-1245,8-1 1,6-1 0,-2 0 1016,4 0 1,-5 0 0,15-2-1,-25 5 1</inkml:trace>
  <inkml:trace contextRef="#ctx0" brushRef="#br0" timeOffset="77725">22914 13803 20134,'0'-6'4845,"0"2"-3725,0 4-414,26-66-6,-10 38-642,-1-9 1,0 4 104,-2 20-18,-9 19-10,0 11-18,-3 18-38,-9 21-274,0-20 0,-3 2 223,-3 3 0,-3 1-23,-2 1 1,-1 0 0,0-3 0,1-1-6,0-4 0,2-2 5,-9 15 29,11-19-29,10-22-5,17-23-5,12-17-9,-5 9 0,2-3 11,10-12 0,0-2-555,-3 4 1,-1 1 565,0-1 1,0 0 5,-5 4 0,-1 3 387,10-10-395,4 3-17,-5 18-17,-6 20 5,0 15-49,-2 17-96,2 14-146,-2 7 971,3 0-1329,-9-25 0,1-2 88,7 7-638,12 1 382,-11-26 555,8-8 369,-1-15 481,6-24-262,-12 5 61,-8 4 0,-2-2 387,6-20-607,-9 19 1,0 0 437,9-27 90,-5 12-437,-8 22-184,-4 10-7,-5 19 18,-2 8-34,-2 14-17,-4 24-5,3 3-1,0-1-10,8-3 377,5-16-367,15 3 12,1-16 11,8-9 6,-11-15 22,3-14 5,-3-8 35,3-15-7,-1-9-56,-12 17 1,0 1-50,4-12 21,4-8-33,-7 33-291,3 2-1731,1 15-2784,-2 11 4834,-1 5 0,-6-3 0,-4-3 0</inkml:trace>
  <inkml:trace contextRef="#ctx0" brushRef="#br0" timeOffset="78233">24099 14000 28014,'46'-43'86,"-1"0"0,1 0 0,-4 2 1,-1 0-1,-7 3-55,-10 1 0,-4 3-425,-3 5 0,-2 0 413,3-9 1,-1-1-14,-4 4 0,-1 1-6,-2 1 0,-1 2 0,5-23 0,-12 33 291,-6 13-291,-6 12 0,-19 24 0,6-2 0,-4 13 0,0 5 0,9-9 0,1 0-380,-4 6 0,1 3 380,3 1 0,5 1 0,5-1 0,5 1-235,3-3 1,4-1 234,5 3 0,6-5 0,6-15 0,4-5 0,18 5 84,-11-16 1,4-6-85,8-9 0,1-6-6,2 0 0,2-5-328,-12 0 0,2-2 0,-4-3 334,10-15 0,-5-1 0,-8 5 0,-3-2 0,5-16 0,-2-3 0,-7 6 0,-2-4 0,-2 1 0,1-4 0,-3 2 0,-5 10 0,-1 1 0,-2 0 0,0-2 0,-1 0 0,-3 5 0,-6 3 0,-3 6 775,-3-7-775,-18 22 481,-2 29-481,-17 25 0,18-6 0,1 6-599,-4 11 0,2 3 599,4-8 0,2 4 0,3 7 0,0 6 0,3-2-150,4-14 0,2-1 1,0 2-292,-1 7 0,-1 3 1,3-1 440,1 6 0,3 0 0,0-10 0,1 9 0,0-17 0,0 0 0</inkml:trace>
  <inkml:trace contextRef="#ctx0" brushRef="#br0" timeOffset="79066">25606 13765 25382,'0'-6'2016,"0"2"-2928,0 4-2074,6-2 2986,-13 27 0,11-20 0,-12 21 0</inkml:trace>
  <inkml:trace contextRef="#ctx0" brushRef="#br0" timeOffset="79225">25506 14198 27869,'-25'53'-1399,"-1"-1"1,-2 1 0,-1-4 1398,3-15 0,2-5 0,-10 11 0,12-17 0</inkml:trace>
  <inkml:trace contextRef="#ctx0" brushRef="#br0" timeOffset="80333">14606 15471 22548,'55'-24'392,"1"-1"0,-4 2 0,-3 6-285,12 9-40,-9 4-39,-14 8 11,-19 5 67,-27 8 74,-29 8-26,4-10 0,-6 1-301,-8 3 1,-4 1 353,-4 1 0,-1 0-454,2 1 0,2 0 378,7-3 1,3 0-34,10-3 0,4-1-8,-4 7-12,22-7 45,19-5-61,13-3 600,17-2-650,13-1-35,8 1 28,-28-3 1,0 2 892,28 3-909,-12 3 39,-17 2-22,-19 2 22,-23 2 5,-16 1 35,-14 2-1,-9 2-22,-3 0 27,4 1-44,9-2 0,13-2 12,13-3-57,9-5 28,11 0 0,10-1-67,11 1 39,11 5 17,6 6-5,4 10-1,0 9-196,-24-16 0,-3 2 202,-2 0 0,-2 1 0,4 24 16,-26-4 68,-22-6-62,-8-12 11,-2-11 1,-3-3 0,-20 0-279,18-5 1,-2-2 37,-18-5-784,12-7-5455,16-6 6446,15-4 0,11 4 0,6 3 0</inkml:trace>
  <inkml:trace contextRef="#ctx0" brushRef="#br0" timeOffset="81558">11640 17182 21691,'-5'0'2403,"1"0"-1804,4 0-190,93-39-381,-55 29-27,2-4 1,9-2 0,-11 6 49,-11 12-6,0 5 44,-40 8 24,-21 7-29,-21 7-517,5-4 489,16-8 0,0 1-20,1 2 1,0 1-23,2-1 0,0 2-9,1 2 1,3-1 22,-3 9-45,15-10 0,7 2 40,13-9-18,9 2 23,14-8 478,9-2-500,8-2 27,1-1-33,-3 1-5,-10 3 38,-13 5 62,-13 5-27,-12-2 105,-29 16-89,-4-4-209,9-7 0,-2 1 159,-19 14-29,12-4-16,12-6-17,15-3-17,13-2 6,11 3 50,3-4-5,19 20-23,-7-7 36,-8-7 1,-1 0-48,10 20-33,-7-3 61,-7-2 339,-10-7-305,-12-6-12,-2-9 34,-25 0-84,0-9-212,-20 2-1514,-2-5 1339,21-5 1,1 0 0,-5 0 0,1-2 0</inkml:trace>
  <inkml:trace contextRef="#ctx0" brushRef="#br0" timeOffset="155453">12131 8874 14157,'-46'6'1854,"1"0"0,0-1 0,-13 4 0,12-4-593,28-7-802,24-5-397,32-13-37,3 2 0,10-2-1312,-3 2 0,5-1 0,3 0 1260,-4 1 1,2 1-1,2-1 1,1 1-14,-7 3 1,1 0 0,0 0 0,2 0 0,-1 1-13,2 1 1,1-1-1,0 1 1,0 1-1,0 0-26,-1 1 1,-1 0 0,0 1 0,0 1 0,-1 0-113,9 0 1,0 0 0,-1 1 0,-2 1-147,-8 1 0,-1 1 0,-1 0 0,-3 0 71,4 1 0,-4 0 0,-4 3 94,1 0 0,-16 5 227,-30 10 3,-25-1 0,-14 0-3,3-2 0,-6 0 0,-2 1-497,-10 2 1,-3 0-1,-2 0 498,10-2 1,-1 0-1,-2-1 1,0 1 2,-3 0 0,-1 0 1,0 1-1,-1-1-2,12-3 0,-1 0 0,0 0 1,0 0-1,0 0 24,-12 3 1,0-1 0,1 0-1,1 0-32,2-1 1,0 0-1,2 0 1,0 0-30,5-1 0,1 1 0,0-1 0,2 1 361,-8 2 0,2-1 0,2 1-287,-11 3 0,6-1 535,17-5 1,7 0-474,5-1 28,56-18-121,9-2 1,8-2-557,-1-1 0,3-1 1,3-1 484,-4 2 0,1-1 0,2 0 0,1 0-17,5-2 0,2 0 0,1 1 0,1-1-12,-10 4 0,1-1 0,0 1 1,0 0-1,1 1-81,0 0 0,0 0 0,0 1 0,0 0 0,-1 1 38,11-2 1,0 1 0,0 0-1,-3 1-33,-4 2 0,-2 1 0,-1 1 0,-1 0-303,5 0 0,-3 1 1,-5 2 358,0-3 0,-17 8 90,-26 10 16,-33 0 0,-18-1-17,5 2 1,-4 1 0,-3 1-56,4-2 0,-1 0 0,-2 2 0,-1-1 66,-5 1 1,-2 1 0,-1 0 0,-3 1 41,10-3 1,-3 1 0,-1 0 0,0 0 0,1 0 0,4-1-33,-8 1 0,4 0 1,1-1-1,-4 1 52,-2 1 1,-4 0-1,-1 1 1,3-1 0,7-2 12,-1 0 1,6-1-1,-1 0 207,-3 1 1,0 0-1,5-2-178,-3 4 1,15-10 109,27-15-219,31-8 5,23-10 1,10-4-149,-14 9 1,1 0-1,2 0 102,-1-1 0,1 1 1,6-3-27,-3 3 1,6-3 0,5-1 0,0-1 0,-3 3 0,-7 2-10,8-2 1,-7 2 0,7-1 10,-6 1 1,8-2 0,2-1 0,1-1 0,-3 3-1,-7 3-261,10-3 0,-7 5 0,1-1 168,-8 3 0,0 0 0,0 0 0,-4 2-70,2 0 1,-3 1-1,-7 2-113,9-4 302,-89 23 48,-7 3 1,-13 5-1,1-2 76,12-2 1,2 0 0,-5 2-96,1-1 0,-4 2 0,-3 1 1,0-1-1,4 0 77,-1 1 0,4-1 0,-1 0 0,-2 1 1,3-1 1,-2 1-1,0 0 1,-1 0-1,0 0 7,-1 1 0,-1 0 1,0-1-1,2 1 1,3-2-13,3-1 1,2-1-1,3 0 1,0-1-29,-7 3 1,3-2 0,8-3 419,-1-7-377,68-28-87,9 4 0,13-4 0,1 0-100,-6 4 0,2 0 0,2 0 0,2-1 38,5-1 1,5-2 0,1 0 0,-1 1 0,-3 2-9,1 1 1,-3 1 0,0 0 0,2 0-110,-1 2 0,3-2 0,0 1 0,0 1 0,-3 0-556,2 1 0,-3 2 0,0 0 0,0-1 705,4 0 0,1-1 0,-1 1 0,-5 2 0,-4 1 0,-4 1 0,-5 2 0,-7 2 0,1 0 0</inkml:trace>
  <inkml:trace contextRef="#ctx0" brushRef="#br0" timeOffset="156513">8485 9309 11519,'0'-6'6122,"0"2"-5411,0-56 281,-1 32-634,1-10 1,0 2 352,2 13-448,-1 10-179,1 6 28,-2 7-61,0 11-113,-1-1-95,1 10-291,0-2 197,0-6-752,0 0-1338,2-9-2863,1 0 5204,1-3 0,-1 0 0,-1 0 0</inkml:trace>
  <inkml:trace contextRef="#ctx0" brushRef="#br0" timeOffset="157670">8639 9177 8802,'0'-5'9830,"0"2"-8808,-3-27 1,-4-7 220,-5 6-798,2-11 1,-3 2 193,-13 16-202,-2 9-141,-3 9-83,-2 13-134,9 2 66,-10 27-83,14-4-40,-4 21-33,14-5 5,14 0 6,12-3-5,12-3 5,10-6-28,6-5 5,-1-4 12,-4-4 11,-11-2 34,-14-2-1,-19 2-33,-20 5 17,-24 9-470,16-13 1,-3 1 452,-6 3 0,0 1 5,-2-1 1,1 0-6,3-3 0,3-1 0,6-5 0,4-2-51,-7 4-133,19-11-320,13-9-672,16-12-1989,15-12 3165,0 3 0,0 0 0,5-3 0,4-3 0</inkml:trace>
  <inkml:trace contextRef="#ctx0" brushRef="#br0" timeOffset="157862">8934 9218 18941,'0'-3'4845,"0"0"-3187,0 3-1596,-17-43-34,12 40-12,-13-25-60,14 62-237,-5 13-889,-4 13-1941,6-28 1,0 0 3110,-4 23 0,5-21 0,4-17 0</inkml:trace>
  <inkml:trace contextRef="#ctx0" brushRef="#br0" timeOffset="158063">9090 8959 22498,'-19'-12'-1182,"11"18"0,24 21 0,-1 0 0</inkml:trace>
  <inkml:trace contextRef="#ctx0" brushRef="#br0" timeOffset="158837">9273 9199 17725,'0'-5'5837,"0"1"-4028,0 4-1758,-2-47-18,7 47-5,-1-28-5,7 64-23,-3 8-12,-5 3 12,-4 1 12,-3-7 72,-1-11 145,1-14 51,1-12-56,2-14-28,1-9 0,4-11 0,4-7-50,7-1-85,5 2-10,2 5-1,2 8-67,0 9-5,1 7-84,1 10-146,2 9-174,1 10-246,2 9-415,5 5-319,7 0-268,11-6 1066,-24-19 1,1-3 120,3-2 0,-1-4 310,0-5 1,0-3 246,-3-3 0,0-4 529,20-24 549,-12-10 219,-16-6-84,-10-2-236,-16 4-274,-8 8-274,-11 13-219,-6 15-140,-6 15-96,1 15 319,3 15-346,5 16-6,8 7-22,7 5 28,7-3-23,11-9 34,9-11 23,-1-17 78,6-11 67,-5-20 22,5-14 0,4-15-58,-9 10 0,0 0-82,6-13 3,-8 15 0,0 0 26,1 1-68,2-1-22,-3 15-45,-1 15 28,1 21-28,-2 21 28,-7-9 0,-2 4-749,-2 11 0,-3 3 691,-1-9 0,-2 2 0,-2 2-691,-2 6 1,-2 3 0,-2 0 564,2-9 1,-2 0 0,-1 1 0,0 1-114,-1 1 0,-1 1 0,-1-1 1,0 0 39,-1-2 1,0-1-1,-1 0 1,1-2 138,-5 7 1,-1-1-1,0-5-36,-6 6 0,-1-9 177,-16-6-370,20-78-152,19-4-843,15-11 1,6-6 1341,6 2 0,2 3 0,-8 16 0,1 3 0,0 0 0,1 0 0</inkml:trace>
  <inkml:trace contextRef="#ctx0" brushRef="#br0" timeOffset="159453">10281 9173 27331,'10'-53'359,"7"-3"-309,6 22-39,8-15 8,-11 14 1,-2-1-1128,-4 2 0,-2 1 1119,-1-1 0,-2 0 23,-5-1 0,-3 2 660,-3-18-594,-3-3 391,-2 19-496,0 20 16,1 13 0,-2 17 1198,-2 17-1198,-1 22 6,6-6 0,2 2-226,0-14 0,1 1 205,2 8 1,2 5-1,0-7 10,2 18-26,2-6 0,4 0-97,12 4 58,-6-26 0,5-3 8,9-7 1,3-6 28,26-7 22,-1-14-136,-10-31 220,-19-9-42,-11 7 0,-1-1-3,-6 4 1,-1 1 13,-1-3 0,-2 2-3,-1-3 118,-3 12-67,-3 18-73,0 10 446,0 16-429,0 15-28,2-1 142,3 13-187,8 1 6,2-6 22,5-4 50,-2-23-37,0-18-13,-3-6 0,4-23 0,-3-4 0,4-14 0,-8 18 0,-5 9 0,-6 25 0,-1 20 0,-3 22 0,0-8 0,-2 5-715,-1 6 0,-2 5 0,-1 2 715,1 2 0,-1 0 0,0 2-182,-1 2 1,0 2 0,1 2 181,1-2 0,0 5 0,0-3 0,2-10 0,1-8 0,0-3 0,1 4 0,0-1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09:55:56.07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3352 3087 17335,'8'-53'1902,"0"-1"1,-3 6-1,0 5-1123,0 0 428,-6 18-1106,-2 29 258,1 7-275,-3 26-33,1 15-104,1-13 0,-1 4-41,1-1 1,-1 4 0,1 0-518,-1-3 0,1 0 0,-1 2-73,-1 10 1,0 2 0,1-4-359,-1 3 0,1-3 1042,0 14 0,2-8 0,0-15 0,2 11 0</inkml:trace>
  <inkml:trace contextRef="#ctx0" brushRef="#br0" timeOffset="750">3465 2685 18571,'-4'-1'2408,"1"-1"-1186,3 2-1160,74 23-1121,-31-16 1074,-3 0 0,8 2 0,0-3 24,-5-5 0,0-4 0,1 0-11,5 0 0,1-1 0,2 0-655,-4-1 1,3 0 0,-1-1-1,-2 1 636,1-2 1,-3 1 0,3-1-1,0 0 1,4-1 0,1 0 0,1 0-436,-5 1 1,1 0 0,2-1 0,0 1 0,0-1 431,3 0 1,0 1 0,1-1 0,1 0 0,1 0-246,-4 0 1,3 1-1,1-1 1,-1 1-1,0-1 1,-2 1 238,3 0 0,-1 1 0,-1-1 0,-1 1 0,-2 0-95,3 0 0,-3 0 0,0 1 0,1-1 102,7 0 0,1 1 0,1-1 0,0 0 35,-3 1 0,-1 1 0,1-1 0,-1 0 55,0 1 1,1-1 0,-1 1 0,1-1-19,-9 2 1,1-1-1,-1 1 1,0-1 0,-3 1 45,15-1 0,-4 1 0,-2-1-69,-13 2 0,-3 0 0,2-1 91,10 1 1,1-1-1,-5 1 513,-4 0 1,-2 0-530,15 0 1,-3 0 1944,3-1-1791,-25 2 1409,-17 1-1577,-12 0 2645,-5 0-2700,-4 3 706,1 1-735,-1 4-13,3-1-14,0 0 50,1 6-34,0 2-5,4 11-17,2 9 5,8 14 18,0-3-555,3 3 1,1 3 533,-2-8 1,-1 2-465,1-1 1,0 3 0,0-1 457,-3-2 0,-1-1 1,-1-2 0,3 9 0,-3 1-10,-4-2 0,-2 3 0,-4-4-1,-5 1 0,-5-1-248,1-4 0,-2 2 1,-5-4 238,-12 5 1,-7-7 30,-4-3 1,-6-6-9,-5-3 0,-4-6-6,-5-4 0,-2-5 8,17-7 0,-1-2 0,-1-2-411,-2-1 0,-1-2 0,0-2 416,-3 0 1,-1-3-1,-1 0-13,-3-2 1,-1 0-1,-1-2-315,10 2 1,-1 0 0,0-1 0,2 1 323,-7-1 1,2-1 0,-3 1-3,1 0 0,-2-1 1,-3 1-1,0 0-210,5 2 1,-1 0-1,-1 1 1,-1 0 0,-1 0 180,-2 0 0,-1 0 0,-1 1 0,-1-1 0,-1 2-152,11 0 0,-2 0 0,0 0 0,-1 0 0,0 1 0,1 0 0,2 1 105,-4 0 0,0 2 1,1-1-1,1 1 0,0 0 1,3 0 3,-2 0 0,4 0 0,-1 0 1,0 1-1,-3 0-189,-5 1 1,-4 0-1,-2 2 1,1-1 0,1 1-1,5-1-333,-5 1 0,5 0 0,0 0 0,-4 1 593,7-1 0,-6 0 0,-1 1 0,1 0 0,4-1 0,8 0 0,-5 1 0,7-2 0,2 1 0,-11 2 0,-1-1 0</inkml:trace>
  <inkml:trace contextRef="#ctx0" brushRef="#br0" timeOffset="1541">4360 3123 21243,'0'-6'3769,"0"2"-2463,0 4-1256,8-59-44,-5 45 16,5-41 12,-8 63-12,0 6 12,-7 5 16,-6 3 0,-8 0 18,-4-5 21,-2-7 6,1-9-44,6-6 106,-4-21-79,14-4-33,-2-16-6,17 2-22,9 3-6,11 9 6,3 9-12,4 11-10,1 10-6,5 12-6,1 11 17,-1 15-11,-7 11-307,-15 12 309,-16-26 1,-7 0-297,-5 4 0,-5 0 302,-8 1 0,-5-1 6,-3 0 0,-3-2-1,-3-2 1,-1-2 14,1-5 0,0-3 13,4-6 1,0-5 53,-20-2 45,18-23-17,18-17-39,14-14-6,16-6-28,14 3-84,19 6 39,-16 24 1,4 4-32,4 2 1,2 2-34,4 3 0,0 3-95,2 4 0,0 4-257,0 2 1,0 3-392,-1 3 1,-2 2-1442,0 3 0,-3 1 2254,-4-2 0,-4-1 0,7 6 0,-17-10 0</inkml:trace>
  <inkml:trace contextRef="#ctx0" brushRef="#br0" timeOffset="1767">5358 2790 25763,'-10'-46'599,"1"1"0,-1-1 1,-3-15-1,3 12-392,5 21-145,4 17-40,9 24 1,7 23-7,-2-6 1,0 4-721,3 9 1,-1 4 663,0 8 1,-2 1-554,-2 6 1,-1 1 341,-5-20 1,-1 1 0,0 0-436,-1-1 1,-1 0 0,0 0 685,0 2 0,0-1 0,0-4 0,0-3 0,-1-4 0,2 23 0</inkml:trace>
  <inkml:trace contextRef="#ctx0" brushRef="#br0" timeOffset="2334">6021 3240 23439,'6'-45'905,"0"1"1,0-1 0,1-3 0,-1 3-620,-1 10 0,-1 6 72,0 4-190,-1 4-146,0 12-5,1 17-6,5 14 6,1 6 34,7 23-35,-4 0-305,-5-18 0,-1 1 289,-2-1 0,0 0-69,-3 2 1,0-3 80,0 8 21,-2-4 90,0-30 23,0-10-78,5-28-68,6-10 0,2-7 0,13-8 0,2 13 279,-9 17 1,3 2-280,3 2 0,1 3 0,21-3 151,-5 9-151,3 24 0,-5 10 0,-14-2 0,0 3-127,-1 3 1,0 3-793,4 13 1,-2 2-3998,-4-2 1,-2 1 4832,2 4 0,-3-2 0,0 3 0,-8-20 0</inkml:trace>
  <inkml:trace contextRef="#ctx0" brushRef="#br0" timeOffset="3341">9765 2924 20683,'-6'-7'2167,"-16"-29"1,1-8-1451,10 1-775,-8-7 0,5 0 265,29 4-129,14 8-50,16 9 0,14 8 157,-8 9-188,-4 10 1,2 4-15,-13 4 0,0 3-300,17 3 0,-2 4 278,-11 3 0,-6 4-1,-5 1 1,-5 2 11,5 17 17,-23 10 39,-35 1-14,11-28 0,-2 0-15,-9 3 1,-2-3 62,-18 9 50,7-13 61,13-10 708,10-12-691,7-10 12,6-8-23,5-4 218,4 0-330,5 3-44,6 7-40,6 6 17,6 8-17,7 10-28,8 13 1,5 13 18,-22-13 1,-1 1-186,0 2 0,-3 1 115,-3 2 1,-3 0-157,0 28-128,-27-4-298,-23-6-39,8-27 0,-4-4-1650,-6-1 1,-1-4 1782,1-2 1,3-3-1,-12 0 1,20-5-1</inkml:trace>
  <inkml:trace contextRef="#ctx0" brushRef="#br0" timeOffset="3624">9451 2442 24329,'-2'53'28,"-1"0"1,1 0 0,-1 0 0,1-1 0,0 2 0,0-2 0,1-1-57,0 6 0,2-1 0,-1 0-839,0 3 1,0 1-1,0 0 603,0 0 1,0 0 0,0 0-335,0-3 1,0 0 0,0-1-423,0-5 1,-1-1 0,1-2-2248,-3 14 0,0-5 3267,0-16 0,-1-4 0,-2 2 0,2-24 0</inkml:trace>
  <inkml:trace contextRef="#ctx0" brushRef="#br0" timeOffset="4217">9418 2712 15214,'0'-56'1204,"-1"1"0,1-1 0,0 7 1,-1 1-1,0 4-834,0-2 0,1 4-73,4-21-264,12 15-78,20 14 20,-6 22 0,4 4-606,11 1 1,4 3 582,12 3 1,4 2-683,-15 0 1,1 2 0,3 0 678,6 0 1,3 1 0,2 0-336,-12-1 1,2 1 0,1-1-1,1 0 373,-7-1 1,1 0 0,0 0-1,0 0 1,2-1 13,2 0 0,1-1 0,1 0 0,-1 0 1,2-1 2,1-1 1,1 0-1,1 0 1,-1-1-1,1-1-334,1 0 1,0-1-1,0 0 1,0 0-1,1-1 340,-11 1 1,1-1-1,-1 0 1,1 0-1,0 0 1,-1-1-179,11 0 0,0-1 0,0-1 0,0 1 0,0 0 192,-1 0 1,0-1-1,0 1 1,-1-1 0,0 1-4,-1-1 0,0 1 0,-1-1 0,0 1 0,-1-1 44,-2 1 0,-1 0 0,0-1 0,-1 1 0,0-1 47,8 0 0,0-1 0,-2 0 0,-1 1 7,-6 0 0,-1 1 0,-2 0 0,-1 1 23,5-1 0,-1 1 0,-4 1 490,8-1 1,-6 4-330,9 5 1713,-36 11-1764,-30 13-56,-16 11-44,-16 9 907,17-19 0,-1 1-1012,-1 5 1,0 2-23,1 5 1,2 4-24,0 8 1,3 4 238,6-15 1,1 2 0,2 2-244,-1 4 0,2 1 1,0 1-483,2 3 0,0 2 1,0-1 479,1 2 0,-1 0 0,1 0-9,-1 0 0,1 0 0,-2 0-4,0-1 0,-2-1 1,0 0-12,-1-3 0,-2 1 0,-1-2-335,-1-3 1,-2 0 0,-2-2 326,-1-3 1,-2-1-1,-2-2-73,-2-4 0,-2-2 1,-3-3 105,-18 12 0,-4-7 3,13-15 0,-1-2 0,-3-3 0,-3-2 0,-2-3 0,-2-2-104,-5-1 1,-2-2 0,-2-3 108,10-1 1,-1-2-1,-1-1 1,-1 0-163,-6-1 0,0-1 0,-2 0 0,-1 0 166,8-1 0,0 0 0,-2 0 0,0 0 0,0 0-8,-5 0 0,0 0 0,-1-1 0,-1 1 0,0 0 1,7 0 1,0 0 0,-1 1 0,0-1 0,0 1 0,0-1-149,-3 1 0,0 0 0,-1 0 0,1 0 0,-1 0 0,0 0 134,-1 1 1,0-1 0,0 0 0,0 1 0,-1 0 0,1 0-152,0 0 1,0 0 0,1 1 0,-1 0 0,0-1-1,1 1 81,2 0 1,-1 1 0,1-1 0,0 0 0,0 1 0,1 0-221,-8 0 0,0 1 0,1 0 0,1 0 0,1 0-662,6 0 1,0 0-1,1 0 1,1 1-1,2-1 956,-1 1 0,1 0 1,2-1-1,5 1 1,-15 0-1,10 0 1,0-1-1</inkml:trace>
  <inkml:trace contextRef="#ctx0" brushRef="#br0" timeOffset="4574">11146 2617 19070,'0'-8'2528,"16"-31"1,6-8-960,-3 8-1418,2-6 0,-1 3 152,-9 22-130,-9 27 68,1 18 6,-2 24-163,-3-13 0,0 4-711,-2 10 0,-1 3 645,-1-11 1,0 0 0,-2 3-574,0 3 0,-2 3 1,1 0 498,-3 4 0,1 2 0,-1 0-155,1 2 0,-1 1 0,3 1-777,2-8 1,1 2 0,2-1 0,0-4-1046,1-2 0,1-3 0,2 0 2033,3 7 0,1 0 0,2-11 0,4-5 0,1-6 0</inkml:trace>
  <inkml:trace contextRef="#ctx0" brushRef="#br0" timeOffset="5017">11712 2838 22744,'-4'-5'2016,"2"0"-313,2 5-1658,4 10 33,4 11 1,3 13-12,-2 10 123,-5 16-66,-10-8-63,-1-3 90,-11-9-27,5-17 105,-3 0 6,6-12-61,4-12-84,6-14-34,1-3 39,6-18 11,6-3-50,2 5 0,3-1-31,-1 5 1,1 0-307,5-6 0,1 3 281,10-5 11,8 4-11,-6 19 0,22 5-17,-5 16-681,-22 3 1,-1 3 625,11 14-288,-16-4 1,-1 2-475,15 25-275,-16-15 0,-1 2 1109,-1 7 0,-3-1 0,2 6 0,-6-3 0</inkml:trace>
  <inkml:trace contextRef="#ctx0" brushRef="#br0" timeOffset="6074">15641 2984 20940,'17'-58'624,"0"1"0,1-1 0,-3 4 0,-1 1 0,-2 0-215,-2 4 0,-2 1 0,-2 3-143,0-3 0,-1 4-163,-2 7 1,-1 7-76,-2 11 456,0 30-439,-3 43-34,1-17 0,1 4-872,-1 20 0,1 3 861,0-19 0,0 1 0,1-2 0,0 11 0,0 3 0,0-2 0,-1 5 0,1-4-9,-1 3 1,0-3 8,0-11 0,0 1 0,-1-1-23,-1 18 1,-1-6 366,-4 0-336,4-23 1,-2-4 183,-2-13-237,-2-45 28,5-20 17,2 4 0,1-5-635,4-7 0,3-3 638,-2 13 1,0 0 0,1 0 1,2-11 1,1-3-1,-2 2 1,1-5 0,-2 5 8,-1-2 0,-1 1 1,0 5 0,0-2 0,-1 3 334,-3-3 1,0 5-328,0 6 1,1 4-1,-3-13 111,10 4-150,12 29-5,22 0 11,-10 18 0,4 5-833,11 2 0,2 3 844,-6-1 0,2 1-17,7 3 0,5 2 1,-2-1-98,-10-4 1,-2 0 0,3 0 107,2 1 0,3 0 1,2-1-1,-2-1 13,11 0 1,-1-2 0,1 0-312,-12-2 0,1-1 0,0 0 0,0-2 306,4 0 1,0-1 0,1-1 0,0 0-2,4-1 1,0 0-1,1-2 1,0 0-7,3-1 1,1-1 0,0-1 0,0 0-305,-11 1 1,0-1 0,1 0 0,0 0 0,-1 0 308,1-1 0,0-1 0,0 1 0,0-1 0,0 1-5,-1-1 1,0 0-1,-1 1 1,1-1-1,-1 1 5,9-2 0,0-1 0,0 1 0,-2 1 11,-4 0 0,0 0 0,-2 1 0,-1 1 0,9-2 0,-2 2 0,-2 0 125,-9 1 1,-1 1-1,-4 2-133,8-1 0,-5 2 1308,14 3-1288,-30 9 2388,-23 11-2378,-12 3 12,-23 33-11,-1-1 455,7-12 0,0 4-489,1 1 0,2 1 0,4-8 0,1 4 0,0 5 0,2 7 0,1-2-8,4-11 1,2 0 0,1 2-269,-1 3 0,0 2 0,0 2 0,3-2 259,2 10 0,2-2 1,1 0-5,0 0 1,2-1-1,-1 1-7,1-4 0,0 0 0,-2-2-15,-3-3 0,-1-1 0,-3-3 9,0 6 1,-7-3-7,-9-11 1,-8 0 0,-2-6-431,-9-2 0,-4-5 464,1-2 1,-5 0-1,-1-5 8,2-6 0,-1-5 0,-2-2-486,-6-3 0,-1-2 0,-2-3 489,10 0 1,-1-1-1,-1-1 1,-1-1-264,-5-2 1,-2-1 0,0 0 0,-1-1 258,8 2 0,-1-1 0,0 0 1,-1 0-1,-1 0-121,-2 0 1,-1-1-1,0 0 1,-1 0 0,0 1 116,-2-1 1,0 1 0,-1 0 0,0 0-1,1 0-5,-2 0 0,1 0 1,-1 0-1,1 0 0,0 0-193,0 0 1,1 0-1,-1 1 1,1-1 0,1 0 119,1 1 0,1-1 1,1 1-1,0-1 0,1 0-69,3 0 0,1 0 0,1 0 1,0 0-1,2 0-199,-5-2 0,0 0 0,2-1 1,3 1-808,-4-3 0,3-1 0,5 0 1156,-3-3 0,9 0 0,0-2 0,30 9 0</inkml:trace>
  <inkml:trace contextRef="#ctx0" brushRef="#br0" timeOffset="6350">16524 2906 23506,'-2'-10'2229,"0"2"-1714,13-54-313,-7 47 0,10-37-79,-8 77-62,2 24-44,-4-15 0,-1 3-473,0 8 1,-1 1 265,-3 5 0,-1 1-648,-2 3 1,0 0-3414,-3 1 0,0-2 4251,1-7 0,0-4 0,-2 12 0,5-27 0</inkml:trace>
  <inkml:trace contextRef="#ctx0" brushRef="#br0" timeOffset="6607">17014 2450 26263,'-6'57'29,"0"-1"0,0 1 0,0 0 1,0 1-1,1-2-61,1-3 0,1-2 1,-1 1-1078,0 2 1,0 1-1,0-1 888,0 0 1,1 0 0,1 0-516,0-3 1,0 0-1,2-1 736,2 0 0,1 0 0,1-6 0,-2-4 0,0-4 0,8 22 0</inkml:trace>
  <inkml:trace contextRef="#ctx0" brushRef="#br0" timeOffset="7017">17648 2826 26794,'23'52'31,"1"0"1,-4-2 0,-5 0-10,-13-10 1,-6-1-395,1-1 1,-3-1 385,0-3 0,-2-2 31,-9 21 257,2-16-95,5-17 140,5-16-246,4-18 11,7-16-33,5-19-18,3 8 1,2-1-46,-5 12 1,1-1-40,9-15 1,1 2 128,8-6-67,-12 23 1,2 1-7,18-8-5,0 14-22,3 14-12,2 15-38,3 12-322,-20-3 1,-1 4 144,3 3 0,-2 4-415,2 3 1,-2 3-4281,2 12 1,-2 0 3449,-9-17 1,-2-1-1,9 28 1,-19-47-1</inkml:trace>
  <inkml:trace contextRef="#ctx0" brushRef="#br0" timeOffset="8624">21499 2718 21663,'-5'-52'1051,"1"0"0,0 9 0,0 8-592,-1 20-251,3 30-45,-2 23-119,4-4 1,-1 3-1490,1 10 0,0 2 1448,-1-7 0,1 1-26,-1 13 1,-2 3-282,-3 3 1,-2 0 199,-1 1 0,-1 0 20,2-18 0,-1 2 0,-1-4-59,-3 2 0,-1-4-46,1-9 1,0-4 98,-5 4-151,0-33 163,13-27 123,0-30-15,8 18 1,2-3 262,0-9 1,2-1-266,-1 8 0,1-2 33,0-3 1,1-5-1,0 4 5,0-4 1,1 0-2,0 5 1,0-4-1,0 3 33,1-6 0,0 4-88,1 6 1,0 3 39,0 6 1,1 3 11,17-18-45,11 17-28,17 16 16,-21 14 1,3 3-728,9 1 1,-1 1 721,-6 1 0,2 1-15,8 0 0,4 0 0,0 1 7,-10-1 1,-1 0 0,4 0-121,3 0 1,4 0 0,1 0 0,-1 0 129,-2-1 1,-1 1 0,0-1 0,1 1-255,3-2 1,2 0 0,0 0 0,1 0 248,3 0 0,0-1 0,0 0 0,1 0 4,-11-1 0,0 1 0,0-1 1,0 0-1,0 0 0,0 0 0,0 0 0,0-1 0,1 0 1,-1 1-2,11-2 0,1 0 0,-1 1 0,-1-1-249,-2 1 1,-1 0 0,0 0-1,-1 0 256,-5 0 0,0 1 0,-1 0 0,-1 0 121,10 0 1,-1 0-1,-2 1-126,-9 1 0,-1-1 0,-2 2-5,12-1 0,-3 2 467,-11 2 0,-3 2-461,-8 0 0,-2 4 1944,17 15-1936,-13 8 17,-14-2 73,-3 29-34,-12-6 791,-2-11 0,-1 2-816,-3 1 0,-2 0-17,0 5 0,-2 2-8,0 6 0,-2 0-6,1-16 0,0 1 1,-1-1-22,0 3 1,-1 1-1,0-1 4,0 1 1,-1 1 0,-1-1-309,0 1 1,-2-1-1,-1 0 291,0-2 1,-2-1 0,-1-1-6,-3-2 0,-2-2 0,-1-2 0,-3 5 0,-5-3-8,-5-7 1,-7-1 0,1-5 32,-9-1 0,-3-4 8,1 0 1,-5-1 0,0-3-454,3-5 1,0-4 0,-2-1 456,-6 0 1,-2-2-1,-1-2-2,11-2 0,-1-1 0,-1-1 0,-1 0-370,-5-1 0,-2 0 1,-1-1-1,0-1 359,9 0 1,-1 0 0,0-1-1,-1 0 1,0 0-201,-3 0 1,1 0-1,-1-1 1,-1 0-1,1 1 206,-1-1 0,0 0 1,0 1-1,0-1 1,0 1-85,1-1 1,1 1 0,0 0 0,0 0 0,0 1 68,3-1 1,-1 1 0,2 0 0,-1 0 0,2 1-28,-10-1 1,1 0 0,1 0 0,1 1-40,7 0 1,0 0-1,2 1 1,2 0-70,-6-1 1,2 1-1,4 0-1124,-3-1 1,7 0 1634,7-2 0,27 3 1,22 0-1</inkml:trace>
  <inkml:trace contextRef="#ctx0" brushRef="#br0" timeOffset="9067">22380 2773 25124,'-8'30'701,"-5"12"-651,6-4 1,0 3-573,-3 0 0,-2-1 530,1-2 0,-1-1 12,2-5 0,0-2 405,-3 14-167,7-20 215,13-20-339,13-19-44,18-17-40,-13 9 0,1-1-251,3-3 1,0-1 275,0 1 1,-1 0-1,-3 3 1,-3 1 604,13-12-613,-17 15-39,-9 12-22,-7 17-12,-3 13 6,-1 16-22,-1 12-107,0 8 20,3 5-233,3-31 1,1 1-970,9 28-1226,10-8 2537,10-13 0,-15-18 0,2-11 0</inkml:trace>
  <inkml:trace contextRef="#ctx0" brushRef="#br0" timeOffset="9291">23183 2706 20532,'1'-59'1723,"1"-1"0,-1 8 1,0 4-968,0-11-292,-1 24-296,0 18-106,0 24 11,0 22-23,-1 29-33,0-17 0,-1 3-377,0 9 1,-1 3 344,0-14 0,-1 0 1,0 1-564,-1 2 1,-1 0-1,0 1 397,0 0 0,-2 0 0,1 0-258,1-2 0,0 0 0,1-1-1553,-2 17 0,3-2 1992,6-5 0,1-4 0,0 4 0,6-16 0</inkml:trace>
  <inkml:trace contextRef="#ctx0" brushRef="#br0" timeOffset="9667">23717 2953 25506,'8'-39'515,"0"0"0,5-16-437,-14 76-33,-2 18 6,-2 18-35,1-22 1,0 0-476,0 3 0,-1 0 481,0 2 1,-1-1-20,0-1 0,0-1 37,0-4 0,0 0-28,-4 17 21,2-18 68,5-16 0,2-23 22,9-16 753,8-18-759,1 6 1,3 0-57,11-16-251,-5 13 0,2 0 280,14-8-57,-17 21 1,2 1-34,21-11-11,0 16-1,-19 11-38,5 14-40,-14 10-167,7 16-292,5 11-1042,-5-9 0,1 2 1591,-4-7 0,-1-2 0,-1 0 0,-1-4 0,-2-3 0</inkml:trace>
  <inkml:trace contextRef="#ctx0" brushRef="#br0" timeOffset="10200">24649 3065 23674,'45'-2'289,"1"0"0,-1 0 0,11 0 0,3-1 0,-4 0-269,-11-1 1,-3 1-1,3 0-1071,11-2 1,2 1 0,-1-1 1044,-6 1 0,0 0 1,-3 0 5,9-2 0,0 0 2,6-3 1,-2-2 27,-17 1 1,-2-2-1,6-4 1,-3-3 305,-7-7 0,-6-4-34,2-22-150,-19-1 144,-27 4 24,-9 12 122,-12-8-218,9 16 1436,4 8-1632,15 16 817,4 4-800,4 12 374,5 8-413,7 18-29,8 12 23,-1-4-6,-6-13 1,0 0-18,-1-4 1,-1 2-118,7 17 0,-1 3-435,-6-9 0,-2 1 107,0 6 0,-6-1-599,-10-13 0,-3-2-1252,-11 13 2319,-15-10 0,19-23 0,0-2 0</inkml:trace>
  <inkml:trace contextRef="#ctx0" brushRef="#br0" timeOffset="11291">26400 2746 26771,'14'50'50,"-1"1"1,0-11-1,-5-1-30,-10-5 0,-2-2-9,-1 0 11,-11 26 45,6-38 79,-3 0-79,7-17 23,4-13-12,8-19-50,-1 3 36,6-3 1,2-1 8,9-9-45,6-8 28,1 9-39,-2 13-29,1 6-16,1 10-22,-6 19 22,-5 2-123,13 23-68,-9-3-72,12 19-470,-6-4-6,3 1-124,3-6 516,-6-12-101,15-12 526,-13-21 107,14-11 118,-7-17 83,3-9-179,-9 5 79,-8 8 0,0 0 123,4-9 318,8-12-369,-20 20-145,-9 11-140,-5 8 39,-8 10-62,-1 7-5,-8 8-17,2 5-17,3 4 17,4 0 0,4-4 12,3-6 66,0-7 23,2-8 0,0-11-1,2-6-38,2-8 16,1-2 1,3 0-29,0 2-16,0 1-23,-2 6 11,0 4-16,-3 5-23,1 5-33,-2 2-40,0 2-11,1 1 29,-2 0 44,-1 0-28,-1 0 50,-7-3 12,3 0 38,-4-2-4,5 0 4,1 1 18,2-2 0,1-1-1,2 0-10,0 0-1,-2 3-50,0 1 6,-5 13-6,-2 6 33,-6 16 12,-3 5-23,-4 6 1,1 2-1,3 0-16,7-2 16,3-12-33,17 7 0,4-19 16,19 2 35,4-20 32,8-13 12,2-13 45,-1-10-323,-8-8 272,-9-6-10,-10-4-35,-8-1-5,-7 3-22,-5 7-17,-2 11-73,-2 11-269,-1 11-515,1 11-1384,0 13-7579,1 8 9001,1-1 0,0-5 0,0-11 0</inkml:trace>
  <inkml:trace contextRef="#ctx0" brushRef="#br0" timeOffset="11841">27631 3276 23511,'-6'-1'3434,"2"1"-3222,15-26 1,8-10 95,7-6-1056,-1-5 0,3-4 810,-7 17 0,0 2-20,1-5 0,-1-2-17,1-3 0,-1-2-8,0-3 0,-1-1-3,-1-2 0,-1-1 5,-1 2 1,-2 1-6,-1 3 0,-3 3 225,-2 7 0,-2 4-188,1-13 237,-5 23-288,-6 14 33,-6 19-27,-10 15 22,-10 22-17,11-15 0,-1 3-28,-2 6 0,1 3 37,-1 4 0,1 2-20,3 2 0,1 1 0,4-1 0,3 1 8,5-4 0,4-1-14,7-5 1,5-2-215,5-6 1,6-4 188,6-7 0,4-5 6,4-7 0,3-7 33,3-9 0,2-8-494,3-6 1,-1-7 493,2-10 1,-2-5-440,-15 8 0,-1-3 1,-2-1 439,1-4 0,-2-3 1,-1-1-5,-1-2 1,-1-3-1,-2 0 2,-2-1 1,-1-1 0,-2-1 10,-4 3 1,-1-1 0,-3 1 7,-2 4 0,-2 0 0,-4 2 313,-3-12 1,-6 3-340,-6 7 0,-3 5 0,-9-5 379,-10 15-379,12 38 0,-9 20 0,14-2 0,1 6 81,-1 12 1,3 6-82,4-10 0,2 3 0,1 1-265,-1 9 0,3 2 1,0 1 76,1-9 0,2 1 1,0 1-1,-1 0-732,1 4 1,0 1 0,-1 0 0,1 1-567,0 1 1,0 1-1,-1-1 1,1-1 1271,0-6 1,-1-1 0,1-2 0,0-3 0,-1 19 0,0-9 0,-1 6 0</inkml:trace>
  <inkml:trace contextRef="#ctx0" brushRef="#br0" timeOffset="12583">19287 3377 20210,'-43'2'606,"-1"-1"0,1 1 1,-13 1-1,24-2 281,63-6-758,10 2 0,9-1-103,-2 0 0,5 1 1,3-1-670,-6 1 1,3-1-1,2 1 1,0 0 640,-5 0 1,1 1 0,0-1 0,2 1 0,-1-1-289,4 0 0,0 1 0,0-1 0,1 0 0,-1 1 283,1-1 0,0 0 1,0 0-1,0 0 0,-1 0 0,-1 0 0,0 0 1,0 0-1,-1-1 1,0 0-239,8-1 1,-1 0-1,0-1 1,-3-1 231,-5 1 0,-2-1 1,-1-1-1,-3-1-73,6-3 0,-4-2 0,-4-1 117,4-7 0,-9-5 632,-17 1 1,-11-4-496,-26-29 11,-6 28 0,-7 3 1004,-8 1 1,-3 2-952,0 2 1,1 4-74,4 4 1,2 2 2112,-10-3-2216,21 9 941,15 6-946,17 10-18,15 10-44,22 16-340,-16-12 0,1 2 348,4 4 1,0 2-21,-3 3 1,-3 2-79,-6 2 0,-8 2-218,-11 1 0,-8 0-810,-13 0 0,-10-1 773,-15 3 0,-3-5 1,16-15-1,1-4 0,-3-1 1,1 0-1</inkml:trace>
  <inkml:trace contextRef="#ctx0" brushRef="#br0" timeOffset="13291">13087 3297 23448,'57'-26'218,"1"-1"0,-1 1 1,-10 7-1,2 1 1,1 2-1,2 3-206,5 3 1,2 5 0,1 2 0,2-1-1108,-9 0 0,2 0 0,0 1 1,1-1-1,0 1 1098,3-1 0,1 1 1,0 0-1,1-1 1,-1 1-1,2 0 0,1 0 1,-1 1-1,1-1 0,-1 0-208,0 0 0,0 0 0,0-1 1,-1 1-1,0 0 207,-2 0 0,0 0 0,0-1 1,-2 1-1,0-1 43,-4 1 1,-1-1 0,-1 1 0,-1-1 0,-1 0-42,3 0 0,0-1 1,-3 0-1,-2 0-50,2-2 1,-3 1 0,-5-3 78,0-1 1,-12-5 1763,-21-13-1747,-50-4 3,4 15 1,-7 1 821,-10-1 1,-3 1-772,16 6 1,0-1-1,-1 2 58,-20-4 1,1 2-48,8 1 0,3 2 625,10 3 0,5 1-690,-8 0 459,25 7-425,16 4 6,12 6-23,10 7 1326,12 5-1371,12 7-16,-18-14 0,2 2-26,3 3 0,2 0-431,4 4 0,1 0 417,3 3 0,1 2-103,2 1 0,-1 3-149,-2-1 1,-5 1-408,-7-1 1,-8 0-1473,-12-2 0,-8-1 2165,-21 17 0,-3-20 0,2-14 0</inkml:trace>
  <inkml:trace contextRef="#ctx0" brushRef="#br0" timeOffset="14100">7931 3125 20324,'-58'7'902,"-1"1"0,9-2 0,10-1-432,22-2-218,17-1-11,18 0-90,25 1-98,11-3 1,6-1-747,-14-1 1,2 0 695,8-1 1,6-1 0,-2-1-498,-11 1 0,-2-1 0,2 0 490,12-2 0,3 0 1,-1 0 3,-3 1 0,0-1 0,-1 0 28,0 0 0,-1-1 0,-4 0 5,-2 1 1,-5 0 69,-2-1 1,-12-3 81,-26-3 0,-24-8 89,-27-3-19,2 7 0,-3 0-386,5 4 0,1 0 217,-1 0 1,1 1 227,-14-4 674,31 10-888,6 1 1791,23 5-1840,20 5-35,3 2 24,28 11-32,-28-7 0,2 1 20,21 9 0,3 2-675,-4-1 0,2 1 649,-10-4 0,1 2 0,-2-2-8,2 2 1,-1 0-18,8 7 1,-4 1 334,-16-7 0,-5 3-875,-2 11 0,-11 3-2400,-17-6 0,-8 0 2379,-10 4 1,-4-5 0,-17 3 0,13-14 0</inkml:trace>
  <inkml:trace contextRef="#ctx0" brushRef="#br0" timeOffset="22482">1342 5473 14594,'1'-5'3358,"-2"-27"0,-2-4-2709,-3 12-156,-2-16 1,-3 0 200,-14 16-11,-19-5-380,4 11-113,-7 7-92,11 17-60,10 3 5,-2 21-26,8 10-7,7-3 1,0 4-12,4-4 0,1 0-326,1 8 0,3-2 330,5 10-187,10-21 0,5-5 185,25 3-9,-7-10 0,4-3-357,2-8 1,1-4 356,6 0 1,0-2-1,-10-2 1,0 0-1,6 0 1,-2-1 4,9 0 42,-9 6 553,-41 7-603,-41 12-6,-13 1-396,8-5 0,-5 1 407,5-2 1,-2 1-3,1-1 1,-3 1-1,2-2-6,-9 4 0,2-3-76,-2 0 1,5-5-173,-3-6-881,23-14 1143,17-14 0,10 10 0,5-7 0</inkml:trace>
  <inkml:trace contextRef="#ctx0" brushRef="#br0" timeOffset="22716">1843 5161 23024,'0'-4'2683,"0"0"-1897,0 4-749,-29 82-1232,24-48 0,1 1 1167,-6 10 0,-2 6 0,3-2-160,5 7 0,4-1-325,-1 1 0,-1-2-708,1-2 0,1-1-2722,1-6 0,1-4 3942,0 20 0,1-29 1,-2-18-1</inkml:trace>
  <inkml:trace contextRef="#ctx0" brushRef="#br0" timeOffset="23666">1742 5730 18246,'-21'-48'1973,"0"0"1,3 6 0,2 6-1442,1 12-398,8 12-112,5 8-22,22 3-5,9 5-6,27 3-20,-25-3 0,1 1-208,4-2 0,0 0 203,2 0 0,-1-2 16,-1-1 0,0-3 43,26-7 20,-14-8 58,-18-7 16,-16-3 29,-16 0 44,-12 0 57,-9 3 432,-4 5-494,-1 9-88,1 7-60,4 16-21,3 10 7,8 2-19,4 22 33,13-14-30,8 11-11,10-16 16,8-10-10,2-10 38,3-15-1,-1-12 35,-4-13 46,-7-7 12,-9-5-7,-11-1-10,-13 3-12,-11 6-2,-9 11-44,-5 11-33,-1 16-15,1 15 3,4 15 6,5 16-33,11 8-286,9-23 1,4 0 264,5 3 1,2-1-57,3 3 0,3 0-104,4 1 0,4 0-198,4 0 0,4-2-675,5-2 1,4-3 354,5-5 0,4-5 134,3-7 1,0-5 390,-9-4 0,-1-6 3,11-14 0,-3-6 101,-21 2 0,-2-2 378,8-10 1,-4-2 395,-2-23 235,-14 0-68,-7 6 320,-4 8-616,-3 12 621,-1 12-1075,-2 10 408,1 15-492,0 15-5,1 23-9,1-13 1,2 2-419,0 8 0,1 3 407,0 5 0,0 2-17,-1 5 1,-1 2-9,-2 2 0,-3-1 14,0-2 0,-3-4 25,-2-8 1,-2-5 55,-10 11-6,2-35-5,2-34 0,3-28-31,8 9 1,1-3-501,1-10 0,0-3 481,2-7 0,0-3-116,2 18 0,0 0 0,1 0 125,0-2 0,0 1 0,2 0 4,1-18 1,1 2-209,2 5 1,2 2 193,2 8 1,2 3-6,2 6 0,2 2 5,2 6 1,2 3-112,24-13 101,8 14 10,5 13-27,4 18 16,-2 17 314,-31-4 1,-4 4-312,-3 5 0,-6 2 0,-4 3 1,-6 2-1,-7 1 0,-8 0 6,-6 1 0,-5-1-12,-7 0 1,-4-2 234,-4-2 1,-1-3-331,1-4 1,1-2-194,3-7 1,2-3-1057,-16 0 1353,20-21 0,14 4 0,10-8 0</inkml:trace>
  <inkml:trace contextRef="#ctx0" brushRef="#br0" timeOffset="23892">3158 5608 22783,'-5'2'2857,"1"1"-2773,4-3-936,72-28-906,-14 8-959,-19 5 0,6-1 0,-4 1 2717,1 2 0,-5 1 0,13-4 0,-21 7 0</inkml:trace>
  <inkml:trace contextRef="#ctx0" brushRef="#br0" timeOffset="24082">3989 5141 23220,'0'-5'3092,"0"1"-1978,0 4-1114,5-10-28,3 38-106,4 8-138,-6 5 1,0 6-1110,-1 3 0,0 2-2459,-1 6 1,0 0 3340,-2-5 0,1-5 0,-2-13 0,0-5 1,0 6-1</inkml:trace>
  <inkml:trace contextRef="#ctx0" brushRef="#br0" timeOffset="24366">926 7233 22190,'-50'16'270,"0"1"0,0 0 0,-20 5 1,22-5 384,44-14 78,54-20-561,-13 4 0,6-2 0,3-2-1520,0 1 0,2-2 0,3-1 1,2 0 1370,-3 0 1,2 0-1,1-1 1,1 0-1,1 1-193,-4 1 1,1-1 0,1 1 0,1 0 0,0 0-1,0 0 175,5-2 1,0 1 0,1 0 0,1 0-1,0 0 1,1 1-70,-7 2 0,1 0 1,0 0-1,1 0 1,0 1-1,0-1 1,0 1 55,2 1 1,-1-1 0,1 1 0,0 0 0,0 0 0,0 0 0,0 1-150,0 0 0,0 0 0,0 0 0,0 1 0,-1-1 0,1 1 0,-2 0 138,-1 1 1,-1 1-1,0-1 1,-1 0-1,0 1 1,0 0 0,-1 1 7,3-1 1,0 0 0,-1 0 0,-1 1 0,-1 0 0,-1 1-163,1-1 1,0 1-1,-1 0 1,-2 1 0,-3 1-471,17-2 0,-4 2 0,-5 0 643,3 3 0,-8 1 0,-1 1 0,-30 4 0</inkml:trace>
  <inkml:trace contextRef="#ctx0" brushRef="#br0" timeOffset="26149">5756 6246 15614,'7'-50'1143,"-1"-1"0,0 0 1,1 1-1,-1-12 1,-1-4-1,0 3 1,-1 10-1505,-2 5 1,-2 3 692,0-8 1,0-3-1,-1 5 43,-1 10 1,-1 4-43,-1-8 1,-1 3 288,-1-5-572,-1 19 194,5 30-227,2 23 5,0 21-5,0-11 0,0 6-356,-2 1 1,1 5-1,-2-1 348,1 0 1,0 0-1,-1 2-422,-2 12 0,0 3 0,-1-4 413,2-15 0,0-3 0,0 1 0,-2 8 0,0 1 0,1-1-293,0 13 1,1-3 292,0-3 0,1-3 0,1-6 0,1-6 101,3-9-56,-1-18 56,3-23 796,4-17-878,1-6 1,2-4-3,2-1 0,0-2-25,7-13 1,-1 2 18,-4 13 1,1 0-1006,8-12 1,0 4 982,1 1-33,0 8 0,0 4 5,-2 14 39,11 1 17,-15 19-39,7 16-6,-3 14-45,-3 0 0,-1 3-50,-1-2 0,1 1 398,4 8 0,2 0-625,-2-9 0,1-4-59,18 16-67,-15-25 0,3-4 2225,29-6-2152,-1-14 319,0-22 201,-23-18 29,-13 3 291,-5-19-40,-13 25 1,0-1-107,-1 0 0,1 0 9,-2-4 0,0 3 266,-1-8-354,-1 17 157,-3 11-274,0 11-95,0 7 0,2 9 664,0 10-664,3-1 144,8 11-144,6-12 28,11 1 6,5-13-17,6-16 11,1-9-34,-8-4 107,0-22 22,-20 10 0,-2-15-33,-20 10-6,-11 6 34,-9 7-62,-6 12 0,-3 9 0,-3 17-45,1 13-11,4 13-17,12-2-6,14-4 1,5 2-45,5 17-290,6-13 0,4 0 203,6-6 0,5-1-124,8-1 1,4-2 58,-4-4 1,4-3-453,7-3 1,8-2 0,-2-4 9,11-2 1,2-4-110,-1-1 1,3-2 0,-1-4 739,-7-3 0,-2-4 1,0-3 58,-2-1 1,-1-4 0,-2-1-345,13-11 0,-6-2 469,-14 7 0,-6-3 425,-3-10 1,-7-2 367,-8-10-594,-9 15 0,-5 0 145,-17-11 246,-15 10-503,-11 14-79,-8 12-89,-5 19 1209,2 13-1288,6 16 0,28-16 1,3 2-6,-6 17-9,13-10 1,5 0 2,5 12 1138,11 12-1138,15-25 349,10-16-321,6-20 17,0-17 22,-3-18 1,-6-10-247,-6-6 268,-10 2 52,-6 3 344,-6 9-300,-4 12-62,-2 12-100,-2 11-12,-4 13 23,-2 11 238,0 15-306,3 10-72,10 6-112,11 2-536,13 1 469,-8-27 0,4-2-174,5-2 0,3-3-116,6-4 1,2-4-384,7-4 0,1-6 589,5-6 0,0-5 234,1-4 1,-1-3 156,-3-4 1,-2-4 114,-6 0 1,-4-2 159,-7-1 0,-4 0 118,4-17 92,-19 11 1,-4-2 327,-4-12-509,-3 15 1,-4 0 155,-10-5 165,-14 16-429,-12 18-61,-11 20-45,-4 15 90,27-8 1,3 4-178,2 1 0,4 3-16,4 3 0,4 0 111,3 0 0,5 0-109,13 27-22,15-13-5,22-16-23,14-17 36,-26-15 1,1-6 24,1-4 1,-1-5-258,-1-5 0,-4-3 263,-2-5 1,-4-3 4,-4-3 1,-5-4-3,-4-5 0,-3-2 22,-3-5 1,-3-3 27,-2-5 1,0 0-487,-1-2 1,0 1 521,-1 2 1,0 3 22,-1 9 1,-1 3 587,-5-17-549,-1 27 30,0 20-175,1 20 511,0 18-528,0 25-9,5-15 1,1 3 282,2 7 1,2 2-382,3 4 1,2 2-841,3 3 0,4 1 168,2 3 1,4 0-1237,-5-19 1,2 0 0,1-1 1549,7 13 1,-1-4 0,-6-16-1,-2-4 1,5 3 0</inkml:trace>
  <inkml:trace contextRef="#ctx0" brushRef="#br0" timeOffset="26366">9219 5693 26010,'-38'-26'417,"0"0"0,-7-17-451,81 27-50,-4 9 0,3 1-134,9 2 0,3 0-895,3 2 1,2 1 118,1 3 0,-1 2-1460,-2 2 1,-1 1 1905,0 5 1,-4 1 0,6 0 0,-12 2 0</inkml:trace>
  <inkml:trace contextRef="#ctx0" brushRef="#br0" timeOffset="26532">9424 5896 19753,'-52'23'1824,"-1"0"0,9-3 0,7-4-1241,15-7-292,17-8-184,20-7-124,16-6-140,23-6-459,-20 7 1,2 1-7,4-1 0,3 0-1740,4 0-1,0 1 2363,-4 1 0,-4 1 0,15-3 0,-25 5 0</inkml:trace>
  <inkml:trace contextRef="#ctx0" brushRef="#br0" timeOffset="27292">10339 5633 22638,'-2'-8'1767,"-1"-27"0,1-6-1028,1 2-518,0-6 1,2 0 18,4 14-139,2 14-73,2 12-22,1 19 22,3 18 0,-2 23-23,-6-18 1,-2 3-655,-6 17 1,-3 1 648,2-16 0,-2 0 8,-8 19 1,-2-1-202,4-23 1,-1-2 192,0 4 0,0 0 11,-4 13 17,9-26 17,13-27-17,10-24 0,14-23-6,-11 15 1,2-1 272,1-4 1,0-1-271,1-1 1,0 1-18,-1 1 1,1 2 90,-2 3 1,0 2-94,17-16-45,-6 17 39,-4 15-6,0 31 6,-2 11 0,-2 13-34,2 13 327,0-7-316,-8-17 1,3-1-40,3-2 1,1-2-62,3-3 0,2-3-29,1-3 1,0-5-135,27-1 107,-5-22 112,-9-18 78,-5-18 8,-19 10 1,-2-2 25,4-15-3,-10 15 0,-2 0 76,-4-4 55,-3-5-33,-8 15 0,-7 12-112,3 13-5,-5 8-1,7 13 378,-4 19-400,5 9-23,2 18-16,11-6 243,2-9-220,15-1-1,4-17 11,11-3 6,11-15 23,-7-18-12,-4-4-17,-7-20 29,-12 1 21,-1-13 12,-5-11-56,-6 10-11,-2 5-78,0 15-606,1 16-1820,2 4 2515,3 17 0,-5-5 0,1 7 0</inkml:trace>
  <inkml:trace contextRef="#ctx0" brushRef="#br0" timeOffset="27849">11737 5866 26799,'25'-48'272,"0"-1"1,-1 2 0,-1 3-172,10-8-57,-8 7-13,-12 11 0,-2-2-788,-4 1 0,-1-2 776,2-12 1,-2-5-2,-3 9 1,0-2 0,-1 2-2,0-11 0,-1 2-9,0 2 1,-3 5 41,-6-10 511,-4 33-522,-1 6 221,3 25-232,0 24 5,4 30-504,1 0 476,3-21 1,1 6-1,0-2-222,2 7 0,1 2 218,1-4 1,0 4 0,2-2 4,5 12 0,4-4-9,6-2 0,4-4-6,-4-13 1,5-3 10,6-7 0,6-2 0,-1-6-2,5-4 0,2-6 3,-2 0 1,2-2 0,-1-5-7,9-11 0,-1-10-19,-2-6 0,-3-5 19,-9 1 0,-4-3 3,5-14 0,-4-8 7,-14 9 1,-3-4-1,-1-1 4,0-4 0,0-1 1,-3-2-386,-3 7 1,0-3-1,-2-1 1,-2 3 401,-2-7 0,-3 2 0,0 3 3,-1-9 0,-5 2 73,-8-3 0,-4 5-253,-13 4 149,9 21 0,-2 4 0,-12 13 369,4 26-369,2 26 0,5 9-143,12-9 1,-1 7 0,2 0 142,1-5 0,2-1 0,0 4-66,0 1 1,-1 5-1,1 1 1,1-2 65,0 13 0,2-1 0,3 1-76,2-14 0,1 2 0,1-1 0,1-2-165,1 5 0,0-3 1,5 3-2218,5 4 0,5 3 1,0-1-1,-1-8 1249,1 0 0,0-3 0,0-2 0,2 1 0,-4-11 0,-5-14 1</inkml:trace>
  <inkml:trace contextRef="#ctx0" brushRef="#br0" timeOffset="35682">2975 4054 16084,'-16'-56'1412,"4"12"-1222,12 42-78,0 2 118,0 7 50,0 6 50,-2 13 12,-3 11-45,-4 10-101,-2 6-73,1 2-27,4-1-35,3-5-5,4-9 111,3-8-15,3-9-1,1-9 21,0-6-1,0-5 30,3-2 6,5-4 17,4-1-107,5-6 32,6-2 5,7-5 23,7-2-252,9-4 139,-23 11 0,0 0-28,1-1 1,2 2-11,0-1 0,2 2-21,-1 1 0,1 1-13,0 2 0,-1 1-3,0 2 1,0 1-6,-1 1 0,0 0 3,0 1 1,0 0 5,1 0 0,0 0 18,1 0 1,2 0 20,2-1 0,1-1-358,2 0 0,2-1 318,2-1 0,0-1-14,1 0 0,1 0 1,-2 1 1,1 0-1,-2 1 1,-1 0-6,-1 1 0,-1 1 3,-2 1 1,0-1 0,0 1 1,0 0 49,-2 0 0,2 0 20,13-1 0,0-1-32,-17 1 1,0 0-420,21-3 0,0 0 434,-16 0 0,-1 1-15,12-2 1,1 0-3,-1 1 0,0 1 0,-2 0 0,-2 1-6,-2 0 1,0 1-247,-4 0 0,0 1 246,-2 0 1,0 0 7,-1 0 1,0 0 3,0 1 0,0 0-12,1 1 0,0 0 3,0 2 1,2 0 4,1 1 1,1-1 3,2 1 0,0-1-1,2 0 1,-1 0-4,1-1 1,0 0 5,-2-1 1,1 0 8,9 0 0,-3 0-23,-18 0 1,0 0 19,12-1 0,0 1 39,10 2-39,-22-2 0,2 0 0,-3 0 0,0 0 28,8 1 0,-1 0-17,15 0-3,-16-2 1,0 1 24,15-1-41,-20 0 0,2-1-9,-1 1 0,1-1 22,7 1 1,-2 1-17,15 0-12,-20 0 1,-1 1 17,6 2 219,9 1-231,3 3 0,-20-3 6,12 0 580,-16-3-574,12-1-1,2-2-5,3-2 11,8-2 6,-11-1 881,-5 1-881,-8-1 604,-9 1-605,4-2 51,0-2-50,-5 2-17,-3 0 11,3-1-6,-1 0 57,16-7 72,-6-2 151,2-5-89,-16 5 229,-5-9-111,-8-2-62,-13-25-213,0 13 3,-5 4 0,0 1-42,0 6-96,-9-15-1685,17 27 1764,2 0 0,3 10 0,4 3 0</inkml:trace>
  <inkml:trace contextRef="#ctx0" brushRef="#br0" timeOffset="82811">5483 1296 21509,'-3'-44'1037,"0"-1"1,0 1-1,-2-14 1,1 9-1238,-2 7 23,2 21-157,1 14 104,3 16 130,4 15 44,4 21-614,3 15 294,-5-24 0,-1 1 356,0 3 1,-1 1-19,-1 2 0,-1 0 7,-2-1 1,-2 0-1,-1-3 0,-3-1 25,-2-5 1,-2-1 22,-16 17 61,-3-15-22,5-17 140,-11-13-28,11-16 0,-11-9 11,5-9 666,1-2-627,0 2 6,4 8-67,6 7-95,5 9-18,5 10-38,4 10 5,3 12 0,10 6 1,10 2 21,14-5 7,12-8 38,6-10 18,4-7-46,-13-6 140,13-10-33,-24-3 56,6-6 22,-18 0-16,-8 0-68,-5 2-90,-3 3-44,-1 4-50,-1 4-298,-1 3-918,1 4-2879,3 3 4128,3 2 0,-1 0 0,0-2 0</inkml:trace>
  <inkml:trace contextRef="#ctx0" brushRef="#br0" timeOffset="84878">6039 850 13351,'-9'-55'3213,"-1"0"0,0 8 1,1 3-2022,-3-8-469,4 22-466,3 15-206,3 12-12,4 15-22,5 13-28,5 18 39,3 15-6,-6-24 0,-1 1-258,1 2 1,-1 1 260,0 0 1,-1 0-18,0-2 1,-1-1 7,5 27 18,-3-16 56,-3-18 274,-1-15 56,-1-11-213,-1-14 427,0-12-539,1-12-22,1-9-34,4-1-17,3 3-10,2 8-29,1 9-11,0 10-17,1 8 23,4 8-1,3 10-33,6 10-33,3 8-124,2 5-95,1 4-146,1-2-123,1-4 134,-1-6 259,-3-12 200,-2-16 24,-13-5 94,0-16 107,-9-1 28,0-7-17,-4-1 191,-1 1-309,-2 14 84,0 2-111,-1 14-85,0 0-16,2 6-6,6 3 0,-1-1-17,8 3 17,0-6-11,5-1 22,4-8 28,0-9 12,1-10 33,-3-10 39,-4-4 39,-8-2 51,-6 5-11,-10 6-51,-5 9-22,-7 10-118,-2 8-84,-1 13 39,0 10 46,-2 27-12,6 1-6,5 3-16,10 1-57,12-14-72,21 13 56,-2-21-157,7-14 0,2-4 50,3-6-185,-1-6 1,3-3 95,15-13 221,-18-1 0,0-3 75,-9 3 1,-3-3-350,0-4 1,-5 0 394,-3-6 117,-11-4 67,-12 9 22,-8-3 91,-13 6-208,0 9-101,-1 6 338,3 12-349,4 8 0,-5 18-68,8 3 810,3 9-742,15-8-28,1-9-17,10 0-22,2-11 22,8 0 17,-6-7 45,8-19-39,-16 1 44,7-20 28,-8 2 68,-2-16-45,-2 8-17,-3-1-51,-2 19 1,0 5-51,-1 9-61,1 4 55,3 8 18,5 9-12,1 2-56,11 11-134,2-2-314,14 9-210,-9-15 0,4-1 76,-2-5 0,3-2-166,8 0 0,0-3 519,17-5 248,-22-10 1,1-5 115,-4-6 0,-1-5 108,-1 0 1,-2-2-64,0-6 1,-5-2 531,2-23-287,-13 10 348,-4-8 208,-10 6-471,-7 7-196,-13 8-90,-14 30-67,2 9-23,3 10 1,-1 4-34,-10 19-20,15-17 1,2 2-18,6 5 1,6 1 3,4 6 572,3 6-578,24-21 338,10-16-394,30-16 89,-3-13-362,-21 2 0,-1-5 354,-7-1 0,-3-4 42,-1-4 0,-3-1-11,6-24 58,-15 7 1,-4-2 33,-5 16 0,-1 0 28,-1-16 1,-3 2 18,-1 16 1,-2 5 168,-7-13-234,2 20-119,3 14 0,6 14 0,2 15 0,6 22 0,1 2 0,4 7 0,1 5-541,-2-7 1,1 2-4,-1-1 1,2 5 0,-2 1 186,1 4 0,0 2 0,-2-6 0,0-5 0,-1-4 0,0 1 1,0 1-1</inkml:trace>
  <inkml:trace contextRef="#ctx0" brushRef="#br0" timeOffset="161536">6112 8163 22856,'1'-58'1133,"-1"-1"1,-1 7-1,-1 11-982,0 23-140,-1 18 23,2 20-23,2 5 0,-1 31-14,1-26 1,-1 4-783,-3 25 1,-1 4 338,0-5 1,0 1-360,0-10 1,-1 2-1,1-4-486,-1 1 0,1-1 1291,-1 12 0,2-6 0,0-15 0,0 13 0</inkml:trace>
  <inkml:trace contextRef="#ctx0" brushRef="#br0" timeOffset="162178">6043 8039 22991,'0'-42'298,"0"1"1,11 0 0,8 9-221,32 20-979,-7 4 0,3 1 912,4 1 1,2 1-605,10-2 0,-1 1 593,-11 0 0,3 0 9,1-2 0,5-2 1,-2 0-1,-14 1 0,-2 1 1,3-2-281,3 1 1,4-2 0,0 0 0,-1 0 274,11-3 0,-1 0 0,1 0-509,-12 3 1,2-1 0,-1 1 0,-1 0 511,6-2 1,-2 1-1,2 0 0,-4 1 0,3 0 0,0 0 0,1 1-246,2 0 0,1 0 0,0 0 0,0 1 247,2-1 1,0 0-1,1 1 1,1 0-92,-8 1 0,2 1 0,0-1 0,0 2 0,-3-1 88,3 1 1,-1 1-1,-3 0 1,-1 1 5,4-1 0,-3 1 1,2 0 44,-1 1 0,4 0 0,-1 1 0,-5 0 96,-3 1 1,-4-1-1,3 1-84,0 0 1,2 0 0,1 0 0,-4 1 15,0 1 0,-2 0 0,-2 1 550,15 2 1,-3 1-573,-10 2 0,-2 2-1,-9 1 1,-4 1-6,10 8 1840,-6 17-1868,-16-6 17,6 20-28,-4 4-23,-4-8-25,-3-1 1,0 3 675,-3-7 0,0 0-657,-1 0 1,1 3 0,0 0 123,3 18 1,-1 0-117,-4-17 0,0 0 1,0-2 3,1 9 0,-1 2-10,-2-4 1,-1 4 0,-2-4-8,-3 1 0,-3-2 2,1-4 0,-2 3 1,-4-4 36,-6 3 1,-6-4-21,-5-5 1,-4-5-3,5-8 0,-3-4 0,-26 3 0,-6-7-3,10-7 1,-2-3-434,0-1 1,-4 1 0,0-3 435,2-3 0,1-2 0,-2-1 7,-4 0 1,0 0-1,-2-2-164,11 1 0,0-1 0,0 0 1,-1 0 154,-4 0 1,0 0 0,-2 0-1,0 0-292,-4 0 1,-2 1-1,0 0 1,-2 0 289,11 0 1,-2 1-1,0 1 1,0-1 0,-1 1-5,-2 0 0,-2 1 0,1 0 0,-1 1 1,-1 0-263,0 0 0,-2 0 0,1 1 0,-1 1 0,0-1 197,0 1 0,-1 1 0,1 0 0,0 0 0,-1 0-75,2 0 0,-1 1 0,1 0 1,0 0-1,0 0-260,3 0 1,-1 0 0,2 1 0,0-1 0,0 0-554,3 0 1,1 0 0,0 0 0,2-1 0,1 1 906,-2-1 1,0 1 0,4-1 0,3 0 0,-17 2 0,9-2 0,-2 0 0</inkml:trace>
  <inkml:trace contextRef="#ctx0" brushRef="#br0" timeOffset="162812">6848 8410 25438,'39'-32'61,"0"0"1,-3-1 0,-12 15 84,-23 23 5,-12 3-50,-13 7-45,-14-1 17,-9-2 22,-1-6-22,5-13 16,9-8-27,13-5 72,6-21-67,10 13-33,7-10-23,7 16-11,11 8-11,8 8-6,11 12-16,11 12 33,-22-2 0,-1 2-160,1 4 0,-3 3 154,-3 3 1,-5 2-9,-5 3 0,-5 2 16,-10 3 1,-6 0-468,-7 3 0,-6-2 462,-9 2 0,-4-3-19,-4-1 0,-3-3 16,-1-3 0,-1-4 20,2-5 0,0-4-82,6-6 1,1-3 185,-20-2 11,21-15-12,17-7 249,13-4-321,11-1 918,9 5-986,13 4 23,14 4 28,16 2-302,-22 2 1,1 1 220,6-1 0,1 0-121,3-1 1,2 0-228,0-1 1,1 0-435,-1-1 0,0-2-1226,-2 0 0,-1-3 2061,2-3 0,-4 0 0,4-2 0,-9-2 0</inkml:trace>
  <inkml:trace contextRef="#ctx0" brushRef="#br0" timeOffset="163012">7541 8073 22739,'-10'-44'1247,"0"1"0,2 4 0,1 8-883,0 14-274,3 13-40,2 18-11,4 19-28,2 24-25,0-18 0,-1 3-729,1 7 0,-1 3 625,0 5 0,-1 2-327,-3 3 0,0 0-914,0 0 1,0-1 1358,0 1 0,1-4 0,-1-24 0,1-4 0,3 20 0</inkml:trace>
  <inkml:trace contextRef="#ctx0" brushRef="#br0" timeOffset="163379">7850 8234 21528,'0'-5'4218,"0"1"-3439,0 4-634,8-2 23,4 30-72,7 12-71,-10-3 0,-1 2-277,0 3 1,-2 0 262,-2 0 0,0-1 6,-2-4 0,-1-1 61,-2 23 152,-3-20 106,-2-19-101,1-19-78,1-22-45,3-20-56,10-21-391,0 25 0,4-2 374,6-2 0,2 1 6,3 0 0,2 1 45,1 5 1,1 3-74,-3 5 1,1 4-18,20-6 0,-4 17 0,-1 21 0,-1 17-147,-1 22-304,-22-18 1,-2 2-1275,-1 5 1,-2 2 1724,-2-4 0,-2-2 0,2 12 0,-5-20 0</inkml:trace>
  <inkml:trace contextRef="#ctx0" brushRef="#br0" timeOffset="163886">7563 8145 18184,'-11'-57'1551,"0"0"1,-1-5 0,0 5-964,5 25 0,1 2-472,-1-7 0,0-1 237,2 4 1,1 2 623,3-28-658,6 21-218,2 11 129,4 18-179,1 16-12,3 12-11,4 22-62,-10 5 1,-1 3-392,-2-12 1,-1 2-110,-1 6 0,-2 4 0,-2 0 98,-2 16 0,-2-4 1,3-17-1,0-2 0,-2-1 1,0 0-1</inkml:trace>
  <inkml:trace contextRef="#ctx0" brushRef="#br0" timeOffset="164819">8322 9900 20879,'-21'-52'1318,"0"-1"0,4 11 0,1 5-276,2 9-919,8 21 57,0 15-91,6 6 3,1 18 1,0 6-62,0-3 0,-1 1-629,1 8 1,0 3 588,-1 5 1,1 1-31,1 4 0,2-1-65,2 0 1,1-1-133,4 5 1,3-5-166,2-17 1,3-5-226,1-5 0,2-4-818,22 10-797,-6-17-414,-11-12 611,-13-11 1159,-17-4 1613,-6-2-594,-32-5 415,-2 4 31,10 2 0,-2-1 437,3 1 0,0-1-20,0-2 1,1 0-156,1-2 1,0 0-176,1-1 0,1 0 346,-23-12-329,9 3-180,8 10-196,8 8-129,4 9-100,5 6 162,-7 24 237,11 1-428,-1 16 45,22-10 85,18-6-12,29-10-87,-18-14 0,3-4-485,7-1 0,1-2 446,3-2 0,0-2-8,-2-1 0,0-1-1,-4-2 1,-2-1-287,-4-1 0,-3-2 270,-5 0 0,-1-1-50,18-12-12,-10 0-202,-9 2-615,-6 6-357,-7 6-8612,-3 5 9287,-5 4 1,-3 1 0,-4 1 0</inkml:trace>
  <inkml:trace contextRef="#ctx0" brushRef="#br0" timeOffset="166645">8396 11140 26670,'-17'-10'376,"1"20"-334,11 22 0,4 8-26,-4-1 1,0 1-706,-1 0 1,0 1 696,0-3 1,1-1-1,1-2 1,0-3 451,-1 21-421,2-17 326,1-18-219,2-14-51,0-16 6,0-11 697,1-17-725,6-15-40,-1 21 1,2-2-345,5-4 0,2-2 341,2 0 1,3 2-20,0 4 1,1 3 16,19-13-6,-7 25-5,-5 26-11,-2 20-12,0 22 0,-12-16 1,0 2-121,-1 3 0,0 1 45,2 1 0,0 1-114,1-1 1,1-1-243,3-3 0,2-2-199,1-5 0,4-4-1017,29 5 208,0-28 683,-5-23 655,-9-19 343,-12-10 341,-9-1 336,-10 0 151,-9 7-129,-7 8-229,-4 10-1,-4 12-397,2 7 438,2 8-684,3 6 93,3 7-116,2 6-33,6 5-6,6-1 0,9-3 5,7-6 6,4-6 1,1-12 4,-1-8 12,-4-14 23,-5-8 33,-9-5 5,-8-1 40,-12 2 17,-8 6-29,-8 8-16,-3 10-39,-1 8-6,-1 14-6,0 11-33,0 13-6,4 11-22,6 9-343,10 5 287,10 2-134,15-3-225,19-5 93,-9-29 0,5-3-530,6-3 0,4-4 378,6-3 1,2-5 173,4-5 0,-1-5 216,1-2 0,-3-4 140,-4-4 0,-5-3 131,-6 1 0,-6-3 452,9-20 89,-20 3-56,-18 3-135,-12 4 138,-9 6-407,-8 9 750,-6 11-890,-5 16-49,-1 9-63,2 11 12,8 4 0,10 0-34,11-4 6,12-4 5,8-8 23,12-8-11,8-11-12,8-13 23,5-12 5,-1-12 12,-4-6 39,-10 0 50,-11 3 67,-9 9-16,-7 9-57,-6 8-76,-1 8-41,-1 4 0,2 2 0,0 2 0,-1 1 0,1 1 0,1-1 0,1-1 0,2-1 0,-2 0 0,-2 0 0,-2 0 0,0 0 0,1 0 0,0 0 0,3 0 0,1 0 0,2 4 0,0 0 0,3 7 0,-2-2 0,2 10 0,0 6 0,3 15 0,4 21 0,-1-16-673,-2-12 1,2-1-7405,14 6 7229,4 2 0,-7-17 0,-8-12 0</inkml:trace>
  <inkml:trace contextRef="#ctx0" brushRef="#br0" timeOffset="167153">10361 11258 27572,'-20'-35'117,"0"-1"1,-13-17-28,-22 74-57,29-5 1,0 4-806,-15 15 1,0 4 818,10-5 1,2 3-15,1 5 1,6-1-12,4 8 553,28-7-463,27-23-84,11-8-31,-15-13 0,2-6-90,-4-5 1,-1-5 97,2-5 1,-2-4 13,-1-4 1,-2-4 19,-2-5 0,-3-3-584,-4-7 1,-3-3 544,-3-6 0,-4-2 0,-3 18 0,-2 0 0,0 1 0,-1-19 0,0 3 0,-2 15 0,0 3 293,-3 2 1,-1 6-294,-1 7 0,-1 2 0,4 33 0,2 23 0,2 7 0,-1 9 0,0 6 0,0-9 0,0 3-349,-1-1 1,1 4 0,0-1 348,-1-4 0,-1 0 0,2 0-221,1 2 1,1 0-1,1-2-639,0 10 1,1-2 859,6 1 0,0-7 0,-2-12 0,3-3 0</inkml:trace>
  <inkml:trace contextRef="#ctx0" brushRef="#br0" timeOffset="167812">10142 8405 22253,'-43'8'673,"1"-1"1,-1 1-1,-11 1 1,10-1-360,28-3 174,31-3-309,37-11-140,-6 1 0,7-2-932,-7-1 0,3-1 1,2 0 890,9-3 0,1 0 0,2-1 3,-13 3 1,1 0-1,0 0 1,0 0 3,0 0 1,-1 0-1,0 0 1,-1 0-4,11-3 0,-2 1 0,-2 0 4,-10 1 1,-2 1-1,-3 0 55,3-4 1,-8 0 155,0-11-54,-40 3 38,-25 1 68,-20 2 5,-10 4 1761,1 3-1861,12 6 707,18 5-881,14 4 5,14 9 18,12 9-18,13 13-10,20 11-250,-16-17 1,0 1 217,3 4 1,-1 1-51,-3 2 1,-3 3-122,-6 0 1,-5 2-261,-10 0 1,-6 1-704,-7 0 1,-6-1 1170,-9 0 0,-1-3 0,-6 6 0,0-10 0</inkml:trace>
  <inkml:trace contextRef="#ctx0" brushRef="#br0" timeOffset="168512">11664 8057 27410,'0'57'46,"0"-1"1,-2-2 0,0-4-17,0-15 1,0-3 48,-5 26-57,2-13 28,1-17 113,3-15-51,2-17-62,4-16 29,3-20-35,7-14-235,-5 23 1,1-1 226,2-2 1,0 2-9,3 0 0,0 2-159,18-22 120,0 14 11,-2 14-33,0 12-12,2 18-45,1 12-83,2 16-102,-2 12 35,-17-19 1,0 0-156,0 1 1,1 1-164,1-2 1,1-2-40,3-2 1,1-3-169,26 7 328,0-19 381,-6-21 235,-10-16 236,-7-15 268,-8-9 101,-4-2-11,-6 1-90,-4 11-195,-3 14-264,-1 15-146,-5 18-5,-4 15 445,-3 16-468,0 11-16,4 5 5,11-2-5,12-5-34,16-9-6,13-11 23,7-10 33,2-16-27,-6-14 16,-9-14 23,-8-11-29,-10-7-10,-8-2-40,-7 0-112,-7 7-672,-2 10-4055,0 14 4856,0 12 0,1 6 0,1 3 0</inkml:trace>
  <inkml:trace contextRef="#ctx0" brushRef="#br0" timeOffset="169029">13000 8464 27352,'24'-38'149,"0"0"1,0 1 0,11-18 0,-5 3-102,-11 15 0,-3 0-277,1-4 0,-1-5 255,-3 4 0,-1-4 1,0 0-634,-2 3 0,-1 0 1,-1 0 609,1 0 1,-1-1 0,-1 1-4,-1-19 0,-3 3 88,-3 19 0,-3 3-58,0-5 1,-3 3 40,-15-9-71,1 30 280,1 18-280,2 32 0,0 22 0,7-10 0,0 5 300,-1 10 0,1 6-300,5-5 0,1 3 0,1-3 0,1-15 0,1-3 0,2 2 0,4 17 0,2 2 0,6-5 0,11-3 0,7-4-334,-4-11 0,3 1 1,4-4 333,2-3 0,4-3 0,3-5 0,8-4 0,4-4 0,-4-5 0,3 1 0,-1-8 0,-9-9 0,2-5 0,-7-6-381,-5-12 0,-5-8 381,8-12 0,-3-7 0,-14 12 0,-2-3 0,-2-3-568,-2-3 1,-2-5-1,-2 0 1,0 3 567,0 0 0,-2 3 0,0-4 0,-1-3 0,0-4 0,-1 0 0,-2 6-12,-1 9 0,-1 4 1,-2 0 11,1-4 0,-2-1 0,-2 4 449,-1-3 0,-6 7-449,-25 6 0,0 42 0,0 18 26,18 5 0,4 7-26,2 4 0,3 5 475,1-4 0,0 4 1,1 4-476,2 2 0,1 4 0,1 3 0,1-2-691,0-1 1,2 0 0,0 0 0,0 0 132,1 2 1,0-1-1,0 1 1,2-3 557,1-2 0,1-1 0,1-3 0,-2-7 0,2-3 0,-1-4 0,1 1 0,-1-1 0</inkml:trace>
  <inkml:trace contextRef="#ctx0" brushRef="#br0" timeOffset="170128">1362 12824 18840,'0'-5'5752,"0"1"-5315,-2-26 0,-1-8 151,-8 1-367,3-8 1,-4-1 86,-19 6-73,-8 8-84,-8 12-106,7 10 5,7 15 1,1 5-29,-14 19-481,13-4 1,1 5 452,8 4 0,3 2 3,2 2 1,3 2-4,4 1 1,5 0-65,4-2 0,6-2 70,6-2 0,6-3-6,8-4 1,4-4-12,9-3 0,5-5-424,5-2 1,2-5 423,2-1 0,0-3-8,-3 0 0,-4-1-17,-8 0 0,-4 0 14,5 4 627,-34 3-599,-30 4 6,-1-3 0,-2-1-4,2 0 1,-3 0-305,-7 1 1,-6 2-1,3-1 302,-6 2 0,0 0-6,3-2 1,-1 0-1,2 0 177,-3 0 0,4-1-451,9-4 0,4-2-353,-5 1-8290,17-17 8923,19-2 0,-2-1 0,5 3 0</inkml:trace>
  <inkml:trace contextRef="#ctx0" brushRef="#br0" timeOffset="170353">1755 12434 23999,'-3'-3'2935,"1"0"-2549,2 3-380,-12 70-9,11-38 0,2 2-649,-4 9 1,0 6 0,2-1 526,3-5 0,2-1 0,1 1-338,0 4 0,0 0 0,0 1-1360,2 2 1,-1-1 0,1 0 1411,2 15 0,-1-4 0,-2-20 1,-1-4-1,1 4 0</inkml:trace>
  <inkml:trace contextRef="#ctx0" brushRef="#br0" timeOffset="171303">1720 13261 20201,'-27'-48'1805,"0"1"1,3 6 0,1 6-1207,-4 6-286,10 14-245,7 9-35,8 4-22,12 5-16,15 1-12,19 0-6,-12-3 1,3-2-12,7-2 1,1-4-530,6-2 1,1-3 528,1-2 1,-1-1 19,-3-2 0,-1-2-149,-7 2 1,-3-2 218,17-15 5,-23 3 57,-17 4-1,-17 4-27,-10 7 1032,-13 6-966,-5 7 358,-2 10-425,4 5-49,6 10 10,7 4-39,9 5-22,10 2 5,10-1 1,11-6 22,10-7-12,5-9 1,1-11 22,-7-10 11,-9-11 23,-9-7 22,-10-3 11,-13-3 0,-10 2 17,-11 3-6,-3 5-22,2 8-33,3 9-18,3 12-33,1 13 6,1 16 0,4 15-29,7 14 0,9-27 1,3 2-325,4 1 0,3 1 95,3 1 0,5 0-367,4 0 1,3-2-643,6 0 1,3-3-653,4-3 1,4-5-833,2-5 0,2-6-392,-1-8 1,-1-8 2604,-3-7 0,-2-6 3338,-5-7 1,-4-5 265,-4-4 0,-4-3-1210,-4-3 1,-2-1-766,-5-1 1,-2-1-406,-2 2 0,-2 0 166,-6-26-259,-2 15-263,-1 19-241,2 17-67,4 24 12,8 20-1,4 24-23,-4-22 1,0 2-144,0 6 0,-2 2 135,0 5 1,-3 0-21,-1 2 1,-2 0-20,-2-3 1,-2-2 30,-1-9 0,-1-3 37,-7 8-15,2-29 6,4-28-11,2-23-22,4-26-453,2 22 1,0-3 468,0-6 0,1-3-218,0-4 0,0-1 201,1-2 0,1 1 12,0 3 0,0 2-234,0 6 0,1 1 239,0 8 0,0 2-17,6-23 17,4 15 801,5 15-812,8 13 1214,7 12-1219,5 16-18,2 16 6,-4 17 350,-12 11-339,-19-23 1,-4 0-1,-8 1 1,-4-1-20,-5 0 0,-4-1-29,-5-2 1,-3-3-87,-2-2 0,-1-3-733,-27 7-8958,4-23 8046,22-7 1,10-8 0,19 7 0</inkml:trace>
  <inkml:trace contextRef="#ctx0" brushRef="#br0" timeOffset="171495">3174 12853 26889,'58'-23'-371,"1"-1"0,-20 8 0,-5 3 0,3-2 1</inkml:trace>
  <inkml:trace contextRef="#ctx0" brushRef="#br0" timeOffset="172469">3695 12524 9089,'-1'-5'3372,"0"2"1086,1 3-2453,-3-3-409,2 2 141,-3-2-751,4 3 598,0 0-1337,-3-2 66,1 1-234,-2-1 145,2 2 303,2 0-225,-2-1-111,0-1-85,-1-1 84,-1-1 23,1-1-17,0-2-28,1 0-67,0 1-11,2 2 346,0 3-436,0-1 0,5-5 12,3-7-18,3-3 28,13-13 18,-5 9-35,10-8-5,-4 11 0,0 4-5,-4 6-12,13 6 11,-10 12-11,9 11 17,-12 19 6,-8 16-412,-10-20 0,-3 1 414,-1-6 0,-3 1-2,-10 21 0,-2 0-6,3-18 0,-2 1 5,-4 13 1,-1-1-41,6-16 1,2-4 34,-4 15 0,7-19 5,6-12 7,11-13-24,10-8-38,23-9-87,-12 5 0,3 0 207,-3 2 1,3 1-654,15-5 1,5 0-2176,-8 4 0,4 0 0,-2 0 2758,-3 1 0,0 0 0,-2 0 0,19-4 0,-7 3 0,-7 1 0</inkml:trace>
  <inkml:trace contextRef="#ctx0" brushRef="#br0" timeOffset="172803">108 14627 22711,'-30'24'938,"0"-1"0,-17 10 171,109-40-748,-10-8 0,9-5-1688,-13 5 0,6 0 1,3-2-1,1-1 1357,-2 1 0,2 0 0,2-2 1,1 0-1,1 0-176,-12 4 0,1 0 0,1-1 0,1 0 0,0 0 0,1 0 1,1 0 149,-3 1 1,1 0 0,1 0 0,0 0 0,1 0 0,0 0 0,0 0 0,1 1-53,3-2 1,1 1 0,0-1 0,1 1-1,0 0 1,0 0 0,1 0 0,-1 0 52,-4 1 0,1 1 0,-1 0 0,1 0 0,0 0 0,1 0 0,-1 0 0,0 1 0,1-1-114,0 0 1,0 1-1,0-1 1,0 1 0,1 0-1,-1-1 1,0 1 0,0 0-1,0 0 94,-1 1 1,0-1 0,-1 1 0,1-1-1,-1 1 1,1 0 0,-2 0 0,1-1 0,-1 1-82,4 0 0,-1-1 0,0 0 0,0 1 0,-1-1 0,0 1 0,-1 0 0,0 0-417,1 0 0,1 0 0,-1 0 0,-1 0 1,-1 0-1,-2 1 0,-1 0 513,8-1 0,-1 0 0,-3 0 0,-2 1 0,-5 1 0,8-1 0,-5 1 0,-7 1 0,-10 2 0,-1 0 0</inkml:trace>
  <inkml:trace contextRef="#ctx0" brushRef="#br0" timeOffset="174804">7347 13663 22167,'-4'-57'1271,"0"1"1,0 8 0,0 8-880,-3 15-280,2 19-40,0 24 1,-2 24-62,2-7 1,-2 4-867,-1 11 0,-1 3 810,-2 7 0,0 3-144,4-20 1,0 1-1,0 0-528,1-1 0,0 0 0,2 0-3002,-1 16 0,2-3 3719,2-10 0,1-5 0,1 8 0,2-27 0</inkml:trace>
  <inkml:trace contextRef="#ctx0" brushRef="#br0" timeOffset="175411">7323 13611 20128,'-19'-54'1400,"0"0"0,1 6 1,8 7-1059,19 13-186,17 7-77,27 3-60,-15 10 1,4 1-920,11-1 1,4 2 902,-13 1 1,2 1 0,2 0-515,5 0 1,2 0 0,1 0 508,5 0 0,2-1 1,0 0 1,-11 1 0,0 0 0,0-1 0,2 0 14,3 0 0,1-1 0,0-1 0,2 1-10,-11-1 0,2 1 1,-1-1-1,1 1 1,1-2-453,2 1 1,0-1 0,1 1 0,0-2 0,1 1 449,2-1 0,0 0 1,0-1-1,1 1 1,1-1-303,1 0 0,1-1 1,0 1-1,0-1 1,1 1 303,-10 0 1,1 1 0,-1-1-1,1 1 1,0-1 0,0 1-6,1-1 0,0 0 0,0 1 0,0-1 0,0 0 0,1 0-111,-2 1 1,1-1-1,0 1 1,-1-1-1,1 1 1,-1 0 127,-1 0 1,1 0 0,-1 1 0,0-1 0,0 1 0,0 0-54,8-1 1,1 0 0,-2 0 0,1 0 0,-1 1 77,-3 1 1,1 0-1,-1 0 1,-1 1-1,0 0 29,-3 1 1,-1 0-1,0 0 1,-1 1 0,-1 0-46,8 0 0,0 1 0,-2 0 0,-1 1 194,9 2 0,-2 1 0,-2 1-201,-11 2 1,-2 1 0,-4 2 628,8 6 1,-8 5-626,-15 2 1,-7 5 19,-8 4 0,-6 3 8,-7 6 1,-5 2-21,-3 6 1,-2 3 565,-3 6 0,-2 3-593,4-15 1,0 0 0,1 1 198,-1 4 0,1 0 0,-1 1-208,1 4 1,0-1-1,-1 2-15,1 0 1,0 0 0,-1 0-25,0 0 0,0 0 0,-2-1-7,0-2 0,-2 0 0,-1-2 5,-3-2 0,-1-2 1,-3-1 32,-2-3 1,-3-3-1,-2-1-3,-4-4 0,-3-2 1,-2-2-22,-3-4 1,-3-2 0,-2-2-6,-4-3 0,-1-3 0,-3-2 22,-2-2 1,-3-3-1,0-1-328,11-2 0,0-2 1,-1 0-1,-1-2 343,-3 1 0,0-2 1,-1-1-1,-1 1-248,-3-1 0,-2 0 0,0-1 0,-1 0 262,10 1 0,-1-1 0,-1 1 0,1-1 0,-2 0-104,-2 1 0,-1-1 1,0 0-1,-1 1 1,1 0 92,-4-1 1,0 1 0,0 0 0,-1 0 0,0 1-102,10-1 0,-1 1 0,-1-1 1,1 1-1,-1 0 0,1 0 103,-2 1 0,1-1 0,-1 1 0,0 0 0,0-1 1,0 1-44,0 1 1,-1-1-1,0 0 1,1 1-1,-1-1 1,1 1 20,-1 0 1,1 1-1,0-1 1,0 1-1,0-1 1,0 1-33,0 0 1,1 0 0,-1 0 0,1 0 0,-1 0 0,1-1-89,1 1 0,0 0 0,0 0 0,0 0 1,0 0-1,1-1-272,-9 1 1,0 0-1,1 0 1,0-1-1,1 1-1133,2-1 0,1-1 0,1 1 0,1-1 0,2 0 1548,-4 0 0,3 0 0,1-1 0,5 0 0,-17 1 0,9-2 0,-2 0 0</inkml:trace>
  <inkml:trace contextRef="#ctx0" brushRef="#br0" timeOffset="176037">8061 13959 11869,'-9'2'6044,"1"0"-2861,8-2-2164,0 0 306,20-62-871,-5 31-322,1-9 0,3 0 36,10 10-79,8 7-72,8 6 5,8 9-33,3 8 0,-1 12 332,-4 11-338,-9 13-14,-25-5 0,-6 4 9,-4 18 22,-9-16 0,-5-3 1033,-18 10-1005,-5-8 28,-1-8 45,3-10 106,3-9 17,5-12 11,4-6-5,7-9-74,5-2-44,4-1-72,8 2-7,7 4 1,11 3-23,9 6 17,9 7-28,8 8-11,4 9 5,1 9-416,-9 7 394,-17 8-34,-19 7-22,-28 3-67,-8-19 0,-5-2-67,-17 11-292,7-16 0,-1-5-3136,-11-4 2831,-1-3 1,22-10-1,16-4 1</inkml:trace>
  <inkml:trace contextRef="#ctx0" brushRef="#br0" timeOffset="176254">9161 13367 26726,'14'42'88,"0"-1"1,-1 1-1,1 0 1,-1 0 0,-2-2-87,-5 1 1,-1 0-998,6 12 1,1 1 579,1-10 1,3 0-1746,2-1 0,3 3 0,0-3 2160,3 5 0,1-4 0,-1-4 0,-3-6 0,-3-8 0</inkml:trace>
  <inkml:trace contextRef="#ctx0" brushRef="#br0" timeOffset="176627">9965 13675 27090,'35'10'73,"0"0"0,-3 8 0,-9 7-43,-20 12 1,-9 5-473,4-2 0,-1 0 447,-2 3 1,-1-1 22,-2 8 297,1-20-179,3-12 176,2-17-58,2-23-85,7-9-22,9-24-79,3 10-5,-3 15 0,2-1-5,18-19-68,-7 17 0,2 2 72,-4 8 0,1 4-72,5 2 0,-1 3 0,10 6 0,13 13 0,-3 12 0,-13 6 0,-2 6-924,-7 1 1,-4 4 923,0 16 0,-6-1 0,-6 1 0,-12-1 0</inkml:trace>
  <inkml:trace contextRef="#ctx0" brushRef="#br0" timeOffset="177920">9325 13524 19557,'-11'-62'1807,"1"1"0,2 4 1,2 2-1413,3 9 0,3 3-345,2 7 0,2 2 386,5-16-46,0 22-318,-3 18 105,-3 24-21,-2 22-108,-1-6 0,1 4-405,-1 12 0,0 3 371,-1 11 0,0 3-563,0-14 0,-1 1 0,1 1 560,0 4 0,0 1 0,0 0-7,0 1 0,1 1 0,1-1-424,2-2 0,1 0 1,2-1 430,1-3 0,1-2 1,2-1-267,1-3 0,2-2 0,1-2 232,7 14 1,2-3 110,-1-9 0,-1-4-88,13 14 1476,-11-28-1420,-11-30 1411,-6-24-1433,-5-26-23,-1 16 0,-2-2 33,-2-7 1,0-3-34,-2-6 0,-1-2-9,2 17 0,-1 0 0,1-1 1,-1 0 1,1-1 0,0 1 4,-3-20 1,1 1 13,0 7 1,0 1-4,1 9 1,-1 2 212,1 10 0,-1 2-153,-3-10-68,3 20-11,3 19-6,1 21-22,0 25 31,0-9 0,0 3-31,1 12 0,1 3 22,-1 7 1,2 3 8,0-19 1,2 2 0,0-2-10,-1 9 1,2 3 1,2 5 0,1 5 1,-1-8-9,-1-16 1,-1-2 18,1 5 1,1 4 0,-2-12 3,-1-14 17,-3-21 73,-8-44-85,1 5-576,-1-20 0,0-8 568,4 13 0,0-2 5,1 1 0,1-6 1,-1 1-5,2 1 0,0 1 1,1-1-489,0-3 0,1 0 1,-1 1 489,1 2 0,0 0 0,0 2-2,0 8 1,-1 0-1,1 4 331,-1-7 1,-1 5-296,-2-10-68,-2 32-173,-1 30-980,-1 32 1176,2 0 0,0 1 0,-1 9 0,0 6 0</inkml:trace>
  <inkml:trace contextRef="#ctx0" brushRef="#br0" timeOffset="182870">7606 15596 22335,'4'-52'1029,"0"0"1,1 0-1,-3 5 1,0 0-1,0 12-995,-1 6-23,-7 50-22,3 23 0,1 8-646,0-7 1,1 0 594,0-3 0,0 3 1,1 0-905,1 3 1,2 1-1,0 0 238,1 2 0,0 1 0,2 2-1827,0 5 1,2 2 0,0-5 2554,3 6 0,0-7 0,-4-17 0,-1-5 0,2 2 0</inkml:trace>
  <inkml:trace contextRef="#ctx0" brushRef="#br0" timeOffset="183920">7478 16005 20112,'-20'-58'1377,"0"0"1,2 7 0,5 8-1204,12 19 125,22 4-226,9 12-34,22-1-498,8 6 448,-25 3 0,0 0-26,3 1 1,-2 0-9,24 0 0,-24 0 1,0 0-15,-1-5 0,-2-1 53,-1 1 1,0-2 44,27-14 248,-33 0-191,-13 4 368,-15-4-32,-5 10-1,-8-1-117,-1 7 258,-1 6-505,5 3 23,-3 12-62,9 1 5,2 8-38,13-4 5,8-2-11,1-6-1,11-3 7,5-7 5,1-7 33,3-9 18,-14-11-40,-9 2 129,-7-16 0,-13 9 22,-5-14 18,-12 13-63,-4 7-33,-6 11-39,-1 13-23,2 13-5,4 12-34,7 9-5,8 6-56,7 3-18,7-8-480,21 19-253,8-18-105,-6-11 0,3-2-80,2-7 1,2-5-94,4-1 1,1-5 473,1-3 1,0-6 612,-3-4 1,-1-4 377,-4-3 0,-4-4 1054,13-23 201,-16-2-224,-11 0-397,-8 2-320,-3 6-185,-1 8-224,0 11-168,0 7-89,0 11 459,0 12-459,2 13 7,1 12-2,1 9-17,-1 4-11,-2 0 6,-1-4 28,0-11 5,0-15 12,-1-14-34,1-19 17,2-13 50,4-15-22,2 2 41,0 5 1,1-2 25,6-12-59,-4 12 1,1 1 47,9-10-51,1 12-28,0 13 12,1 10-28,3 10 10,2 10-10,2 13 0,-1 10-6,-4 7-62,-8 3 6,-8 0 28,-6-12-22,-8 2 44,1-23 28,-3 1 18,1-23 4,3-11 18,3-12-28,6-9-6,6-4 0,6 0-23,4 3 6,5 10-22,2 10 11,1 11 0,1 9-22,0 11 5,4 12-168,2 12-369,0 8-1002,0 8-1194,-2 1-5210,-3 1 7960,-7-10 0,-10-16 0,-7-13 0</inkml:trace>
  <inkml:trace contextRef="#ctx0" brushRef="#br0" timeOffset="184353">9458 15866 24895,'15'-42'829,"0"0"0,-2 5 0,-3 8-639,-5 20-134,-4 14-45,-1 15 28,0 18-27,-1 17-15,0-21 0,0 2-161,-1 4 0,0 1 158,-1 3 1,1 0-299,0 1 0,1 0 270,0-4 1,0-1 5,1-4 0,1-4 0,-1 13 23,1-24 21,-1-29-16,0-21 6,-2-23 11,1 19 0,-1-2-256,-2-8 1,0-2 263,0-6 0,0-1-6,0-6 1,2 0 0,2 0-1,2 2 1,2 3 0,3 1-15,2 6 1,2 2 93,1 6 1,2 3-86,1 3 0,2 4-14,20-16 33,7 16-22,2 15-33,0 16 16,-5 14 12,-7 16-28,-12 15-12,-15 8 23,-24 5 107,0-32 0,-5-1-172,-9-1 1,-3-2-99,-6 0 0,-2-2-249,-1-1 1,-2-2-710,3-3 1,1-2 1131,5-4 0,3-2 0,-4 1 0,15-8 0</inkml:trace>
  <inkml:trace contextRef="#ctx0" brushRef="#br0" timeOffset="184604">10451 15486 26015,'-48'3'528,"-1"0"0,4 0 1,17-4-490,31-5-56,22-3-195,25-4-80,-15 6 1,3 1-962,5 0 0,2 1 166,2 2 0,-1 1-1198,-3 0 0,-1 2 2285,-4 3 0,-4 2 0,4-1 0,-13 3 0</inkml:trace>
  <inkml:trace contextRef="#ctx0" brushRef="#br0" timeOffset="184744">10716 15582 20711,'-40'17'1432,"0"0"1,0 0 0,-13 5-1,7-3-765,9-7-156,18-5-299,14-5-59,19-3-142,21-5-266,-5 0 0,4 0-2781,10-2 0,3-2 3036,0 1 0,-2 0 0,16-2 0,-25 4 0</inkml:trace>
  <inkml:trace contextRef="#ctx0" brushRef="#br0" timeOffset="185678">12196 15206 25914,'-14'-35'426,"3"6"-404,10 28 6,0 0 12,0 1-40,-3 0-17,0 0 22,-3 0 1,1 0 0,-1 0 16,2 0-28,1 0 12,0 0-6,2 0-11,0 0 11,0 0 45,1 0-45,-1 0 0,-5 4-23,-20 10 34,-12 7-19,10-6 0,-3 0-625,0-2 0,1 0 639,-18 6-17,0-3 55,23-10 29,5-1 34,10-4-51,10-4-6,5-1 1283,1-1-1283,12-1 6,20 0-28,18 0-595,-11 2 0,4-1 575,9 0 1,2-1-646,-6 1 0,2 0 631,-2 0 1,4-2-1,1 1-622,-4 0 1,0 1-1,4-1 621,-2 1 0,3-1 0,1 1 0,1-1-308,-9 1 1,0 0-1,1 1 1,1-1-1,2-1 313,1 1 0,4-1 0,1 0 0,-1-1 1,-1 1-1,-3 0-1,7 0 0,-3-1 0,-1 1 1,4-2-5,-9 2 0,3-1 1,1 0-1,1-1 1,-2 0-1,-3 1 0,10-3 0,-4 0 0,0 0 0,-1 0 7,1 0 0,-2 0 0,1 0 0,0 0-3,1-1 0,0 0 1,-1-1-1,-3 2 8,-1-2 1,-3 2 0,-3-1-3,9-1 0,-2 0 13,-14 3 1,2 0 0,-1 1-219,17-3 0,0 1 204,-4 0 1,0 1 269,-2 1 1,-7 1-256,-1 2 1344,-26 2-1440,-19 3 1495,-32 1-2704,-17 3-902,7 0 0,-2 1 2164,3 1 0,1-1 0,-13 3 1,22-3-1</inkml:trace>
  <inkml:trace contextRef="#ctx0" brushRef="#br0" timeOffset="186028">11688 15592 19054,'17'-44'888,"0"-1"1,0 0-1,0 0 1,1-4 0,-1 2-1,-1 5-414,2 3 0,-2 5 231,1-4-206,-2 4-449,-9 20 81,-4 20-19,-3 22-31,-1 10 0,-1 6-53,0 5 0,-1 4-749,-1-5 1,0 4 0,-1 0 729,-1-2 0,-1 0 1,1 1-579,-2 3 1,0 2-1,1-4 515,1-8 0,0-3 0,1 2-252,-1 7 0,2 1 0,1-2-1632,4 6 0,4 0 1938,2-10 0,1 2 0,0-5 0,-1-5 0,1-4 0,13 19 0</inkml:trace>
  <inkml:trace contextRef="#ctx0" brushRef="#br0" timeOffset="187004">15399 14833 12253,'2'-3'7002,"0"1"-3020,-2 2-3254,74-38-134,-35 23-763,12-8 1,2 1 498,2 9-105,5 4-68,1 3-73,-3 4-28,-7 7 251,-5 3-268,-9 4 170,-9-2-69,-7-2 39,-6-4 28,-2-2 364,2-4-436,4-2-34,3-3-12,-1 0 12,-4 2-34,-7 3-16,-5 1 5,-4 3 5,0 4 34,1 7 12,3 8 22,3 9-12,4 10-22,3 13-415,-7-18 0,0 2 339,1 8 1,-1 3-704,-1 10 1,-1 2 707,-2-15 0,-1 2 1,-1 0-20,0 3 1,0 2 0,-1 0 3,0 1 0,-1 1 1,1 0-18,-1 0 1,0 0-1,0 0-493,-1-1 0,-1 0 1,0-1 492,0-1 1,-1 0-1,0-1-2,-2-1 1,0 0 0,-1-2-143,1-2 1,-1-1 0,0-1 145,-3 16 1,-1-2 8,1-7 0,-1-3 11,0-8 0,-2-3-9,-14 19 486,-6-19-496,-12-18-18,-14-12 225,22-8 1,-3-3-220,-5-2 0,-2 0-3,-6-4 1,-2 0 8,-3 0 0,0 0-3,-3 1 0,0 0-9,-2 1 1,0 2 9,19 1 0,0 2 0,0-1 19,-3 1 1,0 0-1,-1 0-12,-4 0 1,0 0 0,-2 1-371,-4 0 0,-1 0 1,-1 0 373,12 1 1,-1 0-1,-1 1 1,-1 0-4,-2 0 1,-1 0 0,-1 0 0,0 1 5,-2-1 1,0 1-1,-1-1 1,-1 1 2,0 0 0,0 1 0,-1 0 1,0-1-404,1 1 0,-1 0 1,0 0-1,1 0 397,0 1 1,1-1 0,-1 2 0,1-1-2,1 0 0,0 0 0,0 0 1,0 1 4,2-1 1,-1 1 0,0 0 0,1 0-181,0 0 1,1-1-1,0 1 1,0 0 151,0 0 1,1 0 0,-1 0 0,1 0-13,1 0 0,1 0 1,-1 0-1,1-1-35,1 1 0,1 0 0,0 0 1,1 0-130,-12 0 0,1-1 1,2 0-251,7 1 0,1-1 0,3-1-1795,-7-3 0,6-1 2247,-9-5 0,32 0 0,20 2 0</inkml:trace>
  <inkml:trace contextRef="#ctx0" brushRef="#br0" timeOffset="188444">12724 15915 19792,'6'-10'3294,"-1"3"-2146,-5 7-84,0 0-907,-10-13-11,3 15-96,-6-11 51,4 20-11,1-2-6,-4 1 112,-4-5-45,2-7-62,2-4 102,5-15-18,4-9-10,1-17-65,6 13 0,2-2 14,9-23-73,4 3-11,6 20-17,-5 20 12,5 5-23,-1 18 0,4 26 0,-9 14 5,-3 6-8,-14-21 1,-3 2-181,-5-2 0,-4 1 146,-11 22 1,-6 2-674,-3-6 0,-4-1 710,5-11 0,-2 0 0,0-3 5,-2 0 1,0-5 14,-5 2 0,0-5 41,-10-1 96,-3-8-79,24-22-27,18-16 279,16-1-296,16-9 1343,9 8-1375,0 6 1,4 2-17,-2 1 0,3 3-440,10-2 0,2 2 308,-3 3 1,-1 1-1,-9 1 1,1 1-365,8 0 1,1 0-595,-9 1 1,0-1-3813,18-3 1,0-1 3595,-21 4 1,-2-1-1,27-6 1,-49 8 0</inkml:trace>
  <inkml:trace contextRef="#ctx0" brushRef="#br0" timeOffset="188661">13528 15429 19313,'3'-52'1114,"-1"1"1,-1 9 0,-1 6-896,-1 2 1975,-2 22-2121,-1 20-11,-4 39-54,3-13 0,1 3-313,-3 19 1,0 5 300,3-19 0,1 0 0,-1 1-54,0 4 0,1 1 1,-1 1-128,1 1 0,0 1 0,1 0-315,0 0 0,-1 0 0,3 0-753,2-2 0,1-1 0,2-1-3663,4 14 1,2-4 3550,0-17 0,1-5 1,6 5-1,-13-30 1</inkml:trace>
  <inkml:trace contextRef="#ctx0" brushRef="#br0" timeOffset="189011">14155 15663 27662,'-2'42'84,"0"11"-70,1-12 0,-1 1-555,1 0 0,1 0 546,-1-2 1,1-1 8,0-5 0,0-3 348,1 18-300,0-22 222,3-19-172,7-22 5,7-19 57,10-17-82,-10 21 1,0-2-387,4-1 0,-1 1 294,14-17-195,-7 18 1,2 3 194,11 1-28,-12 10 0,1 4 28,14 13 0,-11 8 0,-10 13 0,-3 5-1423,3 28-3493,-8-12 1,-4 1 3809,-2 15 0,-8-17 0,-1-30 0</inkml:trace>
  <inkml:trace contextRef="#ctx0" brushRef="#br0" timeOffset="197544">3567 14614 21461,'-7'-49'1012,"0"1"0,1 5 0,2 8-805,3 20 79,1 7-163,0 34-39,1 10-51,-1-3 1,0 4-401,1 2 0,-1 0 373,1-6 0,-2 0-4,1 8 1,0 0 5,0-5 1,-1 0-1,1-2 1,-1-2 245,1 25 99,0-34-118,0-14 213,0-14-213,0-11 23,3-27-135,4-7-577,-1 15 1,2 0 503,7-17-206,0 12 0,1 1 212,11-10-128,-8 16 1,1 2 94,14-1-12,-1 13-11,-6 10-11,14 11 0,-18 3-85,35 17-122,-19 2-54,-10-5 1,2 1-337,-6-1 1,0 2-847,2 1 0,-1 0-3462,-1-1 1,-2-1 3559,11 9 1,-13-11 0,-15-14 0</inkml:trace>
  <inkml:trace contextRef="#ctx0" brushRef="#br0" timeOffset="198887">4408 14541 10746,'-6'-6'5798,"1"1"-3048,5 5 1658,0 0-4173,-8-9 67,4 15-33,-6-2-73,8 18-89,2 1 16,5-3 34,5-5-34,5-4 6,4-6-11,2-6-40,1-8 17,0-8 51,-4-7-6,-4-6-22,-7-5-6,-6-3 50,-9 0-22,-6 3-45,-6 8-16,-5 10-57,-2 11 6,-1 12 11,1 10-33,4 12-12,4 8 12,6 7 27,7 5-66,6 0-79,11 2-73,10-5-140,11-5-134,10-9-29,8-11 63,4-14 133,3-16-72,-4-14 420,-6-13 5,-11-5 40,-11-3 78,-10 1 23,-6 2 67,-6 7 45,-2 8-57,-2 11-122,-2 9-90,-3 10 269,-3 8-297,-2 11-34,3 8 6,2 3-12,6 0-5,7-4 12,6-5-12,6-6 28,5-8-6,5-8 6,3-12 22,3-10 6,-1-8 51,-7-5 44,-9 2 17,-8 4-6,-6 7-66,-3 10-40,-2 7-34,-1 10-5,-2 7 0,-1 9-29,2 5 18,4-1 11,5-3 16,6-7 23,5-7-11,7-8-17,6-10 11,5-8 6,1-11 22,-2-6 17,-7-3 28,-10-1 12,-8 2-35,-9 4-38,-5 7-85,-4 8-229,0 7-437,0 5-1160,-1 8-3909,0 7 5797,0 3 0,3-3 0,4-5 0</inkml:trace>
  <inkml:trace contextRef="#ctx0" brushRef="#br0" timeOffset="199778">5529 14190 26390,'0'24'112,"-6"18"-123,-7 16-3,5-22 0,1 2-3,-1 3 1,1-2 21,-3 19 12,4-13 45,3-29 16,0-16 6,-1-13 6,0-15 89,1-35-106,2 13-9,1 8 0,2-3-331,0 11 0,2-1 340,1-7 0,1-1-1,1 3 1,0 1 51,9-22-57,1 20-39,0 19-28,2 14 11,4 17 11,10 28-16,-5 12-17,-10-15 0,-1 1 6,4 15-7,7 6 1,-1-19-28,16 8 33,-13-21 12,14-11 0,-27-19 33,14-19-34,-14-11 1,3-18 8,-13 13 0,-2-2-522,-2 5 1,-2 0 512,-1 0 1,-1 2-52,-8-25 63,0 23-40,-3-1-139,5 20-174,2 20 73,5 9 1087,6 23-2113,8 1-176,2-5 0,3-1 172,9 11-1219,2-9 0,4-4-1348,9-4 2472,10 3 251,-5-16 2693,-17-8 5416,1-12-3275,-15-4-1524,-7-11-1417,-8 8 354,-2-4-360,-4 8-173,-3 1-448,-3 6-85,-1 7 29,-2 10-39,2 10-17,-3 12 16,2 17-27,5-6 5,3 6-11,5-21-17,4-3 17,4-13 6,4-2 44,8-14-5,-3-10 56,3-14-40,-10 1 102,-4-10 61,-10 0-118,-4 0-55,-5 2-29,0 16-28,2 8-78,3 7-106,3 5-236,0 9-1338,6 16-1008,8 3 632,3 2-4593,15-2 6733,-5-14 0,-4-2 0,-7-8 0</inkml:trace>
  <inkml:trace contextRef="#ctx0" brushRef="#br0" timeOffset="200503">6595 14136 16885,'0'-3'7646,"0"0"-5103,0 3-2314,-68-27-100,34 31-93,-9-13 1,1 6 2,14 31-17,12-5-38,6 3 32,7-5-27,6-2 22,7-5 1,11-12-12,-2-6 22,13-15 12,3-18 5,0-10-358,-16 15 1,-3-3 357,-4 0 0,-3-1 12,3-25 66,-7 10 1,-2-1-9,-1 20 0,-1 0 0,1-12 1,-2 2 70,0-3-180,-3 19 0,0 14 0,-1 7 0,-2 22 654,-1 10-654,-3 26 0,6-21 0,0 2-312,1 4 1,1 0 182,3 23-187,6-18 0,4-2-295,15 9 121,-7-17 1,2-3-167,19 3 332,-5-17 228,-7-15 130,-7-13 44,-8-11 670,-4-7-423,-6-2 321,-7 1-215,-3 4-235,-3 9 269,-6 1-258,5 12-89,-4-2-40,5 6-61,3 4-11,2 3-1,3 4-5,3 1-5,6-1-29,5-2 45,6-4-5,-2-6 11,8-11 27,-8-3-27,2-10 34,-10 3 38,-5 1-16,-8 4-17,-4 5-11,-6 7-6,-4 13-11,-2 5-22,-1 10-6,4 2-17,6 3-45,6 0-95,9 2-263,9-2-504,11-2-1042,12-5-2559,11-6 4525,-2-7 0,-14-5 0,-12-2 0</inkml:trace>
  <inkml:trace contextRef="#ctx0" brushRef="#br0" timeOffset="200661">6985 13943 24564,'16'-36'-2458,"-7"7"0,7 29 1,-11 0-1</inkml:trace>
  <inkml:trace contextRef="#ctx0" brushRef="#br0" timeOffset="200794">6941 14083 18666,'-3'0'6924,"1"1"-6924,2-1 0,36-9 0,-28 6 0,28-6 0</inkml:trace>
  <inkml:trace contextRef="#ctx0" brushRef="#br0" timeOffset="201978">15455 15995 23750,'47'-15'60,"0"1"0,0 0 0,0 0 0,2 0 0,1 0 0,0 2 0,0 2-53,-1 2 0,-1 3 0,1 0 0,1 1-1021,2-2 0,2 2 1,-1-1-1,1 0 1008,-1 1 1,1 0-1,0 0 1,-1 1-7,-1 0 1,0 0 0,0 0 0,-2 1-17,13-1 0,0 1 0,-3 0-8,-5 0 1,-2 1-1,-3 0 483,13-1 1,-6 1-462,-17 0 0,-5 0 794,-2-3-752,-44-4 34,-30-5-20,6 5 0,-2-1-95,-8-2 0,-2 0 165,-3-1 0,-1 0 53,2 0 1,2-1 72,5 0 0,3 0 222,-18-10 2192,27 5-2489,19 5 191,23 4-270,19 3-28,23 3-36,-18 2 0,2 1-240,2 3 0,2 2 220,-1 2 0,0 2 3,-3 3 0,-1 4-17,-4 2 0,-2 3-26,-3 4 1,-3 1-126,-2 3 0,-4 2-469,-3 3 1,-4 0-1994,-3 3 1,-3-1 2626,1 26 0,-6-23 0,-1-18 0</inkml:trace>
  <inkml:trace contextRef="#ctx0" brushRef="#br0" timeOffset="202711">17790 15713 27410,'-6'63'67,"3"-30"0,0 1-81,4 6 0,0 0 17,-1 0 0,0-1-6,0-2 0,0-2 25,0 24 6,0-18 34,0-20 61,0-31-100,0-3 66,0-32 46,0-2-63,1 15 1,2-3 22,3-10 1,4-1-68,1 7 0,3 1-348,4-4 0,4 3 325,12-4 1,15 8-156,-4 20 144,15 4-16,2 18-23,-26 5 0,-2 4-5,11 11-26,-19-2 1,-5 2-233,-7 14-202,-3 13-918,-6 6-1,1-14 662,2-9-655,8-18 514,5-17 650,10-9 628,16-21 342,-6-9 407,-3-4-89,-11-6-22,-12 10 81,-1-4-395,-7 13-235,-12 13-291,-6 18-117,-3 5 16,-4 22-6,7 4-61,4 28-22,16-6 25,2-24 0,3-1-20,17 4 6,24-6 33,-3-18-8,-18-8 0,1-5 19,3-10 1,-2-5-722,-7-1 0,-3-4 713,-2 0 1,-3-4 16,4-31 104,-14 6-45,-6 14 0,-2-1-45,-6-21-12,-4 4-55,-1 29-134,1 11-158,3 15-257,0 13-554,1 15-2550,4 31-3040,7-1 6317,-4-25 1,2-3 0,2 2-1,-3-15 1</inkml:trace>
  <inkml:trace contextRef="#ctx0" brushRef="#br0" timeOffset="203194">19133 16042 27762,'34'-44'108,"0"-1"1,0 0 0,-2 3 0,-2 0 0,-5 2-90,-8 2 1,-4 2-4,-2 5 1,-1-2 8,2-24 1,-1-3-12,-6 18 0,0 0-413,3-17 0,0 0 416,-5 21 0,1 3 22,0-15 160,-8 24-199,-2 16 5,-18 24-8,2 7 1,0 6 10,-2 6 0,1 3-466,-6 15 0,3 4 466,8 0 1,5 0-9,3-9 0,4 1-2,8-3 0,5 3 0,3-4 10,7 1 1,6-1-302,2-3 1,3 2 0,4-5 249,3-7 0,3-5 0,3-2 11,3-1 1,3-3-1,0-4 11,3-1 1,0-4 0,0-3 20,-2-5 0,1-4 0,-3-4 5,-3-4 1,-2-3-1,-3-6-471,11-17 0,-7-9 490,-18 10 0,-5-4 1,-2-1-5,-3-6 1,-4-3-1,-2 2-3,1-14 0,-3-2 1,-4 9 1,0-3 0,-2 0 35,0-2 1,-1-1-1,-2 1-442,1 3 1,-2 0-1,0 0 388,-1-1 0,-1 0 0,-1 7 0,-3 6 0,-1 7 608,-8-5-608,7 27 1099,-3 45-1099,1 23 0,3-5 0,-2 6-168,4-12 0,-1 2 1,0 2 167,-3 8 0,0 1 0,-2 3-331,3-10 0,-1 1 1,-1 1-1,1 0-2127,-2 2 0,1 0 1,-1 0-1,1-3 1898,-2 3 0,1-2 0,1-3 0,-2 6 1,3-9-1,5-19 0</inkml:trace>
  <inkml:trace contextRef="#ctx0" brushRef="#br0" timeOffset="207903">14774 15761 21299,'33'18'2341,"17"-11"-1932,7-23-1304,-15 2 1,3-1 952,6-3 1,3-2-20,-8 2 0,3-1 1,-1 0-22,-5 0 1,0 1 0,0-1-322,-2 1 0,0-1 0,0 0 331,-1-1 0,0-2 0,-1 1-12,11-7 1,0-2 7,-8 5 1,3-1-1,-1-1 0,-1 0 1,0 0-1,1-2-11,8-8 0,1-1 0,-4 1-11,-13 11 0,-3 1 0,1-2-192,12-10 0,1-3 1,-4 1 205,-2 0 1,-3-2-13,-4-1 0,1-4 0,-3 0 1,-8 7 1,-1 0-1,-3-1-3,-1-8 0,-2-1 0,-4 3-2,-2-1 0,-7 1 5,-9-10 1,-7 1-315,-5 10 1,-8 1 304,-7 0 0,-8-2 0,-1 2 2,0 5 0,-1 2 1,-4 1-383,2 4 0,-3 0 1,-1 1-1,3 4 384,0 0 0,1 3 0,-2 0 0,2 3 0,-2 1 0,0 0 0,0 2-1,-7-2 1,2 2 0,-6 0-4,9 4 1,-5-1 0,-2 1-1,1 0 1,1 1-237,-7-1 0,2 1 0,-1 1 0,-1 1 236,4 1 1,-1 1 0,-1 0-1,0 2 1,2 0-4,-8 0 0,2 2 0,1 1 0,2 0 4,9 2 0,3-1 0,-1 1 1,-2 0-148,-9 1 1,-2 0 0,0 0 0,2 1 150,10 2 1,3-1-1,-1 2 1,-4 0-2,-3 1 0,-5 0 0,-1 1 0,1 1 0,2 0 0,-2 1 0,1 2 0,0 0 0,0 0 59,8 0 0,-2 1 0,0 1 0,2-1 0,4 0-59,-4 3 0,4-1 0,-1 2 4,1 0 0,-1 1 1,0 1-1,4 0-8,-14 6 0,2 1 6,4-2 0,-2 2 0,4 0 9,-5 3 0,4 1-3,5-1 1,2-1-9,11-6 0,1-1 3,-1 1 0,1-1 1526,-12 6-1523,-7 2 1509,7-3-1509,15-9 0,7-4 2338,10-5-2338,2-1 1400,0 1-1412,-3 0 237,1 0-215,-3 2-10,2-2 11,-8 4 5,-5-1 17,-1-1 29,-3-2 10,11-3-39,6-3 46,7-6-46,4-3 6,5-10 0,4-4-12,9-5-10,-1 5-18,13-16 23,-7 8-17,14-17 12,-1 4-1251,3-1 1234,-5 13-30,15-5 30,-22 19 5,8-3-28,-23 14 12,-6 5 16,-5 5 1216,-6 7-1216,-9 11-11,-1 3-6,-4 3 1,0 2 10,-8 19-97,8-12 1,0 1 88,7-5 1,1 0-4,1-1 1,1 0 10,-3 17 0,5-14 1,1-1-17,2 8 28,-1 12-11,12-21-23,6-7 28,9-8 213,4-3-224,6-4 22,2-2-16,-3-1-6,-8-2 17,-9-1 11,-8-3 45,-4 1 44,-1-1-89,0-3 6,0-1-1,0-3-16,-2 1 28,-4-1-39,-7-1-6,-1 1-6,-23-7-11,3 2 34,-17-10 22,7-4-22,4-8-11,10 2 13,14 2 1,5-3 13,3-16-16,7 13 0,4-2-254,17-21 251,-4 31 0,1 1 3,20-23 5,0 11 6,-1 11-22,-6 10-1,-6 10 7,-7 9-7,-8 10 1,-5 12-1,-10 16 12,-6 13-14,3-21 0,-2 0-45,-1 2 1,0 0 46,1 1 1,0 0-6,2-2 0,1 1 6,-3 29-23,6-4-17,11-7-248,11-6-1029,20-7-8520,17-9 8912,-9-10 1,-9-10 0,-25-8 0</inkml:trace>
  <inkml:trace contextRef="#ctx0" brushRef="#br0" timeOffset="209260">6174 17710 21657,'-1'-49'1176,"0"0"0,-2-1 1,-1 10-925,-1 22 68,-3 0-281,4 31 17,-3 19-51,-3 28-25,3-19 1,0 2-166,0-6 1,0 1 33,-2 14 0,-1 2-1164,3 3 0,0 2 29,1 0 1,2 0-1252,2 4 0,4-3 2537,5-18 0,2-7 0,1 5 0,5-17 0</inkml:trace>
  <inkml:trace contextRef="#ctx0" brushRef="#br0" timeOffset="209937">6142 17826 16084,'-9'-52'1841,"0"1"0,-1 1 0,6 8-793,19 12-735,13 4-162,30 2-1754,-18 16 0,2 2 1622,-5 0 1,4 1 8,9 1 0,6 0 0,-1 2-32,-11 0 0,0 0 1,3 1-2,3-1 1,4 0 0,1 1 0,-1-1-1,-4 1 1,0 0 0,1 0 0,0-1-3,4 0 0,0 0 0,1-1 0,1 0 2,3 0 1,0 0 0,0-1 0,2 0 8,-12 1 1,1-1-1,0 0 1,0 0 0,0-1-4,1 1 0,0-1 0,1 1 0,-1-1 0,0-1-361,1 1 0,-1 0 0,0-1 0,1 0 0,-1 1 369,0-1 0,1 0 0,-1 0 0,1 1 0,-1-1 1,0 0 0,0 0 0,-1 0 0,1-1 0,-1 1-351,1 0 0,1 0 1,-1 0-1,-1 0 1,-2 0 344,1 0 0,-3 1 0,1-1 0,2 1 49,4-1 1,3 0 0,1 0 0,-1 0 0,-5 1-192,10 0 1,-4 0 0,3 0 212,-12 2 0,3-1 0,1 0 0,-1 0 0,-3 1 42,13 0 1,-3 1 0,-1 0-10,-4 1 0,-1-1 1,-1 1 69,-4 1 1,-1-1 0,-1 1-64,16 0 1,-3 0 541,-6 0 1,-4 1-614,-8 1 1,-2 1 2037,18 6-2020,-22 9-29,-17 0 1867,-13 14-1788,-16 13-50,-1 7 554,2-19 0,-1 1-610,2-1 0,2 1-1,1 3 1,1 1-18,1 3 1,1 1-17,1 3 0,2 0-74,0 2 0,0 0 52,1 1 0,-1 0-20,-1 0 0,-2 0-12,-3-1 1,-5-1 2,-3-4 1,-5-2-29,-7-1 1,-5-4 19,-5-4 0,-5-4-562,-6-3 1,-3-3 561,-5-4 0,-3-3 59,15-5 0,-2-2 0,2-1 17,-11 0 0,-2 0 9,9-3 1,-4-1-1,-2-1 1,3 1 14,-4-1 0,2 0 0,-4-1-545,-2 1 0,-5-1 0,-1 0 0,2 0 537,6 0 1,1-1 0,0 0 0,0 0-4,-3 0 1,0 1 0,0-1 0,-1 0 2,-1 0 1,0 0 0,-1 0-1,1 1 7,-3 0 1,0 0 0,-1 1 0,1 0-11,11 0 0,0 1 0,0 0 1,-1 0-1,1 0-343,-2 1 0,0 0 0,0 1 0,0-1 0,-1 1 346,0 0 1,-1 1 0,0 0-1,0 0 1,0 0-12,-1 0 1,0 1-1,0-1 1,0 0-1,0 1-165,-1-1 1,0 1 0,1 0 0,-1 0-1,1-1 108,1 0 0,0 0 1,1 0-1,0-1 1,0 0-130,3 0 1,0 0-1,1-1 1,0 0-1,1 0-270,-6-1 0,0 1 0,2-1 0,2-2-1045,-8-1 0,2-1 1,5-3 1506,-8-5 0,9-2 0,-5-2 0,34-5 0</inkml:trace>
  <inkml:trace contextRef="#ctx0" brushRef="#br0" timeOffset="210594">7430 17961 19512,'-4'-4'3876,"0"0"-1400,4 4-2398,-52-37-5,39 29-28,-40-24 5,52 40-22,-2 6 0,-2-2 40,-10 8-1,0-6 28,-9 4-50,3-9 44,1-3 63,2-7-52,3-6-4,4-6-12,3-10-23,5-7-10,9-4-35,6 3 12,9 4-28,5 10-22,5 7 28,3 10-34,3 14 0,0 13-6,-3 16 12,-12 11-12,-15 9-341,-14-28 1,-4 0 368,-8 2 1,-4 0-23,-8 4 0,-4-2-457,-3-1 0,-4-2 485,0-2 0,-1-4 6,3-7 0,1-4-39,6-5 1,2-5 77,-14-6 56,18-16 50,13-14 615,9-13-660,11-8-61,11 1-62,13 6 45,13 11-101,12 13 248,-23 12 0,3 3-492,4 3 1,2 2-962,3 3 0,2 0-1915,4 3 1,-1 1 2598,-4-1 0,-3-1 1,14 3-1,-26-6 1</inkml:trace>
  <inkml:trace contextRef="#ctx0" brushRef="#br0" timeOffset="210820">8103 17735 24027,'-6'-44'782,"0"0"1,0 0 0,-3-14 0,1 7-380,-1 7-49,2 20-320,4 20 49,1 27-44,6 27-39,-2-12 0,1 4-615,-1 10 1,0 2 535,1 7 1,-2 2-487,-2-19 0,-1 1 1,0 1 89,1 0 1,0 0 0,0 1-1265,-1-2 1,1 0 0,1-1 1738,2 11 0,1-4 0,1 12 0,2-34 0</inkml:trace>
  <inkml:trace contextRef="#ctx0" brushRef="#br0" timeOffset="211211">8823 17673 27236,'-4'52'44,"1"0"1,-1-2 0,0-2-59,2-14 0,-1 0 6,-2 7 0,0-3 8,-3 13 5,-3 10 34,6-35 23,-2-4 72,3-19-50,2-20-28,1-6 73,10-23 0,11-4-514,-4 17 0,3-2 457,3 1 1,2 0-3,1 3 0,0 2 96,-1 4 0,0 3-104,19-8-29,-4 13-44,-2 16-11,2 17-40,-14 5 0,-1 4-142,-2 2 0,-2 2 80,0 1 1,-2 2-958,-1 4 1,-2 1 1080,1 0 0,-2-2 0,6 15 0,-1-4 0</inkml:trace>
  <inkml:trace contextRef="#ctx0" brushRef="#br0" timeOffset="211861">10093 18132 20128,'-46'-1'1062,"0"-1"1,-1 1 0,-15 0 0,16-5-783,36-4-56,45-5-162,21 2-1173,-18 6 0,6-1 0,1 1 1131,2 0 1,0 0 0,6 0 4,-5 0 1,6 0 0,1 0 0,0 0-1,-3 1-18,-4-1 0,-2 2 0,0-1 0,6 0-6,0 0 0,5 0 0,4-1 0,-1 1 0,-2 0 0,-5 0-545,2 1 1,-5 0 0,-1 0-1,3 0 547,8-1 0,2 0 0,1 0 0,-2 0 1,-6 1 0,0 0 0,-2 1 0,-2-1 148,0 1 0,-3-1 0,1 1-160,11-2 1,1 0-1,-5 1 30,-1-2 1,-6 1 8,-11 1 1,-12-2-10,-23 0 34,-40-4-51,-2 1 1,-6 0 16,-3-1 1,-3 0 125,9 1 0,-3-1 0,1 0-31,-15-2 1,3 0-20,11 2 0,3 1 115,-3 0 0,3 1 2722,-5-1-2576,3 2 667,26 5-891,22 1-102,10 2 29,24 0-23,13 4-56,-4 2 0,3 1 328,-4 2 1,1 2-298,9 5 0,-3 2-20,-12 0 1,-4 4-54,-5 1 0,-5 4-78,-6 1 0,-7 2-166,-9 1 1,-8 1-496,-8 2 0,-8-2-1622,-9 3 1,-5-3 2419,0-3 0,0-3 0,-14 8 0,20-16 0</inkml:trace>
  <inkml:trace contextRef="#ctx0" brushRef="#br0" timeOffset="212987">12723 17839 19254,'-9'-44'1012,"0"0"1,0 1 0,-2-9-1,1 6-407,-7-2 820,10 33-1352,4 18 470,4 16-470,2 20-39,1 20-46,-3-23 1,1 3-48,-1 5 1,0 0-338,-2 4 0,-1 0 166,1 1 0,-2 0-142,0-3 0,-1 0-60,-1-3 0,-1-2 347,0-7 0,-1-3-503,-9 11 151,1-24 151,1-26 331,3-23 123,2-22-39,4 19 0,1-2 282,0-3 0,0-3-223,0-2 0,1 0-282,0-1 1,1 0 314,1 3 1,3 0-35,1 4 1,2 1-30,13-23 67,15 10-172,-10 29 0,4 1-17,9 1 1,4 3-661,11-2 1,5 2 626,-13 5 1,3 0 0,1 2-489,6-2 0,2 2 0,2 0 496,3 1 0,3 0 1,0 1-18,-12 2 0,0 0 1,2 0-1,-1 1-1,4 0 0,0 0 0,1 0 0,1 0-441,2 0 0,1 1 0,1-1 0,0 0 443,-11 1 1,1 0-1,0 0 1,0-1 0,0 1-2,1 0 0,0 0 1,0-1-1,0 1 1,0 0-237,0-1 0,0 1 0,-1-1 0,1 1 0,-1-1 242,10 0 0,1 0 0,-2 0 0,0 0-83,-3 1 1,-1-1 0,0 1 0,-2-1 80,-3 1 1,-1 0-1,-2 0 1,0 0 14,10-1 0,-1 1 0,-2 0 130,-7-1 0,-2 1 0,-1-1-112,12 0 0,-3-2 785,-11 1 0,-2-1-777,-7 0 0,-3 0 101,16-7 2058,-14 0-1918,-15 2 1886,-11 3-2070,-12 3 1103,-10 2-1182,-11 8 210,-9 8-227,-6 16 16,0 17-205,19-16 1,2 2 182,-1 6 1,1 3-7,1 3 1,-1 7-62,2-3 0,-2 10 1,0 3-1,0-1 0,2-7-17,-1 2 1,2-6-1,-2 6-338,0-2 1,-1 8 0,-1 1-1,0-5 1,1-9 334,-5 5 1,-2-9 25,-4-3 0,-4-3-431,-4-6 0,-4-4 500,-7-4 1,-4-5-6,-5-3 1,-3-5 9,16-5 1,-1-1-1,0-2-7,-4-1 0,0-1 0,-1-1-467,-3 0 1,0-2 0,-1 0 466,-4 0 0,0 0 0,-1-1-3,12 1 0,-1 0 0,1-1 1,-2 1 11,-3 0 1,0 1 0,-2-1 0,1 0-5,-4 1 1,1-1-1,-2 0 1,0 1-364,-1 0 0,-2 0 1,1-1-1,-1 1 362,0 0 0,0-1 1,1 1-1,-1-1-6,2 1 1,0 0 0,0-1 0,1 0-65,3 0 0,1 0 1,1 0-1,1-1-3,-11-1 0,2 0 0,2-2-165,10 1 1,2-1 0,4-2-915,-7-2 0,9-4-5346,1-18 6494,39 2 0,11 9 0,6 8 0</inkml:trace>
  <inkml:trace contextRef="#ctx0" brushRef="#br0" timeOffset="213553">13430 17998 23416,'-41'-24'717,"0"0"0,4 2 0,11-1-465,28-7-67,9-1 17,8 1-85,5 1-83,3 6-51,2 7 34,4 7 28,2 9-68,4 10-10,2 9-23,3 10 0,-5 6 28,-8 4-28,-14 4 16,-16 1 29,-14-1-11,-12-3 16,-8-5 23,1-7 28,5-8 22,8-9 28,8-11 79,7-6-23,2-5-50,5-3-34,2 2-33,7 4 5,5 2-11,5 3-17,8 5 0,4 6-33,4 8-29,-1 15 29,-16-7-40,-9 19-5,-25-11-45,-12 11-112,-15-3-481,-10-4-57,-3-9-767,2-12-2391,6-10 3920,11-17 0,16 7 0,8-8 0</inkml:trace>
  <inkml:trace contextRef="#ctx0" brushRef="#br0" timeOffset="213777">14011 17601 25620,'43'-24'306,"0"1"0,-4 2 0,-8 13 68,-22 43-290,-4 19-65,-5-19 1,-1 2-641,-4 15 0,-1 2 470,1-6 0,-1-1 41,0-2 1,0-1-381,1-3 0,3-3-1588,1 16-4039,10 3 6117,2-19 0,0-19 0,-5-13 0</inkml:trace>
  <inkml:trace contextRef="#ctx0" brushRef="#br0" timeOffset="214120">14594 17881 17820,'2'-8'6565,"0"2"-5170,-2 6-303,6-64-773,-4 48-266,1-22 1,0 12 102,-3 33-16,2 8-44,2 14-108,3 23 7,-1-13-35,-3-2 1,-1-2 17,-1-3 44,-3 26-27,-3-29-6,0 0 162,0-14 0,3-10-56,3-9-5,6-11-6,7-10-23,12-10 34,-1 11 1,3 1-15,1 3 0,0 2-56,1 0 1,0 2 2,0 3 1,0 4-29,26 1 0,-1 6 0,0 14 0,-21 13-192,-13-1-1169,-8 11 1361,-19-3 0,5-10 0,-7-2 0</inkml:trace>
  <inkml:trace contextRef="#ctx0" brushRef="#br0" timeOffset="215228">14045 17830 22627,'-4'-50'959,"-1"1"1,2-3 0,3 5-322,9 1-302,0 16 0,2 0-50,9-14-74,2 8-133,-11 22-1,-5 8-22,-4 12-5,-1 13-12,-1 17-11,-7 16 14,3-19 0,-1 0-767,-6 25 739,4-20 0,1 1-51,2-5 1,1 1-6,-2 18 0,0 1 28,2-9 0,1 0 8,-1 5 1,1-3 5,1 7 11,-1-5-6,2-23 40,0-5-62,0-19-11,4-18 62,0-6 56,11-37 16,-1 6 0,-3 13 1,-1-2-96,0 2 0,-1 0 3,0-3 0,0 1-14,-2 7 0,0 1 6,0-7 0,-1-1 27,-3 5 1,0-1 30,-1 4 1,0 0 91,-1-27-10,-1 36-90,0 14-45,0 8-28,0 13 40,4 27-34,-2 19-446,0-12 0,0 4 460,-4 2 0,-1 1-17,1-9 0,-2 2-13,-2 0 1,-1 3 0,-1-2 15,1 2 0,-1 0-1,2-4 1,-2 2 0,2-2-96,1 2 1,2-3-415,1-8 1,1-3-1065,5 7 1585,11-19 0,-8-15 0,6-3 0</inkml:trace>
  <inkml:trace contextRef="#ctx0" brushRef="#br0" timeOffset="220320">18664 4561 10534,'2'-7'5567,"-1"1"-2901,-1 6-1321,0 0-1077,6-55 18,-10 54 123,2-29-68,-8 54 1,-2 16-160,0-5 1,1 3-640,-6 14 0,0 0 510,5-13 1,0 0 44,-6 17 0,0 4-34,2-5 0,-2 4-587,4-12 1,-1 3-1,-1 3 1,1-2 545,1-4 1,0 0 0,0 0 0,0 2 6,-3 9 1,0 2 0,-1 0 0,2-4-11,1-3 1,1-3 0,-1 4 28,4-8 0,-1 5 1,0 1-1,0-1 0,2-3-1,-2 13 1,1-3 0,0 4-422,2-11 1,-1 4 0,1 2-1,-1-1 1,2-2 407,1 5 0,0-1 0,0 0 0,1 0-10,-1 2 0,1 2 0,0-1 1,0-2-15,1-10 0,0-1 0,1-1 1,-1 3 13,-1 9 0,1 3 0,-1-1 0,0-1-1,2-9 0,-1-3 0,1 2 0,0 3-323,0 5 0,0 5 0,0 2 0,1 0 1,0-4 318,1-6 0,0-3 0,0 0 0,1 0 1,1 2-4,0 6 1,1 2 0,1 0 0,0-3 0,0-3-54,2 8 0,0-5 0,2 1 58,1-7 0,2 2 1,1-1-1,0-2 4,3 3 0,1-2 1,2 4 1,-2-10 0,2 3 0,2 2 0,-1-1 0,1-2-21,1 4 1,1-2-1,1 0 1,1 0 4,-2-5 0,2 1 0,0 0 1,0-1-1,0-2-4,3 4 1,0-1-1,0-3 1,0-1-9,2 5 0,0-4 0,2 2 4,-3-5 0,2 2 0,0-1 0,0-2 26,4 4 0,1-2 0,3 2 7,-4-7 0,2 2 0,3 1 0,-1 0 0,0-2-1,5 4 1,-1-1 0,1-1-1,2 0-46,-4-4 1,3 2 0,1-1 0,-2-1 0,-2-3 16,8 6 1,-3-3 0,3 2 14,-7-6 0,3 3 1,1 0-1,0 0 1,-4-2 61,-1-2 1,-3-2 0,0 1 0,2 1-71,3 3 1,2 3 0,2 0-1,-2 0 1,-2-1-7,3 2 0,-3-1 1,-1 1-1,1-1 3,-2 2 0,1-1 1,-1 1-1,-3-2 2,4 3 0,-2-1 0,0 3 1,2 3 0,1 3 0,0 1 0,-4-2-1,-1-1 0,-3-2 1,1 3-9,1 2 1,2 3-1,-1 2 1,-3-2-4,-7-7 1,-2-1 0,-2 0 0,-1 2 5,-1 0 1,-1 1-1,-1 0 1,-2 2-3,-1 0 0,-1 1 0,-1 1 0,-2 0 2,0 1 1,-2 1-1,-1 0 1,-1 0 2,-1 1 0,-1 1 0,-1 1 1,-1-1-52,0 2 1,-1 1-1,0-1 1,-1 1 44,-1 1 1,0-1 0,-1 1-1,0 1 2,0 1 0,0 0 0,-1 1 0,0 0-3,1-11 1,-1 0-1,0 0 1,-1 0 0,1 1 0,0 1 1,-1 0-1,1 0 1,-1 1 0,1-1-1,0 3 1,0 0-1,0 0 1,0 0 0,1 0-54,-1 2 1,1 1-1,-1-1 1,1 1-1,1 1 45,-1 1 1,2 0 0,-1 1 0,1 0 0,-1 0-63,1-8 1,0-1-1,0 1 1,1 1-1,-1-1 1,0 0 56,1 2 1,0 0-1,0 0 1,-1 0 0,1 1-1,0-1-12,0 2 1,0-1 0,0 1 0,0 0 0,0 0-1,-1 0-2,0 0 1,1 0 0,-1 1-1,0-1 1,0 0 0,-1 1-50,1-1 0,0 0 0,-1 0 0,0 0 0,0-1 0,0 1-151,-1-2 1,0 0 0,0 0 0,-1-1-1,0 1 1,0-1-1140,-1 8 0,-1 1 0,0-1 0,0-1 0,-1-2 1361,0 5 0,-2-1 0,1-3 0,0-5 0,0-3 0,-1-4 0,2-6 0,-1-5 0,0-1 0</inkml:trace>
  <inkml:trace contextRef="#ctx0" brushRef="#br0" timeOffset="221529">19487 4848 21002,'-2'-4'1901,"-24"-15"1,-11-2-1263,-5 5-788,-4-6 0,-1 2 429,-6 12-129,3 8-134,21 5 243,4 12-243,19 4 112,2 10-124,12 7-3304,16 13 3299,-1-14 25,-2-10 1,3-1-15,12 12-14,-13-15 0,-1 0 9,16 19 11,-16 0 0,-15-15 11,-23 3 0,-16-13-6,-15 2-16,-10-4 5,21-9 0,1-2-73,-23 0-50,5-5-487,17-10 2263,18-11-5691,5-15 4027,22-15 0,-5 22 0,10 0 0</inkml:trace>
  <inkml:trace contextRef="#ctx0" brushRef="#br0" timeOffset="221736">19711 4658 26194,'1'53'258,"-2"8"-309,-4-13 1,-1 1-1054,2-4 1,2 0 963,-1-1 0,2-1-457,1-1 0,1-3 144,1 8-2944,1-4 0,1 0 3397,2 0 0,0 6 0,-4-35 0</inkml:trace>
  <inkml:trace contextRef="#ctx0" brushRef="#br0" timeOffset="222686">19717 5114 14225,'-3'-6'8805,"0"2"-7422,3 4-1349,3-55-18,33 40-19,-17-14 1,2 2-215,14 22 1,4 6 219,-4-4 0,-2 0-3,20-4 6,2-7 148,-25 0-20,-2-5 286,-17-5 12,-15 4-203,-4 0 180,-11 7 183,0 8-345,-14 6-124,4 9-50,-3 11-51,14-1 12,3 9-51,12 2 11,8 0-5,10 2 0,10-13 5,-2-9 17,16-5-5,-18-7 44,22-17 1,-23-5 27,6-16 17,-16-2-39,-5 9 68,-9-12 21,-6 13 74,-13-9-113,-1 17-50,-9 7-39,11 18 11,-8 13-28,-1 26-39,2 9-208,14-17 1,3 3 221,5-3 0,4 0-48,3 20-221,9-12 0,5-1-266,0-10 0,3-2-776,9 12 1,4-2-161,0-10 0,3-6-305,3-5 1,0-5 327,23-2 672,-18-19 1,-2-7 2643,5-17-275,-13 7 0,-2-3 1227,3-25-952,-6-1-605,-7 0-768,-6 15 972,-3-3-1028,-7 27-229,0-3-96,-5 25 659,-5 16-630,-4 21-85,-1-1-1497,2 3 0,1 0 1470,0 7-26,1 9 1,3 3-710,3-28 1,2-1 725,-1 7 1,3 1 1,2-8 0,1-5 13,1-2 4,2 1 29,-8-33 2650,-2-17-2672,-2-20-1,-2-16 687,4 21 1,-1-3-699,2-5 1,0-3 2,3-5 0,2-1-525,3-4 0,1 1 508,4 1 1,2 2 4,1 5 1,2 3-98,-1 7 0,3 5 106,16-15-46,3 20 24,2 16 6,3 17-7,-9 5-21,9 33 55,-22-2 200,-8-9 0,-4 2-238,-16 26 18,-5-29 1,-4-3-3,-17 15-23,-3-16 1,-4-3-84,-16 0-65,16-7 0,1-3-870,-11-4-3625,16-9 4666,18-8 0,9 2 0,7-2 0</inkml:trace>
  <inkml:trace contextRef="#ctx0" brushRef="#br0" timeOffset="222902">21069 5003 26323,'40'-17'-1405,"0"1"1,0-1 0,5-5-1,-5 5 1,5 7 0,-33 7-1</inkml:trace>
  <inkml:trace contextRef="#ctx0" brushRef="#br0" timeOffset="223386">21696 4715 20056,'-5'0'5180,"1"0"-3583,4 0-1536,-14-61 1,22 39-59,-8-13 0,4 3-31,29 24 5,5 5 1,4 11-6,2 8 5,0 11-27,-5 5-28,-11 5 27,-13 0 62,-15 0 1,-15-3-12,-14-4 33,-11-2 23,-5-6 84,0-5 90,4-8 89,9-5 6,10-8-96,12-3-94,9-5-62,9-2-51,8 2-11,10 3-11,6 5 0,6 9-11,2 7-28,1 12 16,-9-2-72,2 24-50,-23-8-130,-12 21-156,-31-6-452,3-24 0,-5-2 317,-11 2 1,-4-1-126,10-9 0,-3 0 0,-1-2-1542,-5 1 0,-2-1 0,0-1 1807,3-2 0,1-1 0,2-2 1,-2 1-1,4-2 0,-7 0 0</inkml:trace>
  <inkml:trace contextRef="#ctx0" brushRef="#br0" timeOffset="223619">19007 5678 23826,'56'-6'362,"0"-1"1,1 1-1,-1 0 1,3-1 0,1 1-1,1-1 1,-1 1-1617,0 0 1,-1 0 0,1 1 0,2-1 1288,-6 1 1,1 0 0,1 0 0,1 0 0,1 0-191,-4 1 1,0 0-1,1 0 1,0 1-1,1-1 1,1 1 159,-5 0 1,0-1 0,1 1-1,1 0 1,0 0 0,0 1-1,0-1-64,4 1 1,-1-1 0,1 1 0,0 0 0,1 1 0,-1-1 0,0 0 60,0 1 1,0-1-1,1 1 1,-1 0-1,0-1 1,0 1-1,-1 1-145,-2-1 0,0 0 0,0 0 0,-1 1 0,0-1 0,-1 1 0,-1 0 101,2 0 0,1 0 0,-2 1 0,0-1 0,-2 1 0,-2 0-594,14 0 0,-2 1 0,-2 0 1,-5 0 635,-1 1 0,-5 0 0,-5 0 0,-5 1 0,-9 0 0,-8 0 0</inkml:trace>
  <inkml:trace contextRef="#ctx0" brushRef="#br0" timeOffset="243812">19701 6635 21926,'1'-44'1165,"1"1"0,-2 5 1,3 9-886,1 19 11,0 20-67,0 15-79,-3 21-89,-3-14 0,-2 2-435,-1 7 1,-2 1 364,-2 5 0,-1 1-95,1 2 0,-1 2-334,2 0 0,1 0-551,2-2 0,1-2-924,2-4 0,3-3 1918,3-5 0,2-5 0,-1 3 0,4-14 0</inkml:trace>
  <inkml:trace contextRef="#ctx0" brushRef="#br0" timeOffset="244412">19698 6809 16661,'-10'-44'1421,"0"0"1,0 0-1,-3-16 1,5 8-946,17 8-230,17 8-117,26 6-803,-14 16 1,4 2 693,11 0 0,3 2-534,-13 3 0,3 1 0,0 0 514,5 1 0,2 0 0,1 0-359,3 1 1,1 1-1,1-1 353,3 1 1,1 0-1,1 0 6,-15 0 0,1 1 0,0 0 0,0-1-4,1 0 0,1 0 0,0-1 0,0 1-1,1-2 1,0 1 0,0-1 0,1 0-383,-1-1 0,1 0 0,0 0 0,-1 0 389,0-1 1,-1 0 0,0 0 0,0 0-1,-2 1 1,-1-1 0,0 0 0,-2 0-73,13-2 1,-2 1 0,-2 0 85,-6 0 1,-1 1 0,-2 1 39,14-4 0,-3 2 78,-10 0 1,-2 2 515,-8 0 0,-2 0-29,26-2-414,-26 4 1704,-7 1-1570,-24 3 2095,-2 0-2307,-3 0 1122,1 6-1184,1 8 6,-1 16 0,-4 17-48,-1-15 0,0 3-280,-2 7 0,0 5 257,2 1 0,0 4 0,2-3-501,-2 6 0,2 1 491,3 2 1,1 5 0,2-4-746,3 4 0,1-1 753,-1-10 0,0 1 0,0 0-6,0-4 1,-1 0-1,-1 0-166,-1-5 0,0 0 1,-5-1 159,-6 2 1,-5 0 0,-1-4 8,0 2 0,-6-5-8,-20 10 0,-9-8-250,6-19 1,-4-5 265,6-2 1,-2-2-1,-2-2-152,-3-1 0,-1-3 0,-1-2 150,-3-1 1,-1-2 0,-1-1 1,-3-2 1,-2-2 0,0 0-1,11-1 1,-1 0 0,1 0-1,1-1-38,-5 0 1,1-1-1,-4-1 39,7 1 1,-4-1 0,-1-1 0,-2 1 0,2-1-327,3 2 0,0-1 1,0 0-1,0 1 0,-2-1 317,-8-2 1,-2 1 0,0-1 0,0 1 0,3 0-101,-4 0 0,2 0 0,2 0 0,0 1-2,3 1 0,2 0 0,0 1 0,3 0-245,-2 1 1,2 0 0,-1 0-249,-8-1 1,-1 0 0,3 0-690,9 0 0,3 1 0,2 0 1287,-4-1 0,6 0 0,-3-2 0,28 4 0</inkml:trace>
  <inkml:trace contextRef="#ctx0" brushRef="#br0" timeOffset="245002">20419 6929 26077,'37'-35'235,"-8"13"-151,-34 36 6,-6 5-51,-3-6 62,-10 1 95,-1-8-68,-2-6-32,1-10 10,7-12-44,6 0 22,4-16 22,11-7-72,6 0-51,12-2-6,5 21 23,-1 12-5,11 9-1,0 13-8,-7 6 0,-1 4-3,16 26-241,-21-11 1,-6 3 246,-12 0 0,-5 0 0,-9 25 5,-20-11 0,-8-1 9,4-14 0,-3-1-396,2-2 1,-3 1 0,0-3 395,-10 2 0,1-4 8,4-6 0,3-3 23,-15 1 16,9-15 29,24-23-40,5-3 420,15-14-447,19 4 1231,4 7-1260,23-1-78,-10 15 0,4 2-143,5-2 0,2 1-733,12 1 0,3 1-52,-6 2 1,-1 1 72,-11 1 1,0 0 949,13 0 0,-6 0 0,-13 0 0,13-1 0</inkml:trace>
  <inkml:trace contextRef="#ctx0" brushRef="#br0" timeOffset="245228">21065 6626 22302,'3'-49'1351,"1"1"1,-2-5 0,0 6-775,-1 16-202,-1-5-252,0 25-89,-1 15-1,-1 19-16,-2 24-23,0-11 1,0 3-603,0 9 1,-1 3 562,-2 8 0,-1 2-133,2-17 1,0 0 0,0-1-156,-2 9 0,0 1-1165,1-5 1,1 3-1,1-4 998,1 2 0,1-3 0,-1 0 0,1-4 0,3 4 0</inkml:trace>
  <inkml:trace contextRef="#ctx0" brushRef="#br0" timeOffset="245595">21212 7036 17725,'13'-41'1840,"0"-1"0,0 1 0,4-14 0,-1 4-1367,-5 17 1,0 3 125,5-12-308,-6 21-162,-2 13-17,1 20-22,2 15-29,1 22-33,-6-16 0,-2 3-346,0 6 0,-2 1 321,-3 5 0,-1-1 2,0-9 1,-1 1-20,-6 14 0,-1-2 3,-2 6 16,4-20 1,1-3 11,1-8-1,6-23 7,8-22 5,9-20 2,-4 11 1,3-2-57,2-5 0,2-1 45,3-3 1,1 0 5,2 1 0,1 2-14,1 3 1,-1 4 5,17-11-85,11 13 34,-20 24 34,16 11 0,-11 15-45,3 16-112,-21-14 1,0 1-626,1 3 0,1 2-1305,0 2 1,-1 0 1700,-2-3 1,-2-2 0,5 8-1,-12-16 1</inkml:trace>
  <inkml:trace contextRef="#ctx0" brushRef="#br0" timeOffset="246379">22696 6988 16160,'-43'3'1310,"-1"0"1,0 0-1,-10 0 1,6-1-387,2 0 846,29-3-1557,30-5-95,27-4-88,-5 2 1,5 0-572,13-3 1,3 1 545,-11 2 1,1 0 0,2 1-403,3-2 0,3 1 0,-1 0 397,3 0 0,0-1 0,0 1-4,0 0 1,0 0-1,-2-1-96,-4 1 1,-1 0 0,-3 0 107,14-3 0,-6-1-4,-14 1 1,-6-1 79,3-10 936,-35-3-891,-25-4 61,-24-3 712,18 15 0,-2 1-740,-2 1 1,0 1 128,-25-10 1124,17 7-1264,19 7-13,16 5-98,18 4-24,13 8 12,16 8-11,11 14 61,-24-9 0,1 2-129,0 4 1,-2 4-526,0 3 0,-2 2-26,-2 5 0,-4 2-947,-4 2 0,-5 2 1549,-8 5 0,-3-3 0,0 7 0,-12-9 0</inkml:trace>
  <inkml:trace contextRef="#ctx0" brushRef="#br0" timeOffset="248586">23868 7173 12068,'12'-47'1724,"-1"1"0,0-1 0,0 0 0,0 1 0,-1 0-1170,-1 4 1,0-1 0,-1 2-857,2-19 0,-1 3 842,-1 6 1,-2 4-129,-2 11 0,-1 5 611,0-6-883,-8 28 298,-5 30-314,-8 26-82,7-9 0,-1 6-599,0 1 1,1 5 0,0-2 553,-1 4 0,1 2-27,0 1 0,0 3 1,2-3-378,1 3 0,1-2 123,2-11 0,-1 3 0,2-2-606,0 17 0,0-1-858,2-3 1,1-3 805,1-21 1,-1-3-5690,-3 26 6069,1-45 0,-2-4 0,3-8 0</inkml:trace>
  <inkml:trace contextRef="#ctx0" brushRef="#br0" timeOffset="249179">24053 6715 13681,'-7'-48'1826,"-1"0"0,1 0 0,-3-16 0,-1 5-1087,2 22 1,2 5-275,6-16-213,22 3-162,11 24-199,2 10 0,6 2 174,0 4 1,4 0-1,-1 2-542,10-3 0,3 2 484,-3 1 0,8 0 0,0 1 0,-8 0 1,2 0 1,1 1-5,-5 0 0,7-1 0,1 1 1,-4 0-690,0-1 0,-2 1 0,2-1 682,-3 0 0,3 0 0,0-1 0,0 0 1,1 0 1,0-1 0,1 0 0,2 0 1,-3-1 0,1-1 0,2 1 0,-2-1 0,-1 0 2,6-1 1,-1 0 0,-1 0 0,-1-1-3,-2 1 0,0 0 0,0 0 0,-3 0 0,11-2 0,-3 1 0,-3 1-266,4-1 1,0 0 276,-12 2 0,2 0 1,-4 1-60,1-1 0,-4 0 104,-7 2 0,-6 1 16,-11 0 915,-14 3-600,-8 5 2062,-7 7-1995,-13 21-224,-3 9-33,6-13 0,0 1-129,-6 17-12,8-13 0,0 2 14,1-1 0,1 4-41,0 7 1,-1 5 0,1 1-21,2-1 1,0 0-1,1 3-442,1-4 0,1 3 0,0 1 1,0-4 433,2 0 1,1-2 0,-1 2 3,1 11 1,-1 3 0,1-2-405,0-12 0,1 0 1,-1 0 375,-1 11 1,-1 3 0,-2-1-2,-1-12 0,-1 0 0,-2 0 1,-1-3 11,-4 4 1,-2-3 0,-2-2 1,2-2 1,-2-3 0,-4-3-2,-19 4 0,-4-8-241,5-11 0,-5-4 259,-1-5 1,-6-1 0,1-3-5,5-3 1,1-3 0,-3-2-562,-10-4 0,-2-3 1,3-1 557,18 0 0,2-1 0,-1-2 3,-11-3 1,-2-3 0,1 0 146,7 2 0,1 0 0,-5 0-139,-5-2 0,-5 0 1,-3 0-1,3 1-11,4 1 0,2 1 0,-2 1 0,-1-1-74,3 2 1,-1-1-1,-2 1 0,1 0 1,2 0 63,-9 1 0,1 0 0,2 1 1,1 0-14,10 2 1,2 0 0,1 0-1,-3 0-108,-5 0 1,-1 0 0,0 0 0,2 1-908,-7-2 0,3 1 0,1 0-2239,6-1 0,1 1 0,3-1 2436,-14-1 1,12 1 0,18-1-1,27 5 1</inkml:trace>
  <inkml:trace contextRef="#ctx0" brushRef="#br0" timeOffset="253219">24454 7043 17882,'-4'0'4868,"0"0"-3138,4 0-1343,-38-77-921,38 41 584,-13-12 1,7 0-7,42 14-16,15 7-28,-21 15 0,1 3-8,3 3 0,0 2 5,0 2 0,0 4 0,-2 2 0,-1 3 227,22 17-285,-13 10 10,-17 11 1,-24 7-118,-21 5 165,2-29 1,-3-2 7,-2 0 1,-1-3 10,0-1 1,1-3 11,-19 13 45,9-11 78,8-9 408,8-10-352,7-9-5,6-6-46,4-5 223,6 0-306,4 2-22,6 3-35,6 6-21,6 4 10,8 9-5,8 7-11,7 10 6,1 6-23,-8 3-12,-15 2 12,-20-1 12,-25-1-12,-18-5-51,-17-4-429,-6-7-349,1-6-1652,7-6 2509,11-14 0,20 6 0,9-7 0</inkml:trace>
  <inkml:trace contextRef="#ctx0" brushRef="#br0" timeOffset="253445">25299 6436 22442,'0'-5'3624,"0"1"-2818,0 4-644,-27 48-114,19-15 0,1 5-745,-5 3 1,-2 5-1,1 1 699,4 2 0,3 2 0,-1 0-17,-2 2 0,0 0 0,1 1-77,-1-1 1,0-1 0,0 0-236,1-2 0,1-2 1,0 0-489,0-4 1,2-1 0,0 0 341,0 15 0,1-4 1,0 5-1,3-18 0</inkml:trace>
  <inkml:trace contextRef="#ctx0" brushRef="#br0" timeOffset="253836">25597 6866 21573,'0'-7'4112,"1"1"-3675,-1 6-12,0 0-167,19 22-202,-13 3-26,5 8 1,-1 4-345,-7 0 0,-4 1 325,1 9 0,-1 1-17,-2-2 1,0 1 22,-3 0 0,-1-3-1,-3 11 68,-3-4 118,10-40-17,-1-10 84,12-33-3304,4-12 3113,6-10-11,-5 21 1,2 0 120,12-23-146,-9 23 0,0 0-17,-1 4 0,1 4 70,20-15-89,-12 21 0,7 10-18,-9 21-49,8 13-267,-13 3 1,-1 4-387,-2 2 0,-2 3 104,2 12 1,-4 2-1021,-4-12 0,-3 0 1630,-1 8 0,-2-5 0,-2-7 0,0 1 0</inkml:trace>
  <inkml:trace contextRef="#ctx0" brushRef="#br0" timeOffset="256402">20403 8683 17871,'-8'0'4554,"0"0"-3960,8 0 257,0 0-722,80-49-1231,-42 35 1,4 1 1052,8-8 1,5-4 0,0 4-137,-9 8 0,0 4 0,-1 0-410,-1-1 0,0 1 0,-2 0-971,13-3 1,-3 1-1817,-14 3 1,-4 0 3381,4 0 0,-24 4 0,-12 4 0</inkml:trace>
  <inkml:trace contextRef="#ctx0" brushRef="#br0" timeOffset="256562">20898 8477 25584,'-16'33'388,"0"0"0,2 6 1,3 1-342,8 5 1,2 2-1166,-4 6 0,-1 3 942,-3 2 0,-2 3-1529,2-10 0,0 2 1,0-3 1704,0 9 0,0-5 0,1-3 0,2-7 0,4-8 0</inkml:trace>
  <inkml:trace contextRef="#ctx0" brushRef="#br0" timeOffset="258236">24762 8639 22547,'39'-31'30,"0"0"0,0 0 0,2 2 1,0 2-1,1 6-235,15 6 1,1 6-1253,3 0 0,0 2 412,-3 1 1,-2 3-1432,-10 1 1,-4 2 2410,12 7 1,-28-3 0,-19 4 0</inkml:trace>
  <inkml:trace contextRef="#ctx0" brushRef="#br0" timeOffset="258402">25213 8513 25382,'-29'28'386,"-1"0"1,2 5 0,3 2-323,10 8 0,4 2-1045,-4 4 0,0 1 944,-1 3 1,1-1-303,-1 3 0,1-1-1274,1 2 0,1-2 1002,2-6 0,0-4 0,-1 12 0,5-25 0</inkml:trace>
  <inkml:trace contextRef="#ctx0" brushRef="#br0" timeOffset="269627">26399 7192 22526,'53'-11'117,"1"0"1,6 1 0,2 0-113,-15 5 1,2-1-1,0 1-1103,4 0 0,2 0 0,-1 0 1100,1-1 0,0 1 0,0 0-1,-2 0 1,0-1 0,-3 1 0,-4 0 0,-1 0 0,-2-1 402,11-1 1,-4-1-366,-13 0 1,-5-1 61,4-8 566,-25-1-594,-26-3 5,-16-3 31,1 8 1,-3 0 2,-13-6 764,10 6 1,0 1-580,-6-3-6,-5-2 253,10 2-331,17 8-129,7 2 16,11 6-32,1 1-23,12 2 310,6 4-322,16 3-5,10 7-22,7 7-410,4 8 390,-27-11 0,-1 2-68,1 7 1,-2 2-65,5 12-239,-15-12 1,-6 1-1207,-16 9-4234,-14 9 5825,-7-9 0,5-16 0,9-11 0</inkml:trace>
  <inkml:trace contextRef="#ctx0" brushRef="#br0" timeOffset="270170">28048 7014 17846,'-6'-44'1068,"0"0"1,0 0 0,0-2 0,-1 0 0,1 4-294,-2 0 1,1 3-442,1 3 0,0 3-70,-4-18-214,7 36-11,7 26-22,1 6-11,1 18 0,1 7-6,-4-3 0,-1 3-511,0 1 0,-1 3 1,-2 0 463,-2-2 0,-2 1 1,-1-1-76,-1 3 0,-1 0 1,0-2-22,-3 10 0,1-2-311,-1 7 1,3-1-385,4-18 1,3 0-838,5 10 1,4-1-183,-1-18 0,3-3-4192,18 15 6049,-7-38 0,-8-6 0,-6-4 0</inkml:trace>
  <inkml:trace contextRef="#ctx0" brushRef="#br0" timeOffset="270703">28097 7052 11592,'-10'-60'1828,"1"-1"0,-1 0 0,1 7 1,-1 0-1,0 4-1100,-6-7 1,1 4-925,1 8 0,1 3 420,4 5 0,2 2-112,4-14 309,24 1-415,10 28 0,9 3-12,6 0 0,6 3-544,-3 3 0,3 2 1,1 2 532,2 2 0,2 1 0,-2 1 0,-8 0 1,-2 2-1,5-1-16,6-1 1,4 1 0,2 0 0,-4-1 11,2 1 1,-2-1 0,3-1-427,-11 2 1,4-1-1,0-1 1,1 1-1,-2-2 419,4 0 0,0-1 0,-2 0 0,1-1-387,1-1 0,1-1 0,-2 1 0,-2-1 409,5-1 0,-3 0 1,4-1 5,-1-1 0,5-1 0,-1 0 0,-4 0-288,-5 2 1,-3 0 0,3-1 287,-1 1 0,4-2 0,-1 1 0,-4 1 87,0-1 1,-3 1 0,-3 0-46,16-4 0,-5-1 648,-10 3 1,-4 0-549,-12 2 1,-2 0 2512,5-3-2347,-19 6 1705,-10 6-1878,-11 10 1423,-8 12-1374,-12 15-27,-8 17-456,14-18 1,2 3 351,-2 6 0,2 4-711,-1 7 0,3 3 675,5-13 0,1 2 0,1 2-14,0 5 1,0 2 0,2 1 1,0 6 1,1 1 0,1 1-511,1-13 1,2 0 0,-1 0-1,2 0 506,0 1 1,0 0-1,2-1 1,-1 1-1,1-2 1,0 0-1,1-1 1,-1 0-704,0 14 1,0-1 0,-1-3 661,0-12 1,-1-3 0,-4 0-64,-8 12 0,-6 1 1,-4-8-140,-12-3 0,-8-5 221,2-3 1,-6 0-1,-3-6 21,-3-11 0,-3-6 0,-2-2 14,8-4 0,-1-2 0,-1-2 0,-2 0 1,-4-2 1,-3-1-1,0-1 1,0-1-155,8-2 1,1 0 0,-2-1 0,1 0-1,-1-2 151,0 1 1,-1-1-1,1-1 1,-1 0-1,2-1-5,0-1 1,1 0 0,0 0 0,0-1 0,1 0-21,-9-1 0,0-1 0,1 0 0,1 0-41,5 0 1,0 0 0,1 1 0,1-1 34,3 2 0,1-1 1,0 1-1,1-1-1219,-11-1 0,0 0 1,3 1 1237,9 1 0,2 0 0,3 1 0,0 0 0,5 1 0,-1-1 0</inkml:trace>
  <inkml:trace contextRef="#ctx0" brushRef="#br0" timeOffset="275220">28543 7121 20413,'-3'-48'1067,"-1"0"0,1 1 0,-1-17 1,0 10-475,2 11 104,1 17-580,1 14 44,1 10-122,2 12 45,2 14-56,0 16-12,-2 16-16,-5-24 0,-2 1 3,1 2 0,-2-1-3,-1-1 0,-2-2 186,-5 23-192,2-15 57,3-13 139,4-14 96,4-14-18,7-14-83,6-17-56,10-18-68,-10 19 1,1-2-285,1-4 1,-2-1 270,1-1 0,-1-1 2,-3 3 0,-1 1 57,3-24-12,-6 23-67,-4 20-28,-4 20 11,-2 19-33,-3 17 5,-1 16-391,0 8 386,6-29 0,0 0-40,1 0 0,0 0 178,1 26-799,4-6-1384,4-10 2067,11-10 0,-9-15 0,3-8 0</inkml:trace>
  <inkml:trace contextRef="#ctx0" brushRef="#br0" timeOffset="275644">29172 6870 21220,'4'-60'1013,"0"-1"1,0 16 0,0-1 0,-1 3-563,1-2 1,-1 2-657,2-7 0,-2 1 420,-1 10 1,0 4 81,2-19-258,-2 28 342,1 14-358,3 30 16,5 21-45,-3-5 1,1 6-535,-3 3 1,1 5 0,-2 1 518,0 0 1,-2 1 0,0-1-8,-1 2 0,0 1 0,-2 0-118,-2 2 0,-2 1 1,0-2-190,1-9 1,-1-2 0,1 2-954,0 15 0,-1 4 0,2-3-1989,2-14 0,0-2 0,1-2 1984,0 17 1,1-9 0,3-7 0,-4-33 0</inkml:trace>
  <inkml:trace contextRef="#ctx0" brushRef="#br0" timeOffset="276036">29696 6931 26105,'4'39'151,"2"16"-129,-3 1-762,-2-20 0,0 0 748,-3-2 1,-1-1 19,-6 27 477,-4-13-359,3-16 446,3-16-251,4-17-122,8-17 27,14-32-195,-2 8-18,0 4 1,3-1 137,-3 10 1,1 0-138,5-8 0,2 0-4,-1 3 1,2 2-3,1 4 0,0 3-17,8-4 12,7 12-34,-14 25-1,13 14-77,7 19-385,-22-13 1,0 3-460,5 13 1,-1 1 279,-9-13 1,-2 1 652,7 22 0,-3-5 0,-11-19 0,5 16 0</inkml:trace>
  <inkml:trace contextRef="#ctx0" brushRef="#br0" timeOffset="276603">30791 7278 20905,'-51'-1'1086,"1"0"1,5 2 0,11-4-757,25-4 40,16-1-325,4 0 11,28-5-39,16 3-814,-1 2 0,5 0 805,-4 2 0,1 0-4,-12 1 0,1 1 0,-2-1-184,7-1 1,-4 0 190,-13 2 0,-2-1 172,23-15-93,-36 3-29,-5-13-38,-25 2 1259,-14-3-1170,-9 2 1022,-1 4-832,8 5 6,9 6-95,9 3-129,9 6-34,8 2-22,8 2-39,10 10 28,8 7-23,5 12-10,1 9 32,-9-5-16,-11-4 0,-3 3-50,0 14-45,-6-11 0,-2 1-342,-8 20-656,-11-3-1679,-9-5-7059,-4-7 8869,6-15 0,6-10 0,9-11 1</inkml:trace>
  <inkml:trace contextRef="#ctx0" brushRef="#br0" timeOffset="277294">31724 7093 20699,'1'-3'4448,"0"1"-3412,-1 2-946,19 11-6,-15 11-28,13 16-39,-20 10-1,-1-1 1,-1-3 0,1-12 17,1-10 178,2-11 29,3-12-129,5-11 0,6-12 11,5-12-39,3-7 0,-1-6-22,1-1-28,0 2-46,-1 9-21,-2 12-6,1 13-118,3 14-146,6 13-268,7 12-487,3 9-533,0 8-824,-4 0-1018,-1 0-252,-5-7 1382,-6-9 2197,-4-13 2128,-7-11 1518,-4-10-241,1-9-1148,0-3-678,1 0-543,-4 3-577,-2 7-297,-2 7-39,-2 11 0,1 7-12,-1 11-22,3 5 29,3 0 16,4-3-23,3-5 23,1-10 17,5-7 39,5-12 90,7-9 117,3-12 56,1-11-56,-2-8-72,-3-5-51,-5-1-62,-7 6-56,-6 6-61,-7 13-202,-2 11-274,-2 11-554,-2 16-1004,-1 11-1792,-3 16 3837,-3 12 0,4-22 0,1 0 0</inkml:trace>
  <inkml:trace contextRef="#ctx0" brushRef="#br0" timeOffset="277803">32569 7440 17137,'7'4'6363,"-1"0"-4991,-6-4-430,0 0-321,71-66-1694,-39 25 1162,-4 10 1,5-4 0,-6 2-1,-9 1 1,-5 0-86,1-3 0,0-1 32,0-5 1,-2-2-9,0-3 0,-1-1-331,0-3 0,-3 0 328,-1 1 0,-1 0 3,-2 5 0,-2 1-43,-2 6 1,-2 3 64,-3-15 953,-3 22-975,-1 20 431,-1 22-476,-4 21 14,5-7 1,-1 3-89,-2 10 0,0 3 91,1 8 0,0 3-538,0 4 1,3 2 523,1-1 0,3 1 5,3-4 1,4-2 2,4-5 1,5-2-217,2-8 1,5-3 229,3-8 1,3-4-11,27 4-21,4-30 35,0-27-58,-26 1 1,-2-5 42,3-9 0,-2-4 6,0-10 0,-1-3-80,-10 13 1,-1-2 0,-1-1 104,-1-4 0,-1-1 0,-1-1 11,-3 0 1,-1-1-1,-3 1 15,0 3 0,-2 0 0,-3 2-47,-3-14 1,-5 4 82,-2 12 0,-3 4 40,-17-11-130,3 26 829,4 32-829,4 25 0,9 0 0,2 4 222,1 11 0,2 5-251,2-8 1,1 1 0,1 2-430,2 6 0,1 3 0,1 1 183,1 6 1,0 1 0,0 2-271,-1-12 0,0 0 0,-1 1 0,-1 1 545,-3 7 0,-2 2 0,0-1 0,1-6 0,1-8 0,1-5 0,-3 0 0,-6 19 0,0-1 0</inkml:trace>
  <inkml:trace contextRef="#ctx0" brushRef="#br0" timeOffset="279477">20506 10581 15373,'-5'-8'2632,"-13"-24"1,-6-5-1104,-4-1-1270,-3-5 1,-4 1 232,2 19 1,-1 7-558,0 4 0,0 3 216,-10 2 0,2 5-28,-19 7-25,24 3 0,1 4-14,-17 15-97,22-3 0,3 2 30,-4 19-6,23 8-11,21-20 0,27 5 6,12-7-12,-16-12 1,3 0-9,10 5 0,2-1-242,-11-4 1,-1-1 247,3 2 0,-5-1 2,-3 3 206,-21-2-183,-31-6 34,-39 6-26,23-13 0,-2 0-162,-13 0 0,1-2 137,15-2 0,1-1 2,-6-2 1,3 0 237,-13-7-648,-1-13-215,26-9-2614,27-14-813,14 11 3275,18-3 0,-20 22 1,2 2-1</inkml:trace>
  <inkml:trace contextRef="#ctx0" brushRef="#br0" timeOffset="280620">20657 10318 18997,'5'-6'5612,"-1"0"-5341,8-21 1,-1-6 843,-6 7-961,7-9 0,-4 5-75,-11 23 10,-4 21-44,0 16-45,0 6 5,3 4 1,2 3-40,2-9 1,0 1-628,2 16 1,2 2 402,1-9 1,1-2-158,4 0 0,0-2-167,8 20-686,-4-23 0,0-4-932,0-2 777,1 5 1081,-19-35 325,-13-15 96,-3-6 1144,-14-16 279,-4-12-74,1-2-750,17 21 0,2 1 419,-2-13-341,10 7-392,8 9-240,14 9-46,12 6-39,18 6-39,17 3-200,-24 2 1,2 1 202,3 0 0,0 1 2,2 0 1,-1 0-18,0 0 1,-1-1-3,-2-1 0,-2 0 17,-2-3 0,-2 0 235,19-4-154,-18-5 57,-16 1 10,-12-2 28,-13 2 39,-7 2 414,-8 3-531,0 3 95,-12 6-129,14 5-67,-3 5-22,15 2 22,10 2-6,8-2 6,7-2 6,5-4-18,0-6 24,-1-7 38,-3-7 45,-5-12 12,-5-6-12,-3-6 50,-9-4 46,-4 1-23,-8 6-62,-4 10-72,3 9 50,-15 12-73,11 13-28,-8 13-22,11 15-107,8 9 23,5-7-314,12 14-92,5-27 0,4 0 78,3 2 0,3-2-464,8 5 1,5-4 354,1-8 0,2-5 196,3-3 0,1-5 198,1-5 1,0-4 210,-2-6 0,-2-6 49,-5-2 1,-3-5 356,-5-4 0,-4-4 736,5-30-83,-14-6-241,-11 3-186,-5 7-167,-3 11-169,0 13-184,1 13-118,4 12-33,5 16 624,7 17-597,6 20-39,-6-17 1,0 2-275,0 5 0,-2 2 286,-1 4 0,-2 1-1,-2 2 1,-1 0-15,-1 0 1,-3-1-1,0-4 1,-1-2-99,-1-6 1,-3-3 118,-8 12-7,-3-21 1,-1-25 5,2-20 0,3-23-3,9 13 1,2-3-52,4-8 0,4-3 49,2-8 0,3-2-12,3-6 0,3-1 13,-4 19 1,-1 1 0,1-1 0,5-16 1,0 2-7,-3 7 1,0 3 15,-4 10 0,0 4-7,5-13-11,-2 20 6,0 14-12,6 10-5,4 12 910,3 9-916,-2 14 177,-7 9-238,-12 7 11,-21 0-393,-20-3 364,10-26 1,-3-2-112,-2-3 0,0-1-868,-27 5-2942,15-8 4017,20-6 0,13-5 0,10-1 0</inkml:trace>
  <inkml:trace contextRef="#ctx0" brushRef="#br0" timeOffset="280886">22196 10468 27180,'7'-26'-3445,"18"5"3445,13 17 0,3 6 0,3-3 0,0 0 0</inkml:trace>
  <inkml:trace contextRef="#ctx0" brushRef="#br0" timeOffset="281253">22843 10062 22867,'1'-6'3960,"0"2"-2812,-1 4-1081,-7-13-33,-4 37-45,-6 1 8,9 6 0,3 5 11,0-3 1,3 1-6,4-2 0,2-1-3,13 23 5,10-13-5,7-18 17,4-21 0,4-22 28,3-16 8,-23 13 0,0-2 36,-1-1 1,-2 0 130,13-23-220,-9 9 0,-9 10 0,-8 15 0,-4 10 0,-4 19 0,-3 17 0,-2 23-82,3-19 0,0 3-821,0 8 0,1 2 68,-1 8 1,1 3-548,1-16 0,0 1 1,1-1 1381,-2 18 0,1-4 0,0-17 0,1-5 0,0 7 0</inkml:trace>
  <inkml:trace contextRef="#ctx0" brushRef="#br0" timeOffset="281544">20834 11304 18612,'-60'2'224,"1"0"1,-1 0 0,1 0-1,-1 0 1,0 0 0,-4 0-1,2 0 1,4 0 0,2 0 42,-8 0 0,4-1 0,14 0 439,11-1 1099,48-8-1646,28 1 1,17 1-54,-11 0 0,6-1 1,5 1-1,1-1 1,-5 0-649,2 1 0,-3 0 0,1 0 0,5 0 572,-7 1 0,4-1 1,4 0-1,0 1 1,1-1-1,-2 1 0,-3 0-221,9-1 0,-3 1 0,-1 0 0,1 1 1,4-1 209,-9 0 0,1 1 0,2 0 0,1-1 1,0 1-1,1 0 0,-2 0-145,1 0 1,0-1 0,1 1 0,-1 0-1,1 1 1,-1-1 0,0 0 141,-1 0 1,-1 1 0,0 0 0,1-1 0,-1 1 0,1 0 0,1-1-123,-4 2 1,1-1 0,1 0-1,0 0 1,-1 0 0,-1 0-1,-2 1 1,-2-1 109,8 0 1,-3 1-1,-1-1 1,-1 1 0,2-1 26,-4 1 1,4 0-1,0 1 1,-2-1-1,-3 1 1,-7 0-60,4-1 0,-6 2 0,-1 0 315,24 0 0,-8 1-10118,-5 6 9044,-39-2 1,-24 1-1,5-5 1</inkml:trace>
  <inkml:trace contextRef="#ctx0" brushRef="#br0" timeOffset="284529">21307 12220 21209,'-1'-61'1378,"0"0"0,1 8 0,1 9-935,0 13-259,2 17-72,0 20 6,3 19-51,0 23-62,-3-14 1,0 3-473,-1 6 1,0 2 340,-1 3 0,-1 0-188,0 2 0,0 1-372,0-2 0,1 0-647,1-2 0,2-1-1681,1-5 1,1-3 3013,8 19 0,-3-26 0,-5-17 0</inkml:trace>
  <inkml:trace contextRef="#ctx0" brushRef="#br0" timeOffset="285112">21468 12258 15221,'-27'-56'2233,"0"-1"0,1 6 0,2 5-1235,-6-4-438,10 12-331,18 9-117,24 8-11,24 5-62,-8 8 1,4 2-500,11 0 0,5 0 462,-13 1 0,3 1 0,2-1-672,5 0 1,3 0-1,0-1 681,-10 2 0,1-1 1,0 0-1,1 0-488,4-1 0,-1 1 0,2-1 0,0 0 468,2 0 1,0-1-1,1 1 1,1-1-386,1 0 0,1-1 0,0 1 0,0-1 390,1 0 0,1 0 0,0-1 0,0 1 4,-11 1 0,-1 0 0,1 0 0,0 0 0,-1 0 0,1 0 0,-1 0 0,1 0 0,-1 0 0,0 1 4,11-2 0,0 1 0,-1 0 0,0 0 1,-4 1 1,-1 1 0,-1 0 0,-1 0-111,11 0 1,-2 0-1,-3 2 112,-9 0 1,-2 1 0,-3 1 435,7 0 0,-5 2-353,10 7 1654,-32 6-1470,-23 6 2391,-9 2-2447,-4 1 1703,3-1-1758,1 1 198,0 4-221,-2 9-28,0 12-65,3-17 1,1 3-488,0 7 1,1 2 469,1 7 1,1 2-20,4 6 1,3 2-419,-1-18 0,1 1 0,1 0 403,2 1 0,1 1 1,1-1-5,0 0 1,0 1-1,1-1-3,-2-2 0,0 1 0,-1-1-9,3 18 1,-5-1-314,-4-7 0,-7-2 302,-7-5 0,-8-5 14,-8-6 1,-7-5 13,-10-4 0,-7-6-273,10-8 0,-2-3 0,-1-1 279,-6-2 1,-2-1 0,0-3-299,-6-1 0,-1-3 0,0-1 306,12 0 0,0-1 0,-1 0 0,0-2-7,0 0 0,-1-1 1,-1-1-1,1 0-3,-2-1 1,0 0-1,0-1 1,-1 0-8,0 0 0,-1-1 1,-1 0-1,1 0-10,-3 0 1,0-1 0,-1 0 0,0 0-36,-2-1 1,-1 1 0,0 0-1,0 0-336,-1 0 1,0 1-1,0-1 1,0 1-179,2 0 1,-1 1 0,1 0 0,0 0 564,0 0 0,-2 0 0,4 1 0,4 1 0,-11-2 0,6 1 0,10 1 0,-1 1 0</inkml:trace>
  <inkml:trace contextRef="#ctx0" brushRef="#br0" timeOffset="286279">22000 12217 15356,'4'-6'5075,"-1"2"-3075,-3 4 436,0 0-2134,8-6-66,-5 14 10,5 5-173,-8 7 61,-5 8-16,-5-10 22,-7 4-6,-4-4 68,-3-6 61,1-6 45,-3-11-213,9-2 51,0-15-62,12-5-11,8-24-51,10 3-5,12-7 5,-2 24-10,8 6 27,-6 16-28,11 6-22,-13 8 16,11 27-10,-20 2-1,1 9-33,-11 7 22,-15-4 11,1-15 1,-5 1-15,-13 10 1,-4-2-861,2-6 1,-2-3 885,1 1 0,-2-3 2,5-9 0,1-5 37,-4-1 34,2-15-57,18-13-11,17-15 0,8 3 1,19-6-85,22 6-17,-25 14 1,3 2 577,7 0 1,1 4-988,-5 2 1,-2 2-348,19 3-2397,9 3 3243,-11 2 0,-16-2 0,-5-1 0</inkml:trace>
  <inkml:trace contextRef="#ctx0" brushRef="#br0" timeOffset="286502">22577 12148 21730,'9'-57'1486,"0"-1"0,0-1 1,-2 5-339,-4-6-678,0 6-139,-3 8-163,0 28-146,-1 11-5,-1 16-6,-2 18-11,-1 10 0,0 5-34,1 4 1,-1 4-1013,0-5 1,1 3 0,0-2 899,0 6 1,1 0-234,0-9 0,0 3 0,2 0-1365,2 2 0,2 0 1,1 0-1534,0-1 0,1 0 0,0-1 2637,4 18 1,0-6-1,6-3 1,-11-41-1</inkml:trace>
  <inkml:trace contextRef="#ctx0" brushRef="#br0" timeOffset="287569">23155 12242 26491,'9'-49'566,"0"14"-443,-7 48-28,0 13-11,0 13-33,0 11-23,-5 6-6,-2 3-22,-4-3 34,-1-8 22,2-12 39,1-13 62,4-14-29,4-13-32,7-12-1,8-16 28,7-11 11,9-9-81,-15 26 1,1 0 58,20-24-38,0 10-74,-2 12 0,-1 12 0,-1 12 0,1 17 0,3 15-169,1 21-513,-19-18 1,-2 3-17,0 6 1,-2 2-1505,0 6 1,-3 1 1571,-3-3 1,-1-3 0,1 16 0,-6-26 0</inkml:trace>
  <inkml:trace contextRef="#ctx0" brushRef="#br0" timeOffset="288745">24345 12218 20963,'-8'11'2756,"14"-7"-2527,23-11-70,1 1 1,5-1-56,7 0 0,4 1-929,-3 1 1,4-1 0,1 1 840,7-1 1,1 0 0,4 1-20,-3 1 0,3 0 1,0 0-1,-3 0-3,-2 1 1,-3 0-1,2-1-7,-2 2 1,4-1-1,-1 0 1,-7 0-11,9-1 1,-5-1 6,7-1 1,-2-1 37,-15 0 1,-8-3-41,-2-16 35,-28 6 16,-40-12 35,-16 9-297,16 9 1,-2 1 317,-2 1 1,-1 2 101,-5 0 0,2 2-18,-12-3 1910,-5-1-1691,39 3 610,0-4-806,12 0 25,6-1-182,6 4 765,1 3-821,10 4 23,4 6-18,13 7-16,18 20-11,-2 6-39,0 5-85,-25-16 1,-1 1-1015,6 22-128,-14-17 0,-2 1 1305,-4 2 0,-4-2 0,0 4 0,-6-6 0</inkml:trace>
  <inkml:trace contextRef="#ctx0" brushRef="#br0" timeOffset="289161">26048 11987 24256,'6'-50'670,"0"0"1,0-2-1,-1 5 181,0 2-470,-2 8-252,-1 11-129,-2 25 0,-2 20 22,-5 19-16,3-6 0,-1 3-435,-1 8 1,0 3 392,0 6 0,1 2-610,-1 3 0,1 1 276,1 0 1,0-3 72,1-11 0,0-1-563,2 3 1,-1-1-1975,1-11 1,-1-2 2833,-2 26 0,1-20 0,0-27 0</inkml:trace>
  <inkml:trace contextRef="#ctx0" brushRef="#br0" timeOffset="289652">26046 12148 16768,'3'-47'1251,"0"1"0,1-1 0,-1 3 1,1 1-1,0 2-854,4-10 1,2 2-1021,3 5 0,3 1 704,6 3 1,6 2-63,6 2 1,5 4-34,10 2 0,6 3 12,-13 10 0,3 1 0,1 3-627,5-1 0,1 3 1,2 0 633,3 2 1,2 2-1,-1 0-5,2 2 0,1 1 0,-1 1-6,1 0 1,1 1 0,-4 1 5,-12 1 0,-2 0 0,3 0 0,0 1 0,4 0 0,-1 0 0,-4 0 5,16 0 1,-2 0-1,-5 0 1,3 1 0,-4-1 105,1-2 1,-5-1-25,-11 1 0,-4-2 321,13-3 41,-22 0 442,-16 2-785,-6 3 1916,-4 1-1927,0 5 798,0 7-770,-3 13-11,-1 15 6,-1 17-507,3-21 0,1 3 411,4 9 1,3 1-12,3 9 0,3 2-6,0-15 1,1 1 0,1 1-648,2 3 1,1 0-1,0 1 631,0 1 0,1 0 0,0 0-21,-2 0 0,0-1 1,-2 0-334,-2-3 0,-2-1 0,-5-1 317,-4 16 1,-10-4-338,-11-7 1,-10-6 356,-14-7 0,-10-7 22,12-14 1,-5-3-1,-1-3-256,-6-1 0,-2-3 0,-1-2 267,-5-2 1,-1-4 0,0-1-5,13-1 1,0-1-1,0-1 1,-1-1-9,1-1 0,-1-2 0,0 0 0,0-1-12,1-1 1,1-1 0,0 0 0,0 0-40,2-1 1,1 0 0,0 0-1,1-1-112,-12-4 0,2 0 0,0-1-18,6 2 1,0-1-1,3 1-589,6 0 1,0 0-1,4-1 801,-11-9 1,6 1 0,-2-2 0,18 3 0</inkml:trace>
  <inkml:trace contextRef="#ctx0" brushRef="#br0" timeOffset="290219">26739 12103 19848,'-4'0'3579,"1"0"-1938,3 0-1237,-27-74-163,20 42-163,-8-13 1,2 2 49,13 19-55,2 8-73,3 7-5,7 5 10,9 9-16,13 7 5,10 12-27,6 8 22,-2 6-6,-7 4 0,-16 3 34,-15-2-6,-22-4-11,-14-4 11,-15-6 28,-4-7 6,0-6 6,6-9 61,8-4 67,10-8-28,9-3-39,6-3-17,5 1-44,5 4-1,6 2-16,11 8-23,9 6 17,9 11-17,5 10 0,-2 8-33,-7 4-40,-14 2 1,-12-3-1,-20-5-72,-13-8-141,-16-8-212,-8-11-706,-2-7-2543,4-16 2888,11-3 0,16 1 0,11 5 0</inkml:trace>
  <inkml:trace contextRef="#ctx0" brushRef="#br0" timeOffset="290435">26969 11634 21965,'4'-3'3832,"-1"0"-2718,-3 3-1013,32 62-90,-26-32 0,0 5-537,5 4 0,3 6 1,-4-1 385,-6 14 0,-2 0-224,0 0 0,2 0-589,0-4 1,2-1-3283,2-4 1,1-3 4234,-1-9 0,1-5 0,3 9 0,-5-23 0</inkml:trace>
  <inkml:trace contextRef="#ctx0" brushRef="#br0" timeOffset="290812">27419 12037 27118,'12'47'33,"1"0"1,-3-2 0,-3-2-29,-5-8 1,-3-1 17,-7 27-1,-6-10-11,-3-12 51,1-15 16,6-12-22,4-19-22,9-13-6,6-21 17,9-12-17,-5 21 0,1-1-181,2 0 0,1 0 228,2 1 1,1 2-1613,3 1 0,1 3 1581,7-5 1,11 6-45,-16 22-22,10 11-57,3 15-150,0 15-382,-2 11-75,-18-21 0,-2 1-1667,1 3 1,-1 0 2352,12 23 0,-11-20 0,-8-16 0</inkml:trace>
  <inkml:trace contextRef="#ctx0" brushRef="#br0" timeOffset="291429">28507 12018 18431,'-49'3'1734,"1"1"1,-1-1 0,6-1-828,8-2-202,0 0-49,13-2-449,15 0-89,25-4-79,8 0-14,6 0 1,5 0-418,5 1 0,5-1 399,5 1 1,5-2-1,-1 1-1056,-4 1 0,-1 0 0,0 0 1041,0 0 1,0 0-1,-2 0-3,14-2 0,-4 0-167,-20 1 1,-2-1 185,1 0 1,-3-3 2,5-10 23,-28-4 100,-32-14-50,1 10 157,-23-16 67,13 17 566,-2-11-762,13 11-73,17 3-16,10 13 3198,18 5-3199,4 8 578,12 9-595,4 10-5,-20 0 0,-1 1-11,9 11-6,-14-6 1,-2 3-141,-1 30 11,-5-8-221,-10-7 1,-4 1-1113,-10 8 106,2-16 1,-1-2-1966,-9 5 2836,0-8 0,11-23 0,2 0 0</inkml:trace>
  <inkml:trace contextRef="#ctx0" brushRef="#br0" timeOffset="291702">29639 11590 24445,'-4'-43'429,"0"-1"0,0 4 1,2 13 466,2 24-873,0 22 16,0 25-31,0-9 1,0 2-453,0-4 1,0 2 437,0 16 1,0 5-12,0-12 0,-1 2 0,1 1-37,0 2 0,0 0 0,0 1-412,1 8 0,1 2 1,1-3 214,1-9 1,1-3 0,0-2-61,2 6 1,2 0-2095,4 9 0,0-4-7426,-2 0 8576,2 7 1,-11-43 0,-2-14 0</inkml:trace>
  <inkml:trace contextRef="#ctx0" brushRef="#br0" timeOffset="292235">29763 11881 18464,'-13'-50'907,"1"-1"0,0 1 1,1 4-1,0 0 0,3 5-652,0 3 0,4 4 37,6-23 478,15 14-742,19 10 11,21 9-39,-19 13 0,3 3-534,9 1 1,2 0 544,8 1 1,1 1-1,-12 0 0,2 1-11,-2 0 0,4 0 0,-4-1-6,2 1 1,0-1 5,-5 0 0,3-1 0,-3 1-6,7-3 1,-4 0 10,-4-1 1,-3 0 16,20-6 148,-27 5 1,-1-1-20,6 0 459,9-4-386,-22 9-73,-13 2-106,-8 3 1069,-4 1-1069,0 5 305,2 12-238,3 7-22,5 13-6,7 3-45,-1-5 28,2-2 0,2 1-31,-4-4 1,0 1-675,10 16 0,1 5 649,-3 0 0,-2 2-8,-7-12 1,0 1 0,-2 1-19,1 5 0,-2 2 1,0 0-5,-1 4 0,-1 0 1,-2 1-552,0 1 0,-2 0 1,-1 0 529,-2-2 1,-1 0 0,-3-1-8,-2-3 1,-3-2-1,-4-1 11,-3-5 1,-2-1 0,-3-4 21,-4 5 0,-8-6 10,-9-10 0,-9-4 1,-1-5 3,-10-4 0,-4-6 5,0-1 1,-4-1-1,1-4 0,5-6 1,0-2 0,1-3-554,-2-2 1,-1-2 0,2-1 526,1-2 0,0-2 1,2-2-46,4 0 1,1-1 0,2-2-360,5 1 1,2-2-1,3 0-402,-11-11 1,5-3 826,9-3 0,6 2 0,-2-4 0,14 5 0</inkml:trace>
  <inkml:trace contextRef="#ctx0" brushRef="#br0" timeOffset="292485">30167 11817 26273,'12'52'-116,"1"0"0,-1-1 1,0-2-379,-1-10 1,-1-1-1310,1 1 0,-1 0 1803,-1 0 0,-1-3 0,3 5 0,-5-8 0</inkml:trace>
  <inkml:trace contextRef="#ctx0" brushRef="#br0" timeOffset="292879">30438 11571 21887,'-8'-46'1236,"0"1"0,2 6 0,4 6-799,7 14-241,3 11-11,1 21 44,0 22-142,-3-4 0,0 4-645,2 12 0,0 4 575,-2-10 0,-1 1 0,1 1-21,0 6 0,-1 0 0,1 2-20,-1 2 0,0 1 0,1-1-615,0 2 0,0 0 1,0 0 380,1-2 0,0 1 1,0-2-335,0-2 0,0 0 0,0-2-1662,0-3 1,-1-1 0,0-2 2253,1 9 0,-2-4 0,1 9 0,-5-30 0</inkml:trace>
  <inkml:trace contextRef="#ctx0" brushRef="#br0" timeOffset="293295">30641 11953 19826,'-2'-8'4380,"0"1"-3680,2 7 180,0 0-724,32-40-16,-17 51-39,25-20-34,-26 69-39,-8-27 0,-1 1-156,0 1 1,-2 0 141,-1-2 0,0-1 20,-3 21 5,-4-12 45,-2-15 112,2-12 22,2-11-78,3-15-28,4-9 323,4-15-301,7-8 6,4-6 6,5-1-12,2 4-50,0 11-56,0 12-28,0 13 0,2 10-33,2 14-85,5 11-184,3 15-426,1 8-1155,-5 6 1883,-10 3 0,-12-26 0,-7-5 0</inkml:trace>
  <inkml:trace contextRef="#ctx0" brushRef="#br0" timeOffset="293869">31640 11896 24284,'-43'-3'681,"-1"0"1,3 0 0,14-5-587,33-7-56,4 0-16,25-1-18,14 4 0,-14 4 1,2 2-14,5 0 0,2 0 13,6-1 1,-1 1 5,-16 1 0,-2 0-8,4 0 0,-5-3 47,-12-4-27,-6-5 33,-27-15-17,-13-2-22,-9 0 72,-11-1 118,13 12 79,0 0-6,17 6-202,19 8-44,9 4 16,18 2-38,7 5 10,12 7-16,5 9-23,-21 1 0,-2 3-14,-4 1 0,-2 0 14,-1 1 1,-2 2-24,-5 3 1,-3 0-190,-1 23-7,-6-19 1,-3 1-633,-7 5 0,-4 0-1204,1-8 0,-2-1-1255,-14 24 2581,4-22 1,12-21-1,2-2 1</inkml:trace>
  <inkml:trace contextRef="#ctx0" brushRef="#br0" timeOffset="294568">32318 11638 19988,'0'-5'5355,"1"1"-4795,-1 4-414,26-3-45,-19 25-51,19 6-22,-26 25 11,-3 1-28,0-14 12,-2 2-29,3-16 107,0-5 28,5-12-40,7-20-21,2-2 4,11-19 24,-1-1 13,-7 6 0,1-2 48,7-19-34,0-4-67,-10 20-28,-4 11-22,2 8-6,-5 8 33,11 12-83,-5 7-45,6 13-6,-5 5-6,-2 5-16,-4 0-56,-3 0-34,-3-5-78,-1-6 112,1-9-331,2-3-336,1-8-397,4-1-634,9-6 953,1-3 291,6-5 449,-8 1 77,2-2 158,-6 2 167,7-6 62,-6 2 67,-1-2-173,-6 5 178,-3-2 46,-1 1 381,0-8-180,1 1 45,1-3-302,-1 7 296,0-3-44,-2 3 146,1-5-427,-2 4-89,0 1-140,0 6 12,0 3-74,0 3-140,0 1-150,0 5-52,0 0-974,0 9-2403,0-1 3697,0 4 0,0-8 0,0-1 0</inkml:trace>
  <inkml:trace contextRef="#ctx0" brushRef="#br0" timeOffset="295162">32852 11748 19462,'-6'2'5057,"1"-1"-2922,5-1-1984,21-24-118,-15 18 79,15-12-22,-21 24 0,-1 6-57,-1-5 79,-2 2-84,2-6 17,-1 1 67,2-4 230,1 1-275,-1-4-28,1-1 34,-1-5-34,1-1 51,2-6-46,0 0 12,2-2-28,-1 5 17,0 2 17,-1 5-62,0 2-17,-1 4 6,-1 7 22,-1 5-17,0 3-5,-5 20 17,0-5-6,-3 16 0,3-7-11,2-2 11,4-10 5,10 3 12,0-17-11,11 2-1,2-20 12,5-7 11,3-12 17,-1-6 5,-6-7-11,-6-2-22,-10-1 0,-3 5-23,-5 12-78,-3 2-252,1 15-459,-3 1-851,0 17-2645,-1 9 4291,0 6 0,2-8 0,2-7 0</inkml:trace>
  <inkml:trace contextRef="#ctx0" brushRef="#br0" timeOffset="295702">33131 12066 26732,'22'-52'229,"1"0"1,-2 1 0,-2 4-163,-9 16 0,-2 1-457,0-4 1,-2-1 436,0-2 1,-1 0-23,-1 0 1,-1 0 18,-1 0 1,0 2 56,-1-26 312,-2 15-307,0 17 90,-1 16-179,1 8-12,-1 11 7,-1 11 466,-2 16-483,-3 18-1,4-19 0,0 2-348,0 3 0,1 2 337,0 3 0,1-1 23,2 0 0,2-1-213,3-1 0,4-2 179,2-3 0,4-2-9,2-4 1,3-2-42,22 11 66,-1-16 18,-2-23 11,-2-17 5,-3-22-5,-7-15-132,-15 20 0,-3-3 151,-3-6 1,-1-3-15,-2-5 1,-1-2-4,-2-3 1,-1 0 11,-1 3 0,-3 1 22,0 6 0,-1 2 117,-1 9 0,0 3-62,-6-14-108,4 21 0,3 17 0,-1 24 0,-1 20 0,-2 25 0,5-19 0,2 3-142,0 8 1,2 3 4,2-13 0,1 1 1,1 2-251,0 4 1,2 2 0,-1 0-1046,1 5 0,0 2 0,1-2 1026,-2-4 0,0-1 0,0-4 0,0 4 1,0-5-1,-1 7 0</inkml:trace>
  <inkml:trace contextRef="#ctx0" brushRef="#br0" timeOffset="297835">22754 14069 24144,'42'-24'80,"1"-1"0,-8 3 1,0 5-87,1 7 1,1 4-684,-1 0 1,0 1 542,9-1 1,1 1-357,3 0 1,-3 2-134,15-2-434,-16 2 912,-34 2-145,-23-2 593,-11 1 426,-13-2 1602,-10-2-1221,12 3-633,7 0 212,14 1-155,6 9 217,-4 21-375,1 12-255,3-7 0,1 1-47,-3 21-48,4-14 0,0 0-192,1-5 1,0 2-137,0 21 0,0 3-1291,2-9 1,2 0 1604,4 12 0,2-4 0,-1-5 0,7-9 0</inkml:trace>
  <inkml:trace contextRef="#ctx0" brushRef="#br0" timeOffset="300369">27004 13647 17333,'0'-3'4946,"0"1"-700,0 2-4095,3-50-73,-1 37-44,2-37 5,-3 49-39,-1 2 0,0 4 17,-5 6-11,-3 4 5,-8 3 6,-14 2-6,8-6 11,-14 0-11,11-9 40,-2 0 33,7-2-62,10-3 62,6 0-61,24-2 10,16-1-3414,18-4 3387,1 2-17,-20 0 0,2-1-273,0-1 0,1 1 228,12-3 0,2-1-70,0 0 0,1 0-208,3-1 1,-2 0-54,-14 3 1,-3-1-79,24-4-593,-37 6 27,-24 4 146,-15 1-106,-29 3 834,-3 1 246,-12 2 3179,23-1-2697,1-2 1209,16-1-616,0-1 304,9 0-880,3 0-358,1 4 201,-8 12-84,-3 13-100,-10 19-186,12-18 1,0 4-1186,-2 15 1,1 1 1123,4-14 0,2 1-87,-3 18 0,4 1-425,5-16 1,2 0-3122,4 22 1,2 2 3632,0-16 0,1-2 0,1-4 0,0-6 0,0-6 0</inkml:trace>
  <inkml:trace contextRef="#ctx0" brushRef="#br0" timeOffset="302935">29872 13489 23973,'46'-23'83,"0"0"0,0 0 0,-5 3 0,0 0 0,-3 6-100,-1 8 0,-3 4-101,4 0 1,-2 2-510,23 1-813,-21 3 1,-1 2-3490,10 5-4902,-13 7 9712,-28-8 0,-7-3 1,-1-5-1</inkml:trace>
  <inkml:trace contextRef="#ctx0" brushRef="#br0" timeOffset="303102">30301 13429 12146,'-4'-2'8010,"1"0"-3182,3 2-4346,-29 13-297,20 4 56,-26 33-174,27-8 0,5 4-824,-3 3 1,1 2 660,1-9 1,0 3 0,1-2-533,0 14 1,1-1-2151,3 1 0,0-2 2244,1-7 1,1-5 0,2 12 0,-1-26 0</inkml:trace>
  <inkml:trace contextRef="#ctx0" brushRef="#br0" timeOffset="309162">31186 12703 20683,'0'-6'3226,"1"1"-2915,2-27 0,0-5-54,-2 15-8,3-18 1,-2 4-150,-2 30-88,0 2 27,-1 25 57,-2 16-38,0-3 1,0 5-617,0 8 0,-1 4 600,0 11 0,-1 0-17,2-9 0,-1 2 10,1 7 1,1 5-1,-1-7-21,2-9 0,0 2 12,0 2 1,0 10 0,1 1 0,-1-6 2,1-7 1,1-5 0,-1 4-511,0 1 1,1 4-1,-1 1 1,-1-3 491,0 6 0,-1-1 0,-1-1-6,-1 0 1,-1-1 0,-1 1 1,-2-2 1,-2 1-1,-1-2 2,-1 0 1,-1-1-1,-2-1-371,0-2 0,-1-2 0,-2-1 365,1-3 1,-1-1 0,-1-1-42,-6 12 1,-2-3 31,4-10 1,0-4-12,-13 13 29,13-28 828,11-30-801,8-24-45,3-23 6,1 1 17,1 6 0,-2-1-12,0 12 1,-1 0 702,-1-14 0,-2 0-700,-2 12 1,-1 3-15,-16-22 12,3 19 1479,-15 12-1485,15 19 156,-5 7-145,16 14 29,10 12-29,11 8-11,13 4 28,14-1 159,14-2-187,-23-20 0,2-1 0,2-2 0,-1-2 0,0-1 0,0-2-171,28 1 14,-6-5-425,-3-10-1244,1-5-4823,4-9 5953,-8 0 0,-17 5 1,-14 7-1</inkml:trace>
  <inkml:trace contextRef="#ctx0" brushRef="#br0" timeOffset="309736">33521 11478 18134,'0'-7'4941,"0"2"-4342,0 5 588,0 0-1008,-85 65-1593,50-34 1,-3 2 1417,2-4 0,-5 4 1,-2 1-1,2-2-53,-5 7 1,1-1-1,-1 0-116,8-8 0,-1 0 0,-1 1 0,0-1-275,-1 0 0,-2 1 1,1-1-1,-1 0-344,1-1 0,-1-1 0,0-1 0,1 0-447,-10 4 1,0 0-1,2-5-358,5-4 1,2-3 0,1-4 1588,-12-2 0,5-4 0,-2-3 0,16-11 0</inkml:trace>
  <inkml:trace contextRef="#ctx0" brushRef="#br0" timeOffset="309895">31977 11879 9783,'11'-51'1966,"-1"0"0,0 1 0,2 4 0,0 2 0,2 4-880,7-1 1,2 6-903,2 6 0,3 6 213,0 7 1,1 4-169,3 6 1,2 5-99,4 8 1,2 6-90,7 9 0,2 5-772,-10-2 1,0 3-1,1 3 646,5 5 0,1 3 0,0 2-722,-9-7 1,1 2 0,0 1 0,0 0 805,4 5 0,2 2 0,-1-2 0,-5-3 0,-5-5 0,-3-3 0,-1-1 0,12 11 0,-1 1 0</inkml:trace>
  <inkml:trace contextRef="#ctx0" brushRef="#br0" timeOffset="310695">29083 15903 20767,'15'-42'1170,"0"0"1,-2 3 0,-3 16-639,-5 37-409,-5 6-17,-6 42-106,1-30 0,-3 1-714,-2 14 1,-3 2 570,-4 3 1,-1 3-359,1-11 1,0 3 0,0-4 43,-1 2 1,1-1-889,-5 14 1,4-4-4951,8-3 6295,1-1 0,8-25 0,1-15 0</inkml:trace>
  <inkml:trace contextRef="#ctx0" brushRef="#br0" timeOffset="311285">28978 16212 11304,'9'-48'1567,"-1"0"0,1 0 1,1-1-1,0 0 0,0 7-94,12-17-977,-8 25 0,3 1-144,3 2 1,3 3-14,16-4 0,2 4-272,-10 8 0,3 1-699,4 3 1,6-1-1,-1 3 708,16-1 0,2 1-521,-5 3 1,3-1-1,3 1 452,-12 2 0,1 0 0,1 1 0,3 1-12,2 0 1,2 0 0,2 1-1,-1 0 1,-4 1-5,-2-1 1,-3 1 0,-1 0-1,5 1 3,4-1 1,5 1-1,1 1 1,-1-1-1,-5 1-288,-3-1 1,-3 2 0,-1-1 0,3 0 284,-3 0 0,2 1 0,1-1 0,1 0 0,0 1 5,6-1 1,2-1 0,0 1 0,-1 0 0,-2 0 7,4 0 0,-2-1 0,-1 1 0,-1-1-4,-3 1 0,-1 0 0,-1 0 0,-2 0 0,8-2 0,-2 0 0,-3-1-188,-14 1 1,-2 0 0,2-1 202,5-1 0,2-1 0,-2-1 21,15-3 1,-3-1 321,-6-2 0,-5 0-148,-16 4 0,-4 0 1275,12-7-1143,-32 9 2377,-13 6-2635,-9 3-11,-30 19-23,-9 9 306,23-11 0,-1 3-345,-4 7 0,1 4 3,5-1 0,1 5-5,-2 6 0,-1 5 1,2 0-417,3-2 1,1 0-1,0 2 398,3-3 1,0 3 0,0-1-1,2-2-1,1-2 1,2-1 0,0 1 5,-2 9 1,-1 2-1,2-2 4,3-9 0,1-1 0,0 1-276,-2 7 1,0 2 0,-1 1 198,-1 3 1,0 1-1,0-3-15,2-9 1,0-2 0,-1-1 29,-5 16 1,-3-4-26,-6-9 0,-5-7 47,-1-9 1,-4-5 33,-13 4 1,-6-4 23,5-9 1,-5-4 0,1-2-14,4-3 1,1-2 0,0-1-293,-1-1 1,1-1 0,0-2 303,-2-3 0,1-2 1,1 0-215,6 1 1,1-1-1,-5-1 201,5 1 1,-3 0-1,-3 0 1,-1-1 0,2 1-230,-10-1 1,1 1 0,-2 0 0,-1 0 232,12 1 1,-2 1-1,-1-1 1,-1 1-1,1 0 1,0 1-247,-9-1 0,0 2 0,1-1 0,0 1 1,2 1 237,8-1 0,2 1 0,0 1 0,0-1 0,-3 1-96,0 0 1,-1 0 0,-1 0-1,-1 1 1,1 0 0,0 0-95,-7 0 1,-1 0-1,2 1 1,-1-1 0,2 1-240,2 0 0,1-1 0,1 1 0,0 0 0,1-1-976,-9 0 1,-1 1-1,4-2 1,10 1 1404,1-2 0,11 0 0,7-3 0,30 1 0</inkml:trace>
  <inkml:trace contextRef="#ctx0" brushRef="#br0" timeOffset="312985">29622 15960 17272,'1'-3'5864,"-1"1"-4100,0 2-1237,7-70-146,-1 43-219,-2-14 1,2 3 10,0 25-94,-2 6 10,-3 13 18,-4 13 22,-7 17-85,-10 16-41,7-22 0,-2 2-217,0 2 0,0 0 214,1-1 0,2 0 39,-4 28-39,8-12 6,14-12 22,8-14-28,11-12 50,11-15-5,8-13 0,8-13-110,-25 10 0,0 0 107,-1-3 0,-2 0-12,-1-1 0,-2 0 166,14-18 0,-10 10-62,-10 14-100,-8 9-51,-6 16 613,-8 10-602,-3 16 29,-6 11-29,0 8-33,4 3-53,6-1-692,8-2-1222,10-5-4099,9-7 5257,2-12 0,-7-13 0,-6-9 0</inkml:trace>
  <inkml:trace contextRef="#ctx0" brushRef="#br0" timeOffset="313212">30438 15817 22520,'12'-61'1279,"0"1"0,-1 6 0,-3 7-702,-2 3-286,-4 20-241,-1 19 57,-5 26-18,-3 20-58,1-10 0,0 4-707,-6 19 1,1 2 649,3-15 1,-1 2-39,0 1 1,0 5 0,1-3-212,-2 8 1,2 1-739,2-9 1,-1 1 0,2 1-83,0-2 1,2-1 0,1-1 1094,3 21 0,3-6 0,-3-24 0,1-4 0,9 15 0</inkml:trace>
  <inkml:trace contextRef="#ctx0" brushRef="#br0" timeOffset="313602">30923 15915 22991,'0'-9'3013,"1"2"-2397,-1 7-95,0 0-437,-5 2-67,-1 31-6,-6 15-6,6-10 1,0 3 5,-2 8 0,1-1-1201,0-8 1,1-2 1191,0-3 1,0-1 25,-6 11 34,6-25 33,0-6 17,8-32-67,10-14-12,2-11-8,-1 13 1,3 0 10,1 2 1,1 0-180,4-7 1,3 0 187,1 2 0,1 2 19,-2 4 0,1 3 2106,25-13-2159,-18 20-11,1 12-22,-14 20-29,2 16-95,-11 2 1,-2 4-286,-4 0 0,0 2-126,-1 1 1,-2 2-1962,-4 5 0,-2-2 1774,-1 18 1,-2-9 0,2-25-1</inkml:trace>
  <inkml:trace contextRef="#ctx0" brushRef="#br0" timeOffset="314179">31536 16438 21876,'42'-17'77,"0"-1"0,0 1 1,0 0-1,0 2 1,0 2-59,1 5 0,0 2 0,0 1-17,14-2 1,1 1-11,-15 2 1,1 1 0,-3 0 12,5 0 1,-4 2-12,15-2 1436,-13 2-1318,-35-2 684,-13-3-331,-28-4 39,-21-6-292,4 0 20,5 1 1,1 0-104,-2-1 16,-1-3 1,2 1 117,11 2-95,-5-5-123,28 13 307,19 2-352,27 1 11,12 3-6,-12 4 1,3 1-284,-2 3 0,-1 1 261,24 9-254,-20 3 1,-2 3 275,5 17-22,-15-9 1,-3 3-46,-12-2 0,-6 0-247,-4 2 0,-4 0-240,-4 0 0,-5-2-964,-2 0 0,-3-1-8318,-20 23 8018,9-18 0,9-14 0,13-16 0</inkml:trace>
  <inkml:trace contextRef="#ctx0" brushRef="#br0" timeOffset="315295">32769 16289 20212,'1'-3'4901,"0"1"-3400,-1 2-1417,37-18-28,-28 33-11,25-2-17,-44 39-28,-8 5 11,-7-2 1,-2-7-12,2-10 11,7-9 17,6-11 45,6-8-17,5-13-6,8-9 28,5-10 1,8-9 33,5-5 0,2-4-17,2-3 11,0 3-33,-1 6-11,-3 9-45,-6 10-12,-5 9-10,-2 10-23,-2 9 28,0 12 0,0 9-73,0 6-157,-1 4-195,1 1-281,0-3-275,1-4 7,1-11 263,3-11 341,3-10 303,4-13 196,1-9 151,2-9 201,-1-7 135,-2-5 0,-5-4-21,-3 1-114,-4 3-100,-2 6-118,-3 8-106,-2 7-95,-1 7-40,-2 7-16,1 14 5,-1 0-11,0 10-17,0-7 28,0-6 28,0-3 174,-1-4-162,1-11-35,-1 4 1,0-9 11,-1 7-22,1 2 27,-1 1-5,2 2-39,-1 2 11,1 6 23,-3 0-23,-1 8 16,-3 1-10,-2 4-23,-3 6 23,0 1-6,1 3-11,5-2-6,2-4 34,6-4 22,2-7-34,3-4 1,5-5 28,2-9-34,3-3 39,1-8 17,-1-4 5,-2-5 7,-2-4 4,-1-2 29,0 1-62,-1 3-22,-2 5-17,-3 7-56,-2 9-73,-2 6-330,-1 10-745,2 7-2039,1 9 3243,-2 8 0,0-15 0,-2 1 0</inkml:trace>
  <inkml:trace contextRef="#ctx0" brushRef="#br0" timeOffset="315869">33351 16701 21063,'-7'1'4268,"2"-1"-3455,5 0 105,0 0-475,50-61-314,-29 39-212,13-18 1,1-1 261,-5 8-67,6-16-59,-19 21 0,-2-2-28,-1-2 1,-2-2-18,-1 0 0,-2-1 23,-2 2 0,-2 0 47,0-25 108,-4 14-158,-3 14-11,-3 15 11,-4 14-45,-6 16 34,-8 16 5,-6 19-153,12-18 1,2 3 130,-1 3 0,2 2 0,2 2 0,2 0 0,2 0 0,2 0 0,2-2 0,4 0 0,3-4 0,4-2 0,2-2 0,4-3-6,23 18-33,7-16 39,3-17-28,-2-21 39,-2-19-287,-2-19 273,-21 17 0,-2-4 14,3-14 1,-2-2-18,-5 14 1,-3-2-87,-2-18 0,-4-2 101,-1 19 0,-3 2-9,-3-8 0,-1 1 0,4 7 0,0 3 0,0-15 0,0 24 0,0 12 303,5 49-303,-16 7 0,6-4 0,-1 4 134,-7-1 0,-2 2-134,2 3 0,2 1-487,0 1 1,1 2 486,2-2 0,1 1-401,2 0 0,1-1-1481,1 1 0,2-2 1882,3-6 0,-1-4 0,-1 2 0,2-29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01:54.659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3782 2952 25881,'-1'5'134,"-1"20"-210,1 13 1,-1 7-256,-2 3 1,-2 0-1804,-2 4 1,-1 2 2133,-2 4 0,1-4 0,-3 8 0,3-9 0</inkml:trace>
  <inkml:trace contextRef="#ctx0" brushRef="#br0" timeOffset="574">3843 2720 19064,'-1'-6'3675,"0"2"-2964,1 4-661,92-33-50,-55 28 0,4 1-816,11-7 0,7-3 1,-2 3 818,-9 8 1,-2 2 0,1 0-1,5-2 1,0 0 0,2 0 1,4-2 1,1 0 0,1-1-1,-11 1 1,0 0 0,1-1-1,1 0-1,3 0 0,2 0 1,0-1-1,1 0-505,4-1 0,1 1 0,0-1 0,1 0 501,-10 2 0,0-1 0,1 0 0,0 1 0,0-1-382,2 0 1,0 1 0,0-1 0,0 0 0,0 1 382,1-1 0,0 0 0,0 0 1,0 0-1,-1 1 6,0-1 1,0 1 0,0 0 0,-1 0 0,0 0-1,-1 0 1,0 0 0,-1 0 0,0 1 0,-1-1-244,10 0 1,0 0-1,-1 0 1,0 1 249,-5-1 0,-1 2 0,0-1 0,-2 1 10,12 0 0,-2 0 1,-2 1 98,-9 0 0,-2 1 0,-2 1-14,10 4 1,-6 2 770,-16 0 1,-6 4-417,2 16 2024,-34 9-2358,-21 9-94,4-16 1,-1 2 935,-3 5 0,0 3-953,-1 7 1,1 4-97,2 7 1,3 3 72,8-16 0,0 1 1,3 2 6,1 1 1,1 2 0,3-1-3,1 1 1,3 0 0,-1 0-12,1-1 1,0-1 0,0 0-4,0-2 0,0-1 0,-2-1 10,-6 17 1,-6-3-415,-5-5 1,-6-4 433,-7-6 0,-6-4-3,-7-4 0,-4-6-9,-6-3 1,-3-6 1,14-7 1,0-2-1,-2-2-15,-4-1 1,-1-2 0,-2-1-586,-4-1 1,-2-2 0,-1-1 596,11-1 0,-2-1 1,0-1-1,-1 1-406,-5-1 1,-1-1 0,-1 0 0,-1 0 402,8 1 0,0-1 0,-1 1 0,-1 0 0,0 0-1,-3 0 0,-1 0 0,-1 1 0,1 0 0,-2 0-21,-1 1 1,0 0 0,-1 0 0,-1 0 0,1 1-270,-1 1 0,-1 0 0,1 1 1,-1 0-1,1 0 19,0 0 0,-1 0 0,1 1 0,1 0 0,-1 0-745,2 1 0,0 0 0,0 0 0,1 0 0,2 0 1016,-5 0 0,0 0 0,3 0 0,5 0 0,2 1 0,4-1 0,5-1 0,6 0 0,1 0 0</inkml:trace>
  <inkml:trace contextRef="#ctx0" brushRef="#br0" timeOffset="2367">4582 3017 24407,'-31'0'213,"4"4"-118,19 7-33,2-1 268,-4 1-27,1-6 0,-5 1-23,-1-10-56,0-8-118,3-4 96,2-24-118,6 8-23,4-13-49,9 14-24,8 10 18,9 10-12,4 11-5,7 14-6,-1 15 6,-3 15-11,-12 13-101,-17-23 1,-5 1 122,-8 5 0,-5 0-492,-7 3 1,-5-1 494,-5 2 0,-4-2 5,-2-2 1,-1-3 7,1-5 1,0-3 47,3-6 1,2-4 53,-13 2 257,8-22-280,25-15-61,10-14-17,27-8-20,-1 16 0,4 1-399,12-1 0,4 1 362,8 1 1,4 3-73,4 2 0,1 3-151,1 3 0,-1 3-309,-4 2 1,-2 4-869,-6 2 1,-2 3 1439,-5 2 0,-4 0 0,3 3 0,-13 0 0</inkml:trace>
  <inkml:trace contextRef="#ctx0" brushRef="#br0" timeOffset="2590">5395 2725 24704,'-2'-5'2364,"0"1"-1950,2 4-391,-3 93-1529,3-57 0,-1 4 1457,-2 11 1,-1 8-1,-1-2-164,0-11 1,1-1-1,-2 0-545,-1 3 0,0 0 0,-1 2 758,1 2 0,0 2 0,1-6 0,0-3 0,1-4 0,2-6 0,0 0 0</inkml:trace>
  <inkml:trace contextRef="#ctx0" brushRef="#br0" timeOffset="2967">5790 3171 26200,'8'-39'557,"0"-1"0,9-21-439,-4 70-34,6 14-56,3 21 6,0 15-230,-14-24 1,-1 2 200,-2 0 1,-3 1-6,0-1 0,-3 0 17,-4 25 93,0-16-20,0-20 72,2-17-61,3-23-51,2-17 18,7-24-21,-2 22 1,2-2-120,3-3 1,3 0 115,1 1 1,3 1-9,2 2 1,1 2-12,1 4 0,2 3-2,24-12-55,-1 17 20,-3 20-55,-2 18-17,-2 17-81,-21-11 0,-1 2-677,0 5 0,-1 2-2471,-1 5 0,0 0 3208,-2-2 1,-1-2 0,3 11-1,-8-18 1</inkml:trace>
  <inkml:trace contextRef="#ctx0" brushRef="#br0" timeOffset="3567">7292 3235 18616,'-6'0'4184,"2"0"-2761,4 0-1199,99-20-2177,-48 12 0,4-1 1965,-7 1 1,6-1 0,2 0 0,-1 0-8,-5 1 1,0 1-1,-1 0 1,1-1-4,1 1 1,1-1 0,-1 0 0,0-1-1,-2 1 1,0 0 0,0 0 0,-1 0 4,10-3 1,0 0 0,-3 0 25,-6 1 1,-3 1 0,-2-1 5,10-3 0,-6 0 485,-15 2 0,-5 0-188,-2-9-11,-33 2 34,-23-2 49,-19 0-27,-9 1 1782,-1 4-1905,11 4 945,16 5-1175,16 4-6,16 4-5,15 6-17,14 10 11,17 11-11,-18-10 0,1 1-198,2 3 1,1 2 188,0 3 1,-2 2-48,-2 3 0,-3 2-151,-5 1 0,-5 2-381,-4 0 0,-6 2-1207,-6-1 0,-5-1 1795,0-4 0,-2-3 0,-6 8 0,5-19 0</inkml:trace>
  <inkml:trace contextRef="#ctx0" brushRef="#br0" timeOffset="4491">9201 3239 22218,'5'-63'1303,"0"1"0,-1 3 0,-1 8-1040,0 16 51,-3 7-241,-2 25-40,-3 13 1,-4 18-20,1 6 0,0 5-14,1-1 0,0 3-610,-2 13 0,1 0 559,3-16 1,0-1-188,-1 10 0,2-1-224,1-12 0,0 1-723,0 11 1,1-2 103,2 9-907,2-7 957,4-40 902,2-14 1562,1-18-828,1-22-208,-6 16 1,-1-3-972,1-19 1,0-1 789,-2 15 0,1-1 65,0 0 1,0-3 0,2 3-234,1-2 0,2 2 234,3-10 1,2-2-45,8-6 0,3 1-171,1 11 1,2 2-57,0 2 0,3 3-6,8 7 1,3 5-1,0 8 1,4 4-4,3 1 0,5 1 0,0 2 0,-5 3 0,0 2 0,1 1-457,10 0 1,1 1 0,-1 2 457,-7 1 1,-1 1 0,-3 1-7,12 0 0,-1 0 1,-9 0 0,1 0 1,-2 0 1,-6 0 0,-1 0 0,1 0-229,10-1 1,2-1-1,2 0 226,-8-1 0,1 0 1,1-1-1,-2 0 10,7-2 1,-3 0 0,8 0 48,-10 0 0,7 0 0,4-1 0,-1 0 0,-4 1 0,-6 1 3,3-1 1,-6 1 0,4 1-149,10-2 1,8 0-1,-5 1 1,-16 3 166,-3 7 487,-10 8-352,-15 8 1062,1 5-1185,-2 10-6,0 7-45,-2-5-11,-6-7 0,1 2 67,0 2 1,-1 1-82,5 15 0,1 4-20,-1-4 1,0 4 0,0 0-5,-1-5 1,-1 1 0,1 1 258,-3-6 1,1 2 0,0 0 0,-2-3-262,3 16 1,-2-1-6,-6-14 0,-1 2 1,-6-4-230,-6 5 1,-8-2 228,-5-4 0,-5 1 1,-4-4 2,0-8 1,-3-3 0,-4-2-448,-9 2 1,-6-2 0,2-5 463,-5-2 0,-2-6-5,5-5 0,-4-2 0,0-2-157,4-2 1,1-3-1,-5 0 158,5-2 0,-4 0 0,-2-2 0,0 0 0,1 0 6,-8-1 1,1-1 0,-1 0-1,-2-2-158,4 1 0,-2-1 1,-1-1-1,2 0 0,4 0 153,5 1 0,4 0 0,0 1 0,-3-2-1,-6 0 0,-3-1 0,-2-1 0,3 1 0,6 1-172,3 1 0,5 0 0,-6-1-105,-4 0 0,-8-2 0,-2-1 0,2 1 1,7 1-773,3 0 1,6 1 0,-2-1 1049,-2 0 0,-4-1 0,2 0 0,8 1 0,0 1 0,8 1 0,-21-7 0</inkml:trace>
  <inkml:trace contextRef="#ctx0" brushRef="#br0" timeOffset="5041">9749 3378 23791,'-13'-47'603,"1"1"0,2-6 1,5 8-459,14 15-83,8-10-45,10 18-12,7 7-10,8 7-6,5 12-6,3 8 0,1 12-28,-5 8-5,-11 3 16,-14 3 12,-12-1 33,-16-2 11,-8-3 1,-7-7 27,-2-4 40,2-8-34,6-6 190,-2-6-55,8-6-1,-3-2-44,7-2-68,3 2-50,2 3-28,6 2-6,7 3-5,12 6 6,12 8-12,6 8-6,0 7-21,-10 5-7,-12 2 23,-16 2-11,-18-1-23,-17-2-156,-18-6-141,20-18 1,-1-2-443,-1-2 0,-1-2-3254,-27 0 3483,15-8 0,19 0 0,14-2 0</inkml:trace>
  <inkml:trace contextRef="#ctx0" brushRef="#br0" timeOffset="5267">10437 2908 26142,'13'51'19,"1"1"0,0-1 0,-3 0 0,-1 1 0,-4-2-66,-6-6 0,-4-1 1,0-1-824,1 1 0,0 0 1,1-2-257,2 18 0,3-4-2975,2-7 1,2-4 4100,9 17 0,-5-29 0,-4-19 0</inkml:trace>
  <inkml:trace contextRef="#ctx0" brushRef="#br0" timeOffset="5624">10790 3260 24015,'15'-50'791,"-1"-1"1,-1 6 0,1 12-612,1 24-24,5 18-27,4 16-50,3 20-65,-12-14 0,-3 3-446,-1 4 0,-3 2 443,-1 4 0,-3 1-3,-2-1 1,-2-1-9,-2-2 0,-2-3 22,-4 22 331,-2-23-152,2-19-38,4-23-51,2-18 0,5-21-23,6-17-326,-2 26 1,2-1 267,3 0 0,1 1-31,1 2 0,1 3 662,17-17-623,-1 18-45,-3 15-11,0 16 12,0 14-46,2 13-133,4 13-162,-15-17 1,1 1-1198,3 3 0,1 0 900,0-1 1,-2-2 0,8 8 0,-13-14 0</inkml:trace>
  <inkml:trace contextRef="#ctx0" brushRef="#br0" timeOffset="6225">12167 3241 21231,'-47'10'1157,"0"0"1,7-1 0,9-3-648,20-8-286,31-7-72,33-7-984,-6 5 1,5-1 849,-7 3 1,2 0 0,3 1-637,7-2 1,3 2 0,2-1 615,-12 2 1,1 1 0,1-1 0,0 1 1,1 0 0,2 0 0,-1 0 0,0 0 0,1 0 0,-1 0 0,0 0 0,0 0-5,-2 1 1,-1-1 0,1 0 0,-2 0-353,12-1 1,-1-1 0,-2 0 357,-7 0 1,-2 1 0,-3-1-79,9-3 1,-6-2 101,-16 3 1,-9-3 850,-15-20-876,-22 9 17,-10 4 0,-6 1 14,0 4 0,-1 1 881,-10-3 0,-1-1-797,1 2 0,0 1 11,4 2 0,3 1 1546,-14-4-1610,20 7 280,16 6-314,13 7 0,11 7-17,16 9-33,17 9 16,-19-10 0,1 0 55,3 4 0,-3 2-52,-1 2 0,-4 3-14,-3 3 1,-5 2-52,-4 2 1,-5 1-188,-6 3 1,-6 0-674,-3 2 1,-5 0 927,-6 5 0,-2-3 0,-4 5 0,0-5 0</inkml:trace>
  <inkml:trace contextRef="#ctx0" brushRef="#br0" timeOffset="7158">13947 3324 22066,'7'-58'783,"0"0"0,-1 1 0,0 10 0,-1 2 0,-1 3-652,0-3 1,-1 6 266,-1-7-77,-2 29-287,0 7 53,-3 34-65,0 15-5,-1 11-9,1-13 1,0 2-339,0-2 0,-1 2 302,0 12 0,-1 2-536,0 3 0,0 0 217,1 0 0,1-1-205,1-2 0,0-3-216,1-9 0,0-3-470,2 13 414,-1-29 371,-1-29 980,-1-22-353,1-24-12,-1 17 0,2-3 9,2-9 0,2-1 28,3-8 1,3-1-455,0 15 0,1 1 0,2-1 391,3 0 0,2-1 0,2 2-30,1-1 1,2 1 0,2 1-35,2 2 1,1 1 0,2 1-34,1 2 0,2 1 1,1 2-26,2 1 1,2 3 0,1 1-11,2 3 0,1 1 0,2 2-3,2 2 1,2 2 0,1 1-550,2 1 0,1 2 1,2 1 556,2 1 0,1 1 1,1 0-1,3 2 0,1 0 1,0 1 6,-14 1 1,1 1 0,-1 1 0,2-1 4,-1 1 0,1 0 0,1 1 0,-1 0-5,0 0 1,0 0 0,1 1 0,-1 0-3,-1 0 0,0 0 0,1 1 0,-1 0 0,-1 0 0,0 0 0,0 0 0,-1 1 16,15 1 0,0 0 0,0 0 5,-2 1 0,-1 0 1,0 2 14,-2 0 1,-1 1-1,0 0-335,-4 1 1,0 1-1,-1 1 350,-2 0 1,-2 0-1,1 2 38,4 3 0,0 1 0,-3 0-53,2 0 1,-2 2 5,-8 0 0,2 1 0,-6 2 137,-4 1 0,-3 3-149,5 6 1,-3 4-3,-7 0 0,-5 4 0,-6 13 0,-6 0-34,-4-15 1,-3 1 10,-7 20 1,-5 1 94,-3-14 0,-2 0-114,-7 14 0,-2 1-2,7-18 0,-1 0 0,-1 1-9,-5 7 0,0 1 0,0-2 5,0 1 0,-1-1-4,4-7 1,-2 1 0,1-5 495,0-5 1,-1-4-490,-7 5 0,-4-3 473,-1-6 0,-5-5-470,-18-4 0,-2-4-3,16-3 0,-1-3-378,-4-3 1,-5-1 0,2-2 380,6 0 0,2-1 0,-3-1-9,1 1 1,-1-1-1,-3 0 1,-2 0 4,-1-1 1,-3 0 0,-1 0-1,0 0 1,1 0 2,4 1 0,2 0 0,-1 0 0,0-1 0,-2 1-317,-8-1 1,-3 1 0,0-1 0,1 0 0,5 1 315,5 0 1,4 1 0,1-1-1,-3 1-12,-8 0 0,-3 0 0,0 0 0,3 0-302,11 0 0,2 1 0,0 0 0,-2 0 181,-9 0 1,-2 0-1,0-1 1,2 1-186,5 0 0,1 0 0,0 0 0,0-1-620,1 0 0,-1 0 1,2-1-1,4 1-1320,-16-1 0,4-1 2260,-2-2 0,10 0 0,25 3 0,5-1 0</inkml:trace>
  <inkml:trace contextRef="#ctx0" brushRef="#br0" timeOffset="7650">14606 3020 21556,'0'-8'2639,"0"2"-1889,0 6-217,0 0-321,32-7-133,-24 21 78,21 17-107,-34 12-3,-2 4 1,-1 1-336,1-17 1,1 1 301,-2 11 0,1-2 14,1 9 79,6-20 106,6-15 67,15-30-180,7-10-41,-8 2 0,0-3-267,0 0 1,-1 0 263,12-18 22,3-7 590,-4 14-640,-3 7-16,-2 12-1,-9 26 0,-6 3-22,3 17 0,-2 16 5,-1 6 323,-1 12-547,-2-7-84,-1-14-1046,6 5-6566,12-12 7926,-1-7 0,-1-8 0,-11-16 0</inkml:trace>
  <inkml:trace contextRef="#ctx0" brushRef="#br0" timeOffset="7857">15392 2972 20235,'4'-50'1343,"0"-1"0,0 1 0,0-9 0,0 6-839,-3-2-239,-1 38-237,0 17 61,0 27-39,0 7 1,0 5-40,-1 6 0,1 3-847,0-5 0,1 3 0,-1-1 802,1-1 1,1 0 0,0-2-29,0 11 0,2-1-157,-1-9 1,2 1 0,2-1-1813,6 18 0,3-1-2885,-2-2 1,1-3 4854,1-5 1,-1-7 0,-1-6-1,-10-29 1</inkml:trace>
  <inkml:trace contextRef="#ctx0" brushRef="#br0" timeOffset="8217">15892 3163 23584,'11'-51'898,"1"1"0,-2 5 0,-1 10-758,-3 25-50,1 17-6,4 16-45,-1 5 6,-3 7 0,0 5-40,-4-8 1,-1 2 5,2 17 0,-3 3-554,-3-8 1,-1-1 547,-1-3 1,-1-1-3,-1-6 0,-1-4 330,-3 13-160,1-22-22,4-22-55,2-19-12,6-21-12,9-16-33,-1 23 1,2 0 159,3-2 1,4 1-167,2 0 1,3 3-20,3 2 0,2 2 5,3 4 1,1 3 8,2 4 0,0 4-25,0 3 0,0 3-1,-1 7 1,0 3-20,-1 4 1,-1 4-79,18 13-463,-13 5 1,-2 6-986,-11-6 0,-2 2 898,7 9 0,-2-1 0,-1 6 0,-14-19 0</inkml:trace>
  <inkml:trace contextRef="#ctx0" brushRef="#br0" timeOffset="8824">17437 3251 25539,'32'-13'78,"0"1"1,6-1-1,3 4-75,8 4 0,3 2-1005,-11 0 0,1 0 1,2 1 1010,3-1 0,2 0 1,0-1-7,0 1 1,0 0 0,0 0 39,-3 0 0,0 0 1,-2 0-39,14-2 1,-5 1 5,-10 0 0,-5-1 691,11-2-651,-27 0-29,-19 0 23,-13-2 1513,-8-2-1502,-7-3 783,-4-3-727,0-1 0,-1-3 0,2-2 28,4 2 17,6 2-22,5 6-85,7 6-39,4 4 6,8 5-6,6 5-11,12 8 17,9 12-11,9 13-341,-20-14 1,-2 1 278,0 4 0,-2 2-246,-5 3 0,-5 2-1342,-9 3 0,-5-1 1644,-3-3 0,-3-2 0,-11 10 0,6-19 0</inkml:trace>
  <inkml:trace contextRef="#ctx0" brushRef="#br0" timeOffset="11224">14683 3455 19255,'-5'-50'1067,"1"0"0,-1-1 0,0-10 0,0 4-728,-1 15 1,0 5-4,2-3 407,3 20-721,1 14 345,8 32-261,2 15-67,-2-6 0,0 3-363,-1 4 0,0 2 341,-2 3 0,0 2-3,-1-1 0,-1 1 3,1-1 0,-1-1 2,0-4 1,1-3 151,-1-5 0,1-4-87,3 13 95,-2-22-22,1-22-68,0-23-55,4-22-12,-4 12 1,1-3-66,2-7 0,1-3 62,1-5 1,1-2 19,0-3 0,1-1-19,1 0 0,0 1-15,-1 4 1,0 3 22,-1 8 0,0 4 17,4-12-34,-6 25 0,-4 22 11,-1 21-10,0 22-7,0 21-366,-3-23 1,-1 1 360,0 4 0,-2 1 0,-1 2 0,-1 0 0,0-2 0,0 0-6,-2-1 1,-1-2 10,0-4 1,1-2 875,-6 21-820,2-22 40,3-18-34,0-24-22,2-17-17,-2-22-11,4 15 0,-1-2 58,1-5 0,0-2-75,0-4 0,0 0 14,1-1 0,1-1 3,-1 1 0,0 1-9,0 4 1,1 2 30,-2-23-39,0 21-34,-1 20 17,1 19-5,2 19 22,0 21 0,0 22-55,-1-23 1,0 2 59,0 2 1,0 1-9,-1 1 0,0 0 6,0-3 0,0 0-6,0-4 0,1-1-2,-2 21 10,2-17 18,0-18 16,0-15-11,0-21-23,-2-16 12,0-22-6,0 20 1,1-1 16,-1-5 1,1-2-21,-1-2 1,1-1 10,0-2 1,1-1-23,3 1 1,1 1-1,0 4 0,2 3 3,7-19-28,-2 25 11,-2 21 34,-1 26-6,1 20-28,-3 25 6,-3-21 0,-2 1-95,-1 6 1,-2 1 102,0 2 1,-1 1-1,-1-1 0,0-2 6,0-3 0,0-2-3,0-8 0,2-3 5,-2 11 23,3-23-11,2-27-17,-1-25 6,-1-27-4,1 21 1,-1-3-10,1-6 1,-1-1 14,0-4 1,-1-2-4,1-1 1,-1 0-4,0 2 1,1 2 0,-1 7 0,1 3 3,-3-16-40,1 28 12,-4 32 16,-3 26-11,-2 30-42,6-19 1,1 4-841,0 6 0,3 2-1787,5 5 0,3-1 2324,2-4 1,1-5 0,-1-14 0,1-3 0,5 3 0</inkml:trace>
  <inkml:trace contextRef="#ctx0" brushRef="#br0" timeOffset="12341">18886 3232 17345,'-7'-58'1157,"0"0"0,-1 0 0,1 7 1,-1 1-1,-2 4-673,-4-2 1,-1 5 54,1 10 0,1 5-214,-5-8-117,9 23-146,11 29 44,6 28-61,-2-7 0,1 4-678,-1 12 0,0 4 637,-3-12 0,0 1 0,-1 2-8,-1 4 0,0 1 0,-2 1 0,-1 2 1,-1 1-1,-1-1-402,-1-1 0,0 0 1,0-1 382,-1-5 1,-1-1-1,1-2-53,-2 14 1,1-4-29,1-12 1,0-5-93,-3 12-6,2-30 11,0-33 135,3-30 75,2 9 1,1-4 279,1-10 0,1-3-288,2-10 0,1-2-98,-1 15 1,1-2-1,0 0 100,2-4 0,0 0 1,0-1 6,-1 1 1,1-1 0,-1 0-375,0 3 1,0 1-1,-1 0 378,-1 4 1,0 0-1,0 2 15,1-18 1,2 3-281,0 5 0,3 2 269,3 6 0,5 3-23,5 3 1,5 5-6,8 4 0,5 6-6,10 3 1,4 5-90,-11 8 0,2 2 0,1 1 89,5 3 1,1 1-1,1 1-47,4 3 1,1 1 0,0 0 50,4 2 0,0 0 0,0 1-186,-13 0 0,1-1 0,0 1 0,1 0 178,1 0 0,0 0 0,2-1 1,2 0 2,0-1 0,4-1 0,1 0 1,-2 0-1,-3 0-322,-2 0 0,-4-1 0,0 0 1,4-1 322,6 0 0,4-2 1,1 1-1,0-2 1,-5 0-1,-2 0 0,-3-1 1,-1 0-1,4-1 7,-3 0 0,3-1 0,0 0 1,1 0-1,-1 0-88,-1-1 0,0 1 0,-1-1 0,2 0 0,0 0 89,-4 0 1,2 0 0,0-1 0,0 1 0,-2-1 0,-3 1-49,5-1 1,-3 1 0,-1-1 0,2 1 48,-1-1 1,3 0-1,1 0 1,-4 0-1,-4 1 10,2 0 0,-6 1 0,2 0 180,5-1 0,1 0 1,-3 1-183,9-1 0,-5 2 16,-14 4 1,-6 3 11,2 3 1067,-19 19-988,-24 10-17,-7 21 531,2-21 0,-2 5-591,0 1 0,-1 3 1,0-1 53,0 5 0,-1 1-75,-1 5 1,0 5-1,1-3 370,4-10 1,0-1 0,1 2-398,0-3 0,1 2 0,-1 1 0,0 2 0,0 10 0,-1 1 0,1 2 0,0-3 4,1-7 0,1-2 1,0 1-1,-1 0-452,-1 7 0,-1 2 0,0-2 0,1-4 449,0-7 1,1-3 0,-2 0-5,-5 6 1,-2 0 0,-2-3-219,-10 3 1,-5-2 210,7-11 1,-3 1-1,-6-4 7,-12-1 1,-6-3 0,-1-5 18,2-5 1,-1-4-1,0-2-238,-1-1 1,-1-2 0,-2-3 229,9-4 1,-2-4-1,-1-1 1,2 0-102,2-2 0,0-1 0,0 0 0,-3-1 103,1 0 0,-2 0 1,-2 0-1,-1-2 1,-2 1-59,-1-2 0,-2 0 0,-2-1 1,0 0-1,1 0 0,1 0 43,5 1 1,0 0 0,1 0 0,0 0 0,1 0 0,-1 0-96,1 0 0,1 0 0,0-1 0,-1 1 0,2 0 0,-1 0 23,-9-1 0,1-1 0,0 1 0,1-1 0,2 1-195,-2-1 1,2 1-1,1-1 1,-3-1-26,5 1 1,-2 0-1,0-1 1,-1 0-1,1 0-1518,-1-2 1,-2-1-1,1 1 1,2-1-1,4 1 1801,3 0 1,3 0 0,2 1 0,2 0 0,-8-3 0,2 1 0,10 1 0,-1-2 0</inkml:trace>
  <inkml:trace contextRef="#ctx0" brushRef="#br0" timeOffset="13024">19948 3203 20179,'3'-48'1508,"1"-1"1,1-1-1,0 7-807,0 18-393,1 0-191,-2 24 23,0 20-11,0 20-67,-2 22-60,-1-22 1,-2 2-563,-2 5 0,-1 2 41,-1 5 1,-2-1-2753,-3 4 0,0-2 2764,0-6 0,1-4 0,-3 13 0,5-28 1</inkml:trace>
  <inkml:trace contextRef="#ctx0" brushRef="#br0" timeOffset="13800">19647 3257 20834,'-4'-47'1161,"-1"0"0,1 5 1,0 8-765,0 20-301,2 8 21,2 13 85,0 13 27,-2 18 2,-4 14-35,-5 10-290,5-30 1,-1 0 183,-6 28-17,5-11-17,5-13 5,6-12 40,3-11-17,9-8-67,12-10-56,17-7-57,-13 2 1,2 0-286,8-2 0,1 0-45,4-1 0,2 1-1834,0-1 1,-1 2 2259,-6 0 0,-4 2 0,9-2 0,-23 5 0</inkml:trace>
  <inkml:trace contextRef="#ctx0" brushRef="#br0" timeOffset="14217">20793 2968 20978,'5'-49'1044,"0"-1"1,0 1 0,2-16 0,-2 7-490,-3 3 98,-2 23-591,0 21 120,1 24-98,2 29-39,0-6 0,-1 6-738,0 12 0,-1 5 698,-1-12 1,0 1 0,-2 2-596,-2 6 0,-2 1 0,0 1 458,0-11 1,-1 0-1,0 1 1,-1-1-404,-1 1 0,0 0 0,0 0 0,0 0 535,0 1 0,1 1 0,0-2 0,1-4 0,-3 10 0,1-5 0,5-10 0,0 1 0</inkml:trace>
  <inkml:trace contextRef="#ctx0" brushRef="#br0" timeOffset="14617">21272 3192 27057,'11'45'48,"0"0"1,-1 3-1,-4 2-31,-5 5 0,-3 1-654,-1-2 1,1-1 644,-2-5 0,-1-2-16,1-8 0,0-2 464,-2 15-293,3-23 255,2-22-318,7-22-4,6-18 32,9-18-80,-7 19 0,0-1 34,3-5 0,0 0-52,1-2 1,3 1-34,0 1 1,2 3 16,0 3 0,2 4-111,0 6 1,2 3 96,26-4-5,0 18-51,0 22-51,-2 19-111,-27-8 0,-2 4-331,0 6 0,-3 3-1292,1 5 1,0 2 1840,2 7 0,-2-2 0,3 7 0,0-7 0</inkml:trace>
  <inkml:trace contextRef="#ctx0" brushRef="#br0" timeOffset="15091">22391 3669 23786,'-42'-2'719,"1"0"1,7-7-636,89-1-70,-19 4 0,4 1-1004,1 1 1,3 0-1,0 0 1001,-1 0 1,0 1-1,1-1-4,11 0 1,2-1 0,1-1-13,-9 1 1,0 0 0,0-1 0,-2 0 2,4-2 0,-2 0 0,-2 0 8,17-3 0,-5-3 2,-19-1 1,-8-3 906,-5-17-797,-16-25 22,-27 10 107,0 21 1,-4 2 43,-20-11-123,8 12 168,5 4-101,15 12 1485,4 2-1687,12 8-5,11 12-11,5 3 247,15 17-259,-14-7 1,0 2-6,0 2 0,-1 3-320,2 9 1,-3 1 299,-8-2 0,-3-1 0,-2-7 1,-3 0-130,-6 6 1,-6 0-796,-10-2 1,-4-2 164,6-6 1,-3 0 778,-16 8 0,0-6 0,14-13 0,-11 4 0</inkml:trace>
  <inkml:trace contextRef="#ctx0" brushRef="#br0" timeOffset="15633">23715 3413 22403,'0'-4'2643,"0"1"-767,0 3-1775,10 84-54,-13-52 1,-1 2-464,5 25 1,0 2 426,-8-22 0,0-5 282,1 6-276,5-1 205,6-19-149,2-4 11,8-17-50,5-17 467,4-16-468,-3 1 6,-5 2 1,0-3 21,6-18-303,-6 13 1,0 0 274,-2 9 1,0 1 33,12-23-45,-5 20 1,5 7-23,-13 19 0,5 10 0,-9 18 5,-2 19-10,-4-3 10,-3-4 1,0 1 22,-1 14-28,0-15 0,0 0-17,-1 12 551,1-10-556,1-10 28,0-10 5,1-8-11,2-6 17,4-6-23,4-3 6,0-1-11,9-7-124,-5 6-167,10-3-443,-3 6-823,1 3-3047,-2 2 4615,-3 1 0,-7 0 0,-6 0 0</inkml:trace>
  <inkml:trace contextRef="#ctx0" brushRef="#br0" timeOffset="16150">24269 3646 20459,'2'-11'3444,"-1"3"-2143,-1 8-601,0 0-425,48-61 201,-31 40-440,10-15 1,-5 11 85,-19 31-10,-10 17 8,-4 17-41,-4 10-7,5 4-38,4-1 16,11-5-10,6-6 85,10-8-74,5-11 27,6-11-5,5-13-17,3-13 22,2-14 6,-3-10-11,-4-10-11,-7-8-278,-15 25 1,-3-1 240,0 0 1,-1-2 2,-2 2 0,0 0 16,0-24-21,-3 15-46,-4 15-38,-3 16-130,-2 20-341,-2 18-604,0 20-74,4-17 0,0 3 626,-1 8 1,1-2 0,0 7-1,-1-4 1</inkml:trace>
  <inkml:trace contextRef="#ctx0" brushRef="#br0" timeOffset="16634">24912 3946 23103,'27'-36'833,"0"0"0,-1 0 0,11-18 0,-5 2-637,-13 12 0,-4 1-1090,1-8 0,-2-1 978,-2-6 0,0-1-22,-1-3 0,-2-1 8,-1 1 0,-1 1 22,-2 5 0,-1 2 3,-1 8 1,-2 4 679,-2-16-708,-2 26 274,-3 19-324,-2 25-12,-4 22-2,4-5 0,-1 3-488,-1 11 0,-1 2 493,0 8 0,0 2-105,1 3 0,1 1 97,2-2 0,3 0 0,5-4 0,3-2-316,5-5 1,6-4 315,4-5 0,6-4-206,5-6 1,4-6 205,3-6 0,3-6-11,1-10 0,2-6 2,1-8 1,-1-6 16,0-9 1,-2-6-130,1-8 1,-4-6 131,-12 11 0,-2-2 1,-1-3-146,-1-4 0,-1-2 0,-2-2 158,0-3 0,-2-1 1,-1-1 3,-2-2 0,-1-1 0,-3 1-4,-1 2 0,-2 0 1,-2 1-78,-2 6 1,-1 0-1,-3 3 90,-4-12 0,-3 5 136,-2 13 0,-2 5-173,-10-5 1031,2 25-1031,0 32 0,-3 27 0,9-9 0,1 5 89,-2 13 0,-1 4-89,4-11 0,1 2 0,-1 3-414,2-7 0,-1 1 0,1 1 0,-1 1-987,-1 7 1,-1 0 0,1 2 0,0-2 1176,0-3 1,1 1 0,0-3 0,0-2 0,1-1 0,0-4 0,2-3 0,0-4 0,0 0 0</inkml:trace>
  <inkml:trace contextRef="#ctx0" brushRef="#br0" timeOffset="18617">3651 3782 19661,'-1'-48'969,"0"1"0,1-1 0,-1-14 0,1 10-443,3 19 85,-1 17-527,-1 14 187,0 18-175,-2 20-23,-3 24-466,0-21 1,0 1 397,-1 5 1,1 1-1,-1 1 1,2-1 14,3-1 1,3-3-24,6-5 1,4-4-38,8-7 1,4-5-580,10-6 1,4-7-1096,9-7 1,3-5 1243,-2-3 0,-1-1 1,-14 0-1,-4 0 0,9-4 1</inkml:trace>
  <inkml:trace contextRef="#ctx0" brushRef="#br0" timeOffset="19317">5739 1720 19826,'1'-55'1128,"0"1"1,0-1-1,1-8 1,-2 6-695,-2 15 0,-1 5 121,-3 3-336,-2 5-175,3 29 1,2 11 11,2 33-22,0 15-519,1-16 0,1 4 490,-1 5 1,1 3-6,0-8 0,-1 3 0,0-1-8,0 13 0,-1-3 5,0-1 0,-2-2-3,-1-14 1,-3-5 27,-9 6 40,-6-3 44,-4-21 90,-10-30-50,5-12-73,0-10 83,6-8 1016,9 10-904,-1-4-195,9 15-78,3 11 5,6 14 0,6 12 5,6 7 23,19 12-17,2-7 1,18-4-1,-11-15-11,19-6-23,-5-10-2,-21 1 0,1-3-446,5-4 1,-2-2-3187,19-11-3563,-11 0 7220,-23 7 0,-17 11 0,-2 0 0</inkml:trace>
  <inkml:trace contextRef="#ctx0" brushRef="#br0" timeOffset="20967">5807 988 26168,'-12'-52'477,"1"0"0,-1 1 0,1 4 1,-1 1-1,1 5-767,0 3 1,0 3 368,-2-1 0,1 5-183,1 4 27,-1-2-103,9 26 138,7 18-565,1 4 537,4 13 0,1 5 36,-3-3 0,1 2-511,4 19 1,-1 3 566,-2-4 1,0-1-23,-2 2 0,0-2 5,-2-12 1,0-2 16,-1 2 1,-1-3 175,-1 6 71,0-10-23,-2-20-106,-2-28-56,-1-16 11,-1-15-22,3-11-34,4-2 6,5 4-23,5 13 1101,4 12-1134,2 13-17,4 9 28,5 14-34,5 9 12,2 15 5,0 10-34,-7-5-114,-10-8 0,0 0-266,7 8-174,9 12-95,-6-21 258,-3-12 380,-5-7 90,4-21 123,-10-4 96,3-18 21,-8-1 40,-4-1 40,-3 4-35,-1 10-100,-1 8-140,-1 10-45,1 3-39,-2 6-17,1 3 50,0 4-33,7-1 5,7-3 12,10-7-23,7-9 39,2-10-5,-8-1 50,1-18 29,-15 8 4,1-14 7,-14 11-12,-5 4-56,-3 10 45,-8 5-56,5 10-22,-6 5 11,3 12-45,1 9 11,3 8-6,6 2-38,8 4-113,12 1-218,12-1-285,11-4-354,13-6-157,12-10 191,-24-10 0,0-4 473,4-3 1,-1-4 351,0-3 1,-2-2 121,-3-3 1,-3-2 565,14-17 279,-19 0 112,-14 0-61,-9-1-179,-5-1 509,-4 3-750,-2 7 38,-6 8-341,-3 11-50,-6 14-28,-5 11-29,1 12 1,2 6 0,7 1-17,6-1 0,5-7 22,9-8-5,6-9-11,9-8 27,5-14 57,4-10 56,2-14 27,-5-8 12,-6-1-6,-7 0-39,-6 8-33,-3 8-74,-2 11-61,0 7-39,0 7 33,0 8-5,3 9-73,6 11-73,11 7-162,14 3-291,13-1-178,-17-20 1,2-2 125,4-2 1,2-2-22,2-3 0,1-3 279,0-5 1,0-2 369,-3-4 1,-2-4 196,-4-3 1,-3-2 682,15-22 212,-15-7-61,-13-4-274,-9-4-174,-5-5-140,-5 0-140,-5 3-17,-6 9-51,-10 17-66,-13 18-18,-13 26-78,20 2 1,1 4-323,-3 9 1,3 3 321,2 3 1,3 2-12,6 0 0,4 0 214,6-4 1,5-1-187,17 19 22,20-21 6,22-23-34,-20-16 1,1-6-293,5-7 0,0-5 284,0-7 0,-3-4 44,-2-3 1,-6-4 8,-6-2 1,-6-2-26,-5-1 0,-7-2-425,-7-1 0,-4-1 442,-3 0 0,-3 1 5,-3 3 1,-1 3 122,1 6 1,1 4-188,-7-14 134,7 24-134,7 20 673,3 25-673,2 27 0,1-9 0,2 4-209,0 13 1,1 4 174,1-12 0,0 2 0,1 1-951,0 7 1,2 2-1,0 1 240,-1-9 0,0 0 0,1 2 1,0 0 744,1 9 0,1 3 0,0-2 0,-1-6 0,-1-8 0,-1-5 0,0 0 0,0-1 0,-1 0 0,1-1 0</inkml:trace>
  <inkml:trace contextRef="#ctx0" brushRef="#br0" timeOffset="21991">5205 4577 23635,'0'-43'688,"1"0"1,-1-1 0,0-12 0,0 4-403,0 15 0,-1 5-186,0 5-60,-1 26 49,-1 51-58,1-12 0,0 5-673,-1 16 0,-1 6 645,1-6 1,-1 4 0,0-1-706,2-6 1,-1-1 0,0 0 671,1-2 0,-1 0 0,1-1-92,0-5 1,1-2 0,1-2-399,1 2 0,1-1 35,-1 4 1,-1-1-415,2-11 0,-3-4-25,-8 2 1112,-9-18-295,-2-19 2533,-14-14-2269,-3-8 115,6 0 0,-2-4 5,4 3 0,1-2-503,-5-7 0,2-1 573,-5-10 270,1-5 61,14 20-202,2 0-308,9 15-157,9 17 1,5 7 1679,11 21-1663,7 5 11,-1-7 0,4 0 9,-1-4 0,2-2-642,7 1 0,2-3 628,15-1-1,-17-11 1,1-6 16,1-6 1,1-3-21,-1-1 1,1-1-191,5-7 1,-3-1 162,-9 0 0,-2 1-20,23-16-67,-16 8-762,-1 5-1460,-16 13 2306,-1 3 0,-8 5 0,-5 1 0</inkml:trace>
  <inkml:trace contextRef="#ctx0" brushRef="#br0" timeOffset="22317">4953 6351 22585,'0'-59'616,"-1"-1"0,1 1 0,0 11 0,-1 3 0,0 0-361,1-19 0,-1 5-76,-1 24 0,0 4 23,1-9 306,0 21-463,0 28-40,1 24 12,0-2 0,1 5-678,-1 10 1,0 4 654,-1 10 1,-1 2-7,1-11 1,-1 2-129,-1 1 0,0 5 0,-1-3-524,1 5 1,0 0-733,0-5 0,1 4 0,0-2 1396,1-11 0,0-3 0,1-3 0,-1-3 0,2-3 0,-1 18 0</inkml:trace>
  <inkml:trace contextRef="#ctx0" brushRef="#br0" timeOffset="23367">4739 6702 20134,'-14'-48'1086,"0"1"1,0 0-1,-4-16 1,4 8-638,7 12 46,8 17-417,18 6 73,12 12-157,25-1-17,-22 8 1,3 0-910,4 2 1,1-1 863,-7 0 1,1 1-345,17 0 0,1 0-81,-18-1 0,0-1 230,13 0 0,0-3 134,-15-2 0,-3-1 157,17-13 236,-21-2 217,-15-2 152,-15-1 1787,-8 1-1804,-4 2 468,-2 5-709,3 7-263,4 5 17,-1 11-79,7 5-22,0 8-16,9 1 10,7-2-22,4-7 11,22-4-11,-5-11 23,15-7 5,-13-11-40,-9-8 40,-11-2 40,-9-4-12,-12 2 33,-6 2-16,-9 6-11,-6 9 5,-3 9-62,5 10 57,-12 18-51,16 7 0,-5 20 12,16 3-29,13 5-27,13 0-79,16-5-688,10-6-1,9-9-352,4-11 77,3-12 320,-3-18 498,-7-13 449,-10-13 285,-13-7 252,-11-2 56,-8-1-95,-6 0-123,-2 5-146,-2 6 379,0 10-586,2 8-146,0 8-22,2 7-28,0 10-28,3 10-1,1 15 1,1 7 17,-1 2-17,-1-1-12,-2-6 29,0-9 5,-1-9 28,1-11-22,-1-14-28,2-10 33,0-13 6,1-7 11,1-7 6,2-2 6,4 0-12,6 4-34,7 7 18,7 8-12,6 10-17,5 8 6,2 14-5,-1 10 10,-6 12-5,-11 8-28,-11 4-5,-11-2-62,-10-3-57,-2-9-4,0-10 32,3-11 91,3-15 55,6-14 12,2-14 16,4-10 12,1-2 16,1 2-11,1 9-11,-2 11-28,-3 13-44,-2 6 4,0 11-4,3 7-80,3 9-161,5 8-533,8 8-969,10 2-3085,10 3 3996,-1-8 0,-14-12 0,-12-10 0</inkml:trace>
  <inkml:trace contextRef="#ctx0" brushRef="#br0" timeOffset="23808">6708 6222 25987,'1'-48'623,"1"-1"1,-1 6 0,0 9-451,2 19-117,-2 15 23,1 18-1,2 24-42,-1-11 1,1 3-548,-1 7 1,0 3 518,0 4 1,0 2-21,0 3 1,1 1-9,0 1 1,1-1-1,1-2 1,2-1 10,1-6 1,1-4 131,-1-7 1,-1-5-118,4 7 38,-6-22-32,-10-26 10,-4-20 23,-8-23-31,5 18 0,-1-1-168,-2-8 0,0-3 156,-4-5 1,0-3 8,6 15 0,-1-1 1,2-1 4,0-3 1,1 0 0,2-1 0,1-1 0,1-1 0,3 1-2,2 2 0,3 1 0,3 0 4,4-15 1,5 4-14,3 10 0,4 4-12,0 11 0,4 4 6,25-5 0,3 22 0,2 26-328,-6 23 328,-28-8 0,-4 5-254,-4 6 1,-6 2 227,-7 3 1,-8 1-202,-7 1 0,-8-1-874,-9-1 1,-7-2 1100,5-13 0,-2-1 0,2-3 0,3-2 0,2-3 0,-1-4 0,1 1 0</inkml:trace>
  <inkml:trace contextRef="#ctx0" brushRef="#br0" timeOffset="24592">3729 6825 5739,'0'0'0</inkml:trace>
  <inkml:trace contextRef="#ctx0" brushRef="#br0" timeOffset="27900">5063 9088 18705,'0'-3'4683,"0"0"-3210,0 3-1372,1-13 106,-2 13-112,0-10 113,-6 21-102,-3 3-16,-6 4 11,-6 0 44,-6-1-61,7-7 124,-3-4 44,14-9-34,-1-6 12,5-21-141,6-5-50,9-14 34,19 0-56,4 15-6,24 5-22,-11 26 28,7 14-28,-19 7-12,2 21 12,-16 3 5,-13-4 1,-5 4-4,-8 0 1,-7 1-942,-2-4 1,-3 0-1,-2-1 939,-8 6 0,-4-1-4,0-4 0,-3 1 0,0-1-201,5-8 1,1-1 0,-3 0 231,-11 5 1,-3 1 0,2-5 33,-4 2 1,1-8 10,2-10 1,6-9-6,7-19 62,20-31-40,28-9-50,7 11 0,6 1-282,1 6 1,5 4 258,8-1 1,4 7 2,-5 14 1,-2 7 19,24 9 1023,-23 10 1,-2 9-1674,1 16 1,-3 5-341,-5-9 1,0 3 961,-3 8 0,0 5 0,-5-9 0,-3 2 0,-5-11 0,-1 0 0</inkml:trace>
  <inkml:trace contextRef="#ctx0" brushRef="#br0" timeOffset="31042">6286 9331 22386,'-60'7'1088,"-1"1"1,6 0-1,14-4-869,33-4-91,13 0-38,12 0 0,16-1-1,18-2-64,-16 0 1,2 0-475,7-2 0,3 0 460,7-2 1,0 0-10,-9 1 1,1 0-9,-1-1 1,3 1 0,-3-1-21,-1 1 1,-1 0 25,15-3 0,-3 0 6,5-4 11,-26 1 5,-20 3 12,-24-6-34,-13 2 22,-23-5 28,-10 4 206,25 7 0,-1 0-172,-2-1 0,1 0 53,2 0 1,1-2 170,-25-10-12,14-1-49,13 3-96,13 5-78,9 5-62,5 5 11,7 2 515,17 9-520,11 5 22,21 12-917,-26-9 1,-1 1 883,21 12-310,-12 0 1,0 3 294,-13-8 1,-2 2-20,10 12 0,-4 3-95,-11-5 0,-7 1-577,-9 2 0,-5 0-275,-1-6 0,-4-2 975,-9 4 0,-1-4 0,3-5 0,-2-2 0</inkml:trace>
  <inkml:trace contextRef="#ctx0" brushRef="#br0" timeOffset="35757">10074 4928 24217,'-19'-49'636,"1"1"1,1 1 0,4 19-564,10 33-67,3 7 22,8 36-12,-3-17 1,2 4-776,1 15 1,0 4 612,-3-13 0,0 1 1,-1 2-706,0 2 1,-1 1 0,-1 1-45,-1 2 1,-1 0-1,-1 1-1827,-2 1 0,-1 1 0,0-2 2722,-1-5 0,0-1 0,0-4 0,-2 3 0,1-6 0,-2 6 0</inkml:trace>
  <inkml:trace contextRef="#ctx0" brushRef="#br0" timeOffset="36816">9726 5730 12905,'-26'-56'946,"0"-1"1,3 7 0,3 3 2167,7-4-2812,16 4-274,20 15-22,26 2 1042,3 15-1054,-11 7 1,3 2 170,-2 2 0,0 1-241,13-1 1,1 1-93,-1 0 0,0 2-224,5-2 0,-4 1 271,-20 1 1,-1-1-15,3-1 1,-6-1 3102,-12-4-2862,-4-5 191,-22-8 78,-7 1-112,-7-1 793,-5 5-418,5 6 703,-2 0-1123,7 5-201,9 5 11,11 8-28,3 2 0,16 10 11,5-1 17,12 1 39,13-8 6,-8-14-22,-6-5 72,-10-18 34,-14-3 145,-1-20-95,-13 6-89,-6 3 67,-15 11-40,-6 14-72,-11 3-11,-13 18-51,9 12-6,3 7-10,14 12 5,15-2-23,3 10-122,21 11-118,8-11-82,-4-21 1,3-2-934,23 6 394,-6-11-1564,13-6-2475,2-16 2587,1-10 1972,-25 1 1,-2-4 1231,9-24 130,-13 6 1780,-5-10 947,-11 2-2236,-2 0-940,-4 5 656,-1 1-931,-2 22 51,2-7-247,-1 18-16,4 18-34,0 12 28,1 25-45,-3-6 0,-2-13 1,0 1-12,-1 0 0,0 1 0,0 26 5,0-3 285,0-35-128,1-11-78,1-10 67,4-20-67,1-7-39,6-20-28,2-4 39,1-3-45,1 4 6,0 10-6,-5 15 12,5 9-12,-6 14-17,7 8 1,-5 4 5,9 19-23,-5-4 23,6 16 6,-7-3-1,-5-1 1,-4-10 0,-4-2 27,-3-15 163,0-2-95,-2-13-17,1-10 0,0-15-39,3 3 112,10-23-73,2 15-17,10-14-45,-1 16-5,2 6-11,-5 11-40,11 6-5,-6 15-51,11 8-83,-5 14-315,-1 11-587,-2 8-1020,-2 10-453,-14-27 0,1 0 2548,2 2 0,0-2 0,0 4 0,1-8 0</inkml:trace>
  <inkml:trace contextRef="#ctx0" brushRef="#br0" timeOffset="37217">11712 5394 24536,'2'-51'980,"0"0"0,-1 6 1,0 8-651,0 17-229,-1 11-67,4 17 10,5 16-4,9 22-32,-6-14 0,1 2-495,2 7 1,1 3 491,2 4 1,-1 3 5,1 3 0,-1 1-3,-2 2 1,-1 0-18,-2-3 1,-2-2 0,-3-7 0,-3-3 13,-8 16 12,-9-29-17,-14-26-34,-8-23 46,-7-21-1,19 12 0,1-3-442,0-7 1,2-4 441,3-6 1,3-4-208,3-6 0,4-2 199,6 17 1,3 0 0,1 0 11,2 0 0,2 0 0,2 1-418,8-18 0,2 3 405,2 7 1,2 3 0,-1 9 0,1 5-59,-1 6 0,2 6 61,23-4 738,0 19-748,-4 26-23,-10 21 436,-20-9 1,-6 3-426,-7 5 1,-7 2-39,-6 4 0,-8 0-287,-10 1 1,-6-3-561,-8 0 1,-5-4-1493,14-14 0,-2-2 1,1-2 1948,-13 5 1,2-4-1,16-8 1,3-2-1,-3 0 1</inkml:trace>
  <inkml:trace contextRef="#ctx0" brushRef="#br0" timeOffset="39350">8084 9090 22117,'-4'-42'571,"0"1"0,3-1 1,5 6-393,16 12-73,21-6-78,1 12-5,15 7-35,-7 14 12,-10 3-39,10 23-6,-23-1 12,3 20 44,-20 0 17,-17 7-22,-5-10 19,-6-13 0,-3-1 165,-8 2 253,-8 9 89,17-28-128,11-10-253,5-6 106,5-11-178,6-1-23,7-6-23,9 3-27,10 6 0,-5 4-18,28 11-32,-8 8-173,-12-2 1,1 2 221,-6 2 1,-1 1-23,20 18 17,-18 2 6,-20 1-34,-26 3-129,-19 3-394,7-20 1,-3-1 76,-4 1 1,-2 0-504,-1-2 0,-1-1-3939,3-2 1,1-1 4469,-13 6 1,19-10 0,19-9 0</inkml:trace>
  <inkml:trace contextRef="#ctx0" brushRef="#br0" timeOffset="39884">9421 9230 20495,'-50'5'576,"0"1"0,0 0 0,0 0 0,-5 0 0,1-1 0,7 0-265,7-1 0,9-2 718,9-7-922,44-5-88,6 2 1,5-2-1,17-1 1,5 1-701,-10 1 1,2 1-1,2-1 684,7 0 1,1 0 0,1 0-1,3-1 1,1 1 0,0-1 0,0 1 0,-1-1 0,0 1 1,-5 0 1,-1 0-1,-3-1-9,-6 2 1,-2 0-1,-3-1 250,6-1 1,-5-1-196,6-8 315,-36 0-344,-35-4 29,-28-4-23,13 10 0,-2 0-338,-6-1 0,0 1 464,-1-1 0,1 1 19,6 2 1,4 1 1819,-15-7-1803,26 9 71,16 6-266,16 3 5,13 3-6,21 7 9,-11-1 0,2 3 5,7 4 0,2 3 56,3 3 0,1 3-64,-1 2 0,-2 3-42,-3 2 0,-5 2-37,-7 1 1,-7 2-362,-7 1 0,-8 3-92,-10 0 0,-8 1-1036,-9 5 0,-5-2 1077,-2-3 0,-1-3 1,8-11-1,2-3 0,-7 4 1</inkml:trace>
  <inkml:trace contextRef="#ctx0" brushRef="#br0" timeOffset="42767">15134 4843 20082,'-4'-55'957,"0"0"1,0 0 0,0 8 0,-1 1 0,-2 5-653,-2 2 1,-3 7-43,-11-2 52,1 35-265,5 33-25,10-4 1,2 5-4,1 10 1,0 3-850,2 8 0,0 2 793,1-16 1,0 1-1,1 0-93,0 2 0,1 1 0,0 0-189,0 0 1,0 1-1,0-1-205,0-1 0,0 0 1,0 0-595,0 16 0,-2-2-341,-1-9 0,-2-4-204,0-12 1,-2-5-2547,-7-1 1809,1-35 2526,1-31 870,6 8 1,0-3 610,-1-6 1,0-2-280,-2-4 1,-1 1-2,-1-1 1,-3 2-337,-1 4 0,-1 1 296,-2 6 1,-1 3-255,-17-12-319,5 14-403,12 13-253,11 8-44,19 6 718,19 2-735,26 1-3,-19-3 1,4 0-510,6-3 0,3-3 520,2-1 1,1-2-1,0-3 1,-2-2-15,-4-2 0,-2-1-63,-7-1 0,-2-1 86,-8 0 0,-4 0 55,6-16 80,-18 7 38,-21 7 91,-14 9 44,-11 6 1000,-7 11-1107,1 7 68,5 11-219,11 5-39,11 3-56,16-1 28,11-3 11,12-6-11,10-7 6,6-7 5,1-12 28,-6-8 17,-9-9 11,-12-8 29,-10-5-7,-14-2 46,-8 1 16,-14 5-22,-7 10-6,-7 9-50,-2 16-40,2 12-44,5 15-6,12 12 23,10 8-17,10 6 16,12 2-373,10 0 245,14-5-31,-11-27 0,3-3-137,2-2 0,2-2-93,2-3 0,1-3-283,31 4 287,1-14 223,-2-17 134,-4-14 63,-7-10 66,-10-7 73,-11-2 90,-9 0 101,-7 5 89,-5 9-27,-1 9-231,-3 12-145,1 6 340,0 12-357,2 8-5,2 14-12,0 8-10,0 6-1,-1 0 6,-2-3-6,-1-9 67,-2-11 230,0-11-280,1-28 45,2-5 11,4-23 0,3 2 11,3-2-11,3 5-22,1 8-23,0 10-39,-2 10 11,1 9-11,-1 10-22,3 10 16,0 12 12,0 11-17,-4 5 11,-3 1-6,-7-3 17,-2-9 0,-4-12 1,0-9 21,-1-13-10,1-11-1,1-12 12,7-14 5,6-6 11,8-3-5,3 4-23,2 8-16,-2 11-17,-1 11 5,-1 10-22,0 16-61,0 12-152,-2 16-504,-1 11-1098,-1 8-3073,-6-21 1,-1-1 2998,4 10 0,1-4 0,-13-36 0</inkml:trace>
  <inkml:trace contextRef="#ctx0" brushRef="#br0" timeOffset="43183">16650 5143 28138,'14'-4'162,"3"47"-154,-9 2 1,-2 4-940,1 0 0,0 1 925,2 2 1,-1-1 5,-2-10 0,-1-1 5,0 7 1,0 0 283,-3-8 0,-3-2-306,-17 12 6,3-25 304,-18-30-304,5-23 8,8 3 0,0-3-231,-4-7 0,2-4 235,3 0 1,0-3 0,2 1 4,-1-4 0,2-2 5,3-1 0,2-4 0,3 3-97,7-6 0,4 1 91,0 11 1,2-1-1,2 1 1,6-16 0,7 2-1,9 3 1,5 5-12,-3 13 1,2 5 5,-1 4 0,2 6-6,2 8 0,1 8-14,2 7 1,0 6 22,-1 3 0,-1 6-180,2 7 1,-7 6 178,-15 4 1,-7 3-8,-7 24-15,-16-23 0,-8 0-61,-8-8 0,-5-2-316,-10 6 1,-7-1-506,6-9 0,-4-3 1,0-1-2376,8-5 0,1-2 0,0-1 2099,-18 4 0,6-3 1,1-5-1,38-6 1</inkml:trace>
  <inkml:trace contextRef="#ctx0" brushRef="#br0" timeOffset="46300">11541 8972 24760,'-5'-50'687,"1"1"0,0 6 1,1 10-565,2 21-50,1 20-1,4 15-44,-1 5 28,1 7 0,0 4-36,-2-8 0,0 2-429,0 15 1,0 2 422,-1-7 0,-1-2-6,1-2 1,-1-1-51,0-5 0,0-2 65,0 15 111,0-21 23,-1-19-62,-2-21 6,-2-19-23,-3-19-27,0 4 5,2 5 0,0-2-71,1 11 0,1 0 34,-2-16 1,1-1 8,2 14 0,1 3 346,-1-18-369,2 23 85,0 24-85,3 44 7,2 6-1,-1-6 0,1 2-11,1-5 0,1 0-142,0 0 1,1 0 127,0-2 0,1-1-8,7 23 719,-4-16-624,-3-16 39,-5-15-78,-3-12 11,-7-28-39,0-8-6,0 8 0,0-2-51,2-1 1,0 0 50,1 0 0,1 1 0,0-29 0,1 17 0,2 18 0,0 15 0,1 19 0,1 14-387,2 18-1008,3 13-4475,4 10 5122,1-7 0,-4-19 0,-3-16 0</inkml:trace>
  <inkml:trace contextRef="#ctx0" brushRef="#br0" timeOffset="47574">12380 9173 24729,'48'-19'7,"0"1"0,0-1 0,0 1 1,0 0-1,-1 1 0,0 0 0,-1 3-24,7 0 0,-2 3 1,0 1-613,-2-1 0,1 0 0,-3 1 612,-3 2 0,-2 0 0,-3 0 25,9-2 1,-6 2 879,9-3-843,-36 3 89,-49-2-55,2 2 16,-5 0 0,-3 0 34,6-1 0,-1 1-24,-10-4 1,0-1 73,2 1 1,1-1 52,5 0 1,4 1-105,-4-3 225,14 3-303,22 10 1207,9 1-1257,12 7 23,18 5-7,16 12-332,-20-7 1,0 1 312,4 4 0,-1 1-6,1 4 1,0 1-14,-2 3 0,-1 1-172,-3 0 1,-2 3-1672,1 9 0,-4 1 1865,-9-12 0,-2-2 0,8 24 0,-19-34 0</inkml:trace>
  <inkml:trace contextRef="#ctx0" brushRef="#br0" timeOffset="50457">20023 5169 23377,'8'-63'1122,"0"1"0,-1 0 0,-3 14-853,-7 33-219,0 4 6,-9 47-44,1 18-18,2-10 0,-1 4-737,2 3 1,0 1 641,0 4 0,1-2-28,1-9 1,1-1-368,0 9 0,-1 0-505,2-12 0,0 1-1940,-4 14 0,1 0-795,0-16 1,0-3-830,-10 24 4565,7-43 0,-3-31 6485,1-33-4449,4 16 1,0-4-934,-2-11 0,-1-1-79,0 3 1,-1 0-269,-2 2 1,0 1 203,-1 4 1,0 2-138,-14-20 1,7 15-656,10 15-129,18 11-15,19 8 734,6 5-747,7 3 1,5 2-18,-7-1 1,1 1-373,20 2 0,3-1 375,-6-1 0,-1-2-6,1-1 1,-1-2 2,-12 0 1,-2-3-115,7-3 1,-4-4 170,-2-9 33,2-10 79,-35 6 94,-17 2-94,-4 6 1314,-20 6-1175,8 7 186,-14 7-354,10 9-55,5 9-46,9 7-22,8-6 23,17 14-34,9-14-6,18 7 6,7-15 12,4-8 4,0-12 7,-6-9 10,-9-13 18,-10-11 5,-9-7 22,-10-3 1,-14 1-29,-10 6 23,-12 10-23,-8 11-16,-4 13-17,0 17-1,5 13-4,5 15-29,11 11-291,10 9 291,12-27 0,4-1-53,5 1 0,3-1-120,4 0 0,4-2-230,6-1 0,4-3-281,5 0 1,3-3-658,5-3 0,1-3 433,3-4 1,1-4 347,-1-5 0,0-4 152,-6-6 1,-2-3 559,15-11 425,-29-2 0,-4-4 807,-2-12-68,0-22-268,-11 13-247,-3 4 75,-3 10-490,0 13 580,0 10-893,0 13 637,0 13-604,1 14 209,0 14-247,1 5-18,-1 4-22,0-2-5,-2-5-12,0-8 12,-1-10 100,1-13-5,0-10-28,1-17-17,3-10-6,2-13 23,4-7-6,2-2 34,2 0-17,2 6-33,2 8-35,2 10-10,1 9 22,2 11-28,3 11 0,1 11 0,0 11-34,-4 7 40,-6 1-12,-6-2 1,-5-6 10,-3-10 1,-2-10 50,0-9-39,1-11-79,2-10 51,4-11 28,6-7-17,2-2 0,4 2-6,-1 8-16,-2 11-23,-2 10-5,0 15-180,0 9-408,2 12-426,3 8-695,3 5-1412,6 3 3171,11 4 0,-18-22 0,3-4 0</inkml:trace>
  <inkml:trace contextRef="#ctx0" brushRef="#br0" timeOffset="50884">21713 5542 26441,'1'-42'504,"0"0"0,-1 5 0,2 10-426,3 21-22,3 17 23,4 13 10,3 21-58,-6-14 0,1 3-334,0 5 0,0 2 320,-1 5 0,0 1-432,0 2 0,-1 0 415,-1-1 0,-1-1 3,-1-5 0,-1-2 8,-1 23 11,-8-23-5,-6-22-34,-7-24 606,-4-18-584,-2-22-5,13 15 0,1-3-64,1-8 1,3-2 54,2-8 1,3-2 11,4-8 0,4 0-463,0 18 0,1-1 0,2 1 461,2 1 1,2 0 0,2 1 3,8-15 1,2 4-199,0 9 0,1 6 181,-4 10 1,1 5-22,16-2-7,-8 23 818,-4 19-789,-5 20 11,-4 19 543,-13-24 0,-1 2-552,-5 1 1,-3-1 2,-5-2 1,-5-3-29,-7-2 1,-6-4-121,-8-4 0,-4-3-233,-8-4 1,-3-4-1131,-5-3 1,-3-3 1516,14-5 0,-1-3 0,4 2 0,4 1 0,2 0 0,-27-11 0</inkml:trace>
  <inkml:trace contextRef="#ctx0" brushRef="#br0" timeOffset="52007">14220 8895 23617,'5'-48'674,"0"-1"0,0 1 1,-1 2-1,-1 1 0,0 6-287,-2-16-138,-2 18-171,-1 32 24,0 22-68,-3 20-18,2-7 1,0 4-3,-1 16 0,0 2-528,2-6 0,0 0 514,1-1 0,2-2 5,3-7 1,4-3 73,15 10-68,-1-18 1,3-4 21,22 1 7,11-21-24,-21-16 29,7-20 28,-12-1 11,-10 9 0,-1 0 39,7-13-28,-5 4-82,-15 22-13,-6 9 0,-1 14 0,-3 10 1081,1 14-1166,0 24-397,8 0-409,3-1-1214,16 1 2105,11-9 0,-13-15 0,2-5 0</inkml:trace>
  <inkml:trace contextRef="#ctx0" brushRef="#br0" timeOffset="52433">15610 8907 25500,'-53'-7'442,"1"0"1,4 0-1,21 3-363,35 4-51,33 1-14,-6-1 0,2 0-580,-2 1 1,2-1 565,19 1 0,3-2 3,-6 0 0,3-1-3,0 0 0,5 0 0,-2-1-395,-9-1 1,-2 0 0,1 0 397,5-2 1,1 0 0,-6 0-4,-3-1 0,-5-1 19,0-5 1,-6-4 25,-15-11 67,-18-17 117,-43 1-753,11 21 0,-1 1 731,-22-11 285,24 15 0,1 2-177,-6-5 996,7 4-1311,13 6 0,16 10 0,31 27 0,-10-8 0,10 15 0,1 6 0,-14-11 0,-3 1 518,9 15 0,-3 3-518,-9-3 0,-5 1-85,-3 2 1,-6 0-793,-8 4 1,-4-3-766,1-8 1,-3-2 1641,-8 2 0,0-4 0,4-8 0,-2-3 0</inkml:trace>
  <inkml:trace contextRef="#ctx0" brushRef="#br0" timeOffset="53607">24438 4948 22538,'14'-50'746,"0"1"0,0 0 0,-2 5 0,-1 0 1,-2 5-453,-3 0 0,-2 5 53,-7-13 10,-7 24-317,-8 27 67,-7 28-102,11-3 1,1 5-12,-3 8 1,2 4-593,1 7 1,2 2 538,1 5 1,3 2-521,3-19 1,2 0-1,0 1 157,1 0 0,1 1 1,2-1-351,0-1 1,1 0 0,0-1-1612,4 14 1,0-2 2382,0-6 0,1-5 0,2 3 0,-5-17 0</inkml:trace>
  <inkml:trace contextRef="#ctx0" brushRef="#br0" timeOffset="54633">24194 5302 17675,'-19'-55'2053,"1"0"1,1 7 0,6 6-1427,17 5-408,12 15-141,18 10-50,16 7-34,-19 5 1,1 1-508,6 1 0,2 1 426,4 0 0,0 1-17,3-1 1,0 0 19,0 0 0,-2-2 42,-3-1 0,-2-1 45,-7-3 0,-2-1 280,15-11-132,-18-6 101,-16-4 78,-8-2 135,-7 0 56,-5 4 659,-4 6-883,-3 7-162,0 6-57,-1 10-22,2 6-17,2 10-22,5 6-23,6 2 12,9 1 0,6-5 5,9-6 6,4-9 5,2-13 28,-2-9 57,-5-14 27,-8-7 23,-8-7 11,-12-2 11,-8 2-28,-11 7-39,-7 8-50,-4 11-51,-2 14 28,0 13-44,5 13-46,8 14 18,10 10-46,10 7-616,14 4 401,-1-30 0,3-1-230,4-1 1,3-3-164,2-1 1,4-3-174,3-3 1,2-4 97,2-3 0,1-5 404,0-4 0,-1-4 229,26-15 689,-12-12 578,-15-11 228,-10-3-195,-7-3-263,-4 2-192,-3 6-178,-3 10-208,-2 9-201,-2 11 344,-1 7-445,1 10 76,0 11-82,0 12 1,0 10-12,-1 5-5,0 1-6,0-3 5,-1-5 1,0-11 33,1-12 17,0-14-28,1-16 6,5-12 10,2-9-4,4-8-1,3-2 6,2-2-12,1 7-10,1 6 16,0 12-34,1 8-10,0 8-1,3 11 6,2 8-5,0 12-12,-1 8 11,-6 1 17,-6 0 1,-7-2-12,-2-15 11,-2-5-11,-1-15 11,1-9 0,3-9 6,0-12 5,4-7 23,2-2 17,3 0-23,1 6-11,3 7-17,0 10-16,2 7-7,2 13-21,2 10-18,0 11-145,-3 10-336,-2 9-1640,2 17 665,-6-17 1064,-1-9 1,-1-4-1,-3-12 1,4 8-1</inkml:trace>
  <inkml:trace contextRef="#ctx0" brushRef="#br0" timeOffset="55084">26075 5168 22363,'2'-7'4615,"0"1"-4231,7-23 0,2-4 52,-4 14-346,4-18 0,-2 11-29,-7 28 74,-2 32-57,1 16-43,0 13-530,1-18 0,2 2 495,0-2 0,2 1 0,3 15 0,1 2 0,-3-19 0,1 0 0,0 1 0,2 8 0,1 1 0,-1-3 0,-1 3 0,0-3 0,1 14 0,-3-5-102,-5-9 68,-10-6 34,-15-36-6,-12-30 12,-2-10-432,11 0 0,2-3 434,1 0 1,2-4-2,1-6 1,0-4 0,2-1-8,4 4 0,3 0 0,2-2-636,1-11 1,3-2 0,3 4 635,4-2 0,5 2 0,3 13 0,2-1 0,2 3-116,6-4 1,3 3 115,0 5 0,2 0 0,2 3 0,5-3 0,3 5 0,5 2 0,0 6 0,11 6 0,8 14 0,-15 20 0,9 16-31,-28 3 0,-4 5 56,-5-1 0,-6 1-115,-7 11 1,-7 0 2,-4-17 0,-6-3-190,-17 5 0,-9-4-121,-2-10 0,-6-3-469,-4-3 1,-5 0 0,0-3-2411,8-4 0,0-1 0,1-1 2810,1-1 1,1-1-1,5-1 1,-21-2-1,46-2 1</inkml:trace>
  <inkml:trace contextRef="#ctx0" brushRef="#br0" timeOffset="57409">17542 9108 21987,'15'-43'1149,"-1"0"1,1 0 0,6-14 0,-3 7-898,-2 12 107,-2 11-174,-10 18-23,0 16-44,-3 19-46,-2 28-58,-2-21 0,0 2-8,-2 4 0,-1 1-218,-1 1 1,-1-1 213,0-2 1,0-1 14,2-5 0,0-2-165,-4 15 182,5-19 72,3-15-84,16-47 6,1-1 6,0 0 0,1-3 10,6-10-10,-7 16 0,1-1 8,1 1 0,2 0-167,-1 2 0,2 0 133,1 0 1,1 3-3,13 0 414,-1 15-443,1 14-10,3 13 27,2 12-33,1 11-181,-4 7-150,-5 4-358,-3-1-403,-2-2-236,2-8 405,-1-9 139,1-12 549,-2-14 313,-7-8 588,6-22 174,-8-1 106,10-17-106,-4 3-179,0 0-90,-2 5-50,-7 12 69,-6 13-478,-5 9 33,-7 20-33,-1 7-45,-2 18-39,2-8 33,6 10-44,14-4 22,9-1-22,21-7-6,8-19 33,-7-12 12,-11-8 0,-1-5 50,6-14-136,-13 5 1,-2-2 152,0-23-23,-12 9 96,-11-22-101,-8 20-39,-3-16-17,-1 21-78,3 12-163,4 12-375,9 19-451,9 14-888,8 19-1187,4 14-1281,-13-22 1,-1 1 4422,10 25 0,-10-19 0,-6-18 0</inkml:trace>
  <inkml:trace contextRef="#ctx0" brushRef="#br0" timeOffset="57883">19113 9226 22627,'38'-31'815,"-1"1"1,0 0-1,-3 1 1,-1-1-1,-7-1-546,-8-6 0,-6-1-737,0-6 0,-1-2 563,-3-8 1,-2-2-617,-1 13 1,-1 0-1,0-1 545,0-4 1,0 0-1,0-1 0,0 0 0,0 0 1,0 2-21,0 3 1,0 0 0,0 3 71,0-10 0,-1 4 86,-2-16-39,-5 31 432,-3 22-533,-5 24-22,-5 24-11,5-5 0,0 6 401,-1 11 1,1 4-401,4-12 1,1 1 0,1 1-201,1 3 0,1 1 0,2 1 212,2-1 0,2 0 0,2 0 1,2-3 1,2 1 0,2-3-10,11 17 1,7-3-308,5-8 0,6-5 304,4-6 1,4-7-9,4-8 0,1-6-8,-1-7 0,-1-8 19,-2-9 1,-2-7 16,-5-7 0,-3-7 0,-4-9 1,-4-5 2,-3-7 0,-4-5-11,-10 13 1,-1-2 0,-2-1-445,-1-5 1,-1-2-1,-2 0 456,-1-4 0,-1-1 0,-1 0 0,0 1 0,-1 0 0,-1 1-43,-2 5 0,-1 2 0,-1 2 28,-2-9 0,-1 6 1066,-11-12-1066,0 34 581,1 30-581,-1 26 0,7-1 0,1 4 507,-2 11 1,1 3-508,-1 11 0,2 3-207,3-15 0,0 1 0,1 1 165,1 4 1,0 1 0,1 0-1023,0 3 0,0 0 1,3 1-1646,1 2 0,2 2 0,1-3 2414,0-5 1,0-2 0,0-3 0,2 3 0,1-6 0,2 8 0</inkml:trace>
  <inkml:trace contextRef="#ctx0" brushRef="#br0" timeOffset="59409">5605 10579 11232,'-51'-2'785,"0"0"1,0 1-1,0-1 1,0 1-1,-4-1 1,0 0 0,4 0-1,3-1-74,-13-1 1,8-1 408,-8-3 334,40-1-989,43 2-17,39 3-255,-12 2 0,6 1-973,-8 1 0,2 0 1,3 0 875,-5 0 1,1 0-1,2 1 1,1-1-323,8 0 0,2 0 1,1 1-1,2-1 267,-6 0 1,2 0-1,0 0 1,2-1 0,1 1-279,-6-1 1,2 1 0,0-1-1,1 0 1,1 0 0,0 0 253,-3 0 1,0 0-1,0 0 1,2 0 0,-1 0-1,2-1 1,-1 1-156,-3-1 0,1 1 1,0-1-1,0 0 1,1 1-1,0-1 0,1 0 1,0 1 156,-4-1 0,1 0 0,0 1 1,0-1-1,1 0 0,0 1 1,1-1-1,-1 0 0,1 1-30,3-1 0,1 1 1,0-1-1,0 0 0,0 1 1,1-1-1,0 1 0,0-1 1,1 1 32,-4 0 0,0 0 1,0 0-1,0 0 1,1 0-1,0 0 1,0 0-1,0 0 0,1 0 1,-1 1-22,-2-1 1,-1 1-1,1-1 1,0 1 0,0-1-1,0 1 1,1 0 0,-1 0-1,1 0 1,0 0 0,0 0 13,-3 0 0,0 1 1,1-1-1,-1 1 1,1-1-1,-1 1 0,1 0 1,0-1-1,0 1 1,0 0-1,1 0 0,-1 0 0,2 0 0,1 1 1,-1-1-1,1 0 1,0 1-1,0-1 1,0 1-1,0-1 1,0 1-1,0 0 1,1 0-1,-1-1-3,-3 1 1,0 0 0,1 0 0,-1 0 0,0 1 0,1-1 0,-1 0 0,1 0 0,-1 1 0,1-1 0,0 1 0,0-1 0,0 1-1,0-1 0,1 1 0,0 0 0,0 0 0,1 0 0,-1 0 0,0 0 0,0 0 1,1 0-1,-1 0 0,1 0 0,-1 0 0,1 0-1,0 0 0,0 0 0,0 0 0,0 0 1,0 1-1,0-1 0,1 0 0,-1 0 1,0 1-1,1-1 0,-1 0 0,0 0 1,1 0 4,-1 1 1,1-1 0,-1 0 0,1 0 0,-1 0-1,1 0 1,0 0 0,-1 0 0,1 0 0,0 0-1,-1 0 1,1 0 0,-1 0 0,1 0 1,-1 0 0,0-1-1,1 1 1,-1-1 0,0 1-1,1 0 1,-1-1 0,0 0 0,1 1-1,-1-1 1,0 0 0,0 0-5,0 0 1,0 0 0,-1 0 0,1-1-1,0 1 1,-1 0 0,1-1 0,-1 1 0,1-1-1,-1 0 1,1 1 0,-1-1 0,0 0-1,0 0 0,-1 0 1,1 0-1,0 0 0,-1 0 1,0 0-1,1 0 1,-1-1-1,1 1 0,-1-1 1,0 1-1,0-1 0,0 1-4,-1-1 1,0 0-1,0 0 1,0 0-1,0-1 1,0 1-1,0 0 1,0-1-1,-1 1 1,1-1 0,-1 1-1,1-1 1,-1 0-5,5 1 1,-1-1-1,0 0 1,0 0 0,0 0-1,0-1 1,-1 1-1,1 0 1,0-1 0,-1 1-1,0-1 1,1 0-2,-3 0 0,1 0 0,0 0 0,-1 0 1,1-1-1,-1 1 0,0-1 0,0 0 1,0 0-1,0 0 0,-1 0 0,1 0-2,3-1 1,-1 1-1,1-1 1,0 0 0,-1 0-1,0 0 1,0-1-1,0 1 1,0-1 0,-1 0-1,0 1-2,4-2 1,0 1-1,-1-1 1,0 0 0,0 0-1,-1 0 1,1-1 0,-1 1-1,-1-1 1,1 0-3,-4 0 1,0 0 0,0-1 0,0 1 0,-1-1 0,0 0 0,0 0 0,-1 0 0,0 0 0,0-1-2,2 0 1,0-1-1,-1 1 1,1-1-1,-2 0 1,1 0-1,-1-1 1,-1 1-1,0-1 5,3 0 1,0-1 0,-1 0 0,-1 0 0,0-1 0,-1 1 0,0-1 0,-1 0-3,4-1 1,-1 0 0,-1-1 0,0 1 0,-1-1-1,-1 0 1,-1 0 0,4-2 1,0 1 0,-2-1 0,-1 0 0,0 0 0,-2-1 38,5-1 0,-2-1 0,0 0 1,-3-1-1,-1 0-33,4-3 0,-1-1 0,-3 0 0,-3-2 162,5-5 0,-4-1 0,-5-3-167,-10 2 0,-4-1 0,-5-2 436,0-19 0,-9-3-441,-13-1 1,-8-2-12,-3 19 1,-3-1 0,-2 1 304,-4-2 0,-3 1 0,-1 1-295,-2-1 0,-1 1 1,-1 1-3,-1 1 0,0 0 1,-1 2 5,0 0 0,-1 2 0,0 0 264,1 1 1,-1 1 0,0 1-275,-1 0 1,0 2 0,-1 0 9,0 0 0,-1 2 0,-1 0-4,0 1 0,0 1 1,-2 1-10,0 1 0,-1 1 0,0 1 5,-1 1 1,0 1-1,-1 1 14,-19-8 0,-1 2-9,-1 2 0,0 1-14,0 1 0,-1 2 198,0 2 1,1 1-185,3 1 1,-1 0-12,-5-1 0,2 0 11,19 6 0,2 0-6,-11-5 1,2 0 185,16 4 0,1 0-189,-8-3 1,-1-2-9,-2 0 1,-3-1-20,3 3 0,-3 0 0,2 1 11,-4-2 0,-2 1-32,-3 1 0,-4-1 0,1 1 41,10 3 0,1 2 1,-2-1-7,-13-3 1,-4 0 0,-2 0 2,15 4 1,-3-1 0,0 0 0,-1 1 0,1 0-309,-8 0 1,0 0-1,0 0 1,0 0 327,1 0 1,0 1 0,0-1-1,0 2-4,-2 0 1,-1 1-1,1 1 1,2 0-235,6 2 1,3 0 0,-2 1 0,-1-1 239,0 1 0,-2 0 0,-1 0 0,-1 1 0,1 0 0,-1 0 0,0 0 0,0 1 0,-1 0 0,0 0-219,-2 0 1,0 1 0,0-1 0,-1 1 0,1 0 211,-3 0 0,1-1 0,-1 1 1,0 1-1,-1-1 1,9 0 0,0 0 1,0 0-1,-1 1 1,1-1-1,-1 0-79,-2 1 1,0-1-1,0 1 1,-1-1-1,1 1 1,-1-1 75,-1 1 1,1 0 0,-1 0-1,0 0 1,-2 0 0,-1 0 5,6-1 0,-1 1 0,-2 0 0,-1 0 1,1 0-1,1 0 0,1-1 0,3 1 3,-1 0 0,4 0 0,1 0 0,0 0 0,-3-1 0,-4 1-15,2 0 0,-4 0 1,-4-1-1,-2 1 0,0 0 1,1-1-1,2 1 0,5-1 1,6 1 8,-14-1 0,9 1 1,1 0-1,-8-1-1,12 0 1,-5 1 0,-3-1 0,-1 0-1,-1 1 1,0-1 0,4 0 0,3 1-2,-11-1 0,4 1 0,2-1 0,-1 1 1,-4-1-7,11 0 0,-2 1 1,0-1-1,-2 1 1,-1-1-1,0 1 0,-1-1-11,0 1 1,-1 0-1,-2 0 1,0 0 0,0 0-1,0 0 1,1 0-1,2 0 14,-3 0 1,1 0 0,1 0-1,0 0 1,1 0 0,0 0 0,0 0 1,1 0 0,1 1 0,0-1 0,0 0 1,1 0-1,-1 0 0,1 0-2,2 1 1,-1-1 0,0 0-1,1 0 1,0 1 0,2-1-1,0 0 2,-11 1 0,2-1 0,1 1 0,-1-1 0,-2 1 14,9 0 0,0 0 1,-1-1-1,-2 1 0,0 0 1,-1 0-1,0 0-9,1 0 1,-1 0-1,-1 0 1,0 0-1,0 1 1,0-1-1,1 1 1,1-1-1,-1 1 0,1-1 0,0 1 0,1 0 0,1-1 0,0 1 0,0 0 6,-7 0 1,0 0 0,1 0 0,0 0 0,0 0 0,2 0 2,2 0 1,0 1-1,1-1 1,1 1 0,0-1-1,2 1 0,-1-1 1,2 1 0,1 0 0,-1 0-1,-3 0-6,2 0 0,-1 1 0,-2-1 0,0 0 1,-2 1-1,0 1-4,2-1 0,-1 1 0,-1 0 0,0 1 1,-1-1-1,2 1 0,1-1-2,-4 1 1,2 1-1,0-1 1,0 0-1,1 1 1,0-1 15,2 1 1,0-1-1,0 1 1,1-1 0,0 1-1,-1 0-14,2 1 0,0-1 1,0 1-1,1 0 1,0-1-1,2 1 6,-3 0 0,3-1 0,0 1 1,-1-1-1,-2 1-2,1 0 0,-1 0 0,-1 1 0,-1-1 0,-1 1 0,0 0-1,2-1 1,-1 1-1,-1 0 1,0 0-1,0 0 1,1 0-1,2-1 1,-2 1 0,2 0 0,0-1 0,1 1 0,-1-1 1,-1 1-3,-5 1 0,-2 0 0,-1 1 0,1-1 1,3 0-1,4-1 46,-4 1 0,6-1 0,0-1 0,-2 1-47,6-2 1,-3 1 0,0 0-1,2-1 1,1 0 0,-1 0 0,3-1 0,-1 0 1,-4 0 4,-4 0 0,-5 1 0,-1-1 1,0 0-1,3 0-11,-4-1 1,2 0 0,0-1-1,-1 0 0,7-1 0,-2 0 0,1 0 0,1-2 1,5 1 8,-8-1 0,6 0 0,-2-2 146,-5-1 0,-2-2 0,5-1-132,-8-3 0,2-2-9,14 0 1,-1-2 0,0-2 3,0-4 0,1-4 1,3 0-10,-9-8 0,5-1 0,4 1 0,4-1 19,9 2 1,4 2 1186,-15-12-1178,4 9 1903,5 13-1915,14 34-10,5 6-6,5 7 0,1 8 54,2 3 0,1 5 0,0 3-32,-2 6 0,1 2 0,0 4 0,2-13 0,0 2 1,0 2-1,0 1 1,0-1-230,1-1 1,0 1 0,0 0-1,0 1 1,0 0 219,-1 4 1,1 2-1,0 0 1,0-1-1,0-2-12,0 3 1,0-2-1,0-1 1,0 3 4,1-5 1,-1 2 0,1 0 0,1-1 0,-1-2-5,2-2 1,-1-2 0,2 0 0,2 2-178,2-1 0,2 3 0,1 1 0,2-2 1,2-3 103,7 13 0,3-4 0,7-3-965,8-3 0,7-3 0,2-10-1630,8-10 0,3-10 2666,-11-11 0,3-5 0,-8-1 0,14-4 0,-1-2 0</inkml:trace>
  <inkml:trace contextRef="#ctx0" brushRef="#br0" timeOffset="233506">2693 12371 22968,'-3'53'158,"1"0"0,-1 0 1,-1 5-1,0-1-149,2-13 0,-1 0 1,0-1-981,-1 5 0,0-1 450,-1 13 1,2 3-1685,2-18 0,0 0 0,2-3 1671,1 5 1,0-4-1,0-6 1,1-5-1,1-11 1</inkml:trace>
  <inkml:trace contextRef="#ctx0" brushRef="#br0" timeOffset="234131">2646 12841 11368,'-11'-50'1725,"1"-1"0,-1 1 0,-3-11 0,2 6-966,4 18 1,2 4 270,1-13-448,2-7-201,16 8 1,26 2-225,13 10-585,-23 18 1,3 2 449,7 2 0,2 1-2,-1 1 0,1 1-12,12-3 0,4-2-1,-8 2 1,2-1 0,0-1-10,-4 1 0,-1 0 0,0 0-382,-1 0 0,1 0 1,0-1 388,1-1 1,0 0 0,-1 0 2,13-5 0,1-1 3,-12 3 0,3 0 1,0-1 16,9-3 0,0-1 0,-1 1-19,-9 3 0,-1 0 1,-2 0-5,-1 2 1,0 0 0,-2 0 22,16-5 0,-3 1 19,-12 6 1,0 0 53,9-3 0,2 1-332,4 0 0,-1 2 365,-11 3 0,-2 3-75,-4-1 0,-2 3 42,-4 3 0,-2 1-62,18 1 25,-19 1 1,1 3 13,3 2 0,-1 3 18,22 13-63,-26-4 1,-3 2 5,5 12-3,-14-6 1,-1 2-4,-1 1 1,-1 2-20,6 10 0,2 6-3,-3-3 0,1 3 1,0 0-111,0-3 0,-1 0 0,1 0 97,-1 0 0,1 1 1,0-1 6,2 0 1,0 0-1,0-2-149,6 11 1,-1-1 141,-6-9 0,1 1 1,-2 0-16,-2-3 0,-1 0 0,-3 1-4,-3 5 1,-2 0 0,-3-3 14,-1 1 1,-5-1-21,-9 14 1,-9-4-112,-4-21 1,-8-4 128,-3 0 1,-6 0 0,-1-2 21,-17 5 0,-4-3-573,8-7 1,-4-1-1,2-2 562,-5-2 0,0-3-7,5-2 0,-3-2 1,0 0-197,5-2 0,0 0 0,-2-1 198,3 0 1,-3 0-1,-2-1 1,-1 0 3,0 0 0,-3-1 1,-1-1-1,0 0 0,2 0-5,4 0 1,2-1 0,-1 0 0,0 0 0,-1 0-180,-9-1 1,-2 1 0,-1-1 0,3 0 0,3 0 182,6-1 0,4 0 1,0 0-1,-1 0-17,-9-1 1,-1 1 0,0-1 0,0 1-295,1-1 1,1 1 0,-1 0 0,1 0 4,0 0 0,0 1 0,0 0 0,0 0-838,-4 0 0,-1 0 0,2 0 1,5 1 1142,5 1 0,4 0 0,4 0 0,-1-1 0,7 1 0,-2 0 0</inkml:trace>
  <inkml:trace contextRef="#ctx0" brushRef="#br0" timeOffset="234864">3580 12878 14605,'2'-3'5781,"-1"0"-3832,-1 3-1803,23-36 123,-17 28 67,14-22-213,-25 38 51,-21 17-90,-5-1 0,-20 11 22,1-7 45,2-9 28,7-8-72,15-7 206,2-6-105,15-1-46,-2-1-72,7 0-57,3 2-22,1 2 17,5 4-22,2 4 28,6 10-6,1 8-6,-1 10 6,-5 6 11,-3 2 0,-4 0 1,-5-3 21,-2-7 40,-2-7 68,1-11 88,1-7-27,1-6-73,-1-7-40,0-3-33,-1-9-33,2-4-23,3-6 0,7 0 5,6-1-38,10 4 16,7 5 17,4 8-28,6 6-6,3 11 1,4 6-1,0 10-50,-6 6-106,-12 9-180,-13 7-381,-19 4-761,-14 2-2117,-17-4 3601,-10-9 0,20-17 0,2-9 0</inkml:trace>
  <inkml:trace contextRef="#ctx0" brushRef="#br0" timeOffset="235048">3450 12894 20963,'36'-29'-786,"0"1"0,-1-1 1,15-10-1,-7 6 786,-13 14 0,-12 8 0,-8 5 0</inkml:trace>
  <inkml:trace contextRef="#ctx0" brushRef="#br0" timeOffset="235315">3648 12211 25416,'26'33'143,"-10"-7"0,1 5-106,0 4 0,1 5 1,-1 1-1148,1 4 0,0 1 0,-1 1 1121,0 4 0,-1 0 0,1 2-26,-2 1 0,1 0 0,-1 0-51,0-1 1,1 0 0,0 0-225,-1-3 1,1-1 0,1 0-605,0-5 1,0-1 0,1-1 893,1-2 0,-1-1 0,0-3 0,-3-5 0,0-3 0,10 16 0</inkml:trace>
  <inkml:trace contextRef="#ctx0" brushRef="#br0" timeOffset="235722">4253 12504 21321,'-4'-3'3165,"1"1"-2454,3 2-549,27 12-105,2 16-52,-2-6 1,0 3-294,-4 6 0,-3 2 299,-2 1 0,-3 1 14,-3-1 1,-4 0 7,-3-2 1,-2-1 198,-9 19-104,-6-14 68,-6-16 23,-3-16-46,0-19-27,0-15-6,4-18-6,6-14-42,9 27 0,3-1-22,4 0 0,2-1-9,3 3 1,2 2-128,20-23 116,6 14 23,8 13-56,9 11-37,-22 12 0,0 3-197,3 4 0,1 3 85,0 4 1,0 3-410,0 6 1,-4 6-1614,0 8 0,-5 3 1541,-4 1 1,-4 0 0,4 14 0,-14-17 0</inkml:trace>
  <inkml:trace contextRef="#ctx0" brushRef="#br0" timeOffset="237222">5464 12163 19087,'-10'8'414,"2"-2"-22,8-6 1663,0 0-1943,72 7-104,-37-20 1,4-4-738,7 5 0,6 1 0,-2-4 715,-3-9 1,-3-4 0,0 0-781,2 0 1,-1 0 0,-1 1 787,7-5 1,-1 0-1,3-2 1,-5 2 38,-19 11 1,-3 2 96,17-22-46,-43 20 44,-37 14-5,6 10 1,-3 3 83,-5 0 0,0 1 475,-1 1 0,0 0-382,5-2 0,1 0 181,-17 2 2971,22-5-3408,18-2 18,17-1 11,13-3-17,17-3 0,17-1-48,-22 2 1,3 2-4,2 0 1,2 1-9,2 0 0,0 2 86,1 3 0,0 2-111,0 2 0,-1 3-42,-3 4 0,-3 4-157,-3 1 0,-3 4-389,-6 2 0,-3 2-2520,3 31-774,-12-10 3910,-10 1 0,1-38 0,-2-2 0</inkml:trace>
  <inkml:trace contextRef="#ctx0" brushRef="#br0" timeOffset="237932">6903 11420 24301,'38'34'84,"-1"0"0,-2-1 0,-6 0-34,5 19 23,-13 2-39,-9-3 5,-8-8 146,-3-13 184,-1-13 13,0-18-108,0-19 6,1-19-39,4-18-335,-1 25 1,2-1 191,1 0 0,3 0-122,9-26 131,2 11-29,-1 12-55,2 12-12,2 11-11,5 9 0,4 13 320,6 8-533,2 11-313,0 8-474,1 2-244,-1-1-279,1-8-348,1-11-5,-1-16 834,-5-15 975,-9-13 599,-10-8 661,-11-6 381,-6 0 50,-5-1-532,-2 3-196,-1 7-230,0 10-340,2 11-231,2 10-50,1 14-6,6 9-17,4 12-10,8 2-1,6 0-11,7-5 0,2-6 5,0-9 7,-3-10 38,-6-15-5,-4-13 22,-5-14 39,-6-8 18,-7-4-1,-9 1-34,-6 5-27,-3 6-28,4 10-96,5 8-173,5 8-572,13 7-1170,10 9-2308,19 6 4285,3 4 0,-11-5 0,-11-5 0</inkml:trace>
  <inkml:trace contextRef="#ctx0" brushRef="#br0" timeOffset="238439">8451 11531 27197,'1'-58'175,"0"0"1,0 2-1,0 3-130,-1 18 0,-1 1-795,-2-7 0,-2-2 772,-2-3 1,-3-1 2,-2-3 0,-2 2-8,-1 3 0,-1 2 8,0 7 0,0 3 535,-13-11-498,8 22 225,7 14-259,5 18-11,4 15-45,3 25 33,4-16 1,3 4-151,2 8 1,2 3 138,5 6 0,3 3-475,-4-17 1,2 0 0,2 0 472,2 2 1,2-1-1,2-2-5,3-1 0,2-1 0,2-3 1,4-2 1,1-3 0,3-2-10,0-4 1,2-3 0,1-3 3,18 3 0,-1-7-207,-7-8 0,-4-8 224,-8-7 0,-6-8 28,-7-8 0,-6-6-20,-4-8 1,-6-5-358,-3-8 1,-5-5 355,-3 15 1,-2-3 0,-1 0-153,-3-4 0,0-1 0,-2 0 152,-1-1 0,-2 0 1,0 2 8,0 3 1,-1 1 0,0 2 570,-6-10 1,-1 5-437,-2 11 1,-1 6-112,-6-1 392,-1 16-432,21 26 773,3 17-773,11 27 0,1-15 0,2 4 125,3 10 0,2 4-125,-2-13 0,0 1 0,0 2-348,2 4 1,0 1-1,1 0-1784,2 4 0,1 0 0,0-1 1735,-1-6 1,-1 0 0,0-5-1,2 3 1,-2-6 0,4 6-1</inkml:trace>
  <inkml:trace contextRef="#ctx0" brushRef="#br0" timeOffset="241048">5139 13331 22621,'19'34'211,"1"-1"0,5 6 0,1-3-150,-2-10 1,1-2-245,9 7 1,5-2 255,-3-8 0,3-1 0,2-3-1209,16 3 1,4-5 1151,-9-5 1,3-2 0,-3-4-9,7-2 1,0-5-263,-5-3 1,3-2 0,-1-2 245,-5-2 1,-1-1-1,2-1 11,-4 0 0,2-1 0,2-1 0,0-1-5,-5 0 1,2-1 0,1-1 0,-2 0 0,-1 1-415,2-2 1,-2 0 0,0 0 0,-1 0 417,11-5 0,0 0 0,-5 0 12,5-5 0,-9 2 270,-3-8 46,-24-10-224,-25 17 138,-24 6 0,-8 4-37,-6-1-8,1 1 0,-3-2 1459,-11-5-1434,19 9 0,1 0 6,-11-6-34,10 3-146,24 12 1357,8 3-1379,4 4 2576,7 2-2649,10 6 67,31 16-22,-20-8 0,0 2-310,3 1 0,1 0 302,5 6 0,0 3-29,6 4 1,-1 3-29,0 2 1,-1 2-592,3 7 1,-4 3 282,-16-6 1,-5-1 19,-7-8 0,-4 1-1577,-5 7 1,-4 0 1929,-9 11 0,2-8 0,0-21 0</inkml:trace>
  <inkml:trace contextRef="#ctx0" brushRef="#br0" timeOffset="242772">8123 12839 20347,'-24'-43'1158,"1"1"0,0 0 0,-9-13 0,2 9-486,-4 11-487,11 18 5,12 12-145,16 14-22,12 12-7,17 18-2,-12-11 0,1 3-11,3 6 0,-1 4-538,0 8 0,-3 3 538,-1 6 0,-3 1-407,-7-18 0,-1 1 0,-2-1 412,3 19 0,-3-3-2,-2-13 0,-1-2-4,-1 3 1,-1-4 87,0-4 44,-2 1-39,-1-44-50,0-24-34,1-6 6,1-5 0,1-4-12,1 9 1,1-2 144,4-17 1,1-1-137,2 9 0,2 3-6,0 5 0,3 4 1252,16-18-1260,-3 27-6,-1 17 12,1 18-6,4 12-11,4 10-6,6 3 28,5 0 439,5-7-455,7-10-12,-29-14 0,1-4-14,0-4 0,-1-5-19,24-18 22,-15-14 34,-17-4 5,-16-4 11,-15 4 23,-11 6 17,-8 10-34,4 12 50,-7 8-56,14 8-33,-3 5 11,12 3 328,7 7-328,8 2-5,8 1 5,8-3 22,8-4-22,4-8 0,3-9 11,-1-8-16,-8-9 10,-9-7 29,-12-3 22,-15 0-6,-10 3 6,-14 7-17,4 9 57,-18 7-18,14 11-11,-10 7-56,15 10-11,9 8 0,7-3 23,15 18-12,10-9-17,14 14-10,11-9-761,13-6 659,-20-19 1,1-3-85,6-3 0,3-3-75,5-4 0,1-4-403,2-4 1,0-4 496,-2-5 1,-2-3 106,-6-3 1,-3-3 94,-8 0 1,-5-1-17,6-26 176,-19 2 18,-19 2 55,-9 2 67,-10 4-11,-5 7-73,-4 14-139,5 11 740,-17 21-746,17 8 854,-8 15-922,20 4 112,14 3-139,14 1-7,11-2-27,12-7 28,8-12 28,4-10-6,0-16 6,-6-12 5,-10-13 1,-11-8 33,-9-6 33,-9 0 57,-10 3 33,-6 6-5,-3 8-18,1 6-66,5 10-51,4 7-39,3 7-11,3 10 17,6 10-57,6 11-66,9 4-96,14 2-577,17-7 516,-16-19 0,4-5-104,9-2 0,4-4-669,5-5 0,3-4 747,2-2 1,0-3 173,-4-3 0,-2-4-193,-7 0 1,-3-3 413,-11 0 1,-5-2 311,6-22 143,-25 0-29,-22-1-129,-11-4 43,-8 1-166,-5 7 1110,-4 13-1244,-6 20-46,-6 24 104,23 1 0,1 4-177,1 7 1,2 2 5,3 3 1,4 1-26,4 1 1,3 0-26,4 29-16,18-10 33,14-12-23,18-17-33,12-19 53,-23-10 0,-1-5 16,0-5 1,0-4-109,-2-5 1,-3-5 130,-2-3 0,-5-5-428,-4-4 1,-5-4 418,-5-5 1,-4-2 11,-8-8 0,-3 0-11,0 11 0,-2-1 63,-5 1 0,-3-4 1,0 5 31,-2 5 0,-2 3 0,-8-16 0,-3 7-28,8 26 0,-1 8 349,-20 2-366,10 25 0,14 18-67,12 24-6,12-17 1,5 2-318,3 7 0,4 3 253,6 6 0,3 1-121,-4-15 1,1 1 0,2 0-311,2 3 1,1 0 0,2 0-2029,3 1 1,2-1-1,-1-1 2529,-1-5 0,0-1 0,-1-4 0,2 3 0,-3-7 0,6 5 0</inkml:trace>
  <inkml:trace contextRef="#ctx0" brushRef="#br0" timeOffset="245015">4688 12515 18338,'-29'-40'415,"-1"0"1,1 1 0,-2-6-1,0-2 1,4 5-192,5 1 0,1 1-1100,-7-14 1,2 0 962,7 16 0,1 0 61,-9-11 1,-1 0-14,2 8 1,-2-2-101,-2-1 1,-4-3 0,1 1-8,2 4 0,1 1 0,-1-1-430,2 4 1,-1-1 0,1 0 0,2 2 414,0 1 0,2 3 1,-1-3 2,-5-9 1,-2-3 0,2 0-464,5 7 1,1-1 0,-1-1 457,3 3 0,-1-2 0,0-1 1,0-3 7,-3-8 1,0-4-1,1 0 1,1 1-11,3 4 1,1 2 0,1 0 0,1 0-9,-1 0 1,1 0-1,1 1 1,1-1 0,0 1 1,2 0 0,0 1 0,0 0-87,-1-5 1,0 1 0,0-4 88,1 9 1,0-3-1,0-3 1,-1 2 0,1 1 2,-2-4 0,0 2 1,1 0-1,-2-1-159,3 6 0,-1-1 0,0 0 0,0 0 0,0 3 166,-1-3 1,-1 2-1,1 1 1,1 2-9,-2-3 1,0 1-1,-1-2 14,-1-1 0,-2-4 0,-1 1 0,3 2-76,-1 1 0,2 3 1,-1-2 59,-3-7 1,-2-2 0,1-1 8,5 10 0,0-2 0,1 1 0,1 2 44,0 1 0,2 1 0,-1-1-51,-3-7 1,0-2-1,0 1 95,3 4 1,1 0-1,0-1-67,2 0 1,0 0 0,1-2-1,0 0 1,1-2-1,1-1 59,2 9 0,0-1 0,2 0 0,1 1-64,0-6 0,3 0 0,0 3-14,0-11 1,2 1 5,1 13 1,1-2-1,0 2 571,2-9 1,0-1-572,0 13 1,1-3-1,0 0 13,1-5 1,1-1 0,1 2-18,-1 7 1,0 3 0,0-1-5,3-15 0,3 0 16,5-4 1,3 5-34,-4 17 1,2 2 2,9-17 0,3 1 0,-2 12 0,2 2 14,1 2 0,1 1 594,0 3 1,0 1-601,-1 4 1,-1 0 8,-3 4 0,-1 0 5,21-17-5,-9 4 5,-3-1 6,2-4-11,-6 6-9,-1 5 1,2-2 8,-7 7 0,0-1 2,14-11 1,1-2 70,-7 7 1,0 1-97,0 1 0,-2 1 733,-8 7 0,0 0-719,6-6 0,-1 0 4,5-9-4,-12 12 0,-1 0 20,5-9 6,-9 7-6,-7 8 1303,-5-2-1258,-3 10 351,-5-6-385,-5 8 800,-9 4-856,-8 4 6,0 5-23,-33 21 29,3 6 2,24-12 0,-6 3 5,-1 3 1,-7 4 0,-2 1 0,6-4-692,-10 6 0,1 0 690,10-7 1,-4 4-1,1-2 1,6-4 6,0-1 1,6-5 2,-5-2 11,8-8-22,8-4 23,-11-7-6,8 0-23,-9-6 17,11 1 1373,4-3-1373,6 2 0,2-9-11,13-1 0,12-14 0,23-5 0,-11 17 0,4-1-264,6-1 1,3 1 257,5-2 1,1 2-556,4 1 0,1 1 558,1 2 0,2 1-6,0 1 1,1 1 11,1 1 0,0 0 2,3 0 1,0 0-6,-19 5 0,1 1 0,0-1 2,0 1 0,1 0 0,0 0-2,-1 1 0,0 1 0,0 1 14,18-3 0,-2 3-6,-5 1 0,-3 3-29,-8 4 0,-3 4 26,18 11 18,-27 13 28,-19 10 456,-21 3-467,-12 2 10,-11-3-28,-2-4 12,1-6 1224,3-9-1158,4-8 40,3-9-79,0-7-5,0-8-28,-1-8-22,-3-8 11,-3-5-17,-5-4 5,-6 0 1,-6 1-6,-3 2-228,-2 5 233,1 3-5,5 7 12,-2 7-1,-3 5-11,-9 14-6,26 0 1,-1 2-410,-4 6 1,-1 3 414,-2 3 0,-1 2-9,1 2 1,0 0 14,2 0 0,2 1-236,5-2 0,2 0 230,5-1 0,3-1-12,-14 17 12,11-5 224,7-5-235,6-4 823,1-4-817,2-3 513,1-5-491,4-5-11,2-6-1,3-2 12,12-14-11,12-10-12,23-19-443,-15 14 1,1 0 451,6-4 0,1 0-3,4-1 0,0 1 5,2 0 1,0 2-12,0 2 1,2 1-1,0 1 1,2 2-541,2 1 1,1 1 545,2 3 0,1 3 5,0 2 1,1 4-12,-4 5 1,0 4-291,-3 6 0,-2 5 307,-5 6 1,-2 4 7,-4 6 1,-3 5 10,-4 2 1,-4 4-20,-3 0 1,-4 2-18,-5 1 1,-3-1 21,-3 0 1,-3-2-51,-4 0 1,-1-2-1001,-2-2 1,0-2 1033,-6 17 0,3-19 0,3-17 0</inkml:trace>
  <inkml:trace contextRef="#ctx0" brushRef="#br0" timeOffset="247839">3947 14300 18061,'-8'-52'944,"0"-1"1,0 1-1,0 5 1,1 1-1,0 5-513,1 8 1,-1 3 189,-4-14-201,3 17-257,2 14-130,3 14 1,2 17-17,4 19-6,3 19-14,-1-22 0,0 1-335,1 5 0,1 0 310,-1 3 0,1 0-9,-2 1 1,-1 0 27,0-1 1,-2 0 14,-1-5 0,-3-2 16,-7 22 17,-8-22-5,-9-18 11,-7-15 11,-8-13 22,-6-10 12,-1-7 16,4-3 63,10 5-52,11 8 565,12 7-682,6 12-5,11 10 21,9 12-10,15 7-12,14-1 18,10-7-381,6-10 386,-27-11 0,1-3-23,8-7 0,-1-3 29,16-6-21,-20 0 1,-1-2 9,0-10 44,1-8-28,-13 3 0,-11 5-6,-8 6-257,-4 9-791,-2 6-1892,1 6 2918,-1 13 0,1-7 0,0 7 0</inkml:trace>
  <inkml:trace contextRef="#ctx0" brushRef="#br0" timeOffset="249205">3639 15718 20342,'-25'-44'869,"0"0"1,1-1-1,-6-5 1,3 3-576,6 9 1,2 6 2,1 5 307,9 15-576,14 15 181,11 14-198,15 19 3,-10-9 0,0 3-761,11 16 1,-1 4 754,-4-2 1,0-1-12,0 2 1,-2-1-198,-4 0 1,-2-1 190,-5-12 1,-1 1 10,1 4 1,-2 0 5,-2-6 1,-2-3-3,1 2 27,-6-15-5,-7-29 1522,-3-16-1514,0-4 1,-1-4-21,1 0 1,0-2-639,0-12 0,0 0 625,4 15 0,0 0 8,2-4 0,1 1 0,6-13-11,3-1 0,11 15 12,1 19-12,1 8 5,7 17 34,-1 7-55,21 15-46,-3 0 0,-19-13 1,0-1-141,16 8 79,-10-9 1926,-1-7-2039,-7-19 180,-4-9 45,-3-23 16,-11-11-5,-4 7-17,-2-15 17,0 19 73,-1-6-34,0 22-16,0 14-6,0 17 17,1 15-23,2 5 11,6 15-61,4-7 28,7-6 11,2-15-6,-3-8 40,6-20 0,-11-7 61,1-20 6,-10-4 27,-14-5-44,-2 10 34,-7 12 0,-3 2-34,-2-1 42,-5 1 0,-1 1 47,-2 7-27,-10-4-96,21 17 1,5 9-7,10 17-49,3 9 10,8 20-55,11 7 44,2-9-14,-3-17 1,4 0-79,4-4 0,3-3-289,1 0 1,2-2 108,8-1 1,2-6-65,-5-7 0,0-6 28,2-5 1,-3-4 84,20-11 19,-23-7 0,-5-3 204,-3-4 81,-8-5 1,-5-1 115,-13-5-57,-1 14 0,-2 1 46,-8-5 486,-8-7-206,9 24-175,-3-4-201,9 17-44,3 14-29,3 1 387,7 29-387,5-6 6,9 17-6,5-13-33,4-7 33,-4-12-11,15-10-28,-12-17 17,10-12 28,-14-16 0,-9-9 39,-7-4-6,-8 10 196,-12-10-22,0 24-123,-4-4 78,1 18-179,10 10 6,-2 9 16,10 10-16,5 12 11,7 4 0,8-4-1,6-7-16,-4-11 45,12-9-28,-13-12-67,8-8 61,-14-10 34,-8-4-34,-7 4 45,-15-8-45,-3 15-11,-10-6-11,2 13-40,5 6-133,6 4-287,6 3-402,10 1-472,9 1-1030,13-3-3651,11-1 6026,0-2 0,-13 2 0,-9 1 0</inkml:trace>
  <inkml:trace contextRef="#ctx0" brushRef="#br0" timeOffset="250089">5257 14638 26340,'-36'-6'95,"15"15"-50,48 38-28,2 9-9,-15-26 1,-1 0-4,0 1 1,-1-1 5,8 27 6,-6-9-12,-7-15 40,-8-16 0,-5-19-6,-8-14 28,-6-16-5,-7-14-34,12 18 0,-1-2-238,-1-4 0,0-1 266,1-1 0,1-1 22,3 1 1,0 1-12,4 3 0,0 1 28,1-18-33,7 11-40,12 11-16,10 8 5,3 10-5,32 12-1,-9 13-230,-12-3 1,1 2 224,-5 3 0,-2 2-3,0 0 1,-1 0 7,-2 0 1,0-1 372,24 13-383,-5-10 16,-9-11-6,-11-18 1,-15-14 11,-13-18-6,-11-13 0,1 23 0,-3-1 24,-2-2 1,-3 0-28,0 0 1,-2 1 8,2 2 0,-1 2-6,-14-17 99,9 14-110,10 13-45,8 9-84,10 6-291,13 1-274,15 1-292,20 0 216,-18 0 0,2 0-383,5 0 0,1 0-418,1-1 0,2-1-728,0 0 0,-1-1 165,0-2 0,-2-1 1338,-2 0 1,-3-1 2856,19-7 2711,-24 2-212,-27 4-1804,-19 2-1026,-15 0-610,-6 0 235,-1 2-929,3 0-208,6 8-100,7 6-23,7 11-22,7 7-34,4 7-5,9 1-29,4-3 18,10-7-23,5-10 0,5-9 50,4-14-11,-2-11-5,-5-13 33,-9-6 45,-8-2 45,-11 2-11,-10 7-46,-8 8-44,-7 6-28,-1 7-22,4 5-23,7 3-11,8 6-101,6 3-313,11 6-577,9 2-942,13 2-1652,13 3 3613,16 1 0,-26-9 0,1-2 0</inkml:trace>
  <inkml:trace contextRef="#ctx0" brushRef="#br0" timeOffset="250814">6565 14101 25634,'-33'-42'491,"0"0"0,3 3 0,0 10-295,-4 17-78,-1 13-34,-1 17-23,0 17-49,5 14-12,8 8 5,12-1-16,17-6 5,12-13-5,16-18 0,6-18 2,-11-14 1,0-4 3,10-12 13,-12 1 0,-4-3-255,-2-16 250,-12 15 0,-2-1 2,-4-2 1,-5 0 5,-2-4 0,-4-1 11,-3-2 1,-2 0-292,-3-1 1,0 1 321,0 4 1,-1 1 24,2 6 0,-1 4 90,-9-12-22,5 19-84,8 11-57,6 10 250,5 13-244,7 15-11,8 18-6,-2-17 1,3 0 140,3 3 0,4 0-261,3 1 0,4 0-656,3-1 1,3-1 47,2-1 1,3-2-200,0-4 0,2-3-42,-2-4 1,0-5-1715,2-8 1,-3-4 1647,8-5 1707,-7-23 1614,-38-1 570,-10-10-822,-9-2-40,-11-1-1512,9 14 1022,-8 2-1050,13 18 348,-4 1-679,7 6-94,8 6-12,5 0-34,13 5 35,8-5-18,12-1-5,6-12 16,6-17 7,-16 3 27,-4-19-17,-23 9 34,-11-10 51,-14 4 10,-11 7 152,-15 12-196,14 11 56,-9 14-12,22 11-50,-1 12-54,13 22-13,12-2 0,6 1 0,17 1-365,8-11-296,-10-18 0,3 0-4255,12-1 1,0-2 2457,11 2 0,-1-6 1,-41-15-1</inkml:trace>
  <inkml:trace contextRef="#ctx0" brushRef="#br0" timeOffset="254322">7003 15964 19862,'-27'-47'663,"1"-1"0,-1 1 0,4 6 1,0 1-1,6 8-282,4 0 550,8 18-874,11 21 321,10 17-294,12 26-56,-10-15 0,1 3-528,1 10 1,0 2 493,2 8 1,-1 3-362,-7-17 0,0 1 1,0 1 366,-1 1 0,0 1 0,0 0-8,1 5 1,0 0-1,-1-3 13,0 1 1,0-3-3,3 5 0,-2-8 19,-1-16 74,-2-6-12,-6-29-23,-7-22 23,-1-28-51,1 18 1,1-2 187,0-6 1,2-2-166,2-2 0,2 0 3,2 1 0,2 0-14,1 5 0,3 3-23,8-17 40,6 9 1540,5 25-1602,3 8 11,12 17-22,-2 17-23,6 9-78,2 5-250,-25-16 0,1 0 79,0-1 0,1 0-230,1-2 0,0-3-943,31 5 28,-5-13 482,-8-17 481,-13-17 639,-13-14 341,-12-8 230,-14-1 157,-6 5 783,-8 12-929,0 13-196,1 12-236,3 8 280,4 6-520,4 4 124,3 1-208,9 3 22,9-5-22,12-7 12,12-14-24,10-14 12,-22 10 0,-2-3-226,1-3 0,-1-1 229,-4-1 0,-3-1 25,-4 1 0,-4 0 33,-2-24 68,-21 9 45,-12 12-1,-14 14 29,-8 11-45,-3 15-34,3 8-67,5 11-56,13 8 33,14 7-27,17 5-12,14 5-21,15 3-24,-12-28 1,1 0-23,4-1 0,1-1-101,3-3 1,2-2-88,3-4 1,3-3-104,4-6 0,3-5-547,3-8 0,0-6 653,3-5 1,-1-6 201,-1-8 0,-3-3 47,-4-3 1,-4-3 64,-6 1 0,-5-2 42,-7 3 0,-5 0-66,-6 4 0,-5 0 410,-11-22 46,-14 10 0,-11 12 323,-6 11-515,-1 11 773,1 17-979,6 16-23,4 17-39,10 15-5,9 5-23,13 0-23,11-10 308,13-14-335,9-15 16,7-15 6,1-20 11,0-14-345,-6-17 373,-9-9 28,-11-2 17,-10 2 34,-15 6 44,-6 8 12,-9 8 33,0 11-5,2 9-96,6 6 318,7 7-385,5 9 0,7 8-11,5 13-44,10 5-63,8 2-212,7-1-319,5-2-74,6-6-390,9-11 609,-22-16 0,2-4-151,4-4 1,0-4 578,3-6 1,-1-4 53,-2-2 0,-2-2 72,-5-1 1,-4-2 120,-7 1 0,-3-1 327,1-25 174,-16 3 23,-16 1-140,-10 2-124,-10 9-128,-7 12-101,-6 18-56,-5 23-73,0 21-215,27-9 1,3 4 127,2 4 1,5 1 2,2 1 0,5 1 5,5-4 1,5 0-17,16 19 286,17-20-309,16-18-22,6-23 39,-28-2 1,-2-4 154,-1-6 0,-2-3-124,-3-3 0,-4-2 11,-3-4 0,-5-2-14,-3-3 0,-6-1 14,-5-5 1,-6-1-1,-3-4 0,-5-1-615,-5-4 0,-2-1 660,-2 1 0,-1 1 22,1 5 1,0 3 126,4 9 1,0 4-46,-13-8-56,13 22-68,11 18 280,11 21-319,11 19-14,1-11 1,2 2 277,5 5 0,3 0-334,7 1 0,3 0-232,4 0 0,4-1-418,5-1 1,2-1-1128,2-1 1,3-1 1835,-11-11 0,0 0 0,-4-2 0,-3-1 0,-2-3 0,-2-3 0,1 0 0</inkml:trace>
  <inkml:trace contextRef="#ctx0" brushRef="#br0" timeOffset="254505">10009 14676 24167,'7'-59'-813,"0"0"1,-10 13 0,9 5-2235,39 9 0,10 8 1915,-24 10 0,-3 1 0,23-10 0,-24 13 0</inkml:trace>
  <inkml:trace contextRef="#ctx0" brushRef="#br0" timeOffset="254698">10187 14822 24676,'-37'26'487,"-1"-1"0,1 1 1,-16 9-1,24-13-11,40-25-426,29-22-42,-12 9 1,2-3-840,14-10 0,3-2 758,-1 2 0,1-1-112,-8 5 0,3 0 1,1-1-724,10-4 1,2-1-1,-1 2-2369,-7 4 0,-1 1 0,-2 1 2297,-2 1 0,-1 2 0,-4 2 0,-4 2 0,-7 3 0,-10 6 0</inkml:trace>
  <inkml:trace contextRef="#ctx0" brushRef="#br0" timeOffset="255588">11622 14280 20134,'-2'-49'1173,"1"-1"0,-1 0 1,1-12-1,-2 7-750,-7 18 1,-2 4 175,-6-14-67,-6-3-392,8 23-101,4 22-5,8 31-23,3 5-3,3-1 1,2 3 13,4 9 0,2 2-488,0 1 1,1 2 473,4 9 1,0 0-12,-1-10 0,-1-3 6,-3-10 0,0-1-3,1 1 0,-1-3-17,2 2-6,0-5 51,-5-27 0,-3-24-16,-4-8 4,2-27 9,-1 22 1,1-3-330,1-1 1,1-2 305,1-7 1,3 2 0,0 9 0,2 4-3,7-19 857,11 1-851,7 14-17,6 6 5,11 9-16,-4 23-51,2 14-11,-10 3-124,-11 3 1,-1 2-229,13 9 172,-12-8 1,1 0-185,14 7 173,-6-9 230,-13-10 755,-6-12-643,-10-12 62,1-13 67,0-11 68,2-4-113,-2 9 263,4-5-291,-8 22-83,4-3-12,-4 15-12,3 3-10,0 2 28,21-2-40,2-7-28,19-7 29,-1-9 16,-5-7-5,-11-3-1,-14 6 79,-15-14 11,-16 12 57,-11-10 27,-11 15 22,-6 8-49,-1 8-52,4 8-27,5 9-39,7 9 5,7 13-17,8 11-33,7 7-45,10 7-691,11 1-171,12-1-12,-10-31 0,3-2-602,5-3 0,0-3-2747,23 3 3466,10-11 0,-38-6 0,1-2 0</inkml:trace>
  <inkml:trace contextRef="#ctx0" brushRef="#br0" timeOffset="256339">13164 13557 19680,'0'-8'2526,"-17"-26"0,-6-7-1579,-2 6-645,-3-9 1,-1 2 67,-2 16-146,5 12-101,6 8-73,4 7-44,7 5 16,2 4 23,3 3-28,2 2 11,1-2-17,1-2-50,0-5 61,0-3 157,0-2-128,2-6 16,0 2 11,1-4 1,-2 3-18,-1 0-55,0 1 33,1 0 17,0-1-33,1 1-1,1-1 6,0 1 22,0 1-33,0 4-17,0 8 39,1 12-5,1 13-17,1 9 0,1 3-1,8-5-10,10-8-12,11-13 23,15-11-22,11-16-253,-28-2 0,-1-3 261,1-3 0,-2-4-3,-3-2 0,-4-2-118,14-26 130,-19-2-1,-13 1 23,-15 4 27,-4 9 29,-6 9-34,4 12-40,3 8 488,4 11-510,5 9 147,1 11-136,7 7 1,5 2-6,12-3-11,12-6 33,12-10-22,12-9-353,-25-8 1,1-4 344,1-1 0,-1-3 2,-1-4 0,-3-2-88,-3-3 0,-3-2 111,11-25 5,-17-6 12,-16 0-12,-16-1 17,-11 5 6,-10 6-28,-4 10 5,-1 11 1,5 11-35,8 8-21,10 10-180,8 10 109,10 10-1794,12 5-2964,18-2 4862,7-6 0,-10-12 0,-9-7 0</inkml:trace>
  <inkml:trace contextRef="#ctx0" brushRef="#br0" timeOffset="258164">14313 12955 22481,'-12'-47'729,"-1"-1"1,1 0-1,-5-15 1,1 9-293,1 13 291,3 18-616,4 18 101,2 26-168,4 24-26,1-10 1,2 2-444,1 7 0,1 3 424,1 2 0,0 1-12,1 2 1,0-1 11,-1-2 0,-1 0-6,0-6 1,-1-1 126,0-8 1,-1-3-94,0 9-39,-5-27 11,1-32 17,-4-25-14,4 11 0,0-2-164,-1-7 0,0-1 161,-1-4 0,0-1 40,0-2 1,0-1-16,0 3 1,1 1-10,2 5 1,0 1 45,-1-22-29,6 21-27,4 19 16,11 16 320,14 20-348,13 15 9,-16-7 0,0 3 159,2 3 1,2 0-160,1 1 0,0 1-3,-1-4 0,1 0-9,-1-4 1,-1-2-50,-3-3 0,0-4 52,20 2 40,-14-16-6,-14-31-28,-13 3 2,-10-2 1,-4-2-405,-10-22 407,3 18 1,-1 0-12,-1 0 1,0 0 19,0 3 0,1 2 591,-10-19-605,9 19 79,7 16-135,10 16-157,14 12-834,28 18 442,-5-5-249,-3-3 0,2-1-281,-8-7 0,0-1-641,9 3 1,2-1-619,1-3 0,1-2 962,-1-2 1,1-2 1493,2-2 0,-3-3 1058,13-2 2885,-12-10 336,-36-2-1490,-9-6-499,-15-5-1500,-6 6-561,-2 0 585,-6 11-669,2 7-112,-5 9-33,2 13-23,13 6-34,6 1-5,17-1-5,9-5-1,11 1 29,20-7-23,-1-11-12,0-7 40,-9-12 17,-16-6-17,-3-9 95,-19-12-50,-13 7-34,-6 2 51,-15 9-45,4 12 5,-7 2-72,4 12-73,17 7-197,13 10 35,14-3-544,20 6-426,11-8-223,21 0 63,-12-9 1,3-4-1322,0-2 1,0-1 1550,2 0 0,-1-2-649,5-2 0,-2-2 563,-14 1 0,-1-1 2895,11-6 1,-3-1 923,11-7 692,-31 0 1,-6-2-1936,-12 2 532,-5-23-677,-18 14-119,-24-12-654,-7 12-392,14 16 1,-1 3 161,-25 4-135,11 8-11,1 12 1464,17 16-1492,7 7 275,9 11-286,21-3-6,3-12 28,20 3-78,18-17 314,-7-3-256,-7-17 1,-2-7 14,0-18-17,5-9 11,-15-19 20,-17 18 0,-3-3-537,1-5 1,-2-3 550,-3-12 0,-2-2 11,-2 5 0,-1 1-20,0 11 1,0 1 41,0-5 0,0 2 22,2 14 0,-1 1-77,-3-22-23,1 18 0,2 32 0,2 23 0,2 5 0,0 11 0,3 6 0,0-7 0,3 2 60,1 17 1,4 2-227,3-7 1,3-2-70,4 0 0,2-3 100,-5-11 1,3-2-152,6 0 1,3-4-193,20-1 134,-10-15 0,2-6 274,-8-6 0,-2-5-596,5-6 0,-4-5 694,4-15 22,-20 3 0,-5-2 353,-2-12 843,-2-16-798,-14 22-118,-6 14-218,-1 13 1449,-8 10-1466,-1 16 158,6 3-241,5 11-1,22-7-11,16-4-11,3-9-3,5-8 0,3-6 11,-7-1 0,1-3-236,13-4 1,-1-2 238,-11-3 0,-5-3 22,8-27-194,-30-6 228,-25-3-3,1 30 0,-4 3 45,-5 4 0,-2 2 22,-4 5 1,-1 3-62,-1 3 0,0 3-59,-19 4 0,-3 17 0,33 10 0,0 21 0,27 8 0,4-22 0,5 1-62,5 2 0,4-1-184,-3-7 0,3 0-502,22 12 1,6-3-2128,-8-14 1,2-3 2874,14 9 0,-1-4 0,-23-13 0,-4-4 0,8 1 0</inkml:trace>
  <inkml:trace contextRef="#ctx0" brushRef="#br0" timeOffset="260348">1524 11772 20198,'-31'-47'788,"0"0"0,2 2 0,8 13-620,18 26 69,22 14-170,-3 2-28,18 13 0,4 3-39,7 5-733,2 3 0,5 2 727,-14-9 1,3 0-5,-1-1 1,4 3 0,-1-1-16,11 6 0,-1-1-525,-15-8 0,0 0 1,-3-1 532,-4-3 0,-3 1-25,-4 3 0,-3 1-37,-4 14-55,-14 17 106,-21-13 45,-22 0-391,-15-17 408,6-8 5,18-12 0,-2-2 141,-30-3-18,3-8 17,1-7 833,28-5-940,13 4 2039,10 0-2055,16 7-39,12 1 0,16 3-17,14 3 0,-5-1 625,17-7-603,-28-2 1,1-3 10,1-4 1,0-3-332,6-6 0,-2-3 334,-8-2 1,-2 0-12,-7 5 0,-1 0 53,1-4 1,-2 0 223,5-25-195,-6 12 89,-10-11-146,-15 34-184,-5-4-594,-2 14-95,3 4-8352,2 1 9175,4 1 0,1 1 0,2 1 0</inkml:trace>
  <inkml:trace contextRef="#ctx0" brushRef="#br0" timeOffset="262065">788 11006 16936,'-27'-45'1069,"-1"0"1,1-1 0,0 2 0,1-1 0,3 9-6,-3-3-448,1 3-414,12 20-163,9 13 39,15 16 12,12 17-68,-3-6 1,1 3-439,5 8 1,2 1 420,4 7 1,0 1-17,4 3 0,0 0 13,1 0 1,-1 0-3,-1-3 0,0-1-8,-3-6 0,-1-1 8,-5-7 0,-2-3 50,11 10 118,-17-18-34,-14-22-100,-14-19-6,-8-22-6,5 15 1,-1-2-333,-1-5 0,0-1 349,-1-3 0,1-1 6,1-1 0,1-1 25,2 2 0,1 1 250,3 4 0,2 1-258,1-21-62,8 17-22,8 18 27,11 12-27,12 15 10,11 8-94,8 10 130,4 3-268,-28-14 1,-1 0-535,31 7-174,-1-8-158,0-8-45,-7-11 315,-11-4 779,-16-9 380,-15-3 235,-18-6 163,-10-3 523,-10-1-478,-2 1-5,3 5-309,9 8-257,7 8-152,7 7-17,6 2-5,5 6 17,9 0-23,6 2-11,5-3 11,-1-7 11,-2-6 29,-7-10 50,-8-9 61,-10-6 12,-12-5 22,-12 0 78,-10 3-5,-5 5-39,-1 6-23,4 8-84,6 8-89,9 6-45,11 10 16,6 9 12,13 13-22,8 10-40,14 7-134,11 1-9,-17-23 0,3-2-349,1-3 0,2-2 24,2-2 1,1-4-23,1-3 1,2-5-52,2-6 1,-1-4 27,2-6 1,-2-3 324,0-7 1,-2-4 240,-4-1 1,-3-3 103,-5 2 0,-4-1 106,-5 2 1,-5 0 284,-7-26 90,-15 4 74,-12 4 128,-8 6-55,-2 10-220,-1 11-223,2 13-162,4 16-79,8 11 376,8 14-415,8 8 60,13 3-77,11 1 11,10-3 12,6-8-18,0-7 1,0-12 22,-4-9 33,-4-14-5,-8-11 6,-8-13 50,-8-10 22,-10-1 1,-5 1-6,-5 6-34,-1 7-50,5 8-84,6 7-34,4 7 23,11 4-135,9 8-224,14 3-319,10 6-286,7 1-72,7-4 7,-23-8 0,2-2 222,4-5 0,2-3 423,3-3 0,0-4 294,0-3 0,0-3 162,-4-2 1,-3-1 218,-7 1 0,-4 0 778,5-18 320,-25 3-18,-20 6-211,-16-1-315,-11 5-224,-5 5-134,-2 10-179,1 15-124,2 15-61,6 18-17,10 13-17,12 9-56,13-1 0,17-5 29,12-13-7,14-16 517,8-17-506,4-22 30,-2-20-316,-25 10 1,-3-4 313,-3-3 1,-3-2 33,-4-4 1,-4 0-12,-6-3 1,-5 0-12,-5-2 0,-4-1 11,-7-1 0,-4 0-502,-3-2 1,-3 2 518,-1 1 0,-1 3 25,2 5 0,1 2-78,5 9 0,1 3 75,-10-4-89,16 22-6,13 22 0,15 21-22,0-8 0,3 3-175,6 7 1,2 2 39,6 4 0,3 1-198,5 3 0,3-1-86,-9-16 0,1 0 1,1 0-1359,3 1 1,1-1 0,0-1 1787,14 11 0,-3-3 0,-14-13 0,-3-3 0,6 3 0</inkml:trace>
  <inkml:trace contextRef="#ctx0" brushRef="#br0" timeOffset="262348">1742 11574 22677,'-61'10'1042,"17"-3"-960,61-39 0,27-22 0,-1 4-40,-8 8 0,3-2-1098,-7 10 1,4-6 0,2-2 0,1 0-1,-2 3 1068,3-3 1,0 2 0,-1 0 0,3-2-6,-1 0 1,2-1 0,1-1 0,0-1 0,2-2 0,-8 9 0,1-1 0,1-1 0,0 0 0,0 0 0,-1 0 0,-1 2-241,9-9 0,-2 2 0,-1 0 0,0 1 1,0 0 236,-2 1 1,0 0-1,0 1 1,-2 1-1,-1 1 0,2-1 0,-2 0 0,-1 3 1,-3 2 159,-3 3 1,-3 3 0,0-1-325,17-17 1,-8 5-2698,-17 3-3058,-52 55 5915,0 6 0,-1 3 0,7-3 0,2-1 0,-10 10 0</inkml:trace>
  <inkml:trace contextRef="#ctx0" brushRef="#br0" timeOffset="262615">1670 11968 20313,'-3'0'2414,"1"1"-1868,9-29 0,12-16-42,10-7 0,5-4-1559,-12 16 0,1-4 0,2-1 1,1 1 1128,6-5 0,4-1 1,-1 1-1,0 3-421,1-4 0,0 4 1,2-2 402,-1 2 0,3-3 0,0 1 0,0 1-13,-6 8 0,-2 1 1,2 0-1,2-3 15,1-2 0,4-2 1,0-1-1,-1 0 0,-1 3 1,-1-1 0,-1 1 0,-1 2 0,-1 1-20,9-10 0,-1 1 0,-6 4 84,-1-3 1,-8 6 1053,-1-8-1070,-4-1-40,-13 15-67,-6 12 589,-3 3-2438,1 6 1849,3-2 0,-2 11 0,1-2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07:46.87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6320 2827 25236,'-57'4'132,"-1"-1"1,5 1 0,4 0-82,-5 7-12,2 0 6,4-1-6,9-2-28,12-4-5,12 0-12,8-3 6,5 2 34,2 3-23,0 6 23,-1 6 66,-1 10 29,-2 9-11,-6 10-23,-2 9-39,-5 4-6,0-1 1,0-6 38,3-9 40,2-13 67,5-10 196,2-12 73,4-5-140,0-6-168,1-6-73,3-6 0,4-8-45,7-4-17,11-3 1,8 0-23,9 2-12,7 7-308,6 8 331,6 8-23,-29 8 1,-1 2-17,1 2 0,-2 3 0,23 22-5,-15 9 5,-20 6-17,-27 4-22,-21-1-31,7-25 0,-4-2-272,-2-1 1,-3-1-671,-1-2 1,-1-1 1039,-1-2 0,1-2 0,-5 2 0,7-7 0</inkml:trace>
  <inkml:trace contextRef="#ctx0" brushRef="#br0" timeOffset="941">8879 2801 20610,'-21'-43'1508,"1"-1"1,2 7-1,-2 8-1177,-10 22-230,6 11-22,-3 9 55,-6 20 0,1 8-106,-5 7-689,8-5 1,-3 10-1,5-3 664,9-2 0,4-1-1,-6 11 1,3 0-9,7 0 1,6-2-148,5-13 1,3 0 152,3 6 0,7-1 16,11-2 1,7-6-26,-2-12 1,3-4 11,0-4 0,0-5 70,26-8 72,-24-20 152,2-22-196,-19 3 58,-13-1 1,-4-2 2,-13-7-89,-2-7 67,-25 4-89,5 27-23,-20-3-28,8 26-28,5 12-12,13 2-178,9 16-2252,27 13-7361,15 0 8489,5-2 0,-2-25 0,-18-15 1</inkml:trace>
  <inkml:trace contextRef="#ctx0" brushRef="#br0" timeOffset="1416">11431 2763 24144,'29'-52'498,"1"-1"1,-3 5-1,1 13-352,4 26 160,4 20-239,4 18-48,-18-4 1,-1 4-520,1 7 0,-2 4 503,-1 9 0,-2 1-20,-4-7 0,-2 0-123,-1 17 0,-5 2-334,-2-11 1,-3 1-799,-3-3 1,-2 4 0,-1-3 1271,-4 14 0,-2-5 0,3-12 0,-1-7 0,-6 4 0</inkml:trace>
  <inkml:trace contextRef="#ctx0" brushRef="#br0" timeOffset="1574">11494 3349 22711,'12'-53'397,"-1"0"1,-3 8-1,6 6-417,12 14 1,6 6-1300,-2 4 0,3 2 1319,22-10 0,-1 3 0,1 2 0,2 2 0</inkml:trace>
  <inkml:trace contextRef="#ctx0" brushRef="#br0" timeOffset="2191">13652 3079 24391,'12'-44'655,"0"0"0,-1 3 1,-8 13-527,-14 25-45,-7 14-23,-5 15-44,-3 16-11,2 14-6,15-24 0,3 1-169,1 0 0,4 1 160,5-1 1,5 0 2,4-2 1,5-2-7,7-2 1,5-2 5,6-2 1,2-5 5,2-1 0,2-4 0,-3-4 0,-2-2 11,20-2 6,-27-11-17,-24-7 17,-21-10 0,-18-6-6,-13-8-349,18 15 0,0-1 349,-2-5 0,1-1 0,0-4 1,2-2-7,1-4 1,3-2-1,1-1 1,4 0-1,4 8 1,2 0 25,2-15 0,3 1 15,3-11-27,3 20 1,4 3 8,9 0-28,9 19 12,10 17-7,8 16-10,6 15-1,-20-8 0,-1 4 199,1 3 1,0 3-208,0 3 0,-2 3-329,-1 2 1,-2 2-443,-4 1 1,-3 2-2933,-4 1 1,-4 0 3106,-4-5 0,-2-3 0,-2 11 0,-2-22 0</inkml:trace>
  <inkml:trace contextRef="#ctx0" brushRef="#br0" timeOffset="2808">16265 3248 22030,'9'-49'518,"1"0"1,-1 1 0,0 3 0,-1 2-1,-4 3-274,-6 5 0,-3 3 92,-14-18 250,-14 20-496,-11 17-12,-7 23-44,-2 17-40,27-5 0,1 4-318,1 4 1,2 3 326,2 3 0,2 1-3,4 3 0,3 0-12,2-1 1,5 0 14,5-3 0,4-1 87,18 24-68,17-17 51,11-18-17,6-20 6,0-22-9,-29 2 0,-2-3 0,0-5 0,-3-2 9,-1-2 0,-2-2-4,-1 0 1,-3 0 70,9-25 22,-7 12 137,-8 17-232,-5 15-39,-7 21-12,-5 18 40,-7 24-31,4-17 0,1 3-20,-2 6 0,0 3-28,0 6 0,1 2-844,2 6 1,1 3 102,4-20 0,0 2 0,2 1 775,3 4 0,2 2 0,-1-5 0,-1-5 0,0-3 0,5-4 0,-1 1 0</inkml:trace>
  <inkml:trace contextRef="#ctx0" brushRef="#br0" timeOffset="3207">17995 3288 21539,'13'-42'966,"0"1"1,1-1-1,3-11 1,-2 3-402,-4 13 1,-3 5-359,1-2-39,-6 13-162,-4 26 16,-3 14-22,-5 20-89,-4 22-446,2-11 0,0 3-1570,1-1 0,0 0 491,1 1 1,0-1 1613,2-4 0,1-6 0,2-7 0,1-1 0</inkml:trace>
  <inkml:trace contextRef="#ctx0" brushRef="#br0" timeOffset="3550">18599 3276 20974,'9'-50'1648,"0"0"1,-4 5 0,-4 8-1347,-11 14-240,-4 11 0,-3 24-29,2 15-10,-5 18-23,10-15 0,2 1-205,1 4 1,3 0 215,1 2 0,2 0-14,5-2 0,3-1-3,3-3 1,4-2 0,24 17 16,9-18-89,3-17 123,-1-24 90,-6-16 83,-9-18-336,-20 18 0,-3-2 236,-3-3 0,-3 0-43,-2-1 1,-5-1-18,-6-3 1,-3 2-42,-6-12-75,-2 21 1,-4 5-162,-15 7-1225,-18 5 1444,21 14 0,1 3 0,-5 0 0,2 7 0</inkml:trace>
  <inkml:trace contextRef="#ctx0" brushRef="#br0" timeOffset="4357">7077 3337 18943,'-52'8'830,"0"0"0,0 0 1,-8 2-1,8-2-147,5-2 394,50-8-730,21-6-274,5 2 0,6-2-43,12-2 1,3 0-442,-4 1 0,2-1 420,-5 2 0,3 0 1,1-1-894,2-1 0,1 0 0,-2 1 889,12-3 1,-1-1-1,-9 2 1,2 0 0,-7 0-345,-5 1 0,-5 0 479,22-6 191,-20 0-124,-62 6-72,-19-1-51,6 4 0,-4 0 51,-1 2 1,-1-1-24,2 2 0,2 0-17,-17-2 2676,12 1-2743,32 3 1418,1 0-1446,38 12 0,-7-2-3,13 7 1,5 2-4,11 11 60,-12-7 1,-2 2-187,-8-1 1,-4 3-429,-3 1 0,-4 2-751,2 19 1311,-14-12 0,-3-2 0,-1-8 0,-2 11 0</inkml:trace>
  <inkml:trace contextRef="#ctx0" brushRef="#br0" timeOffset="4957">9799 3257 19535,'-56'-2'1387,"0"-1"0,5 1 0,6 1-844,2-1-358,15 2-179,13 0 16,16 2 51,21 2-6,30 1-48,-9-3 1,4 0-782,14 0 1,5-1 761,-17-2 0,2 1 0,1-2-527,1 1 0,2-1 0,-2-1 532,0 0 1,-1-1 0,-1 0-3,-5 0 1,0-1 0,-3-1-160,14-2 1,-6-2 258,-13 2 1,-5-3 193,5-10-28,-32-3 28,-25-4 73,-17-4-40,-13-4-55,-4 1-29,3 7-61,9 7 1111,14 10-1273,13 6 1758,10 4-1776,29 14-10,7 2 2,-2 0 0,3 1-19,1-1 0,2 1 13,3 1 1,0 1-57,1 2 1,-2 2-163,-3-1 0,-3 2-369,-7 0 0,-5 2-2250,-2 25 2846,-35 6 0,5-25 0,-12-1 0</inkml:trace>
  <inkml:trace contextRef="#ctx0" brushRef="#br0" timeOffset="5517">12606 3206 16975,'-3'0'6609,"0"0"-4979,3 0-1468,21-6-60,14 1-86,-3 0 1,3-1-567,6 1 0,1 0 561,5-1 0,0-1-6,0 1 1,-2-1 11,-3 0 0,-4 0 314,16-4-241,-28-1-62,-33 0-6,-24-3 29,-24-4-18,22 10 1,-1 0-113,-1 0 0,1 1 160,1 2 1,2 1 103,-18-1 801,16 4-918,16 1-29,11 1 17,13 3-11,11 4-1,15 7-21,12 7-23,5 5-17,0 4-39,-6 3-157,-9 1-772,-10 4-1682,-11 5 2667,-13 11 0,-1-24 0,-5 0 0</inkml:trace>
  <inkml:trace contextRef="#ctx0" brushRef="#br0" timeOffset="6083">14910 3374 19098,'-7'1'4245,"2"0"-3175,5-1-213,0 0-796,-44-6-49,47 0-1,-21-6-22,69 2-1,-18 4 1,3 1 0,5-2 0,2 1-366,3-1 1,0 0 381,-2 0 1,0-1 30,-4-1 1,-2 1 8,4-4 62,-13-4-51,-38 4 16,-11-8 40,-20-2 36,11 9 1,-2-1 114,-19-5-134,3 4 73,22 9 657,17 6-764,1-1-61,36 13-34,-8-3-9,9 5 1,5 1-540,20 12 559,-20-9 0,2 2-8,-3 1 0,-1 1-34,-3 7 0,-4 0-42,4 11-516,-15 18-1444,-25-18 2033,-13 16 0,8-25 0,-4-3 0</inkml:trace>
  <inkml:trace contextRef="#ctx0" brushRef="#br0" timeOffset="6657">17219 3395 15541,'-49'3'1528,"0"-1"0,0 0 0,1 0 0,1-1 0,4 0-932,4 1 1,5-1 86,-19-1-532,39 0 23,18-3-11,12 1-29,38-4-115,-22 4 1,4 1-514,15-1 0,2 0 505,-13 2 0,0-1 8,15 1 1,2 0 0,-10-1 0,1 0-2,-6 0 1,3 0 0,-2-1 31,4 0 0,-4-1 56,-3-1 1,-6 0 5,-11-3 6,-22-4-57,-17-5 62,-26-12-5,-6 3-681,17 9 1,1 2 618,-10-1 956,0 2-877,16 8-79,6 1-40,7 2 7,16 2 5,10 7 1359,3-1-1370,21 14-6,5 3-17,-7-2 1,2 2-277,-5-3 1,-1 2 247,4 3 1,-2 0-73,3 8-650,-11 5-1703,-21-5 2459,-15 14 0,4-22 0,-9-1 0</inkml:trace>
  <inkml:trace contextRef="#ctx0" brushRef="#br0" timeOffset="7767">19504 3499 24447,'60'-9'60,"0"-1"0,-12 4 0,1-1 0,-3 2-40,7 0 0,-1 1-1076,11-3 0,0 0 1075,-9-1 1,-3-1 53,-9-4 0,-5 0-23,3-7 680,-26-14-674,-37 3 44,-21-11 105,6 14 0,-3 2-716,5 4 0,0 2 609,1 0 0,1 2 210,-15-6-79,26 12 765,4 2-950,15 6-16,34 20-28,-7-5-6,6 7 1,2 1 11,16 15-12,-13-6 1,0 4 770,-7-4 0,-4 2-807,1 6 0,-4 0-59,-5 11-431,-17 9-886,-13-14-8413,-13 13 8982,7-22 1,2-8 0,16-22 0</inkml:trace>
  <inkml:trace contextRef="#ctx0" brushRef="#br0" timeOffset="8183">20591 3208 23041,'0'-3'3125,"0"0"-2677,0 3-408,6 9-24,-4 5 29,7 40-34,-6-17-8,-1-1 0,1 3 2,0-6 1,0-1-1,0 0 1,-1-1 0,4 25 61,-1-22 6,-3-24 123,2-10-140,1-21 11,4-19-33,2 2 13,0 0 1,2-2 19,10-16-289,-5 15 1,2 2 240,-3 10 1,1 4-14,21-12-1,-3 16-16,-2 14 0,-3 18 0,-2 12-6,-5 17-17,-6 12-467,-7 6 400,-5-11-515,-5-11 1,-1 0-2304,4 10 2919,-1-13 0,0-2 0,1-4 0,1-9 0</inkml:trace>
  <inkml:trace contextRef="#ctx0" brushRef="#br0" timeOffset="8767">21377 3402 19507,'-1'-12'4559,"1"3"-3305,0 9-430,0-60-314,0 39-298,0-41-172,0 59 4,0 14-10,0 15-6,2 15 0,3 11-11,4 2 11,5 0-23,5-5 23,9-9 17,6-11-17,7-14 23,6-19-7,2-14 7,-2-17 61,-7-12-282,-23 19 1,-3-2 194,-3 0 1,-3-1 13,3-31-68,-6 8 63,-5 13-29,-4 15-44,-3 13-123,-3 12-393,-3 16-891,-2 15-6373,1 16 7819,6 2 0,4-16 0,3-13 0</inkml:trace>
  <inkml:trace contextRef="#ctx0" brushRef="#br0" timeOffset="9258">22023 3662 23959,'5'-52'937,"0"-1"1,0 1-1,0 1-794,0 11 0,1 0-894,1-6 1,2-1 825,2-6 1,3-2-31,2-4 0,2-1-17,-5 18 0,0 0 0,1 1 17,4-19 0,0 1 13,-4 6 1,-3 4 19,-3 9 1,-3 4 558,-5-13-581,-5 25 241,-5 19-269,-4 20 17,-5 23-42,7-6 0,1 3-455,-1 10 0,2 3 457,1 8 1,3 2-16,3-16 1,1 1 0,1 0 1,1 2 1,2 0 0,1-1-88,1 1 1,1 0 0,2 0 88,5 18 1,5-3-4,2-4 1,4-5-9,3-7 0,3-6-141,1-9 0,4-6 163,-1-9 1,2-8-6,-1-10 0,0-9 0,1-9 0,-2-7-479,0-11 0,-2-7 490,-10 10 0,-2-3 1,-1-1-3,0-6 0,-1-2 1,-2-1-1,0-3 0,-1-2 1,-2 0-192,-1-1 0,-1-1 0,-2 2 187,-1 3 1,-1 1 0,-3 2 36,-1-13 0,-4 4 323,-2 14 0,-5 5-332,-12-8 275,-3 29-280,0 29-16,-3 27-21,12-4 1,-1 5-61,-2 11 1,1 4 56,4-10 1,0 1 0,1 3-131,-1 5 0,0 2 1,1 2-326,3-11 1,1 1 0,0 2 0,1 0 314,0 6 0,0 3 0,2-1 0,-1-6 0,-1 14 0,1-6 0,4-3 0,-1 0 0</inkml:trace>
  <inkml:trace contextRef="#ctx0" brushRef="#br0" timeOffset="10200">6083 4986 24596,'-8'-50'703,"0"0"0,0 2 1,-1 12-542,0 28-224,2 12 35,4 22 9,8 24 16,-1-15 0,1 2-227,0-5 1,0 3 150,4 24 1,-2 3 52,-4-15 0,-1 0 2,-1-3 1,-1 2 0,-3-2-384,-3 8 0,-3-3 375,-6-6 0,-2-4 20,-11 13-78,0-30 1,-3-6 111,-14-9 7,12-8 1,0-5 31,-19-24-26,28 8 1,2-2 13,-11-15 45,1-10 483,12 12-483,4 7 688,7 9-777,8 22 259,14 22-254,18 19-17,-11-17 1,3 0-265,5 4 0,3-3 267,1-5 1,0-3 10,3-2 1,2-2 5,1-4 0,1-2 5,-1-4 1,0-2 19,-2-6 0,-1-2 0,-3-3 1,-3-2 60,17-16-10,-18-3-84,-15 8-1,-12-2-178,-7 13-639,-3-1-2017,-2 18 2829,-4 19 0,8-10 0,-1 8 0</inkml:trace>
  <inkml:trace contextRef="#ctx0" brushRef="#br0" timeOffset="10667">5459 7287 22615,'2'-54'681,"1"0"0,0 0 0,-1 5 1,0 0-1,-1 4-345,2-9 0,0 3-101,-2 11 0,0 3 90,-1-16-174,0 24-112,0 18-11,0 22-16,3 21-7,1 26-11,-1-18 1,0 3-562,-1 8 1,1 3 580,-2 4 0,0 1-17,0 1 0,-1 0 8,0-6 1,0-2-115,0-8 0,0-3 98,-1 14 95,0-26 73,-1-21-129,3-47-12,6-5-8,-1 6 1,2-3 447,3 7 0,1 1-428,2 0 0,1 0-26,2 2 1,1 2-3,1 2 0,1 3 11,23-15-22,1 14-11,2 14-17,-10 12-96,18 22-139,-15 4-155,-12-6 1,1 2-1550,19 19-960,-22-20 1,0-1 2708,19 14 1,-14-13-1,-13-11 1</inkml:trace>
  <inkml:trace contextRef="#ctx0" brushRef="#br0" timeOffset="11758">6312 7207 26110,'29'-37'73,"8"4"-62,17 25 1,5-8-609,-2-9 619,-7-7 68,-14-5 89,-15-5 266,-12-1-132,-16 1 74,-11 4-186,-15 9-55,-9 11-34,-6 9-34,1 11-44,4 11-17,9 10 297,11 11-325,12 9-23,16 8-94,16 5-24,6-10-453,7-14 1,5-3-671,-6-8 1,2-3-59,18 8 0,3-3-1258,-3-6 0,0-6 3,3-1 1,1-6 859,-1-4 0,0-5 1484,-3-3 0,-3-4 1029,-6-4 1,-3-3 1443,-10-1 0,-4-2 2173,5-25-1876,-21-3-902,-18-2-471,-8 2-323,-10 7-264,-10 9-202,-8 14-118,-7 13-106,-1 18-90,5 10-33,11 14 0,12 8-28,12 7-1,16 0 12,13-2-22,14-10 11,10-11 16,8-13 690,-2-16-672,-4-13-1,-11-17 62,-10-12 28,-8-8 34,-8-5 61,-5 3 45,-5 7-28,-1 11 1067,-2 13-1191,3 11 468,1 7-557,1 12-10,1 8-6,2 13-12,3 11-17,6 10-106,7 6-340,-4-24 1,1-1 70,4 1 1,4-1-326,4-1 1,3-1-178,5-2 1,3-3-185,3-4 0,3-4-491,2-3 1,0-4 331,-1-6 0,0-5 878,-2-2 1,-2-5 616,-5-2 0,-2-3 806,-4-2 0,-4-2 1675,11-25-543,-16-10-1446,-15 22 1,-3-1-407,0-3 1,-3-1 92,0-1 1,-3 0 27,-4-2 0,-3 2-241,-6-10 77,-25 4-60,1 36-50,-18 13-123,26 6 0,1 3-17,-1 7 0,3 4-15,2 4 1,3 2-20,5 4 0,4 1 8,4 1 1,5 1-7,5-1 1,5-2-74,5-2 0,5-4 65,30 16 0,-4-29 1,3-6 8,-11-4 0,0-5-7,19-5 0,0-8 15,-17-4 0,-3-5-285,6-6 1,-2-5 281,-6-3 0,-5-6 17,-4-16 1,-7-2-18,-4 18 1,-3-1-189,-1-20 1,-4 1 227,-2 23 0,-2 3 16,0-4 1,-2 1 156,-10-12-221,-5 27 421,-4 35-421,-3 32 0,13-4 0,3 5-493,1 13 1,4 5 334,5-14 1,2 3 0,2 3-2301,2 0 0,2 4 1,1 0-1,-1-5 1803,1-3 0,0-5 1,0 1-1,1 5 1,0 0-1,-2-13 1,-1-12-1</inkml:trace>
  <inkml:trace contextRef="#ctx0" brushRef="#br0" timeOffset="12591">8085 6646 25119,'15'-56'763,"-1"0"1,-1 4 0,-2 7-339,-2 4-111,-3 11-118,-3 14-112,-1 11-28,-2 16-39,0 16-68,0 23-154,-1-15 1,-1 3-4712,1 9 1,-2 2 4890,0-1 1,0-3 0,-1 17 0,1-24 0</inkml:trace>
  <inkml:trace contextRef="#ctx0" brushRef="#br0" timeOffset="18716">8611 1420 18424,'-6'-51'773,"-1"0"0,0 0 0,0 0 0,-1-10 0,-1 2 0,1 5-247,0-5 1,-1 7-158,2 13 1,0 5-72,-2-6-83,4 24-165,9 29 34,6 29-34,-1-6 1,1 5-828,2 12 1,2 3 792,-5-12 1,0 0 0,0 2 0,0 2 0,0 1 0,-1 0-8,0 1 0,0 0 1,-2-1 8,0-2 1,-1-1 0,0 0 3,0 16 1,-1-3-45,-1-9 0,-1-5 78,0-10 0,-1-4 520,-1 1-453,0-23-22,-3-33-34,2-19-34,0 13 1,1-3 485,2-3 1,2-1-484,4-9 1,3 3-20,5-17-17,-2 24 0,2 2 11,7 3 511,8 2-522,2 13-17,13 21 6,-14 4 22,14 22-55,-18 2-152,7 13-275,-4 2-196,-11-21 1,-1-2 78,6 7-571,10 0 302,-16-25 589,4-9 33,-3-14 240,0-25 191,-4-1-27,-2-2 369,-7 6 234,-3 15 304,-2 0-819,-1 12-162,-1 9-67,0 15 6,2 2 5,6 7 34,9-6 0,10-7 5,11-7-5,8-13 0,2-11 56,-4-12 11,-11-8 45,-16-17-112,-12 18 100,-16-14 7,-11 27 16,-26-2-101,-1 17-11,-13 15-62,13 18-5,15 3 5,7 17-38,18 0 4,6 15-36,10-20 1,3 1-60,2-4 1,3-2-130,0-1 1,4-2-140,5-1 0,2-3-216,1-4 0,3-3-238,21 5 0,3-3 624,-4-7 1,1-5-1027,9-6 0,-2-6 1256,-20-1 0,-3-5 118,2-8 0,-4-4 428,7-19 3,-18 10 0,-2-3 160,1-22-429,-13 25 1,-4 3-37,-4-5 139,-7 4-144,-12 17-231,2 4 201,-27 26-217,11 12-3,9-5 0,2 1-3,-5 14-5,7 7 2508,14-15-2530,9 9 16,10-16 16,10-7-4,-3-15 16,10-15 22,5-18 17,0-7-20,-15 13 1,-3 0 81,4-18-73,-7 10 84,-5 4 6,-6 13-157,0 5-12,-3 7 23,1 15 0,1 2 6,4 17-23,3 5-106,14 23-140,7-6-267,-8-21 0,4-4 11,3-5 1,1-5-132,23 8-176,-3-15 0,2-7 543,-15-5 1,1-4 240,15-2 0,-1-6 154,-14-4 0,-6-3 120,-3-4 1,-5 0 58,5-19 235,-16 7 1,-4 1-163,-3-4-22,-3-3 1,-3 1 93,-10 1-133,-10-7-208,-3 31 51,-19 15-68,12 14 0,-1 6-58,0-1 0,1 4-242,-6 9 0,4 4 219,10-1 0,6 0 505,-6 20-482,17-14 0,5-2-20,14 8 5,0-15 1,4-3-5,36-2-7,-19-18 1,2-5-227,3-8 0,1-6 234,3-7 1,-3-5-239,0-8 1,-4-6 293,-1-7 1,-5-3-588,-4-7 1,-4-4 569,-9 16 0,-3-2 0,-2 0-466,-1-5 0,-3-2 0,0 3 453,-2 7 0,0 2 0,-2-3 57,0-18 1,-3-3 0,0 5-192,-1 5 1,-1 2 162,0 6 1,-1-1 0,-1 7 643,-11-17-673,-1 35-33,3 23 21,-12 56-22,16-19 1,2 4-108,-1 2 1,0 5 0,1 1 33,2 5 1,2 1 0,1 2-416,1-8 0,1 2 0,0 0 0,1-1 132,0 7 0,0-2 0,1 4-1060,0-3 1,1 4 0,-1 0 0,1-4 1243,-1 0 1,0-2-1,1-5 1,0 7-1,-1-9 1,0-10-1</inkml:trace>
  <inkml:trace contextRef="#ctx0" brushRef="#br0" timeOffset="19575">6543 2365 16486,'-27'-46'689,"0"-1"1,-1 0 0,1 1 0,-2 4 0,-1 0-1,-2 4 1,-3 3-517,-11 0 1,-3 5 0,-2 5-764,-3 4 1,-2 5-1,-1 4 664,-2 4 1,-1 5 0,0 5-579,-1 5 0,0 5 1,-1 6 545,14-1 0,-1 4 0,0 2 0,1 4-241,5-1 1,1 2 0,0 3 0,0 2 0,0 1 240,2 0 0,1 2 0,-1 1 0,1 2 0,-1 1 0,1 2-203,2-2 0,0 2 1,0 1-1,0 1 1,0 1-1,1 0 0,0 2 179,3-3 0,0 0 0,1 2 1,0 0-1,0 1 0,1 0 1,1 1-1,1 0-88,0 1 1,0 0 0,1 1 0,0 0-1,2 0 1,1 1 0,0 0 0,3-1 75,-2 6 0,2 0 1,1 0-1,2 1 1,1-1-1,3-1 1,2 0-45,1 4 1,2 0 0,3-1-1,2 0 1,4-2 0,3-1 34,5 4 1,3-2 0,4 0 0,5-4-1,4-3 15,9 5 0,6-4 0,6-5 0,3-6-11,-4-11 0,3-4 0,2-4 1,3-3-1,0-3 2,5-3 0,2-4 1,2-4-1,0-3 1,2-2 4,-7-2 0,1-3 1,1-2-1,0-2 1,1-2-1,-1-1 3,-4 0 0,-1-2 0,1 0 1,0-3-1,0 0 0,0-1 1,0-1-2,2-1 0,-1-2 1,1-1-1,0 0 1,-1-2-1,0 0 0,0-1 6,-1-1 0,1-1 0,0 0 0,-1-1 0,-1-1 0,0-1 0,-1 0 3,-2-1 0,1 0 1,-2-1-1,0 0 0,-1-1 1,-1-1-1,-1 0-14,-2 0 1,-1-1 0,0 0 0,-2-1 0,0 0 0,-2-1 0,-1-1 7,4-5 0,-2-1 0,-2-1 0,-1-1 1,-2-1-1,-1 0 0,-4 1 0,-1 0 0,-1-1 0,-2-1 1,-2 0-1,-2-1 10,1-8 1,-2 0-1,-2-1 1,-4 0-1,-3 1 32,-3 2 0,-3 0 0,-2 1 1,-4 0-1,-4 2-23,-4-10 0,-5 2 0,-5 1 1,-6 4 65,-4 4 1,-6 2 0,-5 4 0,-3 4-97,4 11 0,-3 3 1,-2 2-1,-2 3 0,-2 2-14,-5 2 1,-2 4 0,-2 2 0,-2 2 0,0 4-73,6 3 0,0 2 0,-2 2 0,-1 2 0,0 2 0,0 1-707,-4 3 0,-2 2 1,0 2-1,0 1 0,0 2 1,2 0 790,4 0 0,-1 2 0,2 0 0,0 1 0,3 0 0,2-1 0,-6 3 0,2 0 0,4-1 0,4-1 0,-13 8 0,1 0 0</inkml:trace>
  <inkml:trace contextRef="#ctx0" brushRef="#br0" timeOffset="22957">8997 2276 16940,'-59'10'366,"0"0"1,1 0 0,-1 0 0,0 0 0,-5 1 0,2-1 0,1 0 0,2 0 104,7-1 0,0 0 0,3-1 1,5 0 179,-16 2 1,14-3 1179,17-7-1666,80-18-49,-14 7 1,8-2-1,3-1-885,1 0 0,3-1 1,4 0-1,1-1 818,-3 1 1,3 0 0,1-1 0,2 1 0,0-1-63,-4 2 0,1 0 1,1-1-1,0 1 0,2-1 1,-1 1-122,-4 1 0,0 0 1,0 0-1,1-1 1,0 1-1,0 0 0,0 0 211,2 0 0,0 0 1,0-1-1,1 1 1,-1 0-1,1 0 0,-1 0-168,0 0 1,1 0-1,-1 0 1,1 1 0,-1-1-1,0 0 1,-1 1 160,-1 0 1,-1 0 0,0 0 0,0 0 0,-1 0 0,0 1 0,-1 0-172,5-1 1,-2 0 0,1 0 0,-2 1 0,0 0 0,-2 1 59,3-2 1,-1 2-1,-1-1 1,-2 1-1,-3 1-417,16-3 0,-4 2 0,-7 1 203,1-1 1,-24 8-1018,-47 15 1028,-30 1 1,-17 2 206,18-3 1,-7 0-1,-3 2 1,0-1-1,3 0 46,0-1 0,3 0 0,-2 0 0,-4 1-5,0 0 0,-4 1 0,-3 1 1,0 0-1,0 0 0,4-1 66,0-1 1,3 1 0,0-1 0,0 0 0,-4 1-16,8-2 0,-2 0 0,-2 1 0,0 0 0,-1 1 1,0-1-1,1 0 98,-1 0 0,-1 1 0,1-1 0,-1 1 0,0-1 0,1 1 0,-1 0-74,2-1 1,-1 0 0,0 1-1,1-1 1,-1 1 0,2-1-1,-1 0 185,-4 2 0,0 0 0,1-1 0,0 1 0,1-1 0,2 0 26,-3 1 1,1 0-1,2 0 1,1-1-1,4-1-56,-16 5 0,4-2 0,8-1 565,-3 1 1,26-7-230,38-11-345,27-8 0,16-6 110,-1 0 1,7-3 0,3 0-287,-5 1 0,4-1 1,1 0-1,3-1 30,-5 2 1,1 0-1,2 0 1,1-1-1,0 1-30,-4 1 1,0 0-1,0 0 1,2 0-1,-1 0 1,1 1-95,-6 1 0,1 0 0,0 0 0,0 1 0,0-1 0,0 0 0,1 1 123,0-1 0,1 0 0,-1 1 1,1-1-1,0 0 0,-1 1 0,1-1-205,-2 1 1,1 0 0,-1 0 0,1 0 0,-1 0 0,-1 0 0,1 1 187,6-3 0,0 1 0,-1-1 0,0 1 0,0 0 1,-2 1-11,-3 0 0,0 0 0,-2 1 1,1 0-1,-2 0 0,-1 1-8,4-1 1,-1 0 0,-1 0 0,-2 1 0,-1 0-37,1 0 1,-1 1 0,-2 0 0,-4 1-164,19-3 1,-10 2 752,-7 6-670,-69 23 0,7-8 0,-21 9 1</inkml:trace>
  <inkml:trace contextRef="#ctx0" brushRef="#br0" timeOffset="51612">2871 10332 16375,'14'-52'971,"0"1"1,0 0 0,0-1 0,2-5 0,-2 2 0,0 0-597,0 0 0,-1 0 0,-3 5 62,0-4 0,-2 5-121,-3 10 1,-3 3 946,-7-10-1117,-6 26 225,-11 32-343,-10 32-36,11-6 0,-1 4-1453,-4 15 0,1 1 1430,3-6 1,2 2-49,4-4 1,1 3 0,2 3-598,6-7 1,1 2 0,1 1 0,1 0 257,-1 1 1,1 0 0,1 1 0,1 1-472,2 7 1,1 2-1,1-2 1,2-2-63,2 1 1,1-3 0,2-3 8,-1-8 1,2-2 0,-1-4-65,1 4 1,-1-7 1929,-1-2-666,-14-49 296,-7-41-140,4 11 1,1-4 817,-1-10 1,1-3-864,3 16 1,-1-1 0,1 0 249,-1-1 0,1-1 0,-1 1-238,0 2 0,-1 1 0,-1 0 319,-4-13 0,-1 3 92,1 10 0,-1 5 177,-10-12-605,9 26-297,15 15 796,18 9-829,21 3-37,-8-1 0,2-1-559,10 1 0,1-1 528,-7 0 1,2-1-59,2-2 1,3 0 0,-2 0-276,1-2 1,-1 0 198,19-3 0,0-1 58,-20 0 1,-3 0 92,22-11 191,-26 0 84,-22 0 66,-22 0 91,-13 2 2295,-11 2-2206,0 5 868,2 4-1058,8 4-185,6 7-90,6 5-11,5 8 5,4 9-33,8 5 0,5 2 23,9-4-23,4-7 17,4-9 39,0-11 16,-2-15 18,-2-14 72,-4-13 68,-8-8-17,-9-3 16,-12 3-16,-7 7-50,-8 11-46,-2 13-78,-1 14-22,-2 16-34,0 16-5,2 17 33,7 13-53,13-27 0,3 1-222,5 0 0,5 1 112,2-1 1,6-1-87,4-2 0,6-3-112,4-2 0,3-5-34,4-4 0,3-4 14,1-4 1,1-5 120,-1-7 0,0-5 190,-4-3 0,-2-4 143,-4-4 0,-3-3 247,12-27 80,-16-3 110,-12-1 23,-6 4 10,-4 6-78,1 12-179,-1 12-163,1 10 198,1 7-309,2 10 14,3 10-54,3 15 23,0 12-18,-3 10-4,-4 4-1,-3 0 17,-1-7 33,-2-13 46,1-16 10,-1-17-16,2-19-6,0-15 1,4-15 16,4-12 0,7-3-176,4 2 193,1 9-34,2 11-45,0 14 1,2 12-18,3 8-33,6 12 0,5 9 187,2 11-243,-2 8 23,-6 2 38,-10-3 23,-9-9 34,-8-10-6,-5-11 22,-4-14-33,-3-13-11,1-15 61,2-10-17,2-2 23,7 3 39,1 10-56,5 10-11,2 10-34,2 7-33,6 8-46,8 10-111,7 9-168,4 9-398,2 9-1494,0 6-1444,-22-19 0,0 1 2994,11 21 0,-13-17 0,-9-12 0</inkml:trace>
  <inkml:trace contextRef="#ctx0" brushRef="#br0" timeOffset="52053">4853 10305 22867,'28'-49'1318,"0"0"0,-3 7 1,-6 7-871,-13 14-303,-4 14-66,-5 23-7,-6 23-66,2-6 0,-1 5-823,-1 4 0,0 5 1,1-3 799,-1 5 0,1 1-15,1 1 1,0 4-1,3-5-429,4-3 1,3-2 451,1 6 1,2-1-28,1-12 1,1-3 18,4 10 40,-8-24-1,-13-28-27,-8-23 16,4 3 0,-1-3 668,-3-10 0,0-4-674,-2-9 1,0-3-1,6 14 1,1-1 0,2-1 3,0-1 0,2-1 1,1 0-12,1 2 1,2 0 0,2 0 21,2-14 0,3 1-9,2 10 0,2 2-115,2 7 1,3 4 114,18-21 6,12 16-6,-15 23 0,4 5-8,4 2 0,1 4-15,3 3 1,0 3-34,0 4 1,-1 5-32,-1 10 0,-3 3 15,7 13 16,-26-5 0,-9 3-5,-37 11-9,2-15 0,-6-1-631,-14-2 0,-5-2 479,15-9 0,-3-1 1,1-2-272,-1 0 0,-1-2 0,2-1-3702,-18 3 0,2-3 4184,12-4 0,4-1 0,-9 0 0,28-5 0</inkml:trace>
  <inkml:trace contextRef="#ctx0" brushRef="#br0" timeOffset="52379">5792 9928 19266,'-4'0'4049,"0"0"-1293,4 0-2677,65-64-186,-23 38-299,-1-10 1,3 1-35,-12 25 0,-1 3-2365,31-3 2805,-18 5 0,-1 2 0,7-2 0,-5 4 0</inkml:trace>
  <inkml:trace contextRef="#ctx0" brushRef="#br0" timeOffset="52536">6101 10207 24519,'-41'20'1291,"-1"0"1,-12 2-1298,60-36-106,37-22-168,-13 17 0,4 0-1839,14-6 0,5-1 2119,-9 7 0,1 1 0,-4 1 0,-2 1 0,-3 2 0,-2 1 0,0 1 0</inkml:trace>
  <inkml:trace contextRef="#ctx0" brushRef="#br0" timeOffset="53203">7674 9755 16880,'2'-5'6391,"-1"1"-3938,-1 4-1887,-4-62-370,-9 46-135,5-17 1,-4 3 5,-20 33-45,4 0 6,-25 9-5,7 1-166,13-4 0,-2 1 171,-23 5 40,7-4 4,12-3-16,13-4-11,12-1 6,8 0 5,3 3-28,1 6 324,1 0-245,-1 14-63,1-10 68,-1 27-67,2-14-6,-1 12 1,1-7-24,0-10 52,0 3-46,0-14 34,0 2 67,0-9 320,1-5-315,2-9-44,2-2-33,6-9-6,4 0-16,8 0-29,6 3 0,6 4 0,6 5 0,5 5 0,2 10 0,0 8-7,-2 8-32,-12-1-168,3 18 33,-24-9-100,-7 17-163,-27-11-442,-19-4-1082,-13-7-5052,-7-10 6659,10-9 1,19-6 0,15-2 0</inkml:trace>
  <inkml:trace contextRef="#ctx0" brushRef="#br0" timeOffset="53436">7550 9623 21707,'54'-15'1249,"-1"1"1,-3 0-1,-4 3-588,7 1-151,-6 2-135,-6 2-134,-10 1-57,-10 1-88,-9 3-141,-7 0-263,-5 1-812,0 1-4509,0 5 5629,-1 2 0,1-1 0,-2-1 0</inkml:trace>
  <inkml:trace contextRef="#ctx0" brushRef="#br0" timeOffset="54129">6973 9639 20879,'-17'-61'1053,"0"0"0,1 10 0,1 10-717,-1 21-146,2 33-11,2 31-131,7-6 0,0 4-1013,-1 13 0,2 5 938,1-13 1,0 1 0,0 2-550,0 6 0,1 1 0,-1 0 335,1 4 0,0 0 1,1 0-289,-1-1 1,1 1 0,0-1-443,1-5 1,0-1 0,0-2-292,2-7 0,-1-3 0,1-1 1262,0 8 0,0-7 0,3 3 0,-2-23 0</inkml:trace>
  <inkml:trace contextRef="#ctx0" brushRef="#br0" timeOffset="54662">6932 9870 9501,'10'-62'1513,"-1"0"0,1 0 1,-2 5-1,1 2 1,0 3-724,3-10 0,1 5-736,1 8 1,2 2 236,4 6 0,4 3-157,5 4 1,4 4-60,7 3 1,5 3-20,7 4 0,4 4-28,-15 6 0,2 2 0,1 1-480,4 2 1,2 1-1,0 0 461,6 2 1,0 0-1,2 1-318,-11 0 0,1 1 0,0 0 0,2 0 307,2 0 1,2 1-1,0 0 1,1-1 3,2 0 1,1 1 0,1-1 0,0 0 11,1-1 0,1 1 0,0-2 0,0 0-7,-1 0 0,1-1 0,0-1 0,0 0 1,-3-1 1,0-1-1,0 0 1,-1-1 17,-2 1 1,-1-2-1,-1 1 1,0-1-131,-4 1 0,0-1 1,-1 1-1,0-1 240,10-1 0,-2 0 1,0 0 17,-6 1 1,-2 1 0,0 0 47,14-2 0,-4 1 44,-8 4 0,-5 0-117,-7 2 0,-4 3 1266,14 7-1126,-19 8 2178,-14 11-2272,-9 10-86,-5 14-61,-1-19 0,-1 3 97,1 8 1,0 3-121,0 11 1,1 4-6,-1-14 0,1 2 0,-1 1-8,0 5 1,1 2 0,-1 1-548,1 3 1,-1 1-1,0 1 527,-1-15 0,1 0 0,-1 0 0,-1 0-20,-1-1 0,0 1 1,-2 0-1,-1-2-34,-5 15 0,-1-2 0,-5-1-500,-4-3 0,-4-1 1,-4-4 513,-4-3 1,-5-2 0,-3-4 48,-5-2 1,-4-3-1,-3-3-304,11-10 0,-3-2 0,0-1 0,-2-2 324,-2 0 1,-2-2-1,0-2 1,-2 0 3,-2-2 1,-2 0-1,0-3 1,-1 0 5,-4-1 0,-1-2 1,0-1-1,-2 0-206,10-2 0,0-1 1,-1 0-1,0 0 1,-1-2 197,-2 0 0,-1-2 1,0 0-1,0-1 1,0 1-82,-2-2 1,0 1 0,1-2 0,-1 1-1,0-2 83,1 1 1,1-2 0,-1 0 0,1 0-1,0-1-72,3 0 1,1 0 0,-1-1-1,2 0 1,0 0 32,-8-2 1,0 0-1,2-1 1,1-1-133,7 2 0,1-1 0,1 0 0,3-1-490,-7-1 1,3-1 0,4-1-1963,-6-4 0,7-1 2618,-5-11 0,32 14 0,18 9 0</inkml:trace>
  <inkml:trace contextRef="#ctx0" brushRef="#br0" timeOffset="54970">8416 9354 26166,'21'41'147,"-1"-1"1,-2 6 0,-8 4-126,-10-8 1,-5 2-1,-2 1-1225,-1 3 1,0 1 0,-2 0 1177,-3 3 1,0 0 0,0 0-44,-1 0 1,1 0 0,1 1-226,1 4 0,1 2 0,1-4 43,0 0 1,2-2-326,5 10 1,5-8-2551,10-10 3125,12-5 0,-10-22 0,0-13 0</inkml:trace>
  <inkml:trace contextRef="#ctx0" brushRef="#br0" timeOffset="55329">8780 9868 19232,'0'-7'4912,"0"1"-4044,0 6-290,0 0-388,2-38-16,7 48 33,5-2-129,-1 54-73,-7-21 1,-2 1-338,-2 15 343,-4-23 1,-1 0 10,-6 13 23,-4 5 201,3-23 79,4-18-213,4-17 101,8-21 17,6-11-18,12-20-94,-1 17 0,2-1-782,-1 6 1,2 1 694,-1 1 0,2 2 19,-1 8 0,0 4 23,11 0-6,15 6-55,-12 20-57,3 21-17,-16 6-123,-12-3 1,-3 3-525,-3 2 1,-3 3 308,1 20 1,-2 0-1,-2-25 1,-1-2-1,-2 2 1,1 0 0</inkml:trace>
  <inkml:trace contextRef="#ctx0" brushRef="#br0" timeOffset="102819">8348 4103 18498,'19'-28'89,"0"1"1,6 0 0,8 4-115,7 9 1,8 5 0,-1 0-1553,-5 0 0,0 1 0,0 0 1556,1 0 1,-1 0 0,-1 2-70,13-1 1,-4 2 776,12 1-1086,-5 3 622,-43 16-420,-23-1 149,-17 3 0,-9 2-14,-5-2 1,-3 0-288,5-1 1,-3 0 0,-1 0 357,-4 0 0,0 1 1,-1-1 1,0 1 0,-1-1 0,0 0-52,-9 3 1,-2 1 0,5-1 107,-3 0 1,2 0 73,7-4 1,-2 2 0,5-3 766,6-2 1,3-1-582,-3 1 1,1-1 331,-8 2-86,40-10 14,37-15-100,14-2-438,-1-2 1,4-1-80,1 0 1,3-1 28,-6 3 1,1-1-1,2 0-50,2 0 0,0 0 1,2 1-15,-7 2 0,2 1 0,-1 0 0,-3 1-51,17-4 1,-2 1-221,-11 4 1,0 0 0,-7 2-714,3 1-691,-16 5 40,-76 23 1436,10-6 1,-4 0-120,-8 4 0,-3 0 398,10-3 1,-1 0 0,0 0 50,-12 5 0,-3 1 50,16-7 1,-3 2-1,-1 0 1,2-1-282,-8 3 0,3-1 0,-2 0 622,-4 2 0,-1 1 0,3-2 349,-4 2 1,6-1-11,13-6 1,5-1 81,-11 7 286,39-14 34,29-12-870,4-2 0,7-4-501,8-4 0,7-3 0,-2 2 196,6-4 1,2 1-40,-11 4 1,4-1-1,0 0 1,-2 1-131,1 0 1,-3 2-1,4 0-1219,4-1 1,5-1-1,1 0 1,-5 2 1190,3 0 0,-3 0 0,-2 1 0,-3 2 0,-2 0 0,-7 3 1,9-2-1</inkml:trace>
  <inkml:trace contextRef="#ctx0" brushRef="#br0" timeOffset="106553">8990 4928 19630,'-8'-48'1006,"0"0"0,1 5 1,1 14-749,5 26 89,8 23-112,6 24-204,-3-10 0,2 3-618,1 8 0,1 3 545,0 5 0,0 1-582,0 4 0,-2 0 117,0 0 0,-1-1-608,-2-1 1,-1-1-1118,-1-5 0,-2 0 2232,-1-3 0,-1-5 0,0 6 0,-2-13 0</inkml:trace>
  <inkml:trace contextRef="#ctx0" brushRef="#br0" timeOffset="108128">8751 5406 20442,'17'-35'16,"0"0"1,4 2 0,5 8-42,10 16 0,4 7-427,2-5 1,2 0 381,0-2 0,-1 0 11,-1-2 0,-1 0 31,-5-1 0,-1 0 22,22-14 347,-16 0-173,-17 1 192,-13 3-136,-17 4 67,-8 6 56,-11 6 506,-4 5-399,-1 8-146,3 5-134,5 7-102,8 4-32,7 2 16,10-1-6,11-2 34,12-5 11,9-5-56,9-6 29,4-12 21,1-9 23,-4-11 67,-10-8 17,-14-4-28,-11-2 12,-15 1-40,-8 4-12,-9 5 18,-3 6-12,0 8-50,2 8-61,3 8 27,2 9-33,2 11-45,4 13-11,5 9-73,10 5-56,9 3-135,13-4-156,12-4-412,9-9 87,6-11 83,4-11 281,-2-17 308,-5-12 157,-8-13 45,-11-8 111,-11-1 96,-10-3 28,-5 4 90,-4 3 27,-2 8-128,1 10-241,-1 9 165,2 7-176,2 12-29,5 8 7,4 14-1,5 8-11,3 10-11,-6-16-6,1 5 0,-8-23 62,1 0 246,-4-9 79,0-5-186,-1-10-49,2-7 5,1-12-34,1-8-11,3-5-16,2 1-51,5 1-51,3 6-33,5 6 23,5 8-34,4 6 22,9 11 50,-5 10-49,-4 3-46,-6 15 34,-8 1-50,4 8-29,-5 1-89,-2-1 123,-8-13-67,-1-2 96,-6-16 72,-1 0-17,-2-12-11,0-5 0,-1-3 0,0-9 11,2 3-11,4-8 0,5 0 6,8-2-29,6 1 6,5 2 6,1 5-39,-2 6-62,-4 6-90,-4 6-5,-6 4-39,-3 5-118,-5 2-6,-2 2 152,-1-1 190,3-3 50,-2-1 12,3-4 22,-2-2 67,1-1 78,-1 0-44,-2 2 1708,0 1-1668,0 0-63,-1-2 17,2 1-11,-2-1-112,1 3-5,0 12 16,3 5-11,4 17 0,4 9-6,6 10-22,-8-22 0,2 1-282,2 4 0,0 0 285,2 3 0,0-1-3,1 2 0,-1-1 0,-1-1 0,-1 0 8,-2 4 0,-2-2-8,1 11 23,-6 8 10,-10-33 46,-4-1 50,-2-12 44,-2-9-128,5-6 17,-2-9-34,4-3 558,1-4-569,0-3-45,1 2-185,2-2 112,1 8-145,0 1-40,0 9-44,1 0 38,-1 2-49,0 0 234,-1 0-307,0-1-1210,1-2 1624,-1-4 0,2 4 0,0-1 0</inkml:trace>
  <inkml:trace contextRef="#ctx0" brushRef="#br0" timeOffset="108729">10968 4964 20324,'-3'-7'4313,"1"2"-3820,2 5 207,-20-66-324,13 45-315,-4-18 1,2 11-62,7 31 17,5 14 5,0 7 0,9 27 1,2 7-459,-4-16 0,0 1 419,2 4 1,-1 2 2,4 13 0,-1-1 8,-2-10 0,-1-3 9,0-1 0,-2-4 14,1 19 0,-7-28 83,-5 0 24,-5-17-24,-6-14-55,1-9-6,-8-15 867,2-9-881,4-3 0,0-3-14,3-3 0,2-3-1450,0-17 1,2-1 1435,4 13 0,1-1-3,2 6 1,2-3-1,1 0-508,1 1 1,0 0-1,1 0 519,0 0 1,1 2 0,1-1-162,-1 0 1,2 0 0,0 4 152,3 1 0,0 4-3,7-9-38,7 9 10,-2 22 2099,19 5-2098,0 18-6,12 15 716,-30-4 1,-2 1-706,13 18 2,-19-12 1,-5 3 14,-11 1 0,-7 0-37,-5 1 1,-6-1-172,-11 5 1,-7-4-659,-8-8 1,-1-4-1045,6-4 1,0-3 1920,-5 0 0,3-2 0,9-4 0,0-1 0</inkml:trace>
  <inkml:trace contextRef="#ctx0" brushRef="#br0" timeOffset="116736">12095 4401 17680,'-2'-47'1260,"1"1"1,0 4-1,-1 11-1019,-2 23-241,2 9 73,4 15-23,2 18-39,5 23-28,-3-20 1,1 3-506,2 4 0,-1 1 396,2 0 0,0 1-6,1 0 1,0-1-71,-1-3 1,1-1-352,0-3 1,-1-2-708,5 25-499,-6-17 168,-11-17-72,-9-14-197,-10-15 1759,-8-10 151,-3-12 499,-4-8 465,2-7 577,2-1 905,7 1-620,6 5-598,9 6-494,5 8-309,9 4-195,5 6-140,9 2-33,8 3-40,7 2-28,7 3-5,3-1-12,3 0 17,-2-1-33,-5-2-28,-6-4 22,-6-4 22,-4-4 34,-6-1 84,-6 2 78,-5 4-16,-5 5-62,-1 4 40,-1 1-152,1 8-28,0-1 11,4 8 12,3-2-7,5 0 18,4-3 5,3-4 28,5-5 6,1-8 50,1-5 34,-4-9 6,-8-4 5,-9-4-23,-12-2-38,-8 2 10,-9 5 12,-7 8 0,-2 9-45,-1 8-67,2 11-6,6 11-11,6 10-11,8 6-1,6 4-27,13 1-56,8-2-51,11-2-83,8-6-197,7-5-386,8-11-309,7-7-127,5-16 467,-29 0 0,-1-3 464,-1-3 1,-2-3 238,20-15 459,-13-9 123,-18 8-179,-9 2 426,-9 9 66,-3 8-10,-2 0-242,0 5-368,3 4 238,1 3-345,2 7 5,2 8-5,3 10-29,2 8-27,3 4-6,0 1 0,1-2-11,-2-2 16,-3-5 51,-3-6 342,-2-9-129,-3-9-180,1-7 124,-4-12 5,3-8 18,0-10 111,7-12-157,2 5-139,3 4 33,4 8-45,-2 12-28,4 1-22,7 6-6,1 12-5,0 1-6,6 12 0,-4 2 0,5 7-6,0 8 23,-13-8-5,-5-3 16,-11-7 39,-6-8 62,-5-2-57,-3-8-4,-6-9-12,4-8-28,3 1 16,4-6-4,4 6-35,3-1-5,7 5-5,-1 7-7,7 4-10,0 5-51,6 4-291,10 8-280,0 3-728,6 6 560,-11-8-1989,8 4-7030,7-3 7919,-10-3 0,1-4 0,-25-8 0</inkml:trace>
  <inkml:trace contextRef="#ctx0" brushRef="#br0" timeOffset="117145">13561 4665 12018,'2'-5'9426,"-1"2"-5807,-1 3-3457,7-37-67,-5 41-10,5-17-35,-6 58-27,2-3 5,4 20-466,2-7 443,-3-21 1,1 2-1,-1 4 1,0 0 5,1 21 6,-1-8 45,-7-21 61,-4-20 6,-10-8-73,-3-18 11,-8-16-56,8-3 23,-3-25 2,11 17 1,1-4-521,1-3 1,0-2 492,3 8 1,1-1-1,0 0 5,1-13 0,2 1 3,3 1 0,1 4-9,-1 11 1,1 1 110,6-4 0,2 4-91,6-1-17,11-5-5,-1 29-6,5 16-6,-4 6 1010,9 18-1021,0 23-3,-20-21 1,-1 2-71,0 8 1,-5 1-107,-11-4 0,-5-2-269,-9 20-571,-6-23 0,-6-2 1036,-5-4 0,0-4 0,-9 10 0,-3-7 0</inkml:trace>
  <inkml:trace contextRef="#ctx0" brushRef="#br0" timeOffset="123453">13758 1588 21371,'0'-6'3241,"0"2"-1641,0 4-875,-1 30-941,1 12 80,0-5 0,0 3-363,1 2 1,0 1-43,0 3 0,1 0-1214,-1-1 0,1 0-1439,-1-3 0,0-1 2499,2 21 1,-1-28 0,-1-17 0</inkml:trace>
  <inkml:trace contextRef="#ctx0" brushRef="#br0" timeOffset="123645">14094 1786 32350,'7'-38'208,"1"-1"1,2-19-547,-15 72 313,0 15-429,0 17-451,2 13-716,4-25 0,2 0 1497,2 5 1,0-3-1,3 6 1,0-5-1</inkml:trace>
  <inkml:trace contextRef="#ctx0" brushRef="#br0" timeOffset="125029">13892 757 26486,'-3'-8'-1548,"0"3"681,-17 63 955,10-10 20,3-13 1,1 1 14,10 21-145,9-7-106,5-13-518,28 3 610,-3-21 144,-11-8 0,1-1-151,22-4-231,-5-9-72,-16-2 237,-5-11-9,-21-1 51,-10-10-71,-22 1-88,-20-2-4,1 6 184,2 4 0,0 0 63,-15-8-221,17 6 0,2-2 204,-8-17 0,16-5 22,14-5 23,11-3 0,14 0-62,10 4 6,12 6 28,7 10-23,5 10-16,1 11 11,-11 8-1,13 23-16,-18 11-8,-8-5 0,-1 4-15,-6 0 0,-3 3-114,-1 4 0,-3 0-177,2 22-787,-7-14 1,0 0-2831,-1 15-922,0-20 0,1-1 4157,-1 3 1,2-18-1,-2-18 1</inkml:trace>
  <inkml:trace contextRef="#ctx0" brushRef="#br0" timeOffset="125753">14570 280 12778,'-54'-23'817,"0"0"1,0 0 0,1 2 0,-1 3 0,3 5-328,-11 7 0,2 7-1156,14 2 1,0 2-1,-1 2 755,-4 2 1,0 2 0,0 2-49,-4 2 0,1 3 0,0 2-2,-2 2 0,1 3 1,1 1 6,0 2 1,1 2 0,2 1-8,2 2 0,2 1 0,3 1-11,4 0 0,2 1 0,3 1 11,5 0 1,2 1-1,4 1-121,3 1 1,3 1 0,2 0 114,2 3 1,3 0-1,2 1-1,2 2 0,2 1 0,1 0-21,1 1 0,1 1 0,2 0-106,1 1 1,2 1-1,2-1 112,-1-1 0,2 0 0,2 0-6,1-2 0,2 1 0,2-2 6,0-3 0,2-1 0,2-1-177,1-3 1,1 0 0,1-2 201,13 13 0,1-3 0,2-3 0,2-3 0,1-3 0,3-1-3,2-3 0,3-3-11,3-2 0,3-3 0,4-4 0,2-3-10,-17-9 1,1-2 0,0-2 61,2 0 1,1-2-1,0-2-75,0-2 1,1-2 0,-1-1 1,1-2 1,-1 0-1,0-2 6,-2-2 0,0-2 1,-1-1 23,0-2 1,-2 0 0,0-2-30,16-8 1,-1-2 22,-3-3 0,-1-2 22,-4 0 0,0-3 17,-3-3 0,-2-2 25,-1-5 1,-1-3-40,-14 13 0,0-2 0,-1-1-8,-1-3 1,1-2 0,-2-1-1,1-1 1,0-2-1,-2-1-39,1 0 0,-2-2 1,0 1 40,-2-1 0,-1-1 1,-2 0-22,-1-1 1,-3 0 0,-1-1-2,-2 0 0,-2-1 0,-3 0 0,-1 0 0,-3-1 0,-1 1-13,-3 0 0,-3-1 0,-1 2-10,-3 2 1,-1 0 0,-4 2 1,-1 2 1,-2 1-1,-3 2 0,-1 2 1,-2 3 0,-1 0 41,-2 3 0,-2 1 0,-1 1-34,-1 3 0,-1 2 0,-1 1-15,-18-10 0,-2 3-31,1 5 0,19 13 19</inkml:trace>
  <inkml:trace contextRef="#ctx0" brushRef="#br0" timeOffset="125753">14071 0 18284,'-16'7'-58,"-35"20"-124,1 3 194,10-4 1,0 1-1,1 3 1,1 1-167,-3 3 1,2 3 0,0 1 0,1 1 146,-1 5 0,2 1 0,0 2 0,2 1 2,-1 3 1,2 1 0,0 2 0,3 0-1,7-8 1,0 0 0,2 0-1,0 1 1,3 0-62,-4 12 0,2 0 1,3 0-1,2 0-409,3-2 0,1 0 0,4 0 1,3 0 342,5 0 1,4 0 0,1-2 0,0-5 0,-1 12 0,4-7 0,7-9 0,1 1 0</inkml:trace>
  <inkml:trace contextRef="#ctx0" brushRef="#br0" timeOffset="132394">17502 6266 24038,'-13'51'116,"1"-1"1,-1 1-1,1 9 1,1 1-1,4-2-157,5-13 0,3-2 0,0 2-1189,-3 14 1,0 2 0,0 2 916,0-16 1,0 0 0,0 0 0,0 3-2029,-2 7 1,0 3 0,0-1 0,0-3 2340,0 2 0,0-3 0,0-2 0,1-4 0,-1-2 0,2-7 0,-1 8 0</inkml:trace>
  <inkml:trace contextRef="#ctx0" brushRef="#br0" timeOffset="132944">17106 7287 19653,'-25'-50'1081,"0"0"0,4 6 0,2 6-655,6 5 17,20 12-432,5 12-78,50 7 0,-20 6-470,6-1 0,4 1 327,-8-1 0,2-1-89,2 0 1,3-1-1,-1-1 63,14-3 1,-1-2-102,-18 1 1,1-2-1,-5 0 323,-5-3 0,-4-1 137,17-18 251,-33 2 2,-14-6 352,-31-7-135,-9 10-290,-6 3 246,1 10-135,14 11 523,-6 4-865,13 11 1132,7 8-1198,10 2-6,11 7-6,9-2-39,26 9 33,3-10 1,13-4 6,-19-16 5,2-12 5,-15-9 91,-2-19-62,-11 10 111,-22-23-10,-7 22-46,-9-5 118,-8 12 118,-7 12-196,-2 8-62,-4 13-50,15 15-17,12 0-17,8 16-106,19 15 5,-1-28 1,4 0-392,5 7 0,4-2-57,2-6 0,2-3-341,18 14-390,-13-19 1,3-5-3620,5-6 1,2-4 4558,-5-1 1,0-1-1,23-1 1,-34-8-1</inkml:trace>
  <inkml:trace contextRef="#ctx0" brushRef="#br0" timeOffset="133453">18193 7095 13603,'9'-41'4363,"0"0"1,7-8-3818,-1 0 0,1 2 232,9 7-492,-7 16 285,0 10-308,-10 14-55,1 12-51,-5 16-62,-2 15-67,-2-3 11,-5 21-42,1-28 1,0 0 2,-3 30 0,1-1 0,7-32 16,2-14 52,2-11 10,5-22 6,-1-7 6,5-20 22,-5-5-56,-2 8 58,-1 8 1,1-1 42,5-10-34,7-15-28,3 23-50,1 10-17,4 11-28,2 7 0,-6 9 0,13 17-39,-14 9-11,8 18 22,-14 6 16,-7-9 7,-5 20-6,-4-27 27,-1 9 24,-1-27-52,0-10-4,2-8 27,9-19-6,4-4-5,12-18 0,5 0-5,1-1-18,-5 11-105,15-8-91,-12 22-302,15-5-577,-11 16-935,-1 10-2224,-4 8-5574,-3 9 9064,-10-5 0,-5-2 0,-8-9 0</inkml:trace>
  <inkml:trace contextRef="#ctx0" brushRef="#br0" timeOffset="133904">19289 6975 27124,'13'58'201,"-5"-26"1,1 2-183,-3 9 1,1 3-975,3 1 0,2 2 966,1 1 0,1 0-20,0-2 1,1 0 53,-2-6 0,0-1-62,-3-7 0,0-4 416,2 9-377,-9-23-10,-8-28 4,-5-22-4,-2-7-15,1-5 0,-1-4-63,3 7 0,0-2 69,1 0 1,1-3 0,0 0-371,2 2 1,1 0-1,2 0 380,2-1 0,2-1 0,2 1-6,0 1 1,1 0 0,3 2-354,5-17 1,4 3 348,0 9 0,3 4-151,-1 8 1,3 3 150,0 9 0,1 4 810,26-6-813,3 17-11,1 20-1,-4 16 1,-12 20 496,-26-15 0,-6 3-499,-10 4 0,-8 0 69,-10 4 0,-9-1-117,-12 2 1,-6-4-242,12-13 1,-1-1 0,-2-2 156,0 0 0,-1-3 1,0 0-435,-14 4 1,2-3-1917,12-7 1,3-3 2495,-7-2 0,27-9 0,15-3 0</inkml:trace>
  <inkml:trace contextRef="#ctx0" brushRef="#br0" timeOffset="134137">20199 6634 25102,'42'-15'-608,"1"0"0,-1 0 1,3 1-1,1 1 0,-6 3 1,22 4-1,-8 1 0</inkml:trace>
  <inkml:trace contextRef="#ctx0" brushRef="#br0" timeOffset="134304">20325 6798 26262,'-38'2'812,"1"-1"0,-18-3-807,71-8-111,19-4-309,25-2-170,-21 7 0,2 2-1630,5-1 1,2 0 2214,8 0 0,-2 1 0,5-1 0,-4 0 0</inkml:trace>
  <inkml:trace contextRef="#ctx0" brushRef="#br0" timeOffset="135144">22166 6176 23775,'-16'-42'395,"-1"0"1,0 4 0,-4 11-279,-24 30-55,-8 7-34,24-1 0,-2 2-20,-2 2 1,-1 1-395,-1 1 1,-1 1 387,1 0 1,-2 0 11,-4-2 0,2 0 3,-11 1 212,-4-5-167,36-11-6,3-4 0,9-1 6,5-2-6,9 1 553,-2 4-547,9 3 22,-2 10 50,3 11 40,-2 16 11,-6 15-96,-6-18 1,-3 1-373,-2 7 0,-2 1 359,-1 6 0,-1 1-603,-2 4 0,0 1 527,2 3 0,0-1-6,2 0 0,3 0-44,5-4 0,4-1-79,6-4 0,5-3-216,7-5 1,7-4-743,5-4 1,6-6-2118,7-6 1,1-6 3203,-2-3 0,-3-4 0,16-2 0,-27-5 0</inkml:trace>
  <inkml:trace contextRef="#ctx0" brushRef="#br0" timeOffset="136177">21725 6143 21349,'-42'-34'1754,"23"4"-1390,70 18-227,-9 2 0,3 1-834,-3 1 1,3-1 739,2 1 0,5-1 0,0 0-587,-1 2 1,0-1-1,6 1 541,-5 0 1,5-1 0,2 1 0,2-1 0,-3 1-388,-2 0 0,-1 0 1,0 1-1,1 0 0,2-1 376,0 1 0,2 0 0,1 0 0,0 0 0,-2 0 0,-4 0-260,8 1 1,-5-1 0,1 1-1,4 0 242,-5 0 0,5 0 1,1 1-1,1-1 1,-2 0-1,-4 1 15,6 0 0,-5 0 0,1 0 1,3-1-153,-10 1 0,4 0 1,2 0-1,-1 0 0,-2 0 1,-4 0 166,7-1 1,-3 0 0,-2 1-1,-2-1 4,9-2 0,-3 1 0,-2-1 128,-9 1 0,-3-1 1,0 0-117,11-4 0,-2-1 11,-6 1 0,-2-1 8,-4 1 1,0-1-1,-1 2 1,-1 0 780,-2 2 0,-1 1-770,0 1 1,-2 1 39,28 0-5,-9 2-18,-8 4 1265,-9 2-1293,-10 3 2648,-9 3-2653,-9 0 1065,2 12-864,1 4-106,9 19 23,4 13-976,-10-20 1,-1 1 854,-2-5 0,-1 2-9,1 7 1,1 4 0,-1-1-599,2 7 0,-2 2 582,0-3 0,1 4 0,-2-1-6,-2-8 1,-1-1-1,-1 0-2,-1 0 1,-1 0 0,-2 0-8,0-1 0,-2-1 0,-2 0-367,-4 18 1,-4-1 330,-5-5 1,-5-3-12,-6-3 1,-6-5 16,-5-5 0,-5-3 14,-6-5 1,-4-3 7,-6-4 1,-3-3 23,17-9 1,-2-1 0,-1-1-352,-3-1 1,0-1 0,-1-1 365,-4-1 1,0 0 0,0-2-14,-4 0 1,0-1 0,-2-1 1,13 0 1,0-1 0,-1 0-1,-1 0 3,-3-1 1,-1 1-1,-1-1 1,-1-1-4,-5 1 1,0-2 0,-2 1-1,0 0-3,7-1 0,0 1 1,-1 0-1,-1-1 0,0 0-219,-4-1 1,0 1-1,-2-1 1,1 0 0,-1-1 212,9 2 0,-1-2 0,0 1 1,-1 0-1,1 0 0,0-1-180,0 1 0,0-1 0,0 1 1,0-1-1,0 0 0,1 0 131,-10-1 0,0 0 1,1 0-1,1 0 1,3 0 20,0 0 1,3 0 0,1 0 0,-2 0-321,4 0 0,-3-1 1,1 0-1,2 0 0,5 0-778,-1-1 1,4 0 0,-2 0 1129,-13-4 0,-3-1 0,10 1 0,18 3 0,6 0 0,-7-6 0</inkml:trace>
  <inkml:trace contextRef="#ctx0" brushRef="#br0" timeOffset="136694">22872 6425 24945,'-33'-6'336,"1"0"1,-25-3-175,34 11-50,5 0 45,7 0 67,6-2 297,3 1-365,12-7-72,9-3 6,22-8-79,15-4 3,-22 10 0,2 1-261,3 0 0,1 2 266,0 0 1,1 2-6,-2 2 0,1 1-11,-3 3 0,0 3-35,-4 2 1,0 3 26,22 20-12,-13 15-191,-27-15 0,-3 3 197,-3 5 0,-4 2-356,-3 4 1,-2 0 201,-4 3 0,-1 1-230,-3 0 0,-2 0-437,-1 1 1,-1-1-1043,1-1 0,0-2 1874,3-1 0,2-4 0,-1 6 0,6-14 0</inkml:trace>
  <inkml:trace contextRef="#ctx0" brushRef="#br0" timeOffset="136888">22949 6740 23300,'54'-25'-902,"0"0"0,1-1 1,-1 2-1,1 1 0,-4 6 137,5 8 0,-5 5 0,-15-1 0,-3 1 0,5-1 0</inkml:trace>
  <inkml:trace contextRef="#ctx0" brushRef="#br0" timeOffset="137120">23802 6128 27107,'3'4'314,"-2"24"-292,1 14 1,-1 9-1222,-3 3 0,-1 4 1143,-2 4 0,-2 2-56,2-20 0,-1 2 0,0-1-144,1 0 1,-1 0-1,2-1-515,-1 19 1,2-1-941,4-8 0,2-2 1142,3-8 1,1-4-1,3 3 1,-1-17 0</inkml:trace>
  <inkml:trace contextRef="#ctx0" brushRef="#br0" timeOffset="137494">24171 6432 24049,'5'-42'629,"1"1"0,-2 3 1,4 12-479,6 25-22,5 18-40,3 19-38,0 22-500,-12-21 0,-2 2 449,-2 3 0,-2 2 14,-2 1 0,-1 0-9,-4-3 1,-1-1 8,-1-6 0,-1-3-10,-13 18 63,6-26 123,1-14-67,10-27 23,6-15 33,9-21-1346,3 11 0,1-1 1206,-3 12 1,0 0 27,10-15 0,1 1 76,13-5-107,-14 23 1,1 2-14,21-8-71,-2 17 37,-2 19-17,4 16-28,6 18-280,-24-11 1,0 3 80,1 5 1,-2 4-578,-1 4 1,-4 4 831,-3 8 0,-5-1 0,3 7 0,-13-3 0</inkml:trace>
  <inkml:trace contextRef="#ctx0" brushRef="#br0" timeOffset="144761">27492 5922 19160,'0'-3'604,"0"0"1468,0 3-1595,3 71-432,-2-29-800,1 7 0,-1 12 0,0-7 729,0-17 1,-1 1-183,0 20 1,1 10 0,-1-6-384,0-5 1,0-1-271,-1-4 1,1 4-1,-1-4-791,-1 7 0,-1-3 1652,-2-5 0,0-5 0,-1 4 0,-2-14 0</inkml:trace>
  <inkml:trace contextRef="#ctx0" brushRef="#br0" timeOffset="145394">27407 6240 15423,'-11'-44'1198,"0"1"1,0 0 0,-2-9 0,4 3-855,7 6 1,5 3 2,22-12-283,0 29 1,5 3-2179,13 1 0,4 3 2117,-6 4 0,5 1-1,9 3 0,7 1 0,-2 0-171,-11 3 0,-2 0 0,3 1 156,4-1 1,5 0-1,0 0 1,-4 0 2,-2 1 1,-3 1 0,4-1-14,-6 1 1,5-1-1,2 0 1,-1 0 0,-3 0 6,0 0 1,-3 0-1,1 0 1,3 0-203,4 0 1,5-1 0,1 0-1,0 1 1,-3-1 194,-6 1 1,-2-1 0,0 1-1,0 0 1,0 0 8,0 0 1,0 0 0,0 0-1,0 0 1,0 0 6,11-1 0,-1 0 0,0 1 0,0-1 2,-3 1 1,0-1 0,0 1 0,-2-1-247,-2 1 1,-1 0 0,0-1-1,-1 1 248,-2-1 0,-1 1 1,-1-1-1,-1 0 104,13 0 1,-2-1 0,-2 0-80,-4 1 1,-2-1 0,-1 0 353,14-1 1,-4-2-173,-13 2 0,-4 0 2388,11-4-1853,-28 2 1596,-17 4-2066,-5 2 1513,-3 1-1721,0 11 508,0 7-513,0 19 11,-2 15-34,1-19 1,0 2-437,0 6 0,0 3 431,0 6 0,2 3-6,0 5 1,1 3-488,0-17 0,-1 1 0,1 0 466,-1 2 1,1 0 0,-2 1 0,-1 0 0,-1 1 0,-2-1-2,-3 0 0,-1 0 0,-1-2-6,-3 9 1,-6-2-8,-8-5 0,-6 1 0,-2-6 18,-12 0 1,-6-4-429,14-11 1,-3 0 0,-3-1 0,0-4 431,-1-4 1,0-4 0,-2-1 0,-1-2-516,-6 0 0,-2-1 1,0-2-1,1-1 513,-6 1 1,1-1-1,-5-2 1,7-1 0,-4-1 0,-2-1 0,1 1 0,4-1 0,3-1 0,3 1 1,1-1-1,-4 0 2,-4 0 0,-3 1 0,-2 0 0,1-1 1,3 0-234,-1 1 0,2-1 0,2 0 0,-1 0 213,1 1 0,1-1 0,-1 1 0,1 0-132,0-1 1,0 1 0,0 0 0,0 0 97,0 0 1,-1 0 0,1 1-1,0-1-17,-1 0 1,-1 0 0,1 0 0,0 0-49,1 0 0,0 0 0,1 0 0,0 0-108,2-1 0,1 1 0,1-1 0,1 0-355,-10 0 1,2 0-1,2-1 572,10-2 0,2-1 0,5 0 0,3 2 0,5 0 0,-2-7 0</inkml:trace>
  <inkml:trace contextRef="#ctx0" brushRef="#br0" timeOffset="146178">28246 6313 23595,'18'-58'320,"-12"24"-259,-24 60 18,-11 22-54,13-16 0,1 2-20,1 0 1,2 2-242,0 6 1,4 0 229,8-8 1,6-3-6,4 0 0,4-2 2,7-1 1,5-3-4,6-2 1,4-3-270,3-2 0,3-3 278,2-4 0,0-4 14,-2-2 0,-1-3 14,-6-6 1,-1-2 7,16-14-16,-21-13 6,-16-4-12,-20-6-17,-13 1 23,-14-2 11,-10 4-17,-4 1-19,22 21 1,0 1 41,-27-17-1,2 2 35,6 0 693,7 2-689,13 0-10,10 2-23,10 2-16,12 1-18,11-1 417,14 0-399,13 2-12,7 3-5,2 9-6,-3 9-17,-7 13 11,-7 14-22,-6 14-5,-3 12-571,-6 10 452,-14-27 1,-2 1-163,-1 2 1,-3-1-401,-4 2 0,-2-1-1034,-2-2 0,-3 0 1748,-4 1 0,-1-3 0,-3 3 0,1-6 0</inkml:trace>
  <inkml:trace contextRef="#ctx0" brushRef="#br0" timeOffset="146544">29128 6014 20302,'3'-51'1381,"0"1"1,-1 5 0,0 8-862,-2 13-329,1 12-118,1 13 39,2 19-11,2 23-76,-3-10 0,1 3-14,0 8 1,-1 5-1463,-1-4 0,-1 3 1,0-2 1402,1 3 0,-1 3-339,-2-3 1,0 6-1,0 1 1,0-6-830,0 6 1,0-1-1431,-1 2 1,1 5-1,0-7 2646,2-8 0,1-7 0,0 9 0,0-26 0</inkml:trace>
  <inkml:trace contextRef="#ctx0" brushRef="#br0" timeOffset="146928">29524 6267 20218,'2'-6'3254,"0"0"-2727,-2 6-102,0 0-391,42-6 5,-21 50-22,5-17 0,-2 4-15,-14 14 1,-6 3 8,0-9 1,-2-1 16,0 0 0,-3-3 117,-3 1 348,-6 7-179,1-36-202,-1-11 112,5-25 23,3-8-79,8 3 0,3-3-54,0 5 1,2-1-360,7-6 0,2 2 313,10-9 49,10 3-38,-4 20-23,21 4-56,-4 19-12,-2 9-21,2 23-258,-12 11-439,-16-12 1,-3 4-4187,-5 14 1,-3 1 3648,-5-17 0,-1-1 0,-4 30 0,-4-50 1</inkml:trace>
  <inkml:trace contextRef="#ctx0" brushRef="#br0" timeOffset="148177">25326 6509 22047,'54'0'43,"0"-1"1,1 1 0,-1-1 0,4-1 0,-1-1 0,-4 0-24,-6-1 1,-3-1 0,3 1-1189,4-1 1,4 0 0,0 0-1,-3 0 1168,-3 1 0,-4 0 0,5-1-11,5 1 0,6 0 0,-1 0 0,-3 1-82,0 0 1,-4 0-1,4 1 88,0-1 1,5-1 0,-1 1 0,-2 0 6,1 1 0,-2-1 0,-2 0-6,-7 1 0,-1-1 1,-3 1 446,9-2 1,-6-1-360,12-5-50,-34 2 198,-39-7-170,-18 4 44,-29-7-64,23 10 0,-1 0 918,-7-1 0,-1 0-879,-5-1 0,-2 0 0,-3 1 0,-1 0 471,-2 0 1,-1 1-405,2 1 0,1 0 17,5 1 1,3 1 105,10 1 1,4 1-109,-10-3-57,25 2-50,23 0 804,17 1-826,20-1-23,-1 2 0,2 1 0,21-1 525,-23 2 0,2 0-531,4 1 1,-1 2-216,-7 2 1,2 1 203,16 2 1,0 3-1,-12 3 1,-2 2-303,-1 1 1,-2 3 299,-1 1 0,-3 2 2,-4 1 0,-2 3-2,-5 0 0,-3 1-127,-5 2 0,-4 1-128,-6 31-379,-13-30 1,-6-1 641,-10 4 0,-2-3 0,-6 4 0,-5-4 0</inkml:trace>
  <inkml:trace contextRef="#ctx0" brushRef="#br0" timeOffset="151744">27765 4199 18492,'-6'-43'1065,"1"1"1,-1-1 0,-2-13-1,0 9-505,0 22-125,1 14-362,0 25 60,0 22-122,3-5 0,-1 4-17,0 10 1,1 3-732,-1 9 0,1 2 628,2-16 1,0 0 0,0 2-167,0 0 1,0 1 0,0 0-341,1-1 1,0 0 0,0-1-1126,0 18 1,0-2-1882,1-6 0,-1-4 3621,1-11 0,0-5 0,0 6 0,0-21 0</inkml:trace>
  <inkml:trace contextRef="#ctx0" brushRef="#br0" timeOffset="153244">27503 4658 15451,'-7'-50'1611,"-1"0"1,1 4-1,5 8-1230,10 15-241,9 5-107,12 8-27,13 5-17,10 6-28,7 7-396,2 2 356,0 2 18,-4-3 105,-9-3 12,-11-4 73,-14-7 22,-10-2 79,-8-6 89,-8-2 355,-2 2-237,-5 2-59,-2 5-182,0 4-112,2 3-45,3 5 6,3 5-28,6 3-1,9 1 18,9-3-23,9-3 12,6-5 21,1-6 12,-2-7 45,-4-8 39,-8-9 17,-9-8-28,-8-3-23,-7 0 68,-7 4 11,-9 7-40,-5 9-38,-4 9-51,-3 8-23,3 10-22,3 10 12,7 12-46,8 7-89,9 6-39,10 4-101,9-1-168,7-4-241,7-5-291,3-11-12,5-11 382,-3-12 448,-3-13 212,-7-11 96,-10-10 117,-6-7 174,-7-4 134,-2-2 51,-1 3-56,0 5-90,0 9-213,1 10-235,-1 8-56,1 6 17,3 9 5,1 9 23,4 12-45,-1 7-6,-1 3 12,-4-1 0,-2-4 27,-2-7 74,-1-7 150,0-10-55,0-9-101,-3-10 16,0-11-5,-2-10 23,2-7-1,1-4 1,5 1-40,5 2-50,7 7-23,6 8-38,5 9 10,2 6 23,-1 11-34,-2 9-11,-5 12 11,-3 9-22,-6 13 28,-4-13-12,-3 7 23,-3-22 6,1 0 16,-1-9 23,4-9-50,0-4-23,8-13-6,4-4-28,7-13-28,4-3-16,2-2-29,-1 3-16,0 8-67,-4 8-96,-3 10-235,-4 7-391,-2 8-192,-1 4-11,-2 8-16,0 4-348,2 4-106,1 1 134,13 5 1244,-4-9 285,1-4 555,-8-11 622,-9-9 386,-2-7 6,-4-6 419,0-9-1494,-1 7 257,2-2-426,-2 13-117,1 3 168,2 24-270,0 9-100,3 9 17,3 13-28,2-8-11,2 11-18,3 6-10,-7-16 11,-3-4 16,-6-17 85,-4-12 140,-3-3-208,-1-9 34,-9-19-62,2-7-22,-2-8 17,-1-10 6,6-1-136,4 13 0,2-2 127,1-13 0,3-2-410,2 6 0,1 0 407,0 2 0,1 0 6,3 6 0,1 4 5,8-11-22,14-6-16,0 21-7,9 9 23,-12 18-11,5 12-17,-10 10 216,-1 11-210,-10 9-17,-26 12 28,-1-16-6,-5-13 0,-5-2-84,-16 4-22,13-12 0,-1 0-348,-5-1 1,1-1-1452,-19 2 1922,3-9 0,31-6 0,10-4 0</inkml:trace>
  <inkml:trace contextRef="#ctx0" brushRef="#br0" timeOffset="153453">29372 4321 24183,'-23'-12'-4452,"14"7"4452,25 9 0,-3 1 0,-2-1 0</inkml:trace>
  <inkml:trace contextRef="#ctx0" brushRef="#br0" timeOffset="154270">29591 4140 24738,'24'-18'353,"0"36"-297,-15 29-37,-5-11 1,0 1-257,-1-4 0,-1 0 251,-3-1 0,-2-1-8,-5 25-1,-1-17 173,-7-5-105,9-21 132,-2-2-110,7-18-33,2-12-40,2-3 40,10-32-1,4 9-132,-2 10 0,2 0 104,0 6 1,1 1 2,2 1 1,0 2 8,13-11-6,12 4-5,-16 21-40,11 0 6,-11 17-6,-2 7 1,-6 4-1,4 22-27,-12-7 10,5 14-10,-6-10 468,1-7-429,2-7-29,2-7-5,6-8-5,7-11 16,-4-2-6,23-18 23,-17 0 0,13-13 6,-17-2 11,-7-5 33,-6-1-11,-6 3 12,-4 9-18,-2 11 23,-8 7-39,-1 10-22,-8 4 10,-1 10 6,-2 7-11,1 9-11,2 4 0,3 4 17,5 1-18,3-1-4,6-4 10,6-4-16,7-6-1,7-7-5,6-8-28,9-10 11,5-9 29,3-11 4,-3-5-10,-8-6 39,-9-2 0,-11 1-17,-7 6 0,-5 7 5,-3 8-5,-1 7-11,1 6-45,0 2-151,1 2 61,0 4-258,3 1-604,3 4-1137,7 1-1311,5-1 3456,7 1 0,-11-4 0,0-1 0</inkml:trace>
  <inkml:trace contextRef="#ctx0" brushRef="#br0" timeOffset="154977">30800 4047 15412,'0'-6'6312,"0"0"-3153,0 6-3052,18-31-6,-17 29 5,10-19-16,-24 44-23,-9 7-39,-4 7-16,-7 2-35,-2 1 11,-2-2 1,0-3-78,0-7 10,1-11 57,6-11 39,4-14 5,10-11-16,7-12 33,7-8 39,8-4 24,6-1 26,7 4-4,2 10 16,0 10-34,-2 10-84,-2 9-5,1 10-17,2 10 11,4 12 6,3 8-17,3 6 28,6 1-45,5-3-27,8-4-206,2-8 189,0-11-1,-3-9 0,-6-16 23,-5-12 50,-6-13-5,-8-13 28,-2-12-293,-13 23 0,-2-2 276,1-5 0,-1-1-6,0-1 0,-1-1 11,-1 0 1,0 0 21,-2 4 1,0 0 5,-1 5 1,-2 1 89,-3-20 51,-2 16 119,-1 13-299,3 13-5,-1 11-1,-2 13 564,-4 15-580,-3 17 5,-2 13-8,8-25 0,3 2-373,-1 2 1,2 1 209,2 1 1,1 1-172,1 0 1,3 0-250,1-2 1,3 0-192,1-3 1,4-2-1011,2-3 0,4-3 1798,25 18 0,-17-23 0,-1-9 0</inkml:trace>
  <inkml:trace contextRef="#ctx0" brushRef="#br0" timeOffset="155144">30993 4029 24267,'49'-18'-1113,"0"0"1,-2 2-1,-1 4 1113,-7 11 0,-3 2 0,5-1 0,-5 0 0</inkml:trace>
  <inkml:trace contextRef="#ctx0" brushRef="#br0" timeOffset="155378">31446 4185 27314,'14'-32'-1021,"0"-1"1,8-16 0,-12 54-1,-6 0 1</inkml:trace>
  <inkml:trace contextRef="#ctx0" brushRef="#br0" timeOffset="156811">31721 4204 21083,'38'-46'589,"0"0"1,-3 8 0,-11 5-332,-25 14 640,-8 12-865,-11 8 269,-2 4-274,-18 13 0,0 5-16,-9 9-12,5 11 0,18-9 137,10-2-154,20-9 465,12-11-404,26-2-10,4-14-20,-14-3 0,0-4-222,-4-5 0,-2-1 230,16-15 20,-17 2 0,-2-3 9,1-19-29,-9 12 1,-2-2 2,-5 4 0,-3 1 3,-1-1 1,0 1 15,1-20 91,-1 2 134,-3 23-219,0 7-22,-3 11-22,-4 22-1,-2 2 6,-6 19-22,-4 19-17,2 9-301,7-19 0,2 1 245,3-2 0,2-2 367,-1 22-676,8-15 1,4-1-666,12 11 62,-2-17 1,4-1 1,2-11 0,4-5-552,3-3 0,2-4-98,3-3 0,0-4 541,24-4 565,-27-4 0,-1-6 798,-4-6 1,-2-3 498,-1-2 0,-1-1 346,-1-8 0,-3-1 1371,3-23-1468,-9 11 1890,-3-12-1861,-10 25-399,-8-8-251,-9 22 333,-12 9-564,-6 16 209,-2 9-315,1 15-10,6 7-24,7 6-16,10 1 0,6-10 40,16 10-1,6-23-28,17 3-11,4-19 56,4-17 22,0-13 29,-5-13 10,-6-11-10,-7-8-346,-6-4 385,-4 0 78,-2 8 39,-4 13-117,-4 16-102,-2 12-21,-5 12-12,-3 9 28,-5 10 357,1 10-396,3 6 6,10 2-6,12-1-6,13-6 1,14-7-1,9-10 17,3-11 0,-1-16-22,-4-11-231,-8-15 253,-7-13-23,-19 21 1,-3-3 11,-1-4 0,-2-2-395,0-2 1,-1-2 391,0-2 0,-2 0 17,1-1 0,-1 2-169,-1 3 0,0 1 197,-2 6 0,0 2 42,0-12-34,-2 18 154,-1 14-232,-2 13 826,-1 14-809,-3 17-34,-1 19 6,3-18 0,1 1-183,0 5 1,0 1 53,1 3 0,1 0-121,0 0 0,0 1-179,1-1 1,1-1-493,1-3 1,1-2-243,1-4 1,0-3-2607,10 17-3513,-1-19 7321,-2-16 0,-5-8 0,-3-5 0</inkml:trace>
  <inkml:trace contextRef="#ctx0" brushRef="#br0" timeOffset="157270">33010 3912 19703,'-16'-45'1204,"0"0"0,1 5 0,6 8-1092,13 20-106,9 7-45,15 7-40,14 6-21,12 7 13,-22-6 0,0-1-194,3 1 0,-1-2 197,2-1 0,-1-1 31,-1-1 0,-1-2 41,25-3 17,-9-7 45,-13-8 56,-10-7 90,-10-6 84,-6-2 68,-6 2 431,-9 6-342,-4 6-26,-11 8-75,-5 6-61,-7 12-73,-3 9-68,-1 14-72,1 9-18,4 6-32,9 2-18,8-3 12,12-5 22,12-9 50,5-11 23,11-13 0,6-17 11,10-14 22,6-13-283,-22 14 0,0 0 247,0-2 0,0 1-100,-2 1 1,-1 1 175,16-16-85,-11 13-77,-12 11-40,-8 14-219,-8 20-884,-9 23-1695,0-10 0,-2 1 2300,-1 3 1,-1-3 0,-5 15 0,6-19-1</inkml:trace>
  <inkml:trace contextRef="#ctx0" brushRef="#br0" timeOffset="157977">28275 5216 11924,'-59'0'445,"0"0"1,-1 0 0,1 0-1,0 0 1,-5 0 0,4 0-1,-1 0-3,6-1 1,-3 1-1,3-1 1,11-1 1749,-19-3-1442,24-7-498,71-6-171,13 6 0,11 1-815,-3 1 1,5 0-1,3 0 774,-5 2 1,4-1 0,1 0 0,2 1-391,-5 0 1,2 1 0,1 0 0,1-1-1,1 1 361,-4 0 0,0 1 1,1-1-1,1 1 0,1-1 1,0 0-234,-4 2 0,0-1 0,0 0 0,1 0 0,1 0 0,1 1 1,3-2 222,-10 2 1,2 0 0,1-1-1,2 1 1,0-1 0,0 1-1,1-1 1,-1 0 0,-1 1-1,-1-1-137,3 1 0,0-1 0,-1 0 1,0 1-1,-1-1 0,1 1 1,-1-1-1,1 1 0,-1-1 131,0 1 1,0-1 0,0 1-1,0 0 1,0-1 0,0 1 0,-1-1-1,1 1 1,-1 0-49,6-1 1,1 0 0,0 0 0,0 0-1,-1 1 1,-1-1 0,-1 1 0,-1 0 44,-2-1 1,-1 2 0,-2-1 0,1 0 0,-1 1 0,1-1-1,2 0-5,0 0 1,0 0-1,2 0 1,1 0-1,-1 0 1,0 0-1,0 0 1,-2 0-33,3-1 0,-1 1 0,0-1 0,-1 1 1,0 0-1,-2-1 0,0 1-359,1-1 1,-1 0 0,0 0 0,-2 0-1,-1 0 1,-3 1 403,11-2 0,-3-1 0,-3 1 0,-6 1 0,16-3 0,-11 1 0,-4 0 0</inkml:trace>
  <inkml:trace contextRef="#ctx0" brushRef="#br0" timeOffset="165394">24526 7153 12617,'-8'0'4727,"3"0"-4407,5 0 240,0 0-454,7-29-117,20 19 0,16-23 11,5 28-17,15 0-3,-31 3 1,-1 1 2,21-2-37,-15 2 1,-3 1-8,-8 0 72,3 0 56,-26 0-11,-20 2 34,-31 6-34,-12 1-1062,15-3 1,1 1 1041,11-2 1,0 0 47,-9 1 0,-1 1-207,3 0 0,0 0 218,2 0 1,1-1-63,1 1 1,4-1-51,4 0 84,19-3 0,13-2 1999,34-3-2021,9-4-54,-8 1 1,3-1-5,0-1 1,1 0 23,4-1 0,-2 0-8,-8 2 0,-2-1 2,6 1 1,-1 0 11,8-3 67,-3 3-45,-33 3-39,-34 8-6,-13 1 12,-11 4 0,-5 1 13,9-1 1,-1 0-341,1-1 1,-2 2 0,0-1 398,-11 3 1,1 1 47,4-2 0,2 0 144,7-1 0,5-2-214,-11 4 39,24-5 146,46-8-123,17-7-76,-2 1 0,4-2-497,5-2 1,1-1 459,-7 2 1,0-1 2,14-2 1,-1 0 227,-11 2 1,-1 1-215,8-3 1,0 1 275,-8 0 1,-5 1-114,5-4-168,-25 5-51,-44 6 23,-8 5 0,-3 3 13,7-2 1,-2 0 303,-25 6 0,-4 2-281,4 1 0,2 1-20,9-3 1,0 0 8,-12 5 0,4-1-8,8-1 554,6-1-509,28-6 27,26-6-39,8-3 17,25-7-22,5-4-487,-7 1 0,4 0 442,-5 0 0,2 1 16,10-4 1,0 1-9,-9 3 1,-1 0 65,-3 2 1,-1 1-58,-8 2 0,-3 1 33,8-1-6,-29 3-44,-32 9 11,-29 5 5,13-2 1,-2 2-257,-8 1 1,-1 2 261,-4 0 0,1 1-8,2 0 0,1 0-12,6-2 0,3 1 3,-18 8 1,26-7 78,21-4 22,18-5 17,10-3 1388,12-5-1489,8-2 272,6-4-1157,6-2 874,9-1 0,-26 6 0,-1 0 0</inkml:trace>
  <inkml:trace contextRef="#ctx0" brushRef="#br0" timeOffset="172194">29605 7000 18778,'43'-29'418,"1"0"1,-3 2-1,-3 4-244,-2 8-62,9 0-45,11 0-33,3 2-23,3 1 6,-4 3 5,-9 2 84,-14 3-5,-18 2-95,-26 1 33,-27 0-23,5 1 1,-3 0-396,-9 1 0,-2 0 409,-5-1 1,0 1 25,-1 0 0,2 1 14,4 0 0,4 0-50,7 1 0,4 0-4,-8 9 18,21-4 84,20 4 33,16-7-50,19-1-40,18-2-47,-20-2 0,2 0 157,5-1 0,1 0-163,5-1 1,0 0-436,2-1 1,1-1 429,-1 0 0,-2 0 8,-3-1 0,-2 1-50,-7 0 1,-2-1 128,15-1 72,-22 0-66,-20 4 370,-23 1-443,-20 2 16,-22 4-23,7 0 1,-3 0-44,16 0 0,-2-1 38,-22 3 0,-1 0 6,20-2 0,1 1 8,-9 1 0,-1 0-8,3 3 0,3 1-17,-11 3 91,13 3-68,41-9 22,16-1-12,22-3-27,23-5-6,-10-2 0,2 0-184,-14 0 0,1 0 181,18-2 0,1-1 6,-20 3 0,-2 1-1,7-2 1,-1 0 65,19-3 49,-27-1-111,-26 2 944,-30-1-944,-22 4 2,10 2 0,-3 0-204,-5 1 1,-3 0 217,-14 2 1,-1 0-531,10 0 0,3 1 527,1 0 1,3 1 41,-17 4 333,32-1-377,5 1 101,20 1-1,17-3 326,4-1-382,19-3-55,2-2 22,15 1-9,-19-2 1,0 0 8,22-4 1163,-4 0-1180,-15-3-44,-16 1-102,1-3-934,-6 1-1542,-7 1-117,-3 1 2728,-1 1 0,-4 4 0,0-1 0</inkml:trace>
  <inkml:trace contextRef="#ctx0" brushRef="#br0" timeOffset="176294">29901 7537 16868,'17'-49'1686,"-1"-1"0,3-2 0,-1 3-818,-5 13 1,-1 3-1433,-1 2 1,0 1 832,5-17 755,-10 23-991,-4 18 292,-1 4-241,-2 20 23,-8 43-79,2-22 0,0 3-450,-1 4 0,-1 3 418,0-8 1,0 1-1,0 0-8,-4 14 1,-1 3-6,0 0 0,-2 5 1,1-4 10,5-17 0,0-4 1,-1 4-5,0 2 0,-2 4 0,1 0 1,0-7-673,-2 5 0,0-3 687,-2 9 1,-2-1-6,0-14 0,-4-4-588,-5-9 0,-1-4 600,-17 14-110,6-23 1,-1-7 120,-2-18-1,-15-12-16,25-2 6,2-14 16,7-4 44,-1-4-27,-1-1 577,4 19-611,5 13 1963,-7 12-1963,10 15 1724,-5 12-1679,11 12 34,6 7-40,7-7 118,27 14-117,-7-24 21,11-1 1,6-2-31,-12-12 0,2-3-864,17 3 0,1-3 833,-16-4 1,0-3 10,10-3 1,0-3-321,-1-6 0,0-1 334,-1-1 1,1-1-15,1-3 1,-2 0 27,11-12-50,-13 7-39,-17 7-661,-8 4-953,-12 9-1627,-11 6 3280,-7 8 0,0-1 0,4-1 0</inkml:trace>
  <inkml:trace contextRef="#ctx0" brushRef="#br0" timeOffset="176877">28226 9401 24895,'-10'40'69,"1"1"0,-3 4 0,-2 2-88,2-7 0,-1 1 1,0 0-928,-1 2 0,-1 0 1,1 1 749,-1 0 0,0 1 0,1-2-34,-3 8 1,1 1-416,3-5 1,-1 3 0,2-5-123,2-4 0,1-1 70,-3 12 1,1-5-3107,4-7 3917,9-36 0,-2-5 0,4-12 0</inkml:trace>
  <inkml:trace contextRef="#ctx0" brushRef="#br0" timeOffset="177420">28189 9657 13441,'18'-46'1046,"1"1"0,0-1 1,0 4-1,1 1 1,4 7-678,9 6 1,4 6-890,7 1 0,4 4 657,9 0 0,3 3-574,-16 6 1,2 1 0,0 1 464,4-1 0,0 2 0,1 0 13,3 1 0,1 0 0,0 0 15,2 1 0,0 0 0,1 0 2,0 0 0,1 1 0,0 0-2,-2 0 0,1 0 0,-1 0-13,-2 1 0,0-1 0,-1 0-14,-4 0 1,0 0 0,-2 0-19,-3 0 0,-1 0 0,-1-1 124,15-1 0,-2-1-139,-7 0 1,-2-2 154,-6 1 0,-2-2 312,-5 0 1,-3 0 6,19-8 1533,-16 1-1611,-17 6 841,-9 4-1194,-8 6 810,-6 12-765,-7 12 0,-9 23-62,9-16 1,-1 3-408,-1 8 1,1 3 400,0 7 1,2 4-546,5-15 1,1 0 0,1 2 526,1 4 0,0 0 0,3 1-17,2 4 1,1 0-1,2 1-20,2 2 0,1 0 0,1 1-12,2 0 1,1 2 0,1-2-34,-1 0 0,0 0 0,-2-1-28,-1-3 0,-1 0 0,-4-2 44,-3-5 1,-3 0 0,-4-3-343,-8 13 0,-7-5 384,-8-9 1,-7-7 31,-6-6 0,-4-8-4,-7-4 1,-2-7 19,14-4 1,-2-2-1,0-3-417,-3-1 1,-1-2 0,-1-1 414,-3-2 1,-1 0-1,0-2-3,-3-1 0,-1 0 0,0-2 3,-2 0 1,-1-1-1,0 0 0,-2-1 1,0 0 0,0 0-19,13 3 1,0 0 0,0-1 0,0 1-247,-1-1 1,-1 1 0,0-1 0,0 1 236,-1 0 0,0 0 0,0 0 0,0 1-70,0-1 0,0 1 0,1 0 0,0 0-174,2 0 1,0 1-1,0 0 1,1-1-538,-11-1 0,0 0 1,2 0-1919,5 0 1,2 0 0,2 0 2705,-11-2 0,6 0 0,19 4 0,5 1 0,0-1 0</inkml:trace>
  <inkml:trace contextRef="#ctx0" brushRef="#br0" timeOffset="178194">28839 9911 17333,'4'-8'3764,"-1"1"-2380,-3 7-477,0 0-285,-29-59-208,10 37-294,-4-11 1,-3 3 64,-12 24-28,-12 15-62,-9 12-62,26-4 1,-1 2-290,1 3 0,1 2 259,2 0 0,2 2 19,-12 20 1,19-2-6,23-10-12,14-8-10,17-11 49,10-11 35,5-14 45,2-12 72,-3-14 28,-6-6 16,-10-4-10,-7 1 0,-10 6 511,-4 10-612,-5 11-68,-3 10-55,-2 9 11,-3 12 27,-3 14-21,-6 15-18,-3 15-209,7-24 1,0 1 155,0 4 1,0 0-102,0 3 1,1 1-552,1 1 1,1 0 91,1 1 0,0-1-425,2-3 0,1-2-821,1-5 0,2-2-6828,7 10 8682,3-19 0,-3-15 0,-2-6 0</inkml:trace>
  <inkml:trace contextRef="#ctx0" brushRef="#br0" timeOffset="178437">29021 9929 14689,'16'-39'1914,"0"-1"1,0 0-1,6-14 1,-3 3-1263,-5 13 0,-1 3 334,5-19-336,-6 20-359,-7 16-145,-3 17 61,-4 18-112,-2 4 3,-2 9 0,-1 4-30,-8 25-548,4-12 0,-1 3 457,2-2 1,-1 0-82,-1 5 1,1 2-194,-1 1 1,0 1-251,1 1 1,0-1-541,1-2 1,1-2-1085,3-7 1,0-3 2170,4-7 0,2-5 0,-1 2 0,4-15 0</inkml:trace>
  <inkml:trace contextRef="#ctx0" brushRef="#br0" timeOffset="178777">29319 10021 22802,'28'-41'672,"1"-1"0,-3 1 0,-6 17-376,-13 33-50,-3 11-92,-1 17-59,-4 14-62,-4-12 1,-1 0-259,-4 16 236,0-15 1,0-2 21,-3 5 50,-1 1 438,4-16-314,6-17 57,3-20-63,8-17-22,9-17-11,13-12-101,-9 25 1,3 0-7,11-5 1,2 2-51,-11 11 0,2 1 0,11-3 1,1 4-1,7 10-11,6 7 206,-9 18-435,-8 30-29,-16-6-400,-10-3 0,-5 2-4779,-12 25 5437,3-27 0,-1-2 0,-5 11 0,3-18 0</inkml:trace>
  <inkml:trace contextRef="#ctx0" brushRef="#br0" timeOffset="182036">14296 13818 21556,'14'-44'889,"-1"0"0,1-1 1,3-15-1,-4 24-727,-9 40 113,-11 37-225,1-11 1,-1 5-951,-1 6 0,-2 4 0,1 1 834,1-3 1,-1 1 0,1 2-625,-1 10 1,0 3 0,1-1-430,1-5 1,1 0 0,1-2-930,1-8 0,0-2 0,1 1 2048,-1 5 0,0 0 0,1-8 0,0 12 0,-1-3 0</inkml:trace>
  <inkml:trace contextRef="#ctx0" brushRef="#br0" timeOffset="183135">13999 14413 19641,'-1'-50'1387,"0"-1"0,1 8 1,5 6-1198,16 9-128,3 13-23,7 8 0,3 3-28,10 1-6,16-1 1,5-1-918,-18 1 0,0-1 891,-1 1 1,3-2-1,-1 0-13,15-5 1,-3-1 16,-13 2 0,0 0-6,12-8 1,-4-1 234,2-9-190,-22 9 1,-5-3 78,-10-12 55,-20 2-55,-8 10 218,-13 0 107,-2 15 1466,-17 9-1690,5 13-79,0 13-84,17-4 276,10 12-292,18-14-1,8 7-11,13-15 6,6-7-11,-6-6 22,18-15 0,-16-5 5,9-16 29,-17-3 16,-12-4 46,-13 1 16,-15 5 22,-12 9-5,-10 12-34,-7 12-22,-1 15-45,5 13-34,5 12-27,11 10-12,11 4-17,12 5-496,14 3 350,-2-29 1,2 0-84,12 17-589,-1-13 1,4 0-1557,19 6-20,-11-13 1,3-3-1569,-4-11 0,0-6 1778,1-6 0,-1-4 2218,17-9 68,-18-10 1,-4-6 7162,4-20-4680,-11 12 0,-3-2-1115,-7 5 1,-2 0-544,-2 1 1,-1 0 310,5-30-744,-4 16 789,5-12-874,-4 28-173,5-7-107,-3 23 655,-1 12-699,2 14 506,0 15-501,0 20-22,-6 13-298,-5-24 0,-2 1 264,-3 1 0,-1 1 8,0-2 0,0-1-8,-6 26 12,4-21 38,3-19-16,3-24-1,5-19 6,3-16 1,7-16-18,-6 23 0,1-1 141,1-1 0,1-1-130,1 1 1,1 1-9,-1 1 0,2 2 9,13-19 10,-2 12-49,-1 12 16,0 12 17,2 10-22,2 13-12,0 13 0,1 14 18,-2 9-70,-1 7 58,-4 2 11,-4-4-22,-6-7 44,-7-16 7,-4-13-29,-4-20 17,0-17-6,-1-17 359,7-15-367,0 21 0,3-1-8,3-1 0,1 0-122,4 0 1,1 1 112,1 3 0,1 2 31,21-18 17,0 15-45,1 12 5,-4 11-27,-3 15-12,-3 12-94,-3 15-292,-5 14-700,-5 9-463,-11-26 1,-2 2 1341,0 4 1,-1-2 0,0 5 0,-1-4 0</inkml:trace>
  <inkml:trace contextRef="#ctx0" brushRef="#br0" timeOffset="183586">16539 14004 24794,'20'-48'625,"1"-1"1,-3 5-1,-3 14-451,-10 28 0,1 20-40,-2 16-16,1 22-79,-4-21 0,0 2-717,-3 7 0,-1 2 689,-2 7 1,0 1-519,-3 7 1,-1 2 489,2-18 0,0-1 0,-1 1-7,1-2 0,-1 1 0,0-2-271,-2 13 1,0-3 297,1-13 0,1-4 13,-4 3-10,6-31 848,2-27-843,7-23-6,0 10 1,0-3 172,2-10 0,1-2-173,0-9 1,2-4-332,-3 16 1,1-1 0,0 0 328,1-3 1,0-1 0,1 1-1,0 0 1,1 1 0,0 1-279,0 3 0,1 0 0,0 2 286,5-14 1,1 3-191,-1 7 0,2 3 190,-2 7 0,2 3 749,15-14-754,0 16 1493,0 15-1493,0 15 1075,-3 16-1081,-5 16-5,-10 16-1,-19 14 0,-6-25 1,-6 0-188,-8 3 0,-5-2 139,-7 3 1,-4-2-642,-4-1 1,-3-2 58,1-3 1,-1-3-3185,6-5 0,2-3 3274,8-6 0,5-4 0,0 0 0,21-9 0</inkml:trace>
  <inkml:trace contextRef="#ctx0" brushRef="#br0" timeOffset="183836">17202 13877 24155,'-6'0'2566,"2"0"-2219,4 0-420,-26-30-291,25 22-851,-17-22-3143,33 34 4358,0 0 0,-4 1 0,-5-2 0</inkml:trace>
  <inkml:trace contextRef="#ctx0" brushRef="#br0" timeOffset="184695">17483 13826 20100,'0'-5'4823,"0"1"-2135,0 4-2665,-3-49 5,1 51-12,-3-10-4,3 48-7,1-4 1,0 1-1,-1 19-181,1-21 1,0 0 177,-1-2 1,0-1 3,-2 22 11,-1-16 22,1-17-22,1-17-6,1-18 11,4-12-5,9-28 0,2-4-136,-2 20 1,2-1 118,5-16-3,-4 21 1,2 1 13,12-11-14,-6 19 0,2 3-19,14-2 5,5 14 17,-16 15-17,6 15 6,-7 10 22,6 18-78,-2 6-90,-11-19 1,1-1-18,6 10-33,-4-16 0,0-3-258,9-3 711,7-3-531,3-20 240,-6-17 45,4-19 11,-12 2-227,4-20 289,-10 3 95,-8 14 0,-2 0 190,2-19-5,-5 8-208,-9 32 46,-7 9-62,-6 10-34,-8 11-73,4 4-11,2 10-16,11-7 283,5 2-261,7-7-17,13-1-12,9-8 7,1-8-18,9-13 18,-7-8 10,6-11 35,-7-17-1,-13 3 56,-8-9 73,-12 15-73,-3 13 112,-10 5-50,-5 16 0,-18 5-90,2 15-22,-10 13-34,18 2-28,1 17 14,19-13 1,3 2-29,-1 3 0,2 1-459,1 11 1,3 0 46,6-6 1,1-1-31,-1-9 0,3 0-3501,9 3 0,4-3 3974,11 5 0,-4-7 0,-11-15 0</inkml:trace>
  <inkml:trace contextRef="#ctx0" brushRef="#br0" timeOffset="185262">18828 13558 22369,'0'-5'3523,"0"1"-2554,0 4-896,-26 65-45,4-15-621,-1 4 1,-3 3 581,4-18 0,0-2-6,-3-1 0,0-3 17,-1-4 0,1-4 17,-14 7 307,-3-21-273,26-24 27,-3-17 40,24-18 39,10-11-68,4 12 28,2 16 1,1 2-17,11 2 882,15-3-921,-11 28 5,-1 19-16,3 20-29,-6 1 3,-4 1 0,3 0-807,-6-11 1,3 0 786,14 12 1,5-2 2,-3-10 1,3-6-307,2-2 1,2-4 299,1-4 1,-1-4-9,-2-7 1,-2-6 2,-5-4 1,-3-5-1,-5-6 0,-6-6 0,-4-6 0,-5-4 14,-4-8 1,-3-2-12,-3 7 0,-3-4 9,0-7 0,-1-6 1,-1 2-3,-1 11 1,0 2-1,-1-3-419,1-16 0,1-4 0,-2 3 447,0 13 1,-1 3 0,-2 1 53,-1-13 1,-3 5-88,-2 12 0,-2 5-2,-14-8 1217,-2 22-1217,3 27 594,6 26-594,6 28 0,6-18 0,2 5 63,1 9 1,2 3-64,0-16 0,0 2 0,2 0 0,0 3 0,1 0 0,1 0 0,1 0 0,1 1 0,1-2-200,2-1 0,0-1 0,1-1-895,9 17 1,0-4-159,-4-15 0,1-4 1253,4 0 0,-2-7 0,-6-10 0,3 2 0</inkml:trace>
  <inkml:trace contextRef="#ctx0" brushRef="#br0" timeOffset="185469">19387 13642 26723,'42'-28'34,"1"0"1,-1 0 0,-1 3 0,-1 0 0,1 8-30,9 9 1,-1 7-348,-3-2 0,-1 0 207,-7 1 1,-2 0-1103,19 1-5741,-24 0 6978,-18 1 0,-10 0 0,-3 0 0</inkml:trace>
  <inkml:trace contextRef="#ctx0" brushRef="#br0" timeOffset="186169">23936 7124 9027,'-3'5'1255,"1"-1"-3233,2-4 1978,-17 15 0,12-11 0,-12 12 0</inkml:trace>
  <inkml:trace contextRef="#ctx0" brushRef="#br0" timeOffset="188112">20937 13135 24503,'38'-17'-273,"0"-1"0,5 3 1,1 2-33,-3 6 0,2 4-887,0 0 1,3 1 0,-5 1-422,21 3-1510,-6 5 0,-6 6-400,-25 16 3204,-18 19 1277,-30-8 700,-7-12 0,-6 1 509,-7 1 0,-2-1-770,-1 1 1,0-1-401,-5 2 0,2-3-228,16-9 0,2-3 166,-12 6-396,19-10-315,23-11-118,23-10-72,28-9-113,-12 5 1,4-2-93,11-2 0,3 0-893,-14 5 0,3-1 0,-1 0-2213,3 0 0,0 0 0,-2 1 1903,8-3 1,-5 2 0,-11 3 0,-7 2 0,-13 3 0</inkml:trace>
  <inkml:trace contextRef="#ctx0" brushRef="#br0" timeOffset="188502">23033 13173 19482,'7'-56'982,"1"1"0,0-1 1,-2 8-1,-1 2 0,0 4-601,-1 0 1,-3 7 528,-6-5-731,-3 24 41,-6 30-170,-2 25-33,7-6 0,0 5-349,1 9 1,0 4 331,2 7 0,0 3-505,4-16 0,-1 0 0,1 1 311,0 2 0,1 1 0,-1 0-383,0 1 0,1 0 0,-1 0-1485,1-1 1,0 1 0,0-2 1625,-1 14 1,1-4 0,1-20 0,0-4-1,0 3 1</inkml:trace>
  <inkml:trace contextRef="#ctx0" brushRef="#br0" timeOffset="189578">22682 13536 23534,'-8'-46'147,"1"1"1,6 4-1,11 8-142,20 25 1,8 7-505,6-3 0,1 2 468,6-1 0,0 0-610,3 1 1,1-1 550,0-1 1,0-1-12,-2-1 0,0-1 26,-6-1 0,-1-1 72,-8-1 0,-4-2 82,13-14 105,-26 0 518,-20-2-338,-17 2 1283,-11 4-1098,-9 5 541,-2 9-776,0 5-163,3 12-90,10 4-38,9 11-18,8 5 12,11 2-17,10 0-11,9-5 5,10-7 6,4-9 17,0-9 0,-2-13 0,-4-10 22,-6-12 17,-6-7 39,-7-5 40,-6 1 27,-10 6 17,-5 10-56,-11 15-44,-9 17-18,-10 15-21,-4 16-12,1 10-28,12 6-224,11 7 179,12 0-196,13 2-308,9-4-644,10-5-1254,10-8-2382,10-12-3499,10-14 6351,-23-16-1,2-4 1978,1-5 0,0-3-25,0-6 1,-2-2 3460,-2-3 0,-3-2-672,-4-1 0,-4-1 569,12-27-1566,-10 2-607,-6 5-404,-3 6-252,-2 8-190,0 11 54,-2 10-278,-1 11 399,2 10-461,2 12 186,0 13-169,-3 10-23,-3 7 6,-6 1-28,-3-4-28,0-8 22,1-13 29,1-13 5,4-13-34,4-13 17,5-12 29,7-11-29,3-7 6,2-3 11,0 2 5,-1 5 6,0 10-16,-2 10-6,0 9 5,0 7 6,0 10 17,2 9-45,-2 11-6,-1 8 17,-4 4 1,-6 9-12,-5-17-12,-1 3 12,-2-24 23,3-2-1,1-15 6,4-13-28,6-14 6,6-13 27,2-7-213,-9 24 0,1 0 191,14-27 6,4 8-6,-1 12-6,-2 13-16,-2 13-11,-5 12-34,-1 12-107,-5 12 205,-3 10-983,-4 7-1361,-4 3-6884,0 2 9186,0-9 0,-3-15 0,-1-12 0</inkml:trace>
  <inkml:trace contextRef="#ctx0" brushRef="#br0" timeOffset="190019">24817 13222 27880,'15'42'353,"-5"12"-334,-14-10 1,-3 4-1260,3-7 1,1 3 0,1-2 1213,-1 16 1,0-2 11,2-1 0,0-2 292,1-6 1,1-6-435,1 6 746,-1-7-607,-5-30 51,-10-43-40,1 0 17,-1-4 1,0-3 585,1 3 0,0 0-606,-5-12 1,1-5 24,5 9 1,1-3 0,1 2-11,0-15 0,4 2-1,1 1 1,5 2 2,8 9 1,6 4-4,1 11 1,3 2 5,5-7 0,4 0 30,1 5 0,4 2-47,14-1 1,1 5 5,-13 8 0,0 4-14,20-1 0,-1 6-218,-19 12 1,-1 3 220,6 3 0,-2 6-12,-6 11 1,-6 6 8,-10-3 0,-7 1 8,-10 8 1,-7-2-1,-21 11-17,-2-20 1,-5-2-62,1-5 0,-3-2-179,-1-2 0,-4 1 0,1-3-923,-12 1 0,1-3-1623,-6-2 1,5-5 2808,-8-11 0,29 0 0,21-1 0</inkml:trace>
  <inkml:trace contextRef="#ctx0" brushRef="#br0" timeOffset="190236">25456 13143 23971,'-5'0'2951,"0"0"-2867,5 0-1545,-10-15-52,13 11 1513,-3-11 0,7 15 0,3 0 0</inkml:trace>
  <inkml:trace contextRef="#ctx0" brushRef="#br0" timeOffset="191019">25784 12955 23506,'2'-3'3148,"0"0"-2286,-2 3-672,21 49-100,-16-9-68,5 1 1,0 2-426,-13 20 408,-2-3-38,0-15 166,-6 1-121,1-28-7,-3 2 18,0-28 10,6-10-10,0-8-12,5-15 17,10-1-17,3 7 0,2-1-14,1 5 1,3 0-516,4-5 0,1 3 534,10-5 18,7 3 5,2 17-5,5 4-12,10 13-22,-7 17 6,0 13-23,-7 6-73,-7 3-128,-9-1-376,-4-2-402,1-5-2,1-9 265,4-9 1607,0-17-1059,-2-10 319,-1-14 152,-2-12 207,0-13-168,-4 7 187,-7 10 1,-1 1 53,-1-5-152,1-10-128,-15 30-135,-6 13-78,-7 11-57,2 4 57,-8 24-45,12-1-17,-3 17 12,14-5-12,10-4-28,11-6 12,1-12 27,25-5-39,-10-14 12,17-11 5,-11-15 5,-7-14 18,-9-11 10,-12-10-314,-14-3 348,-12 4 11,-10 12 6,-9 15-44,-3 15-18,-1 13 0,3 15-22,5 11 12,8 17-18,5 12-16,6 11-71,5-30 0,1 1-75,3 0 0,2 0-627,8 28-1059,17-8-2963,14-11 4167,-10-25 0,0-2 0,5 1 0,2-6 0</inkml:trace>
  <inkml:trace contextRef="#ctx0" brushRef="#br0" timeOffset="191562">27285 12949 25331,'13'-44'627,"1"1"1,0 3 0,-7 13-539,-12 26-22,-7 13-16,-11 13-18,-11 11-5,-9 7-17,19-20 1,-1 0-15,-2-1 0,-1-1-163,-1-1 1,-2-2 165,2-3 0,-1-3 17,-21 4 0,16-18 22,17-16 23,16-15-1,15-9 46,15-3 5,12 3-321,11 10 282,6 13-28,3 12-40,1 16 18,-2 11-4,-29-5 1,-2 2-4,1 1 1,0 1-17,1 0 0,1 0 3,4-1 0,1-2 5,2-2 1,1-3-9,0-2 0,-1-3 5,-4-6 1,-2-3 11,18-16 5,-17-19-11,-14-18-5,-12 21 0,-3-3 5,-1-7 0,-1-3-450,1-6 0,-1-2 461,1-4 1,1-1 10,0 0 1,0 1 5,0 6 1,0 2-79,-1 9 1,-1 4 38,-1-17 0,-2 23 0,0 18 259,-2 16-259,-1 19 0,-2 25 0,4-12 0,0 4 114,0 9 1,2 3-115,2 5 0,2 2 0,1 4 0,2 1 0,3 1 0,1-1 0,1-1 0,1-1-127,1-4 1,1-2-457,0-5 1,2-3-1706,1-6 1,0-5 2287,15 15 0,-12-24 0,-10-16 0</inkml:trace>
  <inkml:trace contextRef="#ctx0" brushRef="#br0" timeOffset="191746">27745 12542 26061,'46'-27'-272,"0"-1"0,0 0 0,-3 2 0,0 0 0,-3 7-2392,2 9 1,-2 3 1829,-6-1 0,-3 0 0,8-2 1,-19 3-1</inkml:trace>
  <inkml:trace contextRef="#ctx0" brushRef="#br0" timeOffset="197886">29496 6963 5739,'0'0'0</inkml:trace>
  <inkml:trace contextRef="#ctx0" brushRef="#br0" timeOffset="202628">28501 12905 26788,'-9'-45'-2353,"3"11"-3713,5 40 6066,1 1 0,0 0 0,0-4 0</inkml:trace>
  <inkml:trace contextRef="#ctx0" brushRef="#br0" timeOffset="204045">28948 12394 22335,'0'-6'2089,"0"1"-78,0 5-1888,6 22-95,-4 15-11,0 2 0,-1 4-17,-3-4 0,-2 2-729,-1 7 1,-2-1 756,-4 13-14,3-26 0,0-2 3,-5 11 67,-3 6-17,6-23-22,2-13-45,9-29 0,4-3 1462,7-24-1445,3 11 0,2-1 0,0-3 0,3-1-451,7-10 0,1 0 462,-1 6 0,-1 2-31,-5 8 1,0 2 10,4-3 1,0 3-92,19-12 77,0 9 6,0 11-11,-14 22 16,-7 5-10,3 15-57,4 20-117,1 5-126,-13-16 1,1 1-194,12 19 1090,-7-14-1242,9 0-11,4-13 381,1-7 184,5-13 130,-10-21 328,1-15-317,-7 1 78,-5 1 1,-1-2 88,7-15-177,-9 14 0,0 1 341,2-9 27,-9 15-246,-7 15 134,-8 15-151,-8 11-56,-6 12-44,-4 7-40,5 2-6,6-8 199,10 5-193,9-17 11,11 1 17,8-17-11,5-12-17,-6-4 6,1-17 16,-9-16 6,-2-6-108,-11 22 0,-2 0 226,-3-19 33,-9 9-106,0 17 112,-14 6-129,1 16-6,-15 11-16,0 16-23,-3 16 0,2 12-14,20-22 0,3 1-133,3 2 0,1 1 108,4 0 0,1 1-151,5 29-180,11-5 68,4-17-1205,31 3-72,1-27 596,-10-5 0,3-5-477,0-8 1,1-4 364,5-4 0,0-3 622,0-4 0,1-4 549,-2-2 0,-1-3 501,-4-2 0,-2-2 501,-5-1 1,-1 0-129,-5 3 1,-2 0 612,12-17-499,-13 17-431,-13 15 106,-6 14-363,-10 12 580,-6 10-821,-9 8 193,-6 5-316,-4 1-23,-3 0-28,-4-5 39,-1-7 28,-1-12 34,2-14 22,7-15-11,6-13 6,9-12-6,10-7 22,15-3 6,9 2-11,9 11 0,4 13-17,0 12-23,-2 14 1,-1 12-34,-2 12-17,-2 11-28,0 5-16,3 2 33,5-2 0,9-8-271,6-10 299,9-12-17,3-15-8,-28-3 0,-1-4 2,1-6 1,0-3-1,0-5 1,-1-3-512,1-6 1,-1-4 505,1-6 0,-1-3 8,-1-7 0,-2-2 9,-10 16 0,-1 0 0,-2-1 25,6-19 0,-4 1 19,-4 5 1,-5 3 13,-4 7 1,-5 3 19,-4 8 1,-4 3 66,-16-11-67,-5 19-56,0 19 216,2 23-222,3 19-16,3 19 312,15-22 0,1 2-329,1 4 0,2 1-421,5 3 0,2 1 370,3 1 1,4 0-73,4-1 0,4 0-62,3-4 0,3-1-179,2-4 0,2-2-399,0-5 0,2-3-19,-1-4 1,0-4-3520,22 8 4301,-13-14 0,-18-10 0,-12-4 0</inkml:trace>
  <inkml:trace contextRef="#ctx0" brushRef="#br0" timeOffset="204262">30753 11974 23114,'57'-16'110,"0"0"1,1 0 0,-4 1 0,0 0 0,-4 5-103,1 6 1,-3 4-15,-1-2 1,-3 1-71,-4 0 1,-2 1-401,24-1-95,-18 0-3132,-18-2 3703,-15-4 0,-8 4 0,-5-3 0</inkml:trace>
  <inkml:trace contextRef="#ctx0" brushRef="#br0" timeOffset="207569">24544 7161 21629,'-29'-19'717,"-1"0"0,-17-11-599,47 29-68,1 1 197,6 3-79,4 4-11,9 5 5,5 4-16,4 5 5,2 3-11,2 4 5,2 6 1,2 2-291,4 5 280,6-2-82,-21-17 0,0-1 3,4 0 0,1-1-6,2 2 1,2-1-346,2 1 1,1-1 331,2 1 0,0 0-7,2 0 1,0 1 3,0 0 0,1 0 5,2 0 0,0 1-11,1-1 0,0 0-489,2 2 0,-1-1 497,1 0 1,0 0-9,0 1 0,0-1 14,0-1 0,-1 0-9,0 0 1,0-1-12,-2 0 1,1 0 2,-2-1 0,1 1-8,0-1 0,-1-1-334,0 0 0,0 0 328,0-1 1,-1-1 2,-2 1 0,0-1 0,-1-1 0,-1 1-106,-1-2 0,-1 1 120,-1 0 0,0-1-6,-2-1 1,0-1-4,-1 0 1,-1-1 270,-1-1 0,-1-1-251,27 7 23,-3-2-40,-4-2-5,-4-1-11,-4 1 935,-7-1-913,-6 0 752,-6-1-769,-1-1 586,0-1-586,1-1 23,1-1-6,2-1-23,5 1 1,8 1-6,10 3-405,12 2 410,-27-6 1,0-1-12,2 0 1,-1 1 5,-1-1 0,0 1 0,-2 0 0,0-1 39,25 9-178,-4 0 123,-6-1 21,-4 0 1,-6-1 11,-2 0-1,0 0-21,1 0 459,4 0-449,3 2 18,3 1 10,3 2-44,1 2 22,-1 3 174,-5-2-174,-5 1 12,-3 0-40,-2 0 34,-1-1 16,1 0-55,1-1 28,2 1-1,4-2 23,3 1-39,3 0-34,0-1 84,-2-1 1,-6-2-40,-8-4 0,-9-3 5,-8-3 1,-6-3-6,-4 0-23,-1-2 29,-1 1 5,-1 0 12,-1 2 21,-1 3-21,-3 2-6,-3 3-6,-4 2 0,-4-1-11,-3 0-22,0-2 44,-1-3-22,1-3 34,-3-3 33,-6-7-50,-9-5-34,-13-9-313,18 6 0,-1 1 316,-6-2 0,-2 0 5,-5 0 1,-2 0 11,-3 1 0,0 1 16,2 1 1,0 0-15,7 2 1,2 0-6,-18-5 39,22 1-27,16 0-12,9 0 11,3 0-11,2 0-11,1 0 637,1 4-615,1 3-11,2 2 6,0 2-1,6 6 18,3 3-23,12 7-17,7 1 22,12 0 12,7-1 11,7-2-308,7-2 271,-29-6 1,0 0 11,0-1 0,0 0 8,30 0 0,-1-5-444,-2-7 433,2-8-6,-31 5 1,1-1 49,6-4 1,-2 0-22,13-5 2,-17 7 0,-2 1 48,3-2 28,4-5 244,-4 1-216,6-9-84,-13 8 67,11-12 0,-13 10 497,6-4-475,-7 5-43,-4 4-91,-10 7 0,-4 2 0,-5 5 0,-1 0 0,-2 2-253,-3 3-279,2 2-2381,-2 8 2913,1 7 0,2-7 0,0 2 0</inkml:trace>
  <inkml:trace contextRef="#ctx0" brushRef="#br0" timeOffset="208769">19590 14421 25214,'21'8'773,"-4"1"-610,-15 5-57,-2 0-78,-2 2-118,0 1-694,-2 0-4122,0-1 4906,1-4 0,1-5 0,1-4 0</inkml:trace>
  <inkml:trace contextRef="#ctx0" brushRef="#br0" timeOffset="220378">27193 5614 18885,'-48'32'200,"0"-1"1,-1 0-1,3 1 1,1 0-1,5 1-66,2 10 1,5 1-966,-1 5 1,2 1 1028,3 3 1,4 1-28,4 2 1,4 2-31,10-11 1,3 4 0,2-4-58,1 4 0,5 0 26,6-3 0,4 3 1,5-3 34,13 4 1,7-3-77,-3-5 0,5 1 0,3-1-323,-7-10 1,3-1 0,2 0 0,4 0 278,1-2 1,5 1 0,1 0 0,1-1-1,-1-2-298,-4-2 1,-1-1 0,1 0 0,-1-1 0,1-1 273,-1 0 0,0 0 0,1-1 0,-1-1 1,0 0 0,8 2 1,0 0 0,-1-2 0,-3-1-329,6 1 1,-2-2 0,1 0 325,-6-2 0,1-1 0,2 1 0,0-2-17,6 0 0,0-1 1,1-1-1,-2-1 12,-9-3 1,0 0 0,-2-2 0,1 0 0,12 2 1,-1-1-1,0-2-22,-5-3 0,-1-1 1,-1-2 19,-9-2 1,0-1-1,-1 0 6,1-1 0,0 1 0,0-2-6,16-2 1,4-5-132,-14-2 1,5-2 0,1-2 0,-3 0 158,2-2 0,-2 0 1,4-2-14,-7 2 0,4-2 0,2-1 0,-1-1 0,-5 1 94,-2-2 1,-4 1 0,-1-2 0,-1 0-85,1-2 1,-2-1 0,0 0-1,-1-1 97,-1 0 1,0-1 0,-2-1 0,1-2-80,4-7 1,0-3 0,-2-1 0,-2 3-23,-2 2 0,-3 2 0,0-3 11,-2-1 1,0-3 0,-1 0-1,-5 3 19,3-16 0,-4 1-17,-5 9 0,0-2 0,-2-2-4,-3-9 0,-2-3 1,-3 2-5,-2 6 1,-2 2-1,-3-1-85,-3-10 0,-3-1 0,-2 5 79,-3-1 0,-5 3-3,-3 11 0,-3-1 0,-4 4 336,1 9 1,-2 2-1,-4-1-349,-6-3 1,-5-1 0,-3 0 0,1 3-11,2 5 1,-1 2 0,-1 2 0,-3-1-85,2 3 0,-4 0 1,0 0-1,0 2 1,3 3 82,-12-4 0,3 3 0,-3 2-3,2 2 1,-3 1-1,-1 2 1,2 1-101,6 2 0,2 2 0,-1 1 0,-4 0 102,2 1 0,-3 1 0,-2 0 0,-1 0 0,0 0 0,2 2-97,-5-1 1,2 1 0,-1 0 0,1 2-1,-3 0 111,4 0 0,-3 2 0,-1 0 0,1 0 0,2 1 0,3-1-79,-4 2 1,3-1-1,2 1 1,-3 2 79,3 1 0,-2 0 0,0 1 1,1 1-1,2 1-1,-3 1 0,3 1 0,0 0 0,-3 2 54,3-1 0,-1 1 0,-2 1 0,0 1 1,-1 2-50,5 0 1,-3 1-1,1 2 1,0 0 0,0 1-1,2-1-63,-2 3 1,0-1 0,2 1 0,1 1-1,-1-1 61,3 0 1,-1 1-1,1-1 1,1 2-1,2 0-2,-7 6 1,1 2-1,3 1 1,2-1 109,-3 7 0,4 0 0,-2 3-114,7-5 0,-1 2 1,0 2-1,2 2 7,1 5 0,1 3 1,3 1-1,3-1-4,7-7 0,3-2 0,3 1 0,1 2 0,1 4 0,3 3 0,2-1 0,4-3-8,4-5 1,5-3 0,2 2-8,6 11 0,4 1 0,2-1 80,0-8 1,3-1 0,3 3-78,4 4 1,5 4 0,2 1 0,-3-5 5,0-2 1,-1-4-1,6 3-1,2-6 0,7 4 1,3 0-1,-2-3 1,-4-8-10,-2-5 1,-4-5-1,6 0 9,3 1 0,5 3 1,3-1-1,1-2 1,-2-4 0,-1-4 0,-1-3 1,1-3-1,5 0 9,-2-1 1,4 0 0,3-1 0,1-1 0,0 0 0,-3-1-2,7-1 0,-2 0 0,0-2 1,1 0-1,2-1-8,-4-2 0,4 0 1,0 0-1,0-2 1,-3 0-1,-4 0 10,6-2 0,-5 0 1,0-1-1,2-1-12,-4-1 0,2 0 0,1-1 1,-1 0-1,-2 0-6,1-2 0,-2 0 0,0 0 0,5-2 3,-7 1 1,3-1 0,2 0 0,0-1 0,0-1 0,-3 1-117,1-2 1,-1 1 0,-1-1-1,-1-1 1,2-1 132,5-1 1,1-2 0,0 0 0,-3-1-1,-4 2-10,7-4 1,-6 0-1,2-2 6,-10 2 1,1-1 0,-1-1 0,0-1 11,-1 0 0,0-2 0,-1-1 0,0 0 3,1-1 0,-1 0 0,1-1 0,0-2 9,5-3 1,0-2-1,-1-1 1,-4 0 37,-8 5 0,-2-1 0,-2 0 0,0-1-14,9-12 1,-1-2-1,-3 1-24,-8 8 0,-3 2 1,-1-3 29,4-8 0,-2-2 0,-3 2 296,-7 8 0,-3 1 1,0-4-280,-1-2 0,-1-4 0,-1-1 0,-2 2-3,-1-7 1,-3 0 0,-3 0-29,-5-10 1,-3-1-1,-5 4-22,-3 0 0,-8 2 0,-3 12 1,-6-1-1,-6 2-5,1 12 1,-5 1-1,-3 2 1,0 0-11,-4-3 1,0 1 0,-3 1-1,-2 0-14,1 4 1,-3 0-1,-1 1 1,-1 1-1,0 2 4,3 4 1,-1 2-1,0 0 1,1 2 0,1 1-17,-4-2 0,3 2 0,-1 1 0,-3 0 23,3 3 0,-2 0 1,-1 1-1,-2 1 1,1 1-179,-2 2 0,-2 2 0,1 0 0,-1 1 0,-1 1 170,-1 0 1,-1 1-1,1 1 1,-2 0-1,-1 2-50,5 0 1,-1 1 0,-1 1-1,1 1 1,0 2 0,3 0 59,-4 4 1,1 1-1,2 2 1,1 0-1,2 0 134,-3 1 1,4 0 0,0 1 0,-4 4-141,5 1 0,-3 2 0,-1 2 1,-1 2-1,3-1 0,3 0-81,6 0 0,3-2 0,1 2 0,-1 1 0,-1 2 78,-5 2 0,-4 2 1,0 2-1,0 0 0,3 2 1,3-1 13,3 2 0,2 1 0,3 1 0,2 0 0,2 2-99,2-1 1,2 1-1,2 1 1,2 1-1,3 0-226,-2 11 1,3 2 0,4-1 0,3-2-126,-1 5 1,4-2 0,6 4 440,8-3 0,6 4 0,2-2 0,-2-9 0,-2-10 0,2-2 0,9 20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18:21.02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6005 3356 21789,'-7'-51'993,"0"1"0,-1 2 0,1 11-629,1 27-24,0 10-300,4 26-24,1 32-13,0-14 0,-1 4-1108,0 12 0,-2 3 1071,0-16 1,0 3-1,-1 0-506,0 5 1,-2 1-1,1 0-11,-1 3 1,-1 2 0,1-1-1036,-1 0 1,1 1 0,0-3 1585,2-7 0,0-1 0,0-4 0,1 0 0,0-6 0,2 4 0</inkml:trace>
  <inkml:trace contextRef="#ctx0" brushRef="#br0" timeOffset="799">6001 3081 18908,'-8'-2'1243,"1"1"-1002,7 1 962,0 0-1007,97-9-151,-53 4 0,5 0-745,-5 0 0,4 0 0,3-1 1,-3 0 708,10-1 0,0 0 1,0-1-3,-11 1 0,1 0 0,0 0 0,1-1-2,4 0 1,0-1 0,1 0-1,1 0 3,4-1 1,0 0-1,2 0 1,0-1-408,-8 1 1,0 1-1,1-1 1,1 0 0,-1 0 400,4 0 0,1-1 0,0 1 1,0 0-1,1-1-300,-8 2 0,1 0 1,0 0-1,0 0 0,1 0 1,-1 0 295,3 0 0,0 1 0,0-1 0,0 1 0,1-1 0,0 1-196,1 0 0,0 0 0,1 0 1,0 0-1,0 0 0,0 0 199,0 1 0,1-1 0,0 1 0,0 0 0,0 0 0,0 0-55,-1 0 1,1 0-1,0 0 1,-1 1 0,1 0-1,-1-1 57,-1 1 0,0 0 0,0 0 0,0 0 0,-1 0 0,0 1-1,-1-1 1,-1 0 0,1 1 0,-1-1 0,0 1 0,0 0 13,8-2 1,1 1 0,-1 0 0,-1 0 0,1 0 27,-3 0 1,1 0 0,-1 0 0,0 0 0,0-1 36,-2 1 1,1 0 0,-1 0 0,0 0-1,1 0 6,-2 0 1,1 0-1,0-1 1,-1 1-1,1-1-29,-1 0 0,0 1 1,0-1-1,0 0 0,0 0-15,0-1 1,-1 1 0,1 0 0,0-1 0,-1 1-5,0 0 0,0-1 0,-1 1 1,1-1-1,-1 1 22,-2-1 1,1 1 0,-1 0 0,0-1 0,0 1-24,10-1 0,1-1 0,-2 1 0,-3 0-14,3-1 0,-2 2 0,1-1 22,-4 2 0,2-1 1,-1 1-1,-5 2 208,-8 0 1,-4 2 0,2 0-235,13-2 1,2 1 0,-7 3 659,-6 3 1,-6 4-574,9 15 2079,-29 17-2085,-25 17-65,-4-20 0,-4 2 740,-4 7 1,-2 2-760,-3 5 0,1 5-10,5-4 0,1 3 1,2-3-158,-2 5 0,4 1 150,2-1 0,2 4 0,4-3 0,6 3 0,3 0-4,0-11 0,0 2 0,2 0 0,1-3 1,0 0-1,0 0-34,0 8 1,-2 0 0,0-3 14,0 1 1,-4-1-10,-4-8 1,-2 1-1,-5-4-275,-7-3 1,-4-4 272,-9 9 1,-4-1-7,-7-4 1,-7-3-12,4-12 1,-5-1 0,3-3 27,-5 1 1,-2-2-14,1-5 1,-6-1 0,3-2-7,-7-3 0,-1-2-369,8-1 1,-3 0 0,-1-1 410,-2 0 0,-1 0 0,-4-1 4,16 0 1,-3 0-1,-1-1 1,0 1-1,4 0 0,-13 0 0,3 1 0,-4 0-2,9-1 0,-4 1 0,-3 0 1,2 0-1,3 0-349,-1 0 0,3 0 1,0 0-1,-3 0 348,-1 0 0,-2 0 0,-1 1 1,-2-1-1,1 0-147,8 0 1,-1-1 0,1 1-1,-2-1 1,0 0 0,-3 0 147,5 0 1,-2-1 0,-3 0 0,1 0 0,-1 0-1,1 0 1,2 0 0,3 0-148,-3 0 0,3-1 0,1 1 0,1-1 0,-2 0 0,-4 0 149,1 0 0,-3 0 0,-2 0 0,-2 0 1,0-1-1,2 0 0,1 0 0,4 0-78,-3 0 1,4-1-1,1 0 1,0-1 0,-1 1-1,-2-1 77,-2 1 0,-2 0 0,-2-1 1,0 1-1,0-1 0,-1 0 1,1 0-2,1 0 0,0 0 1,-1-1-1,1 1 1,0-1-1,-1 0 1,1 1-3,0-1 1,0 0 0,0 1 0,0-1 0,0 0-1,0 0 1,0 0 2,2 1 0,-1-1 0,1 0 1,0 0-1,0 0 0,0 1 1,0-1-12,3 0 1,-1 1 0,0-1 0,1 1 0,0-1-1,0 1 1,1 0-131,-7 0 1,1 0 0,0 0 0,0 0 0,1 0 0,1 0-792,3 0 0,1 0 0,0 0 0,0 1 0,2-1 1,2 0 928,-16 1 0,2-1 0,4 0 0,6 1 0,-10-1 0,14 1 0,15 0 0</inkml:trace>
  <inkml:trace contextRef="#ctx0" brushRef="#br0" timeOffset="2242">16153 2684 15328,'7'-46'1621,"-1"0"1,0 0-1,2-14 1,-1 2-858,-1 5 1,-1 4-182,0-9 290,-6 14-413,-3 27-449,0 9 62,1 22-22,3 29-37,0-9 0,1 5-684,0 13 1,1 3 674,0-7 1,-1 2 1,1-4 1,-1 4-1,0 2-9,-2 5 0,-2 2 1,0 0-13,0 1 1,-1 0 0,0 2-401,-1-12 1,1 2-1,-1-1 1,0-3 338,-1 1 0,-1-3 1,2-2-159,-3 13 1,2-6 111,1-15 1,2-5-423,-3 8 224,6-50 5,4-27 177,-1 1 0,1-3 509,0 4 0,0-3-488,0-9 0,1-5 1,0 1 60,-1 10 0,0 0 0,1-2 62,-1-2 0,1-4 0,1-1 0,-1 3 21,1-10 0,0 3 0,0-1 28,0 1-1,-1 0 1,1 3-6,0-8 1,0 0 36,-1 10 1,-1-1 0,1 3-344,1 5 1,1 0 271,3-15 1,3 2-20,2 21 1,3 4-180,4 4 1,4 4 155,7 4 1,3 4 0,9 3 0,3 4 14,8 2 0,4 4-362,-14 3 0,0 1 0,2 2 352,5 0 1,1 0 0,1 2-154,5 2 1,2 0 0,1 0 171,-12-1 1,1-1 0,0 0-1,1 0 3,4-1 1,1 1-1,1-1 1,1-1-302,-9-1 1,0 0-1,2-1 1,0 0 0,0 0 299,4-1 0,0 1 0,1-1 0,1 0 0,0-1-207,-7-1 0,1 0 1,1 0-1,-1 0 1,1-1-1,1 0 212,2 0 1,1 0 0,0 0-1,0 0 1,1-1 0,0 0-78,3 0 0,0-1 0,0 0 0,1 0 1,0 0-1,0 0 79,-7-1 0,0 1 0,0 0 1,0-1-1,0 1 0,1-1 0,0 1-38,1-1 0,2 0 0,0 0 0,-1 0 0,0 0 0,-1 0 0,-2 0 35,0 0 1,-3 0 0,-2 1 0,2-1-1,1-1 1,3 1 1,1 0 0,3-1 1,2 1-1,2-1 0,-1 0 1,0 0-1,-2 1 0,-3-1-5,2 1 0,-4 0 0,-1 0 0,1 0 0,0 0 0,5-1 7,-3 1 1,3 0-1,2-1 1,2 0-1,-1 1 1,0-1-1,-2 1 1,-2 0 22,-3 0 0,0 0 0,-2 1 1,-1 0-1,0-1 0,0 1 1,-1 0 7,8 0 0,-1-1 0,0 1 0,0 0 1,-1 0-1,0 0-29,-4 0 1,0 0-1,0 1 1,-1 0-1,-1 0 1,0 0 12,7 0 1,-1 0-1,0 1 1,-2 0-1,0 0 54,-6 0 0,0 1 1,-1-1-1,0 1 0,-2 0-49,7 1 0,-2-1 0,0 1 0,-2 1 230,8 1 1,-2 0 0,-2 2-243,-9 1 1,-1 0 0,-2 2-60,10 6 0,-4 4 724,-10 2 0,-5 4-577,-6 3 0,-5 3-32,-5 4 0,-4 2-18,-4 5 0,-4 3 7,-2 4 0,-2 3-7,-3 7 1,-2 2 331,0-16 1,0 2 0,0 1-381,0 5 0,-1 0 0,0 1-75,1 3 1,0 1-1,1 0 24,0 3 0,0 0 0,0 0 33,0 0 0,0 0 0,0 1 139,-1-1 0,-1 0 0,-1-1-149,-1-1 0,-2 0 0,-1-2-9,-3-3 1,-1 0-1,-2-3-50,-2-2 1,-2-3-1,-3-1 73,-2-5 1,-2-2 0,-2-3 7,-3-2 0,-2-3 0,-2-3 0,-4-2 0,-2-3 0,-2-3 5,-5-1 1,-1-2 0,-3-3-367,-6-1 0,-2-3 1,-1-2 355,9-2 1,-1-1 0,-2-1 0,0-1-228,-6-1 0,-2-2 0,-1 0 0,-2-1 239,9 0 1,-1 0 0,0 0 0,-2-1 0,0 0 1,6 0 0,-1 0 1,0-1-1,0 1 1,-1-1-1,-1 0-109,-3 0 1,0 0-1,-1 0 1,-1 1-1,1-1 1,-2 0 102,7 1 0,0-1 0,-1 1 0,0 0 1,-1 0-1,0 0 0,0 0-92,-2 1 0,-1-1 1,0 0-1,-1 1 0,1-1 1,-1 1-1,-1 0 89,7 0 0,-1 1 0,1-1 0,-1 1 0,0 0 0,-1 0 0,1 0 0,-1 0-37,-1 0 1,0 1 0,0-1 0,0 1 0,0 0-1,-1 0 1,1 0 0,-1 0 31,0 0 0,-1 0 0,0 0 0,0 1 0,0-1 0,0 1 1,0 0-1,0 0-5,0 0 1,-1 0 0,0 0 0,1 0 0,-1 0 0,1 1 0,-1-1 0,0 1-8,1-1 0,0 1 0,-1 0 1,1-1-1,-1 1 0,1 0 0,0 0 1,-1 0-22,2 0 1,0 0 0,0 1 0,0-1 0,0 0 0,0 1 0,0-1 0,1 0-78,1 1 0,0-1 0,0 0 0,1 1 1,0-1-1,0 0 0,0 0 0,1 1-320,-5-1 1,0 1-1,1-1 1,0 1 0,0-1-1,1 0 1,0 0 434,1 0 0,0 0 0,0 0 0,0 0 0,3 0 0,2-1 0,4 1 0,-8 0 0,5 0 0,2 0 0,2 0 0,-4-1 0,0 0 0,0 0 0</inkml:trace>
  <inkml:trace contextRef="#ctx0" brushRef="#br0" timeOffset="5933">6520 3848 23539,'-13'-54'812,"-1"0"1,4 8-1,0 9-482,3 22-279,4 14-1,1 22-16,4 16-23,-1-4 0,1 3-446,0 6 0,1 1 446,-2-6 0,0 1-14,1 13 0,-2 3-19,-1 0 0,0 1 22,-1-4 0,-1-1 16,0 1 1,-1-6 45,-4-6-29,1-21 29,0-25 0,-1-34-40,3 2-8,2-11 0,-1-6-1125,2 13 0,1 1 1111,-2-10 0,1-1 11,-1-6 1,0 1 94,1 10 1,0-1-96,1 3 0,0-2 0,1 2-17,1-8 1,1 3 5,2-1 0,2 4-11,4 2-28,8 11-34,13 21 39,5 9-5,16 19-6,-7 24 802,-23-11 1,-3 2-791,8 25-7,-16-7 1,-5 1 14,-9-16 0,-3 1 0,-2 12 0,-5-1 143,-5-12 1,-3-5-186,-2-4 0,-1-2-85,-12 5-498,-4-10-980,17-17 1630,3-30 0,10 18 0,7-18 0</inkml:trace>
  <inkml:trace contextRef="#ctx0" brushRef="#br0" timeOffset="6267">6927 3399 16079,'6'0'3741,"-1"0"-727,-5 0-2857,33 85-1682,-12-36 1534,-5-12 0,1 6 1,-2-5 1,6 21 386,-9-3-308,-12-8 531,-11-12-21,-6-15 79,-6-15-364,5-11 1311,-7-24-1306,13-3-47,-2-19-216,16 2-50,10 0-17,3 11-90,14-2-605,17 9-571,7 5-28,-19 15 0,0 3-2605,25 5-3371,-5 10 7281,-12 1 0,-18 0 0,-12-2 0</inkml:trace>
  <inkml:trace contextRef="#ctx0" brushRef="#br0" timeOffset="6917">7396 3585 10063,'-1'7'9830,"1"-2"-5646,0-5-2212,0 0-1911,-29 9-38,21-7 66,-14 8-5,35-9-11,12-1-17,10-6 28,5-5-50,-7-3 95,8-16-23,-20 5-28,1-15 29,-15 5-6,-13-1 22,-8 6 6,-10 6-23,-5 11-5,-4 9-56,1 12-17,1 9-23,5 11-16,7 9 5,9 5-16,10 5-12,13 2-311,10 0 149,14-2-308,7-3-320,6-7 113,0-10 375,-3-12 263,-8-18 140,-10-15 56,-8-15 73,-7-12 46,-7-6 26,-4-3 91,-2 6 33,-1 12-107,0 16 95,0 11-380,-1 12 17,0 11-6,1 11-11,0 12 17,5 6-23,6 2-5,9-4-6,10-7-17,4-9 29,4-11-1,1-10 23,-4-14 28,-5-13-6,-6-16 23,-7-11-184,-9-7 228,-10-1 17,-7 4-11,-4 10-33,-1 12-74,3 13-55,5 11-28,3 9-102,8 11-464,8 12-1087,10 11-5802,11 7 6780,0-5 1,-12-13-1,-8-11 1</inkml:trace>
  <inkml:trace contextRef="#ctx0" brushRef="#br0" timeOffset="7584">8720 3536 17417,'1'-49'1141,"0"0"1,-1 0 0,1 1-1,-1 1 1,0 0-664,1 0 0,-1 0 0,0 1-709,0-13 0,-1 3 614,0 10 1,0 3 97,-3-16 279,0 24-676,2 21 236,2 23-197,7 23-76,0-1 1,0 5-671,3 13 0,-1 6 638,-3-10 0,0 3 0,-1 1-12,0 8 1,-2 3 0,-1 3-91,-3-12 1,-1 3 0,0 1 0,-2-1 0,2-3-490,-1-1 0,1-3 1,0-1-1,-2 5-451,0 4 1,-2 5 0,0 0 0,0-1 0,1-7 787,1 3 1,0-5-1,0-2 1,0-3 0,0-1-1,1-5 1,1-5-1,0 0 1</inkml:trace>
  <inkml:trace contextRef="#ctx0" brushRef="#br0" timeOffset="9067">9807 3267 16605,'0'-4'6167,"0"1"-3338,0 3-2689,-25-52-51,11 40-27,-26-36-12,11 57-27,-10 6-6,-10 5-201,-4 2 224,0-3 16,7-4 16,12-5-27,14-5-17,10-1-5,7 2 5,2 6 5,1 4-16,1 0 84,3 13-56,1-4 199,1 12-204,0-2-1,-4 0 0,0-1-17,-2 0 1,0-5 10,0-4 7,0-7 77,0-8 253,0-5-297,1-20-1,3-4-10,5-19-28,7-4-18,6-1-44,7 2 28,3 9 12,3 11-46,2 11 0,2 11 29,6 13-1,-1 11-22,-3 12-294,-11 9 272,-14 9-23,-21 7 42,-5-30 0,-5-2-31,-6 0 1,-4-3-104,-4-1 0,-2-4-320,-1-2 1,-2-4-723,2-3 0,0-3 1207,-27 0 0,27-7 0,10-4 0</inkml:trace>
  <inkml:trace contextRef="#ctx0" brushRef="#br0" timeOffset="9317">10559 2728 26754,'3'54'89,"0"1"1,0 0 0,-1 5 0,-1 0-1,-1 1-86,-2-14 0,-2 0 0,0 1 0,1 0-1151,0 5 0,0 0 1,1 1-1,1 0 1099,1 1 0,1 1 0,1 0 0,1 0-307,1 0 1,1 0-1,2-1 1,1 1 355,3 3 0,1 1 0,1-2 0,0-5 0,-3-9 0,-1-4 0,1-1 0,6 14 0,0 0 0</inkml:trace>
  <inkml:trace contextRef="#ctx0" brushRef="#br0" timeOffset="9984">11141 3395 22677,'-9'-50'1168,"1"-1"1,0 7 0,1 5-682,0 7-291,4 15-100,1 12-74,12 34 23,0 6-20,-1-3 0,1 2-193,-2 0 0,-1-1 179,0 2 1,-2 0-1,-1-2 0,-1 0 0,1 25 28,-7-14 85,0-15 16,-2-16-28,-1-28-73,3 0 22,-1-30 359,3 2-386,6-20-12,-2 30 1,3-1-113,2 1 0,2 1 112,12-22 1,4 14-18,-1 16-38,2 13-1,3 11-16,3 11-34,6 9-95,2 12-281,0 10-676,-3 7-1499,-3 4-4047,-3-2 5937,-6-10 0,-11-17 1,-7-12-1</inkml:trace>
  <inkml:trace contextRef="#ctx0" brushRef="#br0" timeOffset="10341">11699 3457 17031,'0'-6'6671,"0"2"-6089,-1-25 1,1-7 291,-1 8-533,1-11 1,-1 2 84,1 20-264,0 8-117,0 6-34,6 15 6,3 2-6,8 12-39,13 3 17,1-9 5,8-4 12,-11-11 5,2-12 11,-7-7 12,1-12 33,-5-10 40,-9-5 5,-7-5 22,-11 1 34,-4 3 22,-7 9-16,-1 10-34,-4 11-112,9 10 0,-7 13 0,9 12-34,-1 16-44,3 11-71,7-11 1,3-1-149,2 17-465,3-13 1,3 0-3092,14 15 3825,-2-19 0,1-3 0,2 5 0,4-9 0</inkml:trace>
  <inkml:trace contextRef="#ctx0" brushRef="#br0" timeOffset="10891">12342 3334 23503,'11'-52'825,"0"1"0,-1 5 1,-3 7-356,-4 17-76,-4 11-354,-7 21 27,0 3-45,-12 27-22,-1 0 19,7-11 1,-2 0-114,0 1 1,0-1 82,-15 26 56,3-12 22,12-20 189,4-12-121,7-20 106,3-18-73,1-5 16,7-11-111,0 16 251,8 2-296,-1 13-28,10 1-6,0 13 12,8 10-12,-8 4-5,6 12 22,-3-2 17,16 10-34,-1-11-5,9-6 22,-15-13-11,10-15 6,-10-11-6,4-16 5,-20 5 1,-3-4 2,-3 0 1,-3-1-554,0-13 0,-2-1 548,-4 13 0,-1 0 25,-1-13 0,-1-1-151,0 1 1,0 2 173,-1 2 0,-1 1-51,-1 1 0,-1 5 0,-3 3 0,0 20 0,0 17 0,2 17 0,0 22 0,2 2 0,2 3 0,0 3 698,4 5-698,-1 2 0,3 2-367,0-16 1,2 0-135,3 12 0,2 2-905,1-2 0,3 0 1406,3-1 0,1-4 0,2 7 0,0-15 0</inkml:trace>
  <inkml:trace contextRef="#ctx0" brushRef="#br0" timeOffset="11041">12585 3172 25810,'50'-25'-1074,"0"-1"1,0 0-1,9-10 1,-12 11-1,-21 24 1</inkml:trace>
  <inkml:trace contextRef="#ctx0" brushRef="#br0" timeOffset="11991">16500 3168 19738,'9'-52'614,"0"1"1,1-1-1,-1 0 1,0-9-1,1 2 1,-3 7-240,-2 10 0,-2 7 11,-4-8 748,-4 29-1067,-4 33-5,-5 28-34,5-9 0,0 4-576,-1 8 1,-1 3 561,2 6 0,0 1-17,1 3 0,2 0-50,1-1 0,2 0-68,1-6 1,2-1 8,3-8 0,1-3-45,1-10 0,2-4 412,7 6-390,-2-26 96,-2-30 50,-5-23 3,-3 10 0,-1-4-3,0-8 1,-1-4-79,0-7 0,-2-3 87,0 17 1,0-2 0,0 1 3,-2-2 0,-1-1 0,0 1 4,0 1 0,-1 0 0,1 0 20,-3-18 0,1 2-209,1 4 0,3 2 194,4 6 1,2 2-81,3 7 0,3 4 64,18-16-57,7 24 24,5 24 27,4 23-17,-1 24 226,-21-11 1,-2 3-246,-1 7 0,-2 4-54,-2 4 1,-4 3-51,-3 0 1,-4 1-40,-5-2 0,-6-1-26,-4-6 0,-5-3 124,-5-6 0,-3-5-364,-3-5 0,-1-6-441,0-5 1,-1-5-6156,-22-8 7030,13-12 0,19-2 0,12 2 0</inkml:trace>
  <inkml:trace contextRef="#ctx0" brushRef="#br0" timeOffset="12974">17004 2590 26178,'24'28'168,"1"9"-140,-4 15 5,-1 5-16,-7 1 22,-8-5 6,-15-7 28,-7-10 5,-8-12 40,-1-11 5,3-14-50,6-11 5,7-13-11,9-7-44,15-8-18,12-3-5,-4 20 0,2 0-8,4 0 0,3 1-294,4 1 1,1 2 264,1 1 1,1 3-23,-2 3 1,0 2-105,26-3-10,-16 7 55,-17 5 101,-16 1 112,-11 0 23,-12 1 33,-1 1 558,-5 3-552,5 1-39,1 3-23,3 5-17,3 3-27,3 5-23,7 3 0,6-1 5,8-4-16,6-6-6,2-6 6,1-10 11,-3-10 6,-4-10 10,-6-10 12,-8-7-16,-7-4 10,-8-1 23,-5 2 0,-5 7 5,-3 10 0,-1 9-5,-1 9-28,-2 12-28,1 8 5,1 15-16,4 9-17,7 9-57,11 8-476,14 4 264,-1-27 0,3-1-261,4 0 1,2-2-133,2-2 1,3-4-59,0-3 1,1-5-390,24 0 749,1-32 624,-16-11-7,-7-9 589,-11-13 218,-10 7-28,1-11 202,-5 1-634,-2 16-380,-2 12 61,-1 15-195,-1 11-51,0 10-6,0 13 372,2 18-394,5 12-6,4 5 0,8-1 1,5-7-6,2-10-6,2-14 34,-1-12 5,-2-18-16,-3-14 27,1-15-11,-11 4 1,-2-2-12,5-14 17,-6 3 0,-1 1-11,-3 6 17,4-24-29,-4 32-111,1 1-477,0 11-9248,2 14 9073,-2 4 1,1 3 0,-5-4 0</inkml:trace>
  <inkml:trace contextRef="#ctx0" brushRef="#br0" timeOffset="13374">18772 2782 19748,'10'-51'1073,"0"-1"0,1 1 0,-3 2 0,1 1 0,-2 1-692,0 0 0,-2 1 0,0 1-510,-1-17 1,-3 4 343,-3 19 1,0 4-87,-5-17 439,-1 39-461,3 43-40,2 25-569,2-3 0,1 6 515,2-10 0,0 1 0,0 0-10,0-7 1,-1 1 0,1 4-31,0 9 1,0 7-1,0 0 1,-1-2-990,-2 2 1,0-3 0,-1 5 229,1-12 1,1 5 0,-1 1 0,0-1 0,0-4 597,-1-1 0,1-3 1,-1-2-1,1-3 1,-1 20-1,0-8 1,2-24-1,0-1 1</inkml:trace>
  <inkml:trace contextRef="#ctx0" brushRef="#br0" timeOffset="13984">20172 2544 22083,'-10'-46'1051,"1"0"1,-1 0 0,-4-14 0,-5 14-683,-20 26-167,-3 30-141,9 7-8,7 15 1,3 7-29,7-6 0,1 4-649,-7 17 0,4 4 638,6-3 0,5 0-1125,4 1 1,3-2 1110,2-11 0,4 0-6,11 12 1,7-4 148,-5-21 1,4-2-147,6 9 0,3-4 14,15-6 23,-11-26-34,-14-13 106,-2-41 18,-14 5 63,-6 12 0,-2-2-92,-15-22 12,-13 6-7,-9 12 1986,-4 16-2041,-3 14 557,4 19-613,7 15-62,12 17-319,13 12-4523,20 9 2781,6-11 2134,16 2 0,-16-32 0,1 0 0</inkml:trace>
  <inkml:trace contextRef="#ctx0" brushRef="#br0" timeOffset="14367">21090 2307 9100,'-6'0'-578,"0"0"875,6 0 1188,-1 49 2783,9-35 493,-1 31-1764,7-58-1132,-6-16-616,-4-17-303,-2-12-516,1-4 108,0 5-135,1 12-134,0 14-141,-1 15-94,-1 12-6,2 23 22,4 27-28,-2-7 1,-1 6-890,1 14 1,-2 7 866,-2-13 0,-2 3 0,-2 1-3,-1-7 0,-2 1 1,0 1-1,-2 1-581,-2 5 0,-1 1 0,-1 0 0,0 2 447,0-10 0,0 1 1,-1 1-1,0 0 1,0 0-762,0 1 0,-1 0 1,0 0-1,1 1 1,0 0 897,1 2 0,0 2 0,0-1 0,1-2 0,0-5 0,0 5 0,0-6 0,1-2 0,4-5 0,-1-1 0,0 0 0</inkml:trace>
  <inkml:trace contextRef="#ctx0" brushRef="#br0" timeOffset="15317">21960 2748 21511,'-2'-9'1916,"-1"-23"0,0-4-1009,2 7-616,-1-8 1,0 2-7,2 17-212,0 9-34,3 19 6,3 17 34,3 25-60,-4-17 1,0 2-366,-1 5 0,-2 2 357,-2 1 1,-1 0 4,-4-1 1,-2-1-6,-2-3 1,-1-3-1,-13 22 101,3-21 45,6-22-51,6-22-16,5-19-46,6-19-16,6-16-35,-1 24 0,2 0 18,2-3 0,3-1 3,1 0 0,2 1-17,0 1 0,1 3-30,-1 5 1,0 3 55,13-11-34,-6 19-12,0 15 1,0 17-23,3 17-50,2 18 8,-15-17 0,0 1-59,1 3 0,0 1-412,1 1 1,1-2-222,1-1 1,3-2-65,1-2 0,1-4-28,1-4 0,0-4-87,20 5 947,-10-19 509,-13-19 499,-8-14 336,-4-14-22,-4-6-275,-2-4-212,-2 3-163,-2 7-169,-4 9 337,1 12-722,-2 11-90,2 10 5,2 11-16,2 10-6,3 8 5,5 2 1,6-1 5,6-6-5,4-9-1,3-7 18,3-14-1,-2-9-5,-3-15 28,-8-11 16,-7-11 23,-8-5 62,-7 3 16,-4 9-5,-6 12-39,-3 14-62,-3 10-34,-3 17-15,-2 13-7,-2 19 0,3 17-7,13-15 1,2 2-486,-2 19 411,9-17 0,3 0-541,12 13-123,-1-23 1,4 0-760,4-5 0,5-3-3412,12-5 1,1-4 2457,11 2 0,0-12 1,-41-8-1</inkml:trace>
  <inkml:trace contextRef="#ctx0" brushRef="#br0" timeOffset="15850">23100 2880 22744,'12'-55'1303,"-1"1"0,0 5 1,-4 10-767,-5 21-453,-2 16 101,-4 20-51,-2 15-44,-6 15-34,-4 7-301,-3-1 251,0-3-21,-1-5 26,0-9 12,2-15 5,3-18 5,6-19 51,5-31-45,2 10 45,6-25 40,3 26 282,4-4-322,3 12-16,5 12-57,-5 10-2,10 16-9,-3 10 17,18 26-22,-1-3-199,-14-17 1,1-1 197,25 9 0,-8-11 1,15-10 5,-13-13 17,8-14-15,-24-4 1,-3-5-3,-5-3 0,-3-3-188,0 0 0,-3-2 196,-5-9 0,-3-2-11,-3 2 1,-3-2 9,0-2 1,-2-2-1,0 0-378,-2-11 1,-2 1 412,-3-5 1,-1 5 305,-4-4-348,-3 16 0,7 27 0,0 8 365,3 21-365,4 20 0,1 5 0,1-5 0,0 2 0,1 0 0,0 2-291,2 3 1,-1 4 0,1 0 290,1 14 0,0 2-243,1-12 0,0 1 0,1-3-205,0 1 0,1-2-1459,3 8 0,3-1 1343,1-14 0,0-3 0,4 20 0,0-19 0</inkml:trace>
  <inkml:trace contextRef="#ctx0" brushRef="#br0" timeOffset="16041">23398 2749 21019,'-6'-5'4666,"1"1"-4341,5 4 744,0 0-968,73-48-62,-23 35-349,-11-2 1,5-4 0,-4 7-856,20 17 420,-12 5 1,-31-4-1,-14 1 1</inkml:trace>
  <inkml:trace contextRef="#ctx0" brushRef="#br0" timeOffset="21742">7541 6132 18067,'1'-9'2994,"3"-29"0,0-9-1830,-3-12-1507,2 19 1,-1-5-1,0 2 670,-2-1 1,0 2-68,0 3 1,0 1 761,0-23-703,0 23 101,0 19-409,-1 24 22,1 25-5,0 29-6,0-16 1,1 3 59,1 9 1,-1 3-85,0-16 0,0 1 0,0 1-434,0 2 1,0 0 0,0 0 431,-2-1 0,0 0 1,0 0-9,0 16 1,0-3-194,-1-8 0,0-4 213,1-11 1,1-4 36,0 5 16,0-26 701,0-54-722,3-6-38,-1 7 1,2-2 11,1 7 0,2 1 0,0 0 0,3 1-3,0 4 1,1 2-18,13-16 1343,0 19-1353,1 15 506,2 16-501,3 12-45,5 13-84,3 9-532,5 3-73,6-1 168,-21-22 1,0-2-203,1-3 0,1-1-822,27 3 648,-6-13 819,-11-14 470,-12-12 364,-11-12 219,-8-6 49,-8 0 258,-5 5-458,-4 9-264,-2 12-280,1 9-112,1 10-39,3 8 17,2 9-57,5 5-44,6 1 34,8-4-35,9-8 12,6-8 23,7-14-1,4-11 6,-1-15 45,-8-8 84,-12-4 0,-14 0-17,-17 3 44,-13 4-27,-14 9-28,-6 11-34,1 10-56,5 14-16,8 11-18,8 14 23,10 12-33,8 10-85,13 7-119,0-28 1,3-1-58,5 1 0,4-2-541,5-1 0,4-2-148,5-4 0,3-3-233,5-4 1,3-4-288,3-3 1,2-5 914,1-6 0,-1-5 608,-2-2 0,-2-5 548,-5-4 0,-5-4 154,-6-1 0,-4-2 56,-8-1 0,-4-1 398,2-28-285,-15 0-235,-12 5-192,-11 8 45,-13 12-274,-11 14-73,-7 17-78,-2 16-73,6 13-16,10 11 5,14 5-23,11 2-5,17 0-16,11-6 503,14-9-521,10-14 997,5-16-946,0-18-11,-5-13 22,-7-14 67,-8-5 6,-7-2-12,-7 3-48,-3 4 311,-3 9-352,-1 10 0,-1 13 0,-2 10 0,3 15 0,2 12 0,5 15 0,7 10-113,-5-23 1,3 0-386,5 3 0,4-2-225,6 1 1,4-3-954,6-1 0,5-3 194,6-4 1,3-4 285,5-4 0,1-5 809,0-6 1,-2-5 781,-4-2 0,-3-6 694,-10-3 1,-6-4 52,-10-3 0,-5-2 482,0-30-531,-15-4-275,-10 1-18,-14 0-632,-1 24 118,-28 8-45,-6 36-152,16 0 1,0 5-51,-2 5 0,2 5-17,0 9 1,4 3-23,12-12 0,5 2 0,0 9 0,10-1-11,21 2 0,16-1 11,22-16-174,-20-20 1,1-5 173,3-5 0,0-6 5,0-6 1,-3-6 2,-1-4 1,-3-5 2,-4-4 0,-5-4-99,-3-5 0,-3-4 108,-5-6 0,-2-4-16,-4 18 0,-2-1 0,0 0-4,-1-2 0,0 0 0,0 0 0,-1 2 0,0 1 0,-1 0 0,0-13 0,-1 3 66,0 11 0,0 5-66,-5-15 0,3 29 0,1 19 0,2 27 0,2 25 0,0-6 0,0 4-88,1 12 0,-1 6 88,0-15 0,0 4 0,1 0 0,-1-2-300,0 0 0,0-3 0,1 5-480,0 4 0,1 5 0,0-1 0,2-5 366,2 11 1,2-5 0,-3-4 0,1-6 0,5 8 0</inkml:trace>
  <inkml:trace contextRef="#ctx0" brushRef="#br0" timeOffset="22909">13275 2900 11060,'-4'1'7477,"1"0"-5169,3-1-879,-86 11-869,46-5-376,-13 2 1,2 0 95,20 0-106,10 0-28,10-1 173,15 0 168,21-1-33,34-2-309,-13-5 1,7-2-788,-8-1 1,5-1-1,1 0 671,-5-1 1,1 0-1,2 0 1,1-1-18,7-1 1,1-1 0,1 0-1,2 0-539,-8 1 0,1 1 0,0-1 0,2-1 0,-1 1 529,5 0 0,1-1 1,0 0-1,1 0 0,0 0-308,-8 2 1,1-1-1,0 0 1,0 0-1,0 0 1,0 1 295,2-1 1,0 1 0,0-1-1,0 1 1,0-1 0,0 1-199,0 0 1,0 0 0,0 0 0,-1 0 0,-1 0 0,-2 1 204,12-2 0,-3 1 1,-1 0-1,3-1-33,-5 2 0,4-1 0,-1-1 0,-2 2 1,-7-1 38,0 1 1,-7 0 0,2 1 315,12-3 1,2 0-1,-11 2-280,5-3 1540,-44 6-1630,-28 3 2308,-16 0-2785,-6 0 540,0 0-12,7 2 0,15-1 0,6 1 0</inkml:trace>
  <inkml:trace contextRef="#ctx0" brushRef="#br0" timeOffset="23316">16017 2439 19468,'-46'-19'896,"0"0"0,0 1 0,3 0 0,1 1 0,5 3-526,2 3 0,5 2 145,-18-5 43,22 5-457,17 5 93,22 3-110,21 0-23,26 3-297,-19 0 0,1 2 238,6 1 1,1 3 0,0 1 0,-1 3-6,-3 3 0,-2 2-5,-6 2 0,-5 3-1,-6 1 1,-6 2 136,-1 31-134,-32 0-75,-3-26 0,-6-1-919,-7 1 1,-4-2 999,-7 2 0,1-2 0,-5 4 0,3-5 0</inkml:trace>
  <inkml:trace contextRef="#ctx0" brushRef="#br0" timeOffset="24350">16203 3442 12752,'5'-4'7869,"-1"1"-4295,-4 3-3384,-4-36-22,-18 32 17,-17-23-96,8 32 1,-5 7-23,-6-1 0,-2 0-688,-8 1 1,-2 1 646,12-4 0,-1 1 1,-2 0-653,-5 1 1,-2 0 0,-1 0 645,-6 2 1,-1 0 0,-2 0 1,12-2 1,-1 0-1,0 0 1,-1 1 2,-3 0 0,0 0 1,0 1-1,0-1 3,-2 1 0,1-1 0,-1 1 0,1-1-425,0 1 1,0-1 0,1 0 0,0 1 429,2-1 1,0-1-1,1 1 1,1 0 2,2-1 1,1 1-1,0-1 1,0 0-237,-11 3 1,1-1-1,1 0 239,4-1 0,1 0 1,1-2 3,5-1 0,1 0 0,1-2 18,-14 3 1,4-3 237,9-2 1,3-1-182,-19-1 1388,22-2-1422,20-2 2057,11 0-2113,6-1 1285,1 1-1347,4-1 430,3 0-396,9-4 11,10 0 1,10-3-29,10-1 11,5-1 1,6-2-1,6-1-343,-29 6 1,1-1 337,2-1 0,2 0 2,1-1 1,1-1-4,1 0 1,0 0-152,-2 1 0,-1 0 169,-6 1 0,-2 1 5,10-5-11,-22 4 0,-25 4-6,-17 2 659,-18 2-647,-11 3-1,-3 2-10,5 1-1,10 0 343,9 0-332,8-1 6,1-2 1,-5-2 10,-6-3 0,-7-2-5,-2-2 6,3 0-18,9 3-10,11 1 5,10 3-23,6 1-5,2 1 34,-2 12-6,0-3 22,-6 18-5,-2-4-11,-2 10 27,1 3-5,7 14-28,7-14 11,9 17 6,10-19 11,10 7-22,12-5-12,-10-18 1,2-3-46,14 4-294,-9-10 1,1-3-5823,16-5 6167,5-4 0,-22 1 0,-17-3 0</inkml:trace>
  <inkml:trace contextRef="#ctx0" brushRef="#br0" timeOffset="25276">4544 4039 18005,'-53'5'860,"1"0"1,-1 0-1,9-1 1,0-1-1,3 0-177,-11 0 1,5-1 245,-3-7-553,35-6-180,41-8-126,6 6 0,5 1-516,-1 1 1,7 0 466,2 2 0,7-1 1,4 0-1,-4 1-850,9-1 0,-2 1 0,5 0 835,-10 1 1,3 0 0,2-1 0,0 1 0,-2 1-18,-5 0 1,-1 1 0,-1 0 0,0 0 0,1 1-79,10-2 1,1 1 0,-1 1 0,-1 0-628,-4 0 0,0 1 0,-1 0 0,-2 0-2561,10 1 0,-3 0 0,-5 1 2141,5-1 0,-8 1 0,8 1 0,-45 0 0</inkml:trace>
  <inkml:trace contextRef="#ctx0" brushRef="#br0" timeOffset="26293">1942 4292 17249,'-3'-9'2411,"-11"-28"0,-2-6-1155,5 10-780,-5-11 0,1 3 89,8 20-425,4 11-129,4 11 45,6 16 6,6 17 0,6 22-449,-9-20 1,-1 2 408,-1 5 1,-1 2-9,-1 3 0,-2 0-9,-2-1 1,0-1-1,-1-5 1,-1-1 11,0 19 79,0-22 184,0-20-56,0-18-185,0-16-11,1-18 0,4-16-14,0 19 0,0-2 157,2-3 0,2 0-160,2-1 0,2 0-6,-1 2 1,3 2 0,15-22-17,0 19-23,1 16-5,2 16-6,3 16-11,5 14-45,5 14 11,-22-15 1,0 2-243,1 0 1,-1 2 84,1 0 1,0 0-129,-2-1 0,0 0-113,0-4 1,-1-1 177,18 10 7,-5-16 353,-8-20 164,-6-17 127,-5-20 169,-4-14-433,-7 23 1,-1-1 230,0-1 0,0 1 52,-1 0 0,0 1 111,3-26-168,1 12-169,0 14-111,-1 16-18,-1 11 488,1 15-493,4 12-6,1 13-5,2 6 192,0 1-192,-1-5 0,-1-8 5,-1-11 29,1-9-18,0-13-5,5-11 0,3-14-56,2-6-196,1-7-454,1 1-1108,1 2-3446,4 6 5260,-4 9 0,-8 11 0,-7 7 0</inkml:trace>
  <inkml:trace contextRef="#ctx0" brushRef="#br0" timeOffset="26842">3101 4280 25399,'-5'31'1535,"6"-14"-1423,15-38-51,11-16-36,-9 11 1,2-1-10,3-5 1,0-1-419,0-3 1,-1-2 423,-2-2 1,-3-2-7,-5-1 1,-3-1-3,-3-1 0,-3-1-9,-4-1 1,-3 1 0,0 2 0,-2 2 19,-3 4 0,-1 4 240,-10-16-220,1 22-34,4 19 0,2 20-5,1 21-1,-1 25 1,8-19 0,1 2-65,1 5 1,3 2 55,3 1 0,4 0 8,2 0 1,4-1 5,3-3 1,4-3 7,3-4 1,3-4-12,2-6 1,4-5-246,2-6 0,3-6 251,2-8 0,1-7 5,2-7 1,-1-7-3,0-8 0,-2-7-470,-2-5 0,-4-4 467,-5-5 0,-4-3 8,-7-3 1,-5-2-4,-5-5 1,-5 0 0,-4 18 1,-2 0 0,-2-1 3,0 1 0,-2-1 1,-1 2 11,-6-17 1,-2 3 7,0 10 1,0 4 45,-10-13-68,8 29 635,10 25-651,6 24-12,2 26 6,2-11 0,1 3-376,1 10 1,3 3 339,-1-13 1,2 2 0,0 0-128,2 4 1,1 1 0,2 0-410,1 4 1,3 0 0,0 0-2706,3 1 0,1-1 0,0-3 2448,3 8 1,0-5 0,-4-12 0,-2-9 0,-6-11 0</inkml:trace>
  <inkml:trace contextRef="#ctx0" brushRef="#br0" timeOffset="27733">24190 3077 21377,'-46'-2'582,"1"-1"1,2 1 0,6 0 268,14 1-274,8-1-174,43-7-302,32-2-90,-23 4 0,5 0-427,2 0 0,5 1 0,2 0 426,-3 1 0,1-1 0,1 0 0,-1 0-358,5 0 0,-1 0 0,4 0 356,-6-1 1,5 0 0,2 0 0,-3 0 0,-7 0-877,-1 0 0,-5 0 0,0-1 871,10 0 1,1-1 0,-4-1 21,1-4 0,-8-2 42,1-12 24,-18-29-63,-38 2 69,-7 20 1,-7 0-56,-6 4 0,-3 3-17,6 5 0,-2 3 65,-8-4 0,0 3 30,10 6 0,0 2 496,-4-3 0,1 2-527,-5-1 3071,19 6-3149,24 8 34,22 6-37,6 2 1,4 3-7,4 2 1,1 2-201,16 6 0,0 3 203,-7 2 1,-3 0-12,-10-4 1,-2 2-9,3 7 0,-4 4-6,-10 1 1,-4 0 2,-2-5 0,-3 0-50,-3 10 0,-9 1-427,-14-8 1,-3-2-487,-7 22-3066,-2-17 0,-2-3 4046,-4 1 0,5-6 0,10-14 0</inkml:trace>
  <inkml:trace contextRef="#ctx0" brushRef="#br0" timeOffset="28459">25966 2748 25466,'-4'-49'272,"-1"0"1,-2 6 0,8 11-211,19 26-51,1 18 0,12 15-11,-3 20-285,-17-18 1,-1 2 284,-3 3 0,-2-1-5,1 21 16,-11 6-65,-12-10 82,-1-7 84,-4-10 67,8-24-118,6-11 57,2-24 369,7-5-448,4-21-22,9 0-795,9 0 801,-2 10-90,-3 16 0,3 3 84,11 0-28,19-3-29,-7 27 18,-1 14 5,-11 3-48,-8 4 1,-2 1-81,8 15 47,-9-11 0,0 2-188,10 16-89,-3-6 5,-4-9 174,-3-12 134,-3-13 40,2-17 1036,1-11-975,3-14 67,4-10 57,0-5 9,-2-1 108,-5 6-140,-8 16 129,-7 6-292,-6 18-22,-2 9 57,-6 18-7,-2 16 1,0 10-6,4 6 0,11-1 226,0-10-221,18 1 12,12-11-28,4-7 0,9-11 11,-14-24 0,-6-13 0,-8-16-17,-8-10-17,-8-7-321,-4-1-149,-3 4-1093,4 13-2603,6 16 4200,3 13 0,-2 9 0,-3 3 0</inkml:trace>
  <inkml:trace contextRef="#ctx0" brushRef="#br0" timeOffset="28993">27304 3022 26116,'38'-47'302,"1"-1"1,-3 3-1,-4 3-156,-1-11-641,-16 24 1,-1-3 530,0-3 1,-2-3-15,-1-3 1,-1-2 5,-2-2 0,-1 0 5,-2-1 1,-1 0-12,-1 4 1,-1 1-4,-1 6 1,0 2 389,-4-15-398,1 20 104,-3 16-132,-1 19 67,-3 15-39,-6 25-5,7-15 0,-1 4 0,0 7 0,0 2-6,2 6 0,1 2-558,0 3 0,2 0 555,3 0 0,3 0 3,3-3 0,6-1-389,4-5 1,5-3 390,8-3 1,6-5 5,4-5 1,3-5-9,4-6 0,2-6-6,-1-7 1,0-7 7,-3-7 1,-2-7 0,-3-7 0,-4-5-3,-4-7 0,-4-5 0,-4-7 0,-5-4 11,-5-8 0,-3-4 0,-4 17 0,-2-3 1,-1 0-398,-1-3 1,0-1-1,-1 0 423,0 1 1,0 1-1,0 1 16,1-17 1,0 5 135,-1 12 0,1 5-156,2-10 862,-2 31-907,-5 32-4,-7 31 7,1-3 1,0 5-98,-2 14 1,0 6 49,4-13 0,-1 3 0,1 2-436,2-8 0,1 2 0,-1 0 0,0 1-557,-1 6 0,-1 2 1,1 0-1,-1-1 833,1-4 0,0 1 0,-1-2 0,1-4 0,0 1 0,0-4 0,0-4 0,0-3 0,0 0 0</inkml:trace>
  <inkml:trace contextRef="#ctx0" brushRef="#br0" timeOffset="31241">20534 5129 22004,'-3'-53'582,"0"-1"1,0 0 0,0 7-1,0 1 1,-2 8-186,-9-6 259,2 24-639,4 19 61,3 46-27,2 18-775,1-10 1,-1 4 717,-1 4 1,0 1-10,0-18 0,0 2 0,-1-1-19,-1 2 1,-1-1-1,0-1 9,-2 7 0,-2 0-11,-2-8 1,-3 1-1,-1-5 174,-2-6 0,-2-3-119,-8 10 1,-3-7 31,-20-15 10,5-32 23,6-23-39,23 10 0,4-3 140,1-2 1,2-1-23,-3-29 27,7 10-5,3 16-96,3 16 1218,1 12-1301,7 33 193,8 0-194,16 22 12,16-12-322,-16-20 1,2-3 307,6-2 0,1-3 8,2-1 0,2-4-11,-1-3 0,0-3-17,-3-2 1,-1-2-82,-5-2 0,-3-2-675,17-12-1479,-19 2-5993,-15 6 8245,-13 8 0,-2 5 0,-4 2 0</inkml:trace>
  <inkml:trace contextRef="#ctx0" brushRef="#br0" timeOffset="31567">20192 6753 21299,'8'-51'891,"0"-1"1,-1 1 0,0 4 0,-1 1 0,-1 1-397,3-18 1,-3 4-548,-3 14 0,-2 5 433,-4-10-2,-3 27-290,-4 45 61,3 3-159,0 12 1,-1 6 16,2-2 1,-1 3-731,-3 15 0,1 5 697,4-18 1,-1 1 0,2 2-177,0-2 1,1 2 0,0 0 0,1-1-415,-1 11 1,0-2 0,1 0 57,0-1 1,1 0 0,-1-2-1778,1-3 1,-1-1-1,0-5 1907,-1 0 1,0-4 0,1-4 0,-1-4 0,0 0-1</inkml:trace>
  <inkml:trace contextRef="#ctx0" brushRef="#br0" timeOffset="32234">19824 7351 17809,'-7'-55'1269,"0"1"0,-1-1 1,5 9-1,1 2 0,2 2-1339,2-10 1,6 4 245,7 10 1,6 5-541,24-12 392,-13 21 0,5 1-17,18 2 1,1 4-18,-16 6 1,2 2-10,-1 2 0,4 2 0,-3 1-8,3 1 1,0 1-298,10-2 1,1 0 322,-3 0 0,-2-2 2,-5-1 1,-1-2 22,-1-5 0,-4-3-13,11-12 74,-15-2 396,-31 4-60,-17 9 459,-14-2-380,-25 8-286,1 10-151,1 7 12,7 17-46,13 8-22,-4 13-8,21-12 0,2 1-3,-1 25 904,11-3-899,14-9 83,7-18-76,8-2 27,10-19 0,-6-18-11,-3-8 34,-2-20 61,-8 0 62,3-13-17,-12 22 0,-1 0 50,3-14-22,-4 2-123,-5 26 5,-2 8-61,-2 9 5,1 10-33,1 22 0,1 10 5,2 6-5,2 4 11,3-12-5,7 6-29,12-9 28,-1-17 18,1-10-12,-1-22 33,4-20-16,0-8-6,-14 13 0,-1-1 2,6-17-13,-8 10 0,-3 1 0,-6 13 0,-1 5 0,-3 7 0,-1 19 0,-1 10 0,0 3 0,0 16-29,5 7-464,5 4-784,8 3-1283,6-18 235,-2-13 2325,10-10 0,-20-9 0,6-2 0</inkml:trace>
  <inkml:trace contextRef="#ctx0" brushRef="#br0" timeOffset="32391">21319 6402 23299,'-17'-56'916,"0"1"1,0 1 0,3 7-592,4 14-214,2 8-307,9 15-582,12 25-1771,11 16-655,2 2 2367,5 11 0,-18-27 1,-1 2-1</inkml:trace>
  <inkml:trace contextRef="#ctx0" brushRef="#br0" timeOffset="32683">21595 6848 27102,'18'-45'372,"1"0"0,-1 1 1,7-16-1,-1 3-332,-3 6 0,-1 4-40,-6 14 0,-2-1 0,4-22 0,-2-4-1244,-7 13 0,-1-1 1244,0 3 0,0-4 0,-2 1 0,0-12 0,-2 2 89,0 6 0,-1 4-89,-2 11 0,-1 4 523,-3-4-523,-5 27 0,-3 28 0,-7 25 0,9-7 0,-1 4 177,0 12 1,0 4-178,5-13 0,1 2 0,0 1-442,1 3 0,1 2 1,0 0 441,1 3 0,1 1 0,1 0 0,3 0 0,2 1 0,3-1-1227,2 1 0,3-1 0,2-2 872,1-6 1,1-2 0,1-4 0,1 2 0,1-5 0,7 3 0</inkml:trace>
  <inkml:trace contextRef="#ctx0" brushRef="#br0" timeOffset="37400">24091 6294 17632,'6'-52'1093,"-1"-1"0,1 1 1,-1 6-1,0 2 1,-3 7-305,-4-10 140,-1 23-873,-2 15 162,2 23-162,1 21-42,0-3 0,0 5-530,0 10 0,0 4 513,-1 9 0,-1 4-509,2-17 0,-1 1 0,0 0 342,0 4 0,1 1 0,0 0-332,-1 2 0,1 0 0,0 0-665,1 0 0,0 1 0,0-1 1167,0 1 0,0-1 0,1-4 0,-1-5 0,1-4 0,0-7 0,0-1 0</inkml:trace>
  <inkml:trace contextRef="#ctx0" brushRef="#br0" timeOffset="38067">24139 5998 18324,'-9'-7'2269,"2"2"-1983,7 5-90,0 0-152,121-57-1763,-66 48 1,7 2 1723,-8-6 1,8-4 0,2 0 0,-1 5-364,-6 7 0,-1 4 0,1 1 0,1 0 358,-7-2 0,1 1 0,0-1 0,1 0 0,1 0-2,3 0 1,2 0 0,0-1 0,0 0 0,1 0-291,-7 1 1,1-1-1,0 0 1,0 0-1,1 0 1,0 0 296,3-1 1,0 1 0,1-1-1,0 1 1,1-1 0,-1 0-199,3 0 1,-1 0 0,2 0 0,-1 0 0,1-1-1,-1 1 192,-6 1 0,-1-1 1,1 0-1,-1 1 0,1-1 1,0 0-1,0 0-27,0 1 1,0-1 0,1 0 0,-1 0-1,0 0 1,1 0 0,-1 1 36,0-1 1,0 1-1,0-1 1,0 0 0,-1 1-1,1-1 1,-1 1-14,9-1 0,-1 0 1,0 0-1,0 0 1,-1 0-1,0 1 29,-1-1 0,-1 1 0,-1 0 1,1 0-1,-1 0 0,-1 0 16,-2 0 0,0 1 0,-1 0 0,-1-1 0,0 1 1,0 0 30,7 0 1,-1 0 0,-1 0 0,-1 0 0,0 1 39,-5 0 1,-2 0-1,1 0 1,-2 1 0,-1-1-18,5 0 0,-1 1 0,-1-1 1,-2 1 238,6 0 0,-2 0 1,-3 1-165,9 0 1,-5 0 629,-15 1 1,-4 2-633,11 5 2035,-18 5-2085,-12 7 2483,-3 9-2416,-5 11-40,-3 11 1259,-4-5-1309,-4-4 0,-4 10 1,0 0-761,-1 3 0,-2 1 1,0 3 668,1-7 0,0 3 0,1 2 1,-1-2-510,-1 2 1,1 1 0,-1-1 0,2-3 500,0 7 0,0-2 1,1 3-4,1-5 0,1 3 0,-1-1 0,1-4 8,0-1 1,0-3 0,-1 2-1,1 0 1,0 3-1,-1 0 1,0-5-343,-2-5 0,-2-4 1,-1 2 319,-3 8 1,-3 3-1,-3-3-2,-4-4 1,-3-1 0,-5-3-3,-4-2 1,-4-4 0,-3-2 5,-6-2 1,-4-4-1,-2-3 5,8-9 0,-1-1 0,-3-2 0,0-2-409,-7-1 1,0-2-1,-3-1 1,0-2 361,6-2 1,0-1-1,-2-1 1,0-1-1,-1-1-58,5 0 1,0-2 0,-1 0 0,-1-1 0,0 0 0,-1 0 98,-3-1 1,0 0-1,-1 0 1,0-1-1,-3 0 1,-1-1-23,4 0 1,-2 0-1,-2-1 1,-1 0 0,0 0-1,1 0 1,2 0-1,3 0 42,-2 0 0,3 1 0,1-1 0,1 0 0,-3 0 0,-3 0-56,9 0 1,-4 0 0,-2-1 0,-1 1 0,-1-1-1,1 0 1,2 1 0,1-1 0,3 1 56,-8-2 1,3 1 0,3 0 0,-1 0 0,0-1 0,-3 0-12,-1 0 1,-1 0-1,-2 0 1,0-1 0,-1 1-1,1-1 1,0 0-16,3 1 0,0-1 0,0 1 0,0-1 1,0 0-1,-1-1 0,0 1-164,2-1 0,-2 0 0,0 0 0,-1 0 0,1-1 0,2 1 0,1 0 0,3 1-24,-11-3 0,4 2 0,2-1 0,-1 0 1,-2-1-503,8 2 1,-3-2-1,-1 1 1,0-1-1,2 0 1,3 1-1,6 0 715,-16-3 0,8 0 0,2 1 0,2 0 0,2 1 0,6 1 0,9 1 0,0 0 0</inkml:trace>
  <inkml:trace contextRef="#ctx0" brushRef="#br0" timeOffset="39241">24462 6872 22572,'1'-45'775,"1"0"1,-1 1 0,1-14 0,-1 10-580,0 23 296,0 17-486,2 22-17,4 24 16,-2-7 1,0 2-6,0-2 0,-1 3 5,1 26 1,-1 3-648,-3-16 1,0 0 637,0-3 0,-1 2 1,0-1 3,-2 7 0,-1-3-6,-1-6 0,-1-3 6,-4 16 393,-10-14-393,6-35 157,-5-17-129,7-31-14,7 8 0,2-4-238,1-9 0,1-4 235,3-8 1,0-3-146,-1 15 0,1 0 0,0-1 149,0-1 0,1-1 0,0 1-6,-1 0 0,0 2 1,0 0 12,2-18 0,0 4-8,0 8 0,1 3-8,-2 15 0,1 2-9,6-3 0,2 6-25,15 1 16,24-1-10,11 31-167,-26 8 1,0 4 171,2 7 0,-2 5-63,-3 6 1,-5 3 62,-7 5 1,-6 1-4,-7 2 1,-8 0 16,-10 0 0,-7-2 8,-8-2 1,-6-4-1,-6-1 1,-5-5-6,-3-3 0,-1-4-84,2-4 0,1-4-255,4-4 1,3-4-500,-17-8 838,23-21 0,17 9 0,11-7 0</inkml:trace>
  <inkml:trace contextRef="#ctx0" brushRef="#br0" timeOffset="39574">25733 6352 25628,'-4'-63'556,"0"1"0,0 2 1,1 6-177,2-6-66,0 11-51,1 19-207,0 18-44,-2 65-12,2-20 0,-1 5-666,1 3 0,-1 5 1,1 1 655,-2 1 1,1 1 0,-1 1-502,-1 6 1,-2 1 0,0 1 461,0-10 0,-1 0 0,0 0 0,-1 1-146,-1 1 0,0 1 1,-1 0-1,1 0-403,-1-1 0,0 0 0,0 0 1,0-1 353,2 1 1,0 0 0,0-1 0,1-5-1,-2 10 1,1-5 0,5-9 0,-1 0-1</inkml:trace>
  <inkml:trace contextRef="#ctx0" brushRef="#br0" timeOffset="39941">26400 6520 27309,'-25'-36'43,"0"0"0,1 2 0,11 13 69,22 27 28,12 0-12,17-3-21,14-5-29,10-4-47,-30 3 0,-1-1 2,26-3-21,-9 4 4,-8 7-27,-7 10 6,-6 16-7,-5 20-365,-14-16 0,-2 2 349,0 8 0,-3 2-70,1 5 0,-1 1-221,0 3 0,1 1-364,2-1 0,0 0-1918,1-3 1,-1-2 2600,-1-9 0,0-5 0,0 8 0,-4-23 0</inkml:trace>
  <inkml:trace contextRef="#ctx0" brushRef="#br0" timeOffset="40100">26432 6846 21747,'0'-6'2957,"0"0"-2806,18-26 1,7-5-546,1 12 377,5-4 0,9-7 1,-1 9-1041,3 13 0,3 5 194,-1-1 1,4-1-1,1 2 558,3 1 0,1 1 0,-5 1 0,-4 1 1,-3 0-1,-1 1 0,1-1 0</inkml:trace>
  <inkml:trace contextRef="#ctx0" brushRef="#br0" timeOffset="40324">27922 5902 27743,'-5'49'11,"0"-1"0,1 1 0,-1-1 0,0 2 1,1-1-1,-1 1 0,3-1-13,1 15 0,2-1 1,-1 0-936,0-13 1,-1 1 0,0-1 0,0 1 818,0-1 0,0 1 1,0-1-1,1 0-267,1-1 0,0 0 0,1-1 0,1 0-1936,3 12 1,0-1-1,1-3 2321,1-8 0,1-3 0,0-4 0,0 1 0,0-6 0,3 2 0</inkml:trace>
  <inkml:trace contextRef="#ctx0" brushRef="#br0" timeOffset="40691">28397 6739 24997,'6'-59'623,"0"0"1,-1 7 0,4 12-540,10 21 55,3 25-111,2 23-6,-3 29-553,-12-19 1,-3 2 535,-2 7 1,-2 0 10,-3 2 1,-2 0-11,-1-3 0,-2-2 5,-1-6 0,-2-2 73,-3-5 1,1-4-24,-4 3 128,-2-12-66,13-29-50,1-12 39,14-38-48,-3 28 1,3-1 194,0-1 0,2 0-192,6-1 0,1 4 51,12-11 126,7-2-199,3 15-34,-5 17-22,-2 11-45,9 19-185,-3 12-436,-13-6 0,-1 3-413,1 5 1,0 2 1089,2 8 0,-3-1 0,4 7 0,-5-5 0</inkml:trace>
  <inkml:trace contextRef="#ctx0" brushRef="#br0" timeOffset="41167">29521 7100 23506,'-52'-17'705,"1"1"1,9 2 0,10 0-482,23-4-84,62 5-112,0 5-991,1 5 0,5 1 963,-11 3 0,1 0 0,-8 1 0,3-1 0,-1 0-6,0 1 0,0 0 1,1 0-3,2-1 1,1-1-1,-3-1 16,4-4 1,-3-3 272,-5 2 0,-7-5-259,-9-32 17,-31-4-3,-3 14 1,-3-1 33,-6-1 0,-3 1 98,-5-6 0,-1 2-22,-8-12-1,15 21 1,3 3 134,6 2 276,1 2-455,7 9-57,10 9-38,1 6 1026,15 14-1043,17 25 5,-17-16 1,0 3-360,5 10 1,0 3 336,-6-2 0,-2 2-11,-1 3 0,-4 0 2,-3-9 1,-2 1-127,-2 5 1,-3-1-605,-4 19-1192,-7-20 1,-2 0-7873,-10 13 8631,-4-12 0,11-25 0,8-12 0</inkml:trace>
  <inkml:trace contextRef="#ctx0" brushRef="#br0" timeOffset="41841">30666 6728 21511,'0'-4'3580,"0"0"-2538,0 4-958,-2 86-51,2-36-297,-1 8 0,0 0 269,-2-8 163,0-14-135,-2-16 298,-1-9-152,3-17-90,1-10 1,1-16 11,8-12-17,-1 5 0,7 6 0,3 0 0,10-10-45,-7 13 0,1 2-39,14-4 11,-3 13 1,-7 10 355,14 16-479,-8 8-157,16 14-291,-11 9-527,-7 7 297,-11-8-3332,-5 20-420,-5-25-80,4 9 2797,-1-26 3320,1-13 2162,0-13 247,4-10-2514,-3-2 1416,18-20-1434,-6 12-302,9-13-308,-11 16-309,-7 9-301,-9 9-147,-4 9 12,-6 11-28,-2 10-6,0 11 17,1-4-11,10 18 5,5-19 6,7 9 17,5-20 39,0-9-17,1-15 23,0-9 22,-3-12-11,-4-10-17,-5-4-40,-5-2-10,-1 3-129,1 8-437,2 10-830,3 12-1595,5 17-4476,4 14 7461,-1 7 0,-7-5 0,-4-8 0</inkml:trace>
  <inkml:trace contextRef="#ctx0" brushRef="#br0" timeOffset="42350">31555 7012 26855,'56'-27'334,"-1"0"0,-2 0 1,-7-2-251,-20 2 0,-4-1-660,2-4 1,0-2 631,-1-3 0,0-2-17,-1-4 0,-1-2-14,-1-3 1,0 0-15,-1-3 0,-1 0-350,-1 3 0,-1-1 339,-4 5 0,-2 0 14,-2 7 0,-3 3 513,-5-19-522,-9 21 1,-7 18-6,-9 21-11,-8 19 22,-7 22 47,17-14 1,2 3-54,-2 7 1,3 5-100,0 5 0,4 4 86,6-16 1,2 0 0,3 1-376,0 1 1,3 1 0,3-1 378,4 0 0,3-1 1,3-1-3,2-1 0,4-1 1,3-3-4,15 15 1,6-6-377,3-8 0,3-7 390,-1-8 1,1-8 10,-2-11 0,-1-9-11,-2-8 1,-3-8 10,-2-10 1,-3-6 39,-2-9 1,-3-6-48,-10 13 0,-3-3 1,0-1-87,-1-3 0,-1-2 0,-2-1 77,1-2 0,-2-1 0,-1 1 0,-1 0 0,-1 1 0,-1 0 0,0 4 0,-2 0 0,0 2 0,0-13 0,-1 3 296,-2 11 0,-1 5-296,0-12 416,-1 25-416,-7 30 0,-7 30 0,2-1 0,-2 5-407,-5 16 0,-2 5 407,5-10 0,-1 2 0,0 2-402,4-7 0,-1 2 0,0 1 0,1 0-255,0 6 0,1 0 0,0 2 1,1 1 656,3-6 0,0 3 0,1 0 0,1-2 0,0-5 0,0 4 0,0-5 0,1-1 0,3-2 0,0 0 0,0-1 0</inkml:trace>
  <inkml:trace contextRef="#ctx0" brushRef="#br0" timeOffset="46549">22905 3998 17703,'-9'-54'964,"1"0"0,-1 1 1,0-1-1,0-5 1,0 4-1,1 5-474,-1 3 0,1 7 204,-1-4-323,0 5-287,5 21-12,20 29-44,-1 4-3,5 9 1,3 6-505,-1 1 1,1 4 492,7 11 0,4 6-20,-4-4 1,1 3-1,1-1 10,-1-3 0,-1 0 0,1-1-406,-1 1 1,1-1 0,1 0 406,2 1 1,1 0 0,0-2-562,-3-5 1,-1-1 0,2 1 552,-3-3 0,2 2 1,1 0-1,-1 0 0,1 0 0,-1 0 0,1 1 1,2 0-3,-2-1 1,2 1-1,0 1 1,-1-2-1,-1-2 5,7 9 0,-3-3 0,3 1 0,0 2 0,4 2 0,-1 0 0,-2-4 5,-3-4 1,-2-3 0,2 1 1,-4-4 0,1 2 0,1 0 0,0-1 4,9 9 0,0-1 1,1 1-8,-8-9 0,2 1 0,-1 0 0,0-2 1,3 5 1,0-3 0,-2 0-4,-1-2 0,-1-1 0,-2-2-2,8 6 0,-5-3-83,-14-12 0,-2 0 77,1 1 0,-2 0 736,-4 7-713,-25-17 1031,-12-12-1020,-28-19 0,-7-11 671,18 9 1,-2-2-698,-2-2 1,-1-1 5,-12-5 1,0 2-6,16 7 0,0 2-3,-18-7 0,0 2-6,16 8 1,0 1 33,-19-9 0,-1 0-14,14 4 0,1 0 16,-2-2 1,6 1 3,1-3 265,13 3-299,18 14-44,3 3 55,10 25 0,8 7 34,14 21-28,-1-11 137,-5-14 0,3 0-126,21 15 19,-13-16 1,5 0 44,19 1 1,7-4-687,-21-10 0,1-1 0,0-2 614,3 1 1,0-2-1,1-2 19,8-4 1,2-3-1,-1-1-2,-7-1 1,0-1-1,2-2 3,1 0 1,3-2 0,1-1-1,-4 0-14,3-1 0,-2-1 1,-2-1-16,0 0 0,0-2 0,-9 2 6,15-12-168,-31 0-840,-39 10-8840,-35-1 8622,10 8 1,-7 5 0,35 4 0</inkml:trace>
  <inkml:trace contextRef="#ctx0" brushRef="#br0" timeOffset="48459">28162 2240 19102,'-50'-5'300,"1"0"0,-1 0 0,0 0 0,-2 3 1,-3 3-1,3 2 0,3 5-957,2 8 1,3 6-1,-4 3 686,1-1 0,-5 5 0,-2 1 1,1 1-1,2-1-548,0 0 0,4 0 1,-2 1-1,-2 2 504,5-3 0,-4 2 0,0 1 0,-1 0 0,0 1 1,3-2-54,-2 4 1,1-2 0,1 1 0,0 0 0,0 0-62,0-1 0,1 1 0,0 0 0,0-1 0,0 0-70,3-3 1,0-1 0,0 0 0,1-1-1,0-2 148,-6 2 1,1-2 0,0-3 0,1-4-67,-6-3 1,-1-5 0,4-10 169,-11-16 0,7-16 25,25 0 1,5-7-1,5-4 21,4-5 0,5-4 0,5-1 19,6-2-1,4-2 1,5 2 44,4 0 1,4 1 0,4 3 40,4 3 0,4 2 0,2 4 9,1 5 1,3 3 0,1 4 16,18-4 1,3 9 604,-2 10 1,0 8-748,2 12 0,1 8-71,-16 1 1,1 4 0,-1 3-51,8 7 1,0 4 0,1 4-46,-7-5 1,1 3 0,0 2 0,0 1-433,-5-4 1,0 2 0,1 1-1,0 1 1,0 1 510,-1-1 0,1 3 0,0 0 0,-1 0 0,-1-2 0,-4-4 0,1 1 0,-4-3 0,-1-2 0,0 1 0,8 11 0,0-1 0,0 1 0</inkml:trace>
  <inkml:trace contextRef="#ctx0" brushRef="#br0" timeOffset="59626">24390 7132 8209,'-10'4'4548,"2"0"-2728,8-4 2460,0 0-3193,-4 14-287,0-10-313,-4 11-134,-1-14-50,-1-1 11,-4-1-12,0-3-66,-1-4-1,-2-5-39,-1-6-51,-5-4-33,-3-6-39,-7-4 6,-7-5-1,-7-3-305,22 19 0,-1 0 255,-2 0 0,0-1-3,-2-1 0,0 0 14,0 0 1,0-2 7,0 0 1,1-2-15,1 1 1,0-2 2,1-1 1,1-1 5,-1-2 0,1 1-26,6 6 1,-2-2 25,-11-16 0,0-2-8,7 12 0,0-1-452,0 2 1,-1-3 0,0 1 428,-9-11 1,0 1 18,0-1 1,-1 0-463,2 0 0,1 1 468,0 0 1,2 0 2,2 2 1,1 0-4,2 0 0,2-1-290,1 3 1,1-1 281,3 1 0,0-1 11,1 0 1,0 0 7,2-1 1,0 0-23,0-2 0,1 0-5,0-1 0,0 1 2,0-1 0,-1 1-16,1 1 0,-1 0 5,0 3 0,0 0 3,1 2 0,-1 2 114,0 1 1,1 1-115,1 2 0,0 1 0,0 1 1,0 1 7,-11-27-11,-1 4 6,2 1 11,-1 0 0,0 2 6,0 2-18,1 3 7,2 4 5,2 4 1102,3 7-1102,6 6 1016,1 9-1039,5 5 778,2 5-783,3 2 165,0 2-193,0 1 11,-1 0 12,-5 6 5,-5 6-6,-10 11 1,-11 12 16,12-12 0,-2 1 11,-3 5 1,-1 1-393,-2 4 0,0 1 370,0 1 0,0 0 0,2 0 0,1-1 6,3-3 0,1-2-78,3-3 0,1-2 78,-11 14 5,9-11-5,4-10 33,8-8 67,3-6 774,3-4-802,2-7 105,0-7-155,4-13-12,5-12-4,8-16-230,-4 21 0,2-2 221,3-6 0,2-1-470,3-2 1,1 0 463,1 0 0,1 2 0,-1 3 1,1 2-183,-2 5 0,1 2 182,-2 4 0,0 3-85,20-16 82,-3 10-5,-2 7 6,0 5 375,2 4-370,1 4 936,2 5-953,-2 3 454,-5 6-460,-8 3 96,-10 3-85,-10 4 7,-5-5 16,-5 5 0,-7-4 0,-10 2-5,-12 1-28,-23 5 27,12-6-8,9-1 1,-2 1-535,-17 11 545,17-7 1,-1 3 5,-2 1 0,1 2 3,0 0 0,2 1-23,1-2 0,3 0-50,-20 16 67,14-7-22,12-9 11,11-5 11,6-6-11,5-5 545,2-3-349,1-1-137,1-14-70,5-2 22,1-9 0,9-9 1,3-3-1,13-18-6,-13 24 1,3-2-23,11-8 0,2 2-104,-10 10 0,1 1 118,13-6 0,2 3-274,-13 13 0,1 4 274,6-1 0,2 1 6,-2 4 0,0 3-20,5 3 0,-1 4 0,12 3-146,-18 4 1,-3 4-611,-1 19 6,1 24 0,-14-23 0,-9 4 0</inkml:trace>
  <inkml:trace contextRef="#ctx0" brushRef="#br0" timeOffset="66949">19713 7749 13026,'-47'1'686,"0"0"0,-6-1 345,95-8-474,10 0 1,7 0-1876,-1-2 1,7 0 1468,-16 2 0,6 0 0,4-1 1,-1 1-1,-2 0-527,1 1 1,-2-1 0,0 1 0,5 0 387,-7 1 0,4-1 0,2 0 1,0 0-1,0 0 0,-3 1-1,1 0 0,-1 0 0,-1 0 1,-1 1-1,0 0 3,10-1 0,-1 0 0,-1 1 0,-2 0-13,-8 1 1,-1 0-1,-2 0 1,-2 1-36,2-1 0,-2 1 1,-6 1 497,2-1 0,-18 5-352,-31 5-95,-26 1 0,-12 0-419,0 0 0,-7 1 428,-1 0 1,-9 2 0,-2-1 0,2 1-290,9-3 0,1 0 0,-1 1 0,-3-1 271,4 1 0,-2 0 1,-3 0-1,0 0 1,0 0-1,1 0-98,-5 1 1,1 0 0,0 0 0,1 0 0,-1 0 103,0 1 1,0-1-1,1 1 1,-1 0 0,1-1-213,3 0 0,1 0 0,-1 0 1,2 0-1,1-1 268,-6 2 0,1-1 0,2 0 1,2 0 137,-4 0 1,4-1-1,4-2 47,-1 2 0,12-4 1610,20-5-1439,69-15-230,1 0 0,10-1 14,-7 2 1,5-2 0,2 1-172,-7 2 0,2-1 1,2 1-1,0-1-80,-6 3 0,0 0 0,1-1 0,1 1 0,0 0 61,2 0 0,2 1 0,-1-1 0,1 0 1,0 1-238,0 0 0,0 0 1,0 0-1,0 1 1,-1 0 231,-1 0 1,-1 1 0,0 0 0,0 0-1,-2 0-203,9-1 1,0 1 0,-2 0 0,-1 1 176,-9 0 0,0 1 0,-2 1 0,-3 0 181,3 0 0,-2 0 0,-5 1-335,1 0 0,-9 2 227,-10 4-62,-51 10 0,10-4 0,-13 3 0</inkml:trace>
  <inkml:trace contextRef="#ctx0" brushRef="#br0" timeOffset="67583">26670 8769 21327,'4'-43'665,"0"-1"0,0 1 0,1-13 0,-1 13-485,-1 26 4,-18 63-122,0-1-1010,4-9 0,-2 8 0,0-1 948,-4 16 0,0 1-88,2-8 1,-1 3-1,0 3-442,1-5 1,0 3 0,0 0 0,0-1-1187,2-6 1,0-1 0,0 0 0,-1 1-743,0 5 0,0 2 1,-1-1-1,3-6 2041,-4 15 1,2-9 0,4-15 0,2-8 0,4-13 0</inkml:trace>
  <inkml:trace contextRef="#ctx0" brushRef="#br0" timeOffset="68276">26097 9510 18200,'-9'-62'1197,"0"1"0,0-1 0,4 6-687,14 9-424,7 19 1,6 2-81,5 6 0,4 5-1853,14 1 0,2 4 1838,-10 5 1,1 3-12,14 3 1,1 2 112,-8 0 0,0 2-118,13 2 0,0 0 14,-3 1 0,-1-1 8,2 0 0,-3-2 42,-14-2 0,-3-1 814,23-2-646,-30-12 121,-20-7 383,-26-9 1,-9 0-421,-8 3-207,-3 0 0,-3 9 17,-10 34-84,19-2-12,2 30 6,24-24 1992,7 21-2003,12-17 39,17 6 11,-7-14 125,21-10-108,-24-12 1031,22-16-863,-17-6 39,6-11 202,-7-8-185,-11 9-61,-6 0-168,-7 20 61,-1 5-118,0 11 1,-3 10 16,0 13-44,-1 14-6,1-4-6,2 12-94,10 1-1,1-2 17,11 0 28,1-22 73,-3-10-1,6-12 12,-2-13 45,11-19-17,-8-3 56,-2-9-22,-14 16 67,-4 1 50,-5 8-101,0 6-61,-1 4-28,-1 12 5,-1 10-27,0 11-40,1 13-90,5 7-150,4 2-365,8 0-594,3-6 264,-2-12-509,0-9 1517,10-10 0,-16-4 0,9-3 0</inkml:trace>
  <inkml:trace contextRef="#ctx0" brushRef="#br0" timeOffset="68425">27472 8951 22487,'-14'-52'834,"-1"0"0,2 7 1,2 7-813,2 15-391,4 11-315,12 18-962,6 12-3692,10 21 5338,-1 5 0,-7-12 0,-8-13 0</inkml:trace>
  <inkml:trace contextRef="#ctx0" brushRef="#br0" timeOffset="68732">27718 9566 21192,'2'5'3551,"0"-1"-2508,-2-4-332,38-85-2415,-13 31 1797,-6 13 0,3-6 1,-3 5-41,-3 10 0,-1 0 3,2-6 0,1-4 0,-1 1-25,3-10 0,-1-2-430,-1 2 1,1-3-1,0 0 423,-4 5 0,0 1 1,-2 1-1,0 1 0,0 1 1,-2 1 277,2-12 0,-2 3-249,-3 14 0,-3 4 37,-10-3-84,-11 33 5,-13 30-3,9-1 1,1 5 171,-3 11 1,1 5-204,0 8 1,2 4-23,7-15 1,2 2 0,1 0-52,1 3 1,3 1 0,1 0-69,1 2 0,2 0 0,3 1-152,2-1 1,3 1-1,1 0-364,4 2 1,1-1-1,2-2-337,4 10 1,5-1 1016,2-9 0,3 1 0,-4-8 0,5 6 0,-6-16 0,0 1 0</inkml:trace>
  <inkml:trace contextRef="#ctx0" brushRef="#br0" timeOffset="69049">26224 10081 14124,'-58'4'408,"0"1"1,1-1 0,-1 1 0,3 0 0,0 0 0,0 0 0,0 1-112,-8 0 0,-1 0 0,0 0 0,6 0 61,-1 1 0,5-1 1,10 0 2761,-2 4-2879,69-10 0,20-2-105,5-1 0,9 0 1,5-1-495,-14 1 0,2-1 0,3 0 0,1 0 0,2 1 417,-3-1 1,1 1 0,1-1 0,2 0 0,0 1-1,1-1-144,-4 1 1,1 0 0,1-1 0,0 1 0,1 0 0,1 0-1,-1 0 105,5 0 0,-1 0 0,2 0 0,0 1 0,0-1 0,0 0 0,0 1-89,-6 0 1,0-1 0,0 1-1,0 0 1,1 0 0,-1 0 0,0 0-1,0 0 79,0 0 1,-1 0-1,0 0 1,1 1 0,-1-1-1,-1 0 1,1 0-1,-2 0-153,5 0 1,-1 1-1,0-1 1,0 0 0,-1 0-1,-2 1 1,0-1 132,2 0 1,-1 0 0,-1 0-1,-2 1 1,-1-1 0,-2 0 109,9 1 0,-1-1 0,-4 1 1,-7 0-474,19-2 1,-30 3-7716,-65 5 8088,-15-2 0,-6 0 0,6 0 0,1 0 0,11-1 0,-1 0 0</inkml:trace>
  <inkml:trace contextRef="#ctx0" brushRef="#br0" timeOffset="235764">4112 9295 22901,'-2'-58'741,"0"0"0,3-7 0,3 8-276,4 13-73,6-13-39,-3 26-207,-5 14-58,-3 17-10,-2 25-28,-2 31-36,-2-12 0,-2 5-512,-2 10 0,-1 4 485,0-17 0,-2 2 0,1 0-906,-2 2 0,1 0 0,-1-2 784,-2 10 1,1 0-533,2-7 1,1 4 0,2-5-1296,2-2 0,2-1 1962,2-3 0,1 3 0,0-7 0,2 14 0,6-17 0</inkml:trace>
  <inkml:trace contextRef="#ctx0" brushRef="#br0" timeOffset="236430">4092 8797 20550,'44'-22'45,"0"0"1,0 1 0,-1-1-1,2 1 1,-1 1 0,1 2-1,-1 5-38,8 5 1,-2 6 0,3 0-1430,5-2 1,2 0 0,1-1 1433,-11 1 1,2 0-1,0 0 1,1 0-5,5-2 1,1 1-1,2-1 1,0-1-7,-8 1 0,1 0 0,0-1 1,2 0-1,-1 0-173,4 0 1,1-2 0,0 1 0,1-1 0,0 1 174,-8 0 1,1 0 0,0-1-1,0 1 1,0-1 0,1 1-4,2-1 1,0-1 0,0 1 0,1-1 0,0 1 0,0-1-59,2 0 1,0 0-1,0 0 1,1 0-1,0 0 1,0 0 56,-8 1 1,1 0 0,0 1 0,1-1 0,-1 0-1,0 0 1,1 1-121,1-1 0,-1 1 0,1-1 0,0 1 0,0 0 0,0 0 0,0 0 130,0 0 1,0 0-1,1 0 1,-1 1-1,0-1 1,0 1-1,0 0 0,-1 0 0,1 0 1,-1 1-1,0-1 1,1 1-1,-1 0 1,-1-1 7,8 1 1,0-1 0,-1 0-1,1 1 1,-1 0 0,-1 0 24,-2 1 1,0-1 0,0 2 0,-1-1 0,-1 0 0,1 1 28,7-1 1,-1 0 0,0 1 0,-1 0 0,-1 1-10,-4 0 1,-1 0 0,-1 0 0,-1 1 0,0 1 67,6-1 1,0 0 0,-2 1 0,-2 1-63,9 1 0,-2 1 1,-3 2 279,-10-1 0,-3 2 0,-3 2-291,8 6 1,-6 4 0,-11 3 0,-5 4-1,-9 6 1,-4 4-6,-4 7 1,-5 5-32,-1 10 1,-3 3 284,-3-12 0,0 1 1,-2 2-312,-1 6 0,0 2 1,-2 1 130,1-12 0,0 2 0,-1 0 1,1 1-159,-2 1 0,1 0 0,-1 1 0,0 0-46,0 0 0,0 0 0,0 1 0,-1-2-24,0 0 0,-1-2 1,0 1-1,-1-2 194,-4 14 1,-1 0 0,-3-3-152,-2-3 0,-1-2 1,-4-2 42,-1-4 0,-2-1 0,-2-2 30,-1-4 0,-3-2 0,-1-2 5,0-4 1,-1-1-1,-1-3 8,0-4 0,-2-2 0,-1-3-10,0-2 1,-2-2 0,0-3-2,-3-2 0,-2-3 0,0-1-3,-4-2 1,-1-2 0,-1-2-6,-5-2 1,-2-2-1,-1 0-287,10-1 1,0 0-1,-1-1 1,-2 0 279,-4-1 1,-1 0 0,-1-1 0,-2 0-185,9 2 1,-2-1 0,0 0 0,0 0 0,-2 1 184,-3-1 0,-2-1 1,0 1-1,-1 0 0,-1 1-1,7 0 0,0 0 0,-1 1 0,-1-1 0,0 1 0,0 0-68,-3 0 0,-1 0 0,-1 0 0,1 1 0,-2 0 0,1 0 62,6 1 1,-1 0 0,0-1 0,0 2 0,0-1 0,-1 1 0,1 0-88,-3 1 1,0-1-1,0 1 1,-1 1-1,1 0 1,-1 0-1,0 0 83,-2 1 1,0 0 0,0 0 0,-1 0 0,1 1 0,-1 1 0,0 0-29,8-1 0,-1 1 1,0 0-1,0 1 0,0 0 1,0 0-1,-1 0 1,1 0 17,0 1 1,-1 0-1,0 0 1,0 1-1,0-1 1,0 1-1,1 1 1,-1-1-23,0 0 0,1 1 0,-1 0 0,1 1 0,-1-1 0,1 0 0,0 1 0,0 0-82,0-1 0,1 1 0,0 0 1,0 0-1,1 0 0,-1 0 1,0 0-1,1 0-296,-6 1 0,0 1 1,0-1-1,1 0 0,-1 0 1,1 0-1,0-1 418,0 1 0,-1-1 0,-1 1 0,1-1 0,3 0 0,2-1 0,4 0 0,-8 1 0,4 0 0,4-2 0,0 1 0,-6-1 0,-1 1 0,1-1 0</inkml:trace>
  <inkml:trace contextRef="#ctx0" brushRef="#br0" timeOffset="237946">6825 9211 19955,'4'-46'1312,"0"1"0,0-1 0,2-4 0,-2 4-713,-3 4 1,-2 7-68,-4 8-336,0-3 0,-3 22-51,-4 24-55,-2 14-73,-6 27-951,11-21 1,2 1 935,0-6 1,1 1-6,1 9 1,1 2-195,4-3 0,2-1 200,2-1 0,2-1 19,3 0 1,4-6 10,17-3 12,-3-18 39,11-24-6,-2-17 3,-7-3 1,1-4-349,-3 3 0,-1-2 337,5-9 0,-2 1-3,-4 9 0,-3 3-5,11-15 1631,-2 7-1693,-20 29 437,-1 13-437,-9 28 0,-8 25 0,0-2 0,-6 0 0,-3 3-816,3-10 1,1 1 292,-1-1 0,1 4 1,-1-2-1013,3-5 0,0 0 0,0-2 1174,-1 14 0,0-5 0,4-16 0,1-4 0,-1 1 1</inkml:trace>
  <inkml:trace contextRef="#ctx0" brushRef="#br0" timeOffset="238354">6353 8855 21075,'10'-52'1028,"0"-1"0,1 0 1,-3 7-1,0 1 1,-2 7-318,-3-16-341,-4 25-236,-2 21 0,0 30 34,-3 33-118,2-8 1,-1 6-800,1-7 0,-2 3 0,0 2 747,1-6 1,-2 2 0,1 1 0,-1 1-13,-2 7 0,1 1 0,-2 1 0,1 0-64,0-7 1,0 0 0,0 0-1,1 1 1,-1 0-650,0 2 1,1 0 0,0 1 0,0-1 0,1 0 74,1-2 0,0 1 0,1-1 0,1 0 0,1-1 652,4 11 0,2 0 0,1-3 0,0-5 0,-2-7 0,-1-5 0,3-3 0,8 6 0,0 0 0</inkml:trace>
  <inkml:trace contextRef="#ctx0" brushRef="#br0" timeOffset="238596">7881 8491 26838,'-7'-45'420,"0"0"0,0 4 0,4 17-240,12 45-80,7 30-89,-5-7 1,0 5-861,-4-7 0,-1 3 0,-2 2 830,0 9 1,-1 2-1,-3 3-75,-1-11 0,-2 3 1,0 0-1,-2 1-290,0 5 1,0 0-1,-2 2 1,1-1-1777,-1 3 0,0 1 0,0-1 0,0-2 2160,1-5 0,0-2 0,1-1 0,0-4 0,0-2 0,1-3 0,1-5 0,1-6 0,1-1 0</inkml:trace>
  <inkml:trace contextRef="#ctx0" brushRef="#br0" timeOffset="239254">8683 9259 22361,'-5'-61'1318,"-1"0"0,2 7 1,0 7-731,3 8-235,2 15-218,0 12-1,3 16-44,3 15-29,4 19-49,2 17 2,-7-21 0,0 1-270,-1 3 0,-2 1 267,0 1 1,-2-1 10,0-2 0,-2-2 39,-2 24-33,0-20 101,0-18 11,2-19-40,4-19-21,2-16 10,8-18-30,-5 21 0,2 0-20,3-4 0,2 1 50,2-1 1,2 2-90,3 2 0,1 1 0,2 2 0,1 4 0,1 2 0,2 4 0,29-7 0,0 16 0,1 20-416,-4 18 404,-30-5 1,-4 4-418,-3 6 1,-4 3-771,-4 5 1,-6 4 573,-6 8 1,-3-1-1,1 6 1,-8-3 0</inkml:trace>
  <inkml:trace contextRef="#ctx0" brushRef="#br0" timeOffset="239963">4833 9535 22806,'-2'-59'1178,"0"0"0,0 9 0,1 4-383,0-9-593,1 28-157,2 15 22,4 25-28,6 18-11,2 25-17,-8-17 0,0 3-623,-2 5 0,-2 2 623,-2 2 1,-2 0-7,-1-1 1,-2-2-61,-2-4 1,-1-3 76,0-5 1,-1-3 39,-8 15 55,-3-23-72,4-27-23,2-12 6,1-32 6,2-14-134,7 21 0,0-6 0,0 0 117,1 2 0,0 0 0,1-1-10,0-1 1,1 0-1,0 0 10,2 1 0,1 0 0,0 2-142,3-3 1,0 1 141,3-6 0,2 1-3,3 7 0,1 5-20,7-5-491,24 16 480,-23 29-15,24 17 60,-14 18-25,-13-9 0,-1 4 362,-3 4 1,-4 4-534,-4 15 0,-6 0 166,-1-16 1,-4-1-215,-10 18 1,-6-3-311,-3-20 1,-3-2-442,-8 7 1,-3-1 966,-7-5 0,1-5 0,-5 4 0,4-12 0</inkml:trace>
  <inkml:trace contextRef="#ctx0" brushRef="#br0" timeOffset="240646">3009 9909 23467,'-14'-43'715,"0"0"0,4 5 0,-2 8-357,-22 10-83,-15 13-208,-10 6-59,18 5 1,-1 4-1723,-2 5 0,1 2 1708,7-2 1,-1 2-18,-14 6 1,-1 3 63,7-4 0,-1 2-40,0-1 1,-4 1 0,2 0 15,7-5 0,1 0 0,1-1-3,-4 1 1,1 0 0,2-2 2,1-3 0,3-3 11,-13 2-56,23-12 39,14-8 12,9-9 2460,3-11-2455,4-7 857,1 4-840,4-13-11,-5 20 10,1-5 24,-4 16-24,0 7-27,-1 4 6,0 1-35,0 1 24,4 11 21,2 9 1,4 19 11,0 11-6,-2 12-213,-4-30 0,1 1 171,1-1 1,0 0 7,11 23 6,9-8-39,9-11-196,12-11-1327,12-12-780,-23-11 1,0-4 1704,-2 0 0,-1-2 0,11-4 0,-19 1 0</inkml:trace>
  <inkml:trace contextRef="#ctx0" brushRef="#br0" timeOffset="241487">1514 11647 22032,'-17'-46'1352,"-1"0"0,4 5 0,0 10-1156,3 19-151,6 13-6,3 13 0,5 18-5,0 18-34,0-17 0,0 0-332,-1 5 1,1 0 328,-2 1 1,0 1-1,0-1 0,-1-2 8,0-4 1,-1-1 95,-1 14 162,0-22-11,-1-21-129,3-20-33,0-20-12,7-16-33,-2 22 0,2-1 193,2-1 0,2 0-219,1 1 1,1 1 14,14-22-17,2 11-17,1 16 0,0 13-23,3 16 1,3 16-34,2 17-221,-19-12 1,0 3 97,-1 2 0,-1 1-113,-1 1 1,0 0-386,14 24 343,-3-10-198,-1-18 252,0-17 241,1-25 67,1-18 100,1-18-237,-14 20 0,-1-1 268,0-2 1,-1 0 13,-1 1 1,0 1 613,7-22-434,-6 16-208,-6 19-106,-4 18-16,-2 16-1,1 13 461,2 12-483,2 3 6,3-1-1,4-7 12,1-10 45,0-12 22,1-13-17,0-17-22,2-16-12,4-15 12,-1-9-490,-1-3 450,-5 4-44,-2 8-241,-1 9-521,0 12-779,3 12-979,1 15-1541,1 17 4100,-1 18 0,-7-14 0,-2 3 0</inkml:trace>
  <inkml:trace contextRef="#ctx0" brushRef="#br0" timeOffset="241954">2563 11807 10881,'3'3'9830,"0"-1"-3658,-3-2-5813,48-90-1589,-36 61 1,0-2 1300,7-12 0,4-7 0,-4 3 4,-7 1 1,-3 1-94,0-4 0,-1-2 63,-1 0 0,-2-1 57,0 3 1,-2 1-5,0 7 0,-2 4 115,0-14-111,-7 26 1148,-3 28-1250,-7 24 0,-3 26 0,9-15 0,2 2-112,1 8 0,1 2 112,3 4 0,2 1 0,3 2 0,4 0 0,2-2 0,4-2-62,4-5 0,4-3 62,4-7 0,4-5-143,1-8 1,3-6 142,0-7 0,1-6 0,-2-10 0,0-6 0,-1-7 0,-2-7 0,1-9 0,-3-5-465,0-7 0,-3-4 465,-1-6 0,-3-3 0,-8 18 0,-1-2 0,-2 0 0,-1-1 0,-2-1 0,0 1 0,-1-19 0,-2 1 0,0 8 0,-1 3 441,-2 12 1,0 4-442,-4-7 688,-2 27-688,-4 26 0,-6 23 0,5-5 0,1 2-228,-2 9 0,1 3 228,1 6 0,2 3-60,2 5 1,4 1-179,4-17 1,3 0-1,3 1-2019,3 2 0,3 0 1,2-2 2256,11 16 0,1-5 0,-6-16 0,-2-5 0,9 4 0</inkml:trace>
  <inkml:trace contextRef="#ctx0" brushRef="#br0" timeOffset="242879">10102 9782 25830,'-40'-46'517,"0"1"0,2 1 0,9 12-338,21 24 138,9 8-244,16 10-34,21 13-50,2 0-1,-5-5 1,3 1-716,0 1 1,2 0 720,12 7 1,4 3 10,-10-3 1,3 2 0,-3 0-8,-8-3 0,-1-1 0,-1 1 7,0-1 1,-1 0 0,-3 1-6,4 8 0,-6 0 314,3 14-308,-6 5 79,-28-14-68,-12-18 0,-12-16-17,7-10 1180,0-13-1163,6-1 83,-2-7-89,1-5 51,4 6-62,2 3-11,3 5 0,0 4 22,-1-3-22,-2-6 22,0 3 0,0 0-11,-1 0 22,1 3 34,-4-10-11,0 2-28,-1-4 11,3 9 45,-2-1 5,3 8-54,-2-1-24,5 7 0,2 3 0,2 7 0,2-1 0,3 6 0,4 1 0,8 4 0,-2-4 0,1 0 0,-9-6 0,-1-1 0,-5-2-925,2 0-2268,-2 6 3193,1-2 0,0 3 0,1-4 0</inkml:trace>
  <inkml:trace contextRef="#ctx0" brushRef="#br0" timeOffset="243303">10571 10336 26995,'-25'-42'407,"0"0"1,0 0-1,-7-10 1,8 7-362,12 12-46,10 21 0,2 7 0,9 17 0,7 7 0,15 17 0,11 3-235,-16-20 1,1-2 234,3 0 0,1-4 0,4-2 0,0-4 0,1-2 0,-1-3 0,0-5 0,-2-4-85,24-14 85,-14-14 0,-16-8 0,-13-4 0,-11-2 0,-9 3 0,-5 7 0,-3 12 0,3 11 0,2 11 465,5 15-1021,2 10-1931,6 17 2487,8 17 0,-5-23 0,3 1 0</inkml:trace>
  <inkml:trace contextRef="#ctx0" brushRef="#br0" timeOffset="244063">11165 10689 27225,'-3'-50'482,"1"0"0,-2 5 0,2 9-482,5 16 0,1 12 0,3 17 0,8 16 0,5 20 0,-10-15 0,1 2 0,4 24 0,-8-6 0,-4 3 0,-2-13 0,-3-1-276,-1 17 0,-2-1 276,-1-18 0,-1-3 0,-8 10 0,2-29 0,5-28 0,4-25 0,7-24-392,2 23 1,2-2 391,2-3 0,3-1 0,2-1 0,2 2-247,1 2 1,1 3 246,1 5 0,1 3 478,19-15-478,0 19 0,-3 16 0,-2 17 781,-1 12-781,-2 15 0,-2 11 0,-4 7 289,0 3-985,0-5-109,3-12-7,2-14 106,4-19 342,-1-17 308,-4-13 173,-6-12 544,-9-7-73,-7-3 112,-4-1-28,-3 7-152,-2 6-122,0 10-335,-2 10-63,2 8 0,0 13 0,2 11 0,3 15 0,3 9 0,5 7 0,5-1 0,4-6 0,3-10 0,4-14 0,3-14 0,3-16 0,0-17 0,0-14 0,-6-10-318,-8-5 318,-8-2 0,-6 4 0,-6 4 0,0 11 0,-1 12 0,1 14 0,6 10-398,5 16-789,6 17-623,2 24 23,-11-16 1,-1 3 1171,-1 10 0,-2-2 0,0 9 0,-3-5 0</inkml:trace>
  <inkml:trace contextRef="#ctx0" brushRef="#br0" timeOffset="244537">12210 10889 26245,'40'-40'257,"-1"-1"1,1 1 0,-4 2-1,0 1 1,-6 2-199,-7 1 1,-4 2-60,-1-3 0,-2-1 0,-2-2 0,-4-1 0,-2-3 0,-3 0 0,0 0 0,-3 0 0,-4 1 0,-2 3 0,-1 4 0,-1 4 0,-12-15 496,-2 20-496,4 15 171,2 15-171,4 13 0,1 19 0,3 20-368,4-19 0,0 2 368,0 6 0,1 2 0,-1 2 0,2 0 0,2-2 0,3 0 0,3-4 0,5-3-55,4-5 1,6-4 54,5-6 0,5-4 0,5-6 0,2-6 0,6-7 0,1-6 0,2-7 0,0-6-396,0-7 0,-3-5 396,-3-7 0,-4-4-574,-6-7 0,-6-3 574,-5-8 0,-6-4 0,-7 17 0,-3-2 0,-2-1 0,-2-3 0,-1-2 0,-2 0 0,-1 1 0,-2 0 0,0 1 0,-2 4 0,-1 0 0,-1 3 0,-5-9 0,-2 4 301,0 14 1,-2 6-302,-14-3 300,4 24-300,4 21 0,5 18 0,3 25-56,9-19 0,1 4 56,1 9 0,2 2 0,-1 8 0,3 2 0,0-18 0,2 2 0,1 0-338,0 1 0,0 2 0,2-1 338,1 5 0,2 0 0,0-5 0,-2-4 0,0-4 0,1-5 0,0 1 0</inkml:trace>
  <inkml:trace contextRef="#ctx0" brushRef="#br0" timeOffset="248022">7017 4989 16784,'14'-47'1478,"1"0"1,-1 0 0,3-13 0,-3 5-897,-5 19 1,-4 5 184,-4-8-403,-7 18-268,-5 16-46,-5 22 6,-2 25-28,5-5 0,-1 4-871,-2 14 0,0 5 844,3-10 1,0 3 0,0 1-8,1-6 1,0 1-1,0 1 1,0 1 0,-2 6 1,0 2 0,0 1 0,-1 0-563,3-7 0,-1-1 0,0 2 0,0-1 0,-1 1 559,0 2 0,-1 0 0,0 0 0,0 0 0,0-1-344,-1 1 1,0-1 0,0 0 0,0 0 0,-1 0 349,0-2 1,-1-1 0,1 0 0,-1 0 0,-1-1-231,1-2 0,0-1 0,-1 0 1,0-1-1,-1 0 232,-3 9 0,-2 0 0,1-1 0,-1-1 5,0-2 1,1 0 0,-1 0 0,1-1-1,0-2 1,0 0-1,0-1 1,1 0-46,0-2 1,1 0-1,-1-1 1,2 0 31,-7 12 1,1-1 0,0-2 5,1-2 0,1-2 0,0-2 268,1-4 0,0-1 0,-1-3-244,-9 14 1,-2-6 608,3-9 1,-1-5-593,3-9 0,0-5 1951,-24-2-1873,11-30-21,11-23 16,14-20 1488,11-7-1483,12-1-21,4 7 21,4 10 1206,0 12-1267,-4 12 635,-3 10-680,-2 10 22,2 13 1,0 15 39,4 19 50,1 16-210,-3-25 0,0 1 145,1 3 1,1 0-12,0 0 1,2 0-20,2-1 0,1-2 3,1-2 0,2-3-137,2-4 0,2-2 150,26 11 18,7-16 5,6-20-42,-26-9 1,0-5-4,3-4 0,-2-4 9,2-3 0,-2-2-9,-3 1 1,-3 0 38,15-17 23,-22 14-61,-18 13-6,-32 17-17,2 5 2,-3 3 1,-2 3 3,-16 11-174,17-9 0,0 1 176,1 0 0,1-1-24,-27 11 10,13-8-851,-4-8 1,-11-1 0,4-2 848,9-3 0,-2-2 15,-1-2 0,-7-2 0,1-1 0,9-3 4,5-3 0,5-6-6,-9-15 1,8-8 8,21 6 0,6-3-209,-1-8 0,6-1 206,8 2 0,5 1 14,3 5 1,5 3 4,5 4 1,2 4-20,9-1 3005,9 14-2983,-15 35 35,10 20-52,-13 1 1,-3 5-780,0-3 1,-2 0 773,-1 2 0,-1 0-8,0-2 0,1-3 57,-2-10 1,2-1-89,5 4 0,6-3-787,15-7 0,4-9-457,-15-7 1,2-5 809,18-9 0,-5-5 0,-16-3 0,0-4 1</inkml:trace>
  <inkml:trace contextRef="#ctx0" brushRef="#br0" timeOffset="254412">9785 8632 21808,'-32'14'2118,"16"-19"-1670,39-46-250,-3 16 1,3-3-1335,5-8 1,2-4 1224,-6 13 1,1-1 0,0-2-499,3-3 0,1-2 0,0-1 423,1-4 1,2-2 0,-1 0 10,-6 10 0,0-1 1,1-1-1,-1 0-4,2-2 0,0-1 0,0-1 0,0 1-9,1-3 1,0 0 0,0-1 0,0 1-319,0-3 1,1 0-1,0 0 1,-1-1 319,1 0 0,-1-2 0,-1 0 0,1 0-8,-6 11 1,0-1 0,0 0-1,0 0 1,0 0-7,0-1 0,0 0 0,-1 0 0,1 1 0,-2 2-2,1-2 1,-2 2 0,1 0 0,1-2 6,2-5 1,2-3-1,-1-1 1,1 1 0,-3 4 5,-1 4 0,-2 2 0,0 1 0,1-3-8,2-2 1,1-4-1,1-1 1,-1 1-1,-1 4-243,0 0 0,-1 2 1,-1 1-1,1 1 247,4-11 1,0 2 0,-1 1-14,-2 5 1,0 1 0,-1 2 19,6-15 0,-1 3 331,-6 8 0,-1 2-329,-4 9 1,-2 1 1982,3-17-1938,-8 18 1551,-9 16-1618,-5 12 1345,-8 9-1361,-7 10 734,-6 12-712,-3 10-22,-3 7 11,-2 4 19,16-19 0,-1 0-322,-3 2 1,-1 1 315,-4 4 1,-1 1-508,-4 3 0,-2 1 494,-2 3 0,0-1 25,-2 1 0,0-1-9,3-3 1,0 0-223,4-6 0,1-1 225,7-5 1,2-2 2,-10 12 6,14-14 544,11-10-533,4-11 1011,7-11-1011,7-13 0,11-17-34,-6 13 1,2-2-214,5-6 0,2-2 238,5-5 1,2-2-649,7-2 0,2-1 634,-10 15 1,1 1 0,1 1-3,3-1 1,2 2 0,1 2 7,1 0 0,1 1 0,1 2-11,1 1 0,0 2 0,0 1-15,-1 3 0,0 1 1,0 2-433,17-4 1,0 4 454,-7 5 1,-1 3-132,-7 6 0,-3 4 131,-7 3 1,-4 4 693,14 19-708,-19 11 6,-13 6 1243,-16 0-1204,-9 0-5,-10-8-1,-5-5 1136,-1-11-1073,1-8 354,2-10-400,1-14-28,0-11 12,-1-14 11,-3-8-12,-2-5-311,-3-1 300,-2 2-10,-2 7-7,-1 11 12,-1 13-17,-1 17-17,-1 17 12,-5 19-366,21-12 1,1 2 364,-4 4 1,1 3 7,-2 2 1,0 3-9,-2 2 1,0 1 2,-2 4 0,1 0-475,0 0 0,1-1 478,1-2 0,1-3 5,5-5 1,2-3 223,-10 13-229,18-20 50,8-15-11,13-18 677,11-15-699,19-21-6,-11 15 0,3-3-75,6-7 0,1-2 75,6-3 0,1-1-465,-12 12 0,1 1 0,1-1 459,2 1 1,1 0 0,1 0-1,0 1 1,1 0-1,1 2-5,-1 1 0,2 1 0,-1 2 0,-1 2 0,0 2 0,0 1-306,15-5 0,-1 3 309,-6 6 0,-1 4-124,-6 4 0,0 5 110,-6 6 0,-1 5-163,21 23-602,-30-5 1,-4 5 775,-4 14 0,-4 0 0,2 6 0,-9 4 0</inkml:trace>
  <inkml:trace contextRef="#ctx0" brushRef="#br0" timeOffset="256988">8562 7371 14751,'9'-54'1102,"0"0"0,1 1 1,-1 3-1,0 2 1,1 0-558,0 3 0,-1 1 0,1 1-241,1-10 0,-1 5 110,1-5 396,-7 17-715,-6 34 277,-6 31-277,-4 20-67,3-5 0,-1 3-315,1-8 1,1 1 297,-2 17 1,-1 3-191,1-7 1,0 1 187,-1 0 1,-2 3-1,1-2-522,0-10 0,1-2 0,-2 1 505,-3 2 1,0 1-1,-1-6-1,-1-5 1,-1-5 19,-7-1 1,-4-6-192,-24 0 224,19-13 1,-2-4 11,1-8 0,0-6 53,-4-8 1,2-6-37,7-2 0,3-2-42,2 1 0,2-2 50,6-2 0,3 0 518,-3-11-425,3-6 649,8 21-806,7 11 1712,3 17-1729,7 12 39,15 20-34,-4-7 12,4 0 0,4 0-23,14 3 12,-17-12 0,2-2 8,3-3 0,4-3 11,8-4 0,2-3-25,-9 1 1,2-2 25,7-5 0,4-3 0,-4-2-944,-2-2 0,-3-2 926,10-2 0,0-1 0,-10-1 1,-3 0 8,9-3 39,-2 2 6,-23 7-34,-14 7 346,-28 16-357,3-4 1942,-29 21-1954,19-15 1,-1 0-6,-3 2 0,-1 0-376,-8 3 0,-1-1 364,2-6 1,1-1 11,7-3 0,-2-2 17,-21 0 0,0-4 5,-4-1 6,5-2 0,-2-4 50,14-4 1,3-3 13,0 1 1,3-1-43,2-1 1,5-1 139,-5-10-83,22 2-74,4 0-5,12 1-11,8 7 5,10 5 708,-2 7-713,16 9-6,2 10-5,-3-1 0,2 2-1,-2-3 1,1 1-465,11 5 1,-2-3 458,-12-7 0,0-2 0,7 2 0,4-3-471,4-5 1,2-2 470,9-4 0,0-2 0,-16 3 0,-3-3 0,20-8 0</inkml:trace>
  <inkml:trace contextRef="#ctx0" brushRef="#br0" timeOffset="339420">19070 938 32767,'-3'-52'0,"0"0"0,0 1 0,-2-17 0,-1 11 0,-2 15-500,1 23-778,4 21 2455,7 23-1930,5 27 462,-1-13 0,-1 3-1382,1 8 0,0 2 1323,-2 5 0,0 1-183,-2 3 1,0 0-431,-2 0 0,-1-1-838,0-2 1,-1-2-2883,-2-6 0,-1-2 4702,0-12 0,0-3 1,-2 4-1,1-22 1</inkml:trace>
  <inkml:trace contextRef="#ctx0" brushRef="#br0" timeOffset="340479">18889 1425 16839,'-20'-43'1271,"1"-1"1,-1 0-1,-6-14 1,8 7-751,13 13 66,13 11-515,10 13 75,15 7-136,14 10 12,16 6-40,-27-2 0,1 2-242,3-1 1,-1 1 244,0 0 0,-1-1-9,-3-1 1,0-2 14,2-3 0,-2-3 19,8-3 245,5-14-161,-31-6 11,-3-11 101,-10-7 241,-16-10-257,2 16 223,-15-7-67,6 24-116,-3 1 412,-2 13-615,7 15-17,3 4-16,7 21 22,6 2-29,7 13-21,6 0-6,9-6 11,5-9 33,1-12 6,0-11 23,-3-14 5,-3-13 62,-2-21 5,-8-5-50,-4 0 73,-11-3 0,-5 12 45,-13-7-85,-1 16-61,-6 8-28,9 15 0,-2 13-5,6 13-29,3 27-95,10-1-6,7-20 1,4-1-84,10 8-432,21 1-246,4-15 274,-14-11 1,2-3-449,9-3 0,2-5-70,-6-5 1,-2-3 1047,1 0 0,-3-3 98,18-24 369,-22 1 314,-3-11 852,-12-13-483,-9 10-162,-3-3-543,-1 23 134,-1 7-301,1 12-175,0 7 6,0 5 1416,6 28-1433,-2-9 49,8 28-49,-4-12 17,0 11 5,0 4-33,-5-16 16,0-8 124,-3-20 67,0-10-33,0-19-63,3-8 40,4-17-61,0 7 66,6-9-33,0 8-5,12-15-79,-1 16-34,8 4 12,-4 21-1,-4 5-16,3 12 0,1 18-11,-1 7 27,-1 16-10,-13-2-12,-6-12 11,-6 4 23,-9-12 28,1-6 11,-3-7-11,6-18-29,2-4 24,8-24-18,5 2 12,11-15-6,3 7-12,3 3-21,-8 10-6,2 6 5,-8 12-39,5 9 0,-6 14-39,3 14-162,-4 11 11,-1-5-1328,9 23-856,-1-17 291,-4-12 0,3-1-4247,19 10 5678,0-14 1,-13-11-1,-10-8 1</inkml:trace>
  <inkml:trace contextRef="#ctx0" brushRef="#br0" timeOffset="340863">20750 1205 13368,'2'-8'8099,"0"2"-6766,6-28 0,1-8-247,-1 5-708,3-9 1,-2 1-4,-4 22-291,-2 12-73,-1 11 51,5 27-45,2 10-6,2 11 6,-4-9 0,-1 3-15,-3-10 1,-2 1-199,1 15 1,-2 2 206,-2-9 0,-2-1-3,0-4 1,-2-1-4,-6 19 51,-3-24 45,-5-18-28,-6-26-17,-5-21-31,15 7 0,2-5-19,1-9 0,3-3-559,2-9 1,4-4 570,4 15 1,2 0 0,2-1-6,1-1 0,2 0 0,2 1 15,8-18 0,4 4-138,0 8 1,1 4 142,-1 10 1,1 5-41,17-12 7,3 21 11,5 16-50,6 21 30,-24-1 1,-3 4-142,1 6 0,-5 4 105,-3 4 0,-5 2-76,-6 4 1,-8 0-289,-10 3 1,-9-2-857,-12 1 1,-7-4-3652,-13-1 1,-2-6 3384,10-7 1,2-4 0,7-5 0,5-4 0,12-4 0</inkml:trace>
  <inkml:trace contextRef="#ctx0" brushRef="#br0" timeOffset="344488">7991 13771 22845,'18'-54'668,"0"1"1,0 0 0,-1 5 0,-1 2 0,-7 18-546,-8 22-73,-10 54-28,4-13 1,0 6-1608,-1 13 0,2 8 1,-1 0 1561,2-4 1,1 1 0,0 2-75,1-3 0,0 4 1,0 0-1,1-4-56,0 1 0,0-5 0,1 4-283,-1-5 1,1 3-1,-1-1 1,1-2-753,0 3 1,-1-2 0,1 0-219,1 7 0,-1 1 0,0-3-107,1-10 0,0-2 0,-1-6-293,-2-2 0,-1-7 523,-5 4 998,-17-53 1875,-4-26-120,9 8 1,0-6 118,3-1 0,1-5 1,1 3-840,-2-5 0,1-1 404,0-7 0,-1-6 0,3 9-264,4 17 1,0 1-285,-2-10 1,-2-6 0,2 8 54,-1-15-521,3 22 0,5 2 171,14 4-238,16 16-51,8 9 1,29 6-12,-19 5 0,3 1-329,2-1 1,2 2 300,11 2 1,0-1-4,-11-2 1,-3-1 13,-10-1 0,-1-1 6,2-3 0,-3-3 2979,9-17-2884,-10-7 526,-19-14-358,-28 1-78,-3 9 482,-21-10-281,9 18 830,-12-3-1104,13 15-72,7 11-29,10 10 0,8 9-5,6 3-23,19 16 0,2-11-17,18 8 46,-2-15 27,-9-9 0,9-10 0,-20-12 17,6-10 34,-17-11-1,-9-6-61,-6 8 140,-19-14-78,-2 18-6,-17-5 17,-1 19-56,-3 16-40,10 5 12,-8 28-28,28 1-234,-1 23 189,28-2 8,-1-28 1,4-1-34,6 0 0,2-2-57,5-1 1,2-2-333,5-4 1,2-3 231,2-3 0,2-5 25,2-5 1,1-5 99,-1-7 1,-1-5 81,-1-5 0,-4-4 34,-7 3 0,-3-3 64,3-13 1,-5-3 111,-1-14-196,-9 15 0,-2 0 347,-5-14 40,-5 11-90,-2 13 41,0 12-321,-1 8 549,4 29-543,1 5 0,2 13-9,-2-8 0,0 1 14,0 19-20,-1-14 0,-1 1 9,1 22 0,-1-11 39,0-18 34,-1-20-51,0-23 12,2-19 22,1-18-11,4-13 11,3-2 11,3 1-28,3 8-11,3 10-17,2 12-16,0 12 298,2 11-299,0 11 6,1 14-6,0 14 12,-4 12 0,-6 10-1144,-7 4 1121,-4-13-16,-3 6 55,-1-30 23,0 1-39,0-28 22,2-15 11,4-16-22,8-11-1,6-2 24,3 4 10,1 7 1093,-1 10-1132,1 9-5,0 10-12,2 6 17,1 12-22,5 10-45,1 15-179,0 13-126,-17-17 0,-2 1-797,1 4 0,-1 1-1394,-1 3 1,-1 0 1912,-1-3 0,0-3 0,1 10 1,-4-19-1</inkml:trace>
  <inkml:trace contextRef="#ctx0" brushRef="#br0" timeOffset="344904">9947 14255 23091,'0'-46'1217,"0"1"1,0 5-1,0 8-954,0 15-195,1 12-35,6 19-10,5 17-1,9 28-750,-8-19 1,-2 4 724,1 11 1,-2 4-443,-4-15 0,-1 2 0,-1 0 428,-1 5 0,-1 0 1,-2 0-24,-2 1 1,-1 1 0,-1-3-236,0-3 0,-1-1 1,-2-3 260,-4 10 0,-3-6 30,-12 9 24,-1-47 811,3-42-840,12 1 1,3-6-4,-1-12 0,3-4-167,2 10 0,1-2 1,0-1 173,1-6 0,1-3 0,1 0-1,2-3 1,2-2 0,0 1 3,2 0 1,0 0 0,2 2 11,1 5 1,2 1 0,-1 2-20,0 6 0,0 2 1,1 2-1,3-11 0,0 3-8,-1 10 0,-1 3 8,13-18-22,-1 22 5,2 16 6,0 22 2177,0 17-2188,-4 21 5,-8 16 210,-10-27 1,-4-1-231,-5 1 1,-4-1-73,-5-1 0,-4-3-286,-7 0 1,-5-4-1107,-3 0 0,-3-4 871,3-2 0,1-4 0,-10 3 1,19-10-1</inkml:trace>
  <inkml:trace contextRef="#ctx0" brushRef="#br0" timeOffset="345188">10370 14225 27751,'-7'-48'-733,"7"9"-1564,17 41 2297,14 2 0,-13-2 0,2 2 0</inkml:trace>
  <inkml:trace contextRef="#ctx0" brushRef="#br0" timeOffset="345854">10744 13779 26922,'-11'-48'185,"1"1"0,0 4 0,6 9-124,11 19-55,2 5-12,-2 5 12,-1 3-12,-3 2 23,-1 0 0,-1 2-11,-1 0 5,0 5 0,0 0 6,0 1-17,0 4-6,0 2 17,4 9-5,6 20-6,3 10 22,1 5-385,-6-19 1,-1 1 367,-2-3 1,0 2-1,0 10 1,1 4-14,-3-10 1,0 2 0,0-2 12,0 2 1,0-1-3,1 17 0,0-3-1,-1-25 1,0-2 0,1 3 0,-1-1 70,2 10 61,-2-22-5,-9-31-107,1-4 1,-9-36-1,0-8-180,6 15 0,1-4 158,0-8 0,1-1-588,1-6 0,3-1 595,1 19 1,1 0 0,1 1 0,0-20 0,2 2-329,1 6 1,0 2 322,0 7 1,0 3-138,0 8 1,1 2 134,7-17 749,16 14-749,-7 17-34,20 7 12,-7 18 1177,10 11-1175,-18 3 1,-1 6 13,-6 0 1,-1 2 271,-2 0 1,-3 1-279,-5 3 1,-7 0 6,-17 19-1,1-20 1,-5-1-1,-6-2 0,-6-3-56,-12 0 1,0-5 8,13-6 0,0-3-177,-9 0 1,2-4-663,7-10-2015,4-10-4871,21-18 7778,15-4 0,-1 9 0,2 10 0</inkml:trace>
  <inkml:trace contextRef="#ctx0" brushRef="#br0" timeOffset="346795">11189 13542 24083,'32'18'192,"-1"0"0,1 0 0,-3 1-158,-4 3 0,-1 2-1232,18 18 1198,-3 0 440,-19-5-283,-18-11 413,-23 0-283,-8-13 77,-17-18 39,9-16 417,10-5-434,7-24-263,16 11-78,11-19-28,6 21-17,11 10 0,2 3-28,7 0-45,9 3 0,2 1-16,-1 8-113,5 3 0,1 3-451,6 5 505,-16 3 0,-2 1 64,5 3 0,-7 4 117,-21-3 51,-3-1 67,-8-1 90,-4-2 183,-1-1-240,-4 6 1,-3 3-45,-3 14-84,4-1-22,6 8 22,13-7 17,9-4-51,1-6 84,22-7-10,-12-11-40,14-9 28,-13-14-56,-10 0 106,-3-29-39,-15 11-42,-4 11 1,-3 0 63,-11-21-16,-10 6-51,1 13 107,-16 1-90,9 21-22,-11 1-39,11 22-12,7 10 6,9 4 0,4 30 0,11-6-292,2-11 1,3 0 204,4-3 0,3-2-81,7 0 0,4-2-84,6 0 0,2-4 104,-4-6 0,3-2-306,20 1 0,2-4 182,-19-9 1,0-3 102,12-1 1,-2-4 112,8-18 75,-19-14 59,-15 3 377,-10-25 88,-7 17 22,-3-11-122,-2 23-236,-1 14-145,3 12 44,1 13 524,6 10-529,6 7 46,9 2-96,8-3-29,-3-8 29,20-3-23,-6-12 33,19-10-5,-8-15-255,-7-19 271,-11-15-22,-22 22 1,-3-2-9,-2-1 0,-3 0 5,-3 2 1,-3 1 38,-5-19-86,-4 14 0,2 17 0,6 10 0,4 7-226,12 12-1509,15 6 1735,28 14 0,-24-12 0,8 0 0</inkml:trace>
  <inkml:trace contextRef="#ctx0" brushRef="#br0" timeOffset="348729">13197 13452 18795,'4'-9'4184,"-1"2"-2840,-3 7-117,0 0-941,-27-33-168,19 25-141,-19-25-61,25 33-201,6 4-1278,6 4 1563,10 10 0,-7-8 0,1 1 0</inkml:trace>
  <inkml:trace contextRef="#ctx0" brushRef="#br0" timeOffset="349538">13713 13319 23091,'-2'-4'2459,"0"0"-1361,2 4-1053,29-36-17,-8 41-23,18-30 12,-12 61 22,-10-1-16,0 11-12,-18 9 45,-10-15-22,-6-5 100,-2-20 17,7-13-33,-1-13-29,5-14 7,5-30-46,5 12-28,2 7 1,4-1-335,12-13 317,-5 20 1,1 0 5,22-17-5,4 15-17,11 15-6,-16 13 30,15 15-64,-16 11-72,8 14-124,-18-9 1,-2 1-54,-3-2 1,-2 0-82,18 24-526,-5-6 16,-6-16 286,3 0 297,-2-13 364,-8-17-5,-3-7 417,1-20-227,-2-2 56,8-13 67,-3 0 297,2 0-443,-11 17 112,0 5-235,-10 18-62,0 9-21,-1 2-18,3 19 12,0-11-18,9 16 24,5-14 27,9 0 17,17-10 0,-4-15 11,9-13-17,-20-4 79,0-15 73,-15-9-45,-7-5 39,-11-8 44,-13 14-122,1 14 50,-9 7-56,-5 17-90,4 6 6,-18 24-16,27 0-12,-13 27-6,20-5-33,8-9 0,3 3-387,12 25-445,1-23 0,3-2-157,5-6 0,3-2-1428,4 0 0,2-3-5363,18 11 7819,-3-12 0,-29-18 0,-6-2 0</inkml:trace>
  <inkml:trace contextRef="#ctx0" brushRef="#br0" timeOffset="350071">15269 13176 20862,'30'-41'1366,"1"0"1,-4 5 0,-7 9-1199,-14 19 22,-5 9 12,-3 9-11,-6 8-12,-19 23-95,-10 0-73,-6 3 3,16-22 0,-3-1 5,0-2 1,-2-3 39,3-1 0,0-4 137,-26 1 22,30-28 40,14-14-140,8-1 162,18-19-196,-1 25 2,6 1 1,5 3-25,9 7-12,20-2-33,-17 16 28,21 17-28,-14 5-292,-13-4 1,2 1 282,-6-1 1,0 0-9,0 1 0,-1-2 0,16 9 0,6-3 11,0-17 0,1-13 6,3-19-397,-15-18 399,-20 16 1,-3-4-1,-1-4 1,-2-4 2,-1-5 1,-2-4-601,-1-6 1,-1-1 608,-1-5 0,-1 0 5,-1 0 1,-1 2 96,0 6 1,-2 2-70,-3 10 1,0 4 2,-3-10 95,-6 18-145,5 23 357,-1 13-346,4 22 1243,1 5-1291,3 9 0,2 5 14,2-6 1,0 1-377,0 0 0,1 4 0,0-1 322,1-3 0,1-1 0,1 1-116,0 0 1,0 0 0,2 0-817,6 16 1,2-1-54,1-7 0,2-4-2092,0-8 1,1-5 3136,14 11 0,-13-24 0,-12-14 0</inkml:trace>
  <inkml:trace contextRef="#ctx0" brushRef="#br0" timeOffset="350245">15723 12734 21489,'-7'-3'3708,"2"2"-3063,5 1-332,0 0-1293,73-39 452,-11 28 1,-19-10-1,-2 3 1,3 16 0</inkml:trace>
  <inkml:trace contextRef="#ctx0" brushRef="#br0" timeOffset="351954">16769 12799 26150,'41'-30'-932,"0"1"0,5 2 1,4 5 931,-8 14 0,2 5 0,-3 0 0,-3-1 0,-4 0 0,-1 2 0,0 0 0</inkml:trace>
  <inkml:trace contextRef="#ctx0" brushRef="#br0" timeOffset="352121">16955 12970 24781,'-52'18'778,"1"1"1,2-1 0,21-8-673,30-11-55,27-10-88,-1 1 1,4-2-1237,11-3 0,3-2-27,9-3 1,1 1 796,-4 0 1,-3 2 0,-14 5-1,-5 1 1,6-2 0</inkml:trace>
  <inkml:trace contextRef="#ctx0" brushRef="#br0" timeOffset="354121">18255 12439 22795,'-17'-55'1275,"0"0"0,0 6 0,1 8-726,-6 6-275,4 16-207,8 14-39,6 22-16,7 21-24,-1-5 1,1 4-434,1 10 1,1 3 236,-1 11 1,1 2-739,-3-16 0,1 1 1,-1 1 192,2 3 1,-1 0-1,2 0-569,0-2 1,2 0-1,0 0 1322,3-3 0,1-1 0,0-4 0,-1-4 0,0-5 0,10 15 0</inkml:trace>
  <inkml:trace contextRef="#ctx0" brushRef="#br0" timeOffset="355171">18189 12869 22390,'-36'-28'543,"0"1"0,1-1 1,-13-5-1,16 3-447,33 10 426,27 9-545,28-3-19,-4 7 0,3 1-1511,-1 1 0,0 1 1497,1 0 0,-1 1-70,-1 0 0,-3 2 143,-14-1 0,-1 1-135,6-1 1,-1 1 200,19-2-67,-23-1 63,-18-1 72,-19-1 2483,-14 2-2315,-10 2 597,-6 2-479,-8 11-331,14-3 40,-4 13-102,20-5-27,1 6 22,15-1-5,19 3-34,-2-10 0,21-1 0,-11-12 11,8-8 6,-4-8 28,-9-12-17,-9-6 33,-10-7 57,-10-2 16,-10 0 29,-9 7 10,-5 7-5,-12 12-123,11 12 11,-14 15-28,15 12-28,-4 13-17,10 10 0,12-15 1,4 1-40,3 13-45,6-13 0,3-1-235,18 8-173,18 5-88,-18-25 1,2-3 209,2-3 1,3-4-96,7-5 1,0-4 313,14-6 112,-19-4 0,-4-5 123,2-16 123,3-12 84,-21 14 1,-3-1 229,7-21-224,-4 2 281,-8 12-57,-4 15-140,0 1-123,-2 10-174,0 11 492,0 5-475,3 15-22,-1 10-12,1 13-27,-2 19-18,-1-11 1,0-2-17,0-13 11,-1-16 11,-1-3-6,2-16 40,0-16-28,3-14 5,-1 1-10,1-15 16,1-5 11,1 0-28,4-2 6,1 20-17,-1 11 11,6 6-5,1 9-12,7 2-11,7 17 17,-7 6-5,-3 7 5,-8 8 5,-7-5 1,-1 5-6,-4-4 17,0-14 27,-3-6-27,3-16-22,4-18 21,3-7 1,8-17 22,2 3-22,1 1-11,-3 12 22,4-1-23,-11 21 12,10-3-39,-10 20-34,6 9 17,-7 4-398,12 27-392,-2-6-280,-3-11 0,1 2 1109,4-2 0,-2-3 0,3 5 0,2-4 0</inkml:trace>
  <inkml:trace contextRef="#ctx0" brushRef="#br0" timeOffset="355595">20199 12727 28205,'5'36'119,"0"1"1,1 4-1,0 2-97,0 10 1,1 1-1159,-1 4 1,-1 0 1121,1 1 0,-1 0 2,0-2 1,0-2-25,0-5 0,-1-3 0,0-7 0,0-5 8,2 11 448,-7-21-437,-10-30-11,-12-20 14,5 0 0,0-5-1018,-5-10 0,1-2 1035,3 5 0,1-4 6,2-7 0,0-6 1,4 1-167,2-8 1,4-2 167,0 5 1,2-4-1,3 3 4,5 13 0,1 1 0,3 2-85,6-15 0,4 4 87,3 8 0,2 5-20,-6 11 0,3 4-113,12 0 1,4 5 115,17 6-9,-14 11 1,1 5 2,-8 8 1,-2 6 5,-3 5 0,-4 5 5,-4 3 1,-7 4-23,-5 2 1,-7 1-18,-12 22-199,-19-16 1,-10-3-454,2-14 0,-4-3-2085,2-1 0,-4-1 0,1-2 2771,-10-4 0,5-4 0,14-3 0,4-2 0,-4-2 0</inkml:trace>
  <inkml:trace contextRef="#ctx0" brushRef="#br0" timeOffset="358653">21115 12828 25528,'0'5'1165,"0"-1"145,0-4-1276,-24-8-208,17 6-515,-17-6-1607,26 10 2296,5 3 0,-4-1 0,3 1 0</inkml:trace>
  <inkml:trace contextRef="#ctx0" brushRef="#br0" timeOffset="360070">21478 12576 26318,'7'-39'450,"0"0"1,6-21-356,-4 70-22,3 12 0,5 18-23,2 12-39,-10-22 1,1 1-143,-1 1 0,1 0 145,-2-1 0,0-1-14,6 24 12,-5-13 66,-6-14 23,-7-14-23,-2-18-27,-2-13 5,1-17-12,5-11 1,9-9 6,7-4-29,12 2-71,7 3 54,7 11 12,5 11-11,5 14-17,3 10 16,-1 16-10,-3 10-74,-7 13-127,-10 7-41,-9 2-89,-9 1-22,-4-5 61,-4-8 140,-1-10 427,-2-9-270,2-10 68,1-6-45,4-8 27,4-7 12,3-4 16,5 0 23,1 3-6,0 4-11,-1 7-22,-5 5-12,-1 9-39,1 5-16,4 6-1,7 2 0,10-2 12,6-3-6,5-5 11,-1-9 6,-7-6 11,-9-9 28,-9-8 17,-8-6 0,-7-7 44,-7-6-16,-8-2 5,-4 0 40,-8 7-12,-4 9-27,-5 11-18,-8 12-5,-6 15-39,-2 11-45,1 14 6,6 10-1,12 9-61,11 4-145,15 2-275,18-2-283,6-24 0,5-4-412,16 9-95,-3-15 0,2-5-783,-10-10 0,1-2 604,9-1 0,1-3 965,-2-3 1,-2-5 1325,1-8 0,-3-3 369,11-9 146,-24 3 1,-4-1 912,0-10-689,3-8-515,-8 7-314,-5 9-1,-6 12-542,-4 9 509,-4 13-632,-5 9-28,-6 14 22,-12 20-62,6-14-16,-12 19-12,9-21 17,-6 1 6,3-11 11,1-19 22,10-16-22,2-8 28,9-14 34,8 3 16,6-9-38,7 4 10,10 7-50,-9 14 22,13 7-10,-8 16-18,12 7 17,14 16-22,-2-2 5,0 0-16,5-5 0,0-9 8,-11-6 0,3-3-243,-8-5 0,1-3 209,3-3 0,-3-4 20,5-12-5,-9-21 16,-18-6-257,-8 15 1,-3-5 261,-1-18 1,-2-4-612,-1 6 0,-1 0 608,-1 10 0,-1-1 0,0 4 4,1-1 0,-2 3 16,0-1 1,-1 1 434,-3-8-456,-4-2-12,4 24 0,-1 14 446,5 17-446,-2 18 0,1 37 0,1-23 0,1 2 124,0 16 1,0 2-125,4-2 0,0-1 0,0-9 0,1-1-90,4 9 0,3 0-431,5-1 1,2-1-225,1-2 0,1-1-860,4 3 1,2-4 1604,-4-18 0,-2-4 0,3 3 0,-5-13 0</inkml:trace>
  <inkml:trace contextRef="#ctx0" brushRef="#br0" timeOffset="360296">23366 12152 25926,'61'-7'438,"1"1"1,-12 0 0,-4 1-311,-9 3 1,-1 1-3,-3-2 0,-1 0-31,29-4-111,-5-1-304,-30 2-223,-13 3-4493,-13 2 5036,-9 2 0,2 0 0,-1 1 0</inkml:trace>
  <inkml:trace contextRef="#ctx0" brushRef="#br0" timeOffset="363812">22359 3127 19552,'0'0'0</inkml:trace>
  <inkml:trace contextRef="#ctx0" brushRef="#br0" timeOffset="365662">22324 3280 31644,'-14'-40'-1040,"0"1"1,1 3 0,3 9-304,9 22 982,-1 3 125,1 0-40,-1 1 381,0-1-368,0 1-1442,-1 1 1556,0 0-2798,-3 4 3183,2 2 0,-1-1 0,2-2 0</inkml:trace>
  <inkml:trace contextRef="#ctx0" brushRef="#br0" timeOffset="375046">24574 6905 9004,'6'0'3373,"0"1"-2489,-6-1-312,0 0-572,-10 2 0,7-1 0,-7 1 0</inkml:trace>
  <inkml:trace contextRef="#ctx0" brushRef="#br0" timeOffset="376845">8554 16595 21842,'-5'-47'1009,"-1"0"1,1 0 0,-1-6 0,-2 5-632,-1 14 0,-2 7 42,-4 7-247,-2 10-150,6 16 10,6 52-27,4-15-23,1 7 0,1 5-711,0-8 1,-1 1 426,1-7 1,0 3 0,-1 2-1304,0 13 0,0 3 0,-1-1 1604,0-4 0,0 0 0,0-3 0,0 12 0,0-7 0,0-20 0,0-1 0</inkml:trace>
  <inkml:trace contextRef="#ctx0" brushRef="#br0" timeOffset="377878">8330 17288 15457,'-22'-51'1317,"0"0"0,0 0 1,0 0-1,1 1 1,4 7-974,6 9 0,3 4-159,-7-23 632,19 21-744,13 12 174,15 0-272,0 10 0,4 2-31,1 0 0,0 2-67,3-1 1,1 0 66,6 0 0,-1 0 14,-7 0 0,1-1 11,16-4 0,-1-2 42,-15 2 1,-3-1 41,-2-2 0,-5-1 378,-8-3-185,-15-5 421,-22 2-107,-4 1-56,-14 2-162,4 12 105,6 7-396,8 5 44,6 14-56,7 3 0,5 9-44,7-4 21,9-6-4,-2-7-7,14-7 34,-9-11-16,10-9 22,-8-11 11,-5-10-17,-7 4 129,-6-21-129,-7 23 129,-14-30-50,-2 31-6,-10-5-68,8 21 1,-3 9-17,0 23-50,0 7 11,3 20-1,10 1-111,11 3-118,12 1-179,13-3-501,12-6 182,12-10-119,9-12 522,-28-17 0,1-3 190,-1-6 1,-1-3 134,25-16 173,-12-13 135,-12-6 196,-12-2 129,-10 3-308,-5 10 515,-4-5-404,-2 19-167,-1-4-169,0 14-77,1 12-7,3 3 345,8 29-361,3 0 28,4 22-355,-4-3 338,-5-1-5,-3-4 5,-4-11 28,0-16-17,1-16 34,1-21-12,3-15 1,1-15 33,0-10 11,-2-4 158,2-1-141,1 6-39,2 10 0,2 12-39,1 14-23,3 9 6,5 14-5,5 11 22,4 12-40,2 10 6,-9-6 29,7 18-24,-15-19 227,3 8-215,-12-21 0,-3-11 28,-3-17-17,0-12 22,0-17-5,-1-9 6,5-4 28,3 2-29,6 7-16,5 9 0,3 12-17,3 9 0,7 11-11,5 11-6,3 10-62,3 10-189,-3 7-788,-1 6-815,-1 4-3540,-3 1 4588,-8-8 1,-10-16 0,-9-12 0</inkml:trace>
  <inkml:trace contextRef="#ctx0" brushRef="#br0" timeOffset="378288">10149 16653 25309,'20'-49'838,"1"-1"0,-2 7 1,-4 8-553,-5 16-174,-4 14 16,-2 17 7,2 18-51,2 24-51,-3-17 1,0 1-616,0 7 0,1 2 540,-1 5 0,1 2 28,0 2 0,0 0 19,0-1 1,1-1-266,-1-7 1,1-3 239,-2-10 0,0-3-19,2 1 39,-10-27 17,-8-26-11,-13-24-4,7 10 1,0-4-60,-3-9 1,1-4 72,5 12 1,1-2 0,1 0-315,0-4 0,1-2 0,2 0 309,1-1 0,2-1 1,1 1-1,1 1 0,2 0 0,1 1-380,3-17 1,4 2 382,0 10 0,3 4-164,1 9 1,2 4 155,15-15 916,7 18-956,6 15 28,7 16-5,2 21 1060,-1 18-1052,-27-12 1,-3 3-4,-4 3 0,-4 2-19,-8 0 0,-6 1-101,-6 0 0,-5-1-191,-6-3 1,-5-1-569,-2-3 1,-3-3 884,-4-4 0,3-2 0,-6 2 0,6-9 0</inkml:trace>
  <inkml:trace contextRef="#ctx0" brushRef="#br0" timeOffset="378512">10818 16280 28238,'-33'-23'-4486,"0"-1"0,-19-7 4486,54 38 0,-1 1 0,1-2 0</inkml:trace>
  <inkml:trace contextRef="#ctx0" brushRef="#br0" timeOffset="379829">11227 16162 24928,'-3'-50'896,"0"1"0,1 5 1,0 5-584,5 2-111,2 14-146,2 11-6,2 13-5,4 15-50,3 18 10,1 19 3,-9-20 1,-3 2-236,0 3 1,-3 0 231,-2 0 1,-1 0 2,-1-4 1,-1-1 30,-3 16 22,1-20 18,3-22-35,1-21-49,0-17 16,5-14 17,3-7 17,7 0-23,4 5 437,4 6-446,8 6-13,-8 16 0,9 5 0,-10 20-13,6 8-9,1 10-23,7 13 23,-11-11-45,10 8-45,-10-18 39,8-2-11,0-10 22,5-22 51,-13 2 11,4-23 11,-14 5 12,1-12 16,-4 0 34,-3 3-1,-3 10 52,-3 11-91,-1 11-66,-7 13 66,-3 11-33,-11 20-22,3 2 22,1 3 0,9-4-6,7-10-11,7 0 40,12-9-29,-1-11-27,18-14 38,-2-14-16,10-16-239,-22 15 0,-2-2 275,-2-2 0,-2-2-8,-5-1 0,-3 0 33,-1-30 1,-19 7-51,-12 12 0,-17 15 0,-6 14 0,-8 23 0,14 11 0,7 8 0,16 17 0,11 3 0,7-8 0,2 3-244,3-5 1,3 0 231,5 6 0,3-2-201,13 9-168,-5-24 1,4-4-354,0-7 1,3-4-508,11 2 0,3-4-316,3-5 0,2-6 145,7-10 1,-3-4 1343,-17 4 1,-1-4 459,5-9 0,-4-5 1653,-2-12-813,-15 15 1,0-1 66,-1-3 1,-2 1-259,7-16-174,-4 7-341,-10 16-285,-7 15-101,-1 7 497,-7 14-553,-5 14-50,-10 11-18,1-4-4,-14 11-40,-8-3 33,-1-5-10,-3-8 33,18-27 0,12-11 5,6-19 29,9-8-12,8-12 57,16-3-23,6 16-56,1 10 28,3 18 29,6 25-85,-7-5 0,-2 8 0,1 3 0,8 7 0,10 5 0,-1-10 0,6-18 0,-9-5 0,-5-14 0,-2-7 0,4-20-381,-12 6 0,-4-4 381,0-20 0,-15-1 0,-5-4 0,-3 10 0,-2-3-454,-1 4 1,1-4 0,-2 2 453,-2-11 0,-2 3 0,1 8 0,-1 5 0,-4-9 0,-5 27 0,-1 38 0,-9 22 0,11-3 0,1 5-580,-1 9 0,0 1 580,3-6 0,0 1 0,1 1 0,-1 4 0,2-3 166,-1 3 0,1 1-183,0-4 0,1 4 0,3-3-431,2 9 0,6-3-401,6-2 1,3-3 170,0-10 0,3-4-3731,9-3 1,2-6 4408,9-4 0,-5-5 0,-17-9 0</inkml:trace>
  <inkml:trace contextRef="#ctx0" brushRef="#br0" timeOffset="379988">12904 15769 23343,'-43'-17'910,"0"1"0,1-1 0,-14-5 0,11 0-719,23 0 69,32 1-333,33 0-190,-6 10 0,2 3-208,-3 1 0,3 1-2806,7 1 0,4 1 0,-6 1 1638,-10 0 1,-2 1-1,16-1 1,-7 0 0,-25 2-1</inkml:trace>
  <inkml:trace contextRef="#ctx0" brushRef="#br0" timeOffset="381271">13554 16062 25169,'0'-5'1759,"1"1"-1339,-1 4-543,10-55-426,1 46-1143,13-32-4412,0 66 6104,0 6 0,-8-10 0,-7-8 0</inkml:trace>
  <inkml:trace contextRef="#ctx0" brushRef="#br0" timeOffset="381771">14174 15977 25035,'-1'-8'2397,"1"0"-2005,0 8-224,0 0-146,-10-22 18,19 53-57,-2 3 11,6 14 1,2 8-666,0 3 0,-1 2 635,-5-18 1,-1 1 0,0-1-55,0 0 0,-1 0 1,0-1-71,2 16 1,-2-2-156,-1-9 1,-3-3 151,-9 19 90,-12-28 90,-12-28 50,-3-30-39,6-28-484,16 11 0,3-5 473,1-13 0,3-3-3,2 13 0,0-3 0,1 0-3,0-6 1,0-2-1,1 0-432,1-3 1,0 0 0,1 0 438,1 1 1,0 0 0,1 1 5,1 5 0,0 1 1,1 2-167,0 7 0,1 2 0,0 2 172,2-7 1,2 5 690,8-12-704,2 29 971,6 20-954,7 20-23,8 16-20,-19-6 1,-1 3 620,2 4 0,-1 3-638,-2 3 1,-2 1 8,-4 1 1,-3 0 241,-6-3 1,-6-1-232,-9-2 1,-7-3-6,-8-2 0,-5-3-34,-9-2 0,-3-4-62,-3-3 1,-2-3-132,2-3 0,1-4-339,7-5 0,2-5-2974,-10-17 3551,23-8 0,15 7 0,6 7 0</inkml:trace>
  <inkml:trace contextRef="#ctx0" brushRef="#br0" timeOffset="382728">14689 15369 19692,'0'-3'5225,"0"0"-3813,0 3-1323,22-7-66,3 24-12,13-8-17,-14 13 1,-2 5-365,14 24 336,-14-19 1,-4 4-51,-5 6 0,-7 2 50,-8-8 1,-4-2 21,-2-1 1,-5-4 62,-33 13 72,9-28 34,-2-9 22,13-24 79,21-32-180,11 9-45,7 5 1,4-1-294,1 9 0,2 0 271,6-8 1,3 0-29,7-1 0,2 2-45,-7 10 1,1 2-135,3 4 0,-1 4 132,4 6-1393,2 13-1153,-15 11-3506,4 16 3215,-8 0 2150,-4 4 1481,-9-15 1090,1-7 1473,-1-9 997,6-8-2480,1-4-544,5-5-790,-7 4 196,0 0-336,-6 5-162,6-3-124,1 3-27,8-2-7,-3 2 29,8-4 0,-2-2 67,10-11 0,-12-1 34,-5-8 22,-15 0-84,-5 4 123,-9-5 84,-8 8-190,-4 4-28,-7 7-23,2 16-44,6 4 5,-3 13-22,6 15-6,1 8 0,4 1-11,10-11 0,1-1 0,3 4-79,4 1 1,4 2-347,20 12 35,2-17 1,7-3 238,-4-9 0,3-5-947,8-2 1,-1-6 1069,10-11 22,-6-17 90,-23-9 196,-1-28-17,-12 0-192,-7 21 1,-1 1 292,-1-18-168,0 15 117,-1 8-122,-1 17 1892,0 7-2055,2 17-6,4 14 12,2 4 266,7 15-272,6 5 5,2-1-5,9 2 12,-1-23-7,-5-13 12,16-15 45,-12-17 5,14-15 11,-13-12 1,-7-7-40,-10 11 34,-5-15-62,-6 28-11,-1-22-163,0 31-497,4-3-1368,9 14-386,2 6 2414,10 5 0,-20-3 0,0 1 0</inkml:trace>
  <inkml:trace contextRef="#ctx0" brushRef="#br0" timeOffset="382921">16739 15217 24083,'-3'-4'2862,"0"1"-2593,3 3-303,17-64-302,19 43-743,-7-14 1,5 3-900,6 25 1,4 8 1387,-4-1 1,-3 0-1,14 0 1,-22 1 0</inkml:trace>
  <inkml:trace contextRef="#ctx0" brushRef="#br0" timeOffset="383095">16782 15567 25825,'55'-27'-155,"-1"0"0,1-1 1,0 1-1,0 2 1,0-1-1,-1 3 1,1 2 154,-5 6 0,2 1 0,-3 3 0,-4 1 0,12-4 0,-4 2 0,-3 0 0,1 0 0</inkml:trace>
  <inkml:trace contextRef="#ctx0" brushRef="#br0" timeOffset="388146">18625 14940 24547,'-11'-48'920,"0"0"1,2 7 0,0 8-725,0 18-118,4 23 12,3 22-57,0 29-47,2-18 0,0 3-763,-1 8 0,1 2 516,0 4 1,2 3-1092,0 2 0,3 0-1395,-1-20 1,1 0 0,1-1 2317,3 13 1,0-5-1,-2-16 1,0-4-1,2 3 1</inkml:trace>
  <inkml:trace contextRef="#ctx0" brushRef="#br0" timeOffset="389346">18512 15413 20938,'-31'-41'902,"1"0"0,0-1 0,-10-12 0,10 7-728,19 13 393,27 11-572,26 7-74,-7 10 1,4 1-695,9 1 1,4 0 455,6 1 1,2 0-11,-18 2 1,1-1-1,-1 1-205,21-2 0,-1-1 170,-6 1 1,-2-1 274,-8-1 1,-4-1 794,16-9 38,-28-1 566,-26-1-315,-16 1-196,-11 4-191,-5 3 947,-2 4-1188,0 5-173,0 7-129,5 7-50,9 7-22,11 2 16,15 2-22,11-4-34,10-4 22,5-7 18,-1-6 22,-5-12 16,-8-9-5,-9-11 34,-8-7 5,-9-5 45,-7-1 39,-11 2 0,-6 7 6,-4 10-34,-4 11-50,2 11-50,2 14-23,7 14 0,9 14-12,9 10-83,16 6-416,16 0 281,-5-30 1,4-1-130,5-1 1,2-3-138,4-3 1,2-3-52,0-3 1,1-5 210,0-3 0,-2-5 224,26-14 331,-15-15 285,-19-10 190,-14-6 40,-10 0-101,-5 3 61,0 2-526,-2 17 6,2 5-96,0 17-22,2 9-33,2 12 264,3 15-304,1 9 12,2 5 5,-3 1-40,-2-3 24,-1-7-12,-1-11 61,1-16 1,-1-13-23,2-19 17,2-12 34,3-15 10,-2 14 1,0-2 6,5-23-29,1 3 73,1 11-39,-2 18-33,2 1-12,1 10-28,0 7 0,3 10-5,2 9-6,2 12-6,-2 8-44,-3 6-12,-4 7 68,-5-13 11,-3-4 33,-6-17-33,-4-7 16,-7-13 12,0-4 0,0-9-45,6 5-17,3 0 28,3 7 2,0 0-13,5 4 0,-1 3 0,3-1 0,2 0 0,2-2 0,3-4 0,5-5 0,-3 0 0,-2 0 0,-3 2 0,-3 5 0,4-1 0,-4 3 0,1 2 0,-4 3 0,2 0 0,3 0 0,-2 0 0,8 3 0,-7 2 0,2 4 0,-4 1 0,-3 5 0,0-1 0,1 8 0,0-2 0,1 2 0,-1-8 0,2 3-231,3-1-2216,7 9-7384,-2-3 9371,-2-3 1,-7-10 0,-4-6 0</inkml:trace>
  <inkml:trace contextRef="#ctx0" brushRef="#br0" timeOffset="389970">20321 15130 22968,'1'-7'1960,"2"-31"1,0-6-1586,-1 16 8,1-21 1,0 4-109,-1 30-175,-2 1-16,0 28-22,0 22-62,0 5-3,4 6 0,1 4-582,-1-9 0,1 2 585,0-1 0,2 3 0,0-1-14,2 15 0,0-1-14,2-1 0,-1-2 5,-2-13 1,-1-2-18,2-2 1,-4-2-17,-6 3 45,-8-12 11,-12-27-5,-4-30 5,4-7 2,7-5 1,1-5-6,4 7 1,2-3-395,0 1 1,0-3 0,2-1 411,2 3 0,1-1 0,1 0-6,2-2 0,2-1 1,0 0-10,2-1 0,1 1 0,1 0-4,2 1 0,2 1 1,1 1 8,7-17 1,3 3-1,1 7 1,3 3-12,0 9 1,1 4 419,0 8 0,1 5-408,26-3 11,-1 25-17,-4 24-12,-28-3 1,-3 5-228,-3 8 1,-6 3 193,-8 4 1,-7 2-24,-8 1 1,-6 0-9,-10-1 1,-6-3-433,-4-3 1,-3-3 347,-1-4 1,-1-3-309,3-6 1,1-3-2021,6-6 0,4-4 2488,-12 0 0,22-8 0,13-2 0</inkml:trace>
  <inkml:trace contextRef="#ctx0" brushRef="#br0" timeOffset="390180">21076 14873 27785,'-35'-11'-538,"0"1"0,-20-9 1,53 23-1</inkml:trace>
  <inkml:trace contextRef="#ctx0" brushRef="#br0" timeOffset="390842">21333 15219 22134,'3'-9'2212,"10"-36"0,1-9-1428,0-6-1090,-4 19 0,2-5 1,-1 5 691,3-21 307,-3 23-587,-6 20 205,-1 24-311,-2 25 0,2 27 0,-2-18 0,1 2-451,1 8 0,0 1 439,2 3 0,0 1-86,2 2 0,0-1-48,1 0 1,0-2-4,0-5 1,-1-1 36,-1-9 0,-3-2 707,-5 13-623,-10-25 16,-7-28 29,-4-24-17,2-27-412,11 17 1,0-3 416,0-9 1,2-2-3,2-8 0,1-2-133,2 18 1,0-2 0,2 1 144,1-2 0,2 0 0,0 0 9,0 2 0,1 1 1,1 0-360,4-17 1,2 2 353,0 6 1,2 4 0,1 6 0,2 4-15,1 6 1,2 5 22,27-9-34,6 20-11,4 24 487,-1 17-490,-30-3 1,-3 5 2,-3 4 0,-4 3 0,-4 4 1,-4 1-7,-6 1 1,-7 0 13,-4-2 1,-5-3 8,-7-2 0,-5-4 3,-4-3 0,-4-4-26,-2-2 1,-1-4-71,1-4 1,0-4-180,3-1 1,3-4 57,-14-11-4172,21-13 4386,20-6 0,5 8 0,5 7 0</inkml:trace>
  <inkml:trace contextRef="#ctx0" brushRef="#br0" timeOffset="391787">22059 14449 26710,'18'37'35,"0"0"1,-1 1-1,0-1-32,-3-7 0,-1 0-6,-1 1 0,-1 0-8,3 24 22,-11-12 11,-16-16 57,-9-13 38,-5-17-10,6-12 16,9-11-45,9-8-33,13-5-45,14-4-39,17-3 2,-14 23 1,3 2-372,4 1 0,2 1 279,4 3 0,1 3-76,1 2 1,0 3-152,-1 2 1,-2 3-96,-3 0 0,-3 2-148,19 3 498,-19-1 263,-17 1 202,-12-2 196,-10-5 722,-2-4-660,-3-5-73,-1 1-208,4 4-184,0 4-62,0 11-61,3 6-17,-1 5 5,7 5-16,8-3 5,7 3 0,10-5-5,4-6-12,0-7 17,-2-10 17,-7-9 6,-8-10 33,-8-9 34,-10-6 106,-9-14-112,1 18 90,-8-9-34,9 28-71,-2 2-80,1 10 0,-2 19 0,6-1 0,-1 23 0,7-2 0,7 22-18,2-16-204,5-5 1,4-2-59,1-4-115,2-2 1,2-2-553,13 3 147,8-3 362,-1-13 354,7-27 247,-12-10-29,-2-9 259,-9-7 116,-11 7 320,3-14-347,-7 14-130,-3 3-234,-4 20 16,-2 7-106,0 7 17,0 13-45,2-2-5,5 16 10,5-8 1,8 5-6,6-5-28,5-7 45,15-10 11,-5-13-23,-3-5 34,-4-17 23,-11-1 61,5-23-28,-8 7-39,-3-5-33,-9 23-6,-2 3-113,-2 13-1152,0 2-4242,4 14 5490,0 4 0,-1 1 0,-3-2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26:00.740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5658 3265 19496,'2'-3'4822,"0"0"-2946,-2 3-1657,-10-50-62,-4 37-141,-5-36 24,-5 55-12,0 5-23,-14 6-10,-11 3-9,10-4 0,0-1-545,-18 7 559,22-9 0,0 0-28,-22 6 61,20-9 7,-6 2 55,30-10-90,9-1-61,3-1 628,7 8-561,1 5 66,7 13-66,-2 9 23,-1 9-17,-6 9 16,-3 5-22,-5 3-11,-1-26 0,-2-2 62,-8 17-23,0-8 79,-2-17 50,4-13 11,-1-2 0,0-6-33,1-8 5,0-4-78,1-8-96,4-7 46,7-5-1,23-13-11,11 6-5,8 0-6,12 11 0,-5 13-6,-18 6 1,3 3-7,9 7 1,1 4-922,-7 1 1,-1 2 904,0 2 0,-3 2-145,14 24 28,-30-2-29,-10 14-11,-22-16 0,-6-2-39,-13 15-705,-12-9 0,-6-3-620,19-18 0,-1-2 1242,-11 5 1,2-2 0,2-5 0,19-10 0</inkml:trace>
  <inkml:trace contextRef="#ctx0" brushRef="#br0" timeOffset="634">4583 3033 17529,'-3'-4'4941,"1"0"-2511,2 4-2178,-16 6-145,14 18-34,-1 23 0,1 10-949,5 2 1,3 5 853,-3-18 1,0 4 0,0 0 0,-1-3-19,0 0 1,-1-3 0,0 3-201,0 2 1,-1 3 0,0-1 0,1-6-97,-1 3 0,1-2-1363,1 12 0,1 6 0,0-10 1699,2 8 0,-1-26 0,-1-4 0,0-14 0</inkml:trace>
  <inkml:trace contextRef="#ctx0" brushRef="#br0" timeOffset="1234">4516 3098 15956,'34'-48'548,"1"1"1,3 1 0,4 9-457,1 17 1,3 6-1610,11-5 1,4 1 1609,-14 5 1,3 0-1,1 0-17,6-1 1,3 1 0,0-1-44,-11 4 1,1 0 0,0 0-1,1 0-462,2 0 1,0 0-1,1 0 1,0 0 422,0 0 1,1 0-1,-1 0 1,0 0 2,1 0 0,-1 0 0,0 0 0,0 0-10,0-1 1,-1 0-1,0 0 1,0 0-142,0 0 0,-1 0 0,0 0 0,0 0 161,-1 0 0,0 0 0,-1 0 0,0 0 17,-2 1 0,0 0 0,0 0 0,-1 0-257,12-2 1,-1 1 0,-1 1 266,-5 1 0,-1 1 0,-1 1 257,-6 1 1,-1 1 0,-2 2-29,11-1 0,-3 3 62,-10 3 0,-2 3 297,15 8 1577,-19 9-1639,-16 8 1923,-9 7-2119,-10 11-123,-4 12-163,1-23 0,0 3 296,1 7 1,0 3-328,1 8 1,3 3-471,1-14 0,2 1 1,1 2 412,2 4 1,2 2 0,2 0-10,-1-10 1,3 0 0,0 1 0,2-1 4,1 2 0,1-1 0,1 1 0,1-1-372,1-1 1,1-1-1,0 0 1,0 0 386,5 11 1,-1 0 0,0-2 7,-5-5 1,0-1-1,-5 0-157,-3-6 0,-3 1 0,-5-2 148,-7 13 0,-10-2 6,-9-7 0,-9-4-12,-10-5 0,-6-5-147,10-12 1,-3-3 0,-1-2 152,-4-2 0,-2-3 0,-2-1 9,-4-1 1,-2-3-1,2 0 2,9-2 0,1-2 1,-4 0 9,-7-1 0,-4-1 0,-2 0 0,3-1 5,-4 0 0,3 0 0,-5-1-180,12 1 1,-4 0-1,-2 0 1,0 0 0,2 0 167,-8 0 0,2 1 0,-1-1 0,0 1-9,10 1 1,0-1-1,-1 1 1,0 0 0,0 1-5,-2 0 0,-1 1 0,0 0 0,0 1 0,-1 0-14,-1 0 1,0 0 0,0 1 0,0 1 0,-1-1-159,-1 2 1,1-1-1,-1 1 1,0 0 0,0 0 61,1 1 0,0 0 1,0 0-1,1-1 0,0 1-484,3-1 1,-1 0 0,1 0-1,2 0 1,2-1-345,0 1 0,2-1 1,1 0-1,1 0 859,-12-1 0,2 1 0,9-2 0,-8 0 0,8-2 0</inkml:trace>
  <inkml:trace contextRef="#ctx0" brushRef="#br0" timeOffset="3524">3337 3386 12897,'-5'-46'1800,"-1"0"1,0 0 0,-2-15 0,-2 4-1129,1 15 0,-1 5 449,-6-19-365,4 19-493,6 17-173,4 16 111,7 22-5,8 26-129,-3-7 1,1 5-919,3 15 1,0 6 848,-4-13 0,-1 4 1,1 1-9,-3-9 0,0 2 0,0 0 0,-1 2-6,0 2 1,0 2 0,0-1 0,-1 2-576,-1 0 1,1 1 0,-1 0-1,-1-1 486,1 0 0,-2 0 0,1 0 0,-1-2-103,1-1 1,-2-2 0,1 1 0,0-2-843,0 10 0,0-2 1,1-1 1049,0-5 0,0-1 0,-1-5 0,1-6 0,-1-5 0,3 18 0</inkml:trace>
  <inkml:trace contextRef="#ctx0" brushRef="#br0" timeOffset="3908">3331 2848 14930,'24'26'1159,"0"-1"1,8-2-1,7-6-887,20-10 0,6-7-1323,-16 0 1,1-1 0,2-1 1190,4-1 0,1-2 0,1 0-464,-10 0 1,1-1-1,0-1 1,1 0 349,5-2 1,0 0 0,2-2-1,0 1-16,-7 0 0,1 0 0,0 0 0,2 0 1,-1-1-211,6 0 1,0-1-1,0 0 1,2 0-1,-1 0 197,-6 1 0,1 1 0,0-1 1,0 1-1,0 0 0,1-1-234,1 1 1,1 0 0,1 0-1,-1 0 1,0 0 0,1 0 211,0 0 1,0 1 0,0 0-1,1-1 1,-1 1 0,0 0-96,-1 1 0,0-1 0,0 0 0,0 1 0,-1 0 0,0 0-51,-2 0 0,-1 0 0,0 1 0,0 0 0,-1-1 0,-1 1-687,8-1 0,-2 0 1,1 0-1,-3 1 0,-1 0 858,3-1 0,-1 1 0,-4 0 0,-3 1 0,17-3 0,-9 2 0,3 0 0</inkml:trace>
  <inkml:trace contextRef="#ctx0" brushRef="#br0" timeOffset="4517">3542 4662 14482,'-49'1'1811,"1"-1"0,6 0 1,8 0-1152,18 0-161,11 0-7,37 0-94,19-2-269,-3-2 0,5-1-723,-11 0 0,0-1 0,2-1 614,7-1 1,1-2-1,2 0-597,3-2 0,2-1 1,0-1 553,-12 3 1,0-1-1,0 0 1,1 0-71,1-1 1,0 0-1,0 0 1,0 0-200,1-1 1,1 1 0,-1-1 0,0 1-755,-1-1 0,1 1 0,-2 0 0,-1 0 1046,9-1 0,-3 0 0,-4 1 0,1-1 0,-7 2 0,4-1 0</inkml:trace>
  <inkml:trace contextRef="#ctx0" brushRef="#br0" timeOffset="5533">3709 3924 21920,'-2'-53'1036,"1"0"0,-1 3 1,-1 10-488,-1 25-358,1 5-180,3 18 23,8 15 5,8 21-28,1-2-6,-5-10 1,0 3-20,-1 3 0,0 2-302,-1-1 0,1 0 316,-1 4 0,-1-2 6,-1 10-6,-3-20 39,-6-13 40,-9-17-18,-3-14-22,-12-16 29,-2-15-35,5 2-19,8 12 0,2-5-182,1-9 1,2-3 178,1-2 0,2-2-6,0-12 1,3 1-3,5 11 0,3 4 2,-2 11 1,3 1-3,9-8 0,3 5-9,4 5 3,7 3 1,4 5-4,14 12-156,-12 5 0,0 4 123,24 16 28,-14 3-37,-17 6 0,-5 5-13,-3 17 24,-11-10 1,-6 2-17,-14-3 0,-6-1-453,-8 2 0,-4-3 394,4-5 0,-4-2-910,-17 7 0,0-3-1308,-2-3 2330,8-5 0,3-3 0,17-9 0,1-1 0</inkml:trace>
  <inkml:trace contextRef="#ctx0" brushRef="#br0" timeOffset="6026">5831 3155 20828,'-8'-45'1076,"0"0"1,0 0 0,-2-13 0,2 5-382,3-8-331,4 26-229,5 22-46,8 23-21,12 25-52,-6-3 1,1 6-822,2 13 0,-2 5 801,-6-11 1,-1 3-1,-2 1-616,-1 5 0,-1 3 1,-3 1 527,0 2 1,-2 1-1,-1 0-76,-2 0 0,-1 0 0,0-2-131,0-2 0,0-2 1,0-1-627,0-7 0,-1 0 0,2-3-1713,0 11 0,2-4 2638,-1-14 0,1-6 0,1 5 0,-1-22 0</inkml:trace>
  <inkml:trace contextRef="#ctx0" brushRef="#br0" timeOffset="6367">6342 3306 20179,'0'-7'4318,"-1"1"-3629,1 6-224,0 0-336,-14 9-56,23 27-40,-9 24-587,11-16 0,2 3 574,-3 1 0,-1 1-4,-2-2 1,-2-1-126,-1-5 1,-2-3 209,0 20 229,-3-22 213,1-19-145,-1-20-253,1-18-33,0-19 12,3-18 216,0 22 0,3 0-315,2-3 0,3 0-3,1 1 1,7 1 8,22-9 0,7 6-29,-18 18 1,1 4-23,19-5 1,-2 12 69,-2 36-448,-10 26-574,-21-13 1,-4 3 571,-3 14 0,-1-1 0,-1 9 0,-3-2 0</inkml:trace>
  <inkml:trace contextRef="#ctx0" brushRef="#br0" timeOffset="8567">12302 3279 18488,'-3'-47'1151,"0"1"0,0-1 0,0-6 1,-2 6 74,-11-10-910,4 42-154,-6 12 11,6 32-73,3 32-100,4-17 0,2 4-757,1 10 0,2 3 641,1-15 0,1 1 1,1 0-727,0 3 0,1 1 1,1 0-11,0 0 1,1-1 0,1 1-686,-1-3 1,1 0-1,0-2 1537,-1-2 0,1 0 0,-1-6 0,0-2 0,0-4 0,2 15 0</inkml:trace>
  <inkml:trace contextRef="#ctx0" brushRef="#br0" timeOffset="9192">12145 3199 17047,'3'-52'645,"0"0"0,-1 0 1,1 5-1,1 1 0,2 5-390,4 4 0,4 4-84,2 4 0,4 2-73,4 4 0,4 4-28,5 2 0,4 4-28,5 3 0,3 4-832,7 1 0,3 3 781,6 3 1,3 2-430,-17-1 1,2 0 0,1 2 435,5 0 0,3 1 0,0-1-170,-8-1 0,0-1 1,2 1-1,1-1 169,6 0 0,1 0 0,2 0 1,0-2-355,-7 0 1,1-1 0,1-1 0,0 1 0,1-1 358,-6 0 1,1 0 0,0-1 0,1 1 0,0-1 0,0 0-159,4-1 0,0-1 0,1 1 0,0-1 0,0 0 0,1 0 157,2 0 1,0 0 0,1 0 0,0-1 0,0 1 0,1-1-72,-8 1 0,0 0 1,1 0-1,-1 0 0,1-1 1,0 1-1,0 0 73,1 0 0,0 0 0,0 0 1,0 0-1,0 0 0,0 0 0,0 0-52,1 0 0,-1 0 0,1 0 0,-1 0 0,1 0 1,-1 1-1,0-1 61,0 0 1,0 1 0,-1-1 0,1 1 0,-1-1 0,0 1-1,0 0 4,-2 0 1,0 0 0,-1 0 0,1 0 0,-1 0 0,0 0 0,0 1 4,5-1 1,0 0-1,-1 1 1,0-1-1,0 1 1,-2 0 61,7-1 0,-2 1 1,0 0-1,-1 0 0,-2 1-53,7 0 1,-2 0 0,-1 0 0,-3 1 12,7-1 0,-3 2 0,-4 1-8,-13 0 1,-3 2 0,-4 1 632,0 3 0,-6 3-433,-3 20-56,-38 11-56,-21 13-76,5-22 1,-1 2 605,-3 4 0,-1 3-631,-1 4 0,0 2 643,0 6 0,0 3-665,10-15 0,0 2 0,0 1-10,0 3 1,1 2 0,0 0 1,1 4 1,0 0 0,1 1-6,2 0 0,0 0 0,0-1-2,2 0 0,0-1 0,-1 0 11,2-4 0,-1-1 1,-1-1-10,0-4 0,-1-1 0,-2-2 644,-9 14 0,-5-4-631,-3-6 0,-5-5-9,-5-5 1,-4-5-570,-7-4 1,-5-5 562,14-9 0,-2-3 0,-2-1-374,-6 0 0,-3-3 0,-2-1 379,10-2 0,-2-1 0,0-1 1,-2 1 6,-5-1 0,-1 0 0,0-1 1,-2 0 5,9 0 0,-1 0 1,0 0-1,-1-1 0,0 1-220,-4-1 0,0 1 1,0-1-1,-1 0 0,0 0 216,8 1 0,-1 0 0,1 0 0,-1 0 1,-1 0-1,1 0-181,-2 0 0,0 0 1,-1 1-1,1-1 1,-1 0-1,0 1 183,0-1 0,-1 1 0,0-1 0,1 1 0,-1 0 0,0 0-1,1 0 0,-1 0 0,0 0 0,1 1 0,-1-1 0,1 1-3,1-1 0,0 1 0,0-1 0,0 1 1,0 0-1,1 0-141,-9 0 0,0-1 0,0 1 0,1 0 0,1 1 87,2-1 0,1 0 0,0 0 0,1 1 0,1-1-101,3 1 1,0-1 0,1 0 0,1 1 0,1-1-317,-8 0 1,2 1 0,1-1 0,1-1 473,4 0 0,1 0 0,2-1 0,5 1 0,-10-1 0,6 1 0,14-2 0,-1 0 0</inkml:trace>
  <inkml:trace contextRef="#ctx0" brushRef="#br0" timeOffset="9858">13135 3766 20061,'2'-63'1346,"1"1"0,-1 7 0,-1 5-904,0 14 1,-1 4 174,-1-10-376,0 23-169,-1 18 7,2 22-23,5 21-37,-1-10 1,0 1-261,1 7 1,0 0 234,0 5 1,0 0-9,-1 0 0,-1-1-14,1 0 0,-1-2-3,-1-4 0,-1-2-2,2 21 16,-3-19 28,0-20-11,-2-19-11,-4-19 33,-5-22-16,-1-19-194,4 22 1,0-2 198,1-7 0,0-2-6,0-6 1,1 0 5,1-2 1,1 0 7,0 1 1,2 2 2,1 6 1,3 1-9,1 7 0,4 2-14,6 1 0,4 5-12,9-9-89,23 6 123,-7 28-16,15 12-28,2 17-252,-30-1 1,-2 3 262,-3 5 0,-4 4 11,-4 1 0,-6 3 5,-7 1 1,-6-1-4,-7-1 1,-6-2 0,-6-2 0,-6-2 5,-2-3 1,-4-3-29,-12-1 1,0-4-15,15-6 0,0-2-126,-13 0 1,3-5-872,2-15-2637,5-12 3668,18-8 0,13 8 0,4 7 0</inkml:trace>
  <inkml:trace contextRef="#ctx0" brushRef="#br0" timeOffset="10200">13953 3457 20951,'-1'-3'1843,"-1"-31"0,2-12-1047,0-10-1276,1 15 1,-1-5-1,0 1 737,2-3 1,2 0 61,0-13 1,2 2-228,-2 18 0,0 2 65,2-9 0,0 6 719,-1 10-758,0 4 271,-1 33-355,1 25-23,0 12-3,0-4 1,1 4-498,-1 3 1,1 2 458,-2-4 0,0 3 0,0 1-158,-1 5 1,-1 1 0,0 4-151,0-4 1,-1 3-1,-1 0 1,1-3 17,-1-1 1,-1-3 0,2 2-674,0 0 0,1 3 0,1-1 1,0-7 992,2 4 0,1-5 0,-1-3 0,1-4 0,3 1 0</inkml:trace>
  <inkml:trace contextRef="#ctx0" brushRef="#br0" timeOffset="11458">15164 3187 20134,'0'-4'3579,"0"0"-1786,0 4-1709,-10-40 95,5 30-140,-10-31-5,1 41-1,-12 0 6,-12 3-22,0 0 34,-23 4-23,25-4 22,-11 0-16,24-3 22,9 0-34,5 0-5,4 0 50,4-2-129,0 2 85,4 0-18,0 0-21,5 0 16,-5 0-12,6 0-21,-3 0 10,1 0 1,-2 0-213,3 0-56,1-1-63,7 0-49,3-1 17,4 2 78,0-2 89,-3 4 90,-5 0 107,-6 0 100,-5 0 85,-3 0 83,-6-2 62,-3 1-22,-7-1 11,-2-1-22,-1 0-46,0-1-27,2 0-45,2 1-23,2 3 28,-4 8 46,-6 10 32,-9 13-21,-6 11-121,16-18 0,1 1-250,-1 3 0,2 1 205,0 2 0,1 2-17,1 1 1,2 1-20,3 0 0,1 1-6,2-2 0,3 0-11,4-4 0,5 0-84,15 20 84,20-13-5,18-12-203,-23-19 0,1-3 219,0-1 0,-1-4 45,24-10 28,-17-9 0,-18-11 437,-12-4-448,-15-7-12,-9-3 6,-10 0-33,-7 3 5,-3 9 73,-3 13-107,-3 9 424,-2 16-546,-1 9-214,3 15-755,5 6-3019,12 5 4105,11-8 0,9-12 0,3-11 0</inkml:trace>
  <inkml:trace contextRef="#ctx0" brushRef="#br0" timeOffset="11991">15928 3055 21004,'-4'-52'716,"1"0"0,0 0 0,-1 6 0,1 2 0,0 5-66,-1-16 231,1 23-741,1 20 130,3 26-96,6 28-102,-1-6 1,0 6-774,1 13 0,0 5 703,-2-12 0,-1 2 0,-1 1-17,-1 7 0,0 1 0,-1 1-34,-1-12 0,-1 1 0,0 0 0,0 1-574,-1 0 0,1 1 1,-1 0-1,1 0-133,-1-1 0,0 0 0,0-1 0,1-1 437,-1 7 1,1-2 0,1-4 0,-1 1 0,1-7 0,2 4 0</inkml:trace>
  <inkml:trace contextRef="#ctx0" brushRef="#br0" timeOffset="12391">16507 3137 24699,'-3'-2'1445,"1"1"-846,2 1-336,-12 63-72,12-11-384,-4 2 0,1 5 210,7-4 0,2-4-17,-2-14 0,-1-1 14,1 11 0,-2-2 8,-1 0 143,-3-1-14,1-19 39,-1-25-156,1-10 44,0-27-22,6-11-25,-1 13 0,3-2-245,3-4 0,3-2 247,2 0 1,3 1-1,2 2 1,3 3-182,-1 5 0,2 4 131,23-13 17,0 18 22,0 13-134,4 20-269,-19 6 1,-2 4-180,13 15-1052,-15 0 1,-3 4 1611,-9-1 0,-4-1 0,8 12 0,-6 2 0</inkml:trace>
  <inkml:trace contextRef="#ctx0" brushRef="#br0" timeOffset="13474">21513 3279 19944,'7'-52'731,"0"0"1,0 0-1,-1 7 1,2 2 0,-1 0-122,5-17 1,0 5 24,3-6-439,-4 25-132,-10 32 15,-2 25-6,-3 22-48,0 8 0,-2 5-862,-1 2 0,-1 4 825,1-9 1,0 4 0,-1-4-9,0 5 1,-1-1 0,1-11 0,0 1 1,1-3-103,0 2 1,1-1 58,0 9 1,1-4-1,3 10 28,4-25 18,0-34-35,2-27 46,1-21 33,-2-3 0,0-6-647,1-1 1,0-2 627,-1 8 0,0-2 1,0 1-5,1 3 1,1 1 0,0 2-6,2-9 0,1 1 7,0 12 0,2 0 1,1 1 144,12-17 1,3 2-170,2-1 0,3 1 13,-5 17 0,2-1 1,2 5 0,14-5 0,2 5 0,-7 8 1,2 4-13,-5 5 0,4 2 0,2 3-4,8 1 0,2 3 1,1 1 5,2-1 0,2 1 0,1 0-394,-6 3 0,3 1 1,-1 0-1,0 1 402,-6 0 1,1 2 0,-2 0 0,-1 0 0,6 0 0,-3 1 1,3-1 4,-3 0 0,2 0 1,0 0-1,-1 1 6,9-1 1,-2 0 0,4 0-7,-7 0 0,3 0 0,2-1 0,0 1 0,-2 0 6,5 0 0,-1 0 0,0 0 0,1 0-383,-7 0 1,3 0 0,-1-1 0,-1 1 0,-5 1 378,7-1 1,-5 0 0,0 0 11,6 0 0,0 0 0,-1 1-150,-8 0 0,-1-1 0,0 1 144,-1 0 1,-1 0-1,1 0 42,0 1 1,0 0 0,-4 1-36,3 2 1,-4 1 554,-6 2 1,-2 2-539,22 14-5,-15 10 2280,-16-4-2294,-12 3 0,-3 3-9,-4-4 1,-1 2 922,2 18 1,0 4-924,-3 2 1,-1-1 57,-1-9 0,-2 4-56,-1 5 1,-1 6 0,-1-2-562,0-13 0,-1-2 0,0 3 538,-1 1 1,0 3 0,0 1 0,-2-3-810,-2 7 1,-2-3-1,0-3 814,-1 9 0,-5-3-14,-4-9 1,-5 0 0,-2-6-165,-6-2 0,-4-4 181,1-2 1,-3 1-1,-2-5 2,3-9 1,-3-3-1,0-2-375,-6-1 1,-1-2 0,1-2 383,-13 1 0,-3-2-3,9-5 0,-7-2 0,-1-1 0,2-1 0,10-1 0,2-2 0,-2 0 0,-2 0-2,-7 0 1,-4 0 0,-1 0 0,-1-1 0,2-1-126,4 1 1,1-2-1,0 1 1,0-1 0,-1 0 122,-2 1 1,0-1-1,0 0 1,-1 0 0,0 0 24,0 0 1,0 1-1,-1-1 1,0 0-1,1 1-19,0 0 0,0-1 1,1 1-1,-1 0 1,1 0-1,2 0 0,1 0 0,-1 0 0,1 1 1,1-1-16,2 1 1,1-1 0,0 1-1,1-1 1,0 1-38,-8-1 1,1 0 0,1 0 0,1 0-159,6 0 1,1 1 0,1-1 0,2 0-413,-6-1 0,1-1 1,4 0-2186,-6-2 1,7-1 2804,-7-8 0,35 6 0,17 4 0</inkml:trace>
  <inkml:trace contextRef="#ctx0" brushRef="#br0" timeOffset="14058">22331 3029 25858,'17'-30'218,"0"0"1,12-3-45,-20 73-104,-6-10 0,0 3-42,-2 6 0,0 3-614,-5 3 1,-1 2 582,-1 0 1,0 0-1,-3 0 0,1-1 0,0-5 1,2-1 7,0-5 1,1-3 11,-3 13 295,1-20-284,-2-18-6,-4-20-16,3-5 11,-5-25-9,6 12 1,0-2 2,0-4 0,1-2 10,-2-11 0,1-1-13,3 2 1,2 2-9,1 8 0,1 0 0,1-16 0,3 0 5,3 21 1,3 1-3,1-13 0,5 2-15,2 15 1,4 4-17,24-14 23,-5 17-7,-7 14 1,-1 5 0,4 5-128,3 6 1,-1 5 104,1 15 17,-13-5 1,-4 2 4,-3 13-16,-15 12 0,-38 2-6,12-25 1,-3-2-313,-12 3 1,-4-2 157,2-8 1,0-4-293,0-1 1,0-3-770,5-3 1,1-2-8583,-19-3 8985,22-4 1,16-2-1,12 2 1</inkml:trace>
  <inkml:trace contextRef="#ctx0" brushRef="#br0" timeOffset="14474">22853 3326 16969,'14'-48'1035,"1"1"0,-1-1 0,-1-1 1,0-1-1,-1 2-610,-2 4 1,-2 1 0,0-1-833,0-1 0,-1 1 1,0-1 851,2-17 1,0 1-116,-2 9 1,0 2 220,-2 11 0,0 4-243,3-10 251,-4 23-525,-3 30 27,0 28-33,-1-1 0,0 3-213,0-1 1,0 3 189,0 13 1,0 7 0,-1-2-314,-1-10 0,-1-1 1,0 3 263,-1 3 1,0 4-1,0 1 1,-1-2-57,-1-5 1,0-1 0,-1-1-1,1 0-82,-1 0 0,1 1 0,-1-1 0,1-1-201,0 13 0,-1-1 1,4-2-309,1-6 0,3-1 1,1-3-2239,5 11 1,3-5 2928,1-14 0,1-7 0,5 5 0,-7-24 0</inkml:trace>
  <inkml:trace contextRef="#ctx0" brushRef="#br0" timeOffset="15217">23418 2895 24715,'31'-45'448,"-1"0"1,-8 11-1,2 7-409,8 12 0,-1 9-5,-1 12 22,-9 20 0,-3 7-50,-3 5-429,-2 8 0,-3 4 414,-7-14 1,-3-1-29,1 12 1,-2 2-68,-1-1 1,-1 1-110,0-2 0,-1 0-157,0-3 0,-1-2-330,2-5 0,-1-1-1441,-5 22-1538,-4-19-1384,-6-19 1769,-5-23 3283,-3-16 1702,1-18 841,1-11-39,3-6-405,5-2-390,6 2 314,5 7-943,6 8-368,5 9-376,4 8-247,6 7-139,6 5-1508,28 1-3897,-3-2 4976,15-1 0,-32 3 0,-10 3 1</inkml:trace>
  <inkml:trace contextRef="#ctx0" brushRef="#br0" timeOffset="15491">24208 2560 26486,'-22'37'414,"5"18"-383,16-7 0,3 5-1129,-2-11 0,1 2 1,-2 1 1048,0 6 1,-1 2-1,-1 1-88,-1 6 1,-2 0 0,0 1-77,0-13 0,0 0 1,-2 0-1,1 0-219,-1-1 1,0 0 0,-1 0 0,1-1-695,-3 12 0,0-1 0,0-1-1215,1-7 0,0-1 0,1-2 2341,-3 7 0,2-6 0,-2 9 0,5-33 0</inkml:trace>
  <inkml:trace contextRef="#ctx0" brushRef="#br0" timeOffset="15867">24509 3297 22313,'-10'-47'1040,"0"-1"0,1 7 0,3 8-911,5 16-40,5 28-55,-2 4 22,4 32-17,-5 1-39,-1-15 0,-1 2 3,-3 10 0,-2 1-1030,1-7 1,-2-2 1031,0-1 1,-1-1 541,-7 16-423,4-24 88,2-3 186,5-14-241,10-16-56,7-13 1533,2-6-1550,12-20 11,1-2-25,-10 16 0,3-1 47,5-6 1,2 1-352,-4 8 1,1 2 249,-2 2 1,1 4 6,20 0-29,-10 17-218,20 23-409,-5 14-1151,-21-4 0,-2 3-389,6 21 2173,-16-21 0,-5-1 0,-2-6 0,-3 0 0</inkml:trace>
  <inkml:trace contextRef="#ctx0" brushRef="#br0" timeOffset="17284">7231 3536 21679,'40'-26'435,"1"1"0,12 0 1,7 6-384,-6 11 0,4 4 1,3 1-1340,-8-1 0,3 0 1,0 0-1,2 1 1299,-7 0 0,1 0 1,1 0-1,1 0 0,0 1-12,2-1 0,0 0 0,2 1 0,0 0 0,2 0-5,0 0 0,2 0 1,2 1-1,-1 0 1,-1 0-1,-4 0-317,8 0 1,-5 0 0,0 0 0,5 0 320,-9 1 0,3 0 0,2 1 0,1-1 0,-3 0 0,-3 1-131,7-1 1,-4 1 0,0-1 0,3 1 124,-11-1 0,1 1 1,1-1-1,1 1 1,1-1-1,-2 0-118,1 0 1,-1 0 0,0 0-1,1 0 1,0-1 0,2 0 124,-3 0 1,3 0 0,1-1 0,0 0 0,-2 0-1,-1 0 1,-3 0-9,3 0 0,-4 0 1,-1 0-1,1 0 1,2-1 15,2 0 0,2 0 1,2-1-1,-2 0 1,-2 1-1,-4-1 1,16-1 0,-7-1 1,2 1 92,-8 0 0,2-1 0,0 1 0,-2 0-95,10-1 1,-2-1 0,-1 0 10,-2 0 1,-1-1 0,-6 1 9,1 1 0,-5-1 106,2-1 0,-9-2 1546,-20-1-1517,-14-7 1224,-30-3-1269,-24-3-57,16 11 1,-2 1 1080,-4-2 1,-1 1-1054,-2 1 1,1 0 2,-1-1 1,0 1-23,1 0 0,-2 0-3,-7-1 1,1 0-43,13 4 1,0 1 24,-13-2 1,1 1 105,-14-1-61,26 4 1,2 1 2261,-14-2-2312,22 2-34,21 3 5,27 2-4,26 5-12,-10 0 0,3 1-549,8 3 1,3 2 545,4 2 1,1 5-13,-14-1 0,2 2 0,-4 1-8,2 1 1,-2 3-53,-7 0 0,0 3 1,-5 1-209,-6 5 0,-6 2-739,3 10 0,-6 4 1022,-12 7 0,-5-3 0,0 7 0,-14-5 0</inkml:trace>
  <inkml:trace contextRef="#ctx0" brushRef="#br0" timeOffset="18100">17544 3259 16409,'-36'-9'1047,"-1"0"1,-14-5-482,98 2-199,-13 6 0,5 0-117,7-1 0,7 0 0,0 0-1140,0 0 1,1 1-1,3 0 936,-3 1 0,2-1 1,1 1-1,-1 0-409,-1 2 1,0-1 0,-1 1-1,-2 0 393,7-1 0,-1 1 0,4 0 32,-5 1 1,5 0 0,3 0 0,-3 0-1,-5 0-40,0 0 1,-5 0 0,8 1-5,-9-1 0,6 1 1,6-1-1,1 1 1,0-1-1,-2 1 0,-5 0-379,0-1 1,-4 1 0,-1 0 0,1 0 0,5 0 367,-4 0 0,4 0 1,2-1-1,1 1 0,-1 0 1,-2 0-1,-5-1-251,3 1 0,-4 0 0,-2 0 0,1 0 0,2-1 259,7 1 1,1-1 0,1 1 0,1-1 0,-2 0-69,-3 0 0,1 0 1,-1-1-1,-1 0 1,1 1 62,-1-1 0,0 1 0,0-1 0,-1 1 0,1-1 48,1 0 0,1-1 1,0 1-1,-3-1 1,-4 0-18,10-1 0,-6-1 0,-4 0 29,3 0 0,-6-2 120,-10-1 1,-10-3 1371,-19-14-1450,-21-3 0,-33-6-51,-4 12 838,12 10 1,-2 1-833,5 2 1,-2 2 41,-19-5 0,-3 2 927,9 1 0,-1 2-930,-5-1 1,1 1-32,12 2 1,3 1 1811,-24-3-1859,22 3-5,14 2-46,19 2 284,11 0-216,21 2-51,29 5-11,3 1-236,-14 0 0,6 2 0,-1 1 244,8 4 1,1 1-18,-2 1 0,3 1 0,-3 2-64,-13-1 0,-2 1 1,-3 3-261,9 13 0,-7 3 70,-12-8 0,-9 2-1713,-17 11 0,-10 1 1993,-6-13 0,-3-3 0,-14 23 0,5-24 0</inkml:trace>
  <inkml:trace contextRef="#ctx0" brushRef="#br0" timeOffset="19267">12359 3629 15552,'-4'0'2996,"0"0"-2528,-36 2 0,-14 1-2223,19 0 1,0 0 1881,-7 0 0,-5 0 0,1 1 206,-13 2 0,-2 1-132,7 0 1,-3 0 0,-1 0-159,11-1 1,-1 0 0,0 0-1,-3 1-329,-9 0 0,-3 2 0,-1-1 1,2 1 314,3-1 0,1 0 1,1 0-1,2 0-11,-7 1 1,2-1 0,-2 2 9,6-2 0,-3 0 0,0 1 0,-1 0-168,10-1 1,0 0 0,0 1 0,-1-1-1,0 1 156,-2-1 1,1 1 0,-2 0 0,0 0 0,0 0-7,-8 1 0,-1 1 0,0 0 0,0-1 1,2 1-234,8-2 1,2 0 0,0-1 0,1 1 0,-1-1 236,-1 0 1,1 0-1,0 0 1,-1 0 0,1-1-67,-1 1 1,1-1-1,0 1 1,0-1-1,0 0 63,-12 1 0,1 0 1,-1 0-1,1 0-2,3-1 1,-1-1 0,1 1 0,1-1 29,2 0 1,2 0 0,0 0-1,1-1-35,-12 0 0,2 0 0,2 0 197,7-2 0,2 0 0,3-1-198,-4 0 0,3 0 692,6-2 1,4-1-590,-6-4 2148,11-1-2214,15-1 1941,16 4-2031,3 1 1427,1 2-1377,4 2 28,6-1 0,10 1-6,1-2-11,22-8 12,-9-1-7,6-5 130,-3-1 44,-21 2-78,1-6-72,-18 3 122,-16-16-50,-4 8 22,-14-9 12,3 12-12,3 9-61,6 6-45,5 6 17,3 7 17,-3 10 83,-4 12 46,-5 12-63,-1 7-60,7-10 16,8 19-73,22-19-11,15 15-1461,26-14 1338,-1-12-852,5-8 1,5-2 974,-8-4 0,-1-1 0,-3-1 0,-3 0 0,17 2 0</inkml:trace>
  <inkml:trace contextRef="#ctx0" brushRef="#br0" timeOffset="20217">21446 3601 20897,'-47'-20'220,"0"-1"1,0 1 0,0 2 0,-1 2 0,2 7-140,-12 13 0,0 8-1006,13-5 0,-2 1 0,0 1 955,-5 0 0,-1 0 0,-1 1-423,-4 1 0,-1-1 1,-1 1 403,13-3 0,-1 0 0,0 0 1,-1 0-1,-2 0 0,0 0 0,0-1 1,-1 1-3,-2 0 1,-1 0 0,0-1 0,0 1-1,-2 0 1,0-1 0,-1 1 0,0-1-258,-2 0 0,0 1 0,-1-1 0,0 0 250,-1 0 1,0 0 0,-1 0 0,0 0-3,12-1 0,-1 0 0,1 0 0,0-1 0,-1 1 4,2 0 1,-1-1 0,0 0-1,0 1 1,1-1 2,-12 1 0,0 1 0,0-1 0,1-1-268,3 1 1,-1-1-1,2-1 1,-1 1 276,4-2 1,-1 1 0,2-1 0,0 0-24,3-1 1,1 0 0,1 0 0,0-1 19,-11-1 0,2 0 1,1-1 212,6 0 0,0-1 1,3-1-205,-14-2 0,3-1 12,11-2 0,5 0 66,-17-10 1724,27-4-1762,18 1 1933,10-2-1967,5 1 1971,3 1-1977,2 4 779,1 5-818,0 6 23,4 4 11,4 8 22,7 7 11,7 15 6,6 11 17,3 10-218,-19-21 1,-1 1 144,-1 1 0,-2 0 5,-1-1 1,-2 0-34,12 25-168,1-6-767,13-7 963,-7-23 0,1-2 0,3 2 0,7-6 0</inkml:trace>
  <inkml:trace contextRef="#ctx0" brushRef="#br0" timeOffset="21134">5274 5388 19814,'5'-45'1019,"0"0"1,1 0-1,0-13 1,-1 10-281,-2 19-404,-4 19-279,-1 22 123,0 22-143,0 7 1,-1 6-32,0 2 1,0 4-1099,-1-5 0,0 3 0,0-2 1090,-2 5 0,0 1-3,-1-7 1,0 4-1,-2-2-351,1-6 0,-1-1 0,0 1 345,-3 9 1,0 2 0,-2 0 14,-2-1 1,-1 0 0,0-3-10,-5 6 1,-1-4 19,-2-7 0,0-7 53,-5-8 51,1-20 22,15-23 112,2-20 2707,15-6-2870,9-7 1614,2 15-1642,5-2-16,-4 8-135,4-7-229,-7 11-729,-1 5-77,-7 11-5557,4 6 6682,-3 2 0,1-1 0,-3 0 0</inkml:trace>
  <inkml:trace contextRef="#ctx0" brushRef="#br0" timeOffset="21541">4740 6402 21220,'-6'-12'1129,"-7"-22"0,1-7-5406,7-19 4459,-6 16 0,2 0 898,7 8 0,4 7-868,1 10 704,4 0-888,2 19 5,11 17 46,7 33-49,-12-23 1,0 3 1499,3 8 1,-1 0-1503,-2-7 0,0-2 50,19 21 40,5-14 55,7-14 18,6-14-74,5-20-81,-26 1 1,1-3-15,1-4 1,0-3-1646,-1 0 1,-1 0 1628,16-12-18,-6-2-413,-21 13-566,-4 6-852,-14 15 566,-7 10 1277,-13 25 0,10-22 0,-5 11 0</inkml:trace>
  <inkml:trace contextRef="#ctx0" brushRef="#br0" timeOffset="22741">4860 7658 21359,'0'-51'692,"0"1"0,0-1 0,0 5 1,-1 0-1,1 6-507,0 7 0,-1 2 373,-1-4 1,0 3-150,-2 1-139,-2-2-225,2 26 28,1 20-50,0 5-18,-2 15 1,-1 6 8,1-4 0,-2 3-472,-3 19 1,0 3 451,1-4 1,1 0-4,0-1 1,2 0 5,1-5 0,2-2 6,0-8 0,3-3 8,3 13 56,0-23 23,5-22-12,2-23-16,8-19-40,7-21 0,-10 23 1,1-2 150,2-2 0,0 0-170,2 0 0,0 1 11,1 5 0,0 1 31,20-17-28,-6 21-23,-4 16-28,-4 19 6,1 14-22,0 15-40,-1 11 735,-7-7-847,-5-6 1,0 1-191,11 12 30,-7-14 1,2-2 47,21 7 118,4-17 118,-2-15 72,-5-17 51,-11-10 39,-10-8 73,-8-3 72,-6 2 377,-2 3-371,-2 7-84,-1 7-112,1 6-39,0 3 0,7 3 6,8-1-12,10-2 6,10-3 23,7-6-18,0-5 12,-1-6 33,-10-4-10,-11-3-7,-11-1 40,-14-1 28,-8 1 16,-10 3 29,-5 7-40,-3 8-33,1 9-34,2 12-27,2 8-24,6 10-16,8 7 0,8 5-11,13 3-56,10 3-79,14 1-569,11 0 566,-17-23 1,3-2-45,4-1 0,2-4 5,4-2 0,2-4 93,2-5 0,1-4 106,-2-6 0,0-3 37,-6-3 0,-3-4 13,-7-2 0,-5-2 90,4-21 11,-15-2 40,-15 2 39,-5 0 27,-8 4-21,-2 8-74,-1 12 430,0 11-536,-1 17 8,0 12-36,1 12 6,6 6-6,8-2-11,10-5-5,7-8 16,8-11 17,4-8 17,1-16 28,-2-7-23,-3-12 28,-2-3 34,-5-1-5,-4 3 5,-5 6-23,-1 8-55,-2 9-34,0 4-11,-1 20-28,4 3-23,3 16-50,7-2-90,7 0-128,7 0-135,8-4-151,6-7-247,6-10-666,3-14-1003,2-11-2844,-2-10 5376,-12 0 0,-15 7 0,-12 7 0</inkml:trace>
  <inkml:trace contextRef="#ctx0" brushRef="#br0" timeOffset="23384">6952 7408 23769,'-7'-49'691,"1"0"0,-2 5 0,-5 9-372,-27 20-101,-10 10-11,-8 16-134,27-1 0,0 4-201,0 4 1,2 3 146,2 2 1,4 2-9,-12 27 17,17-3 92,18-6-97,15-11-6,17-14-17,17-13-20,-10-15 0,1-5 23,-1-2 0,-2-3-284,1-2 1,-1-3 296,-4-5 1,-3-2 5,-9 3 1,-2-1 19,3-9 0,-2-4 36,-3-16 1,-5-4-26,-4 6 0,-2-1-546,-1-1 0,-2 0 602,-2-1 1,-2 3 21,0 14 1,-1 2-71,0-6 1,-1 2 55,0 10 1,-2 4 89,-3-10-177,1 20 473,3 15-503,1 20 0,9 20 0,8 27-757,5-4 1,3 3 688,-5-16 1,1 1-86,2 3 0,3 4 0,-1-1-532,-4-12 0,-1-1 0,1 2 12,5 10 1,1 3 0,2 1 672,-4-10 0,1 2 0,1-2 0,-4-4 0,5 10 0,-1-4 0,1-4 0,-1 1 0</inkml:trace>
  <inkml:trace contextRef="#ctx0" brushRef="#br0" timeOffset="24674">21975 5014 18431,'14'-60'826,"0"-1"1,0 1 0,-3 9 0,-1 3-1,0 5-364,-3 6 0,-1 6 121,-1 2 110,-4 23-457,-6 25 176,-4 25-359,1-8 1,0 5-46,-2 12 0,1 3-636,2-11 1,0 1-1,0 2 618,0 5 1,0 2 0,1 0-34,-1 4 0,1 1 0,0 1-19,1-14 1,0 1-1,1 0 1,-1 0-50,1 0 0,0 0 1,0 0-1,0 0-121,0 15 1,0 0 0,0-2-21,1-4 0,1 0 0,0-3-144,2-7 1,1-2 0,0-3 179,0 5 1,0-6 2,0 4 163,-13-41 95,-10-31 78,-9-28-11,14 17 0,1-3 530,0-5 0,1-2-486,1-3 1,0 0-20,0 0 1,2 2-21,0 2 1,1 2 237,2 4 0,2 3-308,1 4 1,2 3-48,6-20-45,13 12-78,18 8-56,16 5 106,-17 14 0,1 0-231,4 0 0,1-1 298,2-1 1,1-1 27,0 0 0,1-1 14,-2 0 1,-1 0 5,-2 0 0,-2 0 406,-3 2 0,-4 0-269,15-9 450,-17 8-371,-15 8-124,-13 5-5,-9 6 605,-11 6-599,-9 11-51,-6 10-34,1 8-28,3 8-22,11 3 6,10 0-12,16-5 78,11-5-49,12-10 10,8-10 12,5-12 0,0-16 34,0-12 44,-5-12 40,-4-6 55,-7-3 12,-8 2 38,-6 3 7,-5 6-34,-3 7-1,-2 7-94,0 7-112,-2 6-12,0 12-22,-5 11 0,0 12-6,0 8 6,3 2 17,3-1-22,6-5 5,3-7-6,6-12 0,4-8 18,3-18-18,3-9 23,2-14 11,0-4 5,-3 0 29,-5 3 5,-4 8 12,-5 6-51,-3 9-45,-3 5 11,-2 6 34,2 10-33,1 9-46,3 12 12,2 6-45,3 4-174,3 0-223,5 0-426,6-6-780,4-6-1276,4-13-2744,1-15 5707,-5-10 0,-12-1 0,-8 2 0</inkml:trace>
  <inkml:trace contextRef="#ctx0" brushRef="#br0" timeOffset="24825">23010 5411 15199,'0'-56'2309,"0"0"1,0 6 0,0 6-1571,0-3 1,0 15 66,-3 11-347,0 8-240,-2 4-169,2 6-196,0 2-570,3 3-7641,-2 5 7509,2 2 0,-1-2 0,1-1 0</inkml:trace>
  <inkml:trace contextRef="#ctx0" brushRef="#br0" timeOffset="25191">23234 5650 24224,'35'-28'130,"0"1"0,-1-1 0,15-11 0,-9 0 16,-11-14-703,-16 21 1,-2-4 581,-1-6 0,-2-4-3,-1-7 1,-2-3-478,-1-5 1,-2-2 513,-1 20 1,-1 0 0,-1 1 94,-2-17 0,-2 3 282,0 10 1,-2 4-185,-10-14-168,0 28 62,-2 31-51,-8 40-61,7 0-121,4 1 0,2 5 89,5-6 1,3 1-71,-2 16 1,3 3-45,2-20 0,1 2 0,4 1-1038,5 10 0,4 1 0,0-2 724,4 8 1,1-4 0,1-6 0,0-7-1,2-11 1</inkml:trace>
  <inkml:trace contextRef="#ctx0" brushRef="#br0" timeOffset="37909">5390 1819 27521,'2'-53'531,"1"-1"1,-1 0-1,0 3 1,0 2 0,0 1-315,-1-11 1,-2 4-265,-1 10 0,0 4 353,-4-16-58,-1 27-593,1 19-63,2 20 120,-1 21 139,0 28 48,3-19 1,0 4-561,1 6 0,0 1 634,1 4 0,2 0 70,0 0 0,1 0-154,1-2 0,1-2 313,1-4 1,-1-2-473,1-8 1,-1-3 313,2 12 192,-2-23-43,-3-19 511,-1-19-545,-2-18-50,-2-18 14,0-11-44,1 30 0,2-1 53,1 2 0,2 0 219,8-24 894,6 10-271,3 14-804,2 15-170,8 19 0,-10 6 0,12 21 0,-13 4 0,4 15-130,-5 0-755,-2 6-206,-7-22-334,-2 3 878,-5-24 538,-1-2 483,-1-6-20,0-6 144,0 1-437,0-3 237,-1 3-578,1 0 324,4 6-468,-3-2-283,3 4 135,-2-1 56,-1 3 402,0 0-324,0 4 396,2-1-699,2 3-1326,15 2-2389,5-6 4529,6-1 0,-13-6 1,-6-2-1</inkml:trace>
  <inkml:trace contextRef="#ctx0" brushRef="#br0" timeOffset="39049">5980 1705 32767,'-13'-15'-2801,"4"3"1644,26 27 996,3-5 425,8 0 181,3-4 163,7-12 195,-6-6-155,-1-10 703,-14 2-1351,-5-8 0,-11-6 0,-6-1 0,-8-3 0,-6 15 0,1 11-80,-6 6-1042,1 15 662,-10 16 419,8 9 140,4 15 60,14-13 53,9 12-95,11-10-342,3-11 1,5-1-405,27 13-721,-13-21 1,2-3 725,19-2 395,-17-9 0,2-4-81,2-8 0,0-3 577,1 1 0,-1-3 177,3-6 1,-4-4 162,-14 4 1,-4-2 636,11-19-406,-17 8-155,-7-11-602,-11 17 1030,-6-8-1679,-5 16 225,-7 9-814,3 7 430,-14 18 133,6 6 382,-9 16 343,12 0 161,9-1 58,6-10 27,10 0-331,6-11-269,5-3-92,2-5-171,10-22 437,-11 3 193,21-29 14,-17 11 47,6-12 187,-12 10 99,-6 8-208,-3 6-156,-4 8-488,-1 6 6,-1 5-25,3 8-87,1 9-67,5 10 47,1-4-586,16 16-178,0-14-323,17 11-228,3-15 458,3-10 749,1-11 882,0-13 666,-1-13 103,-2-11-210,-23 13 0,-2-2-107,0-2 1,-3-2-136,0-1 1,-3-2-154,-1 0 0,-3-1 19,5-27-175,-8 11-332,-11 15-360,-11 18-86,-15 23-23,-1 5 301,-3 11 1,0 4-165,-9 17 131,12-13 0,3 1 318,1 16 312,14-9-353,14-11-13,13-13 33,4-9 138,35-28-175,-10-9-725,-10 2 0,-1-3 613,-11 7 1,-2-2 83,9-22 0,-4-5 0,-9 11 0,-3-2 45,0 1 0,0-4 0,-2 2 80,-2-15 1,-3 1-37,-1 4 0,-3 2 79,-3 10 1,-2 3 107,-4-14-270,-3 26 0,2 17 0,0 15 0,-1 17 0,-3 25 0,4-9 0,0 5-71,0 12 1,1 4-117,2-11 0,1 2 0,1 1-986,0 7 1,1 2 0,1 1 1172,4-7 0,0 3 0,2-1 0,-2-6 0,-1 12 0,1-4 0,5-2 0,0 1 0</inkml:trace>
  <inkml:trace contextRef="#ctx0" brushRef="#br0" timeOffset="48225">13353 1405 19795,'-10'-58'784,"0"0"0,0 1 0,0 7 0,1 1 0,1 5-561,-1 2 0,1 5 287,-4-4-201,3 18-226,6 23-96,3 20 39,8 31-139,-2-11 0,1 2-189,-1-3 0,0 3 333,-1 8 1,0 5 0,-1-1-785,-1 8 1,-2 1 757,1-3 1,0 4 0,-2-2-1,-1-12 1,-1-1 0,0-2 2,-1 16 1,0-3-1,0-17 1,-1-4-61,0-2 0,0-6 304,1-9-12,-2-5-150,5-35-6,5-22-34,0-5 9,5-3 0,3-3-20,-1 12 0,1-1 77,1-7 0,2-1-80,6-3 1,2 4-15,9-7-14,-10 18 1,0 4-26,9 1 6,-9 15 1738,11 16-1739,-6 14-49,17 14-57,-2 12 17,-8-3-103,-8-5 0,-2 0-71,10 14 149,-11-15 0,0-1-176,9 8 106,-6-14 128,-8-12 585,-4-12-288,-5-13 30,-1-10-31,0-11-14,1-5-11,-1 6 264,4-7-194,2 8-92,-2 6-159,0 7-31,-8 14 105,0 11-201,3 4 3,4 8-22,6 1 21,4-4 113,2-5 75,3-6 115,1-11-22,-2-8-53,-2-10-4,-7-8-5,-8-5-34,-8-4-165,-10-1-126,-8 4-67,-8 8-74,-4 10 301,-5 10 36,-2 12 4,-1 14-7,2 12 1,6 12 48,8 10-27,8 6-343,9 3 303,13 0-67,10-3-55,15-6-63,13-10 80,-19-23 1,4-4-16,3-3 0,1-4-394,6-5 0,-2-3 526,-6 0 0,1-3-28,16-11 0,0-5 86,-18 5 1,-2-2 28,13-9 0,-2-3-173,-15 4 1,-4-1 184,-4 0 1,-3-2-11,6-27 59,-11 4 35,-7 9 261,-9 11-365,-5 11 737,-5 12-876,-5 15 456,-3 16-395,-3 18 32,-1 13-127,14-23 1,2 2 115,-7 30-6,7-5 1,6-10 16,8-15 39,5-14 0,7-17 52,7-16 23,6-14 22,4-14-12,0-7 1,-3-1 9,-5 2-22,-3 8-60,-5 8-93,-4 12-33,-5 10-17,-1 9 46,-1 14 18,1 11 249,2 14-429,2 7-123,2 4-123,4 0 38,8-5 29,14-8-546,17-13 716,-21-14 1,2-5 61,4-4 1,0-3 86,2-2 0,-1-4 58,-3-3 1,-2-3 25,-4-2 0,-2-2 28,-5-1 0,-2-3 135,13-27 83,-11-1 96,-9 1 44,-9 8-44,-14 11-84,-11 14-118,-14 12-62,-12 17-39,-4 13 204,1 14-249,9 9-10,11 4-12,12-2-6,15-5 23,13-11 22,17-13-5,14-16-34,11-20-250,-25 2 1,0-4 271,1-6 1,-2-4 27,-1-4 1,-3-3 5,-1-5 0,-4-3-358,-1-6 1,-2-2 385,-1-5 0,-1-2-607,-1-2 0,-1 0 657,-1 2 1,-2 2 19,-1 7 0,-2 3 2,-3 9 1,-1 4 129,0-9 214,-3 22-545,-2 18 908,-2 21-857,-6 22-1,3-7 1,0 4 6,-3 12 0,1 4-289,2-11 1,0 2 0,0 1-1142,0 6 0,1 2 1,0 1 1417,1 9 0,2 1 0,0-6 0,-1-4 0,1-4 0,3-3 0,0 0 0</inkml:trace>
  <inkml:trace contextRef="#ctx0" brushRef="#br0" timeOffset="51249">15851 400 31799,'-56'-19'-178,"0"-1"1,0 1 0,0 0 0,0-1 0,0 1-1,1 2 1,-1 0 0,-1 1 0,1 0 0,0 2-1,0 2-221,3 2 0,0 1 1,0 2-1,0 1 0,-1 0 1,0 2 488,-1 1 0,-1 2 0,0 0 0,0 2 0,0 1 0,-1 0-99,0 2 1,-1 1-1,0 1 1,0 1 0,0 2-1,0 1 50,-1 1 1,0 1-1,0 2 1,0 1-1,0 1 1,1 1-20,-2 2 1,1 1 0,0 2 0,1 1 0,-1 1 0,1 1 71,8-2 1,0 1 0,-1 2 0,1 0 0,1 1 0,0 0 0,0 2-145,0 1 0,0 1 1,0 0-1,1 2 0,1 0 1,0 1-1,0 1 170,1 0 1,1 0-1,0 1 1,1 1-1,1 1 1,0 2-1,1 1-47,-2 4 0,0 3 0,0 1 0,2 1 1,1 0-1,2-2 0,3-2-101,-3 1 0,4-2 0,1-1 0,3 1 0,1 4-89,3-2 0,-1 4 1,3 1-1,2 0 0,5-2 1,7-5-380,7 12 0,9-5 1,7 0 125,0-7 1,4 1 0,5-1 0,6-5-97,8-4 0,8-3 0,4-5 0,3-3 246,-2-5 1,4-4 0,2-3 0,4-2 0,3-3 126,-8-3 0,5-2 0,2-3 0,2-1 0,1-1 0,-2-1 0,0 1 0,-4-1-19,4 1 1,-2-1-1,-2 0 1,1-1 0,2-1-1,4-1 69,-12 0 0,3-1 0,3-1 1,1-1-1,0 0 0,1 0 0,0-1 1,-2 0-1,-2 0 0,-3 1 26,7-3 1,-3 1 0,-2-1-1,0 0 1,-1 0 0,2-1-1,1 0 113,1 0 0,2-1 0,0-1 0,1 0 0,0 0 1,0 0-1,-1-1 0,-1 0-11,-4 1 0,-1 0 0,0 0 0,-1-1 1,0 1-1,0-2 0,0-1 0,-1 0-7,7-5 0,2-1 0,-1-2 1,-1 0-1,-2-1 0,-2 2 1,-3 0-45,1 1 0,-4 1 0,-1 0 1,-2-2-1,0-3-101,6-5 1,1-4 0,-2-2-1,-4 0 1,-7 2-49,-4-5 1,-8 1-1,-3-2-202,3-9 1,-3-3 0,-9 0 80,-8 2 0,-8 1 0,-12 1-254,-11 7 1,-10 1-1,-5 2 1,2 3 105,-3 0 0,-1 3 0,-7 3-340,-2 6 0,-8 1 0,-4 1 1,0 3-1,5 3 603,3 5 1,3 3 0,0 2 0,2-1 0,-13-3 0,2 1 0,5 1 0,1 4 0,0 0 0</inkml:trace>
  <inkml:trace contextRef="#ctx0" brushRef="#br0" timeOffset="53234">7664 2390 23367,'-57'22'398,"0"-1"0,-1 0 0,1 0 0,0 0 0,6 0 0,0 1 0,0 0 0,1 2 0,-1 1 0,2 3-795,-2 4 1,1 2 0,0 3-1,1 0 1,-1 2 0,-1 0 444,4-2 1,-1 0-1,-1 2 1,1 0-1,-1 1 1,0 1 0,0-1-138,4-1 1,0-1-1,-1 2 1,1 0-1,-1 0 1,1 1-1,-1-1 1,1 2 71,3-4 0,1 0 1,-1 1-1,1 0 0,0 0 1,-1 1-1,1-1 0,0 1 1,0 0-49,0-1 0,1 1 0,-1 0 0,1 0 0,0 0 0,-1 0 0,1-1 1,0 1-1,1-1 49,-4 4 0,0-1 0,0 0 0,1 1 1,0-2-1,0 1 0,0-2 0,1 0-73,-3 2 0,1 0 1,0-1-1,0 0 1,1-2-1,0 0 1,1-2 23,-2 1 1,1-1-1,0-1 1,1-2 0,0-1-1,1-2-235,-10 6 1,0-2 0,2-3 0,0-4 305,-8-2 1,0-5 0,7-3 0,8-3-1,3-4 1,-20-8 0</inkml:trace>
  <inkml:trace contextRef="#ctx0" brushRef="#br0" timeOffset="53384">4063 3649 22133,'51'-34'973,"0"-1"0,0 1 0,0 0 1,-3 4-1,1 1 0,0 4 1,-2 9-985,3 11 1,-1 8 0,-1 5-1067,4 4 0,-1 6 0,0 6 667,-8-1 0,-1 4 1,0 3-1,1 2-611,-5-1 1,2 2-1,-1 2 1,0 1-1,-1-1 923,9 9 0,-1 1 1,-1 0-1,-3-3 1,1 1-1,-3-2 1,-4-4-1,0 1 1,-1-1-1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32:58.86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5629 1975 19760,'-3'-45'1090,"0"0"0,0 1 1,-1-5-1,-1 2-590,-3-3 1,-4 4 1063,-9-5-1348,1 11 94,4 18-310,10 23 173,2 25-140,1 8 0,0 7 73,0 7 1,0 4-485,1-4 1,-2 3-1,1 0 401,1 0 0,-1 0 0,0-2 12,-1 13 1,1-1-36,0-14 0,0 1 0,1-1-395,0 11 0,0-2 400,1-5 1,1-2-31,0-7 1,2-7-60,2-10 17,2-28 41,1-10 43,4-18 1,0-4 15,3-9 134,0 6 1,2-7 0,-1 2-157,2 3 1,1 0-1,9-18 0,1 3-8,-10 21 0,1 4 327,3 1 1,0 3-331,7 2-17,9 7 6,-8 23-6,0 20 6,-12 4-6,4 22-64,-12-20 0,0 2-135,1 1 1,0 1 317,3 5 0,0-1-947,13 14 672,-3-19-920,17-11 707,-11-25 380,14-12 79,-19-8 426,5-30-18,-15 11 52,4-16-270,-14 23 409,-3 2-437,-2 19 99,0-1-334,0 10 5,0 5 12,4 11 0,4 3-12,8 10-5,10-1 6,8-3-12,-3-7-5,28-5 11,-13-18-128,-13 1 1,0-3 177,12-21 23,-12-7-17,-15 6 185,-11-18-62,-12 14-6,-8-14-38,-9 18-57,-5 8-22,-6 12-28,-4 11-28,-2 13 0,1 13 0,6 13-11,10 9-6,10 7-78,13 6-140,5-28 1,4 0 16,5 0 0,5-2-34,7-1 0,4-2-400,7-5 0,5-4 411,5-4 0,3-5 123,3-8 1,2-5 111,-1-6 1,-1-4-391,-3-5 0,-3-5 477,-5-2 1,-5-3 52,-6 0 1,-4-2 4,-6 1 0,-3-1 270,4-26-6,-12 8-61,-9 9 249,-11 15-502,-8 13 654,-12 17-721,-9 14 6,-2 14-28,3 10-28,11 4 23,13 1-1,15-4 1003,14-8-981,16-12-21,11-14 10,6-17 29,0-14 0,-7-17 22,-6-9 5,-10-5 18,-9 3 49,-9 6 66,-4 10-126,-6 12-46,1 10-33,-3 9 5,2 13-5,-2 11-11,1 13-62,10 9-219,12 3-414,21 1-17,-11-25 1,3-2-1036,9 0 1,2-5-302,8-2 1,3-4-382,4-4 1,2-4 630,1-8 0,0-4 2621,-4-4 0,-2-5 1352,-6-5 1,-5-4-358,-8-1 0,-5-4-651,-8-1 1,-5-2-429,-6-2 1,-4-1-259,-3-2 0,-3-1-151,-1 1 0,-3 1-146,-1 2 0,-2 2 163,-13-20 630,-14 21-826,-16 25-79,16 16 0,-2 6 334,-5 7 1,1 6-377,-3 8 1,3 4-223,2 6 1,4 3 221,6 2 0,6 1-16,5-1 0,7-1-145,9-4 0,9-3 131,7-6 0,7-5-6,10-6 0,6-7-3,7-7 0,2-6 22,2-9 1,0-8-425,-2-7 1,-2-6 440,-4-9 1,-5-7 19,-4-7 0,-4-6-17,-12 14 0,-2-2 1,-1-1-5,-2-5 1,-1-1-1,-2-1-283,0-1 0,-1 0 0,-1 0 328,-2 3 0,0 1 1,-1 1 0,1-11 1,-2 4 320,-2 15 1,-1 6-375,-4-3 406,-5 34-406,-7 31 0,-4 31 0,8-14 0,-1 4-207,0 11 1,2 4 206,3-15 0,1 1 0,1 1 0,0 5 0,2 1 0,1 0-449,2 4 1,0 1 0,2 0-273,1-14 0,0 1 0,1 0 0,0-2 721,2 10 0,1-1 0,-1-5 0,2 3 0,-1-6 0,2 7 0</inkml:trace>
  <inkml:trace contextRef="#ctx0" brushRef="#br0" timeOffset="299">5479 3049 19879,'-54'16'324,"1"-1"1,0 1 0,-1 0 0,-8 3 0,2-1 0,2 0 70,8-1 1,1-2 0,6 0 423,-2 0 1,20-1 21,34-3-575,31-13 0,17-8-1119,-15 3 1,5-2 0,3 0 0,2 0 891,0-1 0,2-1 1,2 0-1,2 0 0,0-1-236,-2 1 1,2 0 0,0-1-1,2 1 1,1-1 0,0 1 208,-4 1 1,1-1 0,1 1 0,1-1 0,0 1 0,1 0 0,0 0-178,-5 1 1,1 0 0,0-1 0,1 1 0,0 0 0,0 1 0,1-1-1,-1 0 172,2 0 0,0 0 0,0 1 0,1-1 0,-1 1 0,1-1 0,-1 1 0,0 0-128,0 0 0,-1 0 1,1 0-1,-1 0 0,1 0 1,-2 1-1,1-1 0,-1 1 127,4-1 1,0 0-1,0-1 1,-1 1-1,0 1 1,-1-1-1,-2 1 26,4-1 0,0 0 0,-1 1 0,-2 0 1,-1 0-1,-1 1-22,1-1 0,-1 1 0,-2 0 0,-1 0 0,-4 1 153,17-1 0,-4 1 0,-7 2-1208,0 1 1,-11 4 1044,-6 4 0,-33 0 0,-12-1 0</inkml:trace>
  <inkml:trace contextRef="#ctx0" brushRef="#br0" timeOffset="2391">6912 4658 25079,'-24'-43'728,"-1"0"0,4 7 1,4 8-600,12 18-68,9 23-5,9 18 23,12 27-795,-9-18 1,1 4 743,1 8 0,-1 4-357,-6-14 0,-1 2 1,-1 1 188,-1 3 0,-1 1 0,-2 1-508,0 2 0,-2 1 0,-1 0 648,-3 4 0,-1 0 0,0-5 0,2-4 0,-2-4 0,-1-6 0,-1 0 0</inkml:trace>
  <inkml:trace contextRef="#ctx0" brushRef="#br0" timeOffset="3025">6747 4605 23449,'54'-28'58,"0"0"0,-1 0 1,3 1-1,1 2 0,0 4-36,-6 9 1,1 4 0,1 1-1152,6-3 1,2 0-1,0 0 1140,-10 2 0,0-1 1,0 1-1,1-1-2,4-1 1,0 0 0,2-1 0,-1 1-6,-7 0 1,0 1 0,1-1-1,0 0 1,0 0-328,4-1 0,1-1 0,0 0 1,0 1-1,1-2 321,3 1 1,0-1 0,1 0 0,0 0 0,1 0-107,-8 1 0,-1 1 0,1-1 0,1 0 0,-1 1 0,1-1 108,1 0 1,1 0 0,-1 0 0,1 0 0,0 0 0,0 1-161,0-1 1,0 1 0,0-1 0,0 1 0,0 0-1,0 0 162,-2 1 0,1-1 0,-1 1 0,0 0 0,0 0 0,-1 0-5,8-1 1,0 1 0,-1 0 0,0 0-1,-2 1 5,-5 0 0,0 1 1,-1 0-1,-1 0 1,-1 1 1,6-1 0,-1 0 0,-1 1 0,-3 1 101,8-1 0,-3 0 0,-4 2-83,11 0 1,-6 0 663,-16 3 1,-6 1-552,7 2 2090,-24 2-1917,-13 3 2635,-6 3-2702,-2 6 1374,-1 7-1447,-1 9-22,0 13-6,1 14-436,5-21 0,2 2 341,1 7 0,3 3-533,5 8 1,3 2 498,-3-14 0,1 0 1,2 2-560,3 3 1,0 2 0,1 0 545,2 2 0,0 0 0,0 1-8,0 1 1,0 0 0,-2 0-21,-2-1 0,-2 0 1,-4 1-83,-6 7 0,-4 2 0,-3-4 44,-2 2 1,-7-3 7,-8-9 0,-7 1 1,-5-7-499,-13-6 1,-6-7 560,6-5 1,-4 0 0,-2-3 7,-3-3 0,-3-2 1,-3-4-5,-1-3 0,-4-3 0,-1-2 0,4 0-390,1 0 0,2-1 0,-5-2 386,9-2 0,-5-2 1,-2-1-1,0 0 1,4-1-278,-1-1 0,3 0 0,-1-2 0,-2 1 274,-2 0 0,-1 0 0,-3-1 0,0 0 0,0 1-98,8 0 1,-1 0-1,0 0 1,0 0 0,-1 0-1,0 1 97,-2 0 0,0 0 0,-1 0 0,-1 0 0,1 1 1,0-1-107,-2 1 0,0 1 0,0-1 0,0 1 0,0 0 0,0 0 41,0 0 1,1 0 0,-1 1 0,0 0-1,1 0 1,0 0-189,1 1 1,0 0 0,0 0-1,1 1 1,0-1 0,1 1-660,1 0 0,1 0 0,0 0 0,1 0 0,1 1 0,2-1 913,-3 1 0,1 0 0,2 0 0,2-1 0,3 1 0,-8 0 0,4 1 0,5-1 0,8-1 0,0 0 0</inkml:trace>
  <inkml:trace contextRef="#ctx0" brushRef="#br0" timeOffset="4149">7882 5129 22688,'0'-44'1046,"0"-1"0,-1 1 0,0-19 0,-3 5-713,0 18 0,-1 5 143,-7-24-162,4 21-163,2 19-134,3 11 11,3 25-6,4 13-22,5 30-412,-3-23 0,2 2 275,1 7 0,0-1-68,-1-8 1,1 1-1605,8 20 0,3 0 1809,-3-15 0,1-4 0,-2 1 0,-1-4 0,8 7 0</inkml:trace>
  <inkml:trace contextRef="#ctx0" brushRef="#br0" timeOffset="4375">8448 4407 26474,'-8'-42'549,"1"1"0,-1-1 0,-2-11 1,0 9-550,3 18 0,5 29 0,12 29 0,-1 1 0,3 6-760,4 14 0,2 5 760,-3-11 0,0 3 0,1 1-599,1 7 0,-1 3 1,2 0 598,-5-11 0,1 2 0,1 0 0,-1 1-679,1 2 1,-1 1 0,2 1 0,-1-1-433,2 2 1,0 1 0,0-1-1,0-2 899,-2-6 0,0-1 0,0-2 0,0-4 0,5 19 0,-1-9 1,2 4-1</inkml:trace>
  <inkml:trace contextRef="#ctx0" brushRef="#br0" timeOffset="5191">9382 5013 20492,'-2'-57'1706,"0"1"1,0 5 0,3 3-917,6-11-230,4 13-163,1 13-167,-4 15-118,-2 10-51,-1 12 18,2 12-1,4 14-11,1 15 1,0 11-46,-7-24 0,-1 1-8,0 1 0,-1-1 3,-1-1 0,-1-1 11,0 24 6,-3-16 111,1-15 90,-2-14-166,1-17-69,2-16 0,1-17 0,6-14-399,6-8 399,-2 30 0,2 1 0,2 0 0,2 2 0,3 2 0,3 2 0,1 3 0,3 4 0,30-9 0,4 14 0,2 18 0,-31 4 0,-1 4 0,2 8 0,-3 5-384,0 8 0,-3 5-82,0 13 0,-5 0 0,-8-21 1,-3-3-1,-2 3 0,-1 0 1</inkml:trace>
  <inkml:trace contextRef="#ctx0" brushRef="#br0" timeOffset="8599">8953 6864 24340,'1'-50'861,"1"0"0,-1 0 0,-1-14 1,-4 6-641,-1 20 0,-3 7-2,-9-7-169,3 22-22,6 25-6,5 23-22,5 28 0,-1-19 0,2 2-365,0 7 1,1 2 291,0 6 0,-2 0-709,0 3 0,-3 0 488,-6-2 0,-3-1 114,-5-6 1,-5-3-116,-5-9 0,-6-6 300,-1-9 1,-4-7 24,-1-8 1,-1-8-75,3-9 1,1-7 188,4-5 1,3-6 22,6-4 0,3-3-12,5 0 1,3-1 95,-1-25 500,8 14-668,2 18 1016,3 18-1077,5 22 573,7 15-590,10 17 16,9 7-13,-12-25 0,3-2-114,4-1 1,4-3 104,3-2 0,3-3 0,2-4 0,1-4 0,1-2 0,0-3 0,-2-5 0,-1-4-75,-5 0 1,-2-4 74,18-17-52,-18-4-300,-15-2-416,-10 3-766,-5 5-1259,-2 10 2793,-2 12 0,2 2 0,-2 4 0</inkml:trace>
  <inkml:trace contextRef="#ctx0" brushRef="#br0" timeOffset="10123">8601 8531 22666,'7'-50'706,"0"0"1,0-1 0,0 3 0,-2 1 0,1-1-407,-1 1 1,0 0 0,0 2-691,0-12 1,-2 3 624,0 12 1,-2 4 33,1-11 278,-1 25-485,-1 27 196,1 28-258,2 28 0,-1-15 0,0 2-650,0 10 0,-1 3 650,1-15 0,-1 1 0,-1 1 0,0 2 0,-1 1 0,0-1 0,-1 1 0,0-1 0,0 0 0,0-3 0,-1-1 0,0-2 0,-2 11 0,1-4 319,0-13 1,0-5-320,-3 2 0,2-33 0,3-26 0,3-27 0,4 17 0,1-2-319,3-4 0,1-1 319,4-1 0,1 1 0,2 3 0,1 2 650,-1 7 0,1 2-650,16-11 0,-1 20 0,1 20 0,3 17 0,4 17 0,2 10-127,-20-19 1,0 0-435,1 1 0,1-1-49,1-1 0,1-2-211,2-3 0,1-3-145,-1-3 0,2-4 70,3-9 0,-1-3 823,10-7 1315,1-26 36,-30 0 324,-3-15-297,-9-1-336,-8 2-224,-3 7-213,-3 9-180,2 13-206,1 10 148,4 9-283,2 11-50,1 8 5,3 10 12,6 4-18,6 0-16,10-7-61,18-10 106,-11-12 5,15-16 34,-16-13 11,3-16-16,-6-9 38,-12-9 12,-12 24 0,-4 0-6,-5-15 20,-2 20 0,-4 3-2,-10 1-85,-9 3 0,0 14 0,-6 30 0,13-1 0,-3 34 0,21-2 0,5-17 0,3 3 0,10 9 0,3-1-272,-4-13 0,4-2-126,12 11 0,5-5-184,-3-15 0,3-4-220,10 1 1,4-3-498,3-4 1,2-6 844,-1-5 1,1-6 436,5-10 1,-4-3 144,-17 5 1,-3-3 327,3-10 1,-5-3 603,-8-13-102,-2-14-449,-14 23 1,-1-1 44,-3-19-89,-9-2-280,-3 31 61,-14 11-111,-3 15 344,-10 12-367,-7 25-73,12 6-39,8 3-6,16-1 927,13-13-938,7 3 82,12-11-54,19-14-39,-10-12 23,15-17 44,-21-9 11,4-11 29,-9-6 34,-7-7-113,-6 17 0,-6-3 0,-4 24 0,-1 3 0,-2 17 0,2 13 0,0 16 0,1-3 0,10 14-24,8-9-413,19 7 9,1-21 0,6-5-707,4-5 0,1-3 958,3 0 1,3-3-71,9-8 1,1-7-753,-20 1 0,0-3 0,-2 0 1027,11-2 0,-2-3 188,-8-5 1,-1-4 0,-8-1-281,1-26 232,-16 20 0,-3-1 49,-8-1 0,-6 0 191,-8-22-262,-4 16 1,-3 0-147,-3 10 0,-5 5 0,-6-1 0,-5 7 0,-2 15 0,1 8 0,-24 7 0,22 7 0,4 6 0,7 8 0,5 3 0,1 2 0,4 1 299,7 7 0,8 0-299,11-9 0,5-4 0,18 15 0,-3-26 0,5-5 0,7-8 0,4-6 0,-1-3 0,0-5 535,8-7 0,-5-7-535,-18 1 0,-5-4 0,0-12 0,-4-4 236,-8 0 1,-3-4-237,-3-7 0,-2-5 0,-1 0 0,-4 5 0,-1 0 0,-1-2-742,-3-9 1,-1-2 0,-1 5 741,-2 1 0,-3 4 0,-1 1 0,-2 6 199,-7 0-199,2 16 1273,7 38-1273,12 42 0,4-7 0,0 3-14,1-3 1,0 3 13,1-1 0,1 4 0,0 0 496,0-4 0,1 1 0,-1 4-496,0 0 0,1 5 0,0 3 0,0-3 0,-1-7 0,0-2 0,-1-5 0,0 1 0,2 13 0,-1 0 0,1 1 0</inkml:trace>
  <inkml:trace contextRef="#ctx0" brushRef="#br0" timeOffset="11916">9726 4285 16779,'6'0'6940,"-1"0"-6165,26-41 1,5-15-2273,-13 11 1695,2 0 0,6-9 0,-7 4-11,-13 7 1,-4 2-57,3-15 1,-2-5-50,-4 7 0,-2-2 1,-1 0-54,-3 4 1,-2-1 0,-1 2-273,1-1 0,-2 0 0,-2 1 254,-5-2 0,-2 2 1,-3 2-282,0 9 0,-1 3 1,-3-1 280,-5-7 0,-3 0 0,-4 2-6,0 10 1,-3 2 0,-3 2 0,0 3-3,-9-1 1,-1 4 0,-3 2-472,4 6 1,-2 1-1,-1 3 1,4 4 469,-1 2 0,3 4 0,-2 2 5,-11 4 1,-3 3-1,0 4-3,15 1 0,0 3 0,0 2 1,0 0-4,-1 1 0,0 0 1,0 3-1,0 1-3,-4 4 1,-2 3 0,2 1 0,4 1 6,-5 8 1,5 2 0,3-1-135,9-7 1,2 0 0,1 2 113,-2 7 0,1 4 0,4-2 12,-2 10 0,5 2 3,6-6 0,1 5 0,3-3-6,1 9 1,5-2 16,7 1 0,5-5-11,7 2 586,14-11-586,-6-24 1119,1-4-1046,-6-17 2316,-4-16-2366,-6-4 1716,-1-20-1689,-9-14-22,2 8-6,-6 2 1,-1-1 0,-6-11-269,5 17 0,0 1 251,-5-6 46,3 9-23,6 21-28,2 3 11,3 17 0,2 16-5,1 5 519,0 21-508,4 9-23,8 2-175,-2-27 1,3-1 191,18 16-22,-2-15 11,13 1 34,8-13-23,-5-4 28,-5-11 0,2-4 6,8-10-22,9-3 33,0-17-40,-31 12 52,13-11 287,-30 16-411,-3 1-213,-15 6-106,-2 4-7897,-18 12 8272,10-2 0,-2 3 0,14-7 0</inkml:trace>
  <inkml:trace contextRef="#ctx0" brushRef="#br0" timeOffset="14499">1026 2321 28365,'-58'-22'486,"0"1"0,9 3 1,2 3-489,11 9 0,3 4 303,-18 9 58,15 2-246,0 19 202,10 16-168,7 8-670,12-18 0,5 0 505,15 26-184,4-13-11,2-19 1,5-2-127,8-1 0,3-1 81,0 1 0,2 0-107,5 0 1,-3-1-276,10 8 540,-23-10-142,-27-3 121,-48 2 90,17-10 1,-3-2-359,-17 4 1,-2-2 385,3-2 0,1-2 3,10-1 1,1-1-11,-3-1 0,1-1-86,-19-6-189,10-5-493,19-7-2695,42-7 3473,28-6 0,-13 12 0,7 0 0</inkml:trace>
  <inkml:trace contextRef="#ctx0" brushRef="#br0" timeOffset="15583">1331 2320 22638,'0'-4'3394,"0"0"-2050,0 4-1305,-45 32-22,32-6-12,-12 19 1,3 6-20,19-14 0,5 1-719,-1 18 1,0 3 376,1-10 1,-1-2-239,1-1 0,-1-3-137,0-6 0,0-3-1470,-1 12 689,2-24 1086,-1-25 432,0-18 257,0-15 269,-5-11-157,-1 8 347,-5 9 1,-1 0 358,-9-5 782,-8-11-1336,9 25-387,6 10-140,7 7 22,16 8 1,13 2-29,19 2 0,17-2 0,-24-4 1,1 0 2,2-2 1,1-2-468,-2-1 0,0-1 475,-4-2 1,-3-3 101,16-11 145,-20-3 118,-15-4 100,-17-1-44,-9 1-107,-13 4-78,-9 8 861,-6 8-1029,-2 15-34,3 12-11,8 16-23,13 10 7,13 6-12,19 0-23,16-6 12,19-10 5,8-13 6,-1-13 17,-6-21 0,-12-13 11,-9-18 28,-12-11 39,-9-5 17,-15 1 11,-12 5-5,-10 9-28,-4 15-29,2 13-33,6 16-11,5 16-11,8 18-6,5 16-12,10 12-303,4-29 0,5 1 155,2 1 0,4 0-260,5 1 0,2-1-364,5-2 0,3-2-275,2-3 1,4-3-152,1-6 0,2-4 266,-1-5 0,-1-5 602,-3-6 1,-1-5 699,18-18 1189,-15-14 710,-13-7-358,-10 0-617,-7 2-352,-3 8-252,-3 11-331,-1 11-213,-1 10 536,-1 16-591,0 16-34,-1 18-17,1 15-20,1-27 0,2 1-223,-1 2 0,0 1 221,1 1 0,0-1-1,0-2 1,-1-1 16,-3 24-5,-3-24 17,0-24 10,-2-28 7,1-23-51,-1-24-436,4 23 1,0-3 452,1-6 0,0 0-3,0-5 0,2 0 8,1 1 1,2 0-9,1 5 0,3 2-9,1 6 1,2 4 410,13-16-416,6 21-5,7 17-12,6 21 11,5 15 23,0 17-313,-9 10 301,-12 7-10,-15-1-18,-19-2-5,-14-10 606,-14-12-1418,-8-14-1798,-1-14 1822,5-20 1,19 8 0,8-8 0</inkml:trace>
  <inkml:trace contextRef="#ctx0" brushRef="#br0" timeOffset="15783">2451 2611 24312,'-4'2'2963,"0"0"-2705,4-2-1361,34-10-4045,12-4 5148,-12 4 0,0 0 0,9-4 0,-19 7 0</inkml:trace>
  <inkml:trace contextRef="#ctx0" brushRef="#br0" timeOffset="16190">3134 2260 20767,'-4'-5'5707,"0"1"-4777,4 4 44,0 0-918,-32-43 28,31 56 6,-16 7-79,32 41-736,-3-3 1,0 4 595,-3-10 1,-1 1-367,0-6 0,0 3 1,0 2 129,2 5 1,1 3 0,-1-7 0,-2-3-1,0-4 1,1-3 0,1 0 0</inkml:trace>
  <inkml:trace contextRef="#ctx0" brushRef="#br0" timeOffset="16474">784 4013 20209,'-59'20'249,"1"-1"1,-1 1 0,0 0 0,1 0 0,-5 1 0,1 0 0,4-1 0,6-1 131,-13 4 0,19-1 1360,32-4-1587,47-21 0,22-10-129,-13 4 0,4-2 1,4-1-1,2-1-705,0 0 0,2-2 0,3 0 0,1 0 0,0-1 683,-2 2 1,0-1 0,2-1 0,1 1-1,0-1 1,0 1-175,-4 1 0,0 0 0,1 0 0,1 0 0,-1 1 0,1-1 0,1 0 126,0 1 0,1-1 0,0 0 1,1 1-1,0-1 0,1 1 0,2 0-513,-8 2 1,2 0-1,2-1 1,0 1 0,0 0-1,0 1 1,-1-1-1,-2 1 1,-2 0 557,12-2 0,-3 1 0,-1 0 0,-2 1 0,0 0 0,-2 0 0,8-1 0,0 0 0,-3 1 0,-4 1 0,-9 1 0,3 1 0,-1 0 0</inkml:trace>
  <inkml:trace contextRef="#ctx0" brushRef="#br0" timeOffset="17349">1212 11407 23343,'-24'-54'1036,"0"0"1,1 5-1,-1 7-694,-13 7-102,-3 11-111,-2 11-67,1 13-23,0 18-28,4 16-482,4 20 468,20-23 0,3 2 0,2 1 0,4 1 0,5-1 1,5-2 4,4-1 1,4-2 3,7-1 0,4-2-12,4 0 0,3-3-5,1 0 0,1-2 11,0-1 0,-1-2-6,22 12 136,-20-7-124,-22-6-6,-30-2 22,-26 1-25,8-6 0,-3-1-523,-7 1 1,-2-1 522,-4 1 0,-1-2-3,1 0 1,0-2-4,5-1 1,2-3-69,9-3 1,3-3-1689,-6-12 1765,34-17 0,5 14 0,12-1 0</inkml:trace>
  <inkml:trace contextRef="#ctx0" brushRef="#br0" timeOffset="17557">1743 11103 27914,'-45'35'70,"0"1"1,4 1 0,10 4-91,23 3 1,7 2-1175,0 3 1,2 2 722,3 4 1,2 0-704,3 1 1,2 1-2832,2 0 1,1-3 4004,-1-7 0,-1-5 0,3 9 0,-7-26 0</inkml:trace>
  <inkml:trace contextRef="#ctx0" brushRef="#br0" timeOffset="18449">1516 11792 23164,'-3'-7'3305,"1"1"-3205,0-28 1,6-6-61,17 9-38,-5-14 1,5 2-580,10 29 0,4 6 526,5-1 1,3 2-87,3 0 0,2 2-48,1 1 0,1 1 34,-2 1 0,-1 0 50,-4 1 0,-2-1 98,-8 0 0,-3 0 438,10-3-301,-20-4 312,-20-3-82,-14-2 51,-9-1-29,-7 3 515,-4 4-638,-1 4-151,1 9-50,4 9-34,8 12-39,11 8 33,9 5-27,23 6 10,-3-17 1,22 3-12,-12-22 34,9-6-28,-2-15 51,3-25-23,-13 6 5,-1-26 62,-18 14 12,-7-12 22,-11 4 27,-9 9-66,-7 13-34,-2 14-45,-4 21-5,1 19-1,2 20-250,18-16 0,2 2 242,4 4 1,3 1-63,5 3 1,5 1-172,5 3 1,4 0-711,6 1 0,5 0 257,4-1 1,4-3-105,3-4 0,5-5-484,12-5 0,1-8 988,-17-6 1,0-4 72,14-9 1,-3-8 433,1-21 549,-23 8 1,-4-5 245,-5-1 1,-5-2 58,-5-6 1,-3 0-630,-1-11 206,-8-8-189,-2 31 188,-2 3-570,1 13 916,2 31-988,3-3-1,3 42-10,3 0-145,-1-19 1,0 5 139,-1-4 1,0 4 0,0-1-946,-2-3 0,-1-1 0,1 0 951,-1 1 0,-1-1 0,-1 0 4,-4 17 0,-4-5-127,1-19 1,-1-3 126,-1 1 0,-1-4 28,-9-5-28,2-57 0,8-3 0,5-8 0,2-6 5,3 4 1,1-3-179,1 6 0,2-2 0,0-1 169,1-2 1,1-1-1,2 0 28,4-7 1,1-1-1,2 2-19,-1 10 1,1 1 0,0 2-3,7-15 0,2 3-3,-1 13 0,2 5 2330,17-8-2342,-16 21 1,3 3 261,31 0-278,-15 26 11,-7 9-11,-19 28 39,-13 2-8,-7-15 0,-5 2-17,-12 6 0,-5-1-259,-1-6 1,-3-2 182,-1-2 1,-1-2-221,3-6 1,1-5-1696,-5-1 2005,4-8 0,14-5 0,11-8 0</inkml:trace>
  <inkml:trace contextRef="#ctx0" brushRef="#br0" timeOffset="18640">3134 11622 26199,'46'-14'-479,"1"-1"0,-1 1 0,0-1 0,0 1 0,-11 3 0,-8 4 1,-1-1-1</inkml:trace>
  <inkml:trace contextRef="#ctx0" brushRef="#br0" timeOffset="19000">3671 11262 24795,'4'-48'153,"-1"0"0,13 0 0,9 10-142,5 21 1,5 8-10,0-3 1,1 4-9,9 7 1,-2 4 5,0 8 339,-5 4 0,-3 6-356,-1 27 28,-18-3 1,-7 3-1,-10-4 0,-6 1-251,-9 10 0,-6-2 248,-9-7 0,-3-4-5,6-9 0,-2-1-12,-13 9 1,0-2 14,-4 1-4,17-14 1,5-3 611,14-6-586,35-12-23,11-7 6,21-4 1,9 0-480,-6 0 1,3 1 332,-17 1 1,3 0 0,2 1-1,-2 0-751,14 0 0,-2 1 0,1 0-309,1 0 0,0 1 1,-2 1 968,-7 0 1,-2 0-1,-4 0 1,2 0 0,-7 1-1,4 0 1</inkml:trace>
  <inkml:trace contextRef="#ctx0" brushRef="#br0" timeOffset="19240">931 13028 24547,'-51'19'2448,"82"-30"-2332,7-2 0,13-3 1,7-3-1,1 1-1023,-11 3 0,2-1 0,3 0 0,0 0 0,2 0 0,1 0 920,-1 0 1,2 0 0,1 0-1,0 0 1,2 1 0,0-1-1,1 0-140,-3 2 0,1-1 0,1 1 0,1 0 0,0 0 0,0 0 0,1 1 0,0-1 127,-4 2 1,2-1 0,0 1-1,0-1 1,1 1 0,-1 0 0,0 0-1,-2 1 1,-1 0-62,7-1 1,-2 0 0,-1 0-1,0 1 1,0 0 0,1 0-1,2 0 47,-7 2 0,2-1 1,1 0-1,0 1 0,1-1 1,0 1-1,0-1 1,0 1-1,-1 0-248,0-1 1,1 1-1,-1 1 1,0-1 0,0 0-1,0 0 1,1 0 0,-1 1-1,0-1-85,0-1 0,1 1 1,-1 0-1,0 0 1,1-1-1,-1 1 1,0 0-1,0-1 0,0 1 347,-2 0 0,3-1 0,0 1 0,0-1 0,-2 1 0,0 0 0,-4 0 0,-3 0 0,-4 1 0,18-3 0,-6 1 0,-6 0 0,-4 1 0,7-2 0,0 0 0</inkml:trace>
  <inkml:trace contextRef="#ctx0" brushRef="#br0" timeOffset="20240">8566 11476 21028,'-1'-47'959,"1"0"0,-1-1 1,-2-11-1,-2 3-581,0 8 0,-2 5-14,-7-2 222,2 30-535,3 34 10,0 30-44,3-7 0,1 5-735,-2 11 0,2 5 626,2-14 1,0 2 0,1-1-57,0-8 1,0-1-1,2 3-1155,0 6 1,2 5 0,0 0 0,1-5 948,0 13 1,0-4 0,0-11 0,0 0 0,-1-8 0,3 12 0</inkml:trace>
  <inkml:trace contextRef="#ctx0" brushRef="#br0" timeOffset="21250">8295 11983 22400,'-1'-45'514,"-1"-1"0,1 0 0,2-17 0,11 10-509,9 29 1,6 5-547,7 1 0,4 4 370,7 1 1,3 3-594,6 1 0,2 3 182,4 0 0,1 3-584,1 0 1,-1 0-1148,-2 1 0,-1 1-1247,-5 0 0,-3-1 2236,-8 2 0,-4-2 1324,12-1 4044,-32 0 3349,-30 0-2562,-22 0-2551,-14 1-863,-6 6-610,0 6-426,9 7 916,16 4-1207,17 1 245,20-2-295,16-4-12,14-6-12,10-5-4,5-11 21,-3-5-10,-4-10 16,-13-7 56,-12-7 34,-11-4 44,-15-1 1,-9 3 11,-13 6-45,-9 11-51,-6 10-21,-1 14-52,3 13-4,10 13-24,11 11 1,10 8-45,14 6-422,11 2-93,16-3 27,-11-29 1,3-2-241,4-2 0,2-3-188,4-1 0,0-5 148,3-3 1,0-4 456,-1-5 1,0-5 380,-4-3 0,-2-5 843,18-23 784,-16-9 33,-13-6-419,-8-3-342,-5 1-218,-3 5-180,0 11-224,-2 12-162,0 14-67,0 10-40,3 14 17,4 13 249,3 16-288,0 15 8,-5-25 1,-1 1-123,-2 1 0,1-1 114,-1 0 0,0-2 6,1 22-23,0-17 62,-1-15-17,-1-18-6,0-18-5,1-14 6,2-13 55,2-6-28,2-3 18,1 1 204,4 7-239,0 7 1,3 11-23,3 10 17,2 7-39,6 12-11,3 9 38,0 11-21,-3 9-23,-6 3-6,-8 1 29,-6-6 16,-5-7 6,-3-9 11,-3-8-6,-3-9 12,-2-10 10,1-8-3,2-7-41,5-6 0,6-1 0,5 2 0,7 3 0,2 9 0,4 8 0,3 6-35,4 11-346,4 9-593,2 14-1138,4 10 1433,-16-14 1,-1 0 0,3 4-1,-1-2 1</inkml:trace>
  <inkml:trace contextRef="#ctx0" brushRef="#br0" timeOffset="21690">10527 11736 28026,'-4'-45'215,"0"0"0,1 3 0,0 14-215,2 27 0,0 22-2126,3 11 0,0 4 2126,2 24 0,2-2 0,1 5-81,1-12 0,0 1 81,-1-7 0,0 2 0,0 0 0,-1 1 0,0 1 0,-1-2 0,-1 0 0,0-2 0,-1 0-83,0 14 1,-3-4 82,-2-11 0,-3-6 0,-10 6 0,-9-37 0,-3-33 0,-1-30 1043,14 17 1,2-4-1044,0-10 0,1-3-97,5 12 0,1-1 1,1-1 96,0-5 0,2-1 0,1-1 0,3-2 0,1 0 0,3-2 0,2 9 0,1-1 0,1-1 0,2 4 0,3-6 0,1 2 0,1 2 0,0 3 0,0 0 0,2 5 0,10-8 0,1 7-19,-7 15 0,1 4 19,4-3 0,3 6 0,5 11 0,0 6 0,11 9 0,-12 21 0,-5 6 0,-8 9-222,-6 3 0,-6 4 222,-13-13 0,-7-1-9,-6 10 0,-8-1-28,-10-2 1,-9-4-345,0-11 0,-6-3 0,2-3 215,-4 1 0,-2-3-2573,1-6 0,-3-2 0,6-4 2355,7-3 1,5-3-1,2 0 1,4-1 0,-2-1-1</inkml:trace>
  <inkml:trace contextRef="#ctx0" brushRef="#br0" timeOffset="22133">11428 11382 24599,'57'-18'-236,"1"0"0,-1 1 0,1-1 1,-1 0-1,-7-1 0,-3-1 1,-3 3-1,-4 5 0,5 9 0,0 0 1</inkml:trace>
  <inkml:trace contextRef="#ctx0" brushRef="#br0" timeOffset="22290">11586 11707 22962,'-44'7'698,"1"-1"1,-1 1 0,-3-1 0,9-5 243,13-13-909,43-7-47,24-2 0,10 0-440,-2 3 1,3 1-2296,3 0 0,4-1 0,-1 1 2749,-9 4 0,-1 0 0,-3 2 0,6-1 0,-6 1 0,10-2 0</inkml:trace>
  <inkml:trace contextRef="#ctx0" brushRef="#br0" timeOffset="22933">12764 10985 23702,'10'-46'1215,"0"0"0,-1 7 1,-4 8-998,-5 15-117,-4 26-56,-2 7 19,-1 18 1,1 8-49,0-4 1,0 3-529,1 0 1,-2 4 0,2 0 395,0-1 0,1-1 1,1 1-427,-1 3 1,1 0 0,1-1-1862,1 1 0,1 0 0,2-1 2403,1 13 0,2-5 0,-2-18 0,1-5 0,3 1 0</inkml:trace>
  <inkml:trace contextRef="#ctx0" brushRef="#br0" timeOffset="23490">12867 10907 23766,'-8'-45'369,"0"0"1,0 1 0,6-18 0,13 8-317,23 23 0,12 9-1749,-4 4 0,5 2 0,0 2 1699,-5 2 1,1 1 0,5 0-4,1 2 0,6-1 0,3 0 0,0 1 0,-4 1-250,3 0 1,-2 1 0,0 0 0,5 0 248,-6 0 0,3 0 0,2 0 0,1 0 0,0 0 1,-2 1-85,4 0 0,-1 0 0,0 1 0,0 0 1,0 0 86,1-1 0,0 1 0,0 0 1,0 0-1,-1 0-194,0 0 1,0 0 0,0 0-1,-1-1 1,0 1 189,-1-1 1,-1 0 0,0 0 0,0 0 0,0 0 16,-3 0 1,0 0 0,-1-1 0,0 1 0,-1-1-19,10-1 0,-1 0 0,-1 0 1,-1-1 96,-5 1 1,-1 0-1,-2 0 1,-1 0-84,7-3 0,-1 1 1,-4-1 523,11-3 0,-7 0-407,-18 3 1,-6-1 1920,1-7-1820,-30 7 2241,-15 5-2392,-9 9 2024,-9 11-2018,-8 16-56,14-6 0,1 3-115,-4 7 0,2 5 106,-2 8 1,2 3-525,7-10 0,2 1 1,0 2 502,0 5 0,1 2 0,2 1-564,0 5 1,1 1 0,2 2 555,0 3 1,2 2 0,1-1-3,2-13 1,1 0 0,0 0 0,2 0 5,0-1 1,1 1-1,0-1 1,0 0-10,0 15 0,1-2 0,-3 0-374,-1-4 1,-2 0 0,-3-2 369,-3-3 0,-2-1 1,-6-3-7,-4-3 1,-5-2 0,-4-3 24,-4-3 0,-5-3 0,-2-3 0,-7-2 0,-3-4 0,-2-3-234,10-7 1,-1-1 0,-2-2 0,-1-2 230,-4 0 0,-1-3 1,-1 0-1,-1-2 3,-4 0 0,-1-1 0,0-2 0,-2 0 7,10-2 1,0 0 0,-1-1 0,0 0 0,-1-1-5,-2 0 1,0 0-1,0 0 1,0-1-1,-1 0-171,0 0 0,0-1 1,-1-1-1,1 0 1,0 1 114,1-1 0,1 0 1,0 0-1,0-1 0,1 0-110,2 1 1,1-2 0,0 1 0,1-1-1,2 0-320,-9-2 1,2 0-1,0 0 1,3-2-2024,-10-4 1,2-1-1,4 0 2409,12 1 1,2-1 0,5 2 0,-19-9-1,41 14 1</inkml:trace>
  <inkml:trace contextRef="#ctx0" brushRef="#br0" timeOffset="23816">13402 11432 21763,'4'-8'2168,"13"-34"0,1-10-1389,-6 2-1064,6-8 1,-1-1 721,-10 12 171,-2 16-490,-3 15 99,-3 20-184,-8 20-5,-6 23-50,4-13 0,0 3-288,-1 5 1,1 2-579,1 15 1,2-1 82,2-18 0,2 1 805,7 21 0,2-7 0,-1-22 0,10 13 0</inkml:trace>
  <inkml:trace contextRef="#ctx0" brushRef="#br0" timeOffset="24057">13985 10950 23831,'10'-45'837,"0"0"0,-1 0 1,4-15-1,0 3-543,-2 7 0,-1 3 160,3-14-247,-6 29-129,-5 24-11,-1 30-33,-1 28-20,-2 6 0,0 8-757,1-20 1,-1 0-1,1 2 737,-1 2 1,-1 0 0,1 1-42,-1 7 0,-1 1 1,1-1-673,0-8 1,0-1 0,1 2 199,-1 11 0,0 2 1,2 0-614,1-5 1,2-1-1,2 0 1132,2-3 0,1 0 0,1-6 0,-1-3 0,0-6 0,11 20 0</inkml:trace>
  <inkml:trace contextRef="#ctx0" brushRef="#br0" timeOffset="24407">14571 11212 23971,'1'-10'2800,"-1"1"-2307,6-52-297,-2 46-50,6-38-23,-1 75-6,2 37-100,-3-9-349,-3-6 1,-2 1 342,-2-13 1,0 1 4,0 14 1,-1 0-9,0-12 1,-1-2 53,-2 28 11,0-37 106,0-15-73,2-23 40,6-28-85,1 6-24,5-5 0,2 0-37,3 2 0,2 4 0,1 1 0,12-5 0,13 1 0,4 14 0,-16 22 0,1 6 0,24 22-300,-28-11 1,-3 5 273,-1 14 0,-6 5-1326,-8 2 0,-3 2 1352,1 6 0,-2-1 0,-5-14 0,-1-3 0,-3 9 0</inkml:trace>
  <inkml:trace contextRef="#ctx0" brushRef="#br0" timeOffset="29258">15347 11112 20985,'2'-2'1899,"0"0"1193,-2 2-2795,66 30-208,-16-33 1,7-5-859,-6 10 1,3 1-1,1-5 787,5-10 1,1-7 0,-1-1-442,-5 0 0,-1-2 0,-3 1 434,-9 4 0,-1-1 0,0-2 7,8-5 1,0-3 0,-3-1-218,-8 4 0,-2-1 1,1-5 203,1-3 1,2-5-1,-1-2 1,-3 0-379,-5 3 0,-2 0 0,-1-1 0,-1-3 374,2-7 1,-1-5-1,-1 1 1,-5 2 0,-2 1 0,-4 2 0,-2-3-2,-3 4 0,-2-3 0,-1 1 0,-2 1 72,-2-6 1,-3 1 0,-3-2-72,-4-1 0,-3-3 1,-2-1-1,-3 4-3,-5-5 0,-3 3 1,-6 1-167,1 12 0,-5 0 0,-1 2 0,-1 7 160,-1 4 1,-1 5 0,-4 3-8,-12-2 0,-6 4 0,-3 3-250,7 8 1,-2 3-1,-1 2 1,-1 0 261,-3 0 0,0 1 0,-1 0 1,-3 4-5,6 1 0,-3 2 0,0 1 1,0 2-1,2 1-3,7 1 0,1 2 0,1 1 0,0 2 0,1 0-34,-1 3 1,1 1 0,0 1 0,1 1 0,3 0 44,-2 0 1,3-1-1,0 3 1,-1 2-123,1 4 0,-3 4 1,0 2-1,3-2 0,6-2 115,3-2 1,5-2 0,-2 4 2,-9 10 0,-4 6 0,2 1 0,9-5 183,8 1 1,5-1-181,-6 8 0,5-2 609,15-12 0,7-3-621,6 8 1663,4 2-1618,4-16 2690,-5-16-2723,-1-19 2119,-6-4-2086,0-34-27,-4 6-99,-1 9 0,-1-2 96,-2 3 0,-1 1 11,-3-1 0,0 1 3,-6-18 5,-6-1-5,-2 17-12,-1 6-27,-3 11 22,9 18 6,3 14 5,6 2 0,-5 31-5,9-7 13,1-10 1,2 0-20,10 23 0,10-1 339,4-13-320,5-12 1,5-3 20,21 5-970,-11-11 0,2-2 924,18 0-269,-10-12 1,0-4-757,3-2 475,1-4 1,-3-2-1,-21 1 1,12-4-1</inkml:trace>
  <inkml:trace contextRef="#ctx0" brushRef="#br0" timeOffset="41674">15874 11563 18280,'-53'-5'1144,"-1"1"1,1 0 0,2 0 0,1 0 0,13-2-523,13-2-421,24-3-61,47 0-98,-2 4 0,7 2-908,-6 1 0,3 0 0,2 0 873,9 0 1,2 1-1,2 0-484,-12 0 0,2 0 0,0 1 0,1-1 484,2 1 0,1-1 0,0 1 0,0 0-7,1-1 0,1 1 0,-1 0 0,1 0-348,-2 0 0,0 0 0,-1 0 0,0-1 345,-5 2 0,0-1 0,-1 1 0,-2-1-126,7-1 0,-1 1 0,-5-1 173,7-1 1,-9-1 1006,4-7-1017,-52-5 28,-38-8-17,6 9 0,-4 0 833,-5-3 1,-2 0-764,-2 0 0,0-1 28,4 0 0,2 1 1078,6 2 0,3 1-947,-11-8 714,19 10-937,16 7-29,17 7-11,15 7-5,22 5-3,-16-2 0,2 2 68,4 3 1,1 1-86,1 3 0,0 2 2,-2 2 1,-2 2 0,-4 2 0,-4 2-40,-5 0 1,-5 2-76,-6 0 0,-5 1-146,-9 1 1,-5-1-522,-7 2 1,-4-1 402,-8 1 0,-2-3 0,-5 6 1,2-9-1</inkml:trace>
  <inkml:trace contextRef="#ctx0" brushRef="#br0" timeOffset="42882">18241 11752 15552,'0'-52'1187,"0"0"1,0 0-1,0-5 1,0-2-1,0 2-422,-1 7 1,1 2 0,-1 0-1701,0 2 0,-1 0 0,0 0 1157,0 0 0,0 0 1,-1 5 29,-2 4 0,1 5 982,-3-6-1122,3 20 467,7 35-579,5 21 5,-1-2 1,0 6-1091,1 9 1,0 2 1081,-2-6 1,0 1-15,-1-6 0,-1 2 0,-1-1 430,1 10 0,-3 2-578,0-1 1,-1 4 0,0-2 18,-2-11 0,0-2 0,-1 1-459,0 2 1,-2-1-1,0-4 538,0-6 0,-3-6-90,-11 11 28,2-33 1964,-2-21-1888,10-14 0,4-7 69,1-3 1,2-5-264,2-16 0,3-2 264,-1 15 0,1 1 16,0 4 1,2-2 0,1 0 36,1-3 1,1-1 0,0 0-17,0 0 0,1 0 1,0 0-20,2-4 1,1-1-1,1 3 15,4-4 1,1 5 632,-3 13 0,2 1-669,6-1 0,5 2 8,9 6 0,5 2-47,5 0 0,5 2-436,-7 7 0,3 2 1,1 2 461,1 2 1,2 3 0,-2 1-4,-6 1 0,-1 1 1,3 0-18,14 1 0,4 1 1,2 0 13,-10 1 1,1 1 0,1 0 0,1 0 4,3 1 0,0 0 0,1 0 0,1 0-432,-5 0 0,2 0 0,0 0 0,-1 0 0,-1 1 429,4-1 0,-1 1 1,-3 0-1,-1 0 6,4-1 1,-3 0 0,1 1 10,-12-2 0,1 1 0,0 0 0,-1-2-79,10 0 1,-1-2 0,-1 0 77,0 1 0,-1-1 0,0 0-173,3-2 1,-1 0 0,-3-1 223,4-2 1,-3 0 328,-5 1 1,-2-1-305,-6 2 1,-1 1-34,17-1 20,-25 4 0,-2 2 41,8 7 1935,14 7-2030,-9 12 6,-9-1 23,9 18-29,-19-14 0,0 3 9,2 3 0,1 2 236,8 12 1,1 2-252,-2 1 1,-2-1-17,-4-7 0,-1 3 2,-6-8 1,1 4 0,-1 2 0,-1-2-3,-1 3 0,-1-1 0,0 3-160,0 2 1,1 5 0,-1 1-1,-2-2 153,-5-7 0,-2 0 0,-1 0 0,-3 0-6,0 17 0,-4 0 0,-3-3 11,0-12 0,-2-3 1,-7 1-22,-5-2 1,-7 2-1,-3-2 1,-1-5-315,-4-4 0,-2-6 0,-4 1 339,-1 1 1,-4 1 0,-2-2 0,-1-4 2,-12-2 1,-3-6 0,-1-4-364,10-4 1,-1-2 0,-1-3 0,-1-1 366,-6-1 1,-2-2 0,0-2 0,-2-2-7,8 0 1,-2-1-1,0-1 1,-1-1-1,-1-1-158,5 1 0,-1-1 0,0-1 0,-1 0 0,0 0 0,-1-1 156,-4-1 1,-1 0 0,0 0 0,-1-1 0,1 0 0,-1 0-58,6 1 0,1-1 0,-1 1 1,0-1-1,0 0 0,1 0 1,-1 0 58,0 0 0,0-1 0,0 1 0,0-1 1,0 0-1,1 0 0,0 1-40,-8-3 1,1 1-1,1 0 1,0-1-1,0 1 1,1-1 29,4 1 1,0 0-1,1 0 1,0 0-1,2 0 1,-1 0-36,-4-2 0,0 0 0,2 1 0,0-1 1,1 0-73,-6-2 1,0 0-1,2-1 1,2 1-256,7 0 1,1 1 0,2-1 0,2 0-1536,-5-4 0,2 0 0,4 1 1904,-5-6 0,8 1 0,-2-4 0,28 12 0</inkml:trace>
  <inkml:trace contextRef="#ctx0" brushRef="#br0" timeOffset="43508">19040 11298 18705,'6'0'4045,"-1"-1"-3541,26-11 0,5-3-163,-14 7-36,19-7 1,0 3-138,-25 15-67,9 4-6,-6 4 0,-2 6-28,-3 0 23,-6 1 39,-4-2 28,-8-3-6,-6-3-33,-9-5-12,-7-8-22,-5-8 11,-2-10 23,2-11-34,7-10 0,11-7-17,11-3-28,14 4-11,10 9-5,10 10-1,3 14-16,6 9-1,3 16-5,7 12-6,-23-3 1,-2 4-308,1 4 0,-1 3 302,-2 5 0,-3 3 11,-5 2 0,-5 3-6,-6 2 1,-8 2-7,-10 2 1,-8 0 2,-11 2 1,-6-2-522,7-14 0,-3-2 0,-1-2 530,-2 0 0,-1-2 0,-1-2 7,2-3 1,0-1 0,1-4-209,-12 4 1,3-6 239,9-7 0,3-6 62,-7-16-56,24-13 487,28-12-532,26-1-9,-8 19 1,6 3 556,6 1 0,3 2-655,5 2 1,2 3-474,3 0 1,0 3 91,1 1 1,1 2-398,1 0 0,0 1-1140,-1 1 1,1-1 1453,2-2 0,-5 1 0,8 0 0,-12-3 0</inkml:trace>
  <inkml:trace contextRef="#ctx0" brushRef="#br0" timeOffset="43715">20078 11207 20618,'6'-46'1250,"-1"1"1,1 0 0,1-15-1,0 8-600,0 8-218,-4 20-365,-2 17 27,-1 26-38,0 26-56,0-7 0,0 5-417,0 10 1,0 5 414,-2-4 0,0 4 1,-1-3-721,1 5 0,-2 0 621,0-1 0,0 3 0,-1-3-386,1 0 0,0-2-143,1-10 1,0 1 0,2-1-1197,3 15 0,2-4 1302,4-8 0,1-6 1,3 5-1,2-21 1</inkml:trace>
  <inkml:trace contextRef="#ctx0" brushRef="#br0" timeOffset="44074">20433 11564 19109,'4'-57'2083,"0"0"1,-1 8-1,0 3-1292,-1-11-343,0 21-247,0 16-156,4 15-17,6 18-11,8 19-6,5 22-188,-12-18 1,0 1 176,-2 5 0,-1 1-392,-1 3 1,-3 0 405,-2-1 0,-1-1-6,-2-3 1,-1-3 36,-4 20 101,-3-25 38,-1-22-60,1-27-12,2-23 22,7-24-365,4 23 0,3-2 298,4-4 0,4 0-8,7 0 0,3 1-20,5 4 0,3 2-3,2 7 1,1 4 137,-1 8 0,0 4-172,-4 7 1,-2 6-3,19 17-11,-13 20 5,-13 24-70,-16-22 1,-3 4-701,-1 6 0,-2 2-320,-2 6 1,-3 2 837,1-11 1,-2 2 0,1-5-1,0-4 1,-1-2 0,0-1 0,0 0-1</inkml:trace>
  <inkml:trace contextRef="#ctx0" brushRef="#br0" timeOffset="57190">20911 10976 8707,'3'3'9052,"-1"-1"-4874,-2-2-3763,27-22 246,-9-2-278,9-5 1,3-5-149,-9 6 1,0-1-443,7-10 1,1-2 363,-3 0 0,-1-1-90,-5 7 0,-1-2 56,3-14 0,-3-3-39,-6 3 1,-2-5-722,-3-3 1,0-6 0,-3 1 660,-2 5 0,-2 0 1,-2-1-13,-1 5 1,-2-2-1,-2 0 1,0 5-4,-1 2 0,-1 3 1,-3-2-3,-5-10 1,-4-2-1,-2 3 0,1 10 1,-1 3 0,-5-2-611,-4-1 0,-5-3 0,-2 1 1,0 4 596,2 6 0,-1 3 1,-1 2-1,-2 0-7,-8-3 1,-3 1-1,-2 2 1,0 4-377,3 6 0,-1 3 0,1 3 1,0 1 382,-5-2 0,0 2 1,-2 2-119,4 4 0,-3 0 1,-1 2-1,-1 2 104,-4 3 1,-1 2-1,-1 2 1,0 1 8,11 0 1,0 1 0,0 0 0,-1 2 0,0 0-56,-7 2 0,-2 1 0,1 2 0,0 0 1,3 2 66,-3 3 0,3 2 1,1 1-1,0 1 4,3 1 1,-1 1 0,2 1 0,0 1-4,3 0 1,0 2 0,0 0 0,2 1-3,1 0 0,1 2 0,1 0 0,0 1 106,3-1 1,0 2 0,1 0 0,1 0-102,-10 10 1,1 0 0,3 1 1,4 0 1,2 1 0,4-2-8,-4 6 0,3 2 0,12-6 0,1 3 0,5-3 509,2-2 0,4 0-509,-5 13 0,4 0 463,8-17 0,3-2-474,5 21 17,1-18 2197,5-6-2170,-4-16 2135,1-3-2129,-6-7 723,-6-11-762,-7-7 179,-4-1-168,-23-12-11,7 8 34,-18-8-34,7 6 0,-1 0 17,1-1-6,2-2-17,4 0-22,6 3 34,4 3 5,5 5-5,8 5 16,-2 3-22,12 5-6,-2-1 6,7 2 6,1 0-12,0 0 1,-3 0 10,0 2-16,-5 5 11,-2 8 17,-2 10-11,1 9-1,4 4-16,8 1 5,12-3 12,12-5-6,16-6 0,15-5 17,-4-9-9,-3-6 1,2-3-398,-13-2 0,0 0 403,17-2 0,0-1-23,-13 0 1,-3-2 5,-3 0 1,-3 0 13,15-4 11,-19 3-5,-16 3 17,-9 2-34,-17 9 833,-3 2-816,-15 7-34,-1 0 17,-5 0 6,-6-1 11,-8-3-1,-9-2-13,25-8 0,-1-1-311,-3 0 1,-2-1 321,-3-2 0,-1-2-23,0 0 1,0-2 19,2-2 1,1-3-10,4-2 1,2-3-143,5-2 0,3-3 143,5-2 0,3-3 19,-8-29 18,12-3-29,9 6 6,6 7-6,2 12 0,1 12-11,0 10-39,-1 8 679,0 11-646,0 10 306,1 13-306,4 10 17,7 3 40,9 2-278,14-5 233,14-7 16,-20-20 1,3-2-15,2-3 0,0-2-2,0-2 0,1-1 5,-3-3 0,1-1-11,28-8 6,-3-5-202,-3-6-572,-6-3-1024,-9 1-2034,-8 1 3826,-8 4 0,-12 7 0,-3 4 0</inkml:trace>
  <inkml:trace contextRef="#ctx0" brushRef="#br0" timeOffset="65966">1602 15032 18263,'-59'0'1559,"1"-1"0,3 2 0,5 1-814,-10 1-331,13 5-279,17-1-79,13 5-23,10 8-16,4 9-17,3 0 11,6 29 12,2-9-184,-1-12 1,2 2 176,-1-6 1,2 0 0,1 1 0,0-2-11,9 17-1,-2-18 1,0-2 27,7 3 51,5 9 90,-19-18 11,-21-6-40,-18-4-27,-21-4-51,-12-3-131,26-4 0,0-1 64,1-2 0,1-2-89,-28-2-287,12-4-1808,14-1 2184,14-4 0,11 8 0,8-3 0</inkml:trace>
  <inkml:trace contextRef="#ctx0" brushRef="#br0" timeOffset="66173">2297 14951 24665,'-4'-3'1140,"-29"-3"0,-8 4-860,5 12-213,-9-6 0,1 6-16,10 33-564,21-13 0,3 2 518,1 7 1,4 3-59,1 5 0,4 3-308,3 3 0,2 3-690,1 0 1,2 1-3185,1-1 0,1-2 4235,-2-9 0,-1-4 0,2 9 0,-6-27 0</inkml:trace>
  <inkml:trace contextRef="#ctx0" brushRef="#br0" timeOffset="67049">1746 15707 16829,'-4'-6'6666,"1"1"-6022,3 5-420,-8-72-140,29 40-403,-9-13 1,6 2 323,14 25 1,7 7-32,5-3 1,3 0-65,5 1 1,1 1-566,3-1 0,0 2 540,-1-1 1,-1 1 66,-4 1 0,-3-1 54,-8 3 0,-4-2 117,13-5 151,-26 5 157,-25 2 553,-13 4-429,-11 5 1136,-7 8-1405,-2 6-112,2 9-102,8 1-32,12 0 10,15-3 6,13-6-11,14-5-12,8-6 23,6-9-5,-3-7 22,-3-10 72,-10-6 74,-11-8 38,-8-3-16,-12-2-28,-6 0-40,-8 8-61,-3 8-50,-1 12-45,0 9-40,0 13 29,1 12 11,4 15-17,7 11-17,7 11-39,6-24 0,4 0-567,1 4 1,2 1 37,5 2 0,3 0-440,2 1 0,4-2-423,4-3 0,3-4 202,3-5 0,2-6 747,0-6 0,1-6 804,26-11 1505,-17-21 755,-17-17-521,-11-8-710,-7-4-494,-1 3-247,-3 6-184,-2 12 548,0 13-879,-3 17 17,2 18-28,1 19-27,3 18-26,-4-21 0,1 1-377,0 5 0,0 1 351,0 4 1,-1 1 5,0 3 1,-1 1-1,-1-2 1,-2-1-4,-2-5 1,-3-3 8,-8 16-11,-7-30 22,-1-36 6,0-29-14,10 6 0,3-5-369,-1-11 0,2-4 364,3 12 0,0-2 0,1-1-276,1-3 0,1-2 0,1 0 281,1 0 1,2 0 0,2 1-4,0 4 0,2 0 0,2 3-257,5-14 0,3 5 257,1 10 0,2 3-59,-1 8 0,2 4 64,19-9 610,1 14-626,-4 13 1508,-4 14-1513,-8 12 686,-8 12-675,-8 9 5,-14 5-62,-10 2-268,-9-2-550,-5-3-1196,3-9 2076,8-13 0,9-8 0,7-10 0</inkml:trace>
  <inkml:trace contextRef="#ctx0" brushRef="#br0" timeOffset="67250">3442 15429 25965,'-50'6'421,"-1"1"1,2 0 0,19-6-399,40-10-152,18-6-621,26-8-1438,-7 6 1,4 1-2729,-6 1 1,0 1 2948,0 0 1,-4 1 0,1 1 0,-31 9 0</inkml:trace>
  <inkml:trace contextRef="#ctx0" brushRef="#br0" timeOffset="67724">3963 15161 16936,'-4'-1'6867,"0"0"-3860,4 1-2822,-40-68-90,40 39-75,-15-13 0,6 3-4,31 20 7,14 2-12,1 10-28,15 1 6,-18 9 0,1 5-6,26 10-253,-4 7 253,-9 12-5,-19-3-12,-2 10 40,-23 6 16,-20-10 1,-8-5 117,-16-9 89,6-13 292,-19-1-207,12-9-74,0-6-116,20-1-112,8-1-12,8 3 259,2 0-259,2 2 0,10 2 0,7 2 0,6 1 0,20 5 0,8 4 0,-2 1 0,4 2-497,-4 0 1,1 1 496,8 5 0,-2 2 0,-20-9 0,-4 1-220,11 26-9,-48-7-65,-21-7 0,-11-2-149,-7-2 1,-6-3-1145,2-3 0,-4-1 0,1-2 789,-8 1 1,-1-2 797,1-2 0,-5 0 0,10-2 0,22-5 0,1 0 0,-16 2 0,0 1 0</inkml:trace>
  <inkml:trace contextRef="#ctx0" brushRef="#br0" timeOffset="67940">1386 16515 24937,'51'-8'177,"1"0"1,-1 1-1,2-4 1,6-1 0,2-1-1,-1 0 1,-6 0-1354,2 0 0,-5 0 0,11-3 1187,-18 5 1,7-1 0,4-1 0,3-1 0,3-1 0,0 1 0,-1 0 0,-2 0 0,-4 2-266,3 0 0,-2 0 1,-2 1-1,-1 0 0,2 1 1,1-2-1,4 0 232,-4 1 0,2 0 0,3-1 0,1 0 1,1-1-1,0 1 0,-1 0 0,-1 0 0,-2 1 1,-3 1-131,7-2 0,-4 2 0,-1 0 0,-1 0 0,0 1 0,1-1 0,2 0-115,-1 0 1,2 0 0,1 0 0,0 0 0,1 0 0,-2 0 0,0 0 0,-3 0 200,1 1 1,-1-1-1,-1 1 1,0-1-1,-2 1 1,-2 1 0,-1-1-1,6 0 1,-2 0-1,-2 0 1,-1 1-1,-1-1 1,3 0 0,0-1-1,-1 1 1,1 0-1</inkml:trace>
  <inkml:trace contextRef="#ctx0" brushRef="#br0" timeOffset="72231">7866 15501 20126,'1'-52'1230,"-1"0"1,1 1 0,0-15 0,-1 8-842,0 23 1,-1 5 98,-1-1-320,-4 26 10,-3 27-38,-7 26-93,5-11 1,-1 4-609,-2 10 1,0 2 558,4-12 0,0 1 0,1 0-577,0 4 0,0 1 0,2 0 265,0 3 1,1 0-1,0 0-528,2 1 0,0 0 0,3 0-1403,1-3 0,2 0 1,2-1 2244,3-3 0,1 0 0,0-5 0,0-3 0,0-5 0,13 14 0</inkml:trace>
  <inkml:trace contextRef="#ctx0" brushRef="#br0" timeOffset="72782">7845 15468 15827,'7'-47'1597,"0"1"1,1 0 0,3-16 0,4 7-1268,1 24 1,3 5-160,3 2 0,4 3-669,6 1 1,3 2 528,10 1 0,3 1-722,10-1 0,4 2 717,-13 4 0,2 0 0,1 0-422,7 0 1,1 0-1,3 1 400,-12 1 0,2 0 1,0 1-1,2-1-2,4 0 1,1 0 0,0 0 0,2 0-3,-10 1 0,1 1 0,1-1 0,0 0 0,0 0-393,2 0 0,1 0 0,-1-1 0,1 1 1,0-1 395,1 0 0,0 0 1,0 0-1,-1 0 1,1 0 1,-2-1 1,0 1-1,1 0 1,-2-1 0,1 0-2,-3 1 0,0 0 1,-1 0-1,0-1 1,-1 1-184,9-1 0,-1-1 1,-1 1-1,-1 0 249,-5 1 0,-1 1 0,-1 0 0,-1 0 97,7 0 0,-1 1 1,-3 0 5,11 1 1,-5 1 492,-16 3 0,-5 2-279,2 11 2169,-32 11-2298,-25 16-169,2-12 1,-3 2 622,-6 5 0,-2 3-670,-4 5 0,-2 3 0,-3 5 0,0 4-46,12-15 0,-1 1 1,1 2-5,1 3 1,0 3 0,3 0-189,0 3 0,3 1 1,2 2 193,1 1 0,4 1 0,1 1-8,3 0 1,3-1 0,2 1 1,4-1 1,2 0 0,1-1-19,2-2 0,2 0 0,-1-1-355,0-2 0,0-1 1,-2 0 348,-2-2 0,-2-1 1,-5 0-423,-10 17 1,-11-4 449,2-21 0,-5-3 1,-5-2 10,-6-2 1,-4-3-1,-3-4-109,-6-1 0,-2-4 0,-3-3 107,-4-2 1,-3-3-1,0-3-121,12-3 0,-1-2 0,0-1 0,-1-2 119,-2-1 0,-1-2 0,0-2 0,-1 0 6,-1-1 1,-1-2 0,0-1 0,0 0-194,-1-2 1,0-1 0,-1 0 0,1-1 185,0 0 1,0-1 0,1 0 0,-1 0-1,2 0 1,-1-1 0,2 0 0,-1 0-9,2 1 1,0 0-1,1-1 1,0 1-86,3 0 0,0 1 0,1-1 0,0 1-342,-11-3 1,0 0-1,2 0-422,7 2 0,1 0 0,2 0-3554,-11-4 0,4 1 4409,16 3 0,5 2 0,-3-3 0,24 8 0</inkml:trace>
  <inkml:trace contextRef="#ctx0" brushRef="#br0" timeOffset="73082">8593 15959 19692,'-2'-11'2534,"1"-33"0,1-10-1503,6-4-1388,-2-5 0,1 0 856,8 3-219,-2 21 295,-4 20-530,-5 18 209,-3 19-226,-4 21-34,-3 21-92,2-22 0,1 2-763,0 4 0,2 2-618,2 3 0,2 1 1479,8 4 0,0-4 0,0 9 0,9-11 0</inkml:trace>
  <inkml:trace contextRef="#ctx0" brushRef="#br0" timeOffset="73324">9289 15363 24419,'-8'-55'1015,"1"1"1,0 8 0,2 7-753,3 12-157,2 16-95,1 18 1,5 18 32,3 26-22,-3-13 1,0 5-507,-1 9 1,-2 6 442,-3-2 0,-2 5 0,-1-3-433,1-15 1,-1-1-1,0 2 152,-3 5 0,0 4 0,-1 0 0,0-4-1844,-1 1 0,0-3 1,0 1 2165,-1 4 0,1 1 0,0-3 0,-1 1 0,2-7 0,0 6 0</inkml:trace>
  <inkml:trace contextRef="#ctx0" brushRef="#br0" timeOffset="73715">9612 15657 24099,'-2'-53'1025,"-1"0"0,1 3 0,1 11-795,2 26-140,2 5 66,7 31-83,2 14-45,-4-4 0,0 1-5,2 24-18,-6-18 1,-1 2 2,-2-4 1,-2 0-189,-2 11 1,-2 2 170,-3 5 1,-1 0 13,-1-15 1,0-2 2,1-3 1,-1-4 19,1-9 62,3-21-6,6-36-17,9-13-320,-1 9 1,2-1 294,4-1 0,2 2-6,-3 6 1,2 2 5,3-6 0,2 3 53,11-11-27,6 0-35,11 18-10,-4 20 314,0 11-337,1 22-78,-11 12-221,-14-11 0,-3 5-1133,0 16 1,-4 5 975,-3 2 1,-3-1 0,-1-13-1,-2-3 1,-1 19 0</inkml:trace>
  <inkml:trace contextRef="#ctx0" brushRef="#br0" timeOffset="74598">10955 15764 23611,'48'-8'23,"1"0"0,0 0 0,-1 0 0,2 0 1,0 0-1,0 1 0,-1-1-18,14 1 1,-2 0 0,2 0-849,-14 1 0,1-1 1,0 1-1,0 0 847,0-1 0,0 0 1,0 0-1,-1 1 1,12-3 1,0 0 0,-3 0 1,-8 0 1,-1 0-1,-4 0 450,6-4 0,-6 0-351,5-12 838,-45 0-608,-31-1 34,-25-2-177,20 13 1,-1 0-9,-1 1 1,1-1 15,2 2 1,1 0 134,-14-9 1949,18 7-2212,15 5 238,19 5-300,15 7-33,20 10 22,-15-2 0,2 2-251,3 5 1,-1 3 250,1 4 0,-3 2-17,-1 5 1,-5 2-24,-5 2 1,-6 2-65,-5 2 1,-6 0-118,-8 0 0,-6-1-202,-5 0 0,-4-3-546,-5-1 0,-2-2 969,-5 0 0,1-4 0,-4 3 0,5-9 0</inkml:trace>
  <inkml:trace contextRef="#ctx0" brushRef="#br0" timeOffset="74848">12942 15032 28059,'16'37'45,"0"0"0,0 7 0,-4 3-57,-4 12 1,-4 5-1089,-1-18 1,-1 1-1,0 1 859,-1 1 0,-1 1 1,0 0-341,0 1 1,-1-1-1,0-1-648,1-2 1,-1-1-1,1-1 824,-1 19 1,0-5 0,1-24-1,1-4 1,-1 15 0</inkml:trace>
  <inkml:trace contextRef="#ctx0" brushRef="#br0" timeOffset="75458">12952 15379 23019,'0'-44'651,"1"1"0,-1 0 0,5-17 0,5 6-601,6 18 1,7 5-873,8 0 0,6 4 833,9-1 0,6 3-474,-11 8 1,2 2 0,2 1 482,6 0 1,2 1 0,1 1-6,4 0 0,2 1 0,2 1-3,-13 2 1,0 1 0,2-1-1,-1 2-319,2-1 0,0 0 0,1 0 0,-1 0 311,2 0 0,-1 1 0,1-1 1,0 0 2,-1 0 0,0 0 0,0-1 0,0 1-3,-2 0 0,1-1 0,-1 0 0,0 1 11,-2 0 1,1 0-1,-2 0 1,1 0-334,12-1 0,0 0 1,-2 1 360,-3 1 0,-2 1 0,-1 0-56,-5 1 0,-1 0 1,-2 1 104,13 0 0,-4 0 446,-10 1 0,-4 0-381,15 0 1831,-25 2-1814,-17 0 1584,-10 0-1640,-6 4 1296,-3 3-1347,-3 8 11,0 7-44,3 8-17,6 8 27,12 4-16,11 7-20,-5-23 1,1 0-12,3 3 1,1-1-298,1 2 0,0 0 300,2 2 0,-2 1-6,0 2 1,-2 1 5,-2 2 0,-3 2 0,-2 1 0,-4 1-3,-4 2 0,-3 0 0,-5 2 0,-4-1 6,-4 0 0,-4 0-12,-6 0 1,-4-2-6,-5-1 0,-4-2-367,-6-2 1,-5-2 383,-5-2 0,-5-3-460,14-12 1,-2-1-1,0-1 449,-3-1 1,0-2 0,-2-1-6,-2-1 0,-2-2 0,0-1 13,-2-1 0,-1-1 0,-1-2-552,-4-1 1,0-1-1,-2-1 554,12 0 1,0-2 0,-1 0 0,0 0-2,-3-2 1,-1 0-1,0 0 1,0-1-1,-3 0 1,0-1-1,0 0 1,0-1-323,-1-1 0,0 0 0,0-1 0,0 0 309,1 0 1,0-1 0,0 0 0,1-1-63,2 0 0,-1 0 0,1-1 0,2 1-220,2 0 0,2-1 0,0 1 0,1 0-498,-9-2 0,1 0 0,3 0 792,6 0 0,2 1 0,5 1 0,3 1 0,5 1 0,-10-4 0</inkml:trace>
  <inkml:trace contextRef="#ctx0" brushRef="#br0" timeOffset="76048">13807 15450 26934,'21'-27'75,"-1"0"1,16-13-43,-21 48 12,-3 3 6,-5 2 10,-9 0 1,-12-1-34,-9-3 22,-8-5-5,-1-10-11,5-8 16,8-13-16,10-11 22,16-7-17,11-2-22,14 6 27,6 12-16,6 13 17,2 10-17,3 16-28,0 16-183,-24-5 0,-3 3 191,-2 5 0,-3 4-8,-3 2 0,-5 3 11,-4 2 1,-5 1-12,-6 1 0,-6 0-3,-4 0 0,-5-2-395,-6-1 1,-2-3 405,-2-4 1,-2-2-1,0-5 1,1-3-12,3-6 0,2-2 15,-16-2-12,18-18-68,16-12 206,19-10-614,18-4-196,22 1 472,-19 16 1,3 1-417,3 1 0,1 0-681,3 0 0,2 0-563,3-1 1,1 0 1859,10-4 0,-4 2 0,-21 6 0,-3 1 0,29-9 0</inkml:trace>
  <inkml:trace contextRef="#ctx0" brushRef="#br0" timeOffset="76608">14748 15090 24036,'-18'-38'746,"0"-1"0,0 0 1,-7-12-1,6 9-443,10 22 104,4 11-374,5 18 87,4 17-92,6 28-20,-1-15 1,-1 2-567,2 8 1,-1 3 545,1 5 1,-2 1-118,-2 4 1,-2 0-306,-1 0 0,-1-1-393,-1-2 1,0-3-585,1-6 0,2-2-760,-1-10 0,2-4-7271,8 8 7348,-4-27 1724,2-31 3781,-4-20 2089,2-22-3309,-5 22 0,1-4-217,2-16 0,0-1-1540,0 8 1,1 1-135,-1 0 0,2 2 153,0 10 1,1 4 218,4-7-235,0 0-185,-4 18-146,-1 16 85,-4 11-107,11 23-39,1 15-26,-5-12 1,1 3 460,4 15 1,1 2-473,-3-6 1,-1-1-4,1 0 1,-1-2-12,-1-6 1,-2-2 16,3 10 12,-1-1 66,-8-22 7,-6-25-85,-2-12 17,0-25 28,2-7-31,3 16 1,1-3 445,2-2 0,2 0-471,6-2 0,3 2 0,14-16 0,2 12 0,0 26 0,-2 13 0,10 13 0,-11 5 0,1 6-29,-2 1 1,-1 2-429,1 2 0,-2 1-414,-2 3 1,-3 2-7941,3 23 8811,-12-25 0,-2-2 0,-1 9 0,-6-17 0</inkml:trace>
  <inkml:trace contextRef="#ctx0" brushRef="#br0" timeOffset="78041">15368 14845 15995,'-1'6'6620,"0"-2"-5130,1-4-560,1-60-308,0 17-432,-1-6 1,-1-4-577,-1 15 0,-2 1 464,-1-6 0,-2-2-28,-1-4 1,-1-1-20,-2-5 0,0 0-15,2 11 1,-2-1-4,-2-1 0,-3-3 1,-1 2-3,-4-5 0,-4 0-448,1 3 1,-3-3 0,-2 2 438,0 8 0,-2 3 0,-2 1-1,-4 0 1,-3 1 0,-1 1-8,-4 1 1,-3 1 0,-1 2-3,-4 0 1,-2 2-1,-2 1-478,13 7 0,-2 2 0,0-1 0,0 2 480,-3 0 1,0 0-1,0 1 1,-2 0 3,0 1 1,-1 1 0,0 0-1,-1 1-2,0 0 0,-1 1 0,0 0 0,0 1 2,-1 0 1,0 0-1,0 1 1,-1 0 3,1 0 1,-1 1 0,-1 0 0,1 1-13,-1-1 0,-1 1 1,1 1-1,-1-1-388,0 1 1,0 1-1,-1-1 1,1 1 405,-2 1 0,1 0 1,0 1-1,-1 0-265,0 1 0,0 0 1,0 0-1,0 1 261,-1 1 0,0 1 0,0 0 1,0 0-7,1 0 1,0 1-1,0 0 1,0 1-2,2 1 0,0 1 1,0 0-1,0 1-52,4 0 0,0 1 1,1 1-1,0 0 55,4 1 0,0 1 0,1 1 0,1 0 117,-10 4 0,1 1 0,1 0-125,6 1 1,1 1 0,1 0 300,5 0 1,1 0-1,1 1-285,-14 8 1,3 0-12,5 0 0,1 1 6,6 0 0,2 1-3,4 0 0,2 1 858,3 0 0,3 1-855,2 0 0,1 2-15,3-1 1,1 0 11,2 0 0,1-1 11,-9 27-22,6-6 6,6-8 1711,4-8-1711,3-9 1532,2-7-1521,0-6 828,-3-3-789,-6-5 130,-10-1-135,-9-4-24,-6-6 1,-1-7 0,2-9-6,4-7 12,8-6-7,5-1 7,7 3 22,3 8-34,3 11-6,2 8-5,0 11-16,-1 11 4,0 15 1,0 12 22,5 10-16,9 4-195,10 1 239,10-2-17,8-5-16,8-7-439,6-8 452,-21-20 1,1-3-4,2-1 1,2-2 3,1-2 0,2-1 5,2-2 0,1-2-11,1-2 0,-1-2 3,1-2 0,-2 0-12,-4-2 1,-2-1-421,15-6-2592,-25 4 3007,-23 5 0,-6 3 0,-3 2 0</inkml:trace>
  <inkml:trace contextRef="#ctx0" brushRef="#br0" timeOffset="79624">9159 17075 19090,'10'-55'1328,"1"0"1,-3 10 0,0-1 0,-1 7-858,0-11-105,-1 12 1,-3 5 418,-7 15-712,-4 17 98,-7 23-132,-3 26-16,1-1-35,8-12 1,0 2-105,3-5 1,2 2-95,-2 20 0,0 2-604,3-6 0,0-1 200,0 10 1,1-3 285,1-19 1,0-3-272,-1 4 0,-2-4-259,-8 4 365,-26-4 516,-10-25-196,12-12 0,-2-5 425,-1-4 0,3-3-67,5 3 1,1-3 472,-10-11 0,3-4 243,-5-13-546,15 12 1,3 1 278,3-11-444,12 16 762,8 13-885,15 15-61,-2 5 16,29 25 23,-5-4-761,-7-8 1,2 0 704,13 4 253,-13-14 1,3-3-257,2-3 0,1-2 5,1-1 1,0-2 5,5-4 0,-2-2 59,15-16-39,-20-2 73,-5-19 100,-20 12 1572,-1-14-1527,-9 9 44,-2 3-128,1 0-22,-1 5-28,1 5-17,0 9-62,0 7-39,1 4 34,-1 4-78,0 11 21,0 0-116,-2 9-348,0-6-644,0-2 217,2-3-6216,3 0 7147,1-6 0,0 1 0,-2-3 0</inkml:trace>
  <inkml:trace contextRef="#ctx0" brushRef="#br0" timeOffset="80048">9042 17074 18274,'0'-8'2806,"4"-32"1,2-8-1771,1 9-627,1-10 0,-1 1 218,2 20-241,-4 12-223,-3 9-68,0 9 56,1 13-28,0 17 1,0 21-74,-1-17 0,-2 3-663,-2 8 0,-1 2 621,-1 7 0,-1 1-11,-2 3 1,-1 2-18,1-1 1,0 1-127,1-5 0,3-1-327,0-5 0,2-3-631,3-7 0,1-4-4744,6 20 5848,1-24 0,-4-17 0,-3-11 0</inkml:trace>
  <inkml:trace contextRef="#ctx0" brushRef="#br0" timeOffset="81674">9338 17378 25948,'6'-5'342,"8"3"-230,23 13-28,6-3-62,6-4 28,2-4 1,-3-7 22,-10-4 44,-12-10 18,-12-5 66,-9-5-10,-12-4-29,-6 1-28,-10 2-27,-4 6 5,-2 9-45,1 10-22,1 13-6,0 11-39,1 15 39,2 11-16,5 8-18,5 3-33,7-1-179,11-4-280,12-4-404,14-4-414,14-8-870,13-10 1307,-26-16 0,2-5 291,0-4 0,0-5 302,-1-3 1,-2-3 370,20-23 520,-11-8 1294,-12-13-1205,-12 18 517,-4-15-270,-7 22-212,1-4-208,-1 12-208,-2 9-128,0 8 180,-1 5-354,3 8 35,2 11-46,3 15 1,-1 13-35,-2 17 23,-4-19 0,-1 14-17,-1-26 40,0 0 5,0-13-39,-1-20-1,1-8 12,2-17 45,2-2-28,4-9 106,3-8-61,-2 16 67,4-5-68,-7 24-33,3-4-28,-1 11 0,3 0-11,11 7 5,5 4 6,1 3 0,9 9 45,-8-1-84,6 15-11,-15-7 50,-8 2-17,-14-14 45,-8-4 0,-2-7 50,-3-13-22,5-3-28,4-12 11,7 7-5,5-4-51,6 8 0,5-2-22,9 6 6,-4 8 5,5 9-28,-10 3-353,5 9-784,-1-3-1428,9 4 2621,8-1 0,-18-9 0,2-2 0</inkml:trace>
  <inkml:trace contextRef="#ctx0" brushRef="#br0" timeOffset="82082">10793 17317 23450,'0'-6'3596,"0"1"-2700,0 5-723,-20 65-78,23-19-1243,-7 15 1,3 2 1181,16-1-9,-2-7 0,-1 0-262,-2 3 225,-3-22 1,-3-2-28,-4 8 22,-10-23-5,-3-7 5,-9-18 1751,-1-18-1723,5-5-22,-6-23 5,13 11 0,2-4-248,0-6 1,2-3 245,1 8 1,2-3 0,2 1 14,1 4 0,2 0 1,0 2 3,1-9 0,1 0 20,3-3 0,3 1-349,4 8 1,3 3 331,1 2 0,1 2 0,-1 4 0,4 5-20,8 9 1,1 7-40,4 3 20,8 13 0,2 8 2,9 23 29,-17-4 0,-3 5-9,-13 0 0,-8 3-6,-10 2 1,-11 1-57,-12 0 1,-8-2-473,1-7 1,-6-3 124,-17 4 1,-7-4-1223,16-13 0,-2-4 1,0 0 1633,-15 4 0,1-3 0,6-2 0,6-3 0,10-7 0</inkml:trace>
  <inkml:trace contextRef="#ctx0" brushRef="#br0" timeOffset="86465">13896 17406 13473,'18'-49'1498,"1"0"1,-1-1 0,-1-3 0,-2 0 0,-4 4-687,-8 6 1,-4 2 56,0-5 0,-3 1-351,-2 10 0,-2 5-42,-9 0-364,0 22 184,0 33-190,3 18-75,5-10 0,1 3-335,1 7 0,2 3 270,2 5 1,0 1-96,3 3 1,0 0-273,3 0 1,1 1-457,1-2 0,2-2-776,1-3 0,0-1-3283,0-1 1,-1-3 2882,2 8 0,-4-13 0,-5-34 0</inkml:trace>
  <inkml:trace contextRef="#ctx0" brushRef="#br0" timeOffset="87507">13766 17528 16434,'-18'-39'1280,"-1"0"0,0 0 0,-6-14 0,3 5-239,3 1 43,10 11-994,15 17 132,6 8-188,23 10-34,8 5-62,-12 0 1,5 0-652,16 3 1,2-1 446,-2-1 0,-1-1 134,0 0 1,0-1-82,-2-5 0,-3-3 58,-13 0 0,-1-2 158,5-3 0,-2-3 456,17-22 207,-26 4-268,-14 0 369,-19 9-84,-4 9 41,-11 1-579,6 6 1056,-7 9-1184,13 7 361,0 3-316,6 7-34,11-1-50,10 8 16,7-5-39,8-2 23,-9-11-1,2-4 35,-6-14 10,-4-5 40,-5-11 44,-11-4-50,-4 6 90,-9-5 27,-3 8 79,-12-5-151,3 12-67,-4 6-6,12 12-23,-1 11 12,7 9 5,2 22-100,8 0-241,12 13-929,9-9 671,0-11-1109,12 2-2323,8-14 1147,3-9 1809,0-8-56,4-30 1389,-24 4 1154,2-9 0,-2-4 1176,1-11-1574,3-9 1238,-2-10-1305,-9 24-593,3-7 218,-3 18 357,-9 16-834,1 5-12,-2 16-60,2 13-57,0 2 7,4 19 10,0 14-33,-2 0-113,-5-27 1,-1-1 140,-1 9 0,-3-15-6,-2-14 68,-4-14-17,1-14-17,-2-12 11,5-12 45,3-9-45,2 8 243,4-12-120,7 5-11,1 4-84,6 4-44,-7 23-1,6 6-27,3 13-1,3 7 28,2 12-33,-6 7 6,-6-3-1,-2 5 40,-6-9 22,-1 1 61,-3-11-66,-3-12-35,0-13-10,-1-10 5,1 0 34,9-19-6,3 11 40,12-13-35,2 13 1,4 8-17,-8 10 11,7 5-61,-13 10 11,8 8-23,-3 10-123,3 8-95,-3-4-1512,15 19-745,-11-11-2516,11 14 5025,-5-13 0,-15-14 0,-2-8 0</inkml:trace>
  <inkml:trace contextRef="#ctx0" brushRef="#br0" timeOffset="87941">15592 17178 25141,'8'-42'816,"1"0"0,-1 4 0,-1 8-609,-5 19-129,-1 10-22,-1 17 17,0 18-39,1 23-43,0-22 1,0 3-323,1 4 1,1 1 313,0 2 0,1 1 0,1 0 0,0 1-33,2-3 0,-1-1-6,-1-3 0,0-3-17,2 23-6,-9-22 96,-7-21 6,-5-23-40,-4-20 39,-3-21-17,8 16 1,-1-3-135,-2-6 1,-1-3 145,0-7 0,0-2-650,2-7 1,2-2 658,5 17 0,2 1 0,2-1 2,3 1 0,2 0 0,1 1-353,5-16 1,4 3 335,5 7 0,3 3-11,3 8 0,3 4-155,1 5 0,2 5 146,2 5 1,2 4-6,0 4 0,1 4 22,1 6 1,0 5-4,0 5 1,0 4-3,0 7 0,-2 4-9,-3 5 1,-4 3-7,-4 3 1,-7 3-20,-8 1 1,-9 0-68,-10 0 0,-8-2-162,-11-2 1,-6-3-69,-11-2 1,-4-5-32,14-10 0,-2-3 0,-2-1-377,-1-2 1,-1-3-1,-1-2 736,-2-4 0,-1-3 0,4-1 0,3 3 0,5-2 0,5-5 0,0 0 0</inkml:trace>
  <inkml:trace contextRef="#ctx0" brushRef="#br0" timeOffset="91441">16152 15337 20151,'-47'-4'1185,"0"-1"1,6 1-1,17-2-854,43-8-40,35 0-207,-8 5 0,7 2-865,-8 2 1,4 0-1,2-1 796,-5 2 1,1 0-1,2 0 1,0 0-351,7-1 0,1 1 0,1-1 1,1 0 328,3 0 0,1 0 1,0 0-1,1 0-377,-13 1 0,1-1 0,0 1 0,0 0 0,-1 0 376,12-1 0,0-1 0,-1 1 0,-1 0-10,-5 0 0,1 0 0,-2 0 1,-1 0-258,10-2 1,-2 1 0,-2-2 269,-11 1 0,-1 0 1,-4 0 3,2-1 0,-7-3 904,9-24-832,-57 5-10,-24-16 437,0 24 0,-4 3-440,-5-2 0,-2 1 39,-4 1 0,0 1 36,0 1 1,0 2 13,3 2 1,3 0 10,7 2 1,2 1 2441,-12-3-2450,22 5 1482,17 4-1599,17 4-23,14 6 11,18 6-5,16 10-41,-24-6 1,2 2 14,1 3 1,0 3 13,1 3 1,-3 3-3,-3 3 0,-2 3-65,-5 2 1,-3 2-222,-6-1 0,-4 2-731,-5-1 1,-5 0-1427,-6-3 1,-5-1 2439,-12 21 0,2-24 0,6-17 0</inkml:trace>
  <inkml:trace contextRef="#ctx0" brushRef="#br0" timeOffset="92441">19432 15125 19502,'6'-52'1042,"0"0"1,-1-1 0,0 8 0,-1 1 0,-1 4-640,0 0 1,-3 4 211,-7-6-368,-5 24-141,-5 27-55,1 23-7,2 26-331,7-20 0,2 2 264,1 6 1,1 2-531,0 4 1,1 2 432,3 1 0,1 0-113,-1 1 1,1 0-77,1-2 1,0-1-9,0-5 1,-2-2 8,0-7 1,-3-4-113,-10 12 173,-8-26 191,-11-27 68,-3-22 32,2-23 99,17 18 0,3-3-76,3-5 0,2-2 49,2-5 1,4-2 20,6-4 1,4-1-15,5-3 0,6 1-487,-3 18 1,3 1-1,3 0 403,3 2 1,2 0-1,3 1-21,3 1 1,3 1 0,1 2-10,4 0 1,3 2-1,1 1-505,4 0 0,2 2 0,2 2 500,3 0 0,3 1 0,1 2-363,-12 6 1,1 1-1,1 0 1,1 1 351,3 0 0,1 1 0,1 1 0,0 1 5,4 0 1,0 0-1,1 2 1,1-1-8,-12 3 0,0-1 0,1 1 0,0 0 0,0 1-216,1 0 1,-1 0-1,1 1 1,-1-1-1,0 1 228,12-1 0,-1 1 0,0-1 0,-1 1-1,-4 0 1,0 0 0,-1 1 0,-1-1 9,-4 1 1,-2 0 0,-1 0 0,-1 0-21,9-1 1,-2 1 0,-2-1 16,-6 1 0,-3 0 1,0 0 15,13-1 0,-2 2 250,-6 0 0,-1 0-256,-4 2 1,0 0 625,-4 3 1,-1 0-610,-3 1 0,-1 2 2421,24 11-2384,-12 6 17,-15 8 16,-17 12-5,-21 13 349,-4-20 1,-4 2-423,-6 6 0,-2 2-278,-4 6 1,1 2 250,7-14 1,0 1 0,0 1-315,1 2 1,0 2 0,1 0 308,1 3 1,1 0-1,2 3-5,3-5 1,1 4 0,1-2-1,1-2-2,0-2 0,1-3 0,1 2-16,1 15 1,1 2 0,0-6-295,-3-6 1,-3-3 266,-4 8 1,-7-2 0,-9-9 0,-8-5 50,-11-7 0,-8-8 8,11-10 1,-4-4 0,-1-2-349,-9-1 1,-2-3 0,-2-3 357,11-1 1,-2-2-1,-1-2 1,-1 0-283,-4-1 0,-1-1 0,-1-2 0,0 0 270,10 0 0,-1 0 1,0-1-1,0-1 1,0 0 2,-2 0 1,-1-1 0,0-1 0,1 1-1,-1-1-5,-1 1 0,0-1 0,1 0 1,-1 0-1,0 1 3,0-1 1,0 1-1,0 0 1,0 0-1,0 0-10,1 1 1,1 1-1,-1-1 1,1 1-1,1 0-9,2 0 1,0 1-1,1 0 1,0 1 0,-1-1-297,0 0 1,-1 0 0,0 0-1,2 0 1,4 1 123,-8-1 0,4 0 1,1 0-2901,-6-4 1,1 0 0,12 0 3116,7-4 1,1-2 0,33 12-1</inkml:trace>
  <inkml:trace contextRef="#ctx0" brushRef="#br0" timeOffset="92998">20243 15043 22004,'-8'-6'1446,"2"1"-1306,-4-25 0,4-7 336,14 6-283,-10-10 0,7 1 59,43 14-157,1 10-299,-17 10 1,0 2 236,11 1 108,7 11-113,-11 8-14,-10 3 0,-2 3-9,16 24-770,-22-17 0,-3 2 759,0 11-39,-10 8 34,-25-7 28,-7-1-17,-18-2 22,1-18 302,8-10-262,-1-6 138,11-10 164,-7-15 1588,11-3-1644,5-9-67,9 6-140,6 8 27,5-1 1,9 9-106,5 2-23,10 8-17,5 11 0,-5 3 28,13 20-11,-18-11 0,-1 3 0,0 2 0,-1 1-151,1 6 0,-5 0 145,-4 22 1,-17-16 16,-26 0-28,-14-18-123,2-10 0,-1-4-190,-17 0-1513,8-14 0,3-6 1843,6-7 0,-5-3 0,32 9 0</inkml:trace>
  <inkml:trace contextRef="#ctx0" brushRef="#br0" timeOffset="93224">20862 14636 21282,'5'-6'4369,"-1"2"-3450,-4 4-309,0 0-543,51 89-1079,-44-42 0,-3 4 905,11 0 1,5 5 0,-6-2-90,-13 4 0,-5-2-684,4-11 1,1 1 0,1-5 14,1-8 0,1-1-3630,5 24 0,2-2 4495,8-8 0,-2-8 0,-8-22 0</inkml:trace>
  <inkml:trace contextRef="#ctx0" brushRef="#br0" timeOffset="93591">21272 14995 26217,'22'-41'304,"0"0"0,-1 5 1,0 13-205,6 39-66,-5 5 2,-4 9 1,-3 5-4,3 26-795,-7-14 1,-2 3 763,-4-7 1,-3 0-6,-3-1 1,0-2-26,-2 20 525,-5-6-464,0-28 271,1-8-237,2-26 0,7-22 11,10-20-14,-2 18 1,3 0 112,4-5 1,3 1-103,3-1 1,2 1 2,1 3 1,2 3-18,0 4 1,2 3-31,-2 7 0,1 3 14,27-2-17,0 22-375,0 16 338,-28-3 1,-2 4-68,-2 4 1,-3 5-222,-2 5 0,-4 1-31,-4-6 1,-4 2-4589,-6 23 1,-4-1 4379,-3-4 1,1-14 0,0-6 0,1-20 0</inkml:trace>
  <inkml:trace contextRef="#ctx0" brushRef="#br0" timeOffset="95898">21677 14545 12808,'2'-4'7091,"-1"1"-6456,8-31 1,2-8-216,-6 10-109,6-20 0,-2-2 216,-13 5-457,-1 17 0,-3-1 118,-11-11 0,-5 1-638,-3 3 1,-3 2 495,1 6 1,-2-1 0,1 3-19,-6-2 0,-2 1-2,3 3 0,-4 0 0,1 0-419,3 4 0,0 0 0,-4-1 412,-6-3 1,-4-2 0,-2 0-1,2 1-640,3 3 1,0 1-1,-1 1 1,-1-2 633,2 3 0,-2-2 1,0 1-1,0 1 1,3 1-9,-10-4 1,2 3 0,-2-2-313,4 3 0,-2-1 0,-1 1 0,1 1 308,7 2 1,1 2-1,-1 0 1,-2-1-2,2 0 0,-2 0 0,-1 0 0,-1-1 0,-2 0 1,2 1 0,-2-1 0,-2 0 0,0 0 0,1 1 0,0 0-192,-4-2 0,0 1 1,0 0-1,1 1 0,0-1 192,1 1 0,0-1 0,1 0 1,-1 1-1,1 0-126,0 2 0,-1-1 0,1 1 0,0 1 0,2-1 130,-5 0 1,2 1 0,-1-1 0,-2 1 60,3 0 1,-2 0 0,-1 0 0,-1-1 0,-2 1-64,4 1 1,-2-1 0,-1 1 0,0 0 0,0-1 0,3 2-59,-6-1 0,2 0 0,1 0 0,0 1 1,0 0 54,3 0 0,-1 0 0,2 1 0,-1 0 0,1 0 0,2 1 0,0 1 0,0-1 0,1 2 0,2 0 124,-4-1 1,3 2 0,-2-1 0,-3 1-122,4 0 1,-4 0 0,-2 0 0,-1 1 0,1-1 0,1 1 50,-3 0 1,2 1 0,0 0 0,-1 0 0,-1 0-51,3 1 1,-2 0 0,-1 0 0,1 0 0,2 1-1,4 1-6,-5-1 1,4 1 0,2 1 0,-4 0-6,4 0 0,-2 1 0,-1-1 1,1 1-1,1 1 7,-2-1 0,1 1 0,0 1 0,-2-1-69,3 1 1,-3 0-1,0 0 1,-1 1-1,1 0 65,2-1 1,0 1 0,0 1 0,0-1-1,-2 2 7,5-1 1,-2 2 0,-1-1 0,0 1 0,2 0 0,0 0-2,-2 0 0,2 1 0,0-1 1,0 1-1,1 0-1,-11 1 1,1 0-1,1 1 1,1 0 0,3 0 1,2 1 0,0 0 0,3 0 127,-7 2 1,3 1 0,-2 0-127,5-1 0,0 1 0,-2 0 0,-1 2-8,7-1 1,-1 1 0,-1 0 0,1 1 0,2-1 4,-5 2 0,3 0 1,0 1-1,0-1-3,3 0 1,0 0 0,1 0 0,1 0-1,-9 4 0,2 1 0,2 0 115,11-4 0,1 0 1,-1 2-113,-15 8 1,-3 4 0,3-1-2,9-3 0,3-1 0,-1 2 71,-3 5 0,-1 1 1,5-1-69,1-1 0,4 1-3,-8 8 0,3 0 590,9-8 0,1 0-593,-5 8 1,0 2-4,-2 4 1,3 1 10,9-7 1,1-1-15,-1 5 1,2-2-3,-2 12 16,9-14 1,0 0-12,5-11 1,1 0 7,-6 14 1,-1 1 586,4-10 0,-1-1-598,0 0 1,0-3 19,-8 16 712,-9 3-712,0-7 0,-4-2-5,-2-3 16,9-18 1953,9-7-1936,-6-5 1017,10-6-1039,-8-2 583,5-3-572,-2-2-28,6 0 28,-7-3-11,-7-4 11,-1-3 6,-8-5 5,8-1 11,3-4 12,2 0 5,5 1 23,5 4-1,5 5-27,5 6-56,4 5-1,1 3 40,1 1-45,3 15 22,2 6-33,3 20 22,3 2 23,4 2-34,-2-12 17,16 6-12,-2-19 13,19 4 21,4-15-367,10-6 339,-27-6 0,1-1-8,4-2 0,0 0 0,-7-1 0,0-1 16,18-5 1,-1-1-20,10-5 19,-21 7 1,-3 0 36,-5 1-45,-20 5-28,-28 7-314,-10 6-2362,-18 5 2693,8 1 0,15-4 0,12-4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41:18.40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6031 3773 26424,'-12'-40'456,"0"1"1,-6-13-435,17 79-27,1 23-1,0 3-84,-1-2 1,2 6-623,0 0 1,0-1-537,0 0 1,2 1-688,-1-13 1,1 1 0,1-5 1503,6 21 0,-2-8 0,-3-28 1</inkml:trace>
  <inkml:trace contextRef="#ctx0" brushRef="#br0" timeOffset="376">6199 3251 22106,'-48'-28'358,"-1"1"0,1-1 1,0 1-1,-13-3 1,1 3-1,6 15-252,1 25 1,5 16-1069,8 4 0,1 9 1,3 0 983,-3 5 1,3 4-245,12-8 1,0 4 0,2 3 0,4-2 228,3 5 1,4 0-1,2 2-208,1-2 0,0 2 1,2 2-1,3 0 203,3 0 1,2 1 0,3 0 0,3 0-10,2-1 0,2 0 0,3-2 0,4-1-257,2-4 0,4-1 0,3-3 1,3-3 242,2-4 0,4-2 0,2-4 0,3-4-7,3-4 0,3-4 0,2-3 0,0-4 13,5-3 1,1-4 0,1-4 0,0-2-60,1-5 1,1-2-1,0-4 1,-2-3 94,-1-1 0,0-4 0,-2-2 0,-3-3 23,-3-3 1,-3-3 0,-2-2 0,-3-2 21,-4-2 0,-3-2 1,-3-2-1,-3-2-6,-5-1 0,-3-3 1,-4-2-1,-2 0-21,-2-3 0,-4-2 1,-3 0-1,-1-1 1,-4-2 1,-3 0 0,-2-1 0,-1 0-19,-3 0 1,-1 0-1,-3 0 1,-3 2-1,-2 3 1,-2 1-1,-3 2 1,0 2-12,-1-2 0,-2 3 0,-8 5-6,-7 9 1,-8 3 0,-3 4 0,2 6-49,-4 6 0,-1 7 0,-3 2-59,11 1 0,-4 1 0,-1 1 0,1 2 0,2 4-299,-5 4 1,2 3-1,2 3 1,0 2 400,2 2 0,0 4 0,2 0 0,5-3 0,-12 6 0,8-2 0,11 0 0,0 0 0</inkml:trace>
  <inkml:trace contextRef="#ctx0" brushRef="#br0" timeOffset="1443">9806 3514 23819,'1'22'1137,"0"-2"-834,-1-13 50,-2-1 112,2-3 0,-2-2-163,1-8-84,0-7-27,1-16-85,3-11-33,6-9-23,7 2-27,4 9-12,1 15-11,1 12 0,1 15-11,3 15 0,-1 18 11,-6 18-219,-13-19 0,-4 2 210,-7 6 1,-6 1-620,-6 5 0,-6 1 622,3-14 1,-4 0-1,-1-1 8,-3 2 0,-2-1 0,-1 0 11,-1-3 0,0 0 0,0-2 4,-13 9 0,1-4-134,7-9 0,3-5 168,-14 2-23,22-24-28,20-15 328,22-11-339,18-6 2,-7 16 1,3 1-48,6 0 0,3 2 136,4 0 0,3 2-285,4 0 1,2 0-512,4 1 1,2-1 302,-16 4 0,0 0 1,1-1-705,3 1 1,0-1-1,0 0 32,3-1 0,0-1 1,-1 0-1065,0-1 0,-1 0 0,-1 0 1810,12-5 1,-5 0 0,-18 5-1,-5 1 1,0-1 0</inkml:trace>
  <inkml:trace contextRef="#ctx0" brushRef="#br0" timeOffset="1767">10621 3245 14311,'-50'-33'658,"0"-1"1,-1 0 0,1 0 0,0 1 0,2 0 0,4 0 0,0 4-1,-4 6-459,-7 6 0,-4 6 0,0 5 0,3 3-788,-3 5 1,1 4 0,-1 4 672,5-1 0,-3 1 0,0 2 0,1 3-34,2 3 1,0 1-1,1 3 1,1 5-224,7 1 0,1 3 0,0 4 0,3 0 1,3 1 191,-2 5 1,4 1-1,2 2 1,2 0-15,1 0 1,2 1 0,2 0-1,6 2-6,7 1 0,4 1 0,4 1 1,3-2 3,6 7 1,5-1 0,3 1-13,0-5 1,2 1 0,2 1-1,5-3-5,2-1 0,4-2 0,4-1 0,5-3-19,4-7 1,6-2 0,2-2-1,1-2 1,-3-2 15,-1-2 0,-3-3 0,2-2 1,4-2 4,8-1 1,6-3 0,2-1 0,-1-4 0,-4-3 15,-4-4 0,-2-5 0,-1-2 1,2-1 6,-4 0 0,2-1 0,1-2 0,-1-1 1,-3-3 23,8-4 0,-2-3 0,-2-3 0,-4-6 30,-2-8 1,-4-7 0,-3-1 0,-4 1-35,-2 2 1,-5 0 0,-4-5 13,-6-4 0,-4-6 0,-4-1 0,-3 3-1,-6-4 1,-6 3 0,-1-2-9,1 4 1,-1-2-1,-2-2 1,-3 1-166,-2 7 1,-3-1 0,-2 0 0,-1 2 0,2 3 154,-4-10 0,0 4 1,-5 1-9,-1 6 0,-5 0 0,-2 2 0,1 8 145,-17-1 0,-2 8-331,8 8 0,-1 1 0,-2 3-344,2 6 1,-1 3-1,1 4-1639,2 6 0,0 3 1,2 2 2150,-11 5 0,6 3 0,-11 9 0,31-7 0</inkml:trace>
  <inkml:trace contextRef="#ctx0" brushRef="#br0" timeOffset="2493">13842 3524 21258,'-19'-49'649,"1"0"1,-1 0 0,-4-11-1,5 5-268,14 12 1,5 5 358,11-9-668,4 13 1,3 3-45,13 4-8,-3 15 0,3 4-4,4 6-16,-3 4 0,4 4-14,4 8 0,1 4-493,1 4 0,0 3 462,4 8 0,-5 4 14,-15-1 1,-6 1 27,-5-7 0,-7 1 166,-9 5 1,-10 1-147,-10-5 0,-7-1 2,-1 0 1,-3-1-6,-1-4 0,-2-2 45,-5-4 0,2-5 214,0-3-122,-25 1 23,35-22 123,0-14 773,14-5-975,15-7-44,7 14 16,27-4-50,2 14 5,23-2-503,2 15 481,-29 2 0,1 3 5,1 3 1,-1 3-3,-1 3 0,-4 4-23,-4 3 1,-4 3-149,1 32 2,-26-26 1,-7 1-76,-9 1 1,-6-2-133,-10 2 1,-5-2-197,-6-2 0,-4-2-204,-2-2 1,-2-4-931,0-3 1,0-5-2115,3-5 0,1-4 3232,9-5 0,4-2 0,-8-3 0,24-2 0</inkml:trace>
  <inkml:trace contextRef="#ctx0" brushRef="#br0" timeOffset="2866">13940 2550 22466,'-51'8'474,"0"-1"1,0 1 0,0 5 0,0 3 0,5 6-397,5 8 1,3 7 0,2 3-1172,5-6 0,1 3 0,0 1 0,0 1 1104,-1 7 0,1 1 0,0 2 1,0 1-6,6-6 1,0 2 0,0 0-1,1 1 1,1 1-5,0 3 1,0 0-1,2 2 1,0-1-1,2 1-293,1 0 1,1 1 0,2 0 0,1-1 0,3 1 263,0 8 0,3 1 1,4-1-1,5-2-7,5-6 1,4-1-1,5-2 1,4-4-48,5-4 1,5-4 0,4-2 0,3-5 50,8-3 1,4-4 0,2-4-1,0-3 20,7 2 1,0-5 0,6-5 1,-16-8 1,6-2-1,2-4 1,0-1 0,-1-2-1,-4-1-329,7-5 1,-3-2 0,-1-2 0,3-3 341,-6 3 1,4-1 0,0-2 0,0-2-1,-2-1 1,-4-2 5,-1-5 0,-3-1 0,-3-2 1,-1-2-1,-2-1-56,-1-3 1,-2-3 0,-2 0 0,-1-1 0,-3 1 53,1-2 1,-3 2 0,-2-2 0,-2-5-12,-6 2 0,0-5 0,-2-3 1,-2 0-1,-2 1 0,-1 4 11,-2-7 1,-3 4 0,-2 0 0,0-4-24,-1-2 0,0-4 1,-2-2-1,-3 2 1,-4 5 29,-4 3 1,-5 3 0,-3 3 0,-4 2 90,-2 5 0,-4 1 0,-4 4 1,-2 3-104,-3 4 0,-3 3 0,-2 3 0,-2 3-21,-2 2 0,-1 4 1,-2 3-1,0 2-44,-1 2 1,0 3 0,0 1 0,0 3-122,1 3 0,1 1 0,0 3 0,2 1-500,-11 4 1,2 4 0,3 4 681,3 7 0,4 5 0,4-4 0,4-4 0,6 1 0,9 3 0,0 0 0</inkml:trace>
  <inkml:trace contextRef="#ctx0" brushRef="#br0" timeOffset="3793">17633 3275 20308,'34'-52'1036,"-1"1"0,1 0 0,-5 6 1,0 1-1,-9 8-426,-7-1-341,-9 18-179,-13 19-12,-9 20-5,-17 24-51,13-12 1,1 3-437,-3 5 1,3 3 421,1 1 1,3 2-7,5-2 1,4 0-134,3-5 1,5-1 152,5-5 1,3-2 66,17 13 79,13-18 6,6-21 16,5-20 23,0-16 6,0-9-29,-8-2-56,-9 5-22,-11 11-72,-10 11 788,-7 12-800,-5 14 288,-3 14-333,-1 13-11,-1 13-56,3 8-31,6-26 0,1 0-70,3 20-392,7-15 1,4-2-752,17 6 449,-8-15 0,4-5-413,1-11 1,2-8-653,3-8 1,1-6-799,2-7 1,-2-7 1315,-1-9 1,-3-7 693,-2-10 0,-4-4 1370,-11 12 0,-2-3 1,-1-1 17,-1-4 0,-3-2 1,0-1 496,-3-1 1,-1-1 0,-2 0-378,-3 0 1,-1-1 0,-4 2-230,-3 2 0,-2 1 1,-4 1-173,-3 4 0,-4 0 0,-3 4-467,-4 3 1,-4 3-1,-3 3 263,-5 5 1,-3 3 0,-3 4-49,-4 4 0,-3 4 1,-2 5-38,-4 3 0,-3 6 0,1 3-53,13 2 1,-1 2 0,0 3 0,1 2-230,-1 2 1,1 3 0,0 2 0,2 3 199,0 2 0,2 2 0,1 3 0,2 1-4,1 4 0,2 1 0,2 2 0,2 2-7,2 3 0,2 2 0,3 2 0,2 1-10,2 2 0,3 2 1,2 2-1,3 0-11,2 2 0,3 1 0,2 1 0,4 0 1,3 0 0,3 1 1,3-1-1,4-1-152,3-1 0,3 0 1,4-2-1,3-2 137,5-3 0,4-1 0,4-3 0,2-3-111,6-2 0,3-3 0,3-3 0,1-3 127,5-3 1,2-3 0,2-3 0,1-3 25,-12-5 0,2-2 0,0-2 0,0-1 0,0-3 22,11-2 1,-1-3-1,0-2 1,-2-4 10,-5-3 1,0-2 0,-2-3-1,-2-4-40,8-10 0,-4-4 0,-5-6 57,-6-2 0,-6-5 1,-4-4-20,-7-3 1,-6-4 0,-3-1-8,-7 10 0,-3-1 0,-2-1 0,-2 0-2,-3-3 0,-3-2 1,-2 1-1,-1 0-6,-3-1 1,0 0-1,-3 1 1,-3 1 23,-1 1 1,-2 1 0,-3 1-1,-1 3 1,-9-11 0,-3 4 1,-4 3 188,0 7 0,-2 4 0,-2 4-258,0 6 0,-1 4 0,-1 4-77,3 5 1,0 4-1,1 4-307,-14 5 0,4 9-242,8 7 1,5 9 653,10 12 0,5 3 0,-1 5 0,14 5 0</inkml:trace>
  <inkml:trace contextRef="#ctx0" brushRef="#br0" timeOffset="4500">22084 3151 24374,'-29'-48'489,"0"1"0,2 2 1,0 8-311,-14 10-56,-3 4-56,-3 6-56,-4 7-824,-8 6 833,27 7 0,-2 3-18,-1 1 1,0 4 5,0 3 1,2 2-1,3 2 1,2 2-15,-15 21 299,14 3-231,12 12-29,10-19 167,4 15-110,3-24 11,0 4 61,0-5 421,-1-11-471,1-6 185,-1-7-50,0-5-113,0-6-50,-1-6-22,0-8-12,2-9-56,2 9 23,7-2-17,6 17 6,10 2 11,30 17-34,-23-3 0,0 3-373,3 1 1,1 2 375,9 7 0,-1 3 8,-6-2 1,-1 3-20,-3 0 1,0 3 0,-3 0-15,2 7 0,-7 1 14,-6 5 0,-11-1 8,-23 7-20,-14-23 1,-9-3-34,-2-7 0,-5-4-651,-13 2 0,-3-3 525,-1-4 0,-1-6-144,16-6 0,-1-4 0,4-2 43,-1 1 0,4-5-871,-10-18 1,9-8 618,23-1 1,5 0 0,-11-15 0,13-3-1</inkml:trace>
  <inkml:trace contextRef="#ctx0" brushRef="#br0" timeOffset="4842">21810 2465 19968,'-51'1'444,"-1"1"0,0-1 1,1 1-1,-1-1 0,1 3 1,-1 1-1,0 1 0,2 2 1,2 3-1681,-5 6 0,2 5 0,2 1 1,2 1 1292,-9 3 1,3 1 0,-1 5-13,4 2 0,-2 3 0,2 3 0,3 1-105,8-3 0,3 1 0,2 2 0,-1 6 63,4-4 1,0 4 0,1 4 0,0 0 0,2 1-1,4-2-138,0 3 1,3-1-1,2 1 1,3 1 0,3 1 119,2 6 0,2 4 1,4 0-1,3-2 1,5-6-10,2-7 0,3-5 0,5-1 1,6-1-39,12 7 0,7-1 1,6-2-1,2-6-250,1-7 1,3-5 0,3-3 0,7 0 269,-11-6 0,6-1 1,3 0-1,2-1 1,0-1-1,-2-2 1,-3 0 35,4 0 0,-3 0 1,-1-3-1,2-1 1,5-3 5,-7-3 1,4-1 0,4-2 0,1-1-1,0-1 1,-3-2 0,-3-2 0,-6-1 8,12-7 1,-7-3 0,-2-2 0,2-1-10,-3 4 0,3 0 0,-1-1 0,-3-2 0,-4-5 14,-1-8 0,-3-3 0,-6-5 0,-4-3-33,-7-6 1,-6-4 0,-3-3 0,-1 0 37,-1-2 1,-1 0 0,-3-3 0,-4-2 12,-5 4 1,-3-3-1,-3-2 1,-4 2-1,-3 1 20,-4 6 1,-5 1-1,-2 1 1,-2 1 0,0 3-25,-2-4 0,-2 2 0,-2 1 0,-5 2 1,-1 3 0,-4 0 0,-2 2 0,-4 2 0,-2 3-66,-6 3 0,-4 3 0,-2 3 0,-1 2 0,0 0-181,8 4 0,1 0 1,-1 1-1,-1 1 0,-1 1 1,-2 2 217,-1 2 0,-3 1 0,-2 1 0,-1 1 0,3 2 0,4 1 0,5 0 0,-17 0 0,7 3 0,2 2 0,5 3 0,0 1 0,1 0 0</inkml:trace>
  <inkml:trace contextRef="#ctx0" brushRef="#br0" timeOffset="5767">6924 4193 19709,'-45'13'400,"0"-1"1,-1 1-1,-15 2 1,26-2 1064,52-8-1157,11-6 0,7-3-174,21-1 0,7-3-1155,-7 0 1,3 0-1,2-1 1037,-6 0 1,2 1 0,1-1 0,1 0-12,-6 1 1,0-1 0,1 1 0,0-1-1,0 1 0,3-1 1,0 0 0,1 0 0,-1 0-1,0 0-3,0 0 0,0 0 1,0-1-1,0 1 0,-2 0-283,-2 0 1,-1 0-1,0 0 1,-1 0 0,-2-1 289,7 0 1,-2-1 0,-2 1 0,-2-1 44,4 0 0,-3-1 0,-5-1 130,1-1 1,-15-3-101,-29-11-45,-29 12 0,-12 4-383,-19-4 0,-6 1 398,14 5 0,-2-1 1,-1 1 33,-2 1 0,0-1 0,0 1 22,5 1 0,-1 1 0,3 0 33,-11-2 0,4 1 743,17 3 0,5 0-824,3-2 2607,37 1-2635,31 1-23,-5 2 0,4 1-287,10 1 1,4 1 272,8 4 0,2 3 19,-19-1 1,2 2 0,-2 2-34,0 3 0,0 2 0,-2 2-75,13 12 0,-6 6-480,-10 3 1,-10 5-214,-13 4 1,-11 2-2689,-15 3 1,-9-2 3472,-3-4 0,-3-5 0,5-12 0,0-5 0,-6 4 0</inkml:trace>
  <inkml:trace contextRef="#ctx0" brushRef="#br0" timeOffset="6367">10870 3876 20749,'-47'8'508,"0"0"1,0 1-1,-13 1 1,4 1-173,9-3 0,6 0 252,-3 0-190,42-5-163,41-9-177,0 1 1,7-1-876,-4 1 0,3-1 1,3-1 825,9 0 0,2-1 1,6-1-12,-12 3 1,4-1 0,2 0 0,-1 0 0,-3 1-459,-2 0-1,-4 0 1,1 1 0,4-1 460,6 0 0,4-1 0,2 0 0,-2 1 0,-4 0 1,-5 1 1,-3 1-1,-1 0 1,3-1 0,-3 1 0,2-1 1,0 0-1,0 1 0,0-1-2,8-1 0,0 0 0,-2 1 0,0-2 4,-7 1 0,0 0 1,-2 0-1,-2-1-131,5-2 0,-2 1 0,-4-2 225,3-3 0,-10-3 82,-7-16-51,-58-4-42,-6 15 0,-8 2-241,-5 2 1,-5 0-1,2 2 241,-4-2 0,-1 0 21,2 3 0,-3-1 1,6 2 804,7 3 1,4 2-824,-4-2 0,4 2 522,-6-2-578,30 7-12,16 4 0,26 8-10,15 8-7,-10-3 1,2 2 1333,6 4 0,1 3-1349,-6 1 1,2 2 0,-3 0-8,2 2 0,-1 3-19,-5-1 1,0 5 0,-6-2-117,-6 3 1,-6 1-163,3 9 1,-5 1-653,-8-4 0,-6-2 966,-7 0 0,-3-4 0,-1 2 0,-6-10 0</inkml:trace>
  <inkml:trace contextRef="#ctx0" brushRef="#br0" timeOffset="6976">14347 3743 21471,'-38'8'1358,"0"-1"1,44-5-1250,22-5 0,14-3-1248,-1 0 1,7 0 0,4-1 0,-2 0 1159,-1 0 0,0 1 0,1-1 0,3 0-251,0 1 1,3-1-1,1 0 1,2 0 0,2 0 238,-8 0 1,1 1-1,2-1 1,1 1 0,-1-1-1,0 0 1,-2 1-112,2 0 0,-1 0 0,-1 0 0,1 0 0,-1 0 0,2-1 110,5 1 0,2-2 1,0 1-1,-1 0 1,-3 0-1,-4 1-109,2 0 1,-6 0-1,-1 1 1,2-2 111,9-1 0,1-1 0,-1 0 0,-8 0 39,6-3 1,-5-3 1,-8 4 1,0-2-1,-13-3 83,-15-22 827,-59-3-937,15 24 0,-4 1 11,-24-6 1,-5 1 571,5 5 0,-2 1-521,4 1 1,-3 1 0,2 0-4,-8 0 0,4 2-34,2 1 1,7 2-18,9 2 2514,23 4-2508,16 3 1060,23 10-1049,15 3-33,-4 1 0,3 0 120,-7-4 1,1 2-144,14 7 1,2 5-4,5 7 1,0 5-148,-17-11 0,0 1 0,-1 2 129,4 6 1,0 2 0,-6-1-8,-1 1 1,-7 2-247,-5 13 0,-8-2-214,-14-1-3135,-20 1 0,-10-4 3629,-17-7 0,20-16 0,1-3 0,3-6 0</inkml:trace>
  <inkml:trace contextRef="#ctx0" brushRef="#br0" timeOffset="7567">18615 3706 20537,'-53'4'1155,"0"-1"1,10 1 0,11-2-736,24-5-224,25-2 25,27-4 1,12 0-166,2 1 0,6 1-840,-15 1 0,3 0 1,3 0-1,0 1 789,2 1 1,0 0 0,2 0 0,-1 1-311,-7 1 1,0-1 0,0 1 0,0-1 0,1 1 307,-1 0 0,0 0 1,1 1-1,-1-1 0,0 1 0,9-1 0,0 0 0,-1 1 0,-1-1-257,-6 1 0,0 0 0,-2-1 0,-2 0 265,5 0 0,-2-2 0,-5 0-19,6-3 0,-10-4 59,-7-20-17,-57-11-23,-9 15 0,-9 2 14,-12-5 0,-6 2 184,14 8 1,0 1-1,-2 1-172,1 1 1,-1 0-1,1 2 22,4 1 1,0 2 0,2 0 1018,-10-2 0,4 3-949,-14-2 1465,28 7-1560,22 11 177,18 8-127,16 15-56,-2-8 0,3 1 200,10 6 1,3 2-232,11 5 0,3 1-577,-13-9 0,2 2 0,0 0 320,2 2 1,1 0-1,-2 2-1120,-2 1 0,-1 1 1,-3 0 1379,6 10 0,-5-2 0,-14-13 0,-6-3 0,-5 3 0</inkml:trace>
  <inkml:trace contextRef="#ctx0" brushRef="#br0" timeOffset="9433">5810 6068 22485,'23'-44'917,"1"-1"0,-1 1 0,7-14 1,-5 7-426,-6 6 1,-11 22-432,-6 23 103,-4 24-108,-3 25-42,2-13 0,-2 2-440,0 7 0,0 2 406,0 4 1,-1 2-20,1 2 0,0 1-48,0 2 0,-1 0-473,-2 1 1,-1-2 489,-1-4 0,-3-3 53,-2-7 1,-4-6-12,0-9 0,-4-6 67,-28-5 11,-1-28 57,0-20-216,28 10 0,1-4 168,1 1 0,1-1 81,-15-21 748,5 11-810,8 15 1016,8 13-1071,6 19 96,6 13-152,7 14 445,15 2-384,19-7 0,21-13-462,-21-16 1,1-4 452,3-4 1,1-4 8,-1-2 0,0-4 3,3-5 0,-4-2 8,12-8-9,-25 9 1,-4 1 9,-8-1 4,-3-3-38,-9 4-476,-6 2-107,2 8-1665,-3 3 2242,4 8 0,0 1 0</inkml:trace>
  <inkml:trace contextRef="#ctx0" brushRef="#br0" timeOffset="10150">5625 7558 24930,'-16'-44'388,"0"-1"1,2 7-1,4 8 509,9 20-858,1 12 351,3 19-367,-1-4 161,1 18-151,0-11 483,0 3-460,1-6 11,-1-8-5,0-6 117,-1-6-49,0-5-130,3-6 0,0-9 0,3-23 0,-3-6 0,-1-4 0,-3 20 0,-1 0 0,-3-23 0,2 23 0,-1 0 0,-7-26 0,2 24 0,0 12 0,4 17 0,1 8 0,2 11 0,-2 29 0,-2 17-211,2-26 1,-1 1 210,-4 13 0,-2 2-738,0-2 1,-2 2 737,1-7 0,0 3 0,-1 1 0,0 1 0,-1 1 0,0 0 0,-1 7 0,0 1 0,1-2 0,3-11 0,0-1 0,1-2 0,-3 15 0,2-4 0,6-17 0,1-6 0,0-2 0,1-10 0,0-27 357,7-24-357,0-5 0,3 9 0,3-3 0,6-8 0,3-2 81,0-1 0,1-2-81,6-8 0,1 2 0,-6 12 0,0 4 0,12-14-55,2 10 55,-12 25 0,8 3 0,12 24 0,-2 9 0,3 6 0,1 12 0,-22-16 0,1 1 0,-1 1 0,2 0-645,2 4 1,1 0-1748,16 10-4555,-1-11 6947,-10-12 0,-13-10 0,-12-5 0</inkml:trace>
  <inkml:trace contextRef="#ctx0" brushRef="#br0" timeOffset="11217">6316 7782 27986,'-54'-32'185,"22"6"-157,68 31-17,0-3 3,-2-4 0,1-3 26,15-9-18,9-3 51,-9-21-6,-29 5 11,2-17-55,-19 14 16,-20-17 28,-6 20-43,-16-9-24,-3 23 0,-3 10 0,8 11 0,-10 18 0,24 6 0,-4 18 0,34-5 0,12 7 0,1-4-222,-2-5 0,4-1-483,6 8 1,6 4 0,1-9-5,4-12 1,2-9 97,6-2 1,1-5 414,-10-3 0,1-5 0,10-9 0,-2-6 25,-13-2 1,-2-5 377,9-9 0,-4-5 93,-12 5 0,-4-1-127,-4 2 1,-4-1 795,-10-35-476,-12 18-297,0 13 0,-1 0 190,-12-15-61,-1 10 976,3 13-1217,3 12 235,0 19-297,0 16-5,-1 20 17,-1 15-195,9-25 1,1 0 171,1 1 1,0-2-12,-1 15 44,4 2 40,8-29 90,5 1-34,9-24-45,10-16-88,-2-4-7,-4-1 0,0-3 0,5-13 0,-9 12 0,-2 0 0,0-13 371,-9 9-371,-4 10 0,-4 10 0,1 7 0,-1 28 0,3 4 0,9 26 0,2-14 0,7-7 0,5-1-438,22 9-486,-9-11 1,4-4 349,1-8 0,3-5 106,3-3 1,3-4 290,2-7 1,-1-4 215,-2-2 0,-3-6 132,-6-3 0,-5-4 12,-8-1 0,-6-4 506,5-28-73,-18-4-90,-9-2-100,-9 3-118,-9 8-140,-13 13-145,-14 16-23,-16 22 0,26 7 0,-1 4 0,-2 7 0,1 3-272,2 4 1,3 4 271,4 1 0,4 3 0,6-1 0,6 1-80,3 28 80,25-12 0,22-19 0,19-17 90,-22-18 1,1-6-91,3-5 0,-1-5 0,0-7 0,-3-6 0,-3-6 0,-4-3 0,-3-7 0,-5-4 0,-5-6 0,-5-4-464,-5 16 1,-2-2 0,-1-1 463,-1-2 0,-1-2 0,-2 1 0,-1 0 0,0 0 0,-2 2 9,0 4 1,0 1-1,-1 3-9,-3-8 0,-1 5 0,-7-12 69,6 31-69,4 33 0,7 34 0,2-3 0,0 7-149,-1-5 1,1 3-1,-1 2 149,0 9 0,0 1 0,0 3-382,-2-9 0,-1 1 0,-1 1 0,0 0-2076,-1 2 0,-1 2 1,0-2-1,0-2 1137,-1 3 1,0-2-1,-1-4 1,-1 9 0,0-11-1,3-17 1</inkml:trace>
  <inkml:trace contextRef="#ctx0" brushRef="#br0" timeOffset="29934">6244 9968 22989,'3'-43'781,"0"1"0,0-1 1,-1-13-1,-1 9-518,-5 17 180,-6 15-392,4 26-7,-6 21-33,5-3 1,2 5-241,-3 8 1,1 3 205,1 7 1,1 2-666,1 4 1,3 1 250,4 3 1,3 1-371,-1-21 0,1 1 1,1-1-3913,8 20 0,2-2 4154,-1-10 1,-1-5 0,7 11 0,-10-31 0</inkml:trace>
  <inkml:trace contextRef="#ctx0" brushRef="#br0" timeOffset="30301">6563 9601 14263,'-24'-49'1504,"0"0"1,0-1-1,-1 9 1,-2 2 0,-3 9-1010,-16 4 1,-5 12-1281,-5 14 0,-1 9 941,16 2 1,1 4 0,1 3-73,-2 5 0,2 5 0,2 2-411,0 5 0,2 3 0,2 3 351,1 4 0,3 4 1,2 3-14,1 4 0,3 4 0,3 1-283,6-12 0,2 2 0,2 0 0,2 0 270,1 3 1,2-1 0,3 1-1,2 0 10,3-2 1,3 0-1,4 0 1,2-2-310,4-3 0,3-2 0,3-1 0,4-3 280,5-3 0,4-2 0,3-3 0,3-4-5,5-2 1,3-4 0,2-3 0,2-3 5,3-2 1,2-4-1,1-3 1,1-3 13,0-3 1,0-4-1,1-3 1,-2-2-144,-3-3 1,0-2-1,-2-3 1,-2-2 177,-4-3 0,-3-2 1,-1-3-1,-4-3 14,7-10 0,-5-4 0,-6-3 47,-6-2 1,-6-4-1,-5-1-49,-6-3 0,-4-3 0,-6 0-11,-4-3 0,-5-1 0,-4 0 42,1 15 0,-3 0 1,-2 1-1,-1 0-47,-3 2 0,-2-1 0,-2 3 1,-2 1 9,-11-11 1,-4 4 0,-3 4 72,-3 4 1,-5 4 0,-1 4-102,-5 5 1,-1 5-1,-2 3-50,-2 4 0,0 3 0,-1 4-144,3 4 0,-1 3 1,2 3-516,5 3 0,1 2 0,2 4 702,5 3 0,2 4 0,4-1 0,4-3 0,5 1 0,-13 19 0</inkml:trace>
  <inkml:trace contextRef="#ctx0" brushRef="#br0" timeOffset="31059">5443 10561 19339,'-50'-5'888,"-1"0"0,1 0 0,-1 1 1,0 2-1,2 1-617,-14 5 1,1 3-1171,17-2 1,-1 2 0,0 0 976,-3 1 1,0 0-1,-1 1-17,-1 1 1,-1 0 0,1 0-1,-1 0 1,1 1 0,0-1-16,2 0 1,2 0 0,0 0 204,-14 3 1,4-1-210,11-3 0,5 0 9,-13 1 566,28-6-629,16-3 12,13-4 0,8-4 1585,10-8-1574,7-8 479,1-10-496,-3-5 34,-8-6-6,-8 0 23,-5 2 17,-8 8-12,-4 8 6,-6 8-28,-7 8-11,-3 4-6,-6 6-22,-1 10 28,2 11 0,5 12-1,7 12 12,9 8-11,11 9-12,3-29 1,3-1-176,5 2 0,3 0 159,4-1 0,4 0-333,2-2 1,4-2 292,1-1 1,2-1-73,0-4 0,0-2-457,-1-2 1,0-3-2675,24 7 3254,-16-10 0,-19-7 0,-12-4 0</inkml:trace>
  <inkml:trace contextRef="#ctx0" brushRef="#br0" timeOffset="32018">1410 10954 21700,'-34'-50'827,"0"-1"0,5 6 0,5 11-462,14 21-354,6 12 106,8 14-100,5 17-28,6 23 2,-7-18 1,0 4-455,-1 19 1,-3 4 459,-1-5 1,-1-1-1,-2 1 0,-1-1 3,-3-4 0,-1-4-89,-1-14 1,0-2 108,-1 2 0,0-1 181,-5 9 68,3-22-123,5-23-84,3-22 16,7-21-50,0 12 0,2-1 268,2-7 1,3-2-261,5-10 1,0 2-23,-6 15 0,0 2 8,4-5 0,-1 6 300,-2 11-328,1 5 6,4 26-17,3 11 6,10 16 5,-6-4-38,12 11-40,-3-7 28,-12-12 0,2-1-54,4 1 0,2-1-309,19 8 341,-4-9 336,-12-17-382,-11-15 35,4-13 66,2-28 35,-8-2 10,0-1 23,-7 0 5,-4 14 341,-1-9-352,-3 20-56,-3 9-17,-1 19 23,2 28-39,8 10-12,7 16 6,9-4 6,5-13 22,-5-13 17,8-4 55,-3-17 12,-3-10-33,-5-5 139,-11-30-111,-9 17 72,-2-27-11,-8 15-5,-6-17-90,0 10-52,0 2-9,8 20-186,5 4-403,10 13-3769,18 4-5429,3 10 7973,2 2 1,-17 1 0,-12-6 0</inkml:trace>
  <inkml:trace contextRef="#ctx0" brushRef="#br0" timeOffset="32525">2524 11288 23719,'28'-54'455,"0"1"0,-6 10 0,-1-2 1,-3 5-322,-5 6 0,-2 1-1263,5-17 1,-1-2 1181,-5 5 1,-2 0-7,-2-4 1,-2 1-26,-2 8 1,0 0 25,0 0 1,-2-3-1,0 4 27,-2 1 1,-1 2 36,-1-14 0,-2 3 814,-13 0-831,-5 24-67,5 15 397,-4 19-403,2 30-5,3 18-396,9-14 1,4 3 369,4 2 1,3 0-3,5 5 0,3-1 2,4 2 1,3 0-6,5-3 0,4-1-6,3-4 1,6-4 16,3-5 0,4-5-8,5-9 0,3-6 16,3-8 1,0-7 5,-11-3 0,0-7 0,6-9 1,-3-9 7,-7-14 1,-5-6-15,0-2 1,-4-5-85,-12 9 1,-1-3 0,-5 0 98,-5 1 1,-3 0 0,-3 2-5,0-12 1,-3-1 31,-4-2 1,-1-5 0,-2 5 46,-1 0 0,-3 2 13,2 5 1,-1-1-1,-1 5-64,-3 4 1,0 7 167,-13-9-167,11 27-28,5 30-6,10 25-11,1-2 0,2 6-206,1 11 0,3 3 187,0-9 1,1 1-1,2 2-89,1 6 1,1 1 0,3 0-198,2 6 1,2 1 0,2 0-637,-2-13 1,2-1 0,0 1 0,3-1-1094,2 1 1,2 0 0,1-1 0,1-2 1771,6 9 1,2-3-1,-2-4 1,3 2 0,-3-7-1,10 5 1</inkml:trace>
  <inkml:trace contextRef="#ctx0" brushRef="#br0" timeOffset="35568">10768 9373 21399,'-29'-47'1146,"-1"1"1,-2 3 0,-3 10-957,-23 16 26,5 13 0,-4 6-104,13 6 0,-1 4-924,2 1 0,-3 1 0,3 5 857,5 2 0,1 4 0,2 2-21,0 5 0,1 2 0,1 2-2,2 3 1,2 2 0,3 1-3,1 3 1,3 1-1,3 1-11,4 0 1,2 0-1,4 0 9,3-1 1,4 0 0,5-2-6,5-1 0,5-2 0,4-1-4,6-3 1,5-1-1,4-4 0,9 0 1,4-4-1,4-3-4,-6-7 1,2-2 0,1-1 0,2-3-4,5 0 1,1-2 0,2-2 0,0-2-518,1-1 1,2-2 0,0-2-1,-1-3 518,-1-1 0,0-3 0,-1-2 0,-1-3 5,-4 0 0,-1-3 1,-2-2-1,-2-3-406,9-8 1,-4-4 0,-4-2 411,4-5 0,-7-8 15,-16-3 1,-5-8 0,-5 2-324,-7 10 0,-5 1 0,-2-4 308,0-3 0,-2-3 0,-1-2 0,-4 2-2,-2 5 1,-4 0 0,-1 1-1,-3 0-186,-3 0 1,-3-1-1,-1 2 1,-1 2 184,-2-4 0,-2 3 1,-6 2 10,-7 3 0,-8 1 1,-2 3-1,1 6-18,-3 4 1,0 7 0,-4 0-28,-1-1 1,-6 0 0,0 2-1,2 5 84,8 7 0,1 3 0,0 3 0,1 2-190,-14 3 0,1 4 0,3 5-150,7 3 1,1 5 0,5 1-120,-6 6 1,8 7-1906,13 8 1,5 8 0,5-2 2302,6-3 0,4-1 0,-4 9 0,3-4 0,8-8 0</inkml:trace>
  <inkml:trace contextRef="#ctx0" brushRef="#br0" timeOffset="36141">10511 9724 25320,'-9'-20'219,"5"6"-157,7 18-1,1 2 12,0-1 22,-2 0 57,-1-3 732,0-1-727,-6-12 0,-1-3-28,-3-15-34,2-6-22,3-7-17,4-4-11,8 2-51,8 9 34,11 10-6,7 12-16,5 12 5,1 18-33,-2 16 33,-8 21-11,-18-21 0,-5 2-361,-5 3 0,-7 2 353,-6 4 0,-8-1-640,-9 4 0,-6-1 642,8-13 1,-2-1-1,-1-1 14,-15 13 1,-1-3-207,6-6 0,1-5 223,11-9 1,2-6 30,-2-7-28,23-27 593,23-19-604,18-10-14,-11 24 0,3 3 424,1 2 1,2 4-465,-1 3 1,0 5-171,24 6 101,-9 12-1110,-12 12-1724,-7 6 2940,-5 5 0,-11-13 0,-3-4 0</inkml:trace>
  <inkml:trace contextRef="#ctx0" brushRef="#br0" timeOffset="37351">9531 9794 19546,'43'-13'913,"1"0"0,-5 1 0,-4 3-263,5 2-34,-16 3 33,-13 3-83,-7 0-208,-6 1-207,-9 1-44,-14 2-45,-20 4-20,14-2 0,-2 0-9,-5 1 1,-2 0-457,-4 0 1,-1 0 486,-3 0 0,-2 0-539,-3 1 0,-2-1 511,-5 2 1,-2-1-13,16-1 0,0 0 0,-2 0-6,-4 1 1,0 0 0,-2 1-557,-3 0 0,-1 1 1,-1 0 542,-2 0 1,0 1-1,-1-1-2,15-1 0,0-1 0,0 1 0,0-1 4,-14 3 0,-1 0 1,1-1-5,3 0 1,1-1 0,2-1 9,4-1 0,1 0 0,2-1-267,-14 0 0,3-2 302,11-1 0,2-1 226,9-3 1,2-1-185,-23-6 5,8-5-33,4 0-29,2 1 812,6 3-850,6 2 1850,10 4-1884,10-1 913,6 2-874,14-4 190,15-3-190,23-8 0,-15 8 0,3-1-129,4-1 0,0 0 134,1 1 1,-2-1-17,-2 1 0,-3 0 5,22-9 23,-15 3-6,-14 3 34,-12 2-17,-8 4 5,-10-1-16,-4 2 225,-8 0-248,-2 3 12,-6 2-17,9 1 11,-6 5 11,8 5-6,-6 11 7,-2 14-4,9-3 0,2 2-13,-2 16-1,6-10 1,6 1-18,15 13-207,-3-21 0,4 0 204,5-2 1,5-3 22,2-2 1,3-2 21,1-3 1,1-2-18,-1-3 1,-2-2 14,19 6-17,-18-8-5,-14-5 21,-12-4 24,-3-2 10,-1 0 427,-3 0-460,-2-1 0,-4-1-6,-3-3 0,-5-2-11,-4-2 0,-5-2 12,-4-1-35,-5 0 46,2 0 38,1 1-50,7-3-27,3-1 16,3-6-6,5-7 6,2-21 6,7 10-6,2-22-12,8 17 18,4-9 16,11-6-22,-5 21 0,9-11 17,-4 22-45,8-3 11,0 5 6,5 5 22,-10 7-11,-5 4-5,-11 6 16,-5 1-22,-6 9 33,-11 10-33,-15 16 8,7-9 0,0 1-383,-20 20 380,15-14 1,2 2 19,4 1 0,3 1-17,2 0 1,3 1 4,2 3 1,6-1-8,16 16-125,4-15 13,19 3-359,7-15-737,-10-11 0,3-3 566,-1-4 1,-1-2-1,13 0 1,-17-6 0</inkml:trace>
  <inkml:trace contextRef="#ctx0" brushRef="#br0" timeOffset="38592">14042 9473 23105,'-7'-51'203,"0"1"1,6-3-1,10 7-158,39 7-26,-15 15 1,3 1 19,1 4 0,2 2 20,9 1 0,-1 3-381,-15 5 0,0 1 330,11 1 1,-1 3-9,6 12 281,8 9-309,-13 15 16,-13 22 18,-15-15 353,-14 20-331,-15-23 51,-11 4 207,-18-3-118,11-17 252,-17-3 246,17-16-370,-10-6 574,6-9-613,6-10-206,13 6 279,7-6-319,13 15-15,11-4-2,16 9-5,21 3-6,-7 7 1,3 4 7,0 0 1,0 2-542,1 2 1,-1 3 527,1 2 0,-3 2-54,-14-3 0,-2 2-89,2 1 0,-7 3-552,-21 27-39,-46-13 263,13-21 1,-4-3-331,-20-3 0,-5-3-634,7-3 1,-3-3-1821,0-2 0,-5-2 0,4 0 2543,-9-3 0,5-2 0,4 1 1,8-1-1,11-3 0</inkml:trace>
  <inkml:trace contextRef="#ctx0" brushRef="#br0" timeOffset="38958">13971 8902 23455,'-42'-10'403,"0"0"0,0 1 1,-9-6-1,3 10-246,1 27 0,5 13-1500,5-2 0,3 3 1378,5-3 1,0 3-1,2 2-18,3 3 0,2 2 0,3 4-8,7-1 1,3 3 0,3 1 0,1-4-12,0 1 0,3-4 0,5 4 0,4 1 1,5 4 0,4 0 0,4-7-13,10 0 1,7-5 0,4-1-449,0-2 0,4 1 0,4-1 0,5-3 451,-5-7 1,5-1 0,2-2 0,2-1 0,0-1 0,-1-1-203,-4-3 0,0-2 1,0 0-1,0-2 0,0 0 1,0 0 211,0-1 0,1 0 0,-1 0 0,1-2 0,-1-1 0,-2-3 8,4-1 1,-1-1 0,-1-3 0,-2-4 0,-2-3-383,14-12 0,-5-7 1,-2-4 411,-3 1 0,-2-3 1,-6-6-34,-5-10 1,-6-7 0,-8-2 24,-13 2 1,-8-1 0,-3-2-12,-5-6 1,-4-1 0,-1 2-6,0 9 0,-1 2 0,-3-2-3,-1 3 0,-4-2 0,-2 1 0,-1 2 6,-4-4 1,-2 2 0,-6 0-5,4 10 0,-4-1 1,-3-1-1,-1 2 1,0 4-16,-5-3 0,-1 3 0,-2 3 0,-2 1-72,2 5 0,-3 1 1,-1 2-1,0 2 1,3 4 4,-11-3 1,2 6 0,-2 2-137,5 4 0,-3 1 0,0 3 1,3 2-318,-5 3 0,2 4 0,-2 1-1438,8 1 1,-2 2-1,1 0 1,2 3 1960,-5 3 0,2 2 0,5 0 0,-1 3 0,8-1 0,-1 6 0</inkml:trace>
  <inkml:trace contextRef="#ctx0" brushRef="#br0" timeOffset="40101">13139 9661 15350,'4'-3'5713,"-1"1"-3511,-3 2-1782,-82-35-2017,24 26 1705,17-1 0,-5-3 1,2 4 36,-2 9 1,2 3-23,-4 0 1,-2 1-40,-4-1 0,-3 1-481,16-2 0,-2 0 1,0 0 420,-4 0 0,-1 0 1,-1-1-3,-2 0 0,-1 0 1,0 0 7,-1-1 0,0 1 0,3-1-13,-10 0 0,1-1 14,10-1 1,-2 0 0,5 0 106,4-2 0,2 0-96,-14-3 0,3-2-45,-7-7 71,16-4 811,15 1-834,12-2 1554,9 0-1582,5-4 643,6-2-649,3 1 108,3 5-108,0 7-11,-4 6-16,-3 5-35,-3 3 62,-5 8-5,0-1 28,-13 29-18,5 1-10,-3 8 5,12-9 0,4 0 6,11 16-37,-1-13 1,2 0-112,3-9 0,2-1 142,1-2 1,0-1-1,19 19 11,-5-10 1,-6-9 33,-4-10 11,-3-7-22,3-6 11,5-9 261,2-6-227,-2-6 22,-9-2-50,-10-1-34,-13 2-6,-10 0-11,-10 2 12,-6 1-35,-2 0 12,3-1 12,6-1-7,5-3 1,8-2-23,4-3 23,11-4-18,7-4 1,9-5 11,7-4-17,3-2 17,5 0-326,3 4 326,4 4-5,3 6-23,1 6 50,-2 7-16,-10 6-1,-11 5 29,-13 4-51,-12 3 12,-13 1 359,-13 4-332,-13 4 0,-9 6-33,-4 8 11,12-3 8,12 1 1,-1 2-20,-10 15-257,11-10 0,1 2 265,5-4 0,2 1 9,1-2 0,2 1-29,-12 24 12,10-4 33,9-4-44,10-1 11,13-3 16,9-1-49,13-4-119,9-3-699,10-4-5331,5-6 6193,-5-7 0,-19-6 0,-15-5 0</inkml:trace>
  <inkml:trace contextRef="#ctx0" brushRef="#br0" timeOffset="41384">18104 9181 20050,'-5'-54'1389,"0"0"0,-1 0 0,0 9-577,-4 14-307,-2 1-281,-6 18-157,-3 22 11,-10 23-39,4 6-11,7-7 0,0 4 8,1 5 1,2 3-442,0 1 0,3 2 419,0 6 0,5-1-9,9-11 1,4-3-6,5 18 6,22-2 100,15-25-44,-7-7 41,-1-22 1,1-9 2,14-20-204,-21 11 0,0-2 176,0-7 1,-2-2-1,-7 6 1,0-1 49,5-9 1,0-1 6,7-12-57,-9 8-56,-19 26 800,-7 16-788,-9 16 11,-8 19-37,1-2 0,-1 5-19,1-1 0,0 1-522,-3 14 1,1-1 498,7-16 1,2 0-88,-2 12 1,3 0-178,5-7 1,4 0-179,10 18 0,9-2-37,3-14 1,7-6-625,14-1 1,5-10 833,-10-16 1,0-9-65,11-10 0,1-10 255,1-16 0,-3-9 126,-16 12 1,-1-2 0,-2-3-489,4-10 1,-1-4-1,-6-2 536,-7 1 0,-5-3 0,-2 2-19,-2 6 0,-3 1 0,-2-3 82,0-13 0,-4-3 0,-5-2 86,-3 15 0,-4-1 1,-1 0-1,-2 0-50,0 0 0,-1 0 0,-2 1 0,-3-1-236,-5-3 1,-3-2 0,-3 3 0,-3 5 223,-11-1 0,-5 6 1,0 5-92,8 7 0,-1 3 0,-4 4 6,2 6 1,-4 3-1,-2 2 1,2 4-17,-10 1 1,1 6-1,-5 3-10,11 3 0,-3 3 0,-2 1 1,0 3-1,4 1-23,-6 3 0,3 2 1,2 3-1,-1 3-15,8-1 0,-1 2 0,2 3 0,2 1 0,4 1 0,1 5 0,5 2 0,2 1 0,3-1 0,-1 3 0,4 1 0,3 1 5,2 9 1,4 3 0,8 0-365,11 1 1,8 1 0,4-1 354,2 1 0,3-1 0,7-1-5,2-8 1,5 0 0,4-2 0,3-5-280,3-5 0,4-5 1,1-2-1,-1-3 269,8 4 1,0-3-1,6-3-3,-5-6 1,5-1 0,3-2 0,-1-2 0,-5-3 21,-4-2 0,-4-2 0,0-2 0,3-1-50,2-1 1,3 1-1,2-2 1,-4-2 0,-4-4 69,10-6 1,-6-5-1,-6-6 0,-10-2 1,-5-4 0,-5-1-7,-1-8 0,-8-3 283,-12-15 1,-13-4-280,-9 12 1,-7-1 0,-2-1 5,-1 0 1,-2-1-1,-4 1-12,1 6 1,-4-1-1,-2 1 1,-1 4-4,-12-3 0,-1 3 1,-1 5-7,8 7 1,1 3 0,-4 2-19,-11-1 0,-3 4 0,-2 4-172,-2 5 1,-1 5-1,0 2-144,0 1 1,1 1-1,-2 4-271,13 2 0,-1 1 0,1 3 0,3 3 602,-3 8 0,4 3 0,5-1 0,3-2 0,6-1 0,5 3 0,1-1 0</inkml:trace>
  <inkml:trace contextRef="#ctx0" brushRef="#br0" timeOffset="42568">16820 9442 20407,'-46'-5'450,"0"-1"1,0 1-1,1 0 1,1 0-1,5 2-243,-20 2 42,12-1 1,0 1-105,10 0 1,-1-1-744,-17 1 0,-2-1 704,5 0 1,1-1-15,-4 1 1,1-1-65,10 1 0,0 0 18,1 0 1,-3 0 0,4 0 0,-1 1 1,2-1-12,-16 0 1,1-1 202,21 1 0,3-1-71,-17-4 386,15-3-414,6-3 104,1-4-171,-1-3 922,-1 1-995,3 2 298,7 5-248,8 3-55,6 4-40,4 4 56,13 15 0,1 7-33,12 18 16,-4 5 12,-1 7-305,-2 4 294,0 1-1,5-4 17,5-6-11,6-7 12,8-8-1,6-8 6,4-10 55,-5-6-27,-14-7 162,-9-10-128,-18-4-29,-8-10 1,-9 2-51,-9 0 28,-1 3 298,2 4-320,5 3 16,5 4-50,4 1 23,3 4-7,0 0-55,1 2 0,0 1 22,-2 2 51,-1 2-6,-2 1 5,-3 2 7,-2-2-12,-2-1 22,-1-2 0,-1-3-16,3-4 16,0-4-5,2-6-6,1-6 6,-1-4-17,1-4 11,4-5 6,2-1-6,8-4-16,6-3-12,11-3 28,9 0-258,7 2 258,6 6 1,5 4-46,1 4 34,-3 3 17,-7 4-6,-12 4 45,-11 6-22,-8 5-23,-7 2 5,-4 2-21,-3 2 258,-7 2-265,-6 9 12,-7 10 6,-6 11 0,-2 8 16,-2 5-39,2 3-316,0 4 339,0 3-12,18-26 1,0 1 16,0 1 0,2 0-20,1 0 1,3 0-20,-4 28 28,15-6 0,16-6 6,19-6-26,-9-21 1,4-2-46,5-2 1,4-2-732,4-3 0,2-2 796,8-3 0,-3-2 0,8 0 0,-7-6 0</inkml:trace>
  <inkml:trace contextRef="#ctx0" brushRef="#br0" timeOffset="43851">22242 9211 18576,'0'-4'3625,"0"1"-1721,0 3-1652,-78-63-1717,34 41 1538,10-1 0,-5-4 0,3 6 112,-19 7 364,4 0-432,6 2 7,6-1 295,8 3-324,6 0 6,7 4-79,7 2 888,0 3-882,3 8 108,-4 7-86,-4 13 51,-5 13 17,-5 12-82,12-23 0,-1 0-178,0 3 1,-1 1 180,1 0 1,0-1-18,2 0 1,0 0-15,1-2 0,2 0 20,-6 23-5,5-10-1,5-11 73,3-11 141,3-12 44,3-8 204,4-13-445,3 0 62,16-29-90,0 6 9,-6 8 0,4 0-200,0 4 0,1 2 177,5 0 1,2 4-4,3 1 0,2 4 0,1 3 1,1 4 16,-1 5 1,0 5-26,-1 4 0,-2 5-23,-2 6 1,-3 4 22,-4 4 0,-3 3-12,-5 3 1,-5 1 0,-6 1 0,-8 0-12,-9 0 1,-7-3-37,-9 0 1,-6-3-572,-9-1 1,-5-3 346,-4-2 0,-3-4-205,-2-4 1,-2-3-378,0-4 0,1-5-1202,1-7 1,1-6 2080,0-6 0,5-3 0,-5-5 0,12-3 0</inkml:trace>
  <inkml:trace contextRef="#ctx0" brushRef="#br0" timeOffset="44234">21736 8661 20979,'-3'-38'995,"0"0"0,-14 7 1,-8 9-674,-27 25 0,-10 16-1337,14-6 0,-1 3 0,0 2 1108,-5 6 0,0 2 1,1 3-354,13-4 1,0 0 0,0 3 0,2 1 275,1 2 1,1 2 0,1 1 0,2 2-19,2 1 1,0 3 0,3 0 0,1 2-2,3 1 0,2 1 0,2 2 0,2 0-96,2 1 1,2 1 0,3 0 0,2 1 88,3-2 0,1 1 1,4 0-1,2 0 2,6 13 1,5 0 0,7-3 8,4-2 1,7-2 0,5-3-19,-3-14 0,4-1 1,3-3-1,2-2-297,5-1 0,4-2 0,2-2 0,1-3 315,5-1 0,3-3 1,0-2-1,1-3-113,-10-4 1,0-2 0,1-2 0,0-1 0,0-2 120,-1-2 0,1-3 0,0-1 0,0-1 0,-1-3 7,-2-1 1,1-2 0,-1-1 0,-1-2 0,-1-2 4,9-6 0,-1-2 0,-2-3 0,-2-2-29,-3-2 0,-2-2 1,-2-2-1,-2-2 27,-4-1 1,-2-2 0,-2-1 0,-3-3-2,-2-1 0,-3-1 0,-2-3 1,-3 0-15,-2-2 0,-2 0 0,-3-2 0,-2 0 4,-3 0 1,-2 0-1,-2 0 1,-3 0-2,-4 2 0,-2 0 0,-3 1 0,-3 2 0,-7-13 1,-4 2 0,-7 4 8,-5 3 1,-6 3 0,-4 5-26,6 12 1,-3 2 0,-1 2-1,-3 3-30,-3 0 0,-2 3 0,-2 2 0,-2 2-135,-2 2 1,-1 2 0,-2 2-1,0 2-249,-2 2 0,-1 2 1,0 1-1,0 3-1531,-1 3 1,-1 3-1,1 2 1,1 0 1953,7 0 0,1 2 0,2 0 0,3 0 0,2 1 0,4 0 0,3 1 0,6 0 0,-1 0 0</inkml:trace>
  <inkml:trace contextRef="#ctx0" brushRef="#br0" timeOffset="45651">20183 9425 18716,'60'-11'1004,"0"0"1,-4 1 0,-5 3-534,-1 3-180,1 0-117,-2 2-73,-6 1-45,-7 0-6,-8 1-28,-12 0-22,-5 0 12,-9 0 105,0 1 426,-2 0-352,0 1 78,-4-1-29,-7 3 29,-24 1-190,4-1-9,-1-1 0,-3 0-380,2-2 0,0 1 380,-13 0 0,-3-1-17,-3 1 1,-2-1-6,7 0 1,-2-1-1,3 0-23,-4 1 1,1-1 2,3-1 0,-4 0 1,4-1 13,-4 0 0,1-1-552,6 0 0,-3 0 0,1-1 528,-1 1 1,-1-1 0,-1-1 7,-9-2 0,-1 0 1,4 0-8,-3-1 1,2-1 11,9 1 1,0-2 0,6 1 34,-17-11 79,3-6-10,27-2-130,22 5 615,17-2-620,6 9 1696,15-3-1657,-2 5-11,7-5-11,-14 7 170,-4-7-170,-15 11 16,0-6-10,-2 8-23,-1 1-62,0 2 51,0 3 0,1 0-17,0 6 45,-1 5 22,-10 19-28,-1-5 6,-8 6 0,-2 0-12,-4 2-8,2 1 1,0 1-4,-3 15-8,10-11 0,1 2-107,5-8 1,2 0 122,0 4 1,4-1 8,7 12-5,1-16 16,5-6 1,-4-13 178,2-3 23,-3-6-112,4-10 203,1 0-248,22-15-50,-12 9 11,31-10-17,-23 12-28,10-1 23,-19 7-6,-5 1 16,-10 2 18,0 0-40,-5 1 12,-6 2 11,-3 0 44,-10 0-38,2 0 16,-2-5 0,2-4-28,-1-9-5,-2-8 11,0-8 22,3-9-17,5-7-10,8-7-425,15-3 396,4 11-6,20-6 20,-12 31 1,3 2-4,2 0 1,1 1 10,6 0 1,3 4-12,-5 4 1,-1 3 16,21-5 8,-21 8 1,0 0-42,26 1 22,-5 1 11,-6 2-17,-26 1-16,-11 0 11,-6 0 44,-4 0 23,-12 0-45,-6 0 369,-19 1-375,-12 0-16,-10 7-251,26-2 1,0 2 264,-2 3 0,0 2-6,1 1 0,1 2 14,0 0 1,2 1-12,1 1 0,1 0 5,1 1 1,2 0-4,1 2 1,0 1-157,3 1 0,1 1 154,-15 27 0,13 4-11,10 0 28,16-2-17,10-7-24,11-7-71,11-8-538,6-6-442,-4-10 1075,14-2 0,-33-10 0,9 1 0</inkml:trace>
  <inkml:trace contextRef="#ctx0" brushRef="#br0" timeOffset="48318">21830 11548 20515,'0'-50'981,"-1"0"1,0-1-1,0-1 1,0 4-621,-1 8 0,0 9-69,-2 15-230,-2 10-6,-4 49-39,2-3-645,0 5 0,-2 6 617,1-7 0,-1 0-487,-4 16 1,-3 3 489,5-19 1,-1 1 0,-1-1-21,-1 3 0,-1 0 0,-1 1-87,-5 10 1,-2 2 0,2-5 52,-2 4 1,-1-3-1,2-8 1,-2 2-1,0-8-93,2-13 1,-2-4 173,-5 1 1,-2-7 31,-29-16-4,26-23 1,3-7 25,-11-19 13,18 4 1,6-2 81,8-13-103,6 23 0,2 2 19,8-17-39,10 20-45,6 20 809,1 13-837,10 20 6,1 7 16,12 10 20,-13-15 0,1-3-3,12 8-6,-10-13 1,1-3 17,15-5-4,-17-6 1,1-2 473,0-5 1,1-2-475,-2-3 1,1-5 11,4-8 0,-2-2-14,11-12-3,-19 8 0,-4-1-9,-1-8 273,1-7-658,-11 16-819,-6 10-157,-6 18 1356,-2 15 0,0-8 0,0 7 0</inkml:trace>
  <inkml:trace contextRef="#ctx0" brushRef="#br0" timeOffset="49884">21534 12788 23646,'11'-44'717,"0"0"0,-1 0 0,4-14 0,-3 12-521,-8 29-174,-4 10-22,-4 19 39,-7 14 17,-8 26-370,7-16 1,-2 3 331,0-1 1,-1 3 0,0 0-736,-7 17 0,0-1 711,1 0 1,-1 0 10,1 0 1,2-1-377,6-4 1,3 0 372,-1-3 1,3-2-5,2-1 0,5-6 52,7-6 365,4-24-359,13-26-20,-2-7 1,1-5-9,2-2 0,1-3 366,7-9 1,0-2-342,-3 5 0,-2 2-42,-5 7 1,0 1 18,5-4 1,0 2 865,11-11-882,-13 18 0,1 2 8,9-2-22,-3 18-22,-17 14 11,1 22-12,-7 8 23,2 18-3,-6-17 1,1 2-15,0-5 0,2 1-363,3 6 0,2-1 335,11 10-20,-5-23 1,4-4-40,6-6 1,2-4 38,2-1 1,1-4 291,6-4 0,0-8-239,-7-8 1,-3-4 22,14-14 17,-5-21 23,-20 6 24,-9 12 1,-3 0 42,-2-16 5,-8 4-78,-2 23 22,-3 5-39,5 10-17,-1 3-5,2 10 759,1 9-776,0 0 17,3 17-6,2-16 282,14 21-282,2-24-17,14 3 40,-1-21-12,-5-6 6,8-27 11,-17-1-6,3-20 23,-14 5 0,-10 1-29,-1 13 63,-13-4-40,2 21-17,-8-2-10,2 19-1,-2 17-17,4 2-5,-12 33 5,9-6-167,6-10 1,1 2 116,-1 27-28,7 0 12,11-13-91,10-17 1,6-2-101,27 5-340,-6-12 1,4-4 411,4-7 1,2-5 89,5-3 0,0-5 34,0-3 0,-1-4 55,-5-4 1,-2-3 45,-6-5 0,-4-1 16,13-17-90,-26 8 0,-5-1 259,-4-11 301,-3-14-341,-22 22-45,-10 13-33,-11 11 775,-7 15-826,-3 13-16,2 17-12,5 12-10,9 8-7,10 0 6,9-3 358,11-9-381,9-9 1,11-13 0,9-13 17,6-18 33,3-14 0,0-11-253,-2-10 253,-4-1 6,-7 1 0,-8 10-34,-8 12-11,-6 12-6,-5 10 12,-1 14-12,0 10-61,4 12 152,4 7-409,9 2-63,9-1 1,14-5 131,-13-20 0,3-3-352,6 0 0,2-2 383,6-2 0,0-2 89,2-2 1,0-2 89,-3-5 1,0-3 58,-4-4 0,-3-4 42,-2-5 0,-2-4 50,-4-5 1,-2-4 55,-2-5 0,-2-2 26,-4-2 0,-2-2 16,-5-1 1,-3 1 2,-4 2 1,-5 3 133,-16-25-72,-19 22-45,-18 22-376,21 18 1,-1 6 173,-2 5 1,0 4-15,1 4 1,3 5-1,2 1 0,4 3-11,6 0 1,4 2-63,1 28 76,27-5 0,20-13 6,24-15 136,-21-21 0,1-7-167,4-7 0,0-6-440,1-7 1,-1-7 472,-2-8 1,-2-6-443,-3-8 0,-4-6 471,-11 13 1,-3-2 0,0-1-781,-2-5 0,0-2 0,-2 2 769,-3 9 1,0 1-1,-2-2 92,1-12 0,-1-3 0,-2 6-88,-2 8 1,-3 3 61,0-14 1,-3 5 512,-9 12-605,-5 29 987,-7 42-995,7 0 0,0 6-3,-5 17 0,-2 6 296,6-11 1,0 3 0,-1 2-320,5-8 1,-1 1-1,0 1 1,1 0-561,0 6 0,0 1 0,0 0 0,1 1 99,3-8 0,0 1 0,0 0 0,1 0 0,-1 2 484,-1 5 0,1 2 0,0 1 0,0-3 0,1-5 0,0 5 0,1-6 0,1-1 0,-1-2 0,0 0 0,0 0 0</inkml:trace>
  <inkml:trace contextRef="#ctx0" brushRef="#br0" timeOffset="60033">2225 13921 19549,'5'-51'795,"-1"0"1,0 7-1,-1 6 1447,-3 9-2035,0 15 549,-1 9-723,-1 16 376,1 12-386,-1 15-12,0 13-5,-4 6 782,-3 5-765,-5-1-12,-3-7 34,0-12 72,5-18-21,4-20-52,5-23 12,8-20 51,6-22-513,-1 22 1,1-3 450,1-4 0,1-1-3,1-1 0,0 0 51,0 6 1,0 2-49,9-17-22,-5 27-12,-3 21-6,0 23-10,4 14 16,6 19 0,-11-17 0,0 0 0,3 4 1,-1 0-4,2 1 1,2-1 248,1-3 1,1-1-258,2-3 0,2-3 6,1-4 0,2-5 283,25 4-261,-3-19-6,-11-19 0,-8-18 34,-9-18-273,-14 23 0,-2-2 234,-1-2 0,-3 0-15,0 2 1,-2 0 9,0-26-12,1 14-51,4 16 340,6 15-564,8 13-245,9 13-287,11 10-285,10 9 389,-21-13 0,1 1-202,3 0 1,1-1 259,2-1 1,1-1 305,1-2 1,1-2 255,-2-3 1,-1-2 446,27-4 705,-18-12 433,-19-9-203,-14-7-364,-10-4-273,-7 0-198,-4 1 549,-4 7-800,-4 8-103,-2 12-43,-5 14-28,-3 14-44,-1 13-7,2 10-16,7 2 40,9 0 10,10-5-16,9-11 22,10-11-17,9-13 6,6-13 27,3-14 35,-2-16 89,-6-9 11,-7-8-28,-11 0-22,-7 4-23,-8 6-22,-3 11-84,-1 9-84,2 11-5,4 12-46,1 13-111,6 13-180,8 11-33,12 5-6,0-16 1,3-2 71,16 10 65,-5-13 1,3-5-155,-10-12 1,0-3 329,9 1 1,0-3 173,-2-7 1,-1-3 136,-4-4 1,-3-4 142,-3-3 1,-3-4 292,12-28 33,-13-7-147,-12-4-139,-9-1-40,-11 5-61,-7 13-118,-13 18-44,-11 22-1,-14 23-409,21-1 1,1 3 355,-4 7 0,2 2-17,2 3 1,1 2-15,6-1 0,3 2 3,6-4 0,5 0-19,7 23 150,22-17-134,20-17 1,18-25-147,-23-6 1,1-4 154,2-7 0,0-4-16,-1-4 1,-2-4 15,-2-2 0,-4-3 8,-3-2 0,-4-3 20,-4-1 0,-2-2-6,-4-1 0,-1 0 11,-3 2 1,-2 1-4,-1 6 1,-1 2 458,1-13-391,-3 22-62,-6 29-6,-3 22-33,-2 7 45,-5 28-333,5 0 246,5-19 0,1 1 0,1 0 0,4 2-182,7 9 0,4-2 61,-4-15 1,3 0-362,12 13 1,4-1-251,-3-18 1,2-3 70,6 4 1,3-5 452,5-9 1,0-9 664,19-16-12,-9-15 1403,-23-20-758,-14 7-258,-1-9-230,-5 4 17,-4 5-454,-2 16 11,0 7-89,-1 12 594,0 5-633,0 6 48,1 7-60,10 7 17,-1-6-22,18 1-6,-1-14 12,12-5 5,10-17 11,-10-9-6,-6-6 46,-15-10 38,-12 5 119,-7-21-151,-8 13-57,-4 7 0,-6 19 0,1 14 0,-8 12 0,0 15 0,9 5 0,3 4 0,2 1 0,3 1 0,0 12 0,2 0 0,3 19-190,7-23 1,6 1-1096,11 2 0,6-1-3631,5 0 1,2-2 3571,1-1 0,-1-5 0,11-1 0,-30-25 0</inkml:trace>
  <inkml:trace contextRef="#ctx0" brushRef="#br0" timeOffset="61076">6575 13735 26150,'-21'-52'558,"0"0"0,4 7 0,3 11-547,6 26 23,12 22-12,2 4-16,12 24 5,-5-11 0,0 2-20,0 2 1,0 2-281,1 8 0,-3 0 238,-4-7 1,-4-3-17,-8 28 67,-5-24 0,-16-14 61,-2-30 23,3-13-22,4-25-28,22-11-12,7 7-3,9 10 1,6 1-31,18-11-2,-9 15 0,3 3-24,-4 10 1,1 4-56,2 2 0,0 4-110,0 2 0,0 3-210,2 0 1,-1 3-233,21 1-224,-23 2 0,0 2-3097,24 7 1685,-8 2 2039,-12 0 2034,-28-7 872,-15-3-486,-5-1-238,-8-2-955,-1 0-290,2 0-461,5 0 169,3 0-332,8 0-49,-1 0 22,10 2 16,6 0-44,5 0 17,26-6 5,-7-3-17,15-8 6,-17-4 17,-11-6 0,-12-3 0,-10-1 16,-10 3 18,-7 4-7,-7 9-59,-3 8-13,-5 13 0,-2 11 0,-1 13 0,3 11-299,7 9 299,10 8 0,13 2 0,17-1 0,19-10 0,-11-29 0,5-5 0,3-3 0,2-5 0,2-3 0,0-4 0,0-6 0,-1-4 0,-2-4 0,-2-3 0,-3-6 0,-2-4 0,-4-2 0,-2-4 0,-4-2 0,-2-2 0,-4-1 0,-3-1 0,-2-1 0,-2 1 0,-2 2 0,-2 1 0,-2-23 0,-2 14 0,1 15 0,0 13 0,2 10 0,0 9 0,8 12 0,4 18 0,9 19-166,-8-20 1,-1 2 165,1 5 0,-1 1 0,-3 3 0,-1 1 0,-3 0 0,-4 0-17,-6-1 0,-4-2-854,-4-4 0,-4-3 871,-8-3 0,-1-4 0,-4 3 0,0-12 0</inkml:trace>
  <inkml:trace contextRef="#ctx0" brushRef="#br0" timeOffset="61310">8449 13542 27958,'25'-41'-439,"0"0"1,6 3-1,6 10-765,14 21 0,3 8-1477,-10-2 0,-1 1 2681,3 1 0,-6 2 0,-10-1 0,-1 1 0</inkml:trace>
  <inkml:trace contextRef="#ctx0" brushRef="#br0" timeOffset="61467">8586 13785 28552,'41'-13'-389,"0"-1"0,-1 1 1,2 0-1,-1 0 1,0 3-2192,22-1 1,-2 1 1635,-5 1 1,-4 1 0,-16 2-1,-4 1 1,7-3 0</inkml:trace>
  <inkml:trace contextRef="#ctx0" brushRef="#br0" timeOffset="62659">10212 13640 25360,'15'-53'834,"-1"0"1,0 6-1,-3 6-459,-3 12-95,-3 13-229,-3 11-17,-2 15-34,0 14 17,0 19-17,-6 18 0,2-26 0,-1 2-278,-3 2 1,-2 1 277,1-1 0,-2 1 0,-2 1 0,0-2 0,-4 9 0,-3-7 0,14-36 0,0-13 0,11-18 0,8-20 0,10-12-127,-8 25 0,1-1 127,1 1 0,1 0 0,0 2 0,1 2 0,19-21 539,-2 14-539,-2 16 0,-2 12 0,0 17 0,-3 13 0,-3 16 0,-5 11-41,-7 6-54,-6-1 263,-4-5-286,0-12 120,1-13-13,3-13 0,3-18 33,10-24-16,-5 3 28,12-26 16,-8 12-224,4-11 230,-1 4-17,-3 9-5,-5 11-6,-5 13-45,-4 8 17,-3 12 0,1 7 0,0 18 11,1-6 197,-1 15-214,0-13-39,0 5-16,3-5 16,5-7 17,2-9 11,0-4 6,3-12 17,-2-7 5,1-9 0,-2-6 23,-3-8-23,-6 11 22,-2-6-5,-3 16-16,-2 0 4,1 4 7,-2 5-23,2 3 11,0 2 101,1 1-77,-1 0-35,1 0 0,-1-1 0,1 0 0,0 1 0,0 0 0,0-1 0,0 0 0,0 1-410,0-1-469,2 2-1726,3-1-1730,0 2 4335,4 0 0,-5 0 0,1 0 0</inkml:trace>
  <inkml:trace contextRef="#ctx0" brushRef="#br0" timeOffset="63476">11231 13683 27830,'37'-31'207,"-1"0"0,-2 0 0,-4 0-50,1-19-94,-8-8-63,-15 25 0,-2-1-506,-2-3 1,-1-2 505,-2 0 0,0-1 0,-2 1 0,-1 2 0,-3-23 325,-2 19-325,0 20 167,1 13-167,-1 18 0,-2 16 0,-6 26 0,6-14 0,0 3-254,-2 8 1,1 3 253,0 4 0,2 1 0,0 2 0,3-1 0,2-1 0,3-1 0,7-4 0,4-2 0,4-5 0,6-4-236,5-7 1,4-5 235,1-8 0,3-5 0,0-7 0,1-7 0,-1-8 0,0-6 0,1-6 0,-2-7 0,1-7 0,-1-6 0,0-8 0,-2-3-486,-10 11 0,-1-1 1,-1-2 485,0-5 0,-1 0 0,0-2 0,-1-2 0,0-1 0,-2 0 0,-2 0 0,0 0 0,-2 1 0,-2 4 0,-1 0 0,-3 3-58,1-12 0,-5 5 58,-3 13 0,-3 5 799,-5-3-799,-5 26 429,-3 28-429,-7 28 0,10-11 0,0 5 227,-1 8 0,0 4-227,1 7 0,2 2-464,5-17 1,0 0-1,2 1 464,0 3 0,2 0 0,1 1-2932,0 3 1,1-1 0,2 0 2577,1-6 1,2 0 0,-1-4 0,0 3 0,1-6 0,3 7 0</inkml:trace>
  <inkml:trace contextRef="#ctx0" brushRef="#br0" timeOffset="88192">6123 1969 21663,'-4'-49'1355,"-1"-1"1,2 8 0,-1 9-1060,-2 17-217,3 20-40,0 6 95,2 49-98,1-25 1,-1 3-1382,1 22 0,0 4 1341,0-20 0,0 1 1,0 0-39,0 4 1,0 0 0,1 1-439,1 2 0,0 0 1,1-1-244,0 1 1,1-1-1,1-1 405,1 2 1,1-1 0,0-5 0,-1-3 0,0-5 0,5 24 0</inkml:trace>
  <inkml:trace contextRef="#ctx0" brushRef="#br0" timeOffset="88950">5887 2491 24340,'29'7'527,"6"-2"-404,11 4 11,5-6 1,2-11-449,-1-8 471,0-13 89,-3-7 68,-8-6-158,-13 7 427,-6-15-343,-15 20 66,0-9-132,-9 18-56,-3 8-40,-1 6 183,1 4-245,2 2-21,1 1-6,1 3 33,0 3-33,1 3 22,-1 1 0,1 0-5,0-1 5,0-2-39,0-4 34,0 0 212,0-3-218,-2 0-6,0 0-27,0-1 44,1 6-11,1 1 0,2 6 22,3-1-44,4 1 16,6-2 23,6-4-6,7-7 29,6-9-29,4-8 11,-2-8 57,-7-4 5,-13-1 11,-12 1-28,-13 2-22,-8 7-6,-9 6-17,-4 8 23,-1 8-50,0 9-29,1 8 34,4 10 0,4 6-11,6 5-34,8 4-39,9 3-123,14 1-404,16-1-452,-7-25 1,4-2-355,5-2 0,3-4-1286,4-2 0,2-5-2213,3-7 1,-1-4 4836,-6-1 1,-3-2 0,10-6 0,-22 3 0</inkml:trace>
  <inkml:trace contextRef="#ctx0" brushRef="#br0" timeOffset="89476">6908 2311 20492,'12'-45'1731,"-1"-1"0,-2 6 0,-4 6-1054,-11 12-257,-2 8-257,2 7-118,1 9 5,0 10-22,0 10-6,0 11-22,1 8-22,3 6 0,0-1 10,3-4 24,2-9 10,1-10 0,1-10 74,-2-7 16,3-13 28,1-7 50,3-12-11,0-7-11,-2-2-45,-2 2-27,0 5-35,-2 7-61,1 10 6,1 6-6,3 11 0,5 5-6,3 9-33,2 7-6,-2 6 17,-2 3 56,-4 1-28,-4-6-5,-3-8 44,-2-10 67,-1-8 1,-1-14-23,0-8 39,4-14-77,5-8-46,11-10 0,-6 16 0,10-7 0,-9 22 0,5-1 0,-1 9 0,5 7 0,-8 6 0,12 11 0,-4 8-186,8 11-682,2 6-745,0 3-1244,2 0-3752,2-5 6609,-5-12 0,-13-11 0,-9-10 0</inkml:trace>
  <inkml:trace contextRef="#ctx0" brushRef="#br0" timeOffset="89850">7693 2410 13989,'2'-5'9830,"-1"1"-7645,-1 4-1244,8-72-79,-3 41-722,0-10 0,1 4-78,-3 23-12,0 15-16,1 13 5,6 28-50,-3-6 13,-1-3 1,-1 3 20,-1 17-202,-1-18 1,0 0 183,-1-2 1,0-1 5,4 22 23,-2-14 16,-1-21-27,-3-15-1,-5-24-22,-3-16 28,0-2 0,0-5-9,0-1 1,0-2-786,2 5 1,0-3-1,0 3 771,0-6 1,1 1 11,1-13 0,0 1-44,3 15 1,2-1 26,4-13 0,1 2 0,-2 20 0,2 3 0,8-6 0,5 7 0,6 14 0,7-2 2641,6 22-2641,-1 13 0,13 17 0,-21-2 0,-5 4-230,-7-3 0,-5 2 230,-1 1 0,-8-1-189,-16 1 1,-11-2-4728,-17 3 1,-4-3 3904,12-6 0,1-2 0,-7 1 1,6-5-1,19-13 0</inkml:trace>
  <inkml:trace contextRef="#ctx0" brushRef="#br0" timeOffset="97875">22225 3640 20901,'-40'-1'1417,"0"0"0,-9-5-1187,87-9-160,3 4 0,6 1-42,-4 1 0,5 0 0,1 0-1048,11 0 1,2 1 0,2 0 1035,-12 2 1,1-1 0,0 1 0,0 1-5,1-1 1,0 1 0,0 0 0,-1-1-8,-2 1 1,-1 0-1,-1-1 1,-1 1 11,10-3 0,-3 1 1,-2-2-7,11-4 0,-7-4 11,-17 1 1,-8-4 0,-6-25-29,-45-5 6,-5 22 0,-7 2-185,-8-1 0,-4 2 218,-5 0 1,-1 3 25,2 2 0,2 2 39,6 3 0,3 3 70,-13-5 1986,24 9-2031,18 4 755,41 19-822,10 3-39,-4-2 1,3 3-431,0-1 0,0 1 441,2 2 0,0 2-22,-3 1 0,-2 3 6,-6 0 1,-3 3-13,-6 0 0,-4 1-11,-7 0 0,-4 0-178,-7 30-131,-20-3-1069,-15-6-3500,-4-5 4889,5-13 0,14-15 0,9-10 0</inkml:trace>
  <inkml:trace contextRef="#ctx0" brushRef="#br0" timeOffset="98608">24062 3263 25539,'24'39'97,"0"0"0,-2 0 0,-7 1-75,-14-3 1,-5 1 5,-1-2 0,-2-2 56,-13 26 67,-5-17 163,1-18 44,5-17-66,8-18-108,6-16-83,12-17-17,9-12-325,-1 25 1,2 0 265,4-1 1,1 1-21,3 2 1,1 3-93,0 2 0,0 3 115,25-9-22,-7 14 0,-7 13-18,-7 14 7,-5 12-18,-5 13-44,-3 6-123,-4 5-208,0-2-212,0-3 335,3-11-672,4-9 269,5-13 79,7-12 313,5-11 236,5-13 117,-1-8 73,-1-5 106,-5 0 124,-4 4 151,-7 6-45,-7 11-252,-8 9-107,-5 8 46,-3 9-34,-1 7-45,-1 9-40,0 6-4,-1 4-1,5-1 12,4-2 44,6-5 62,6-9 50,4-10 45,5-15 22,5-12-5,3-15-22,-1-9-51,-8-8-62,-8-2-61,-10 2-34,-5 5-17,-4 12-72,0 12-152,0 12-279,0 12-443,1 15-555,5 14-807,4 19 99,-2-19 0,0 3 2187,3 6 0,-2 0 0,3 5 0,-2-3 0</inkml:trace>
  <inkml:trace contextRef="#ctx0" brushRef="#br0" timeOffset="99075">25318 3807 17036,'3'0'7265,"0"0"-6212,-3 0-336,79-62-2693,-37 15 2097,-8 15 1,5-6-1,-5 1 13,-7-6 1,-5-1-46,3-6 1,-2-4-47,-8 15 0,-1-1 0,0-1-13,-1-3 0,-1-1 0,0 0-6,-2-1 0,-1 0 1,-1-1-11,-1 2 1,-1-1 0,-2 1-1,1-17 0,-3 2 10,-4 9 1,-2 3-9,-2 10 1,-2 5 577,-15-11-572,-1 24-33,-3 23 28,-1 21-23,-3 24 6,15-15 0,2 5-281,-2 19 0,3 2 284,4-16 0,2 1-7,2 1 0,0 4 1,4-2-261,5 5 0,5 0 260,-1-10 0,2 3 1,2-2-1,4 0 0,2-2 0,3-2-7,14 14 0,3-6-91,1-9 0,2-7 110,-3-12 1,1-9-4,-4-12 1,-2-9 19,-2-10 0,-3-8-410,-1-10 0,-3-6 413,-2-8 0,-4-3-12,-7 15 1,-2-1 0,-1-1-10,-2-2 1,-1 0 0,-2-1 5,0 2 0,-1-1 0,-1 1 20,-1-16 1,-1 1 22,-1 11 0,0 3 723,-1 10 0,-1 4-740,-1-2 1062,0 22-1085,0 30-10,0 24-12,3-9 1,1 4-351,0 11 0,1 4 85,1 1 1,2 6-1,-1-4-213,0-13 0,-1-2 0,1 4-210,0 5 1,1 5 0,-1 1 0,-1-2 395,-3 7 0,-1-2 0,0-4 0,2 8 0,0-5 0,-4-3 0,1-1 0</inkml:trace>
  <inkml:trace contextRef="#ctx0" brushRef="#br0" timeOffset="158616">5566 2516 31730,'-46'9'259,"-1"0"0,0 0 0,-9 2 1,7 0-260,8 4 0,35-6 0,33-6 0,3-2 0,7-2 0,20-2 0,7-3 0,-9 0 0,5-1 0,2-1 0,-8 0 0,2-1 0,2-1 0,1 0 0,-7 1 0,1-1 0,0 0 0,2-1 0,0 1 0,3-2 0,0 0 0,0 0 0,3-1 0,1 0 0,-8 1 0,2-1 0,2 0 0,0 0 0,0-1 0,-3 2 0,-2-1 0,4 0 0,-4 1 0,-1 0 0,0 0 0,4-2 0,-5 2 0,4-1 0,1 0 0,0-1 0,-1 1 0,-3 0 0,-3 1 0,8-2 0,-4 2 0,-2-1 0,2 0 0,7-1 0,1-1 0,0 0 0,-4 0-202,5-1 1,-4 0-1,-5 1-923,2 0 0,-14-1-2208,-24 0 813,-41 15 1,-17 6 1397,0 1 1,-5 2-1,-4 1 207,3 1 1,-3 0 0,-2 1-1,-2 1 994,5-1 1,-1 0 0,-1 1 0,-1-1 0,-1 1 1,-4 1 0,-1 1 0,-2-1 0,0 1 0,-3 1 160,8-2 1,-3 0-1,-1 2 1,-1-1 0,1 0-1,2 0 1,3-1 124,-5 1 1,4-1 0,1 0-1,-1 0 1,-3 2 124,5-2 0,-2 1 0,-2 0 0,0 1 0,1-1 0,3 0 0,4-1 587,-8 2 0,6 0 1,1-1-1,-1 1-837,-6 2 0,-2 0 0,1 0 0,4 0 202,-4 0 1,4 0 0,4-1 528,-2 1 0,9-4-491,7-3 128,63-26-270,12-2 0,10-4-284,1 1 0,4-1 0,4-1-55,-4 2 0,2 0 0,4 0 0,3 0 0,-14 4 0,4 1 0,2-1 0,2-1 0,-2 2 0,0 0 0,-4 0 0,6 0 0,-4 0 0,0 1 0,1 0 0,4-1 0,-3 1 0,5-1 0,1 1 0,2-1 0,-2 1 0,-1 0 0,-5 2 0,0 0 0,-2 1 0,-3 1 0,1 0 0,1 0 0,8-3 0,2 0 0,-1 0 0,0 0 0,-3 1 0,5-2 0,-2 1 0,-3 0 0,-2-1 0,3-3 0,-4 0 0,-6 1 0,-4 2 0,-10-1 0,-6-13 0,-57 19 0,-20 2 0,16 6 0,-2 1 0,-5 3 0,0 2 0,-15 3 0,14 1 0,28-3 0</inkml:trace>
  <inkml:trace contextRef="#ctx0" brushRef="#br0" timeOffset="159083">9622 2044 32767,'-5'-57'-1090,"0"0"1,0 6-1,0 5-213,0 3 501,0 21 76,5 28 749,8 28-267,1 6 1,0 6 89,0 5 1,0 5-298,-2-6 0,-1 3 0,-1 1 457,-2-2 0,-1 0 1,-3 0 47,-1 5 0,-3 0 1,1-2 26,0-9 1,0-2-1,-2 1-52,-3 6 1,-1 0-1,-1-1-1008,-3 9 0,1-3-620,0-4 0,0-3-2590,2-7 1,1-7 4406,3-11 0,3-16 0,3-8 0</inkml:trace>
  <inkml:trace contextRef="#ctx0" brushRef="#br0" timeOffset="160492">9528 2661 28405,'-14'-50'262,"0"-1"1,1 7 0,-1 6-1858,-5 10 1088,6 13 180,6 9 356,8 8-480,22 12 788,11 2-748,-3-5 0,2-1 598,4-3 1,2-2 426,5-1 0,1-2-48,0-3 1,1-3 40,-2-2 0,-1-4 30,-3-2 1,-4-4 204,-4-2 1,-4-2-843,14-27 0,-21-4 0,-16-1 0,-18 2-369,-10 6-922,-9 8 163,-2 11 92,4 11 432,10 7 638,3 17 1112,12 7-107,5 12-642,13 3-513,12 0 21,1-8 100,20 0-8,-12-15 134,11-3-507,-14-16 1736,-10-11-454,-9-9-906,-8 3 0,-17-18 0,-4 17 0,-16-10 0,0 18 0,-1 8-110,8 6 220,-4 18-110,16 6 0,-2 19 0,15 7 0,11 5 0,11 4 0,1-13 0,17 7-1333,10-9-205,-22-22 0,1-2 597,7-1 1,0-5 137,24-16 1674,-2-16-206,-32 4 1,-2-3 127,-3-2 0,-2-3-208,-3-1 1,-3-2 257,8-27-34,-3 4-327,-3 9-482,-2 12 0,0 13 0,-2 11 0,4 14 0,4 12 0,5 14 0,1 9 0,-4 9 0,-6 4-648,-8-2-550,-3-6-538,-5-11 952,-1-13 704,-2-11 780,-2-13 173,0-10-728,1-13-119,2-8-62,4-2 33,5 1 254,3 7 367,2 8-110,0 9 511,0 7-674,0 10-345,3 5 0,1 11 0,3 7 0,-2 2 0,1-1 0,-3-7-353,-3-9-1941,-2-7 1842,-1-12 1930,1-10-355,5-12-625,4-9-498,1-5 0,0 1 0,0 3 0,-4 6 0,-1 8 0,0 9 0,0 8 0,2 12 0,3 11 0,3 13 0,2 11 0,3 6-1493,5 2-2139,8-2-1385,8-8-942,5-10 2383,4-14 3416,-2-15 2578,-7-14 2319,-11-12 22,-11-8-1394,-9-4-1184,-7 2-826,-3 4-390,-4 8-993,-1 7-608,-1 9-458,1 11-16,2 12 297,3 15 292,1 14 104,0 11 118,0 3-237,0 1 207,-3-7 69,0-9 344,-1-12 250,-2-15 20,-3-13 494,-5-19-890,-7-15-43,-6-18 20,7 18 0,-1-1-288,-3-5 0,0-1 305,-1-4 1,1-2-18,0-4 1,2-2-563,3-3 1,4-2 306,4-3 0,5 1 503,6-1 1,5 2-277,6 6 1,6 3 475,4 6 0,5 6-83,5 8 0,2 5 609,3 7 1,2 5 229,1 5 1,1 5-446,0 7 1,-2 3-433,-8-3 1,-6 9-263,-8 23 0,-7 14 0,-13-5 0,-18-9 0,-10 0-888,0 14 0,-5 6 0,-6-11 788,-4-21 0,-6-8 0,3-3 1,-4 4-1,4-3 0,-10 0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44:07.86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4249 2483 26099,'27'16'28,"5"21"-33,-11 20-632,-2 3 600,-12-8 1,-6 3 24,-10-9 1,-3 0 19,4 1 1,-2-2 24,-11-5 1,-2-8 333,-5-14-154,-1-15 98,12-25-121,9-20-44,16-16-110,-1 27 1,4-1-307,4 0 1,3 2 277,2 1 1,3 2-34,1 3 0,4 3-120,10 1 0,2 3-71,-4 5 1,0 3 58,1 0 0,-1 3-292,-2 4 1,-2 3-784,16 7-190,4 5 150,-12 8 656,-12 7 784,-13-10 644,-6 4 516,-8-13 594,0 1-830,-1-6 345,0-1-1197,0-1 203,0-1-359,7-4-23,17-10-49,12-5-7,4-5 51,7-7 0,-12 2-11,1-11 67,-14-11-73,-12 15 107,-18-21-90,0 35 22,-15-12-33,3 22 0,-6 3-17,-9 17-28,7 11 5,1 8 40,8 18-34,10 2-14,4-16 1,3 3-18,5 10 1,4 1-1074,2-6 0,3-2 1073,1 0 1,4-2-32,7-6 1,3-4-11,27 2 75,-13-13 0,3-5-3,-9-8 0,-1-6-421,3-5 0,-3-4 443,3-18-133,-20 5 0,-2-4 195,6-28-39,-11 19 0,-1-3 64,-2-11 1,-1 0-29,-2 8 1,-1 1-40,0-3 1,-1 3 1751,0-4-1805,0 15 0,-1 21 0,3 6 1028,6 18-1028,11 15 0,-1 3 0,14 24-456,-4 0 456,-12-18 0,0 4 0,-1 12 0,-2 1-48,-5-6 0,-2-2-98,-3-1 1,-4-1-295,-6-6 1,-6-5-1689,-19 8 2128,-20-2 0,20-18 0,0-12 0</inkml:trace>
  <inkml:trace contextRef="#ctx0" brushRef="#br0" timeOffset="226">6062 2446 23959,'-7'0'2728,"2"0"-2644,5 0-2246,72-39-3500,-13 25 4811,-6-7 1,0 1 0,-7 16-1,-22 3 1</inkml:trace>
  <inkml:trace contextRef="#ctx0" brushRef="#br0" timeOffset="367">6122 2754 25993,'41'-17'-1136,"-1"1"1,1-1 0,5-1 0,-8 2 0,-12 5 0</inkml:trace>
  <inkml:trace contextRef="#ctx0" brushRef="#br0" timeOffset="1192">7574 2608 20423,'7'-47'1090,"0"0"1,0 0 0,1-15 0,-5 9-559,-11 13 733,-4 19-1209,2 13 348,-4 28-409,1 12 5,3-2 0,0 4-218,1 2 0,1 1 226,0 5 1,1 1-1,0 0 1,1-1 103,1-1 1,-1-2-108,2-5 1,0-3 39,-1 12 78,3-21 11,1-21-50,3-20 607,3-18-635,6-15 6,7-9-44,-8 31 0,2 0 66,12-26-34,3 8-39,2 13-16,2 13-18,2 14 12,5 16-39,2 15-46,1 17-22,-21-15 1,-1 2-135,-2 2 0,0 2-345,-1-1 0,-1 1-56,1-2 1,1-2-967,20 17 518,5-18 400,0-22 701,-4-23 499,-6-18 470,-5-13-199,-5-8 261,-4 0-241,-4 5 89,-6 9-464,-5 14-236,-1 13-179,-2 12-11,0 33-12,2 3 6,5 25-16,7-8-23,9-3 11,8-7 11,7-11 18,6-12 439,0-17-373,-4-16 40,-8-16 16,-9-15 34,-7-8 0,-9-5-39,-4 2-248,-3 3 147,-1 10-106,0 12-348,1 15-772,5 14-1731,7 20 2957,11 16 0,-10-9 0,2 3 0</inkml:trace>
  <inkml:trace contextRef="#ctx0" brushRef="#br0" timeOffset="1667">8791 2888 25305,'31'-48'234,"1"0"0,0-1 0,-3 3 0,0-1 0,-6 2-156,-5-3 1,-5-1-1000,2-6 0,-3-3 941,-3 16 1,-2-2-1,-1 1-2,1-4 1,-1-1 0,-1 1 3,-1 0 1,0 0 0,-1 1 35,1-17 1,-2 2 440,-1 13 0,-3 3-348,-5-13 442,-3 30-593,-3 21 287,1 24-287,1 25 0,6-6 0,2 4 27,-1 10 1,2 5-28,3-14 0,0 3 0,2-1 0,-1 4 0,1 1 0,2-1 0,2 1 0,2 0 0,2-1 0,1-2 0,3-1 0,2-2 0,3-3 0,3-1 0,2-3-26,17 11 1,6-7-431,1-8 0,3-7 439,-2-8 0,0-10-297,-5-9 1,-2-9 324,-4-9 1,-4-8-12,-2-9 0,-4-7-348,-2-8 0,-3-4 363,-10 12 0,0-2 0,-3-1-183,0-5 0,-2-3 0,-1 0 185,-1-4 0,-2-1 0,0-1-17,-1 2 0,-1-1 0,-1 2 0,0 7 0,-2 0 0,0 4 286,-3-10 0,-2 6-286,-7-8 548,-5 41-548,-4 40 0,8 6 0,0 7 0,-2 14 0,1 7-113,4-10 0,1 2 1,1 2 112,1 6 0,0 2 0,2 2-242,2-11 0,0 0 0,1 2 0,1 0-810,0 4 1,2 1-1,1 0 1,0-1 820,0-4 1,1 0 0,-1-1 0,1-4 0,2 22 0,0-9 0,0-22 0,-1-1 0</inkml:trace>
  <inkml:trace contextRef="#ctx0" brushRef="#br0" timeOffset="3359">723 3535 19703,'-2'-61'1614,"0"1"1,1 4 0,-1 3-1220,1 12 0,1 3 177,-2-22-247,2 22-230,2 19-73,1 20 34,3 18-5,3 21-40,0 16-244,-6-21 1,-1 2 251,-2 1 1,-2 2-15,-2-1 1,-2 0 8,-2-4 0,-1-1 48,-10 18 89,-1-21 67,2-20-55,2-26-35,2-20-21,4-22-65,6 21 0,1-1-291,2-3 1,1 0 287,2-1 0,3 0-11,0 4 0,3 2 490,14-21-512,6 23-46,5 18 35,10 24 22,7 17-313,-20-5 0,-1 4 282,2 3 0,-1 2 8,2 3 1,-1-1-7,1 1 1,-1-1-9,1-2 1,0-3 13,-2-3 1,0-4 601,23 7-590,-13-16 11,-15-19-28,-10-18 16,-8-21 40,-3-13-28,-4 27 0,-1-2-12,-2-7 1,-1 2-17,-1-14-23,-1-6-39,9 37-128,7 4 461,13 14-898,26 19 458,-9-1 6,-5 2 1,1 1-710,22 7 714,-20-9 1,1 0 34,-1-2 0,0 0 66,4-2 1,-3-2 90,11 2 167,-2-6 157,-37-10 63,-3-5 21,-13-6-39,-5-2 11,-14 1 189,5 7-491,-14 6-45,8 16-34,-4 8-44,7 12-1,10 5 29,14 3 0,12-2 10,13-5-21,8-9 22,6-10-1,10-15 1,-17-5 39,12-19 51,-22-6 83,2-11 168,-11-16-218,-16 9-84,-7 3 23,-18 10-29,1 15-55,-4 1-107,6 10-90,10 16-212,9 13 100,9 5-599,14 17-426,14 0-62,-9-15 0,4 1-3515,13 4 1,0-2 3349,-14-9 0,0-2 0,26 12 0,-43-24 1</inkml:trace>
  <inkml:trace contextRef="#ctx0" brushRef="#br0" timeOffset="4043">2612 3264 20016,'4'-6'5299,"0"1"-4762,4-30 1,-4-9 140,-10 2-711,7-9 0,-6 1 341,-25 14-56,-27 20-207,15 13-14,5 11 0,1 5 2,-14 22-11,21-12 1,3 3 66,4 0 1,5 2-112,3 31 16,22-18-5,10-10 110,20-19-110,4-22 25,-8-5 0,1-5 3,-3-3 0,-2-4-429,5-8 0,-3-3 434,-12 10 1,-2-2 5,2-8 0,-4-4-6,-3-8 1,-2-2 5,0 0 0,-1-2-9,-2-9 1,-2 3 17,-3 18 0,-1 4-37,0-13 245,-3 21-245,-4 29 0,0 7 0,-13 48 0,7 8-566,3-11 0,1 2 566,3-13 0,2 0 0,3 11 0,6 2-110,5-1 1,4-1-185,4-1 0,5-1-166,9 3 1,5-7-31,0-15 0,2-8 294,-8-6 0,0-5-45,10-7 0,-4-7 280,-6-7 144,-7-11 1,-4-6 387,-13-19-249,-8 12 0,-1-1-31,-8-12 62,-5 18 0,-3 2-163,0 2 1347,-19-11-1408,20 29 802,-5 6-909,13 6 87,2 11-104,12 6 7,8 1-7,15 1 1,12-13 5,9-7-11,-8-9 8,-10-7 1,-3-5 9,5-15-18,-12 6 0,-3-3 0,-5-26 0,-12-3 0,-13 3 0,-11 9 0,-9 14 0,-6 18 0,-3 23 0,1 22 0,8 7 0,14 4 0,3 4-436,7-9 0,3 2 436,2 19 0,6 2-247,7-6 0,8-1-2153,-2-15 1,5 0 0,0-1 2399,13 13 0,0-4 0,-9-13 0,-2-5 0,8 5 0</inkml:trace>
  <inkml:trace contextRef="#ctx0" brushRef="#br0" timeOffset="8109">1942 4900 22459,'-3'-48'1023,"0"0"0,1 7 0,-2 8-749,-4 18-218,2 13 12,-1 19-1,-2 17-28,-1 22-42,5-22 0,0 2-250,1 2 1,2 0 266,3 0 0,2-2-12,3-4 1,3-1-3,18 17 22,11-17 28,7-16 62,0-18 45,-4-15 11,-5-18 23,-10-9 49,-8-3-16,-9 4-39,-8 12-34,-5 12 387,-2 11-527,-3 17 25,1 11-36,1 17 6,3 9-23,10 1 6,10-4 0,14-11 22,10-13 34,10-14-40,6-18-306,0-15 318,-30 7 0,-2-2 2,-4-4 1,-2-1 25,-5-2 0,-3-1-1,-3-1 1,-3 1 45,-4-28 0,-9 7-6,-4 12-39,1 12-56,2 14-73,6 8-62,2 15 9,4 8-1016,7 16-1827,9 7 2980,14 6 0,-13-20 0,1-4 0</inkml:trace>
  <inkml:trace contextRef="#ctx0" brushRef="#br0" timeOffset="8633">3028 4600 23338,'-3'-59'1189,"0"0"0,-1 2 1,-1 11-765,-2 24-302,0 4-117,4 21 39,1 26-23,2 28-19,0-17 0,-1 3-487,-1 5 0,0 2 492,-1 3 1,-1 1-12,0-1 0,0 0 0,1-3 0,1-2 0,1-5 1,2-2-9,7 19 33,4-26 45,5-25-11,2-24 6,3-20 16,3-15 45,0-7-27,0 2-52,-2 8-16,-5 14-16,0 17-7,-4 17 997,-2 9-991,3 19-5,-2 4-12,6 12 17,0 2 6,2-4-6,3-9-16,5-13 10,2-16 18,3-20-1,0-14-3,-14 3 1,-3-2 14,6-12 95,-2-14 44,-16 25-121,-1 0-52,-5 12 0,1 9 0,-1 7 0,1 10 0,0 8 0,4 10 0,3 6-108,7 2-1286,16 4 442,-7-15-3120,20-2 4072,-16-17 0,-4-2 0,-11-3 0</inkml:trace>
  <inkml:trace contextRef="#ctx0" brushRef="#br0" timeOffset="8767">3730 4553 15849,'1'-16'0,"0"3"0</inkml:trace>
  <inkml:trace contextRef="#ctx0" brushRef="#br0" timeOffset="9425">4039 5112 23237,'0'7'2823,"0"-2"-1933,0-5-374,0 0-175,29-89-280,-17 61 1,2-2-1001,3-14 0,2-6 0,-1 6 950,0 9 0,-1 3 11,4-13 1,-1-1 122,-5 6 1,-2-4-133,-2-3 0,-1-4 0,-2-1-6,-2 6 1,-1 1 0,0-2-306,-1-7 1,-2-2 0,0 4 316,-2-7 1,-1 5-6,1 15 0,-2 4 42,-3-12-33,-1 34 1872,-2 14-1889,-2 23 28,-1 24-29,3 3-40,4-11 1,2 6 0,8 11 1,4 3-170,-4-17 0,2 2 0,1 0 77,4 9 1,2 3 0,1-3-153,1-6 0,1-2 0,-1-2-64,5 10 1,2-3-298,-3-13 0,2 0 1,2-4-2010,13 6 0,2-5 1653,-4-4 1,1-4 888,0-4 0,-4-11 1131,-4-23-95,-16-7 2873,-9-31-2145,-2 8-527,-4-18-302,-1 16 1269,-2 11-1813,1 13 1014,2 10-1287,2 6-24,8 7 12,5 3 12,12 3-35,9 0-5,-5-4-39,20-6 45,-18-10 33,12-8 28,-21-10 39,-10-8-5,-7 5 196,-14-20 11,-2 21-28,-11-9-189,5 22-63,-9 12 0,3 17 0,-9 15 0,6 18 0,5 13-261,13-26 0,4 1 261,2 2 0,4-1-116,4 0 1,4 0-378,5-2 1,3-1-704,6-3 0,4-3 1196,11-3 0,-1-5 0,5 4 0,4-12 0</inkml:trace>
  <inkml:trace contextRef="#ctx0" brushRef="#br0" timeOffset="9634">5980 3899 26927,'-34'-40'498,"1"0"1,0 9-1,1 15-318,-14 55-1545,18-2 0,1 8 1365,6-6 0,1 4 0,0 2-606,-2 10 1,1 4 0,1 1 605,4-8 0,1 2 0,1 1 0,1 1-314,0 4 0,1 2 0,1 1 0,2 1 314,3-11 0,1 1 0,1 1 0,2 0 0,2-1-90,2 1 0,2 0 1,2-1-1,2 0 0,3 0-433,2-3 1,2 1 0,3-2 0,3 0 0,2-3-857,3-2 0,3-1 0,2-1 0,2-3 0,-1-2 1311,8 3 1,1-3 0,0-2 0,-3-4 0,1-2-1,-1-4 1,-4-4 0,-1-4 0,-1 0 0</inkml:trace>
  <inkml:trace contextRef="#ctx0" brushRef="#br0" timeOffset="11551">6720 4895 23853,'-8'-59'608,"1"0"0,-1 0 1,1-1-1,0-1 0,1 4-457,1 8 0,1 3 1,1-1-913,-1-1 0,1-2 0,2 2 882,1 3 1,1 1-1,0 2 52,0-11 1,2 5 341,0 14 1,0 4-516,0-3 432,-2 27-432,2 28 0,2 30 0,-1-10 0,0 4-668,1 14 1,-1 3 667,-1-15 0,0 2 0,0 1-122,-1 3 1,0 1 0,0 0 121,-1 0 0,0 1 0,0-1 0,-1-3 0,1 0 0,-1-2 0,0-5 0,0-2 0,0-2-91,1 9 1,0-6 90,0 13 0,2-31 0,1-34 1237,5-24-1237,6-27 0,-4 21 0,0-2 537,2-4 0,1-2-537,0 0 0,0 0 0,0 3 0,0 2 0,-1 5 0,0 3 240,12-15-240,-1 20 0,2 16 0,3 18 0,5 14 0,5 16 0,3 7-48,-20-19 0,0-1-282,22 22-23,-2-7 123,-7-12 907,-7-11-666,-7-12 0,-4-14 17,-2-11 6,1-8 5,0-5 34,-2 4-23,-3 6-22,-4 9-17,-2 8-16,0 7 5,2 5 0,8 3 0,9 3 16,13-2-27,11-2 22,10-6 23,1-8-23,-5-6 51,-15-9 33,-14-5 56,-15-7 12,-12-7-40,-8-2 22,-9 1-132,-3 7-13,-3 12 0,-1 11 0,-2 14 0,1 12 0,2 16 0,7 15 0,6 11 0,13-18 0,3 1 0,5 14-368,6-15 0,6-3-192,26 8 42,-13-17 0,5-2-350,6-4 0,3-4-1162,4-3 0,3-4-508,1-6 1,0-5-1137,-1-3 0,-1-4 1306,-6-3 1,-3-4 3383,-7-2 0,-4-2 2439,-9 0 1,-5-3 2392,3-26-2487,-16-2-1776,-9 0-627,-7 5-448,-8 9 873,0 16-1265,-5 10 156,-32 40-246,28-12-20,-4 9 1,3 3 2,14 7 632,4 10-643,24 3-28,9-15-17,9-7 273,11-19-222,-6-15 22,9-9 56,-7-14 229,-5-19-145,-16 15 163,-6-15-18,-14 23-111,-3-3-195,-1 11-7,-2 12 0,2 9 0,2 15 0,3 10-18,8 13-145,9 8-109,4-16 1,5-1-890,1-4 0,3-2 861,0 1 1,3-3-485,8-4 0,2-5-544,-4-5 1,2-3 755,9 1 1,3-4 523,5-9 1,-2-6 478,-14 0 1,-4-3-154,-2-1 0,-6-4 1206,2-27-307,-17 2-326,-4-14-428,-8 22 0,-4 0-71,-10-17-217,-3 5 49,-21 29 1261,-6 22-1436,9 11 0,0 4-9,-12 10 0,17 8 0,7 2 0,10-3 1021,8 29-1021,19-29 0,16 0 0,16-14 0,-11-20 0,2-6-9,-3-4 0,-1-3-268,2-2 0,-3-4 280,-3-8 0,-4-6 0,-2-13 1,-5-6-4,1-4 0,-3-5-557,-6 10 0,-2-4 0,-3 0 557,-3 3 0,-2 1 0,-1 1 0,1-11 0,-2 0 0,-2 14 0,0 0 0,-2 2 0,-2-10 0,-1 3 0,1 9 0,0 2 0,-3 0 0,-1 9 0,3 21 0,0 8 0,3 35 0,2 25 0,-1-17 0,0 5 0,0 0-200,0 5 1,0 5 199,-1-2 0,-1 8 0,1 3 0,0-5-397,1-1 0,1-2 0,0 1 241,0-6 0,-1 2 1,2 0-1,2-1-545,2-1 1,1 1 0,3-2 0,1-2 441,8 7 0,3-2 1,-2-4-1,-1 9 1,0-5-1,4-10 1,0 0-1</inkml:trace>
  <inkml:trace contextRef="#ctx0" brushRef="#br0" timeOffset="11934">10304 4192 24330,'-3'-46'712,"0"1"1,0-1 0,-2-13 0,0 3-540,0 11 1,0 4 215,-1 6 0,0 6-244,0 9-91,0 5-42,5 37-24,1 28 24,0 7-585,2-14 1,0 8 0,1-2 320,1 13 0,1 2-608,-1-18 1,-1 4 0,1 2-1,0-3-1567,1 12 0,-1-2 0,1-1 2112,-1-4 1,-1-2 0,1-4 0,-1 3 0,0-6-1,1 6 1</inkml:trace>
  <inkml:trace contextRef="#ctx0" brushRef="#br0" timeOffset="12091">10398 5214 23405,'0'-5'3747,"0"0"-3333,-5-23 1,-4-7 94,-1-1-419,0-5 1,0-1-91,1 8 0,4 8 0,4 8-377,8 7-1409,8 6 1786,17 5 0,-15 1 0,5 0 0</inkml:trace>
  <inkml:trace contextRef="#ctx0" brushRef="#br0" timeOffset="12934">11261 4585 24241,'-2'-46'735,"-1"1"0,1-1 0,0-17 0,-2 4-494,-1 22 0,0 3 95,-2-18-63,2 20-211,3 19-16,1 15-1,2 18-39,3 19 16,1 20-297,-1-24 0,0 1 267,-1 2 0,0-1 8,0-1 0,0-2 23,3 24-18,-2-17 12,0-16 22,-2-14 29,1-18-40,6-13 569,3-17-590,8-13-7,4-5-189,-10 26 0,0 0 189,17-22-34,0 11 34,0 14 0,1 12-18,3 12-44,3 12-55,4 11-96,0 13 22,-1 7-380,1 3-308,2-2-303,5-8 95,4-11 460,-1-11 459,-7-14 332,-8-13 228,-11-12 241,-6-10 111,-4-4-48,-1-1-136,-5 6-180,-4 10 14,-4 12-355,-3 10-33,-4 15-6,-3 10-6,-2 16 6,5 8 6,4 2-6,9-3 0,8-9 6,11-11-1,9-11 12,6-15 39,1-13 106,-3-15 113,-8-14 10,-8-9-61,-9-8-332,-11 30 1,-1-1 202,-3-30-182,0 6 87,-2 9-107,3 16-352,1 13-879,4 16-2572,3 17 3910,0 6 0,-2-3 0,-4-7 0</inkml:trace>
  <inkml:trace contextRef="#ctx0" brushRef="#br0" timeOffset="13708">10657 4332 20336,'-4'0'4732,"0"0"-3550,4 0-1327,-1-15-365,29 11-2503,33-7 145,2 15 2189,-18 1 1,-5 0 0,-14-1-1,-2 1 1</inkml:trace>
  <inkml:trace contextRef="#ctx0" brushRef="#br0" timeOffset="13858">10811 4524 26402,'49'-6'-3277,"-1"-1"0,-5 2 0,-2-1 2200,-4 0 1,-4-1-1,3 1 1,-25 4 0</inkml:trace>
  <inkml:trace contextRef="#ctx0" brushRef="#br0" timeOffset="14934">12678 4594 19552,'6'6'4094,"-1"-2"-2739,-5-4 62,0 0-963,48-76-760,-26 45 421,2-4 1,6-10 0,-3 6-322,-9 10 0,0 0 259,9-16 0,-1-3-521,-6 0 1,-2-2 489,-1-6 1,-3 0-15,-3 10 1,-2-3 11,-4 2 1,-1-5-1,-2 4 13,-3 2 1,-2 1 5,0-16 1,-3 4 21,-9-1-49,1 31-7,2 23 316,-3 29-307,2 12 0,-1 7-9,-1 6 1,1 4-292,1-5 1,1 4 0,2-1 298,2-3 0,2 0 1,2-1-14,2 1 0,3-1 0,2-1-2,3-3 0,3 0 0,4-3 14,12 15 0,8-5-23,8-7 0,7-7 11,7-8 0,5-8-386,-18-11 0,2-3 0,0-5 384,2-6 0,-1-3 0,0-4 4,-2-4 0,-1-3 0,-3-3-2,-1-5 0,-2-2 0,-2-4-6,-4-1 1,-3-4-1,-2-1 4,-4-2 0,-2-2 1,-3-1 1,-2-3 0,-3-1 0,-2-1 7,-2-2 1,-2-2-1,-1 0 8,-1-1 0,-1 0 0,-2-1 9,-1 4 0,-1-1 1,0 3 39,-3-16 0,-1 5-59,-1 14 1,-3 6 72,-6-4 1218,-1 39-1284,-5 39-12,8 0 0,1 7-204,-4 14 1,2 6 203,4-13 0,2 2 0,0 2-163,2 3 0,1 3 0,1-1 163,1 4 0,2-1 0,2 1-66,2 1 0,2 1 1,3-2-277,2 0 0,2-1 1,4-1-981,4-3 0,4-2 0,2-2 1016,-1-8 0,1-3 0,-1-4 1,4 0-1,-2-7 0,9 1 0</inkml:trace>
  <inkml:trace contextRef="#ctx0" brushRef="#br0" timeOffset="15208">14581 3190 26911,'-15'-50'586,"1"0"1,0 8 0,4 7-587,7 11 0,4 26 0,12 34 0,-1 0 0,1 6-1016,0-1 1,1 3 0,0 3 1015,2 10 0,-1 4 0,1 2 0,-4-10 0,0 1 0,-1 2 0,0 0 0,0 5 0,-1 0 0,-1 1 0,-1 1-179,-2-12 1,-1 1 0,0 0 0,-1 0 0,-1 0-732,-2 0 1,0 0-1,-1 0 1,-2 0-1,-2 0 910,-2 1 0,-4 1 0,-1 0 0,1-3 0,0-5 0,2 5 0,0-5 0,-3-2 0,-11 12 0,-1 0 0</inkml:trace>
  <inkml:trace contextRef="#ctx0" brushRef="#br0" timeOffset="15958">15684 3577 21758,'0'-6'3720,"-1"2"-3396,-18-25 1,-6-4 101,8 10-295,-9-13 1,1 4-3,15 23-84,0 9-29,-4 12-10,-2 10-17,-1 9 16,6 4 1,10 1-6,14 0-6,14-3 6,11-3 17,8-4-17,-3-7 11,-12-5 1,-13-5 10,-14-2 40,-13 2 22,-12 5 11,-16 4 6,-10 7-230,-6 4 191,6 6-40,9 3-10,13 4 4,14-1 7,10-1-1,12-4-27,10-3-12,8-2 39,4-5 202,-3-5-236,-8-4 18,-8-2 5,-8 4-5,-8 6 22,-10 10-11,-8 9 11,-8 6-392,-1 4 342,3 2-73,8-1-784,9-2-4050,19-4 4929,5-9 0,1-17 0,-5-10 0</inkml:trace>
  <inkml:trace contextRef="#ctx0" brushRef="#br0" timeOffset="19426">4900 6992 24799,'-2'-54'711,"1"0"1,0-1 0,1 10-477,0 26-168,0-2-50,4 26 11,4 15-11,1 4-3,-2 7 0,-1 2-3,-1 23-166,-1-14 1,-2 1 131,-4-7 1,-3-1 22,-2-3 0,-1-2 17,-17 19 92,-5-18-59,3-17 23,3-22 22,9-18 0,6-18 17,6-13-279,6 24 1,2 0 191,3-1 0,2 1 3,3 2 0,2 3 235,20-17-246,2 19 11,2 18-11,-1 20 11,1 17-28,1 18-116,-20-19 0,0 1 116,0 2 0,-1 0-9,1-2 1,1-1 8,18 19-6,-2-16 18,-1-15 438,-3-22-438,-1-19 16,0-22-343,-18 16 1,-1-3 331,-2-3 0,-3-2-1,-2-2 1,-2 1-17,-2 1 0,-1 1-89,-1 3 0,0 3 84,-1-19 166,4 19-335,7 17-251,11 19-214,11 15 247,0 5-280,-3 1 0,1 3 170,-6-8 1,1 1 70,11 9 0,2-1 173,-3-7 1,-1-2 181,2-3 1,-1-3 203,-1-3 0,-2-2 258,23-1 393,-20-14 122,-17-10-26,-13-10-170,-12-6-190,-7-2-307,-1 7 826,-18-2-905,4 18-68,-14 5-22,5 21-22,5 13-6,10 10-5,10 4-23,19-2 17,11-5-17,15-9 17,6-11 23,5-10-18,-1-15 29,-2-9 28,-6-13 27,-8-5 18,-11-3-23,-10-1-6,-12 3-44,-5 6-12,-5 6-56,1 12-117,3 8-196,4 17-555,4 12-1181,10 16-5938,13 9 8021,8-3 0,-6-16 0,-7-13 0</inkml:trace>
  <inkml:trace contextRef="#ctx0" brushRef="#br0" timeOffset="20125">6837 6983 26848,'-52'-29'283,"1"1"1,2 4 0,4 12-211,-10 32-34,12 10-22,16 1 67,17-2-78,19-6 39,12-8-39,14-8-9,8-15 9,1-12 27,-3-18 0,-19 5 1,-3-4-3,-4-1 0,-2-1-384,0-2 1,-2-1 405,-3-9 0,-1 0 14,-2 6 0,-1-1 3,0-9 0,1-2-39,-2 8 1,-1 1-32,-1 6 0,0 4 0,-2-4 0,0 15 0,-4 35 0,-2 18 0,-2 28 0,4 0 0,2 4-343,-1-15 0,2 1 343,1 3 0,2 5 0,1-3-334,3 5 1,2-1-50,0-8 0,1 1 1,3 0-264,1-4 0,2 0 0,4-2-521,8-1 0,5-2 0,-1-5 534,1 2 0,3-7-569,16-3 1,0-11 401,1-22 2435,0-13 1283,-23-17 381,-16-20-2055,-11 6-779,-3 3 240,-6 10 485,1 17-882,-1 1 1017,2 10-1319,5 7 5,3 6-6,12 6-10,9 3-1,14 3 1,7-5-1,9-11 0,-19-3 18,6-17-18,-26-4 40,-2-15 27,-14-21-37,-9 8-24,-3 1 0,-6 16 0,3 18 0,-10 4 0,0 20 0,-6 18 0,5 21 0,8 0 0,9-11 0,3 3 0,5 7 0,2 0 0,-1-8 0,4 2-1960,9 25 1,10 0 1959,3-21 0,3-4 0,-8-1 0,1-2 0,19 8 0</inkml:trace>
  <inkml:trace contextRef="#ctx0" brushRef="#br0" timeOffset="20533">9177 6792 21215,'-2'-50'975,"0"0"1,0 1 0,-1 2 0,-1 0 0,-1 1-700,-2 2 0,-1 0 0,-1 3-1183,-5-8 1,-2 5 1102,-10-9 732,-2 26-883,10 31-1,-6 43-36,17-14 1,2 4-361,2 20 0,5 4 348,3-18 1,3 1-1,1-2-7,3 12 0,2 3-75,-1-13 1,3 4-1,-1 1 1,0-3-283,0 0 0,-1-2 1,2 3-395,-1 2 0,2 2 1,1 1-1,-2-2 762,5 8 0,-1-3 0,-2-5 0,-2-3 0,0-5 0,-2-7 0,0 1 0</inkml:trace>
  <inkml:trace contextRef="#ctx0" brushRef="#br0" timeOffset="21049">8905 7262 20374,'-16'-56'502,"0"1"0,0-1 0,5 6 0,2 1 0,8 4-348,14 2 0,9 6-687,9 4 0,6 5 564,7 3 0,5 5-20,6 2 0,3 5-466,4 2 0,1 2 455,-19 5 0,-1 1 0,1 0-2,0 0 0,-1 1 0,0-1-21,18 0 1,-2-1 102,-7-1 1,-2-2-62,-9 0 1,-4-2 258,17-12-32,-25-1 996,-19 0-704,-19 1 1337,-12 4-1427,-11 5 578,-5 5-814,-3 13-116,1 10-52,11 4 7,0 26-29,19-9-16,5 18 5,20-11 11,12-8-16,6-9 39,0-12 0,-4-11-34,-5-13 50,-2-11-5,-5-10 45,-6-8 50,-7-4 6,-10 1 6,-6 5-23,-7 7-34,-1 10-67,1 10-61,1 11 16,1 10 1,5 4-458,12 21 0,7 15 0,2-6-495,1-13 0,3 1-568,2 15 1,3 8 0,4-11-2169,5-18 1,4-8 3693,6-1 0,-2-5 0,7 2 0,-4-10 0</inkml:trace>
  <inkml:trace contextRef="#ctx0" brushRef="#br0" timeOffset="21559">10210 7000 23339,'21'-58'1318,"1"-1"0,-1 5 0,-2 7-752,2 1-183,-1 13-193,-2 13-31,-4 15-85,-2 20-72,2 15-2,-1 16 0,-3 12-188,-7-26 1,-1 0 187,-1 0 0,0-1 0,1 26 0,0-17 0,0-17 0,-1-20 0,1-17 0,0-18 0,2-16 0,-1-10 0,0-2 0,1 2 0,-1 10 0,2 10 0,1 13 0,4 12 379,4 12-379,8 14 0,5 11 0,7 15 0,2 8-291,-2 4 291,-5-1 0,-7-7 0,-9-11 0,-8-12 0,-3-15 0,-4-16 0,1-13 291,-1-15-291,3-8 0,4-2 0,5 3 0,5 7 0,4 10 0,5 10 0,5 10 0,7 15 0,6 11 0,5 14-283,-22-11 1,1 1 282,1 3 0,0 0-505,1 3 1,1-1-622,0 1 1,1-1-3107,-2 0 0,0-2 4232,18 13 0,-19-15 0,-13-13 0</inkml:trace>
  <inkml:trace contextRef="#ctx0" brushRef="#br0" timeOffset="21959">11425 6937 25914,'21'-50'911,"0"0"0,-3 5 0,-1 7-887,2 10-24,-6 13 0,-2 24 0,3 25 0,-5-4 0,1 4-732,2 11 1,2 2 731,0 9 0,1 1-354,-5-15 0,0 1 0,0 1 354,0 1 0,0 1 0,-1 1 0,-1-1 0,-1 1 0,0 0-164,-2-2 0,0-1 1,-2-1 163,0 13 0,-4-5 0,-2-13 0,-5-7 0,-17-3 0,-13-44 0,13-5 0,-1-6 98,-5-11 0,1-5-98,-4-9 0,1-4-69,11 14 1,0-2-1,2-2 69,1-4 0,1-2 0,4-1-379,1-3 1,3-1 0,4-1 378,5-2 0,4-1 0,3 2 0,4 0 0,4 1 0,4 2-292,2 4 1,3 1-1,3 4 292,0 5 0,2 3 0,2 4 0,12-8 0,2 8 0,-2 10 0,0 6 114,-2 8 0,-1 7-114,-1 8 0,-1 7 0,-3 6 0,-3 6 0,-3 7 0,-6 6 0,-4 6 0,-8 4 234,-10 4 1,-10 1-235,-12 2 0,-10-2-117,3-16 0,-6-2 1,-2-3-429,-5 1 0,-4-3 0,-2-2 545,-7 0 0,-2-3 0,5-3 0,3 0 0,5-3 0,3-5 0,1 0 0</inkml:trace>
  <inkml:trace contextRef="#ctx0" brushRef="#br0" timeOffset="22759">9944 6787 15042,'-6'-1'7792,"1"0"-4835,5 1-2766,-7-7 229,5 11-208,-6-5-27,8 11-106,0-4 77,2-1 7,1-1 5,5-1-17,4-2-17,14-5-94,-6-1 16,16-8 50,-11 0 34,1-5 84,-9-6-118,-8 0-16,-13-6-40,-1 7 23,-9-4 11,0 8-32,-8-2-52,0 11 0,-7 7 0,6 8 0,-10 10 0,6 6 0,-5 12 0,7 14 0,15-5 0,12-1-343,35-7-251,-7-22 1,5-1-2112,16 2 1,4 0 2704,-1-3 0,-2-2 0,-13-2 0,-5-1 0,8 0 0</inkml:trace>
  <inkml:trace contextRef="#ctx0" brushRef="#br0" timeOffset="23292">12867 6625 26642,'44'-20'-981,"0"0"1,0 0 0,2 2 0,0 1 0,2 4 980,3 7 0,1 5 0,-4 0 0,-3-1 0,-3 0 0,-6 2 0,0 0 0</inkml:trace>
  <inkml:trace contextRef="#ctx0" brushRef="#br0" timeOffset="23442">13118 6868 24111,'-41'12'827,"0"0"1,0 0-1,-11 3 1,7-3-391,1-1-381,47-14-62,20-4-61,16-4 0,6 0-1281,6-1 0,4 0 465,-6 1 0,2 0 0,3-1 578,8-2 0,2 1 1,-6 0-1,-4 2 0,-5 0 1,-2 1-1,-1-1 1</inkml:trace>
  <inkml:trace contextRef="#ctx0" brushRef="#br0" timeOffset="25159">14745 6610 20454,'-1'-58'817,"0"-1"1,0 1 0,-1 3 0,-1 0-1,-1 2-530,-1 0 1,0 1 0,-1 3 36,-4-12 1,-2 5-107,3 13 1,-1 6 11,-4-9 694,8 29-896,5 32-5,10 32-21,-2-7 1,1 5-710,4 11 0,0 5 716,-4-15 1,0 1-1,-1 0-13,1 4 0,-2 1 1,0-1-7,-1 2 1,0 0 0,-2 0-278,-1-1 0,0 0 0,0-1 281,-1-4 1,-1-1 0,0-2 7,1 13 1,-2-5 160,0-15 0,-2-5-146,-2 0 22,-3-38-34,3-29 18,5-28-12,4 22 0,3-1 114,3-6 1,3-1-126,3-1 0,3 0 0,1 0 0,3 3 458,1 5 0,1 2-458,-1 8 0,1 3 0,22-7 0,-4 20 0,5 33 0,-17 2 0,-9 4 0,-3 5-63,6 20-188,-12-17 0,1 1 66,-2 0 0,0 0 170,2 1 1,0-2-345,3 9 400,6-6-237,-15-27 184,1-12 46,-4-13 472,2-16-383,2-10 142,2-2-41,2 1-6,1 7-72,-1 8-90,1 12-11,0 8-40,4 9-38,1 8 27,3 8-5,2 5 50,9 7-28,-9-9-22,15 2 5,-9-14-5,7-5 22,-8-4-11,2-20 96,-15-10-12,0-1 117,-11-14 34,-14 13-27,-6-8 27,-17-5-118,1 15-77,0 6 38,1 17-33,7 14-51,-6 10 29,0 25-18,8 9 1,5 4-1,9 10-55,10-11-96,1-20 1,5 1-421,8 3 1,6-2 27,2-7 0,5-3-745,11 2 0,2-4 748,-9-10 0,1-3-580,12-1 1,2-4 16,-9-5 0,1-3 700,16-6 0,-1-4 779,-14 0 0,-2-3-165,-1-6 1,-5-1 768,-4-8 732,-9-10-457,-11 5-318,0-13-242,-4-3-311,-4 21 0,-2 1-187,-1-10 930,-8-4-919,-8 30 236,-10 4-354,-18 23-67,6 11-28,-1 10 17,11 16-22,12-1 19,8-11 0,2 2-3,4 21-34,15 2-5,9-29 17,2-13 1429,10-10-1373,4-25-17,2-5 45,2-19 61,-15 0-56,-11 8 47,-5-5-125,-8 11 0,0 3 0,-1 6 0,1 13 0,3 6 0,8 9 0,14 17 0,2 6-354,9 14-464,-4-2-531,4 1-696,7-3 810,-19-25 0,2-2 92,19 6 235,-8-15 1,1-5 1317,13-9 469,-16-1 0,-1-3 1451,8-22-1383,-15 3 946,-2-26-1109,-14 11-515,-6 13 0,-1-1 145,-5-16-257,-6 14 73,-11 7-96,-23 19-89,-7 12-26,15 4 1,0 4-1032,-19 22 1012,15-2-16,9 19 10,21-17 12,14 12-18,18-21 12,20-11-5,10-16-12,4-14 20,-32 3 0,-1-5-130,-2-2 0,-2-4 135,-4-3 0,-2-2 12,-3-3 0,-4-2 10,-2-4 1,-3 0-9,-2 7 1,-1-2 53,-4-21 0,-1-1-76,-1 17 0,-1 0 0,-1-14 0,-1 2 0,-5-7 0,3 26 0,3 18 998,-1 26-998,0 17 0,-2 11 0,3 6 0,0 5-215,3-10 0,1 2 215,2-1 0,1 3 0,1-1-851,4 16 1,4-1 140,-1-18 1,1 0 0,2 0 709,3 4 0,2 0 0,-2-4 0,-2-3 0,0-4 0,0-4 0,1 1 0</inkml:trace>
  <inkml:trace contextRef="#ctx0" brushRef="#br0" timeOffset="25326">17671 6757 27316,'-37'-48'278,"1"-1"0,4 6 1,6 9-330,14 22-205,6 9-1183,7 13-6356,10 9 7795,4 5 0,-2-7 0,-4-7 0</inkml:trace>
  <inkml:trace contextRef="#ctx0" brushRef="#br0" timeOffset="26592">17980 6484 25175,'0'-8'3114,"0"3"-2732,0 5-382,-10-60 0,8 49 0,-8-28 0,14 80 0,-1-9 0,0 2 0,1 7 0,1 1-393,-1 4 1,0 0 392,0 0 0,-1 0 0,-1-2 0,0-2 0,-1-6 0,0-2 0,0 15 0,-4-23 0,0-28 0,-2-21 0,2-21 0,9-15-120,-2 23 0,3 0 120,3-1 0,2-1 0,2 0 0,1 1 0,1 3 0,3 3 0,-1 3 0,3 3 0,21-10 765,4 16-765,0 19 0,-2 15 0,-6 13 0,-8 10-281,-4 4-542,1 2-387,5-3-420,13-4-764,9-12 563,7-10 963,-1-13 1086,-7-15 1129,-9-10 496,-10-10-152,-8-4-475,-6-1-376,-8 3-285,-7 5 89,-9 11-509,-5 9 84,-7 11-191,-3 9-6,1 9-16,2 6-18,7 1 12,4-1-11,9-4 11,6-5 6,8-8 11,6-12 16,5-10 23,-1-11 39,-2-13 34,-9-9 34,-8-9-314,-8-3 151,-10 6 0,-4 9 0,-7 17 0,-1 13 0,-2 13 0,1 17 0,-1 17 0,0 22 0,13-21 0,1 3-179,2 2 1,2 1 178,5 3 0,5-1-177,5 1 1,7-1-820,9-1 0,7-2 388,10-1 1,6-4 61,-10-13 1,2-1 0,2-3-129,4-1 0,1-3 1,1-1-502,1-2 0,1-3 0,-1-1 779,-2-2 1,0-1-1,-2-3 323,14-6 0,-3-5 524,-12-4 0,-6-5 599,-12-5 0,-6-3-11,-7-2 0,-7 0 367,-9-29-560,-10 11 58,-8 13-674,1 14 786,2 12-949,0 14 1798,-2 9-1803,-4 9 205,-5 6-223,-4 0 1,-9-4-28,-7-7 33,-6-9 29,-1-12 27,8-11 73,14-11 12,17-5-40,14 2-116,14 6-35,12 10 0,14 12 0,8 13 0,-12 3 0,0 2 0,14 8-273,-11-4 1,1-1 272,18 6 0,-18-11 0,2 0 0,4-3 0,2-3 0,1-1 0,0-4 0,-1-4 0,-1-5 0,-4-3 0,-4-6 0,-5-6 0,-4-4 0,-4-8 0,-4-5 0,-2-7 0,-4-5 0,-4-1 0,-1-4 0,-2 2-650,2-5 1,-2-3 649,-1-1 0,-1-6 0,0 3-528,-2 15 0,0 3 0,0-1 528,0-10 0,1-1 0,-1 2 0,0 6 0,-1 1 0,1 3 0,0-9 0,0 5 0,-1 14 0,0 6 0,0 0 383,-1 24-383,-3 31 0,-2 30 0,2-12 0,-1 6-265,2 4 1,-1 5 0,1-2 264,1-13 0,-1-3 0,2 4 0,-1 6 0,1 5 0,1 1 0,0-4 0,1 2 0,1-2 0,-1 2 0,1-5 0,0 3 0,0 0 0,0-1 0,0-3 0,1 0 0,-1 0 0,2 0-427,1 0 0,1 0 0,0-1 0,0-4-167,2 15 1,3-5 179,7 4 0,1-11 0,-8-26 1,5 1-1</inkml:trace>
  <inkml:trace contextRef="#ctx0" brushRef="#br0" timeOffset="26759">19899 6536 24973,'-3'-6'2263,"0"2"-1748,3 4-285,76-52-855,-45 42 1,2 1 616,14-10 1,7-5-1,-2 7-643,-2 10 0,-3 4 419,0-1 0,-3 0-1051,-8 1 0,-3-1 717,13-5 0,-13 3 0,-9-1 0</inkml:trace>
  <inkml:trace contextRef="#ctx0" brushRef="#br0" timeOffset="27176">21158 6324 26156,'-24'-53'300,"-1"-1"1,3 9 0,8 10-363,18 23 51,8 25-555,2 3-2186,7 26 2752,-6 10 0,-4-18 0,-3 1 0</inkml:trace>
  <inkml:trace contextRef="#ctx0" brushRef="#br0" timeOffset="27333">21101 6959 28390,'-19'46'31,"0"0"1,0 0-1,-3 1 1,-2 0 0,0-4-32,-4-2 0,-6-2-2458,0-6 0,-6 3 1,-1 0-1,5-6 1053,-4 2 1,2-2 0,-1-1-1,-2 2 1,8-8 0,9-7-1</inkml:trace>
  <inkml:trace contextRef="#ctx0" brushRef="#br0" timeOffset="29509">18268 1097 23663,'-4'-57'1066,"0"0"0,1 7 0,0 7-747,0 2-229,2 22-85,0 25 18,4 25-12,-1 8 0,2 4-11,-1-9 0,0 2-643,0 15 0,-1 6 0,1-2-74,-2 1 0,1-1 67,-1-11 0,0 1 1,0-1 649,0 14 0,-1-8 0,1-11 0,-1-1 0</inkml:trace>
  <inkml:trace contextRef="#ctx0" brushRef="#br0" timeOffset="29892">18439 744 21489,'-44'-31'400,"0"0"1,0 0-1,0 0 1,-12-4 0,-1 3-1,5 10-319,3 12 1,1 12 49,-9 8 1,2 11-61,19 4 0,3 7 0,0 1-36,-1 4 1,1 1-1,1 4-614,6-2 0,1 3 0,2 2 0,3 0 588,0 13 0,3 2 1,3-2-14,3-9 0,2-1 1,2 1 1,2 12 0,3 2 0,4-3 5,5-11 1,3-3 0,7 2-39,4 0 0,6 2 0,5-1 0,2-5-26,0-7 1,3-3 0,3-3 0,3-3-340,1-3 0,4-1 0,2-3 0,-1-2 0,-1-3 346,14 0 0,-1-5 0,3-5 2,-5-4 0,3-3 1,0-4-1,-2-4-112,-4-6 0,-2-5 0,0-2 0,-3 1 184,8 0 1,-2 0 0,-1-8-87,-7-8 0,1-8 0,-5-2 0,-10 1 116,-15 5 0,-8 1 1,-1-4-18,0-1 1,1-5 0,-3 1-1,-3 3-16,-6 2 0,-3 3 0,-3-2 12,-3-10 1,-4-2 0,-4 0-2,-5 1 0,-4 1 0,-2 2-11,1 1 0,-1 2 0,-3 1-12,-4 0 1,-3 2-1,0 8 121,-8 9 1,1 9-203,10 8 0,2 8 475,-5 8 0,2 10-3586,3 13 0,4 6 3187,2-5 0,3 1 0,1 1 0,6-3 0,7-2 0</inkml:trace>
  <inkml:trace contextRef="#ctx0" brushRef="#br0" timeOffset="30783">21794 1298 32767,'-20'-44'-411,"1"0"0,-1 0 0,2 2 0,1 1 0,8 2-203,12 0 1,6 2 274,3 2 0,5 2 124,6 4 1,4 4-337,3 6 1,1 4 344,22-2 102,-13 18 0,-1 7-1055,9 22 1140,-16-4 0,-4 6 4,-12 5 1,-8 4 36,-7 5 1,-9 0-12,-7 5 0,-9-1-3,-9 2 1,-7-2-495,10-17 0,-2 0 0,0-2 478,-2-1 1,-1-1-1,1-1 19,-13 9 1,1-3 312,8-7 1,4-4-308,-11 7 124,27-16-113,30-11-6,25-8-25,-6-1 1,4 0-159,8-3 0,2-1 94,7-1 0,1-1-99,5 0 1,0-1-146,2 0 1,0-1 12,1 1 0,-2-2-349,-2-2 0,-1-1-92,-5-2 0,-3-3 72,-7-3 1,-4-3-11,-9-4 1,-6-4 522,-9-4 0,-10-3 215,-10-9 1,-11-1-422,1 12 1,-5 0 0,-4 1 581,-6-5 0,-4 0 1,-3 2 9,6 10 1,-1 0-1,-2 2 1,-2 2 28,-1 1 1,-1 2 0,-1 3 0,-1 1 10,-15-2 1,-2 3 0,1 5-107,0 6 0,0 5 0,0 4-75,1 6 1,1 5-1,2 4-11,0 5 1,2 5-1,2 4-6,1 6 1,2 4 0,3 4-39,11-7 1,2 3-1,2 2 1,2 1-22,1 2 1,2 3-1,2 0 1,3 2-9,2 0 0,2 2 0,2 0 0,4-1-10,2 0 0,3 0 1,3 0-1,4-1-31,6 13 0,5-2 0,7-3-20,7-3 0,6-3 0,6-4 9,-5-13 0,5-2 0,2-4 1,1-1 6,7-2 0,1-2 0,3-3 1,1-2-370,4-1 1,1-3 0,2-3 0,-1-2 352,2-4 1,0-2 0,0-2 0,-1-3 40,-1-2 1,-1-3-1,-1-2 1,-1-3-102,-6-1 0,0-4 0,-3-2 0,-2-2 179,7-9 1,-3-5-1,-6-2-151,-7-2 0,-5-3 1,-5-2 142,-6-3 1,-5-2 0,-4-1-10,-3-4 1,-4-1 0,-4-1-65,-3-3 1,-5 0 0,-2 0 67,-3 0 1,-3 0-1,-3 2 7,-3 3 1,-3 3 0,-3 3 245,-1 6 0,-3 3 0,-2 5-345,-16-6 1,-4 8 283,1 12 0,1 8-925,5 7 1,3 7 680,8 9 0,4 1 0,-2 2 0,17 7 0</inkml:trace>
  <inkml:trace contextRef="#ctx0" brushRef="#br0" timeOffset="31326">25344 1287 31113,'-2'-6'-633,"-1"-28"1,4-8-229,11-5 19,-3-6 0,4-1 703,5 22 1,5 4 35,2 1 0,2 3 19,3 3 1,1 4 23,2 5 1,1 3-400,0 2 0,0 3 425,-2 6 1,-1 3 1,24 13-8,-11 19 12,-11 10-16,-14 9 21,-12 0 12,-19-2-6,-14-8 295,-11-7-244,-4-10 55,1-9 85,2-11 83,2-9 113,3-9 572,7-6-713,10-3 228,8 3-417,12 4 8,12 5-59,18 3 5,18 8 17,-18 1 1,2 1-377,4 5 1,2 2 369,0 2 1,0 2-15,-3 1 1,-2 2-122,-6 0 0,-3 2-5,6 18-66,-26-4-163,-31-6-331,-24-7-220,15-14 0,-4-3 915,-6-1 0,2-3 0,-7 2 0,5-4 0</inkml:trace>
  <inkml:trace contextRef="#ctx0" brushRef="#br0" timeOffset="31776">25911 448 23799,'-57'-17'382,"0"1"1,0-1-1,-5 3 1,-2 1-1,6 8-220,2 13 0,2 7-1281,7-2 0,-2 3 0,1 4 1155,0 5 1,0 3 0,2 4 16,-1 4 1,1 5 0,2 2-17,11-7 1,1 1 0,2 2-1,2 2-24,2 0 1,1 2 0,3 1 0,3 0-353,-2 15 0,5 2 0,8 0 357,9-2 1,7 1 0,8-3-17,2-13 1,5-2 0,5-1 0,6-1-17,9-1 1,8-1 0,5-2-1,0-2 1,-3-2-216,-2 0 1,-2-4 0,2-1-1,5 0 213,-9-7 1,3 0 0,3 0 0,2-1 0,-1-1 0,-2-2 0,-3-2-298,4-1 0,-4-3 1,0-1-1,0-1 1,2-1 301,7 2 1,2 0 0,1-1 0,-1-3 0,-2-1 10,6-3 0,-1-3 0,-2-3 0,-4-3 34,6-6 1,-3-4 0,-7-7-22,-13-3 0,-5-6 0,-7-3 84,-7-3 0,-7-3 0,-5-2-86,-7-5 0,-6-1 1,-4-1 8,-4-4 1,-4-1-1,-5 0-19,3 11 0,-3 0 1,-3 1-1,0 0 1,-4-2 1,-2 1 0,-1 0 0,-2 2 4,-1-1 0,-3 2 0,-1 1 0,-1 2 93,-1 2 0,-1 2 0,-1 1 0,-1 4-152,1 3 0,0 2 1,-2 2-1,1 3-217,-12-2 1,-1 5 0,2 4-630,3 6 0,0 4 0,2 4 778,2 7 0,1 4 0,5-1 0,3-1 0,4 1 0,-18 19 0</inkml:trace>
  <inkml:trace contextRef="#ctx0" brushRef="#br0" timeOffset="32709">28610 1110 32767,'-4'-52'0,"0"0"0,0 1 0,-3 8-792,-2 14-171,-1 8 285,2 25 185,4 24 134,2 25 103,2 0-762,2-17 0,1 0 922,9 21 93,1-16 0,3-1 2,-1-10 0,2-1 10,4 0 0,0-5 25,6-3 89,7-14 45,4-25-151,-6 3 13,-3-6 1,0-2 92,1-4-61,5-6 39,-15 14-23,-14 13-78,-4 11 362,-7 15-357,-2 19 1,1 1-17,6 20-68,10-23 1,3 2-489,1 0 1,3 2 291,9 6 1,3-1-146,0-9 0,3-5-127,2-2 1,0-4 213,-6-7 0,1-5-778,11-3 0,-2-8 635,3-20 120,9-21 350,-38 9 1,-7-5 36,0-9 0,-4 0-231,-1 6 1,-3-3 369,-4-6 0,-1-6 0,-3 2-374,0 9 1,-2 1 0,-2-2 315,0-4 0,-2-2 0,-2-2 0,-1 3-324,-1 4 1,-2 1 0,-1 1 0,-1 1 319,-4-1 0,-1 1 0,-2 1 0,2 2-30,-4-3 0,-1 3 1,-4 2 42,-5 6 1,-5 0 0,-1 4 0,1 5-42,1 4 1,1 6-1,-3 1-5,-1 1 1,-5 1 0,1 4 0,1 4 4,-8 8 0,3 7 1,1 5-46,14 0 0,0 4 0,2 1 0,2 1-17,-5 4 1,3 2 0,2 6 4,11-1 1,-1 7-1,3 2 1,2-1-1,4-4-18,1-1 1,5-3 0,2 7-13,3 6 0,1 9 1,2 2-1,5-1 0,7-7-14,12 3 1,10-6 0,4 2-355,-5-8 0,3 1 0,3 1 1,2-2-1,4-5 360,3-5 0,4-4 1,2-3-1,3-2 1,0-1-9,4 1 1,1-3 0,3-1-1,0-1 1,1-3-234,0-1 0,2-2 1,1-1-1,-1-3 1,0-1 259,-2-1 0,1-2 1,-1-2-1,-1-2 1,0-1-9,-6-3 1,1-2 0,-2-1-1,0-2 1,-3-2 7,6-3 1,-2-3 0,-2-3 0,-4-3 6,4-9 0,-4-6 1,-7-4 68,-9-2 0,-6-4 0,-6-2-67,-7-4 0,-6-3 0,-5 0-8,-7-4 1,-4-1 0,-5 1 90,2 12 1,-2 0 0,-3 1 0,-1 0-89,-2 1 1,-2 0-1,-2 2 1,0 0-6,-10-11 1,-2 2 0,2 3 3,7 12 1,0 2-1,-1 1-168,-5 0 1,-2 1 0,4 6 250,-17-5-90,-7 6 0,41 24 0,12 9 0</inkml:trace>
  <inkml:trace contextRef="#ctx0" brushRef="#br0" timeOffset="33316">31631 1110 28815,'0'-6'-185,"0"0"-359,0 6 255,-1-61 99,-5 42 105,2-15 0,-5 4-25,-16 24 53,-11 4-650,-9 3 692,-6 3-23,-2 4 53,0 1-4,4 1-22,6 3 11,6 1 5,4 6 7,3 5 49,2 6-5,6 5 6,5 3 5,8 0 6,5-4 11,6-4 5,1-8 18,1-8 38,0-8 74,-1-5-12,0-2-78,4-5-56,2-4-57,5-6-4,3-4 27,5-4-17,3-1-5,7 2 0,5 5-6,5 9 0,4 14-28,1 14 1,0 18-208,-25-12 0,-3 2 243,-2 2 1,-3 3-15,-5 0 1,-6 0-31,-8 0 0,-7-1-34,-7-1 0,-7-3-56,-10-1 1,-4-4-629,-6-2 0,-2-4 239,-2-3 0,0-4-614,4-3 1,0-5 1117,6-7 0,4-2 0,-5 0 0,17-9 0</inkml:trace>
  <inkml:trace contextRef="#ctx0" brushRef="#br0" timeOffset="33650">31408 513 23560,'-57'-8'346,"-1"0"0,1 0 0,0 6 1,0 4-1,4 11-270,7 14 1,5 10-1,2 4-1230,-3 5 1,1 3-1,4 3 1156,10-9 1,2 2 0,2 2 0,3 0 2,3 3 1,2 1 0,4 0 0,5 1-104,5 0 1,4 1 0,4 0 0,6-1 92,5-1 1,6 0 0,5-1 0,3-3-3,0-8 0,4-2 1,2 0-1,3-3 0,1-1-209,4 0 1,2-1 0,2-2 0,2-2 0,0-1 203,2-1 1,0-1 0,2-2 0,0-2 0,0-2 7,-2-2 1,0-2 0,0-1-1,-1-3 1,0-1-213,8-1 0,-1-2 0,0-3 1,-3-4 223,-6-3 0,-2-2 1,-2-4-1,-2-3 143,6-6 1,-3-5-1,-5-5-140,-8-5 0,-5-3 1,-4-5 1,-6-3 0,-4-4 0,-6-1-42,-4-6 0,-7-2 0,-3 0 27,-5-5 0,-4 0 0,-4 1-4,0 13 1,-2 1-1,-3 0 1,-2 2-5,-3-1 0,-2 2 0,-3 1 1,-2 1-38,-3 2 1,-2 2 0,-2 2 0,-2 2-67,-2 2 1,-3 2-1,-1 2 1,-2 3-696,-2 2 0,-2 3 0,0 2 0,1 1 754,4 4 1,1 1 0,1 2 0,3 1 0,-20-3-1,8 4 1,24 4 0,-1 1 0</inkml:trace>
  <inkml:trace contextRef="#ctx0" brushRef="#br0" timeOffset="34417">19860 1397 23860,'-48'-1'518,"0"0"0,0 0 1,0 0-1,-12 0 1,1 0-1,1 0-626,4 1 1,2-1 0,3 1-1666,-6 0 0,5 0 1598,4 0 0,6 0 1156,9 0-1056,36 1 108,33 0-309,0-2 1,9 0 0,-2-1-344,9 0 0,5-1 616,-7 1 0,7-2 1,2 1-1,-3-1-390,-9 1 0,-3 0 0,1-1 0,1 0 388,11 0 1,2-1 0,0 0 0,-1 0 4,-3 0 0,-2 1 1,0-2-1,-1 0 1,-3-1 1,0-1-1,-3 0 1,-4 1 9,15-3 0,-8-2 22,-4-4 1,-17-3 1278,-40-7-1234,-28-13-17,3 17 1,-5 2-80,-5-3 1,-2-1 283,-5-4 0,2 1-199,16 10 0,3-1 37,0-1 0,7 1 1422,13 6-1487,7 3 2619,19 6-2664,34 19 12,-4-2-445,-3 6 0,1 5 433,-8-4 0,-1 3-9,0 2 0,0 2 1,-1 1-54,5 9 1,-4 2-115,-1 8 0,-8-1-187,-11 15-430,-21-25 1,-8 0-2877,-5-9 1,-3-2 3674,-4 3 0,0-2 0,-11 7 0,16-18 0</inkml:trace>
  <inkml:trace contextRef="#ctx0" brushRef="#br0" timeOffset="34976">23493 1175 28451,'-52'10'-118,"0"0"0,1-1 0,5 0 0,1-1 0,10 0-743,1 1 850,21-2-19,30-3-235,6-2 162,5-1 1,8-1 9,23-3 1,7-1-986,-18 1 0,3 0 1,2 0 1046,-3-1 0,3 0 0,1-1 1,-2 1-467,-3-1 0,0 1 1,-1 0-1,-1 0 448,4 0 0,-2-1 0,1 1 1,7-2 0,1 0 1,-3-1-365,-8 0 1,-3-1 0,0-2 458,17-3 1,-4-4-10,-7-3 0,-10-4 158,-21-24-128,-25 6-15,-12 12 0,-8 0 90,-15-4 0,-5 2 319,-1-1 1,-3 1-359,11 9 1,-2 1-1,3 2 11,-4 1 0,5 4-65,-12-5 1662,23 12-1695,33 14 11,24 10 2,1 0 1,4 1 333,10 5 0,5 2-368,-13-4 0,1 0 0,0 0 1,9 5 1,0 2-2,-12-4 0,1 1 1,-3 1-62,8 12 1,-4 2-212,-5-2 1,-4 1-123,-6 4 0,-10-2-2285,-30 18-2610,-10-13 5293,-18-4 0,26-26 0,0-2 0</inkml:trace>
  <inkml:trace contextRef="#ctx0" brushRef="#br0" timeOffset="35510">26764 1360 32767,'-46'-3'0,"-1"0"0,1 2 0,18-3 0,31-1 0,26-1-377,1 2 1,6 0-1852,14-1 1,3 1 1921,-6 1 0,4 0 104,6-1 0,7 0 0,-4 0-579,-16 2 1,-2-1 0,2 0 530,17-1 1,2 0-1,-3-1-110,6-2 0,-6-1 82,-12 0 1,-5-2 150,8-16 28,-40-7 25,-40-8 90,1 16 1,-4 1 814,-8-3 0,-2 0-784,-3-1 1,0 1 33,2 2 1,2 1 726,6 4 0,2 2-730,-13-6-55,23 13 304,17 9-316,19 9 40,16 11-29,21 14-14,-18-10 1,1 2 46,3 4 1,0 1-42,1 2 0,-1 1-17,-3 0 1,-2 1-54,-4-1 0,-5 0-62,6 16-932,-21-13 0,-7-1-8781,-11 9 9811,-1 6 1,0-26 0,8-17-1</inkml:trace>
  <inkml:trace contextRef="#ctx0" brushRef="#br0" timeOffset="36025">29641 1531 32767,'47'-13'0,"0"-1"0,0 0 0,0 0 0,1 1 0,-1 1 0,0 1 0,-1 2 0,4 3 0,-2 2 0,0 1 0,2 0 0,0-1 0,-2 0 0,-3 0 0,-1 1 0,-2-2 0,13-1 0,-5-2 0,-12 0 0,-4-1-308,6-13-1055,-26-7-384,-30-5 29,-20-8 1107,10 19 1,-2 2 234,-3-2 0,0 1 224,2 2 0,0 2 1211,-17-11-1411,17 11 472,16 10-109,14 5 17,16 8 17,17 7-45,22 9 0,-22-6 0,2 1-227,4 3 1,1 2 237,0 3 0,0 2-8,-1 2 0,-3 2-23,-5 1 1,-6 2-137,-8-1 1,-9 2-711,-15 0 1,-11 0 865,-23 4 0,-7-4 0,20-13 0,0-3 0,-9 0 0,-1 0 0</inkml:trace>
  <inkml:trace contextRef="#ctx0" brushRef="#br0" timeOffset="37234">32489 1283 32767,'28'-19'0,"-1"1"0,8 0 0,4 4 0,14 7 0,3 3 0,3-1 0,0 0 0,-3-1 0,-1 0 0,-6 0 0,-5-1-242,-10 1 1,-6-3-676,3-13-1441,-38-7 1373,-31-10 377,8 15 1,-4-1-30,-4-2 0,-2-1 498,1 0 1,0 1 42,6 4 0,3 0 304,-13-8 1075,21 13-1277,14 12 16,13 5 12,12 7-40,17 10 17,17 13-390,-20-8 1,2 2 358,3 3 1,-1 2-20,0 2 0,-2 2-125,-5 1 1,-4 3-182,-6-1 1,-7 2-446,-11 1 0,-9 0-1716,-10 3 0,-6-1 1913,-5-4 0,0-4 0,-16 12 1,16-21-1</inkml:trace>
  <inkml:trace contextRef="#ctx0" brushRef="#br0" timeOffset="38017">32179 2998 25303,'20'-45'577,"-1"-1"0,-2 6 0,-2 9-448,-5 18-106,-4 15 5,0 14 16,-2 14-16,1 18-11,-2 11-388,-1 3 337,-4 0 29,-2-8 10,-4-13 6,-3-15-5,-3-14 11,0-20 33,4-10-11,3-17 350,11-9-350,9-7 6,12-3-12,10 5-16,4 9-23,3 14 6,-1 12-22,-3 15-12,-2 13-38,-5 12-85,-3 11-146,-4 5-257,-2 2-408,2-4-304,3-7 73,2-12 539,1-11 598,-2-16 230,-3-10 196,-5-11 286,-3-8 195,-2-2 40,-3-1-89,-1 6-231,-4 7-301,-2 11-214,-3 6-44,0 8 5,1 9-6,0 5-10,4 7 10,1 2 1,2-1-23,4-2 6,0-6 11,-1-6-6,-1-10 6,-3-7-5,-3-8-135,-1-5-465,-2-1-1115,0 0-6104,0 6 7824,1 5 0,-2 6 0,0 4 0</inkml:trace>
  <inkml:trace contextRef="#ctx0" brushRef="#br0" timeOffset="38508">33092 3140 27480,'27'-54'153,"0"0"0,3-4 0,-2 6-113,0 12-15,-8 9 0,-1-1 20,-1-16-20,-7 17 0,-2-1 8,-1-6 1,-3 0 34,1-20-24,-3 3-27,-3 32 12,0 11-34,-5 14 9,-3 10-27,-8 15 35,-4 33 4,6-14-204,6-8 1,3 1 215,4 12-34,11 11-11,12-8-3,0-28 1,4-3 2,12 4 11,-7-15 1,2-6-12,15-18 25,-16 2 1,0-5 10,6-13 1,-4-6 0,-6 0 0,-3-1-9,-1-1 0,-5-2 14,-6-4 0,-5-1 0,-3 7 1,-3 0 61,0-13 0,-2-1-87,-2 15 0,-3 2 0,-9-21 6,-8 43-6,2 17 0,-13 32 0,17-12 0,1 6-654,3 6 0,1 6 0,1 1 499,4-1 0,1 0 0,2 3-422,3 14 0,1 3 0,2-3-355,0-15 1,2-1-1,0 0 495,0 6 1,0 1-1,-1-7 1,0 13 0,-1-1-1</inkml:trace>
  <inkml:trace contextRef="#ctx0" brushRef="#br0" timeOffset="45774">21814 3050 21184,'-1'-54'896,"0"0"0,0 1 0,0 4 1,0 2-1,-1 5-563,-1 5 0,-1 6 266,-2-10-548,1 28 89,0 34-129,1 26-8,1-12 0,0 3-347,0 6 1,0 1 259,0 3 0,1 1-667,0 2 1,1 2-82,1 2 0,0 1-1168,0 3 1,-1 1 1999,-1-17 0,0 1 0,0-4 0,1-3 0,-1-3 0,-4 26 0</inkml:trace>
  <inkml:trace contextRef="#ctx0" brushRef="#br0" timeOffset="46251">21631 3508 17272,'-13'-62'2096,"0"0"1,0 3 0,-1 1-1661,0 8 1,-1 3-314,2 4 1,-1 2 63,3 7 1,0 2-36,-2-15 8,12 21-160,17 13 28,18 11-123,24 9 8,-19-2 0,1 2-496,6 0 0,2 0 423,2-1 1,1-1-26,0-1 0,-1-2 48,-2-1 0,-3-2 196,-6-2 0,-3-3 8,14-10 84,-24-7 90,-19-4 67,-14 0 50,-8 3 945,-5 4-990,0 8-184,4 5-101,4 7 17,6 9-34,6 8-5,6 5 5,9 3 6,9-4-6,6-3 0,2-7 23,3-6 5,-2-12 39,-3-7 57,-9-11-1,-8-5 34,-11-3 67,-9-1 17,-7 2-33,-9 6-85,-5 10-61,-4 8-17,0 15-34,0 12-22,6 16-22,7 13-84,8 11-99,13-27 1,3 1-786,3 1 0,3-1 990,8 4 0,0-4 0,4 5 0,-1-7 0</inkml:trace>
  <inkml:trace contextRef="#ctx0" brushRef="#br0" timeOffset="47534">17644 3070 21487,'10'-59'767,"0"0"0,-1 0 1,0 8-1,-1 0 1,-2 8-488,-1 8 0,-1 6 464,0-5-576,-3 20 38,-1 17-172,0 36-51,-3 15 17,2-22 0,0 3-451,-1 20 0,-1 1 356,1-13 0,1 1-71,0-1 0,0 3 0,0-4-42,0 2 1,0-1-555,-1 20 0,-2-3 382,-1-3 128,0-9 0,-7-3 326,-21-12 55,-5-11 128,-13-25 191,11-25 146,6-14 62,10-9-102,7 0-140,8 5-128,6 11-163,3 14-100,3 10 976,7 16-993,6 10-6,10 11 11,9 7 11,9 0-517,9-5 501,-9-9-138,-10-11 1,1-4 142,9-9 33,15-8 29,-24-13-23,-10-6-27,-10-4-23,-8 3 452,-4 5-765,-3 10-476,-2 9-2280,-4 17-2015,-1 4 5084,-4 13 0,7-13 0,-2 1 0</inkml:trace>
  <inkml:trace contextRef="#ctx0" brushRef="#br0" timeOffset="48975">17555 3937 24105,'-1'-9'1420,"-6"-31"0,0-4-855,2 11-386,-2-12 1,1 3-29,5 25-101,1 16-10,1 20-24,0 18 18,1 21-17,-3-23 0,-1 2-289,0 2 1,-2 1 276,-1 1 1,-1-1-6,1 0 0,-1-1-3,2-4 1,0-2 19,0 19 55,3-19 80,1-21-35,3-21-38,5-17-50,7-16-29,5-12 0,2-1 0,1 4 0,-4 10 548,-1 12-548,-1 14 0,3 10 0,5 17 0,6 9 0,5 15 0,1 7-488,2 4 12,2 0-252,3-4-191,3-9 12,-2-13 380,-5-11 454,-10-19 207,-8-13 158,-8-13 173,-4-6 62,-4 0 234,-2 5-453,-3 9-140,-2 11-140,0 8 11,0 6-39,10 13-5,6-1-12,15 8-11,7-8 11,4-4 34,-1-8-6,-7-7 17,-10-8 22,-10-7 40,-7-7 33,-12-5 17,-6 0 28,-11 3 0,-6 6-11,-4 9-67,2 9-57,3 8-22,8 10-11,10 11-11,7 11-50,12 9-113,9 3-257,13 0-504,9-5-416,8-7-734,7-9 192,7-10 1383,-29-12 1,0-2 548,28-12 668,-13-10 716,-16-5 84,-16-2-353,-10-1-320,-6 1-263,-5 5 119,-4 8-517,-9 9-39,-7 16-66,-5 9-24,-2 12-21,5 6-12,8 1-11,10-2 0,10-8 11,9-7 12,7-10-7,8-12-16,5-9 40,0-13 66,-2-4 73,-7-3 34,-8 1-11,-7 3-33,-5 6-169,-3 7 0,-1 8 0,1 5 0,1 11 0,1 8 0,6 10-52,5 7-177,13 2-242,8-2-285,11-3-285,8-4-553,8-8 1148,-28-12 1,1-2 294,0-5 0,0-3 257,25-9 246,-10-13 347,-15-7 92,-12-5-86,-10-7-156,-7 0-146,-9 2 230,-9 7-443,-9 12 33,-9 14-127,-9 21-12,-5 17-62,23-6 0,1 3-129,3 1 0,2 1 107,-6 28 6,15-6-6,20-12 22,15-12-16,19-15 0,14-17-289,-26-3 1,0-4 290,2-4 0,-1-5 20,1-15 0,-3-3-25,-9 12 0,-4-3 22,3-21 0,-4-3 20,-9 9 0,-3 0-420,-1 6 1,0-2-1,-1-1 403,-1 0 1,-1 0-1,0 1-28,0-16 0,0 3 83,-2 10 0,1 4-83,-1-13 0,-1 29 0,1 20 516,0 25-516,4 22 0,2 7 0,1 4 0,-1-12 0,0 1-91,1 6 0,2 4 0,-1-2 91,1 9 0,1 0-370,-2-7 0,2 2 1,0 0-2404,2 2 1,0 0-1,2-1 2364,-2-5 1,1-1 0,-1-6 0,-2-4-1,-1-7 1,-2-7 0</inkml:trace>
  <inkml:trace contextRef="#ctx0" brushRef="#br0" timeOffset="50225">22561 3057 23555,'4'-57'890,"1"0"1,-2 7 0,4 9-572,6 13-235,-3 15 208,4 14-275,-5 14 96,1 17-85,-4 15 6,-10 10-374,-4 4 340,-2-14-17,-2 3 145,1-17-55,2-8 27,2-10-21,4-22-57,2-2 51,2-26 385,4 3-425,4-17 1,4 4-6,3 4-28,0 9 5,2 10 7,1 12-7,3 9 6,2 9-16,1 10-1,-7 2 17,4 24-11,-13-10 6,3 6-23,-9-3 28,-4-21-5,0 2 61,-3-17 0,4-11-27,1-12-12,7-9 11,5-6-6,5-1-5,1 4-5,-1 5-29,1 10-11,0 8-11,2 12-78,4 12-219,5 11-470,1 10-695,1 6-1405,-2 0-5563,-1-1 7610,-4-10 0,-10-13 0,-7-9 0</inkml:trace>
  <inkml:trace contextRef="#ctx0" brushRef="#br0" timeOffset="50608">23246 3127 20246,'2'-6'6128,"-1"2"-5697,7-26 0,2-4 146,-3 9-421,4-12 1,-2 4-50,-5 23-68,-1 17 17,1 17-34,1 21 18,0 15-275,-3-27 1,-1 1 239,1 1 1,-1 0 5,-1 0 0,0-1-14,1-1 1,0-1-4,0 22 1,1-16-7,-1-18 18,-4-26-6,-3-19 514,-4-22-512,4 14 1,1-2-6,1-7 1,1-2-619,1-7 1,1-3 625,4-4 1,2-2-3,0 17 1,0 1 0,1 0 15,6-20 1,3 3-6,0 7 0,3 3-112,-2 10 0,2 5 103,17-10 1,1 24 5,4 24-16,2 18-1,-1 22-3,-23-15 1,-4 3-129,-4 3 1,-5 1 108,-7 0 0,-8 0 189,-8-1 0,-7-4-416,-12-1 1,-6-4-869,-11-3 0,-6-4 1123,13-8 0,-2-3 0,4 0 0,2-1 0,3-1 0,3-3 0,0-1 0</inkml:trace>
  <inkml:trace contextRef="#ctx0" brushRef="#br0" timeOffset="59425">8981 9216 17971,'7'-49'899,"-1"0"1,1 0 0,0 0 0,1-4 0,-1 3 0,-2 3-231,-4-8 1,-2 8 784,-3-4-1141,-2-6 107,2 39-370,2 28 147,1 8-161,-2 20 1,-3 7-4,0-4 1,-1 3-442,-1 0 0,-1 4 1,0 0 397,-2-2 1,0 1 0,-1-1 9,0 4 0,-2 0 0,1 0-8,-1 0 1,1 0-1,1-1-269,1-4 1,1-1-1,1-3 280,-1 10 0,2-5 14,3 10 33,10-34 6,7-33-17,3-9 23,15-32-32,-15 24 1,2-3 345,10-18 1,1-2-352,-3 7 0,1 0-3,4-5 1,0 3 53,-6 14 0,1 3-42,19-13-12,-4 19-22,-7 18-33,-3 19-29,-5 16-61,-1 15-6,-7-4-358,1 12-431,-3-12-1547,15 11 40,2-20 906,11-11 124,-3-29 1271,-10-6 1559,7-28 530,-19 6-43,3-15-494,-15 12 5,-4 12-559,-3 5-224,-1 13-549,-2 4-45,1 12-34,1 6-5,5 1-6,10 4-11,12-6-28,30-1-11,6-8 33,-22-6 1,1-3-221,-5-2 1,-3-2 231,17-10-24,-3-19 80,-30 7 56,0-16 50,-23 7 67,-8 4-101,-4 11 107,-12 4 17,-9 14-169,-4 8-16,-7 15-39,14 13-51,11 2 453,7 15-532,18 7-161,11 3-241,1-24 1,4-1-763,29 15 97,-16-25 1,1-3-636,24 7-3118,-4-14 1,2-3 4614,12-5 0,-26 0 0,-3-1 0,-6-4 0</inkml:trace>
  <inkml:trace contextRef="#ctx0" brushRef="#br0" timeOffset="60133">10408 9307 12444,'3'-8'9830,"0"2"-8696,7-25 0,-1-8 126,-7 1-862,5-8 0,-5 1 61,-17 11-302,-5 13 83,-21 16-156,5 21-16,-15 14-74,13 16-1269,11 8 1281,13-9-119,15 16 62,12-24-22,13 8 17,10-25 45,5-13 28,1-16 5,-12-3 79,7-28 45,-18 6 27,5-18 29,-13 9 11,-2 1-51,-1 4-16,-1 8 1220,-2 13-1348,-1 9 60,-5 15-78,-2 11 0,0 15-18,1 9-156,8 6-195,10 2-428,19-4 455,-11-25 1,2-3-23,21 8-163,-2-15 1,3-5 332,-13-5 1,1-1-54,15-3 1,-1-3 374,-15-3 1,-3-3 370,13-20 123,-21-6-12,-14-6-100,-8-3-146,-5-2-73,-2 4 131,-6 9-282,-7 14-90,-12 17-50,-11 22 11,-8 14 51,24-8 0,2 3-62,3 1 0,3 1-5,-4 28-15,16-7 9,17-11-6,14-15 6,16-14 5,7-20-11,4-18 23,-27 7 0,-1-4-260,-2-6 1,-2-2 269,-1-6 1,-1-2-427,-1-7 1,-2-3 429,0-6 0,-1-3-20,-5 18 0,0-1 0,-1 0 0,1 0 0,-1 0 0,0 1 0,3-16 0,0 3-125,-3 10 1,-1 5 124,2-14 0,-6 29 0,-4 30 456,-7 27-456,2-1 0,-1 4 0,-3 12 0,1 4-45,-1 8 1,1 3 44,3-17 0,1 1 0,0 1-379,2 1 1,0 0 0,1 0 221,2 2 0,2-1 0,2 0-1102,1 0 1,3 0 0,0-2 1258,7 15 0,2-5 0,-6-18 0,1-6 0,5 6 0</inkml:trace>
  <inkml:trace contextRef="#ctx0" brushRef="#br0" timeOffset="60333">11912 8934 27841,'4'-44'-297,"0"1"0,8 4 0,11 9-795,25 21 0,11 11 622,-14-3 0,2 1 0,-4 0 0,-3 0 0,-3 0 0,-1 1 0,0 0 0</inkml:trace>
  <inkml:trace contextRef="#ctx0" brushRef="#br0" timeOffset="60500">11987 9190 26311,'52'-14'-325,"1"0"1,-1 0-1,0 1 1,6-2 0,2-1-1,-2 2 1,-8 2 0,3 1-1,-6 2 1,3-2 0,0 1-1</inkml:trace>
  <inkml:trace contextRef="#ctx0" brushRef="#br0" timeOffset="61476">13530 8996 24837,'-19'-44'480,"1"0"0,0 0 0,-6-14 1,5 9-364,10 18 440,11 16-568,12 14 200,13 18-195,11 16 1,-1 15 27,-11-4-28,-9 3-14,-21-7 1,-6 1-191,-15 13 207,5-12 0,-5-4-8,-20-9 22,13-16 85,7-35-74,22 5 243,15-34-209,24 10-59,-7 15 0,3 0-478,6 0 1,3 1 452,6 2 0,2 1-123,1 2 0,2 3-250,1 3 1,0 2-317,-3 4 1,-1 1-394,-4 3 1,-3 2-669,-6 4 0,-4 2-3689,12 9 1170,-22 7 4370,-21 3 4902,-13 1 671,-9-3-1440,-4-3-1853,-2 0-1889,10-8 136,2 1-264,12-8-73,4 0-17,9-2-117,9-1-107,14-2-5,-3-1 2,5-6 1,0-1-31,-2-1 25,0-3 0,-3-1 70,-8-5 0,-3-9-67,-10-8 11,-9 11 28,-8-8-39,-7 17 33,-9 1-11,3 7 73,-37 23-100,26 6 18,5-1 1,1 3-7,8 33-24,10-15-18,13-5 1,5 0-5,6-6 8,6-2 0,5-3-3,28 1-588,-16-13 0,2-2 568,4-3 1,2-5 67,6-8 0,-2-5-403,-11-1 1,-2-3 371,-4-2 0,-5-3-39,6-28 130,-20-1-91,-7 7 0,-1-3 0,-3 5 0,0 0-270,0-5 0,-1 1 270,2-7 966,2 9-966,-3 26 795,3 5-795,12 33 0,8 16 0,4 14-431,-11-15 0,0 3 431,-4-5 0,-1 3 0,-1 2 0,-1 3 0,-2 0 0,1 14 0,-7 1-2342,-6-12 1,-4 2-1,-5-4 1935,-9 7 0,-3-6 0,3-14 1,0-4-1,-13 4 0</inkml:trace>
  <inkml:trace contextRef="#ctx0" brushRef="#br0" timeOffset="62400">15635 8790 28070,'-11'-43'121,"0"0"1,1 5-1,5 8-210,10 21-566,1 12-2017,-2 13 2672,-2 6 0,-2-3 0,0-7 0</inkml:trace>
  <inkml:trace contextRef="#ctx0" brushRef="#br0" timeOffset="62576">15687 9502 28671,'-32'40'-6,"0"0"0,0 0 0,-2 0 0,-1 0 1,0-3-742,1-5 0,-1-3 1,1 0-63,0 1 0,0-1 1,2-3-1,-2 4 0,3-3 1,-7 7-1</inkml:trace>
  <inkml:trace contextRef="#ctx0" brushRef="#br0" timeOffset="68008">30544 5124 25909,'-6'-55'660,"0"-1"1,1 5 0,1 15-588,2 33-67,5 31-40,11 30-42,-6-20 1,1 2-907,4 11 1,0 0-123,-1-3 1,-2 1 1103,0 6 0,-2-4 0,3 8 0,-6-9 0</inkml:trace>
  <inkml:trace contextRef="#ctx0" brushRef="#br0" timeOffset="68409">30561 4946 19810,'-26'-49'667,"-1"-1"1,1 0 0,-1 6 0,-2 1 0,-1 2-433,-2 2 0,-1 2 1,-2 4-12,-13-3 0,-1 7-121,5 11 1,2 9-59,4 12 0,4 8-9,3 11 0,5 7-5,3 13 0,5 7-601,7-9 0,2 3 1,2 2 570,1 7 1,1 2 0,2 1-8,3 5 1,2 1 0,2 0-1,0-13 0,2-1 1,1 1-1,2-1-308,3 0 1,2-1 0,2-1 0,2-1 251,11 12 0,5-2 1,3-3-23,-5-15 0,1-2 0,3-1 0,2-3-9,1-1 1,3-3 0,1-2-1,1-3 40,14 4 1,2-4 0,0-5 31,-2-5 0,-1-4 0,0-5 64,-6-5 0,0-5 0,-2-5 20,-5-4 1,-2-3 0,-2-5 3,-5-4 0,-3-4 0,-2-2-8,-3-5 1,-3-2 0,-4-2-28,-2-3 0,-3-3 0,-3-1-19,-3-3 0,-3-1 0,-3-1 3,-5-2 1,-3 1 0,-4 0-262,-3 1 0,-4 2 1,-5 1 253,-4 3 0,-4 2 1,-3 4-3,-3 3 1,-3 4-1,-2 4-13,-1 4 1,-3 4 0,0 4-48,2 4 1,-1 4 0,1 3-262,-16 3 1,2 7-606,8 9 0,5 7 919,5 11 0,7 2 0,-3 5 0,13 6 0</inkml:trace>
  <inkml:trace contextRef="#ctx0" brushRef="#br0" timeOffset="68883">31229 5323 23850,'-58'-17'464,"-1"0"1,1 0 0,8 3 0,3-1 0,9 2-246,0-8 10,48 6-212,43 5-17,-8 7 0,5 0-1064,11 1 0,4 1 1056,-17 1 1,1 0 0,1 1-1,1-1 1,0 1 0,-1 0 1,-2 0 0,0-1 1,-1 1 26,13-1 1,-3-2 6,-14-1 0,-5-3 119,5-12-96,-39-13 16,-29-13-17,2 18 1,-2 0-167,-4-2 1,-1 0 230,0 2 0,0 2 757,5 2 0,2 2-648,-10-9 474,18 12-642,11 7-6,12 6-50,9 9 509,13 8-486,14 14-23,-18-9 0,0 3-210,2 4 1,-1 2 192,0 3 1,-4 2-10,-3 2 1,-5 2-34,-4 2 1,-6 1-91,-8 0 1,-7 0-194,-5-1 1,-4-1-477,-5-3 0,-2-3-2212,-1-3 0,0-2 2218,-15 11 0,17-17 0,13-11 0</inkml:trace>
  <inkml:trace contextRef="#ctx0" brushRef="#br0" timeOffset="69576">32108 5079 26984,'5'55'41,"1"0"0,-2-5 0,-2-6 4,-8-2 5,-1-13 135,3-12 162,2-11-257,12-30 5,4-3 12,10-26 38,-1 4-83,-6 11 95,4-11-113,-9 26-49,5-5-23,0 23-11,-4 9-90,8 16-123,-4 10-185,5 13-252,0 8-443,2-1 353,2-4 280,4-12 287,0-11 290,-1-14 185,-6-15 438,0-16-415,-8 2 257,3-15-45,-7 10 170,1-5-360,-4 6-135,-3 8-173,-2 8 11,-3 12-22,0 10-11,2 11 11,7 7-17,15 7 0,5-9 16,1-4 12,5-14 23,-8-10 16,7-11 39,-3-12 40,-1-29-51,-12 10 8,-7 6 1,-3-1-219,-2-20 201,-3 21 1,-1-2 11,0-4 0,-1 1-14,-1-19-45,-1 7-44,0 30-68,-1 11-207,-1 14-459,-3 13-852,-4 16-8212,-6 26 8643,6-20 1,-1 0 0,9-32 0</inkml:trace>
  <inkml:trace contextRef="#ctx0" brushRef="#br0" timeOffset="70342">32950 5408 26110,'49'12'1165,"-2"-6"-924,-14-13-118,-6-1 84,2-9 62,-2-13-129,-2-11-90,-12 12 1,-1-4-408,-4-2 1,-3-1 372,-1 5 1,0-2 14,-2-24 0,-1-2-14,-3 16 0,-1 0-317,0-18 1,-1 0 319,-1 17 0,-1 4-8,-3-21-12,3 26 0,2 16 0,1 17 0,-1 13 0,-3 18 0,-1 24 0,1 0 0,4-12 0,2 4-230,3 7 0,2 1 230,2 1 0,3 1 0,3 8 0,3-3-3,1-17 0,3-4 252,0-7 0,1-4-249,9 6 17,14-27-17,-9-27 11,-8 1 1,1-4-297,-1-7 0,-1-3 288,0-5 1,-1-1-4,-4 6 0,-3-2 0,2-23 0,-4-3 0,-8 17 0,-2-1 86,3-18 1,-4 0-87,-5 17 0,-2 5 0,-7-22 233,-2 28-233,-9 21 0,3 24 0,-9 18 0,2 27-619,12-16 0,2 1 619,3-5 0,1 3-29,1 6 1,2 5 0,0-2-426,1 8 1,0 2-399,0-3 1,1 5 0,-1-2 603,0-2 0,1-1 0,0-5 0,0-4 0,0-3 0,0-4 0,0 0 0</inkml:trace>
  <inkml:trace contextRef="#ctx0" brushRef="#br0" timeOffset="77942">8775 11138 23035,'-18'-58'1232,"1"0"1,1 7-1,3 7-762,4 5-212,4 17-208,4 12-44,7 16 39,4 15-45,8 20-12,-7-11 1,-1 2-368,0 7 1,-2 3 341,-1 5 1,-2 2-548,-4 4 1,-3-1 541,-3 0 0,-4-2 45,-1-6 0,-3-4 75,-15 16 12,2-31-1,8-35 6,10-25 6,18-25-9,-1 23 0,5-1-56,4-4 1,3 0-21,3 0 1,2 1-9,1 2 1,3 2-29,0 5 1,1 2-68,0 4 0,1 3-137,-1 6 0,1 4 260,28-2-1599,-4 18-1120,-8 14-2845,-11 13 4741,-9 12 1,-15-19-1,-6 0 1</inkml:trace>
  <inkml:trace contextRef="#ctx0" brushRef="#br0" timeOffset="78509">9288 11171 11547,'1'4'9830,"0"0"-4856,-1-4-4817,41-21-56,-12 9-65,2-4 1,2-1 35,10-6 7,0-5 38,-5-7 57,-6-4 16,-14-2 96,-16-13-196,-8 17 89,-15-11-6,-1 26-33,-9 2-16,-14 20-102,14 8 6,-17 23-22,19 7-326,-2 17 328,20-24 1,3 1-23,7 8 0,3-1-9,8 14 9,6-19 0,6-4-14,27 2 11,-14-16 1,3-2 4,3-3 1,2-5 17,9-9 0,-1-6 8,-8-3 0,-3-3-9,-1-2 1,-4-5 16,-7-4 1,-4-4 19,-6 3 0,-2-2 22,3-8 0,-2-3 6,0-11 1,-2 0-71,-5 7 0,-1 2-359,-1-6 0,-2 4 359,-1-5 0,-6 9 0,-4 22 0,-4 4 0,-6 18 302,-12 28-302,8-3 0,6 1 0,2 3 447,10 19-447,6-19 0,6 1 0,11 9 0,7 0 0,0-4 0,3-1-285,1 0 0,0-1 285,4 1 0,-2-1-413,-6-5 0,-2 1 413,5 6 0,-5 2 0,-12 2 0,-11 0 0,-13-9 0,-9-3 0,-3-2 0,-8-3-214,-17-3 1,-6-5-501,8-5 0,-2-2-2728,-9 0 0,0-2 2875,10-4 1,4-2 0,-9-3 0,27-1 0</inkml:trace>
  <inkml:trace contextRef="#ctx0" brushRef="#br0" timeOffset="78809">11076 10852 26794,'-38'-15'526,"1"0"0,-13-13-509,64 15-213,46-5-112,-19 9-2524,-2 3 0,8 0 0,-3 1 2832,-4 2 0,-2 0 0,9 0 0,-4 0 0,-6 1 0</inkml:trace>
  <inkml:trace contextRef="#ctx0" brushRef="#br0" timeOffset="78975">11190 11107 28671,'48'-35'-3277,"1"-1"0,-2 2 0,0 6 1597,-10 16 0,-3 3 0,12-5 1,-34 11-1</inkml:trace>
  <inkml:trace contextRef="#ctx0" brushRef="#br0" timeOffset="81650">12703 10714 22407,'5'-59'686,"0"0"1,0 0 0,-1 8 0,0 2 0,0 7-295,2-13 521,-2 30-841,-2 29 294,0 27-321,0 28-34,-3-17 0,0 3-349,-3 8 0,-2 4 336,0-16 0,-1 2 1,-1 0-337,-1 3 1,-2 1 0,0-1 344,0 0 1,-1 1 0,0-2 3,-6 18 0,2-4-147,3-10 1,2-4 186,-3 10 44,12-34-22,12-35-34,12-26-3,-5 10 1,1-2 36,4-5 0,1-1-73,2-2 0,0 1 0,0 0 0,1 2 0,0 3 0,0 1 604,-2 5 0,0 4-604,19-11 0,-4 18 0,-3 21 336,2 14-336,2 16 0,0 12-308,-20-20 0,-1 1 78,-1 1 1,-1 0-127,0 0 1,0-1 183,17 18-685,-1-12 531,-2-16 287,-6-18 268,-6-14 231,-5-13 596,-1-7-440,-3-3-96,-1 2-105,-2 7-146,-3 9-146,-2 8-101,0 8-11,1 8-11,3 4 12,6 8-18,7-1-61,7-1-17,7-6 17,7-6 39,1-12 39,0-9-6,-7-11 29,-9-8 67,-13-7-23,-11-6 29,-11 2 16,-9 7-17,-9 13-54,-5 14-52,-2 14 0,1 14 0,4 14 0,9 11 0,10 9 0,13 4 0,13 0-315,14-3-502,16-6 388,-16-24 1,4-3-436,6-3 0,3-4 432,4-1 1,2-4-163,2-4 0,0-4 552,-3-2 0,-3-3 162,-7-4 1,-5-4 332,13-20 264,-24-8-28,-13-1 33,-14 6 1,-4 1-426,-4-2-85,0 9 1,-5 9-139,-14 22-74,-11 16 0,-6 15 0,26-8 0,2 2 0,-11 28 0,19 3 0,26-4 0,20-10 320,21-11-320,-23-20 0,2-3 0,1-5 0,-1-3 0,29-12 0,-6-14 0,-11-9 0,-12-4 0,-11-1 817,-12 6-817,-12 5 78,-7 12-78,-7 8 0,0 16 0,-2 21 0,10 10 0,5 5 296,19 6-296,15-8-194,-7-15 0,5-1-925,15 3 0,5-4 825,-1-4 0,0-3 159,1 0 1,2-4-439,1-4 1,-1-4 491,-10-2 0,-1-2 92,8-4 0,-1-2 49,-7-3 1,-3-4 241,-3-11 0,-4-3-55,5-13-4,-16 6 1,-3-2 204,-1-16-249,-6 21 0,-3-1 104,-8-29-303,-6 26 0,-28 9 0,-13 29 0,15 4 0,-2 3 304,-3 4 0,2 4-304,1 4 0,3 2 0,5 1 0,5 4 201,5 4 0,4 1-201,1 11 60,18 9-60,17-30 0,36-5 0,-25-18 0,2-5-451,12-5 1,0-5 450,-11 1 0,-2-4 0,10-7 0,0-5 0,-9 3 0,0-5-778,-2-2 0,2-5 1,-2 2 777,1-3 0,-2-3 0,-5 2 0,0-5 0,-3 2-51,-4-3 1,-2 1 50,0-8 0,-2 0 0,-4 8 0,-4 4 0,-5-19 0,-8 27 0,-10 27 635,4 13-635,-13 28 0,2 14 1352,8-12 0,-1 5-1352,4-2 0,0 4 0,2 0-355,-3 17 1,4 2 354,3-12 0,1 1 0,2-2-183,3 1 1,4-1-935,8 10 0,7-2 717,9-10 0,2-3 1,-12-10-1,0-3 0,4-6 1,1 0-1</inkml:trace>
  <inkml:trace contextRef="#ctx0" brushRef="#br0" timeOffset="81792">15982 10924 24049,'-1'-6'4145,"-1"1"-3731,-6-57-459,7 40-252,-3-14 1,1 6-936,5 25 1232,0 17 0,-2-7 0,0 7 0</inkml:trace>
  <inkml:trace contextRef="#ctx0" brushRef="#br0" timeOffset="83109">15906 11325 27880,'-18'44'39,"0"1"0,0-1 1,1-2-1,0 0 0,1-4-633,0 1 1,-3-1-494,-10 6 0,-1-3 1,-1 5-1,-9-3 0</inkml:trace>
  <inkml:trace contextRef="#ctx0" brushRef="#br0" timeOffset="84883">30204 7002 18846,'3'-7'3786,"12"-30"0,1-6-3338,-6 12-126,8-18 0,-1 0 115,-11 20-129,0 4-291,-7 25 5,-8 26-33,-1 8-3,0-1 0,-1 2-39,3-3 0,0 2-440,-1 9 0,1 4-482,2 13 1,2 2-1775,4-7 0,1-1 575,1 0 1,1-2 2173,2-8 0,1-6 0,-2-8 0,1-2 0</inkml:trace>
  <inkml:trace contextRef="#ctx0" brushRef="#br0" timeOffset="85217">30110 6934 20128,'-1'-3'4246,"0"1"-3249,1 2-902,-66 36 29,18-10-43,2-2 0,0-2 227,-2-3 118,22-20-51,10-11-224,9-5 90,8-19-34,12-7-67,3 5 0,4 0-65,1 5 1,1 2-43,1 0 1,1 2 78,24-9-56,-12 20-39,12 4-11,14 20-62,-5 13-972,-21-3 1,-1 4 742,13 14-547,-20-10 0,0 3-2008,12 21 2318,-15-14 1,-1-2 0,1 5-1,-6-5 1</inkml:trace>
  <inkml:trace contextRef="#ctx0" brushRef="#br0" timeOffset="86009">30261 8295 25023,'-6'-39'986,"-1"0"0,-3-22-907,13 71-1,3 14-16,2 21-29,3 16-418,-7-25 1,-1 0 392,-1 1 1,0 1 7,-5-1 1,-1-2-19,-2-2 1,-4-2 18,-18 20 9,-8-16 53,-3-18 33,6-23-28,9-19-12,12-18-10,11-14-26,5 22 1,3-1-76,3-4 0,3-2 64,3-3 0,1-1-19,3-1 0,2 1 8,0 3 0,0 2-9,1 5 1,0 3 16,-2 7 0,2 5 17,20-6-32,-1 16-7,0 19 0,-2 15-5,-7 18-12,-13 14-3,-15-23 1,-6 0-210,-6 2 0,-7 0 209,-4 0 0,-6-1 47,-6-1 1,-3-2-14,-2-2 0,-1-2-11,1-3 0,0-3 100,5-4 0,2-3-59,-10 2-4,21-8-52,27-10-16,24-1 34,27-1-293,-20 3 1,4 1 185,7 2 1,1 1-220,6 0 1,0 2-1005,2 1 0,0 1 1324,-18-1 0,1 0 0,-5 0 0,-3-1 0,-4 1 0,25 2 0</inkml:trace>
  <inkml:trace contextRef="#ctx0" brushRef="#br0" timeOffset="89292">31194 8414 27180,'-25'-18'230,"10"6"-135,22 24-34,8 0 1,7-1-6,8-4 6,8-6 10,4-11-10,3-10-12,-3-14 23,-7-9 0,-12-7 39,-11 2-67,-19 4-45,-16 11 39,-20 14-11,-13 15-20,24 9 1,0 4-156,2 4 1,1 3 146,-18 27 5,20 7 6,23 6 34,26 0-48,0-28 1,4-2-7,9 0 1,4-4-469,7-2 1,3-3 478,3-3 1,2-4-3,0-3 0,0-5 19,-4-5 1,-2-6-183,-6-3 0,-4-6 247,-8-4 1,-5-6-85,-7-3 0,-5-4 0,-5-1 0,-5-2 0,-5 1 0,-3 0 0,0 4 0,-2 2 0,-5-14 0,4 21 233,5 27-233,6 22 0,5 20 0,10 15 124,-5-26 0,2 0-124,2 3 0,2 0 0,0 3 0,0 2-667,-2 3 0,-4 2-3823,-4 5 1,-5 0 3949,-6-5 0,-3-2 0,-4 14 1,-5-27-1</inkml:trace>
  <inkml:trace contextRef="#ctx0" brushRef="#br0" timeOffset="99392">8368 12752 25506,'0'-46'553,"-1"0"0,0 0 0,0-13 0,2 9-363,1 20-117,2 28 0,1 29-1,-1 33-41,-4-16 0,-2 5-1020,-3 11 1,-3 4 993,0-16 1,0 1 0,-2 2-388,-1 2 1,-2 1 0,0 0 383,0 1 0,-1 1 0,0-1-4,2-3 0,-1 0 0,1-2-236,1-4 0,1-2 0,0-1 246,-2 8 1,1-4 35,4-13 1,0-5 95,-1-1 1101,8-35-1212,13-29-29,-3 6 0,3-3 483,4-8 1,2-1-484,3-5 0,1 0 0,2-1 0,2 1 0,-1 4 0,0 2 0,-1 7 0,-1 2 0,10-8 982,1 14-982,-3 22 0,3 10 0,9 13 0,-4 12-90,4 6-283,-20-15 1,-1-1-556,1 1 0,1-1-598,2-1 0,1-1 1526,2-3 0,-1-2 0,5 3 0,-6-9 0</inkml:trace>
  <inkml:trace contextRef="#ctx0" brushRef="#br0" timeOffset="100083">9082 13267 20302,'0'-3'5164,"0"0"-3831,0 3-1271,-7-30 11,12 26-29,-1-19-16,19 31-11,7 0-11,9-4-17,5-5-1,3-10 18,-2-6-6,-3-10 34,-9-5 61,-10-4 39,-11-3 73,-9 1 51,-12 5-17,-8 8-68,-9 10-49,-5 12-24,-3 14-38,0 12-28,4 13-18,7 7-21,7 5-23,9 4-45,12 1-185,13 0-257,19-4 128,-11-26 1,4-4-465,6-2 0,4-5 181,5-2 1,3-4-357,5-6 1,0-4 809,0-5 1,-1-3 274,-4-4 0,-3-5 251,-7 0 1,-5-3 199,-9-1 0,-4-1 622,2-23-287,-22 0-279,-11 4-157,-10 4-107,-1 6-112,1 13 445,2 13-596,0 21 997,-1 14-1008,1 16-11,3 9-28,7 1-23,6-4 40,7-7 110,4-12-99,3-11 22,3-9-16,5-14 10,6-9 40,8-8 0,2-5-10,-2 2-63,-5 1 0,-9 6 0,-8 4 0,-6 7 0,-4 4 0,-1 5 0,-1 6 0,-2 8 0,0 7 0,0 5 0,5 2 0,5 1-533,7-1-2856,7-3 3389,-2-6 0,-6-9 0,-7-7 0</inkml:trace>
  <inkml:trace contextRef="#ctx0" brushRef="#br0" timeOffset="103742">10485 13242 24581,'17'-53'700,"1"0"0,-2 4 1,-5 7-405,-16 7-111,-11 12-56,-16 14-34,-13 22-56,17 1 1,-1 3-335,-2 6 0,0 4 306,-1 3 0,2 2-3,2 0 1,3 1 2,6-1 0,3 0-5,0 21 153,27-14-137,22-19 6,24-22-17,-21-7 1,1-6-497,6-7 0,0-5 524,2-4 1,-1-5 24,-1-4 0,-4-3 40,-3-3 0,-4-2-6,-7-2 0,-3-2-17,-6-1 0,-4 0-3,-3 1 1,-3 1-215,-2 6 0,-1 2 136,-1-20 411,-3 29-411,-3 25 0,-7 29 0,-5 25 0,4-11 0,1 4 67,-2 9 1,0 1-68,1 7 0,2 0 0,1 2 0,4 0-107,4 1 0,5-1-504,5-1 1,6-2-2248,9-1 0,3-2 2858,2-8 0,0-4 0,-7-12 0,-2-4 0,7 1 0</inkml:trace>
  <inkml:trace contextRef="#ctx0" brushRef="#br0" timeOffset="103933">11567 12933 25875,'42'-16'-1195,"-1"0"1,0 1-1,20-7 1,-1 6 1194,-6 15 0,-4 4 0,8-2 0,-10 1 0</inkml:trace>
  <inkml:trace contextRef="#ctx0" brushRef="#br0" timeOffset="104083">11625 13200 22408,'-9'3'4296,"2"-1"-3988,7-2-224,0 0-146,73-25-274,-39 15 0,3 0-2143,8-4 1,7-1 0,-3 0 2478,7 0 0,-4 2 0,-14 3 0,-6 2 0,10-3 0</inkml:trace>
  <inkml:trace contextRef="#ctx0" brushRef="#br0" timeOffset="105033">13074 12576 26592,'-10'44'78,"-1"1"1,1 0-1,-3 8 1,2 0-89,9-10 1,2 2 0,0-2-1039,-1 2 0,0 1 740,0-3 0,0 2 0,0-2-726,-2 9 1,0-4-1978,1-4 1,-1-4 3010,-3 21 0,2-29 0,2-19 0</inkml:trace>
  <inkml:trace contextRef="#ctx0" brushRef="#br0" timeOffset="106016">12911 13309 19036,'-13'-61'1939,"0"1"1,2 6 0,1 7-1093,2 8-399,3 9-264,12 8-116,11 3-46,20 5-39,19 2-473,-19 7 0,1 0 428,7 1 0,1-1-5,3-1 0,1 0-312,-1 0 0,-1-2 348,-5 0 1,-2-2 32,-8 0 1,-4-3 76,11-13 72,-21-2 62,-14 2 33,-13 5 859,-6 6-848,-8 6 674,-4 6-752,-1 10-45,3 5-38,4 8-57,7 4-17,8 1-5,16 0-23,11-2-16,16-5-17,6-5 28,1-7 27,-7-9 12,-10-9 17,-12-10 17,-10-6 39,-14-4-1,-9 0-4,-9 3 10,-6 6-11,0 9-11,1 7-22,1 11-51,2 10-5,4 12-1,5 11-5,8 8-22,11 4-73,14 2-129,17-3 11,-9-25 0,3-3-432,5-2 0,3-3 390,3-2 0,2-4 120,-1-3 1,1-3-44,-2-5 0,-1-3 186,-5-3 1,-2-3 9,18-23 178,-15-9 67,-13-7 0,-11-1-16,-5 5 5,-3 8-45,0 12 547,0 13-715,2 14 279,3 15-301,2 16-6,2 17 0,1 8 6,-1 3-34,-1-6 23,-2-11 108,-2-13-108,-1-14 22,1-13-6,1-14 17,4-12 45,2-14 0,1-7-11,-1-2 17,0 2-18,0 11-27,0 10-21,3 13-24,3 10 0,3 12 0,4 10 0,3 10 0,0 7 0,0 0 0,-2-4 0,-5-8 0,-6-10 0,-4-8 0,-3-12 0,2-11 0,3-13 0,4-11 0,6-7 0,3-2 0,3 4 0,1 9 0,-3 11 0,-4 10 0,-5 11 0,-3 10 0,-1 10 0,-4 12-729,-1 9-789,-2 5-1843,5 1 3361,13-3 0,-11-19 0,5-5 0</inkml:trace>
  <inkml:trace contextRef="#ctx0" brushRef="#br0" timeOffset="106417">15049 12951 25416,'-2'-50'1085,"0"-1"0,0 7 0,0 5-1085,-1 4 0,2 17 0,6 22 0,8 24 0,8 30 0,-7-15 0,0 3-769,1 11 0,0 4 769,-5-17 0,-1 2 0,1 1 0,-2 3 0,1 0 0,-2 1 0,1-1 0,-1 1 0,-1-1 0,-1-2 0,0 0 0,-1-2 0,1 14 0,-1-4 0,-3-13 0,-4-5 0,-17 5 0,2-32 0,-18-38 0,13-25-467,7 13 1,2-5 466,0-9 0,1-4-450,5 14 0,1 0 0,0-2 450,1-1 0,1-2 0,1 1 0,0-2 0,2 0 0,1-1 1,3 1 0,1 1 0,3-1-1,3 2 0,1-1 0,3 2 0,3 3 0,2 1 0,3 2 0,12-14 0,4 6-113,0 11 0,1 7 113,-2 8 0,0 7 0,-4 8 0,0 6 0,24 22 0,-29-1 0,-4 5 0,-2 7 0,-4 4 0,-6 16 0,-6 0 0,-2-15 0,-7 0-4,-16 15 0,-12-4-923,-12-19 0,-10-6 795,12-7 1,-6-1 0,-1-1 0,6-1 0,-10 3 0,2-3 0,-8-4 0,0 1 0</inkml:trace>
  <inkml:trace contextRef="#ctx0" brushRef="#br0" timeOffset="109018">16011 12890 23310,'0'-6'2800,"0"0"-2228,0 6-376,-24-60-202,4 36-249,4-10 0,-2 6-2047,-1 27 2302,11 25 0,4-11 0,3 8 0</inkml:trace>
  <inkml:trace contextRef="#ctx0" brushRef="#br0" timeOffset="109176">16111 13346 26689,'-43'28'-192,"1"1"1,-1-1-1,2 1 1,-1-1-1,3 0 192,-8 10 0,4-4 0,-5 6 0,22-20 0,0-1 0</inkml:trace>
  <inkml:trace contextRef="#ctx0" brushRef="#br0" timeOffset="110274">6964 14793 23052,'39'-25'-56,"0"-1"0,0 1 0,15-10 0,-5 12-134,6 31 340,-19 9-296,-22 10 225,-31 6-34,-12-10 0,-5-3-12,-21 11-414,6-9 0,-2-2 482,16-5 0,0-1 39,-7 3 0,0 0 120,6-2 0,2-1 126,-17 9-330,24-10 67,14-6 28,19-4 1,10 1-91,15 1-83,14 3 39,11 1-12,-25-2 1,0 0 349,1 1 1,-1 2-345,23 12-56,-13 3 39,-25 8 6,-15-10 23,-30 11-6,-10-7-17,13-11 0,-3 2 11,-5 3 0,1-1 0,-12 8-11,16-10 0,4-2 11,11-5-5,-5 2 11,17-10 204,-1-1-160,3 2-27,0 0-28,0 1 16,0 3-16,5 1-6,6 8 0,19 20-17,5 6 17,3 5-9,-18-20 1,-1 0-9,4 15 34,-9 19 0,-28-12-740,-5-23 1,-5-3 705,-24 6-421,13-14 0,-2-1-4849,-22 3 5287,27-8 0,1-2 0,-6 1 0,18-6 0</inkml:trace>
  <inkml:trace contextRef="#ctx0" brushRef="#br0" timeOffset="113225">23484 162 32767,'2'-2'0,"0"0"0,-2 2 0,6-6 0,-18 16 0,-18 18 0,5-5 0,-2 2 0,-12 11 0,1-1-698,9-8 0,1-1-79,-8 6 1,2 1 305,11-10 1,2 0-183,-5 4 1,1 0 114,-4 5 66,10-12-267,12-16 346,-1-12 95,-4-7 2132,-8-11-2094,-9-13 247,4 4-5,-2-3-45,12 16 77,5 5-115,5 10 101,2 1 11,3 8-11,0 7 17,0 4 16,0 13-21,-1 10-24,-1 3-72,1 6-11,0-14 84,3-9-23,6 0-83,16-11-57,12-4-173,24-12-163,-22-2 0,-1-2-290,-4 0 0,1-1 800,13-6 0,-3 2 0,-12 3 0,12-6 0</inkml:trace>
  <inkml:trace contextRef="#ctx0" brushRef="#br0" timeOffset="131984">21360 3358 18467,'-49'17'292,"-1"-1"0,1 1 1,0-1-1,-5 2 0,1 0 1,4-1 188,-11 5 1,7-4 353,6-2 1215,63-29-1913,21-5 0,14-4-90,-12 5 1,5-2 0,3 0 0,3-1-650,0 1 0,3-1 1,2 0-1,2 0 0,1 0 611,-2 1 0,1 0 1,1 0-1,2 0 1,0 0-1,0 0-149,-5 2 0,1 0 0,0 0 0,1 1 1,0 0-1,0-1 0,0 1 148,0 0 1,0 0 0,1 0 0,-1 1 0,0-1 0,0 1 0,0 0-158,-3 0 0,0 1 0,0 0 0,-1 0 0,0 0 1,-1 0-1,0 0 153,2 0 1,0-1 0,-1 1-1,0 0 1,-2 0 0,-2 1-148,14-5 1,-1 1 0,-4 1-1,-3 0 113,1 0 0,-4 0 1,-6 1 398,-2 2 1,-11 2-1888,-21 5-5131,-47 22 6649,-17 6 0,12-3 0,13-6 0</inkml:trace>
  <inkml:trace contextRef="#ctx0" brushRef="#br0" timeOffset="134617">22514 2210 22748,'9'-45'651,"-1"-1"0,1 1 1,2-15-1,-2 10-270,-1 13 46,-4 19-410,-2 12 155,0 19-82,0 14 9,2 20 48,-2 15-542,-1-26 0,0 1 518,-1 25-355,-2-16 0,0 0 238,-1 12-90,1-19 0,0-1 42,-1 6 28,1-17 293,1-13 970,1-13-1114,3-14 684,3-13-713,8-14 0,6-10-33,8-3-99,3 3 54,5 6-22,2 14 22,1 13-40,2 12-4,0 17-46,3 14-605,1 16 275,-23-15 0,-1 1-723,-1 2 0,-3 2 1115,-1 4 0,-2-1 0,0 4 0,-5-4 0</inkml:trace>
  <inkml:trace contextRef="#ctx0" brushRef="#br0" timeOffset="135283">25446 2571 19945,'7'-42'1299,"0"0"1,-1 0-1,3-13 1,-2 10-790,-7 19-98,-1 18-372,-3 21 10,-3 23-11,-4 26-600,4-20 0,1 2 541,-2 7 1,2 1-54,0 4 0,3 0-280,0 1 1,2 0-808,4-3 0,3 0 1160,1 2 0,2-5 0,3 5 0,0-9 0</inkml:trace>
  <inkml:trace contextRef="#ctx0" brushRef="#br0" timeOffset="135675">25308 2366 23618,'-40'-9'1229,"0"0"1,-11-10-1124,64 12 68,29-6-34,10 4-621,-15 3 0,4 1 517,4 1 1,1 0-21,1 1 1,1-1-3,-3 1 0,-1 1 32,-5-1 0,-2 0-24,20-2-33,-21 0-123,-16 3-1295,-15 2 68,-7 5 1361,-13 10 0,9-8 0,-7 6 0</inkml:trace>
  <inkml:trace contextRef="#ctx0" brushRef="#br0" timeOffset="141359">27297 5272 18431,'-4'0'4179,"0"1"-1883,4-1-2027,2 13-118,2-4-11,1 10 56,0-8 0,-3-2 17,-7-1-50,-8-1-46,-12-1-5,-12-3-28,-8-4 0,-2-5 0,5-9 39,6-9 29,13-9-52,11-5-4,18-2-52,12 4-49,17 6-12,9 10 0,10 9 28,0 12-27,1 14 10,-8 15 40,-12 16-445,-16 14 411,-21-26 0,-5 0 0,-9 3 0,-6 0-461,-13 3 1,-5-1 454,7-10 1,-3-1-1,-1 1-462,-5 0 0,-1 0 0,-2 0 468,0-1 0,-1-1 0,-1-1 15,4-4 0,0-1 0,1-3 24,-12 2 0,3-5 25,13-6 1,3-6 75,-7-12 279,24-11-346,25-10-62,21-1-11,26 5 107,-18 16 0,3 4-104,5 1 0,2 3-12,3 4 1,1 2-9,0 2 0,1 1-28,0 2 1,-1 2-60,0 1 0,0 0-66,-1 1 1,-2-1 51,-11-1 0,1-4-1300,8-8 0,5-5 0,-7-4 847,-15-4 0,-1-4 99,9-3 1,3-3 0,-9-4 272,-15-12 0,-8-5 188,1-7 0,-3-2 87,-2 11 1,0-1-1,-2-1-191,-3-4 1,0-1 0,-3-1 327,-2-3 0,-2-1 0,-3 2 7,-4 0 0,-4 0 1,-4 4-20,-5 3 1,-3 3-1,-6 4-22,-5 5 1,-5 5-1,-3 5-24,-6 5 0,-3 4 0,-3 6-53,13 5 0,-1 4 0,-1 2 1,0 3-177,0 1 0,-1 3 0,0 2 1,2 3 102,0 2 0,1 2 1,2 3-1,0 3-10,3 1 1,1 3 0,1 2 0,2 2-9,1 2 0,2 2 0,2 3 1,1 1-3,2 2 1,1 2 0,2 1 0,2 2-10,1 2 0,2 1 0,1 2 0,3 0-232,2 2 0,2 0 1,2 1-1,3 0 213,2 0 1,3 0 0,2 1 0,4-2-6,5-1 0,2-1 1,4 0-1,5-3-129,4-3 0,3 0 0,5-3 0,3-3 126,7-3 1,4-2-1,3-3 1,3-3 13,5-2 1,4-4-1,3-2 1,0-4-112,-8-4 1,1-3-1,1-1 1,1-3 0,-1-1 121,2-2 1,0-2 0,0-2 0,-1-2 0,0-2 8,-2-2 1,0-1 0,-1-2 0,-1-2 0,-2-2 68,8-6 1,-2-3 0,-2-3 0,-3-4-53,-6-1 0,-2-3 0,-3-2 0,-3-3-5,-5-2 1,-3-3-1,-2-1 1,-4-1 48,-2-3 1,-4-1 0,-2-1 0,-2 0-40,-2-1 1,-2 0-1,-3-1 1,-2 1 9,-2 1 0,-2 1 0,-3 0 0,-2 1 21,-4-12 0,-5 2 0,-4 3 99,-3 5 0,-5 3 0,-3 3-118,-2 6 0,-4 3 0,-1 4-23,-1 4 1,-2 4 0,0 3-30,-17-3 0,1 7-146,8 5 0,3 8 949,-16 16-3895,32 28 3103,28 12 0,5-13 0,4-12 0</inkml:trace>
  <inkml:trace contextRef="#ctx0" brushRef="#br0" timeOffset="141892">28634 5629 16601,'-55'-5'442,"0"-1"1,0 1-1,0 0 1,0 0-1,-7-1 1,0 0-1,2 0 1,3 1-128,-3 0 1,3 0-1,4 0 26,-9 0 1,6 0-185,17 3 0,9 0 1351,18 2-1436,27 2-24,19 1 0,8 0-20,7 0 0,6 0-761,-3-1 1,4 1-1,2-1 733,-10 0 0,2-1 0,2 1 0,1-1-6,1 0 1,3 0-1,0 0 1,0-1-1,-4 1 4,-3-1 1,-3 1 0,-1-1-1,3 0 5,1-1 1,3 0-1,1 0 1,-3-1-1,-5-1 14,3-1 0,-6-2 0,1-1 28,5-1 1,0-1 0,-4-2 49,7-7 0,-8-4 132,-15-2 0,-8-3-160,-8-3 1,-8-3-1,-6-4 0,-4-1 11,-4-3 1,-3 1 36,-4 0 0,-3 1 11,-1 4 0,-2 1 47,-3 3 1,0 3-12,-9-8-123,5 11 2031,20 18-2070,8 7 1026,5 9-1004,9 10 358,13 17-380,-6-12 0,3 2 8,7 5 1,3 2-678,6 4 1,4 2 651,-11-12 0,0 1 1,1 1-16,1-1 0,-1 0 1,-1 2-95,-4 4 1,-2 2 0,-5-2-54,0 0 0,-11 1-830,-21 11 1,-19-3 639,-9-19 0,-9-6 0,4-1 0,3 3 1,1-1-1,-13-2 0,1 0 0</inkml:trace>
  <inkml:trace contextRef="#ctx0" brushRef="#br0" timeOffset="148149">26416 7174 24727,'21'-14'302,"-2"18"-291,-11 57-17,-5-26 1,0 2-563,0 3 0,-2 1 526,-3 1 0,-1 0-59,-2 1 1,-2 0-57,-2-2 0,-2 0-104,-1-2 1,0-2-379,1-3 1,1-1-3322,-7 20 3960,6-17 0,5-18 0,3-11 0</inkml:trace>
  <inkml:trace contextRef="#ctx0" brushRef="#br0" timeOffset="148466">26170 7603 25410,'-31'17'330,"0"0"1,-12 18-191,60 3 0,12-3-11,10-3-467,13-7 391,-22-15 0,1-2-22,5-2 0,0-2-3,3-1 0,0-2-6,1-1 1,0-3-9,-2 1 0,-1-2-9,24-7 15,-16-1-552,-19 1-941,-16 3-2129,-18 4 3602,-6 4 0,1 0 0,4 2 0</inkml:trace>
  <inkml:trace contextRef="#ctx0" brushRef="#br0" timeOffset="149642">25971 8857 24934,'4'-44'580,"0"0"1,-1 6 0,-2 9-503,-3 21-38,-1 16-7,-1 12-16,-1 16 0,-1 9 0,-1 5-23,-2 1 12,0-2 22,-3-7-12,-2-10 18,-2-12 28,-2-11-1,0-17-10,1-12-7,5-14 12,6-11 0,9-12-34,2 21 1,3-2-500,5-4 0,2-2 488,3-2 1,2-1-1,2 2 0,1 2 6,0 6 0,1 4-6,-2 6 0,1 4-11,22-6 0,-3 16 0,-2 14-11,-2 13-23,-9 14 977,-10 13-960,-14 12 11,-9-22 1,-5 1-260,-4 2 1,-3-1 275,-4 0 0,-3-1-11,0-2 0,-1-1-18,2-5 1,0-2 34,-12 12-23,12-10-22,10-8 0,10-4 6,10 0 453,12-2-660,18-2-158,18-4 82,-21-3 0,2 0-501,4-1 0,1 0 209,2-2 1,0 0-132,-3-1 0,0-3-73,1-6 0,-2-2 667,9-6 246,-2-16 296,-35 13 225,-5-5 253,-15 3 105,-8 4-146,-4 3-189,1 4 551,5 4-938,3 5-174,4 3-62,4 4 18,1 5-23,4 3 5,4 2 18,9 0-6,10-4-29,9-3 24,5-7 16,-1-7 16,-3-8 24,-9-10 32,-9-4 12,-9-9-28,-7 11-67,-5 5 17,-10 14-40,-7 8-5,-11 10 11,-6 10 11,-4 22-33,15-9 22,2 19-28,19-16-39,2 8 16,17 2 6,9-12 6,7-5 11,21-13 0,2-9 11,-18-6 1,3-4 4,6-5 1,-1-4 0,-7-1 0,-2-3-3,-1 0 0,-3-3 0,-5-3 0,-3-2 103,9-25-217,-13 18 0,-1-1 214,-4 1 1,-1 1 103,-3 0 1,-1 2 33,0-10-174,-4 11 17,-3 19-78,-2 8-17,1 7 352,-1 18-363,8 10 11,-1 8-22,13 15-289,5 1 241,-3-10 0,0 3-690,-4-4 0,-2 1 141,-1 10 0,-7-1 50,-6-18 1,-8-2 568,-24 16 0,-4-7 0,8-12 0,0-9 0,0-1 0</inkml:trace>
  <inkml:trace contextRef="#ctx0" brushRef="#br0" timeOffset="154842">25440 2797 22291,'6'-9'929,"11"2"-682,45 5-124,1-1-101,-31 2 1,1-1 7,2-1 1,-2-1-472,22-4 466,-22 2 0,-1 0 53,22-9 319,-12-2-184,-18 3-14,-9 1-37,-12 1 46,-3-4-96,0-1 237,0-6-220,-1 1-84,1 4 101,0-9 28,0 2 173,4-14-78,0 7-28,3-1-135,-3 16 62,-1 4-78,0 8-90,-2 1 11,-1 18 17,1-1-6,-1 27-5,1 18-14,0-26 0,-1 0-178,0 9 0,1-1 183,-1-7 1,0-1-4,0 25-5,-1-17-5,-1-2 89,0-23 151,0 1 11,1-16-122,1-12 253,1-3-326,2-20 21,4-21-47,-4 25 1,0-2-217,2-8 0,0 0 210,-1 6 1,-1 1 2,1-17 46,1 4-29,-4 24-62,1 6 12,-1 20 11,-1 20 399,0 4-408,-1 5 1,0 2 14,0 19-221,-1-14 1,1 1 225,0 21-5,0-10 0,1-13 5,0-15 146,0-9-17,-1-16-73,-1-12-28,0-21-22,0-18-12,1 4 12,2 3 0,2-1-18,0 13 0,0 0 26,2-12 0,1 0-2,3-12 16,-4 22-39,-2 19-28,-2 18 22,-6 20 12,-2 21-6,2-12 0,-2 2-1010,1 8 1,0 0 964,1-8 0,1 1-698,1 20 1,4 1-154,3-18 0,2 0 467,5 17 1,1-3 0,4-6-1,1-11 1</inkml:trace>
  <inkml:trace contextRef="#ctx0" brushRef="#br0" timeOffset="161524">28918 2795 23472,'7'-50'770,"0"0"0,0 0 0,2-16 1,-2 14-631,-2 33-90,-3 18-16,-3 24 2,-3 8 1,-3 6-18,0 2 1,-1 3-877,-6 17 1,-2 2 755,-1-4 0,0-2-28,2-10 1,1 1-320,-4 12 0,1 1-446,6-12 1,1 1-1154,0 10 0,2 1 1534,5-5 1,2-4 0,1 6 0,5-16 0</inkml:trace>
  <inkml:trace contextRef="#ctx0" brushRef="#br0" timeOffset="161800">28684 2742 19916,'-4'-4'3875,"0"2"-1987,4 2-1826,29-42-85,24 28-1863,-7-10 0,2 1 1891,-5 17 1,1 5 5,11-4 1,0 0 61,-6 1 1,-2 0-338,-4 0 1,-2 0-591,-4 0 0,-7 0-7178,-12 0 8032,-21 2 0,-3 1 0,-3 1 0</inkml:trace>
  <inkml:trace contextRef="#ctx0" brushRef="#br0" timeOffset="178199">23409 5927 19356,'5'-46'871,"0"0"1,-1 4 0,5 6-586,12 10-124,5 5-50,5 8-33,3 7-23,1 8-34,-2 9-16,-4 11-34,-6 12-34,-8 7 12,-8 6 50,-16 1 50,-13 0 29,-18-5 83,-10-6-77,-3-9 324,6-10 123,13-8-67,14-14-191,13-7-78,15-9-61,11-1-51,13 4 200,6 7-245,6 8 12,1 13-45,2 11-17,1 16-219,-25-15 0,-1 2 199,-3 2 0,-3 0-64,4 28-78,-25-5-102,-25-4 96,3-25 0,-4-2-423,-6-2 0,-3-1 176,-3-3 1,-1-3-438,1-3 0,1-2-1755,4-4 0,3-2 2618,-17-7 0,25 1 0,16 1 0</inkml:trace>
  <inkml:trace contextRef="#ctx0" brushRef="#br0" timeOffset="178575">23661 5260 11082,'-2'-8'2535,"-33"-15"0,-15 4-1953,16 18 0,-3 5-1136,-12-7 1,-6-2-1,3 7 938,9 12 1,2 7 0,-1 2-98,-2 3 1,-1 3 0,1 2-158,0 4 1,0 3 0,2 2-591,1 4 0,1 3 1,4 2 470,9-10 0,2 2 0,2 1 1,2 1-15,2 1 0,2 1 0,2 1 1,3 1 3,0 14 1,4 1 0,7-1-2,7-3 0,6-2 0,8-2 2,7-3 0,7-3 0,6-4 10,-3-13 1,5-3 0,3-2-1,1-3-300,7 0 1,3-3 0,2-3 0,1-1 316,-8-5 0,0-1 0,2-2 1,0-1-1,1-1 25,0-2 1,1-1 0,0-1 0,0-2 0,0-1 21,-3-2 0,1-1 0,0-1 1,-2-2-1,0-2-182,7-3 0,-1-2 1,-2-2-1,-3-4 194,-6 0 0,-2-2 0,-3-3 1,-3-3 6,3-10 0,-4-3 0,-7-4-35,-6-3 0,-6-3 0,-6-2-32,-4-3 0,-6-2 0,-4 0-133,-4-3 0,-4-1 0,-4 1 122,-3 2 0,-4 0 0,-4 3 1,-3 4 1,-3 2 0,-3 3 79,-1 6 1,-3 2 0,-1 5-127,-2 4 0,-1 3 0,0 4 322,2 4 0,-1 3 0,1 3-602,-14-2 0,3 6-244,12 6 0,3 6 552,-5 20 0,23-9 0,16 6 0</inkml:trace>
  <inkml:trace contextRef="#ctx0" brushRef="#br0" timeOffset="179059">24956 5912 18367,'-55'1'293,"0"0"0,0 0 0,0 0 1,-8 0-1,2 0 0,7 0-24,5 0 0,7-1 78,-1 1 892,43-1-1082,38-3-129,1 0 0,5 0-14,16-2 0,5-1-903,-13 1 1,4 0 0,0 0 895,-9 1 0,1 0 0,1-1 0,0 1-2,3-1 1,0 1-1,0-1 1,0 0-181,-1 0 1,0 0 0,-1 0-1,-1 0 195,11-2 1,-1-1 0,-4 0-22,-10 0 1,-2 0-1,-5-3 110,3-3 1,-9-5 69,-9-21-11,-44-9-42,-1 23 0,-6 0 850,-8-1 1,-3 1-781,-2 2 0,-1 2-8,1 2 0,2 2-37,6 3 0,3 3 23,-11-6 1781,22 11-1933,16 5 849,16 11-849,16 7-16,22 13-457,-17-9 0,4 2 445,5 5 1,2 2-29,5 5 0,-1 2-106,-1 3 0,-5 4-311,-6 2 0,-9 3-1328,-14 3 1,-10 1 1324,-11-5 0,-7-3 0,3-12 1,-3-5-1,-13 7 0</inkml:trace>
  <inkml:trace contextRef="#ctx0" brushRef="#br0" timeOffset="187883">28911 3106 14913,'0'-7'6940,"0"1"-5959,0 6-68,0 0-661,-29-10 5,23 8 242,-11-5-309,39 8-95,8 2 28,24-6-61,4-4-238,-18 1 0,2-2 210,12-4 0,0-1-553,-8-1 0,-1 0 539,-3 1 0,-1-2 24,-7 0 1,-4-2 73,10-9 128,4-16-16,-19 7 33,-10-9-140,-12 15 124,-3-13 372,-1 6-361,-1-5 1167,-1 8-1336,1 16-72,0 8-11,2 11-1,-1 11 7,1 12-7,-2 30-16,-2 2-406,0-17 0,-1-2 417,-5 17 2,0-20 1,-1 2 8,-1 1 1,-1 0-7,3-7 1,0 1-94,-4 12 1,3-2 87,4-6 0,0 4 11,6-23 236,1-12-174,4-27-34,1-6-34,3-16 23,1-11 6,1 0-20,0 9 0,0-3-6,1 6 1,0 0 234,3-5 0,0 1-226,-2 14 0,-1 4 5,5-10 179,-6 17-196,-7 21 6,-2 5-5,-6 34-6,-6 8 0,-3 14-411,2-22 1,1 2 415,0-5 1,1 2-43,-2 19 1,2 3-244,4-9 0,2-1-759,6 7 1,3-2-1018,1-21 0,3-2 2056,5 1 0,1-5 0,-3-7 0,1-2 0</inkml:trace>
  <inkml:trace contextRef="#ctx0" brushRef="#br0" timeOffset="196099">31162 2323 20212,'19'-44'1260,"0"1"0,1 0 1,-9 19-779,-11 25-169,-7 14-128,-6 15-129,-2 1-17,-7 21-70,10-19 1,0 2-150,1 2 1,1 1-622,1 8 0,1 1-124,5-8 1,2-1-498,4 21-2936,7 3-5473,3-20 9692,-4-10 1,-1-11 0,-8-18 0</inkml:trace>
  <inkml:trace contextRef="#ctx0" brushRef="#br0" timeOffset="196282">30990 2714 14534,'-51'-35'1971,"-1"0"1,6 3-1,6 6-1393,10 8 1150,11 0-1364,23 7 213,15-5-297,27 0-210,-12 8 0,4-1-629,8 0 1,3 0 566,6 0 0,1 0-61,1 1 0,-1 0-392,-4 1 0,-2 0-451,-7 1 0,-3 0 896,20-6 0,-30 6 0,-15 1 0</inkml:trace>
  <inkml:trace contextRef="#ctx0" brushRef="#br0" timeOffset="197025">31259 2273 18302,'0'-2'5803,"0"-1"-3630,0 3-2089,5-30 28,-3 40 45,3-8-11,-10 60-85,0-22 1,-3 2-552,-3 5 1,-2 2 511,-2 3 1,-1 1 5,-1-2 0,1 0-9,1-3 1,2-3-126,2-6 1,1-3 155,-2 18 73,5-22 124,5-16-68,5-21-106,8-18-17,9-19-54,-6 12 1,-1-2 355,2-6 0,-1-1-342,0-4 1,-2-2-300,-1-2 0,-1 0 300,-1 1 0,-1 2 2,-1 4 1,0 2 52,3-21 1,-5 22-45,-2 18-33,-4 20 336,-6 21-331,-5 19-3,3-11 0,-1 3 0,0 3 1,1 1 4,0 3 1,2 1 163,2 0 0,1 1-197,2-2 0,3-1-87,2-2 1,3-1-564,8 25-394,4-13-1060,-2-15-5387,-7-15 7522,-5-12 0,-4-6 0,0-2 0</inkml:trace>
  <inkml:trace contextRef="#ctx0" brushRef="#br0" timeOffset="197632">31016 2463 25758,'-16'-29'170,"1"0"1,13-19-132,34 41 1,13 7-942,1-4 0,1-1 921,5 1 1,0-2 2,-1 0 1,0 0-33,-4-1 1,-1 0 9,-8 1 0,-2-2 485,14-4-418,-24 0-33,-26 4-40,-24 1-5,-24 4 5,14 2 1,-2 1 46,-6 2 1,-1 2-37,-4-1 1,-1 2-15,-2 1 1,1 1-14,0 0 1,1 0 29,3 1 1,2-2-4,5 0 1,3-1 28,-18 4-28,23-5-34,17-2 67,13-2-17,14-3 833,16-2-833,19-6-19,-18 4 0,2-1 18,3 0 1,1-1-16,1 1 0,-1-1-1,-1 0 1,-1 0-34,-4 0 0,-1 1 112,18-10 72,-13 3 63,-16 2-40,-10 3-61,-7 6 476,-11 2-544,-7 10 91,-12 8-152,-7 14 11,-1 13-11,17-16 0,2 1 22,0 4 0,2 2-270,0 3 1,2 0 255,2 2 0,0 0 9,1 1 0,1 0-1,1 0 1,2-1-4,-1-2 1,2-1-121,1-2 1,1-1-56,-2 25-247,3-9-398,1-9-605,1-11-1192,0-12 2615,1-16 0,-1-2 0,1-5 0</inkml:trace>
  <inkml:trace contextRef="#ctx0" brushRef="#br0" timeOffset="197975">31131 2352 15855,'-3'-1'5847,"1"1"-4822,2 0-190,-61-19-158,35 12-397,-10-4 0,3 1 152,20 6-135,8 3-56,6 1-68,11-2-5,14-2-28,21-4-95,-14 3 0,2-1-408,8-1 1,1 0 387,4-1 0,0 0-3,1-1 1,0 0 2,-4 1 0,-2 0 2,-7 1 1,-2-1 168,13-4 95,-22 2-61,-15 0-96,-19-1-111,1 4 707,-15-1-1491,5 7 761,-5 9 0,10-5 0,3 7 0</inkml:trace>
  <inkml:trace contextRef="#ctx0" brushRef="#br0" timeOffset="203083">21369 9100 15743,'9'-59'1964,"-1"1"0,-1 12 0,0 2-1090,4-8 0,0 3-665,5-12 85,-5 20 0,0 2 137,5-6 36,-4 18-339,-5 14 48,-4 18-47,-5 16 5,-6 26-101,0-15 1,-1 4-300,-4 5 0,-1 2 277,-1 1 0,0 1-5,2-2 0,2-1 2,2-5 0,3 0 294,7 23-291,9-18 51,8-18 39,6-16 22,4-21 45,6-14 62,3-15 362,1-4-379,-5 3-29,-7 10-77,-12 14-90,-6 10-23,-5 15 12,0 12 5,2 16 244,3 14-272,2 11-39,-3-26 0,0 0-278,2 1 0,2 0 68,1-2 0,3-1-132,1-3 1,3-3-841,26 10 34,7-24 236,6-30 707,-28-2 0,0-5-338,2-10 1,-1-4 631,0-8 1,-3-4-451,-9 14 0,-1-3 0,-2 0 512,0-5 0,-3-2 0,-1-1 84,-1-4 0,-3-2 1,-1 0 68,-2-3 0,-2-2 0,-3 0-434,-3-1 0,-4 0 0,-3 0 393,-2 3 0,-4 0 0,-5 3-35,-3 4 0,-5 1 0,-4 5-296,-4 5 0,-3 5 0,-4 4 206,-3 5 0,-4 6 0,-1 4-21,-2 7 1,-3 5 0,1 5-188,-1 6 1,-1 6 0,2 5 149,0 4 0,2 6 0,1 4-128,15-4 0,1 2 0,1 3 0,1 2 106,1 2 1,2 3 0,1 2 0,2 1-5,0 4 1,1 2 0,3 1 0,1 1-8,1 2 1,2 2-1,1 1 1,3 0-76,2 0 0,1 1 0,2 0 0,4 0 82,4-3 1,2-1 0,3 0-1,5-1-2,6 10 1,6-1-1,7-5-168,8-6 1,7-5-1,5-5 149,-5-12 1,2-4 0,3-4 0,2-1 8,4-3 0,1-2 0,2-3 0,1-3 2,2-3 1,0-3 0,1-2 0,-1-4-1,-1-1 1,0-3 0,-1-2 0,-1-3 5,-3-3 1,-2-3-1,0-2 1,-3-2 17,-4-2 1,-2-2 0,-1-2-1,-3-3 18,8-12 0,-3-4 0,-5-3-11,-11 11 1,-2-2 0,-2-1-1,-3-1-4,-1-3 1,-2 0-1,-3-1 1,-1-1-11,-2-1 1,-2-1 0,-1 1-1,-3-1-3,-2 2 1,-3 0 0,-1 0 0,-2 2 4,-5-11 1,-3 1 0,-4 4 147,-2 6 1,-4 3-1,-3 4-242,-14-8 1,-4 7-346,0 10 1,-1 8-1034,3 8 1,3 4 1464,-21 0 0,27 10 0,18 1 0</inkml:trace>
  <inkml:trace contextRef="#ctx0" brushRef="#br0" timeOffset="204032">22374 7920 15165,'-59'24'2901,"1"0"1,11-4 0,9-8-2348,16-15-347,27-12-33,16-6 0,9-4-43,5-2 1,4-2-690,-4 3 1,2-2-1,4-2 593,0-1 0,4-3 0,0 0 0,0-1-648,-4 2 0,1 0 0,-2 0 0,1-1 621,0 1 1,0-1-1,0 0 1,-1-1 0,-1-2 1,0-1 0,-2 0 0,-1 1-403,1-3 1,-1 0 0,0-1 420,4-6 0,0-2 0,-3 1-68,-7 6 0,-3 2 1,-4-1 159,-2-17 0,-7 4-81,-8 20 1,-6 3 24,-12-5 1,-7 5 41,-26 3-64,15 13 0,-5 4 0,-13 4 0,-1 6-23,4 4 1,-1 5 19,-10 6 0,1 3-33,18-2 0,1 2-6,-6 5 0,1 3 1036,13-5 1,2 0-1031,-17 15 1708,22-8-1670,34-20 431,6-8-425,28-11-5,10-8 431,-17 7 1,2-2-415,13 0 0,0 0-960,-10 4 1,-1 1 902,-3 2 1,-1 2 0,14 6 10,-22 12-32,5 28 10,-15 16-617,-12-14 1,-3 3 616,-4-10 1,-1 0-54,-1 14 0,-1 1-531,-3 3 0,0 0-262,1 0 1,0 0-2717,-2 4 1,-1-3 3567,3-20 0,0-4 0,0 7 0,0-21 0</inkml:trace>
  <inkml:trace contextRef="#ctx0" brushRef="#br0" timeOffset="209533">21335 10688 21209,'8'-43'841,"0"1"1,0 0 0,3-16-1,-2 6-123,-3-7 269,-2 14-847,-2 22 9,-1 11-116,1 21 59,-1 13-64,2 21-6,-2-7 1,-1 3-15,-2-2 1,0 0-4,0-1 1,0 0-9,-4-1 1,0-1 196,-5 15-160,-3 5 44,-7-14 28,2-21-22,-7-18-44,7-11 60,-6-20-16,6-10-50,7 1 0,3-3-23,3-1 0,3-2-626,6-14 0,3-1 620,0 16 1,4 1 16,9-13 1,4 0 8,-1 14 0,2 1-270,-1 4 0,1-1 1,1 4 240,5-3 1,-1 3 3,-2 5 0,-2 5-6,10 6 16,-13 17-4,6 13-63,4 23 57,-8 11-556,-12-12 1,-3 0 532,-2 18 200,-10-16 1,-5 0-187,-3-4 0,-4 0 8,-13 14 1,-3 0-6,2-10 0,-2-2 3,-5 0 0,1-4 14,-7-3 763,5-12-730,21-11-22,4-8-22,28-9 1262,13-3-1285,28-2 17,-8 7 78,-13 6 0,1 2-195,24 1-141,-15 1 1,1 1-82,-8 1 0,-1 0-31,4 0 1,-3 1 55,7 1-67,-6-2 325,-23-8 145,-4-2 96,-14-7 96,-6 2-130,-2 5 709,-3 3-474,-2 4-251,1 1-79,3 1 84,6 0-73,20 0-50,-4 0-6,24-4 11,7-8 1,2-6-1,8-11-5,-22 4 33,-2-15 62,-16-9 0,-6 2-11,-15-2-6,-15 24-61,-3 14 11,-11 8 44,-1 20-72,3 6-17,1 17 17,19 5-23,7-7-16,12 23 16,4-30-14,8 3 1,5-2 30,17-3-177,-7-10 1,2-2 159,-2-8 1,2-4 8,-1-2 0,0-4 2,28-15 29,-7-14 13,-29 7 1,-1-3 41,-2-4 1,0-2 55,-2-5 1,-1-1 30,-1 0 1,-2-1-118,-2 1 1,-2 1-60,3-24 0,-7 19 0,-7 19 0,-4 15 0,-1 19 0,1 16 0,8 23 0,5-18 0,4 1-320,6 6 1,6 1 319,8 5 0,2-1 0,-5-7 0,1 0-732,8 12 1,-5 4 731,-17-2 0,-4-3 0,3-13 0,-3-2 0,-10 30 0</inkml:trace>
  <inkml:trace contextRef="#ctx0" brushRef="#br0" timeOffset="214424">31291 2689 24486,'8'-17'554,"9"4"-481,17 11 0,13-2-34,13-2-250,-24 2 0,0 0 222,4-2 1,0-1-239,2-1 1,0 0 262,-2-2 0,-1-1 12,-5-1 0,-1-2 25,18-17 67,-18-6-5,-17-6 38,-14-6 35,-9-5 55,-4-1 45,1 8-90,4 12-100,3 16 236,5 13-354,3 21 17,4 18 11,0 29-254,-5-21 1,-2 1 244,-1 7 1,-2 2-15,-2 1 1,-3 1-26,-1 1 1,-2-2-222,-2-1 0,-1-1-821,1-4 1,-1 0 1061,2-1 0,1-4 0,-1 4 0,5-8 0</inkml:trace>
  <inkml:trace contextRef="#ctx0" brushRef="#br0" timeOffset="215634">32422 3779 21814,'9'-48'916,"-1"-1"1,-2 4 0,0 15-788,-3 26 5,-2 17-50,-1 16-48,0 2 1,1 2-37,-1 19-9,-1-8 1,-1 2-514,-1-9 1,-1-1 112,-2 11 1,-1 2-416,-2 0 1,0-1-1804,-2 5 0,-1-2-2289,3-14 1,1-3 4554,-6 22 0,9-38 0,4-14 1</inkml:trace>
  <inkml:trace contextRef="#ctx0" brushRef="#br0" timeOffset="215824">32245 4074 22515,'18'-28'392,"1"-1"0,22-16-395,-5 41 0,3 8-450,-1-4 0,0 0-393,17 0-4161,6 0 5007,-19-2 0,-24 2 0,-13-1 0</inkml:trace>
  <inkml:trace contextRef="#ctx0" brushRef="#br0" timeOffset="216224">32242 3664 23063,'39'-24'1557,"4"2"-1210,-3 13-229,8-1-85,-17 4 1,2 0-2385,25-1 2362,-12 3 735,6 2-735,-10 1 356,-6 1-473,-9 0-113,-20 0-246,-9 0 1273,-1 2-5485,-9 6 4677,3-1 0,0 1 0,4-5 0</inkml:trace>
  <inkml:trace contextRef="#ctx0" brushRef="#br0" timeOffset="216824">32510 3818 19764,'1'-7'2106,"4"-26"0,1-5-1159,-2 3-611,3-6 0,-1 1 95,-2 14-274,-1 13-129,-1 7 39,1 15-27,1 12-24,2 18 7,1 17 2,-5-21 0,0-1-8,0 25 2,-2-10 1,-2 0-6,0-15 0,-1 0-165,-1 13 0,-1 0 184,-6 14 18,-1-17 38,5-18 427,2-15-292,3-20-135,2-12-10,3-17-7,2-13-10,3-11-34,-3 26 0,0-1-323,1-4 1,0 0 350,1-2 0,-1 0 6,2 3 0,0 2-1,-1 5 1,1 3 326,4-10-360,-5 21-17,-4 15-5,-2 19-1,-3 17 12,-3 20-12,0-18 1,-1 2 14,-2 3 1,0 2-13,-1 2 1,-1 0-9,1-1 0,1-1 0,1-2 0,1-2-7,2-5 1,0-1-11,1 17 17,3-19-95,2-13-84,0-13-1193,5-21-583,-2-8-2543,0-22 4498,-6 6 0,1 13 0,-3 13 0</inkml:trace>
  <inkml:trace contextRef="#ctx0" brushRef="#br0" timeOffset="217424">32425 3600 16717,'-6'0'6559,"0"0"-5377,-54-1-275,37 0-279,-40-1-315,56-1-184,15-3-62,13-3-39,23-3-20,-13 4 1,3 0-337,7 0 1,1 1 338,4-2 0,1 1-8,-1 1 0,0-1 5,-5 1 0,-1 0-2,-6 0 0,-2 1 5,18-3 17,-17 2 11,-15 3 0,-10 2-16,-7 1 727,-1 1-727,-3 0-12,-3 0-11,-7 3-28,-4 2-6,-2 1-22,-2 1-22,2 1 28,1 0 10,3-1 46,1-3 16,1-2 6,1-3 23,0-5 10,-1-2 1,3-4 0,1 2-34,5 3-23,0 5 6,3 9 40,-2 12 72,1 14 73,0 12 17,2 7-28,5 4-320,2 0 236,2 0-34,-1-1-17,-2-3-27,-3-4 16,-3-7-28,1-5-61,-2-8-225,1-7-481,-1-6-610,0-7-1804,1-9 3170,0-10 0,0 5 0,0-4 0</inkml:trace>
  <inkml:trace contextRef="#ctx0" brushRef="#br0" timeOffset="230617">20698 9714 16868,'35'-43'1133,"0"-1"1,-1 1 0,-4 5 0,-2 3 0,-4 4-434,2-6 132,-15 22-569,-16 27-5,-14 22-163,0-5 1,-3 4-722,-7 9 1,-3 2 651,6-9 0,-1 1 0,-1 2-388,-4 3 0,0 1 1,-1 1 364,-3 3 1,0 1 0,0 0-6,-2 1 0,0 1 0,-1 0 7,2-2 1,-1 0 0,0-2 3,2-4 1,0-1-1,0-2-172,3-6 1,0-1 0,0-4 238,-12 4 0,0-6-26,5-7 1,1-8 47,6-7 0,1-8 109,-18-23-93,31 3 1,5-4 223,3-7 1,4-2-263,2-2 0,4 1 19,3 3 0,1 2 1628,3-15-1661,1 25 966,-7 25-988,-11 23 4,-7 22-41,5-16 0,2 3 0,0 2 0,2 1 2,2 0 1,5 1-126,5-2 0,5-1 136,6-1 1,6-2 14,8-1 0,5-3-154,7-3 0,5-3 151,4-2 0,2-5 0,1-4 0,1-4-25,-3-4 0,-1-4-56,-5-3 0,-3-3-280,-7-1 1,-4-2-1841,9-10 2173,-24 2 0,-11 9 0,-8 4 0</inkml:trace>
  <inkml:trace contextRef="#ctx0" brushRef="#br0" timeOffset="231374">19511 11837 20918,'14'-49'1279,"0"-1"0,-2 8 0,-2 5-798,-7 7-251,-3 15-168,-4 12-12,-7 11-16,-15 13 0,-18 14-867,7-12 0,-10 5 1,-2 0-1,7-4 844,0 1 1,-1-2 20,-2 1 0,-8 3 0,1-3 0,14-7 209,2-9 11,-3 0-151,29-8 39,9 0-39,1 0 67,8 3 3297,2 3-3393,8 6-27,-4 1 34,2 11-7,-6 5 35,-1 26-74,-6-14 9,-9-6 0,-2 0-14,-3-7 34,-16 23-23,7-26 34,-5 5-11,11-15 145,3-6-162,9-13 27,2-12-32,6-10 4,5-14-13,2 11 0,1 0-3,13-22-20,-10 22 1,1 2-4,6-2 7,3 7-24,-2 15 24,1 14-12,5 18-12,-3 20 7,-5-2-163,-9-13 1,0 1 111,3 23-20,-9-19 1,-2 1-113,-7 1 0,-7 0-400,-15 7 0,-6-3 291,6-11 1,-4-2-609,-20 8 0,-4-4-1727,12-17 1,1-2 2631,-3-1 0,1-1 0,-9 0 0,24-10 0</inkml:trace>
  <inkml:trace contextRef="#ctx0" brushRef="#br0" timeOffset="231750">19299 11285 25019,'-58'17'161,"0"-1"1,0 1-1,0 0 1,2 2 0,0 2-1,2 3 1,5 6-1490,7 5 1,5 7 0,2 1 0,1-1 1331,-5 5 0,3-1 0,1 4 0,4-3 0,1 5 0,2 0 0,4 2-152,3-2 1,4 1 0,2 1 0,1 0 148,0-1 0,2 0 1,1 0-1,5 1 29,4 1 1,2 2-1,5-1 1,7-7-33,11 1 0,8-6 0,3-4-2,-5-7 1,4-4-1,5-4-2,13-3 1,9-3-1,3-5 1,-4-2 5,4-3 0,-3-6 0,5-1-213,-12-1 1,3-1 0,1-1 0,0-2 0,-4-3 217,2-5 1,-3-3-1,-1-2 1,-2-3 9,-4-3 1,-1-1-1,-2-4 1,-4-2 269,8-11 0,-4-5 0,-5-3-270,-6-3 0,-5-2 0,-4-3 2,-4-4 0,-6-2 0,-3 0 24,-6 12 1,-3 0 0,-2-1 0,-1 0-30,-3 0 1,-2-1 0,-2 1-1,-3 0-3,-1 2 1,-3 1 0,-1 0 0,-2 3-229,-9-12 1,-3 3-1,0 4 217,6 12 0,-1 3 1,-2 2-27,-4 1 0,-2 2 0,-2 4-417,-12-1 1,0 4-105,9 3 0,2 2 406,-5 2 0,7 5 1,19 7-1,1 0 0</inkml:trace>
  <inkml:trace contextRef="#ctx0" brushRef="#br0" timeOffset="233357">20532 9960 21254,'50'3'967,"1"0"0,-6-1 0,-7-8-345,-7-30-124,-11-6-21,-9-1-23,-8 6-202,-13 12-146,-14 15-56,-19 25-30,11 3 0,-3 6-880,-11 11 1,-2 7 860,8-7 1,-2 4 0,-1 2-477,6-5 1,0 2 0,-2 1-1,1 1 477,3-4 0,1 0 1,-2 2-1,1-1 1,0 1-412,-1 2 0,-1 0 0,0 0 0,1 1 0,0-1 407,1 0 1,-1 0 0,1 0 0,1 0 0,1-1-1,-5 6 1,0 0 0,3-1 0,1 0-225,-4 6 0,3 0 1,2-3 228,8-8 1,2-1 0,4-3 386,0 6 1,5-5-324,2 8 1412,27-32-1418,24-37-39,-3-2 1,3-5 271,-4 1 1,1-2 0,2-2-301,-5 5 1,2-3-1,0 0 1,1-1 6,3-4 0,0-1 1,1-2-1,0 0-1,2-3 0,-1-1 0,1-2 0,-1 0-282,-7 7 0,0-1 1,-1 0-1,0-1 1,0-1 281,-1 0 0,0-2 0,-1 0 0,0 0 0,0 0 6,-1 0 1,-1 0 0,1 0-1,-2 0 1,0 0 0,4-8 0,0 0 0,-2 1 0,0 2-255,-4 4 0,-1 1 1,-1 2-1,-1 1 255,1-4 1,-1 3-1,-3 2-22,1-3 1,-4 5 20,-1-3 1143,-17 38-1160,-20 36 14,0 1 0,-6 6 231,1-2 0,-4 3 1,-1 2-233,1-3 1,-1 2 0,-2 1 0,-1 2-222,3-5 1,-1 2 0,-1 1 0,0 1 0,-1 0 212,-2 3 1,0 1-1,-1 0 1,0 1-1,1 0-260,-2 1 0,1 0 1,-1 1-1,1-1 0,0 0 261,2-3 1,0 0-1,0 0 1,1 0 0,1-2-5,-5 6 1,0 0 0,2-2-1,0-1 7,6-7 1,0-1 0,1-1 0,1-2-111,-2 3 0,0-1 0,3-4 120,-5 5 0,3-6 1111,-6 4-1096,19-41-7,27-37-19,5 3 1,6-5 271,0 6 1,3-3 0,2-1-272,7-8 0,3-2 0,2-1-86,-5 8 1,1-1 0,0-1-1,1 0 85,3-2 0,0-1 1,1 0-1,-1 0 3,1 0 0,0 1 0,0-1 0,-1 2-176,-2 3 0,-1 0 0,0 1 0,-2 2 191,6-7 0,-1 1 0,-3 3-118,-7 9 1,-2 1 0,-3 3 116,0-3 0,-4 4 1067,-1-3-1087,-20 25 1,-21 30 10,-2 2 1,-3 6 316,0-2 0,-3 4 0,-1 2-326,-9 8 0,-2 3 1,-1 2-48,6-8 0,-1 2 0,-1 0 0,1 1 46,-3 3 1,0 0 0,0 1 0,0 0 1,2-1 0,-1 0 1,2 1-1,1-2 1,3-2 1,1-1 0,1 0 0,2-2-3,-2 6 0,1-2 0,3-1 127,-1 5 0,6-5-123,0 7-17,28-34 17,24-36 19,-2-2 1,4-6-26,11-13 1,3-4-3,-8 9 1,1-2-1,1-1 8,-7 5 1,1-1-1,0-1 1,1 0 7,1-3 0,0-1 1,0-1-1,0 0-11,0-1 0,0 0 1,-1-1-1,0 0-9,-2 3 1,0-1 0,-1 1 0,-2 0 20,5-6 1,-1 0-1,-3 3-61,4-8 1,-4 4 62,-12 14 0,-4 5 17,-6-2-22,-21 28 5,-22 32-11,3 1 0,-3 5-97,2-2 1,-1 4 0,-1 1 90,3-4 0,-1 1 1,-1 1-1,1 1-3,-4 3 1,1 1 0,-1 1 0,1 0-12,-1 1 0,1 0 1,0 0-1,1 0 7,2-2 1,1-1-1,1 0 1,1 0 0,-4 6 1,2-1 0,3-2 708,-6 9 1,6-5-777,10-14 1,4-4 209,4-1-646,24-33-163,23-29 353,-5 3 0,3-4-290,-6 5 0,2-1 1,1-2 490,4-6 1,1-1 0,0-2 20,4-4 0,-1-3 0,1 0 83,-10 9 0,1 0 1,0-1-1,-1 0 21,1-2 1,-1 1-1,0-1 1,0 1 21,-1 1 1,-1 0 0,1 1 0,-2 0 37,8-9 1,-1 1 0,0 2-156,-4 5 1,-1 1 0,-1 2 230,8-11 1,-2 3 8,-7 10 1,-2 2 178,10-11 1070,-15 22-1187,-12 16 2060,-12 21-2055,-15 20-152,1-5 1,-5 2-91,-10 9 0,-4 2 38,5-10 0,-1 2 1,-2 0-515,-3 4 0,-2 0 0,0 1 508,-2 2 1,-1 1 0,2 0-489,1-1 0,0 1 1,2 0 484,3-2 0,1-1 0,2-1 8,-9 13 0,5-2-114,8-9 1,5-4 99,-4 15 980,20-25-935,18-20 0,19-22-28,-5-1 0,3-3 228,9-9 0,2-4-226,-8 5 0,1-1 0,1-1 66,4-5 1,0-1 0,0-1-71,3-2 0,1-2 1,0 0-5,0 0 1,1-1-1,-1 1-3,-2 2 0,1 1 0,-2 1 13,-4 5 0,0 0 0,-2 2 29,7-7 1,-3 4 44,-10 10 1,-4 3 89,1-4-106,-17 18 985,-37 32-1035,2 0-1,-8 7 1,-7 7-192,2-1 0,-2 3 165,4-4 0,-2 4 1,-1 1-596,7-6 1,0 1 0,0 0-1,1 0 597,-4 4 0,1 0 1,-3 3-5,7-7 0,-3 5 1,-1 1-1,2-2 1,2-3-372,-6 6 0,4-3 0,-3 2 378,2-1 0,-2 2 1,0 0-1,4-5-106,-8 10 1,6-7 104,11-14 0,5-5 1086,0 1-1153,22-25-297,22-23-339,0 1 0,4-4-804,11-8 1,3-3 1506,1 1 0,-1 2 0,-11 8 0,-3 4 0,7-6 0</inkml:trace>
  <inkml:trace contextRef="#ctx0" brushRef="#br0" timeOffset="234457">20819 9469 24693,'-57'6'207,"-1"0"0,2 2 1,3 6-138,5 16 0,2 6-2569,-1-5 0,-1 0 2521,0 0 0,-1 0 34,-4-1 0,1-2 344,10-7 0,1-1-291,-10 3 1,1-1-7,6-5 1,3-3 447,9-4 0,3-4-310,-8-3-213,23-8 22,28-17-16,25-8-26,-6 7 1,5 0 370,2 1 0,5 1 1,0 0-365,-2 1 0,1 2 0,0 0-8,0 0 1,0 0-1,0 2 8,-1 1 0,-1 1 0,-1 1-45,6-1 1,0 1 43,9-1 0,2 2-6,2 3 1,-3 6 2,-12 5 1,-4 4-7,-3-1 1,-4 5-63,9 32 97,-22 6-24,-10-14 1,-4 4-9,-3 14 1,-3 0-4,0-15 1,-3 0 11,-4 24 0,-2-4-12,0-11 12,-1-8 0,0-1 28,-2-5 112,-2 0-12,4-18 1558,1-18-1681,5-8 956,-1-20-950,4-8-34,-2 4 1,1-3 8,-1 2 0,0-1-945,-1-10 1,-1 0 943,1 15 1,-2 1-6,-1-6 1,-2 1-502,-5 6 1,-1 1 509,-10-19-195,-8 23 1,-5 6 196,6 14 1,-2 5-9,-5-2 0,-3 4-9,-10 7 1,0 6 8,6 1 0,-1 3 3,-1 2 1,-2 3 0,1 1-308,7-3 0,1 2 0,1 1 305,-5 4 1,0 2 0,3 0-11,-5 8 1,5-1 8,10-9 0,3 1 484,-1 6 0,5-2-495,3 3 986,-1 3-987,17-19 476,5-15-448,1-2 1267,6-12-1283,9-12 2,4-2 1,4-4 3,2-1 0,2-2-821,11-10 0,2 0 812,-11 11 0,2 0 6,10-9 0,3 2-299,-5 7 0,3 2 290,0 2 0,5 0 1,-2 2 7,2-1 1,1 4 4,4 3 1,5 1 0,-7 5-8,-16 5 0,-1 2-9,28-1 1,1 5 5,-27 5 0,-1 5 14,15 8 1,-2 3-12,-16-5 0,-3 3 0,9 18 0,-6 4-11,-12 14-152,-7-16 1,-4 2 179,-13 22-127,-9-7 138,-8-11-5,-3-12 2038,2-12-1993,4-10 674,3-12-726,6-13 431,2-14-425,5-15 12,1-15-45,2 5 16,0 16 1,1-2-250,-1-5 1,-2 0 248,0-1 1,-1 0-3,-1-6 0,-1 1 5,-3 15 0,-3 3-257,-13-17 261,-16 22-18,-17 27 0,2 11 2,19 7 1,-3 6-1,1 1-687,-4 8 1,-1 5 682,2-1 1,-3 4 0,2 1-42,7-1 1,1 1-1,2 2-190,-2 3 0,2 1 1,1 1-580,1 1 0,1 2 0,1 0-2459,4-2 0,2 1 0,2-3 2148,-1 5 0,3-5 0,7-13 1,4-6-1,3-13 0</inkml:trace>
  <inkml:trace contextRef="#ctx0" brushRef="#br0" timeOffset="250725">7433 5767 7131,'-59'6'287,"1"0"1,-1 1 0,0-1-1,0 0 1,1 0 0,-2 1 0,-1 0-1,3 0 1,7-2 0,9-3 333,-21-8 1494,81-15-1607,31-5-25,-4 10 1,14-2-1,5-1 1,-1 2-943,-12 4 0,1 0 0,1 1 1,1 0-1,2-1 513,-3 0 1,0 0 0,1 0 0,2 0-1,3 0 1,4 0-86,-10 3 1,4 0 0,2-1 0,3 1 0,0 0 0,2 0 0,-1 1 0,-1-1 0,0 2 0,-3-1 77,-1 1 0,-2 0 1,0 1-1,-1 0 1,1 1-1,-1-1 1,1 0-1,1 1 1,2-2-143,0 1 1,2 0 0,-1-1 0,1 0-1,1 0 1,1 1 0,1-1 0,0 1-1,2 0 1,0 1 116,-6 0 1,2 1 0,1 0 0,2 0 0,0 0 0,0 1 0,1-1 0,0 1-1,-1 0 1,-1 0 0,-2 1 0,-1-1 0,-2 1-116,4 0 0,-3 0 0,-2 0 0,-2 1 0,1 0 0,-1 0 0,1 0 0,1 0 0,2 0 0,3-1 95,-8 1 0,2 0 0,2 0 0,1 0 0,0 0 0,2 0 0,0-1 0,0 1 0,-1 0 0,0 0 0,0 0 0,-2 1 0,-2-1 0,-1 1 2,9-1 1,-2 1-1,0 0 1,-2 0-1,0 0 1,-1 0-1,-1 0 1,0 0-1,0 0 1,-1 0-2,2 0 1,1 0 0,-1 0 0,-1 0 0,0 0 0,-1 0-1,-2 0 1,-1-1 0,-1 1 13,10 0 0,-3 0 0,-2-1 1,0 1-1,-1 0 0,0-1 10,0 0 0,0 0 1,-1 0-1,0 0 1,-3 0-1,-2-1 171,5 0 1,-3 0 0,-3 0 0,-1-1-87,9 0 0,-3-1 0,-6-1 556,0-3 0,-23-1-701,-52 1 1,-20 0 20,-1 1 0,-10 1-6,13 3 0,-8 0 0,-4 0 0,-3 0 0,1 1 0,1 0-8,-6 1 0,1 0 0,-1 1 0,-1-1 1,-1 1-35,11-1 0,-1 0 0,0 0 0,-2 0 0,-1 1 0,-1-1 0,-3 2 36,5 0 0,-3 1 0,-1 0 0,-2 0 0,-2 1 0,1 0 0,0 0 0,1 1 0,1-1 0,2 1-74,-4-1 0,2 1 0,2 0 0,1 0 0,-1 1 0,-2-1 0,-1 1 0,-4 0 100,9 0 1,-3 0 0,-1 0 0,-3 1 0,0-1-1,-1 1 1,0 0 0,0 0 0,2 0 0,1 0 0,2 0-1,3 0-129,-10 0 1,4 1 0,2-1-1,2 1 1,-1 0 0,-1 0 0,-2 1-1,-3 0 125,8 0 0,-3 0 0,-1 1 1,-3 0-1,0 1 0,-1-1 1,0 1-1,1 0 0,1 0 1,1-1-1,2 1 0,3-1-1,-3 0 1,3 1 0,2-1-1,1 0 1,0 0 0,1 0-1,-2 1 1,-2 0 0,-2 0-7,3 0 1,-1 0 0,-3 0-1,0 1 1,-2-1 0,0 1-1,0 0 1,1 0 0,0 0-1,2 0 1,1 0 0,2 0-4,-6 0 1,2 1 0,2-1 0,0 1 0,1-1 0,1 1 0,0-1 0,1 1 0,-1-1 5,-2 1 1,0 0-1,1 0 1,0 0-1,1 0 1,1 0-1,0 0 1,1-1 22,-1 1 1,1 0 0,0-1 0,1 1 0,1-1-1,2 0 1,0-1 28,-8 2 0,0 0 0,3-1 0,2-1 0,3 0 301,-13 1 0,4-1 0,10-4-295,8-5 0,19-6-37,41-9 1,20-4 71,12-2 1,11-1 0,2 0 47,-16 6 1,0 1 0,2 0 0,8-2-58,-8 4 1,7-2-1,3 0 1,4 0 0,0-1-1,1 1 1,-2 0-1,-2 1-14,0 1 1,-2 0 0,-1 0 0,1 1 0,0 0 0,3-1-1,3-1-38,-10 3 1,2-1 0,2 0 0,2-1 0,0 0-1,2 1 1,-1-1 0,1 0 0,-1 1 0,-1 0-1,-1 0-4,2 0 1,-1 0 0,0 1 0,0-1-1,-1 1 1,1 0 0,-1 0 0,1 0-1,0 0 1,0 0-14,-3 0 0,-1 1 1,1 0-1,0-1 1,0 1-1,0 0 1,0-1-1,0 1 0,1 0 1,-1 0-1,0 0-87,1 0 0,-1 1 0,1-1 0,0 0 0,0 1 1,-1-1-1,1 1 0,0 0 0,0-1 0,-1 1 1,1 0 43,4 0 1,1-1-1,-1 0 1,0 1-1,1 0 1,-1 0 0,0-1-1,0 2 1,-1-1-1,1 1-108,-2-1 1,-1 2 0,1-1 0,-1 0 0,0 1 0,0 0 0,0 0 0,0 0 0,-1 0 0,1 0 132,0 1 1,0 0 0,2-1 0,-1 1 0,0 1 0,0-1 0,-3 0 0,-1 1 0,-3 0 0,-3 1 0,18-3 0,-5 1-1,-3 1 1,-2-1 0,0 2 0,4-1 0,0 1 0,0 0 0,1 0 0</inkml:trace>
  <inkml:trace contextRef="#ctx0" brushRef="#br0" timeOffset="253508">19391 13832 21136,'18'-48'889,"-1"0"0,-2 4 0,0 12-615,-1 24 34,-3 12 62,-2 13-96,-3 18-112,-3 17-114,-5-19 0,-1 0-274,-1 3 1,-3 1 245,-2 1 0,-3-1 8,0-1 0,-1-2-3,-1-3 1,-1-1 58,-12 18 112,2-15 112,5-16-45,4-14-118,2-18-44,2-16 456,5-18-541,4 18 1,2-3 0,3-4 0,2-3-466,1-5 0,2-1 460,3-4 1,1 0 4,3-1 1,1 0 3,2 3 0,2 1-9,2 5 0,2 3-6,1 6 1,2 3-92,0 7 1,2 4 74,22-3-1,-3 19-10,-9 20 11,-9 14 5,-12 15 6,-12 12-322,-11-24 1,-4 2 315,-5 2 0,-4 1-14,-5 1 1,-5-1 22,-8 6 0,-1-3-6,12-14 0,1-2 8,-7 4 1,3-4 896,5-9-863,4-4 136,12-9-187,15-9-10,10-3 0,17-4-18,14-3 7,12-1-35,-27 7 0,2 0 54,2-1 0,1 0-3,2-1 1,0 0-7,2-2 1,1 0 5,-1-2 0,-1-1 6,-2 0 0,-1-1 8,-5 0 0,-3-1 43,17-14-35,-23 13 12,-16 5-6,-20 13 0,-11 2 23,-9 7 822,-2 3-856,4 6-17,13-4-22,7 3 39,11-6-6,7 2 12,9-3 39,21-3-40,-7-6-16,24-9 34,-16-10 21,8-9-4,-11-7 10,-15-9-16,-13 14 10,-16-6-21,-10 20 22,-15 3-40,-16 11-10,13 8-1,-13 14-28,26 6 23,1 14 11,11 5-11,11 15 0,6-19 2,7-7 1,3-3 25,5-5-23,3-3 1,4-3-7,19-3 6,-16-10 1,2-3-9,7-9 0,-1-6-216,-5-2 0,-3-3 235,-1-1 1,-2-4 8,-5-3 0,-3-1 31,6-25 5,-8 8 1,-2-1 24,-4 6 1,-1 0-688,-1-5 1,-2 2 706,0-5 129,-3 5-39,-5 19-51,-2 3-56,0 9 354,0 12-410,1 4 1460,3 21-1493,8 13 11,-1-10 0,3 3-582,12 13 1,4 2 561,0-4 1,3 0-9,-6-8 0,2 2 0,-2-4-28,2 2 0,-2-2-207,2 10 0,-5-1-432,-9-11 0,-6-1-4221,-9 9 1,-3-1 3634,-5 4 0,-16-11 0,19-28 0</inkml:trace>
  <inkml:trace contextRef="#ctx0" brushRef="#br0" timeOffset="254015">19075 14557 20761,'-3'0'2974,"1"0"-2562,36-14 0,25-5-1901,-12 5 0,2 1 1565,0-2 1,4-1-1,1 0 0,-9 5 0,1 0 0,1 1 0,3 0-52,-2 1 1,3 0-1,0 0 1,2 0 0,0 0-455,3 0 1,1 0 0,1-1 0,1 1 0,1 0 438,0 0 0,2 0 1,1 0-1,0 1 1,0-1-1,-2 1-138,-4 1 1,0 0 0,-1 0 0,-1 0 0,-1 0 0,-1 1 131,2-1 0,-2 1 1,-1-1-1,0 1 1,2-2-157,-2 1 0,1 0 1,1-1-1,0 0 1,0-1-1,-2-1 160,9-3 1,-1-1 0,0-1 0,-1-1 0,1 0-103,-2-1 0,1 0 0,-1 0 0,-1-2 1,1-2 96,1-2 0,1-2 0,-1-1 1,-2-1-1,-6-2 3,-4-2 1,-3-2 0,-4 0-1,-3-1-3,2-2 0,-4 0 0,-3-4 9,-3-6 0,-3-4 0,-7-1 166,-9-4 0,-7-1 0,-3 0-163,-2-1 1,-3 0 0,-6-1-11,-2 10 0,-4-2 1,-4 2-1,-4 4 78,-4 7 0,-4 3 0,-3 2 1,-3 2-81,-5 0 1,-4 2 0,-2 2 0,-2 2-6,5 5 1,-3 1 0,-2 1 0,1 2 0,1 1-8,-4-1 0,2 1 0,-2 2 1,-5 2 10,9 2 1,-5 2-1,-2 0 1,-2 1 0,0 1-1,2 1 1,3 1-59,-8 0 0,4 3 0,0 0 0,-1 1 0,-5 1 54,12-1 1,-2 1 0,-3-1 0,0 1 0,-1 1 0,0 0 0,2 2 0,1 0-2,-9 5 1,0 1 0,1 1 0,1 1 0,2 1 0,2 0 2,-2-1 0,4 1 0,0 1 0,0 1 0,-3 5-56,10-2 0,-3 3 0,0 2 1,-2 2-1,1 0 0,1 1 0,2 0 1,3-1 54,-2 3 0,4-1 0,1 0 0,1 1 0,-1 2 0,-3 2-29,3-2 0,-4 2 0,0 1 0,-1 1 0,0 1 0,1 0 0,3 0 0,2-1 34,-3 6 1,2 0 0,2 0 0,2 1 0,2 0-1,1 0 71,-3 7 1,1 0 0,3 1 0,2 0 0,4 0-77,5-3 1,2-1 0,3 1 0,4 0 0,5 0 91,4 7 1,5 1 0,6-1 0,7-3-87,8-2 0,7-2 0,7-2 1,4-3-4,1-7 0,6-4 0,3-1 0,3-3 0,2-2 7,-1-3 1,3-2-1,3-3 1,1 0-1,1-3 1,1 0-1,-2-3 1,2-1 0,2-1 0,0-2 0,0 0 0,-1-2-1,-1 1-8,2-1 0,-2 0 0,-1-1 0,1 0 0,1-3 0,3 0-75,-7-2 1,1 0 0,2-2 0,1 0-1,0-1 1,1-1 0,-2-1 0,1-1-1155,-2 0 0,2-3 0,-1 0 0,0-1 1,0 0-1,-1-1 0,-2 1 0,-1 1 1042,6-1 1,-1 1-1,-1 0 1,-1 0-1,-1 0 1,-1-2-1,0 0 1,2-1-1,-1-1 1,-3 1-1,-8 1 1,-10 2 0,14-5-1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52:30.30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7252 7697 13105,'1'-4'6424,"0"0"-2806,-1 4-3315,9-36-57,-7 31 129,3-18 6,-13 49-90,-5 11-134,-1 7-90,3 2-39,5-4 17,10-7 39,4-9 79,5-10 128,1-9 23,-3-13-79,0-12-44,-3-13-18,-2-8 6,-3-1 1,-3 2-7,-5 7-27,-2 12-73,-6 9-45,-3 13 0,-4 12-17,-2 14-17,-1 11-5,6 6 11,7-8 6,28 19 5,-5-38 17,28 14 0,-11-44 5,10-11 23,-4-16 23,-6-9 33,-14-3 5,-10 2 1,-16 4-12,-8 8 1,-9 10-29,-2 11-50,0 9 11,3 13-33,4 8-23,6 7 12,6 6-7,5-1 12,5 0-5,5-5 5,3-2 17,3-7-29,-1-5-4,-3-4-7,1-6-44,0-5 11,3-3 22,-1-4 6,-2 1 23,-4 1-6,-4 3-1,-4 1 7,-3 1 5,-3 1 11,2 1-33,3 3 10,2 0-38,3 2 44,8 2-10,6 0-35,18 2-10,14-1 33,-15-1 0,3-1-431,6-3 1,3-1 436,7 0 0,3-2 16,8-2 0,3-2 13,-15 1 1,2 0 0,1 0-838,8-3 0,2 0 0,2-1 842,-10 2 1,1-1-1,1 1 1,1-1-465,-7 1 0,1 0 0,2 0 0,-1-1 0,2 1 447,3-1 1,1 0 0,1 0-1,1 0 1,0 0 4,-6 1 0,-1 0 0,2 0 0,0 0 0,0 0 0,0 1-252,3-1 1,1 0 0,0 0 0,1 0 0,0 0-1,0 0 252,-6 2 1,0-1 0,0 1 0,1-1 0,-1 1 0,2 0 0,-1 0-120,2 0 0,1 0 0,0 0 0,0 0 1,0 1-1,1-1 0,-1 0 121,3 1 0,-1-1 1,1 1-1,0-1 1,1 1-1,-1-1 1,1 1-27,-6 1 0,0-1 0,0 1 0,1 0 0,-1 0 0,1-1 0,0 1 0,0 0 25,1-1 0,1 1 1,0-1-1,0 1 1,1 0-1,-1-1 1,1 1-1,0-1-3,2 0 1,0 1 0,1-1-1,0 0 1,0 0 0,0 0-1,0 1 1,1-1 1,-6 0 0,1 1 0,-1 0 0,1 0 0,0-1 0,0 1 0,1 0 0,-1-1 0,1 1 3,1 0 1,1-1 0,0 1 0,0-1-1,1 1 1,-1-1 0,1 1 0,-1 0 0,1-1-6,-5 1 1,0 1 0,0-1 0,0 0 0,1 1 0,-1-1 0,1 0 0,-1 1 0,1-1-1,0 1 2,1-1 1,-1 1-1,1-1 1,1 1 0,-1-1-1,0 1 1,0-1 0,1 1-1,-1 0 1,0-1-1,1 1 1,0 0-1,0 0 1,0 0 0,0-1-1,1 1 1,-1 0-1,0 1 1,0-1 0,0 0-3,1 0 1,-1 0 0,1 0 0,-1 0 0,1 0 0,-1 1 0,0-1 0,1 1 0,-1-1-1,1 1 3,0-1 0,-1 1 0,1 0 0,-1 0 1,1 0-1,-1 0 0,1 0 0,-1 0 0,1 0 1,0 0-5,-1 1 0,0-1 0,1 1 0,-1-1 1,1 1-1,-1-1 0,1 1 0,-1 0 0,1 0 1,-1 0-1,0 0 0,1 0 0,-1 0 0,1 1 1,-1-1-1,1 1 0,-1-1 0,0 1 0,1 0 1,-1 0 3,0-1 1,0 1 0,1 0-1,-1 0 1,0 1 0,0-1-1,0 0 1,0 1 0,0-1-1,0 1-3,0-1 0,-1 1 1,1 0-1,-1 0 1,1 0-1,-1 0 0,1 0 1,-1 0-1,0 0 1,0 0-1,0 0 0,0 1 1,-1-1-1,1 0 0,-1 1 1,1-1-1,-1 1 0,1 0 1,-1-1-1,0 1 2,-1 0 1,1-1-1,-1 1 1,0 0-1,0-1 1,0 1 0,0 0-1,0 0 1,0 0-1,0 0-1,5 0 0,0 1 1,0-1-1,0 0 1,0 1-1,-1-1 1,1 1-1,-1-1 1,1 1 0,-2-1 0,0 1 0,0-1 0,0 0 0,0 1 0,-1 0 0,1-1 0,-1 1 0,0 0-1,-1 0 0,0-1 1,-1 2-1,1-1 1,-1 0-1,0 0 0,1 0 1,-1 0-1,-1 1 1,7-1 0,-1 0 0,1 0 0,-1 1 0,0-1 0,0 0 0,-1 1 0,1-1-1,-2 1 0,0-1 1,-1 1-1,1 0 0,-1 0 1,0-1-1,0 1 1,0 0-2,-1 0 1,0-1-1,0 1 1,0 0 0,0 0-1,-1-1 1,1 1-1,-1 0 2,-1 0 1,1 0 0,-1 0 0,0 0 0,0 0-1,0 1 1,-1-1 0,1 0-1,-1 0 1,0 0 0,0 0 0,-1 0-1,1 0 1,0 0 0,-1 0 0,0 0-2,7 0 0,0 1 0,-1-1 0,1 1 1,-1-1-1,0 1 0,0-1 0,-2 1 0,0-1 0,0 0 1,0 0-1,0 1 0,0-1 0,-1 0-1,-1 0 1,-1 1-1,1-1 1,-1 0-1,0 0 1,0 0-1,-1 0 2,8 1 0,-1-1 0,0 0 0,0 0 0,0 0 0,-1 0-2,-2 0 0,0 0 0,-1-1 1,1 1-1,-2 0 0,1-1 3,-3 1 0,0 0 0,0-1 0,-1 1 0,0-1 0,0 1-3,8-1 1,-1 1 0,0 0 0,-1-1 0,0 1-1,-3-1 1,0 0 0,-1 1 0,-1-1 0,0 0 5,-3 0 1,0 0 0,-1 0-1,-1 0 1,0-1 68,8 1 1,-1 0 0,-1-1 0,-1 0-77,-4 1 0,-1-1 0,-1 0 0,-1 1 196,10-1 0,-1 0 0,-2 0-205,-6-1 1,-2 1 0,-2-1 732,13 1 1,-3-1-708,-9-1 0,-5 1 8,5-1 2218,-16-1-2212,-27 2 1986,-5-3-2019,-6 1 1609,-6-1-1609,-6-1 67,-1 1-45,1 1 11,4 1-23,4 1 29,2 1-34,4 0-11,-1 2-1,0 1 12,-4 4-11,-2 3-17,-3 7 34,7-4 16,1 5-22,7-6 28,5 3-22,4-1-6,16-2-17,0-4 23,3-3 27,0-6-5,-8-6 28,2-7 51,-7-15-57,-7-1-16,-5 0 5,-7 5-11,-1 8-17,-5 2 0,-5 7-22,-2 10 17,0 4-6,-4 14-12,4 2 40,-4 18-28,8-3-16,6 7 10,11-17 6,10 0-17,6-12 28,8-2 17,9-14 40,-5-12-35,2-11-10,-15 1 16,-6-11 0,-8 3 17,-13-12-39,-4 14 0,-17 7-12,4 15 6,-17 13-11,2 7 6,9 3 0,1 3-6,-17 19-9,24-12 1,4 0 2,3 10-11,13 7-11,17-14 28,24 1 17,8-18 22,16-21-5,-22-10 44,1-23-9,-19-1-69,-12 11 0,-4-2 0,-14-21 0,-4 25 0,-7 5-513,-9 7 0,-3 6-730,-28-4 1243,2 13 0,2 4 0,14 0 0,7 1 0,1-1 0</inkml:trace>
  <inkml:trace contextRef="#ctx0" brushRef="#br0" timeOffset="2658">18307 6518 21818,'-8'-50'994,"1"0"0,-1-1 0,-1-11 1,1 7-715,-3 3 439,7 26-590,2 18 33,2 5-100,0 24-28,0 9-23,1 10 6,-1 16-6,0-3-188,-1-18 1,-1 0 187,1-1 0,-1 0-6,-2 1 1,0-2 0,-1 7 186,0-4-63,5-27 89,-1-6-117,3-15-17,1-24 0,-1-11-45,-3-4 17,-5-11 424,-3 8-444,4 16 1,1 1 13,-2-13 17,5 10-67,1 29 0,0 12 0,0 15 6,-1 12-12,-3 31-11,-1 0 17,-1 2 6,1-2 11,3-19 11,1 4 50,1-15-16,0-18-44,2-11-18,3-20 0,1-13 0,4-19 0,-3 14 0,1-2-186,-2 5 1,1 0 185,1-3 0,0 2 0,1-3 0,-2 11 0,-4 24 0,-1 12 0,1 20 0,0 18 0,0-1 0,-1-13 0,0 3-817,1-4 0,0 2 817,1 14 0,1-1 0,0 6 0,1-5 0</inkml:trace>
  <inkml:trace contextRef="#ctx0" brushRef="#br0" timeOffset="7500">6996 4383 24755,'21'51'879,"-6"2"-705,-13-2-112,-3-10 117,-6 22-45,-1-23 12,-5 15-12,4-22 113,3-13 189,4-9-77,1-11-141,1-11-61,0-11-45,0-14-17,1-11-33,1-15-431,1 25 1,0-2 387,2-5 1,1 0-15,1-1 1,2 0-1,1 4 1,1 2-103,2 5 1,1 4 107,17-13-5,1 18-23,0 15 11,-1 15-5,-2 14 0,-1 20-6,-3 16 108,-14-20 0,-3 2-108,-2 4 0,-3 1-8,-4 1 0,-2-1 25,-3-1 0,-2-2 57,-3-6 0,-2-2-46,-14 16 39,1-18 1,6-17-18,4-21-10,6-16 601,4-15-613,7-7 67,7 1-78,6 7 28,5 11-39,3 11 16,6 11-10,6 18-18,6 10-5,6 14-321,-1 5 315,-7 3 6,-15 0 17,-21-2 22,-22-3-45,-22-4-122,-16-10-77,26-16 1,-1-3-365,1-3 1,0-4-3426,-24-15 3351,14-5 0,19 3 1,13 6-1</inkml:trace>
  <inkml:trace contextRef="#ctx0" brushRef="#br0" timeOffset="7700">7739 4389 21943,'-6'10'4201,"2"-2"-3697,4-8-252,-16 72-146,12-31-570,-4 9 1,0 1-248,6 0-3866,-2 1 4577,0-10 0,0-17 0,1-12 0</inkml:trace>
  <inkml:trace contextRef="#ctx0" brushRef="#br0" timeOffset="7890">7770 4070 24402,'-2'-5'2996,"1"1"-3701,1 4-1978,-6-16 2683,13 24 0,-11-20 0,12 24 0</inkml:trace>
  <inkml:trace contextRef="#ctx0" brushRef="#br0" timeOffset="8117">8125 4074 28188,'9'46'-135,"1"0"1,-2 2 0,-3-1-412,-5-2 0,-2 0-1104,-2 1 1,-2-1 910,0-6 0,-1-4 0,-3 9 0,4-23 0</inkml:trace>
  <inkml:trace contextRef="#ctx0" brushRef="#br0" timeOffset="8383">8310 4208 26911,'-48'12'157,"0"1"0,2 0 0,5 6-132,19 5 0,4 4-11,0-1 0,2 1-14,-8 24-34,16-6-16,20-11-34,17-9-174,18-10-397,13-7-458,-25-7 1,1-1 1112,5-3 0,-2 0 0,6 0 0,-4-3 0</inkml:trace>
  <inkml:trace contextRef="#ctx0" brushRef="#br0" timeOffset="8740">8819 4289 24525,'-6'-1'2991,"1"-1"-2605,-57 0-184,39 4-163,-12-2 0,4 3-11,22 8 0,11 3-33,9 0 22,13-1 16,12-4-22,11-6 17,3-10-11,-2-8 34,-9-10 61,-12-9 57,-13-6-169,-11-3 0,-13 1 0,-8 7 0,-8 10 0,-5 12 0,-1 10 0,2 14 0,4 11 0,7 16 0,8 10 0,9 7-493,15 4 493,1-29 0,4-2-516,8 2 1,5-3-3224,9 0 0,3-3 3739,0-3 0,-1-3 0,16 4 0,-23-13 0</inkml:trace>
  <inkml:trace contextRef="#ctx0" brushRef="#br0" timeOffset="8983">9812 4041 26217,'-51'7'707,"0"0"1,5 1-1,15-7-612,29-8-72,25-6-93,11 1 0,5 1-6,-9 4 1,2-1-922,29-2 0,4 1 364,-15 4 0,1 3-319,-9-1 0,3 1 0,-2 1 952,1 3 0,0 1 0,-5-1 0,-2-1 0,-5 1 0,20 7 0</inkml:trace>
  <inkml:trace contextRef="#ctx0" brushRef="#br0" timeOffset="9133">9949 4345 25079,'-55'14'1012,"0"1"0,7-3 0,5-3-536,-4-2-414,37-12-62,19-2-129,41-13-137,-17 9 0,2 1-1137,12-3 1,5-1 1402,8 0 0,-3 0 0,-22 7 0,-3 0 0,26-5 0</inkml:trace>
  <inkml:trace contextRef="#ctx0" brushRef="#br0" timeOffset="9733">11590 3755 23090,'-37'-39'429,"0"-1"1,1 5-1,1 15-2000,3 31 0,2 10 1633,-11 10 350,9 12 0,4 4-384,6 3 260,4 1 1,2 2-273,10-15 1,4 0-25,2 18 0,5 1-1,5-12 1,3-3 217,1-2 0,5-4-243,13-6 0,3-7 29,2-5 10,-3-5 1,-1-7 72,1-25 18,-4-9 44,-11-22 11,-13-1 2510,-8 9-2560,-13-8 72,-15 11-132,-4 7 984,-11 10-1025,7 27 0,9 5 909,0 18-909,9 16-74,6 5-497,16 13-835,23-14 62,6-13 1344,1-17 0,-1-3 0,-7-4 0,14 1 0</inkml:trace>
  <inkml:trace contextRef="#ctx0" brushRef="#br0" timeOffset="10074">11999 3954 22134,'1'-7'4654,"-1"1"-3993,0 6 39,0 0-633,-62-14-39,41 20 28,-18 3 0,4 5-34,27 26-33,3 17-17,18-18-5,14-10 16,1-12-11,18-9 22,5-23 1,0-7-111,-24 3 0,-2-3 222,4-25 1,-12-5 33,-17 0-94,-18 5-46,-15 9 0,-9 14 0,-1 10 0,7 11 0,9 12 0,10 8-281,9 11-991,14 9-2833,12 6 4105,9-6 0,-7-13 0,-6-12 0</inkml:trace>
  <inkml:trace contextRef="#ctx0" brushRef="#br0" timeOffset="10300">12565 3693 25169,'-4'-8'2985,"0"3"-2548,4 5-357,0 0-80,-53 0 0,34 36 0,-12-13 0,2 3-329,19 16 1,8 4 193,-3-1 0,0 0-515,1 0 1,2-2-920,-1-2 1,3-2-8263,6 22 8450,-2-23 1,3-19 0,-6-15-1</inkml:trace>
  <inkml:trace contextRef="#ctx0" brushRef="#br0" timeOffset="10556">12772 3847 17210,'4'-8'7438,"-1"1"-6278,-3 7-505,17-61-291,-20 46-95,7-41-28,-31 69-62,-10 12-33,-14 10-85,20-13 1,-1 1-425,-3 2 1,0 0 384,0 1 1,2 0-6,4-2 0,4 0 11,-6 17-23,29-8-10,24-9-12,24-6-62,-15-13 1,2-1-449,5-2 1,2-1-85,3-3 1,1-1-709,2-1 0,1-2 1319,4-2 0,-3-1 0,6 0 0,-7-1 0</inkml:trace>
  <inkml:trace contextRef="#ctx0" brushRef="#br0" timeOffset="11140">13253 3822 19988,'-2'-5'6206,"0"0"-5220,2 5-308,-25-60-202,16 39-345,-6-13 1,3 4-58,9 24-74,2 10 0,1 15 0,0 16 0,0 16 0,0 10-189,-1-28 1,-1 1 188,0-2 0,-1 0 0,-4 25 0,-1-11 0,0-13 0,3-14 0,2-12 0,2-16 0,4-11 377,2-15-377,3-12 0,2-9-273,1-2 273,1 2 0,0 11 0,0 12 0,0 13 0,2 10 0,4 7 0,8 12 0,6 10 273,5 13-273,-2 9 0,-7 6 0,-10 0 0,-10-4 0,-12-8 0,-4-11 0,-4-11 0,0-10 0,4-11 0,2-10 0,4-14 0,2-8 0,6-6 0,6 0 0,8 5 0,6 8 0,3 11 0,1 11 0,0 9 0,-1 12 0,1 9 0,-1 9 0,-1 8 0,-6 6-24,-7 5-1600,-10 0 1624,-12 3 0,3-23 0,-5-5 0</inkml:trace>
  <inkml:trace contextRef="#ctx0" brushRef="#br0" timeOffset="11800">13923 3920 22834,'9'-44'924,"0"1"0,0-1 0,0 1 0,-1-1 0,0 0-661,0-17 1,0 0-1038,0 2 1,0 3 902,-1 7 1,0 2-130,0 9 0,0 4 613,1-3-613,-3 17 323,-4 32-323,-3 20 0,-3 13 0,-4 8 0,-1 4 0,-3 4-594,1-5 1,-3 4 0,1-3 593,2-13 0,0-2 0,-1 3 0,-5 13 0,-1 2 0,0-1 0,3-8 0,0-2 0,0 4-307,1 2 0,-1 3 0,1 1 1,2-3-501,0 4 0,1-3 1,2 0-2471,0 2 0,2-2 0,3-6 2297,4-11 1,2-7 0,1 4-1,-1-28 1</inkml:trace>
  <inkml:trace contextRef="#ctx0" brushRef="#br0" timeOffset="12250">14177 3893 26676,'21'-43'425,"0"0"1,-3 5 0,-1 8-74,-4 21-229,-6 13 23,-3 15-128,-2 5-18,-2 27 0,-6 8-511,-1-8 1,-1 2 510,-1-4 0,-1-1 0,-2 8 0,0-3 0,4-20 0,1-1 0,-7 29 53,8-26-53,1-9 0,3-18 0,3-17 0,9-29 0,-1 12 0,12-31 0,5 5 0,2 0 0,7-1 0,-7 22 0,-7 13 1047,2 7-1047,-3 15 0,0 8 0,2 12 0,-4 13 0,-5-3 0,6 14-2157,-4 2-2890,0 0 4378,-1-3 0,-9-27 0,-1-10 0</inkml:trace>
  <inkml:trace contextRef="#ctx0" brushRef="#br0" timeOffset="12583">14780 3889 23198,'-2'-8'4189,"0"0"-3943,1-22 1,3-3-96,2 14-53,1-17 0,4 6 65,23 35-107,6 16-40,-12-3 1,-2 6-1097,-2 6 0,-3 3 1074,-2-5 1,-3 1-12,0 10 0,-3 3-158,-6 3 1,-3 0 65,-3-2 0,-2 0-23,-5 3 0,-4-4 143,-21 3 12,4-23 38,-5-20 141,8-36-40,8-12-47,13 9 1,5-2 355,8 2 0,4 1-471,6-2 0,4 3 0,3 2 0,3 3 0,2 3 0,2 3 0,-1 5 0,1 4 286,-1 4 0,-1 4-785,29 8-4172,-6 16 4671,-12 5 0,-17-4 0,-12-7 0</inkml:trace>
  <inkml:trace contextRef="#ctx0" brushRef="#br0" timeOffset="13783">7137 9268 23769,'-20'-47'1120,"1"1"0,3 6 1,4 7-830,10 9-118,10 16-16,5 16-11,7 12-40,-1 16-27,-3 12-12,-7 9-34,-9 4-242,-8-1 231,-7-8-16,-2-14 50,4-13 61,4-14-21,4-17-18,2-11-39,3-16 12,4-11-45,3-12-147,-3 25 1,2-1 140,-1-3 0,1 0 0,0 0 0,0 1-56,0 2 0,1 2 56,8-21 0,2 13 0,3 13 0,5 11 0,6 10 503,6 14-503,6 13 0,0 13-164,-2 11 164,-10 8 0,-11 1 0,-13 0 0,-18-4 0,-14-10 0,-12-9 0,-5-12 0,-1-10 0,9-17 0,7-10 0,13-12 0,10-5 281,14 1-281,9 3 0,10 8 0,2 8 0,4 7 0,3 13 0,4 10 0,-14 2 0,-2 4 0,10 10 0,-12-5 0,-5 2 0,-5 16 0,-6 12 0,-19 0 0,-6-27 0,-3-3 0,-13 9 0,5-18 0,-3-5-343,-7-7-844,-5-12-3798,13-17 4985,14-10 0,10 9 0,4 6 0</inkml:trace>
  <inkml:trace contextRef="#ctx0" brushRef="#br0" timeOffset="13974">7869 9096 27992,'-3'59'-51,"0"1"1,1-9 0,0-8-1048,-4-17-5181,2-11 6279,0-2 0,2-7 0,0-5 0</inkml:trace>
  <inkml:trace contextRef="#ctx0" brushRef="#br0" timeOffset="14133">7937 8810 24038,'0'-5'3220,"0"1"-5012,0 4 1792,-19 20 0,15-15 0,-15 15 0</inkml:trace>
  <inkml:trace contextRef="#ctx0" brushRef="#br0" timeOffset="14383">8270 8951 27177,'-10'-62'427,"0"0"1,1 11 0,3 6-428,8 0 105,4 26-105,5 1 35,1 20-35,16 34 0,-11-7-107,1 4 1,-2 5 106,-7 6 0,-3 1 0,1-9 0,-2 3 0,-7 8 0,-3 4 0,-2-3-686,-2-2 0,-1-3 218,-4 11 1,0-1-2138,3-10 1,2-4 1865,1 4 0,1-8 1,6-19-1</inkml:trace>
  <inkml:trace contextRef="#ctx0" brushRef="#br0" timeOffset="14990">8549 9133 21052,'0'-7'5618,"0"2"-4968,0 5-320,-61-52-184,28 51-110,-5-22 1,0 6 35,8 35 1,3 11 6,-16 14-332,13-11 1,1 1 238,8-6 0,3 0 9,-6 20 10,14-15-38,32-2-12,16-19-11,-3-5 0,3-2-530,3-6 0,3-3 311,3-2 1,0 0 64,-10 0 0,1-1-678,17-7 1,-1-1-293,-18 5 1,-2-1 330,13-6 0,-2-2 571,5-13 659,-22-3 157,-17 9 1932,-12-7-1019,-3 16 488,-4-7-1183,1 11 461,0 4-859,0 4-220,1 3 86,-1 2-179,1 6-17,-3 5-21,1 7-7,4 6-13,7 1-26,11-3 17,10-4 16,11-8-5,5-9 39,0-11-6,-6-8 19,-10-9-41,-11-5 0,-11-3 0,-10 0 0,-6 0 0,-2 10 0,-7-4 0,6 18 0,-10 1 0,4 24 0,-3 13 0,0 17 0,3 7 0,8 6-230,12 1 230,22-3-1256,21-5-2149,-7-27 0,5-3 3405,0-4 0,-1-2 0,15 3 0,-18-10 0</inkml:trace>
  <inkml:trace contextRef="#ctx0" brushRef="#br0" timeOffset="15923">9472 9045 21355,'-3'0'2750,"1"0"-2498,2 0-487,91-51-1724,-55 40 0,3 0 398,10-8 0,6-5 0,-3 6 1561,-1 9 0,-5 4 0,15-3 0,-30 5 0</inkml:trace>
  <inkml:trace contextRef="#ctx0" brushRef="#br0" timeOffset="16074">9831 9207 22274,'-8'4'4004,"1"-1"-3640,7-3-459,0 0-1557,97-52 943,-62 38 0,1 0 1,20-15-1,-3 2 1,-7 11-1</inkml:trace>
  <inkml:trace contextRef="#ctx0" brushRef="#br0" timeOffset="16767">11226 9019 26273,'-16'-55'427,"1"0"1,2 6-1,9 4-253,25-2-146,1 18 33,29-8-38,-24 26 5,30-3-51,-16 14 18,11 12-12,-4 11-20,-25 0 1,-4 3 19,4 12-11,-10 22 12,-29-17 27,-14 11-3,1-25 1,-3-2 5,3-6 0,1-2-14,0-2 0,1-2 61,-17 0 23,17-11 34,-1-3 61,10-6 23,8-7-152,8 1 17,10-6-50,8 5-6,12-1-33,22 5 22,0 7-204,-17 4 1,-1 3 203,11 5-33,5 12 5,-19 2-16,-1 18 44,-26-3-12,-10 1-16,-28-5-56,-3-10-84,-13-1-336,-8-10-336,14-13-1137,4-12-246,23-5 2223,9-8 0,8 13 0,1-1 0</inkml:trace>
  <inkml:trace contextRef="#ctx0" brushRef="#br0" timeOffset="17123">11965 8819 27891,'-31'39'84,"1"-1"0,1 0 0,11-1-89,28 2 5,1-7 5,17 3-5,-2-20 90,5-3-1,-8-14 46,-6-10 44,-10-12-144,-4 2-35,-7-18 0,-6 11 0,-8-11 0,-4 12 0,1 8 0,5 6 0,4 8 0,7 4 0,4 4-629,6 6-1532,13 2 2161,19 3 0,-14-5 0,4-3 0</inkml:trace>
  <inkml:trace contextRef="#ctx0" brushRef="#br0" timeOffset="17583">12315 8860 28462,'-2'-32'-3,"-1"-1"1,-2-15 19,5 53 16,-2 1-16,1-1 11,0-2-11,0-2 85,0 0-102,0-4 0,0-3 0,-1-3 0,0-3 0,0-3 0,2-6 0,-1-4 0,1-3 0,1 0 0,1 4 0,2 6 0,-1 6 0,0 5 0,-2 4 0,0 4 0,4 21 0,-1 12 0,0 29-448,-3-26 0,-1-1 448,-2 27 0,-2-23 0,1 1-54,0 4 0,0 0-1192,1 3 0,1 1 1246,4 12 0,0-4 0,2-3 0,1-10 0</inkml:trace>
  <inkml:trace contextRef="#ctx0" brushRef="#br0" timeOffset="18383">12645 8927 25550,'-16'-45'713,"1"0"0,1 5 1,-2 8-524,-7 17-112,-1 10-50,-3 14 0,-4 14-28,-6 16-6,16-14 1,0 1-202,-1 2 1,-1 1 234,1 1 0,1 0-14,2-1 0,2-1 14,-5 21-34,20-10-10,23-12-40,22-12-17,-11-10 0,1-4-365,7-3 1,1-3 232,3-1 1,1-2-54,1-3 1,-1-2 8,-2 0 0,-1-1 92,-5-1 0,-2-1 132,-5 1 0,-3-3 532,13-17-294,-14 0 173,-10 2 90,-9 6-22,-4 7-90,-4 6 573,-2 6-724,-1 5-106,-3 2-29,0 8-16,-2 7-51,0 12-11,0 9-11,1 5-6,2 2-6,3 0 18,5-6 16,2-7-5,2-11 5,1-10-11,0-12 11,2-11 17,2-13 7,0-6-35,0-5 0,-2 0 0,0 4 0,-2 6 0,1 9 0,-1 8 0,4 6 0,2 9 0,4 8 0,3 10 0,-1 9 0,-1 5 0,-6 1 0,-6-2 0,-11-5 0,-5-8 0,-3-9 0,0-11 0,7-14 0,5-11 0,9-13 0,7-6 0,9-3 0,3 3 0,3 7 0,-2 11 0,-1 11 0,-2 7 0,0 13 0,-2 10 0,-1 14 0,-4 12 0,-5 8-13,-7 5-1818,-5 2 1831,-6 1 0,2-26 0,-2-5 0</inkml:trace>
  <inkml:trace contextRef="#ctx0" brushRef="#br0" timeOffset="18607">13678 8713 25634,'11'-60'1012,"0"-1"0,-2 9 1,-1 4-1013,1-8 0,-5 25 0,-2 21 0,-7 27 0,-3 27 0,-1-7 0,0 4-754,-4 12 0,-1 4 754,3-13 0,0 2 0,-1 1 0,-1 5 0,0 2 0,0 0 0,1 4 0,-1 2 0,2 0-55,3-13 0,0 1 1,0 0-1,2 0-1938,-1 15 0,1 1 0,2-3 1993,0-7 0,1-2 0,1-4 0,1 0 0,0-6 0,1 3 0</inkml:trace>
  <inkml:trace contextRef="#ctx0" brushRef="#br0" timeOffset="19040">14050 8997 24238,'9'-43'852,"-1"1"1,1-1 0,2-14 0,-3 3-590,-3 17 1,-1 3 159,0-13-394,-4 19-15,1 19-14,-1 38 0,0 1 0,0 9 0,0 4-399,0-3 1,-1 1 398,0 13 0,0 1-464,-2 2 0,-1 1 464,0-3 0,-3-1 0,0-4 0,-1-2-119,-1-6 1,-1-3 118,1-7 0,-2-3 0,-6 10 0,5-20 705,5-20-705,7-19 1000,6-18-1000,6-13 0,6-6 286,4 0-286,-8 26 0,1 1 0,5-8 0,10-2 0,-12 25 0,7 3 0,10 15 0,0 10 0,12 13 0,-14-2 0,8 11-41,-8-4-1437,7 7-2269,-2-4 3747,-9-9 0,-15-13 0,-10-8 0</inkml:trace>
  <inkml:trace contextRef="#ctx0" brushRef="#br0" timeOffset="19367">14607 9105 20761,'0'-8'6279,"0"1"-5730,3-27 0,2-5-135,3 11-355,-3-13 1,3 3-60,8 24 0,1 10 0,7 14 0,11 29 0,-1 12-428,-13-14 0,-2 1 428,5 17 0,-13-19 0,-5 0 0,-16 22 0,-5-19 0,-5-2 0,0-11 0,-2-3 0,-30 13 0,24-32 0,7-23 0,15-17 0,10 1 0,4-3 0,4 1 0,4 0-550,9-10 0,3 2 550,-6 14 0,1 2 0,8-4 0,1 2 0,16-6 0,-16 16 0,0 3 0,14 0-258,-8 18-818,-22 10 1076,-13 21 0,-2-19 0,-6 9 0</inkml:trace>
  <inkml:trace contextRef="#ctx0" brushRef="#br0" timeOffset="23257">9405 4578 15911,'-11'-54'2324,"1"-1"1,1 1-1,1 2-1747,3 15 0,2 1-458,0-2 1,-1 0 269,1 1 1,-1 2 248,-3-25-139,0 16-6,1 17-414,2 14 71,2 15-116,1 16 27,2 18-21,1 21-35,-1-21 1,0 2-230,0 4 1,-1 1 234,1 1 0,0 0-3,0-2 1,1 0-15,-1-6 1,1-1 10,2 21 74,-2-20 106,-2-19-12,0-16-134,0-10 852,3-35-851,2-6-18,-1 11 0,-1-2-352,1 0 1,-1-1 340,-1-2 0,-2 0 3,-1 0 0,-3 1 22,0 2 1,-1 3 58,-10-22-44,3 23-23,3 20 11,3 22-39,5 17 11,0 22 11,2 16-27,2-6-9,2-9 0,1 0 340,7 15-329,-5-18 0,2-1-2,4 9 49,-3-18 12,-5-18-16,-4-25-24,-2-20 14,1-21-30,1 18 0,-1 0-134,2-4 0,-1-1 134,2-1 0,-1 1 0,1 1 0,-1 2-7,2-22 157,-3 20-929,-3 24-1293,-8 28-7759,-5 20 8253,0 0 0,4-5 0,7-21 0</inkml:trace>
  <inkml:trace contextRef="#ctx0" brushRef="#br0" timeOffset="24057">9244 9096 16219,'-3'0'6301,"0"0"-5052,3 0-347,-8-68-230,10 36-454,-4-10 1,2 1 16,11 15-140,1 9-67,1 8-22,4 9 11,6 10 5,7 13-11,2 13 12,-5 12-301,-10 9 275,-17-25 0,-6 0 0,-5 1 0,-5-1 17,-6 0 0,-4-2 14,-2-3 0,0-2 6,2-4 0,2-2 27,-9 6 90,24-12 45,31-13-100,30-10-96,-13 1 0,4-1-713,8-3 0,3 0-167,7-1 1,1 0 879,-16 5 0,1-1 0,-5 1 0,-2 1 0,-4 1 0,-4 1 0,1 0 0</inkml:trace>
  <inkml:trace contextRef="#ctx0" brushRef="#br0" timeOffset="28565">27657 5371 23651,'-12'-55'976,"-1"0"1,3 9 0,2 7-731,2 14-195,7 19-1,7 23-16,5 18 10,4 19-22,-8-22 1,-2 1-179,-2 1 1,0 1 171,-2-2 1,-1 1 11,-2 26 23,-7-10 33,-6-14 39,-7-17 45,-4-14-34,-1-20 6,4-13 362,5-16-395,8-9-18,11-10-418,2 27 0,3-2 346,2-1 0,3-1 8,1-1 0,2 1-187,-1 4 1,0 1 172,14-20 12,-3 18-23,0 18 5,5 13-5,7 17-11,6 12-6,3 15 107,-25-14 1,-1 2-102,-3 2 0,-3 2-1,-3 1 1,-5 1 223,-6 29-223,-20-7 33,-19-11 23,-14-9-34,-4-14 23,4-9 11,12-10 0,14-9-12,14-8-22,16-5 6,11-3 469,13 2-474,9 4 118,6 8-125,1 10-5,3 10-11,0 11 0,-1 12 11,-1 10-184,-24-19 1,-2 1 177,14 28-5,-15-2-17,-17-6 6,-21-8 22,-20-10-56,-17-11-254,25-11 0,-2-4 58,0-2 0,0-4-863,-1-6 1,2-2-1121,-9-10 1450,8-13 0,29 29 0,2 0 1</inkml:trace>
  <inkml:trace contextRef="#ctx0" brushRef="#br0" timeOffset="28758">28331 5293 22520,'-8'2'2795,"1"0"-1596,7-2-438,0 0-677,-18 64-78,20-31-256,-7 13 1,2 0-1599,17-9-1647,-1-5 3495,-3-11 0,-7-14 0,1-1 0</inkml:trace>
  <inkml:trace contextRef="#ctx0" brushRef="#br0" timeOffset="28948">28349 4914 23573,'0'-6'3405,"-1"0"-3147,1 6-1619,0 0-7976,1 12 9337,4 8 0,-3-4 0,2 0 0</inkml:trace>
  <inkml:trace contextRef="#ctx0" brushRef="#br0" timeOffset="29174">28731 4954 27124,'-13'-50'474,"0"-1"0,3 3 0,1 19-440,3 32-28,4 23-12,1 9-3,1-5 1,0 3-65,0 11 1,0 1-784,1 4-1,-2 1 429,0 10 0,-1 1-418,0-11 1,1-4 136,-2-9 0,1-2 163,0 3 0,1-5 0,1-9 1,0 5-1</inkml:trace>
  <inkml:trace contextRef="#ctx0" brushRef="#br0" timeOffset="30274">28990 5128 26586,'-39'-18'136,"1"0"1,-10 9-1,3 12-52,-1 32-532,14-9 1,0 0 480,-9 19-33,12-4 302,14-3-330,15-7 138,17-4-217,18-4-257,18-6-355,-19-10 1,1-2 115,4-2 1,2-1-266,1-3 0,0-1-216,-1-2 0,-1-3 140,-5-1 1,-1-3-294,22-16 1108,-12-5 1047,-11-1 1121,-7 0-823,-10 9 1730,-2-2-1708,-6 12-353,2-3-235,-3 7 508,-1 3-817,-3 1 2,-1 3-119,0 1 158,-2 1-382,-1-1 0,1 1 0,-1-4 0,1 0 0,0-2 0,0 0 0,0-1 0,0 2 0,0 0 0,0 2 0,0-1 0,0 2 0,0 0 0,0 1 0,0 0 0,-1 8 0,-1 2 0,-1 7 0,-1 0 0,1 1 0,1 0 0,1-2 0,6-3 0,2-2 0,9-2 0,9-2 0,11-2 0,5-3 0,1-5 0,-8-3 0,-12-10 0,-10-6 0,-9-7 0,-10-4 0,-6 3 0,-4 5 0,-4 9 0,-1 8 0,-2 7 0,-2 10 0,-5 12 0,-3 18 0,16-11 0,0 3-286,1 5 1,2 3 285,3 2 0,3 1 0,6 2 0,6 0-49,9 0 1,6 0-1160,11 0 1,6-1 1207,-1-10 0,4-2 0,-4-2 0,-2-2 0,-1-3 0,1-1 0,1-1 0</inkml:trace>
  <inkml:trace contextRef="#ctx0" brushRef="#br0" timeOffset="31141">29993 5361 23075,'2'-48'707,"0"1"1,0-1 0,-1-6 0,1-2 0,-2 9-125,-2-13-373,0 21 0,0 3 42,-2 3-191,1 19-27,2 9 16,0 25-72,1 12 39,2 29-1334,-1-25 1,0 0 1322,3 27-9,-1-23 0,0 1-116,1-1 1,-1-2 129,-1-1 1,0-2-4,1 0 1,-1-4 97,-2-3 84,0-15-66,0-20 1818,0-15-1868,1-20-74,4-15 227,-1 22 1,0-2-228,1-4 0,1-1 0,1-3 0,0-1 0,-1 1 0,1 2 0,-1 5 0,0 3 0,1-14 0,-3 25 0,-5 19 0,-4 21 0,-6 17 0,-2 22 0,6-18 0,1 1-108,1 6 1,2 2-753,0 4 0,2 0-1084,1-9 1,0-2 1943,0 5 0,0-6 0,1-8 0,-1-2 0</inkml:trace>
  <inkml:trace contextRef="#ctx0" brushRef="#br0" timeOffset="34332">17935 7651 24496,'2'-44'670,"-1"1"1,1 0 0,0-16 0,1 9-245,3 14-105,-3 16-237,-1 15 9,-1 18-37,0 13-17,1 19-39,-2 10-388,-1 7 393,-2-1 1,-3-4 72,-2-12-45,-3-14 57,-2-17 0,-3-18-34,0-15 11,2-16-55,4-17-12,7 21 0,2-2-17,2-3 0,2-2 17,1-1 0,2 0 0,1 2 0,2 1-53,0 5 0,1 1 53,11-15 0,0 15 0,6 16 0,5 9 0,7 14 0,8 12 0,2 14 13,-25-12 0,-1 2-13,-2 2 0,-4 2 0,-3 1 0,-5 0 0,-4 31 63,-23-3-63,-15-9 0,-10-10 0,-2-15 0,7-12 0,8-16 0,10-9 429,8-11-429,7-6 46,8 0-46,9 3 0,8 7 0,7 9 0,4 11 0,7 13 0,4 11 0,6 11-199,-23-15 0,0 1 199,-1 1 0,-1 1 0,13 22-108,-14 0 108,-23-2 0,-21-6-107,-21-9-291,-15-12 53,24-12 1,0-3-350,0-4 0,1-3-2057,1-4 1,2-3 2750,-16-15 0,20 6 0,15 8 0</inkml:trace>
  <inkml:trace contextRef="#ctx0" brushRef="#br0" timeOffset="34574">18561 7377 27533,'7'-48'379,"0"0"0,-1 5 1,-1 12-380,-4 24 0,-1 18 0,-2 17 0,0 19 0,0 15 0,2-27 0,2 0-145,1 0 0,2 1 88,2-2 1,1 0-658,1-2 0,2-2-3347,8 21 4061,-6-14 0,-6-18 0,-5-12 0</inkml:trace>
  <inkml:trace contextRef="#ctx0" brushRef="#br0" timeOffset="34831">18655 7116 21243,'-3'-9'4324,"1"2"-3495,2 7-303,0 0-862,-16-30-1070,14 28 1406,-6-17 0,19 37 0</inkml:trace>
  <inkml:trace contextRef="#ctx0" brushRef="#br0" timeOffset="35241">19083 7280 23507,'-4'-57'632,"0"0"1,0 0 0,1 10 0,0 2 0,3 6-409,7-20 753,1 30-892,-4 20 147,1 8-232,0 22 0,0 11 0,0 6 0,-1 3 0,-1 3-404,2 3 1,-1 3 385,-3 7 1,0 0-687,-1-8 1,0 1 90,0-8 1,0 1 0,0-1-2444,2 19 1,1-3 2512,1-11 1,0-4 0,3 9-1,-1-28 1</inkml:trace>
  <inkml:trace contextRef="#ctx0" brushRef="#br0" timeOffset="35848">19423 7408 22263,'2'-10'2044,"8"-31"0,2-2-1781,-6 20-78,5-20 0,-1 6 22,-9 32-128,-5 3 21,-20 20-44,-13 8-28,7-4 0,-2 1-261,6-5 1,-1 1 274,-8 5 0,1 0 115,-18 12-93,23-15 1,2 0 13,-9 17-50,22-12-5,16-5-6,25-3-12,14-5-28,-10-5 1,4-1-199,14 1 0,2-2-971,-4-1 1,0-2 874,-2 0 1,0 0-505,-4-3 1,-3-1-927,16-6 850,6-9 1368,-27-6 560,-13-6-387,-19 7 655,-5-3-201,-3 5 61,-5-3-868,3 8 2350,-2 2-2473,8 8-134,-1 1-6,4 3 22,1 8-43,6 1-7,6 7 0,8-2-7,0-5-10,10-3 0,-1-8 17,14-15 41,-9-8-41,-4-15 0,-18 8 0,-8-11 0,-8 11 0,-9-5 0,-5 15 0,-9 11 0,6 14 0,-11 17 0,4 10 0,8-1 0,1 4 0,4-2 0,3 1-190,0 7 1,4 2 189,7-6 0,4-1 0,7 20-642,14-15 1,8-1-3476,-2-13 0,4-1 3463,11 8 1,-1-4 0,9-2 0,-21-13 0</inkml:trace>
  <inkml:trace contextRef="#ctx0" brushRef="#br0" timeOffset="36265">20520 7243 27192,'-29'-53'392,"0"0"0,3 5 0,13 7-348,34 14-32,21 5-7,4 8-11,1 11 1,2 6-409,-12 5 1,0 4 410,14 4 1,-3 6-1,-17 3 0,-6 5-6,-10 2 1,-8 2-1,-13 3 1,-10-1 16,-12 4 1,-9-3-1188,4-9 1,-5-2 0,1-1 1189,-13 7 1,-4-2-8,12-8 0,-4 1 0,-1-1 1,3-2-6,4-1 0,3-2 0,-2 0 23,-12 7 1,-3 0-1,6-1-61,5-3 0,6-1 39,-3 8 259,38-10-259,37-7 0,0-7 0,6-2 640,17 1 1,4-2-641,-11 0 0,3 0 0,0 0-284,8 0 1,1 0-1,1 0 265,-14 1 1,1 0 0,-1 0 0,1 1-188,-1 0 0,1-1 0,-2 2 0,-1-1-42,2 1 0,-2 1 0,0 0-2874,8 3 0,0 0 0,-8 0 2789,-13-1 0,-4 0 1,9 1-1,-7-1 1,-19-1-1</inkml:trace>
  <inkml:trace contextRef="#ctx0" brushRef="#br0" timeOffset="36524">18093 8596 20842,'-56'21'477,"0"0"1,0 0 0,1 0 0,-6 1 0,4-1 0,16-2 1369,19 2-1592,51-22 0,23-9-138,2 1 1,7-3 0,5 0-696,-15 2 0,3 0 1,3-1-1,1 0 0,1 0 600,-2 1 1,2 0 0,1 0-1,1 0 1,2 0 0,-1 1-180,-3 0 1,1 0-1,1 1 1,1-1 0,0 1-1,0 0 1,1 0 156,-6 1 0,1 0 0,1 1 0,0-1 0,0 1 0,0 0 0,1 0 0,0 0-141,1 0 0,0 0 0,1 0 1,0 1-1,0 0 0,0-1 1,0 1-1,0 0 141,-1 0 0,1 1 0,0-1 0,0 1 0,-1 0 0,1 0 0,-1-1 0,0 2-121,-1-1 0,-1 0 0,1 1 1,-1-1-1,0 1 0,-1-1 1,0 1-1,0 0 121,4-1 0,-1 1 0,0 0 0,0 0 0,-1 0 0,-1 0 0,-1 0 24,4-1 1,-2 1-1,0 0 1,-1 1-1,-2-1 1,-1 0-51,1-1 0,-2 1 0,-1-1 0,-2 1 0,-4-1-153,10 1 0,-4 0 0,-6-4-4154,1-3 1,-17-5 4541,-30-4 1,-6-1 0,-14 10 0</inkml:trace>
  <inkml:trace contextRef="#ctx0" brushRef="#br0" timeOffset="37491">17402 7287 23006,'3'-54'641,"0"0"0,0 0 1,-1-16-1,-8 15-378,-15 31 626,-13 38-755,-3 35-75,20-9 0,2 7-1013,3 13 1,3 5 958,4-13 1,2 2 0,1 1-372,0-8 1,1 1 0,0 1 0,1 0 358,0 4 0,1 0 0,0 2 0,1-1-379,-1 3 1,0 1-1,1 0 1,-1-1 368,1 1 0,1 0 0,0 0 1,-1-1-14,1-3 1,0 0 0,0-1-1,0-2-183,1 9 0,0-3 1,0-3 201,1 6 0,-1-8 832,0-4-894,-11-67 39,0-13 1,0-8 30,-3-19 0,0-6 43,3 12 0,1-3 0,0-1-33,2 10 0,0-2 0,1 0 0,0-1 31,1-4 1,0 0 0,0-1 0,1 0-32,0-1 0,1 0 0,-1-1 0,1 1-7,1 0 0,-1 0 0,1 1 0,-1 0-298,1 2 1,0 1 0,-1 1 0,1 3 300,-1-2 1,1 3 0,0-2 9,0-8 0,0-2 0,2 5-143,2 7 1,4 2 126,2-16 1,9 4 2,6 23 0,6 7-3,12 6 0,5 6 1,-9 7 0,4 3 0,1 1 22,8 3 1,2 2-1,2 1-24,-10 1 0,3 0 0,0 1 0,1 0-46,5 1 1,2 1 0,1 1 0,0-1 36,-6-1 1,0 1 0,1-1 0,0 0 0,2 0 8,4 1 1,2-1-1,0-1 1,1 1 0,1-1 4,-7-1 1,1 0 0,0-1 0,0 0 0,1 0 0,1 0-165,2 0 1,1-1 0,0 0 0,1 0-1,-1 0 1,1-1 158,-8-1 0,1 0 0,-1 0 0,1 0 0,-1-1 0,1 0 0,0 0-47,-1 0 1,1 0 0,0-1-1,0 1 1,0-2 0,-1 1-1,1-1 55,-2 0 0,1-1 0,-1 1 0,1-2 0,-1 1 0,0-1 0,-1 0-24,9-1 0,-2 0 0,1-1 0,0 0 0,-2 0 0,1 0 24,-4-1 1,0 1 0,-1-1-1,0 0 1,-1 0 0,0 0 34,6-1 0,-1 0 1,0-1-1,-2 1 0,-1 0-24,5-1 1,-1 1-1,-1-1 1,-4 1 245,6 0 1,-3 0-1,-4 0-177,3 1 0,-8 1 1535,2 0-1479,-47 13 2102,-31 12-2130,-24 18-59,18-9 0,-1 3 666,-4 7 1,1 5-707,11-8 0,1 2 0,0 2-90,0 7 1,0 1 0,2 3 81,-2 7 1,1 3 0,2 2-553,4-10 0,1 1 1,0 1-1,2 2 542,-1 3 1,1 1 0,1 1 0,2 0-7,0 1 0,2 1 0,1 1 0,1-1 4,1 0 0,2-1 0,1 1 0,0-1-345,2-3 1,2-1-1,0 0 1,-2-1 328,1-4 1,0-1 0,-2-1-1,-3-2-73,-4 11 0,-3-3 1,-7-4 72,-5-5 1,-7-4 0,-4-5-10,-11-2 0,-6-6 0,-4-4-176,7-8 0,-2-3 0,-3-3 1,-1-1 40,5-3 0,-2-1 0,-2-2 0,0-1 0,-1-2-1136,4 0 0,-2-3 0,-1 0 0,0-1 0,1 0 0,0 0 1303,-8-2 0,0 0 0,0 0 0,3 0 0,2-1 0,3 0 0,3 0 0,2 0 0,4 0 0,-13-3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7T10:55:07.37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6067 3233 19778,'3'-49'935,"-1"0"1,0 8 0,0 7 731,-1 17-1633,-1 17 510,0 12-432,-2 41-123,-5 10-402,3-22 1,-1 6-1,-1-1-13,-1 14 0,-1 1-653,2-9 0,1 2 0,0-3 713,1 9 1,1-5 0,2-16 0,0-5 0,1 6 0</inkml:trace>
  <inkml:trace contextRef="#ctx0" brushRef="#br0" timeOffset="376">6256 2911 17422,'-46'-39'717,"1"0"0,-1 0 0,0 0 0,-6-3 0,1 3 0,-2 12-542,5 18 1,0 8-1,3 5-91,0 4 0,3 7 14,-7 13 1,6 9-41,12 1 1,5 8-774,3 5 0,2 8 0,4 1 705,4-2 1,5 2 0,3 3-247,3-5 0,2 3 0,2 1 0,4-2 229,2-3 0,4-1 1,2-2-1,0-1-1,2 6 0,2-3 0,4 0 64,0-10 0,3 0 1,4-3-1,3-4-179,5-9 0,3-4 1,3-3-1,1-1-102,-1 0 1,2-1-1,0-2 1,3-5 245,5-2 1,3-4-1,0-3 1,-3-6 37,3-7 0,-4-7 0,-3-2 8,8-6 1,-7-7 239,-18 2 1,-3-6 0,-5-3-135,-7-8 0,-6-5 0,-2-2-63,2-4 0,-2-2 0,-3-3-20,-4 5 1,-2-2 0,-2-2 0,-1 3-15,-2 3 0,-1 0 0,-1 2 0,-1 1-10,0-4 1,-2 1 0,-2-1 65,-3 4 0,-1-1 0,-3 0 0,0 7 12,-11-8 0,-3 4-94,3 7 0,-3-2 0,-2 9-70,-9 8 1,-1 10-255,1 10 0,2 5-557,-21 12-2748,31 7 0,4 5 3599,-3 18 0,6-6 0,15-11 0</inkml:trace>
  <inkml:trace contextRef="#ctx0" brushRef="#br0" timeOffset="1450">9011 3087 25466,'37'14'241,"0"0"0,21 10 17,-48-13-113,-6-3 186,-14 3-197,-4-4-5,-11 0 39,0-5 5,2-12-16,4-9-45,6-13-39,6-10-11,10-3-29,9 2-10,10 9-18,6 13-10,5 10 10,6 15-10,4 14-7,-4 15 24,-8 17-7,-21-19 1,-4 1 11,-7 25-29,-17-4 1,-9 3-783,0-11 0,-4 1 788,1-2 0,-3 3 1,-1-2 1,3-6 0,-2-1 1,1-2 4,1-4 1,-1 0 0,1-4-163,-9 7 1,1-5 179,8-12 1,4-4 8,-6-5-23,20-18 7,22-6-12,19-6-12,21-1 12,-15 10 0,3 0 243,8-2 1,2 0-267,7-2 1,2 0-23,-16 5 0,2-1 0,0 0-86,1 0 1,1 0-1,1 1-472,1-2 0,0 1 1,0 0 268,-1 0 0,-1-1 0,0 0-122,-2 0 0,-1-1 0,-2-1-781,12-8 1,-6-3 146,-9-3 1,-7-3 307,-9-5 1,-7-4 484,-8-5 0,-6-4-121,-5-6 0,-6-2 707,2 15 0,-3 1 1,-2-1 119,-3 0 0,-2 1 0,-2 1 111,-2 2 1,-2 2 0,-3 3-97,-2 3 0,-3 4 0,-3 4-88,-1 3 0,-3 5 0,-1 4-107,-4 5 1,-2 4 0,0 3-117,-3 5 1,-1 4 0,0 4-163,-3 3 1,0 5 0,1 2 78,0 5 0,1 3 0,1 3-8,2 2 1,2 4-1,3 2-9,3 2 0,4 2 0,3 3-13,5 1 0,4 3 0,4 1 3,5 1 1,3 2 0,5 0-4,6 1 0,4 0 0,5 0-4,4-1 1,5-1-1,5-2-19,7-1 1,5-4 0,6-3-35,7-4 1,6-4 0,4-5 4,-10-12 0,3-3 1,2-3-1,1-4-259,4-2 0,1-3 1,0-3-1,0-4 308,1-3 0,-1-4 1,1-2-1,-3-3 11,-2-2 1,-1-3-1,-2-2 1,-2-2 17,8-10 0,-2-4 0,-6-3-76,-8-1 0,-4-4 0,-6-1 74,-6-2 0,-5-2 1,-5-2 1,-4-1 0,-4-2 0,-4 0-4,-4-2 1,-4 0 0,-2 0-3,-3 1 1,-3 1-1,-4 1 19,-3 3 1,-4 2-1,-4 3 2,-2 5 0,-4 2 0,-2 5-19,-3 4 1,-2 5-1,-2 3 14,0 5 1,-2 4 0,1 3-130,-18 6 1,2 8-71,10 5 0,6 8-3582,13 6 1,7 5 3744,-2 26 0,21-17 0,7-16 0</inkml:trace>
  <inkml:trace contextRef="#ctx0" brushRef="#br0" timeOffset="2066">12550 3009 18672,'4'-1'4638,"-1"1"-2498,-3 0-1709,12-76-185,4 38-448,-1-12 1,4 2 245,19 12 34,4 9-61,2 10-6,-1 13-11,0 15 11,-2 11-11,-3 13 0,-6 9 6,-9 4-17,-11 5 11,-16 1 11,-11-1 17,-12-5 11,-7-9 73,-2-13 146,2-11 461,4-14-406,7-11-23,8-8-172,7-6-51,13 1-44,10 3-12,13 6 0,12 8-11,10 11-11,8 10 2,-28-2 1,0 3-111,-1 3 0,-3 3 105,-3 2 0,-5 3-42,0 31 36,-22-26 1,-7-1-29,-7 2 0,-6-2-70,-8 0 1,-4-2-480,-5-1 0,-1-4 264,-2-2 0,-1-5-384,2-3 0,0-4-1440,5-5 1,1-4 1395,-15-8 1,23 0-1,18-1 1</inkml:trace>
  <inkml:trace contextRef="#ctx0" brushRef="#br0" timeOffset="2426">12892 2349 22464,'-56'0'559,"-1"-1"0,1 1 0,-4 3 0,0 3 0,6 6-335,7 12 0,3 8-1360,5-4 0,-2 3 1,2 3 1166,-2 6 1,2 2 0,1 6-20,5 3 1,0 5 0,3 1-1,1-3-16,1 0 1,3-3-1,1 5 0,8-9 1,-1 5 0,2 1 0,2-1-1,5-4-7,4 6 0,5-4 0,4 1 3,3 9 1,5 0-1,10-3-6,6-16 0,9-2 0,3-3 0,-2-4-361,1-1 0,0-4 0,5-3 351,8-4 0,7-3 0,1-4 1,-3-4-9,0-5 0,-3-5 0,3-3 23,-7 0 1,3-2 0,0-2 0,-1-2 9,-5-3 0,0-2 1,-1-3-1,-3-3 3,10-10 0,-3-5 0,-5-5 5,-5-2 0,-5-5 1,-5-6 6,-8 2 1,-5-5 0,-2-2 0,-2 4-8,-1 1 0,-3 3 1,-2-4 15,-2-2 0,-3-4 0,-2 1 1,-4 6 5,-4 8 1,-2 4 0,-4 0 11,-2-7 1,-3-1 0,-5 5-11,-4 7 1,-3 4 0,-6 4 3,-13 4 0,-5 5 1,1 4-33,-4-1 1,-1 6-47,2 9 0,-3 3 0,5 5-326,5 5 0,4 7-1199,-8 5 1,5 8 1195,11 11 1,6 1 0,-2 4 0,18 6-1</inkml:trace>
  <inkml:trace contextRef="#ctx0" brushRef="#br0" timeOffset="3400">16078 2985 22313,'9'-41'935,"1"0"0,-1-1 1,2-12-1,-2 5-610,-1-10 134,-10 19-235,-1 25-156,-7 15-35,-5 23-5,-9 28-17,4 2-198,5-13 1,1 4 186,2 4 0,2 1-420,1 1 1,1 0 416,3 6 0,3-3 11,7-15 1,2-4 2,7 12 73,12-12 196,6-29-106,6-16-68,9-22-50,-25 9 0,-1-2 370,13-17-326,-14 11 1,0 2 23,-1-3-29,2-6 793,-15 25-883,-8 18 1,-6 15 5,-2 6 6,0 6 0,1 3-1,0 24-378,3-14 1,2 2 330,7-6 0,3-1-70,4 3 0,4-2-101,5 0 1,6-3-62,4-3 0,5-4-45,4-5 0,3-7-9,3-5 1,2-8 58,0-10 1,0-6 91,-2-10 1,-3-4 117,-9 3 1,-4-6-13,-4-6 0,-1-7 0,-5 1 49,0-9 0,-4-2-517,-1 1 0,1-4 0,-4 0 531,-3 5 1,-3 0 0,-1 0 0,-1-2 0,-1-1 0,-1 3 1,-1-10 1,-4 1 29,-7 6 1,-4-2-1,-5 6 26,-8 3 1,-7 4-17,1 3 0,-5 0 1,-3 8-17,-1 9 1,-3 8 0,-2 3-4,-4 3 0,-1 4 1,-2 4 4,-3 5 1,0 4 0,0 4-12,0 4 1,0 4-1,2 5-6,14-4 0,1 3 0,1 2 0,2 2-469,1 3 0,1 2 0,2 2 0,1 1 460,2 1 1,1 2 0,3 2 0,2 0-8,2 2 1,2 1 0,2 2-1,3-1 4,2 1 1,2 1 0,3-1 0,2 1-309,4 0 1,1 0 0,3-1 0,4 0 292,6 13 0,5-1 0,6-4 3,7-4 1,6-3 0,5-5-6,8-5 0,6-5 0,4-5-244,-10-10 0,2-4 0,2-3 1,0-2 258,4-4 0,1-3 0,-1-2 0,-1-2 1,5 0 1,-3-3 0,2-7 15,-2-5 0,3-7 0,-2-2 0,-7-2-47,-5-3 0,-6-1 0,0-5 55,1 0 0,2-4 0,-3-2 1,-5 0 7,-3-11 1,-7-1-1,-3-2-7,-3-4 0,-4 0 1,-2 1-14,-3 10 0,-1 2 0,-4-3 23,-2-1 1,-2-4-1,-2 1 1,-2 4 5,-3 5 1,-2 4 0,-2-2 162,-4-13 1,-2-3 0,-5 7-173,-12 4 1,-7 9 277,-2 10 0,-2 8-378,-1 7 0,1 8 500,3 8 0,3 6-1848,6 6 1,4 5 1414,-8 25 0,20-12 0,12-10 0</inkml:trace>
  <inkml:trace contextRef="#ctx0" brushRef="#br0" timeOffset="4092">20700 2762 18504,'1'6'3226,"0"-1"1530,-1-5-4628,6-28-38,-25 19-12,-7-21-22,-32 28-28,25 1 0,-2 0-20,-1 1 1,1 0 2,0 0 1,0 0 32,-24 2-32,11 3-7,12 6 6,7 8 1,5 8 4,2 7-4,3 8 27,3 4-22,4 2-1,5-2 57,2-3 0,1-6 11,0-6 28,0-10 101,-1-9 67,1-7-67,-1-7-62,-1-6-56,-2-8-28,1-7-22,2-5-17,3-1 28,7 4-45,7 5-22,15 8 22,16 6-33,16 11-283,-23 1 0,1 3 299,1 5 1,0 3-4,1 3 1,-3 3-12,-2 3 1,-3 2-4,-6 1 1,-5 2-114,-6-1 1,-8 2 110,-12 0 0,-7-1-6,-11-1 0,-6-2-413,-10-2 1,-4-3 361,-5-5 1,-2-3-87,1-4 0,-1-4-224,4-7 0,1-6-482,7-3 0,3-6-1840,8-8 1,4-5 2713,-3-27 0,16 15 0,10 15 0</inkml:trace>
  <inkml:trace contextRef="#ctx0" brushRef="#br0" timeOffset="4416">20399 2369 24042,'-58'-3'238,"0"0"1,0 1 0,-3 4 0,1 4 0,2 8-198,4 14 0,2 10 0,2 2-1049,9-7 1,0 2 0,2 1 0,0 3 1015,1 3 1,0 3-1,3 2 1,1 1-290,1 3 0,1 1 0,3 2 0,3 2 276,2 0 1,2 1 0,4 1 0,3 0-2,3-3 0,3 1 1,4 0-1,6-2-34,3-3 0,6-2 0,3-1 0,5-2 19,5-4 0,4-2 0,5-3 0,2-3 0,7-2 0,3-3 0,4-4 0,1-3-308,5-1 0,2-4 1,3-3-1,0-3 306,-10-4 1,2-1 0,0-3-1,1-2 1,-1-1 19,2-4 1,0-1 0,0-3 0,0-2 0,-1-1 12,0-2 0,0-2 0,-1-2 0,0-2 0,-2-1 1,-2-3 0,-1-2 1,-1-1-1,-1-3 0,-2-1-20,7-9 0,-3-3 0,-2-2 0,-4-3 30,-4 0 0,-2-3 0,-4-2 0,-3-1 62,-4 0 1,-3-2-1,-3 0 1,-3-1-51,-3 2 1,-3-1 0,-3 1-1,-3 1 33,-3 3 1,-3 1-1,-3 1 1,-3 2-6,-9-11 1,-4 3 0,-7 5-38,-7 4 0,-7 5 1,-4 6-74,6 10 0,-3 3 0,-2 3 0,-2 2-525,-7 2 1,-3 4-1,-1 1 1,1 3 573,2 1 0,0 3 0,1 1 0,4 0 0,0 1 0,3 0 0,4 2 0,3 2 0,0-1 0</inkml:trace>
  <inkml:trace contextRef="#ctx0" brushRef="#br0" timeOffset="6125">6806 3628 18127,'-59'8'809,"0"1"1,0 0 0,9-2 0,1 0 0,10-1-479,-2 1 908,35-5-976,35-1-185,1-3 1,5 0-731,15-3 0,6-1 678,-10 0 0,2-1 1,3-1-490,7-2 0,1-1 0,2 0 466,-12 2 0,1 0 0,1-1 0,0 1-3,0-1 0,1 1 0,1-1 0,0 1-452,5-2 0,2 0 0,-1 1 0,-4 0 455,-4 2 1,-4 0 0,1 0 24,5-2 0,0 1 0,-11 1 95,-5-4-78,-24-3-6,-46-2 8,2 5 1,-5 1 304,-8-4 1,-3 0-185,-1 0 0,0-1 8,3 0 1,1 1-26,8 3 0,3 0 51,-12-2 1435,23 6-1609,17 6 3236,20 1-3241,24 5-21,-5-1 1,4 1-264,12 1 0,4 3 253,-3 1 1,3 0-1,-1 2-429,-6 0 1,-2 0 0,0 1 423,-1 0 0,0 0 0,-4 3-91,7 9 1,-11 5-527,-6 22 204,-23-16 1,-9 3-1503,-24 10 1,-10-2 1496,4-9 0,-2-4 1,-1-1-1,3-5 0,3-6 1</inkml:trace>
  <inkml:trace contextRef="#ctx0" brushRef="#br0" timeOffset="6734">10280 3382 19882,'-12'2'2610,"3"-1"-1456,9-1-314,-62 3-454,46-5-218,-23-2-140,60-3-23,12 0 1,7-1 0,5 1 0,5 0-548,-4 0 1,3-1 0,5 0 532,3 0 1,4 0-1,2-1 1,-2 1-690,-3 1 0,0 0 0,0 0 1,0 0 699,0 0 1,0 0 0,0 0 0,-1 1 2,-3 0 1,0 1-1,-1 1 1,-4-1-162,0 1 1,-4 0 0,1-1 166,7-1 1,1-1-1,-6 0 34,-3 0 0,-8-3 22,0-13-39,-50 6 11,-43-8 20,20 14 0,-5 0-287,-5 0 0,-5 0 0,3 0 337,-5 0 0,0 1 85,-5 1 0,-5 1 0,9 2 838,20 2 0,1 1-931,-20 0 0,4 0-62,18 3 530,12 0-518,56 0-32,-4 0 1,3 0-245,7 0 0,3 0 230,-4 2 1,4-1 0,-1 2 5,15 2 1,2 2-18,-5 2 0,3 2 1,-4 1 733,-11-1 1,-4 1-1,-1 3-784,19 9 0,-12 6-84,-26-3 0,-9 1-67,-9 19-267,-17-17 1,-8 1-3160,-12 4 1,-4 0 3162,5-4 1,0-1 0,1-2 0,4-4 0,5-5 0</inkml:trace>
  <inkml:trace contextRef="#ctx0" brushRef="#br0" timeOffset="7367">13409 3280 22285,'-63'6'834,"1"-1"1,7 0-1,8-1-475,14-3 56,18-6-320,53-9-76,-9 4 1,5 0-1026,23-4 1,6 0 1009,-16 5 0,3-1 0,-2 1-8,-5 2 0,-1 0 0,2-1 2,12-1 0,3 0 1,-1-1 6,0 2 1,-1-1 0,1 1 7,-2 0 0,0 0 0,-1 0-2,2 0 0,-1-1 0,-5 1 11,-4 0 1,-7 0 505,8-8-506,-30 3 17,-45-11-5,-14 4 33,7 4 0,-3 1-221,1 1 0,0 2 294,2 0 0,1 2-17,-15-6 1606,9 5-1667,27 8-40,0-1 12,15 5-6,10 3-6,4 0 40,43 4-45,-27-5 0,3-2-305,20 2 1,5-1 298,-18-1 0,1 0 1,2 0-1002,4 0 0,1 1 0,-1 0 984,12 1 1,2 1 3,-4 3 0,3 1 0,-8 0-90,-12-1 0,-2 1 86,4 3 1,2 2-1,-12 3 17,-17 13-5,-24 14-3,-20-23 0,-9-2-3,-8 1 0,-2-1-326,-3 0 0,0-1-55,2 0 0,2-1-2092,6-2 0,2 0 2473,-15 7 0,25-9 0,15-7 0</inkml:trace>
  <inkml:trace contextRef="#ctx0" brushRef="#br0" timeOffset="8084">17305 3287 20576,'-47'5'1019,"0"0"1,0 0-1,-13 0 1,8 1-415,0 0-224,48-5-107,51-8-212,2 1 0,9-1-1102,-7 0 1,4 0 0,3 0 1042,-7 1 0,2-1 0,1 1 0,0 0-459,6 0 0,2-1 0,0 1 1,1 0 457,-11 1 0,0 0 0,1 0 1,-1 1-1,1-1-6,0 1 1,1-1 0,-1 1-1,1 0 1,-1 0-300,-2 0 1,1 0 0,0 1 0,-1-1 0,0 0 299,9-1 0,-1 0 1,0 0-1,-2-1-179,-5 1 0,-1 0 0,-1-1 1,-2-1 184,6-1 1,-2-1 0,-4-1 440,6-4 1,-8-3-422,0-14 1832,-52 1-1821,-43 2 13,8 15 1,-5 1 702,-8 0 0,-3 2-616,-3-1 1,-2 2 16,0 0 0,2 0-33,5 2 0,3 0 721,9 2 0,4 0-761,-12-2 217,31 4-261,32 2-23,36 5-11,-6-1 0,5 1-514,-6 1 1,3 0 0,1 1 517,7 0 0,1 1 0,0 1-4,4 1 0,0 1 0,-1 0-12,-2 2 1,0 1 0,-3 1 3,-5 0 1,-1 1 0,-4 2 320,7 7 1,-8 4-412,-16-1 0,-12 2-499,-19 0 1,-12 0 596,-25 7 0,-6-5 0,20-11 0,1-3 0,-8 0 0,-1 0 0</inkml:trace>
  <inkml:trace contextRef="#ctx0" brushRef="#br0" timeOffset="8934">20911 3261 20235,'-7'0'2425,"2"0"-1652,5 0-207,61-45-429,-24 32 0,5-1-1105,6-6 1,7-4-1,1 4 1000,3 5 0,1 5 0,2 0-21,-12 1 0,2 1 0,0 0 0,0 1-4,1 0 0,1 0 0,-1 0 0,-1 0 1,-2 1 1,-1 0-1,-1 0 1,-1 0 7,8-1 1,-3 0 0,-3-1 274,8-1 1,-7-3-124,6-10-96,-51-6 1,-40-7 5,4 15 1,-4 0-208,-6-2 0,-2 0 316,1 3 1,0 0-23,5 4 0,2 1 2177,-18-4-2252,23 10 245,17 5-290,19 6 0,13 8-12,19 9-16,16 10-3,-23-12 0,0 1-6,0 2 1,-2 0 253,-3 2 1,-4 0-274,10 27-39,-18 1-68,-20 1-307,-12-1-562,-14-6-911,-3-6-4280,2-12 6178,9-10 0,12-9 0,8-5 0</inkml:trace>
  <inkml:trace contextRef="#ctx0" brushRef="#br0" timeOffset="9584">22573 2838 18936,'2'-2'4945,"0"0"-3528,-2 2-1282,1 55-57,-1-16-53,0 4 1,1 1 2,1 11-17,3-8 11,3-12 208,0-15 123,-1-12-163,0-17-67,3-13 40,3-16 44,4-12 6,4-4-276,4 1 164,4 4-40,3 10-33,1 11-22,0 13 5,0 14-22,-1 14-28,1 15-28,-2 13-135,-5 11-235,-4 6-905,-5 3-121,-2-1-800,1-6-1045,4-11-3184,7-15 606,8-16 5432,7-19 4268,5-15 2661,-1-14-2179,-6-10-2210,-7-3-602,-10 2-17,-9 7-817,-7 11-370,-7 13-224,-6 11-17,-10 24-22,4-3 209,-5 27-226,12-9 45,11 10-6,8-6 90,19-5-51,-7-16 113,14-8-18,-9-19 1,10-10 22,-1-14-269,-5-9 151,-9-6-44,-9-2-90,-6 4-286,-2 8-800,3 11-1379,6 14-7310,11 24 8313,-10-1 1,1 8-1,-17-13 1</inkml:trace>
  <inkml:trace contextRef="#ctx0" brushRef="#br0" timeOffset="10084">23820 3293 17154,'2'11'7097,"-1"-3"-5238,-1-8-884,0 0-578,82-68-1118,-58 46 0,0-1 810,11-10 1,6-4 0,-5 1-6,-8 1 0,-4-1-6,2-15 1,-4-2-65,-7 15 0,-2-1-9,-3-1 1,-1-5 0,-3 2-32,-2-6 1,-3-2 38,-1 0 0,-1-3 0,-1 1 3,-1-9 1,-3 1-781,-1-2 1,-2 7 769,-4 3 0,1 24-18,4 23 1056,-1 18-1027,-2 23-31,3 10 0,2 6-51,0-13 1,2 3 64,0 7 0,0 7 0,1-3 52,2 11 1,1 1-42,2-11 0,1 3 1,5 1-7,2-9 1,3 0-1,2 0 1,2-2-12,6 5 1,2-3-1,5-1 2,6 3 1,4-3-1,0-6 4,4-4 0,1-9 8,6-4 1,2-11-382,-8-22 1,-1-9 369,-1-2 0,-1-7-1,-13-2 1,-1-5-1,-4-3-464,-5-2 1,-3-3 0,-3 0 489,4-12 0,-3-2-20,-5 5 0,-2-4 0,-2 2 1,-1 7 1,-2 1 0,-1-2 7,-1-6 1,0-3 0,-2 2 42,-1 7 1,0 2 0,-2 1-55,-4-11 0,-1 6 0,-3-6 1223,2 20-1223,10 57 0,0 26 0,1-3 0,0 6-612,0-9 1,0 3 0,-1-1 611,0 16 0,-1 2 0,-1-4 0,0 4 0,-1 3-755,0-7 0,0 4 1,-1 0-1,1 1-1212,0-12 1,1 1 0,-1 0 0,1-1 0,-1 0 1441,0 11 1,-1 1-1,1-3 1,0-7 0,0 16-1,0-15 1,2-21-1</inkml:trace>
  <inkml:trace contextRef="#ctx0" brushRef="#br0" timeOffset="11041">5845 5298 23994,'-8'-56'903,"0"-1"1,1 9 0,1 6-467,-1-3-368,5 29-35,7 29-15,1 9 4,10 35-18,-10-25 1,-1 3-259,0 11 0,-2 4 243,-6-5 1,-2 2 0,-2-1-822,-1-4 0,-1-1 0,-2-1 833,-6 20 1,-3-2 0,-7-8 0,-2-5-166,5-18 1,-2-3 179,-4 1 0,-4-6 5,-3-12 1,-1-9 5,7-8 0,3-4-20,-1-2 0,4-3 25,4-8 0,5-2 152,-5-17-34,2-7 337,8 16-460,6 16 2412,9 27-2435,3 5 12,15 29 0,11 1 99,-10-15 0,5 1-97,13 2 1,4-3-583,-1-7 0,2-3 563,-1-2 0,2-3 16,4-8 1,0-5-180,-9-3 1,-1-4 162,16-7 0,-1-3 5,-16 1 1,-4-2-48,-2-3 0,-7 0-103,-8-4-650,-26 4-936,-16 15-6200,-21 9 7931,-1 10 0,13 0 0,14-2 0</inkml:trace>
  <inkml:trace contextRef="#ctx0" brushRef="#br0" timeOffset="11458">5499 6881 24160,'-26'-38'460,"0"1"1,0 0 0,-13-18 0,3 12-164,6 26 296,-3 3-570,14 16 134,8 15-118,10 19 37,4 0-79,4 1 1,2 2 2,10 21-305,-4-16 0,3 2 305,1-8 0,1-2-3,3 1 1,1-3-1,-5-8 0,0 0-40,2 7 1,-4 0 53,-13 7 6,-19 13-45,-35-20-871,14-20 0,-2-3 854,7-1 1,-2-4-460,-14-1 0,0-5-908,-8-12-904,18 1 0,3-4 2316,3-18 0,16 10 0,11 8 0</inkml:trace>
  <inkml:trace contextRef="#ctx0" brushRef="#br0" timeOffset="12684">5875 7377 27264,'8'-62'168,"1"-1"0,0 1 0,4 4-123,2 16 0,2 0-1077,0-6 1,1-2 1056,-1-6 0,-2-1 8,-1-3 1,-3 0-12,-2 0 1,-4 1-18,-3 6 1,-3 2 248,-2 8 1,-3 4-138,-8-16 366,-1 23-455,4 18-17,3 15 23,1 19-23,0 22-8,4-8 0,1 3-21,0 11 1,1 3-6,2 8 1,2 2 16,0-18 1,-1 2-1,2-1 4,2 0 0,0 0 0,2 0-4,6 17 1,3-2-6,3-8 0,4-5-172,2-7 0,3-7 163,1-9 1,3-6-82,-2-7 0,0-7 67,28-19 31,-32 0 0,-2-5 11,-1-6 1,-4-3-172,-2-3 0,-4-2 174,-1-1 0,-4-1 3,-3 1 0,-2 0 1045,0-26-997,-6 15 520,-5 19-560,-5 16 170,-5 20-187,-1 14 1,0 17-17,5 11 16,6 6 128,10 1-144,8-5 5,10-9-5,10-13 11,7-14 0,5-17 22,3-18 17,-4-18-5,-7-16-12,-23 23 1,-3-2 7,-4 0 1,-3 0-13,-12-30-18,-8 7 0,-10 9 0,0 12 0,3 11 0,5 12 300,8 11-300,7 14-46,5 12-430,11 13-476,10 5-499,15 1 328,-12-23 0,3-2-562,4-3 1,2-4 163,3-2 1,1-4 500,0-3 1,-1-4 887,-3-5 1,-2-3 1772,16-15 1378,-19-9-241,-16-3-902,-8 0-626,-7 1-388,-2 4 177,-3 6-675,-1 8-224,3 8-79,1 9-27,1 13-17,1 14-17,1 15-34,1 11 23,7 5-238,7-1 243,14-6 23,15-12-6,11-15 28,5-16-5,-4-22-12,-7-16 29,-7-16 33,-10-6 33,-10-1 34,-10 7 29,-6 10-46,-6 14-111,-1 13-23,-3 18 0,1 13 239,0 15-239,8 9 0,8 0-13,15-2 19,15-9-433,15-11 427,-23-17 0,1-4 0,1-6 0,0-4 0,-1-4 0,-2-4 0,-5-4 0,-2-5 0,-6-2 0,-4-4 0,-4-2 0,-5-2 0,-3-2 0,-3-1 0,-3-1 0,-3 1 0,-1 2 0,-2 2 0,-14-21 0,-1 19-52,-2 16-1280,0 17-7149,-1 16 8481,6 4 0,7-3 0,8-6 0</inkml:trace>
  <inkml:trace contextRef="#ctx0" brushRef="#br0" timeOffset="13534">5766 8615 19473,'-1'-43'952,"0"0"0,0 0 0,0-2 0,-1 1 1,-1 4-377,-2 7 1,-1 3 163,-9-29-387,-2 29-241,2 30-78,3 27-18,3 8-10,5-1 0,1 2-385,0-1 1,0 2 392,-1 12 0,-2 4-26,0-8 1,-2 2 0,-1-1 2,-5 14 1,-1-1 8,-1-2 0,-3-3 0,-2-9 0,-4-7 34,-18 4-15,17-22 1,-2-5 47,-33-21-11,24-8 90,0-35 61,26 5-5,3-9-68,10 7-27,7 14-85,4 18-5,0 13 16,6 20 724,-2 13-718,8 14-25,-7-15 0,1 0 9,18 18-258,-12-23 1,0-4 278,12-1 64,14-10 16,-6-19-77,-9-3 1,0-4-43,-7 0 1,-1-1-37,3-4 0,-4 1-97,1-2-819,-13 6-2369,-17 13 3316,-4 6 0,-1 0 0,1 2 0</inkml:trace>
  <inkml:trace contextRef="#ctx0" brushRef="#br0" timeOffset="14584">5588 9878 23618,'-16'-47'781,"1"1"0,0 0 1,-2-13-1,-4 11-552,-9 26 1,-2 9-1612,-15 8 1455,-10 7-12,27 20 1,4 9-26,7 2 1,3 4-569,-1 1 1,0 4 0,2 2 529,1 5 0,3 1 0,0 3-470,2-6 1,1 1 0,0 1 0,0-1 463,-1 8 1,2-2-1,-1 3-6,2-2 0,0 2 0,1 1 0,1 0-454,0 2 0,2 0 1,0 0-1,0 0 340,-1 1 1,1 0 0,-1 1-1,1 0 9,0-9 0,0 1 1,0 0-1,-1-2 1,0-2-229,-3 13 0,0-3 1,-4-4 121,-1-7 1,-1-2 0,-4-5 220,-8 8 0,-6-9-158,0-16 0,-2-12 66,-28-34 110,32-9 0,5-11 48,0-14 0,6-8 341,6 13 1,3-2 0,1-1-347,1-5 1,1 0 0,3-2-97,3-1 1,2-1 0,1 3 62,-1 12 0,1 2 1,3-2 40,8-12 0,4-2 1,3 5 57,5 2 0,5 2-112,-2 4 0,3-2 0,2 4-6,-3 11 1,2 4 0,2 2-12,1 1 1,1 2-1,0 2-13,0 3 1,0 1-1,0 2-164,18-5 1,-2 4 36,-4 5 1,-2 3-26,-5 2 1,-3 3-10,18 1 688,-3 3-598,-14-1 2914,-6-3-2472,-8-9 1532,-19-6-1240,-7-9 918,-5-4-990,-4-2-85,-2 6-196,-2 9-173,-2 11-57,-3 15-27,-3 15-23,-4 16-5,1 13-1,4 6-214,8-1 209,5-7 28,9-12 11,4-13 12,10-14 21,8-19 1,10-15 22,6-18-28,-20 18 1,-1-1 16,-1-1 0,-2 0 78,10-25 6,-7 11 45,-10 12 48,-5 13-261,-4 12 0,-1 14 0,-3 13 0,-3 17 0,-3 11 0,0 8 0,3 0 0,10-6 0,11-12 0,15-16 0,17-16 0,15-23-196,-27 1 1,0-5 195,1-5 0,-2-4 0,-3-4 0,-4-2 0,-5 0 0,-5-3 0,-5 2 0,-5-1 0,-5 2 0,-4 1 0,-11-27-164,-8 10 164,-4 10 0,3 12 0,5 9 0,7 11 0,6 6 385,6 16-385,7 14 0,8 20 0,-6-16 0,0 1-210,1 5 0,0 0 210,-1 4 0,0-1 0,-2 2 0,0-1 0,-2-2 0,0-1 0,2 19-178,-6-25 1,-2-3-2086,-5-1 2263,-2 4 0,-1-24 0,2-6 0</inkml:trace>
  <inkml:trace contextRef="#ctx0" brushRef="#br0" timeOffset="14967">6567 10071 21063,'3'0'4874,"-1"0"-2746,-2 0-1949,62-56-78,-39 17-737,14-5 0,-4-4 661,-25 15 1,-6-1-1,2-5 0,-2-1-17,-3-6 1,-3-2 19,1-3 0,-2-1 25,-2 1 1,-2 2-54,2 7 0,-2 3 0,-10-13 419,0 28-419,-2 31 217,1 24-217,10-2 0,2 4 0,1 8 0,1 3-485,2 6 1,2 2 484,3 2 0,4 1 0,3 2 0,3-1 0,6 2 0,5-1 0,-4-18 0,2-1 0,2-1 0,4-1 0,1-1 0,3-2-64,1-2 0,2-2 0,0-3-569,15 5 0,-2-5-361,-8-9 0,-3-5-2399,2-10-2371,-29-10 5002,-24-14 0,4 12 0,-1-2 0</inkml:trace>
  <inkml:trace contextRef="#ctx0" brushRef="#br0" timeOffset="15091">6592 10008 26402,'5'-50'121,"0"0"0,7 3 1,9 7-164,23 18 0,9 8-1649,2-5 0,2 0-1013,-15 5 1,0 0-1,-1 0 2233,17-6 0,-5 2 1,-15 5-1,-4 2 1,5-4-1</inkml:trace>
  <inkml:trace contextRef="#ctx0" brushRef="#br0" timeOffset="16825">9349 4760 14477,'0'-8'9348,"0"2"-7814,0 6-77,0 0-1289,-7-59-28,5 50-22,-5-37-34,10 73-6,0 17-22,1 17-470,-3-22 0,-1 1 439,-3 6 0,-2 0-28,-2 4 0,-3 0 0,-3-2 1,-3-1 7,-1-3 1,-1-4 11,-1-5 0,-1-5 11,-11 10 117,-10-17-50,15-29-16,-9-13 5,10-20-6,4-9 6,3-3 11,5 4 17,4 7 874,5 12-964,2 14-22,1 10 17,2 15-12,5 10 7,4 12-7,9 5-5,8-1 6,9-3-1,9-10 7,7-8-12,3-8-325,1-8-1120,-2-5-4795,-8-1 6109,-11-1 0,-17 3 1,-10 3-1</inkml:trace>
  <inkml:trace contextRef="#ctx0" brushRef="#br0" timeOffset="17208">9442 5995 25584,'-8'-53'709,"0"-1"0,0 6 1,-4 8-424,-22 13-135,-6 12-56,-3 11-5,-2 14-18,2 15-55,9 17-22,14 13-157,14-23 0,4 1 167,5 3 1,3-1-201,4 3 0,2-1 189,5-1 1,3-1 7,1-2 1,3-1 11,1-3 0,0-2-11,-1-3 0,-2-3 3,10 14-1,-18-9-16,-27-7-6,-21-4-128,-21-3-208,22-6 0,0 0-1064,-3-2 0,2 1 1218,-24 0 1,23-2 0,18-2 0</inkml:trace>
  <inkml:trace contextRef="#ctx0" brushRef="#br0" timeOffset="19901">12946 4232 23411,'35'43'1887,"-7"7"-1767,-23-19 1,-4 3-846,1 2 0,-1-1 786,-3 23-16,0-17 0,-2-3-12,-1-1 526,-5 22-481,2-35 531,-5-2-379,1-12-96,-5-16-72,7-4 904,-11-26-865,6 5 0,-7-17-6,5 8-5,1 3-40,2 6-22,4 11 6,4 10-18,-1 19 18,0 12-34,0 18 11,2 10 0,3-7 11,7-10 1,3 0-23,10 11-14,-3-13 0,2-1 20,17 11 33,-3-11 56,-6-12 62,-11-10-51,-7-15-61,-5-12-11,-2-13 11,0-9-23,0-8-11,0-3 17,0-5-339,1-1 334,-1-2 5,1 4 5,-4 7 6,-1 12-11,-2 10-16,0 11-1,2 8-11,2 6 5,1 5 357,1 12-362,1 15 0,-1 22 0,1-17 0,-1 3-297,-1 3 0,1 2 305,-2 1 1,0 1-12,1-1 0,-1-1 0,0-3 1,1-1 4,1-4 1,1-3-3,1 16 34,2-18 50,-1-17 0,-2-18-34,0-12-33,0-18-6,-1-13 17,0-10-13,0 26 1,-1-1-16,-1-4 0,0 1 11,-1-3 1,-1 0-12,1 0 0,0 1 0,0 5 0,1 2 0,-1-14 0,2 22 0,1 18 0,0 9 0,2 27 0,2 6 0,2 25 0,1-1 0,-4 0 0,-1-4 0,-10-4 0,-8-9 0,-11-10 575,-9-15-575,-4-13 0,-2-17 0,2-12 0,4-12 0,7-4 0,6 0 0,7 7 0,7 9 0,6 11 0,2 8 0,7 10 0,6 7 0,11 12 0,9 5 0,9 4 0,11-2-220,-22-17 0,2-2 220,4-3 0,2-2 0,4-1 0,1-3 0,2-4 0,-1-2 0,-1-3 0,-2-2 0,-5-2 0,-2-2 0,15-13 0,-20 0 0,-14 3 0,-11 4 0,-5 3 0,-2 6 0,-1 5-82,-2 14-1828,1 11-6122,-5 18 8032,1 2 0,2-12 0,3-12 0</inkml:trace>
  <inkml:trace contextRef="#ctx0" brushRef="#br0" timeOffset="20241">13025 5803 22586,'-8'-44'865,"0"0"1,-1 0-1,-2-15 1,-4 10-362,-13 9-82,-2 19-310,3 18 14,1 23-59,3 25-33,12-9 0,1 4-671,1 11 1,1 3 641,2-11 1,1 1-1,0 2-527,-1 3 0,2 2 0,-1 0 505,2 2 0,-1 1 0,2 0-71,1 1 0,1-1 1,2 1-521,2-1 0,1 0 1,2-1 93,1 0 1,1-1-1,0 0-326,1-3 0,0 0 0,-2-1-1185,2 15 0,-5-3 2025,-12-11 0,-3-5 0,1 2 0,-15-21 0</inkml:trace>
  <inkml:trace contextRef="#ctx0" brushRef="#br0" timeOffset="20425">12356 6753 18618,'16'-53'736,"-1"0"0,1-1 0,1 4 0,2 2 0,4 4-484,15 0 0,4 5-949,5 0 0,2 2 966,2 3 0,1 1 13,1 1 1,-1 2-11,-1 3 0,-2 1-122,-3 3 1,-1 2-6,-7 4 1,-3 1 667,20-9-734,-21 9-231,-18 6-3064,-12 6 3216,-9 4 0,3-1 0,-1 1 0</inkml:trace>
  <inkml:trace contextRef="#ctx0" brushRef="#br0" timeOffset="26000">9661 2141 18426,'13'-60'664,"0"0"0,0 1 1,3 1-1,2 0 1,4 4-527,4 8 0,4 3 0,3 1-1246,3-2 1,4 2 0,2 1 1157,4 1 0,3 2 1,5 1-21,-12 11 0,5 0 0,1 0 1,0 2-1,-4 2-405,12-6 0,-3 2 0,5 1 400,-9 5 1,5 0 0,1 0 0,0 2-1,-4 2 1,-1 2 1,-4 2 0,0 1 0,3 1-8,11-3 1,2 1-1,1 1 1,-1 2-12,-1 1 1,-1 0-1,1 3 1,1 3-9,-8 3 0,1 3 0,0 2 0,-1 0 0,-4 0 5,10 1 1,-4 1 0,1 4-4,-6 3 1,3 4 0,-3 2 0,-7 2 150,6 12 1,-6 4-139,-10-8 0,-1 3 0,-3 1 18,4 17 1,-7 3-1,-13-13 1,-4 1 0,-3-2-15,1 2 1,-5-1 44,-5 11 1,-5-2-78,-13 6 111,5-25 0,-2 0 3,-2-5 0,-3-2 103,-4-2 1,-1-4-64,-11 3 1506,-13-7-1440,16-17 2261,-9-8-2261,2-7 73,1-15-54,13-3-157,7 1 1235,11-4-1143,7 8 593,1 0-589,1 11-45,1 11-6,0 12-74,1 9 154,5 10-57,6 7-109,12 4-20,22 5 68,-8-13 3,-5-9 1,3-3-403,-4-5 1,2-2 431,11 0 0,3-1-38,4-2 1,1-3 88,10-8 1,-1-2 10,-21 3 1,-1-2 69,9-8 0,-5-4 51,-4-12 76,1-12-17,-16-3-74,-13-9-211,-13 10-263,-4 6-59,-7 14-124,5 15-61,0 1 47,2 9 987,-2 19-749,2-2 416,-5 27 78,-3-4-131,2-7 1,-1 2 66,-1-5 1,-1 0-649,-4 5 1,-2-3 1040,-10 8-292,-19-1 414,-1-17-470,4-10 1,-4-3-261,4-5 0,-2-2-757,-11-4 1,1-2 752,19 0 0,1-1-70,-5-4 0,3-3-423,-12-11 129,0-9 759,21-5-1265,20 10 240,17 4 320,7 14 2583,17 6-1745,5 6-410,-3 3 0,3 2-173,-2 0 0,1 1 0,8 5 0,0 0 0,16 6-369,-23-4 1,0 0 391,19 15 0,-16-8 0,-9-3 0</inkml:trace>
  <inkml:trace contextRef="#ctx0" brushRef="#br0" timeOffset="28609">13095 4249 20399,'35'-24'308,"0"0"0,-3 4 0,-4 12 1104,-8 41-1239,-7-1 1,-2 3-99,-1 2 1,-2 1 25,1 1 1,-2 2-35,1 5 1,-2 0-318,1-5 1,0 1 316,3 12 0,2 2-11,2 1 0,3 2-26,1-12 0,2 3 0,2-2-412,0-6 1,1 0-1,1-1 389,-1-1 1,2-1 0,2-1-3,4-1 1,3-1 0,1-3-433,-1-5 1,0-2 0,3 0 441,10 7 0,3 0 0,6-1-6,-13-11 0,4 1 0,1-2 0,1-1 0,0-1 0,10 3 1,1-3 0,0-1 0,0 0-446,1 0 1,-1-1-1,2-1 1,0-1 446,-7-5 0,1-1 0,1-1 0,-1-1 1,-1 0-8,-4-1 0,-1-1 1,-1-1-1,2 0 1,2 0-177,0 1 0,2-1 1,1 1-1,2-1 0,1 0 1,1-1 180,-7 0 0,2 0 0,0-1 0,2 0 0,0 0 0,0 0 0,-1 0 0,-1 0-74,3 0 1,-1-1 0,-1 1-1,0 0 1,0-1 0,0 1-1,0-1 69,8 0 1,0 0 0,-1 0 0,0 0 0,0 0-1,0-1-73,-2 0 1,0 0-1,0-1 1,0 1-1,-2-1 1,-1 0 81,1 0 0,-2-1 1,-1 0-1,2 0 1,4-1-7,-11 1 0,3-1 1,2 0-1,1 0 1,1-1-1,-1 1 1,-1-1-1,-2 0-1,9-1 1,-1 1 0,-1-1-1,-1 0 1,1-1 0,1 0-2,-4 0 1,2 0-1,0-1 1,1 0 0,-3 0-1,-1 0 1,-4 0 3,12-2 1,-5 0 0,-1 0 0,2-2 21,-6 1 0,1-1 0,1 0 0,-2-1 0,-2 1-16,0-2 0,-2 0 1,-1 0-1,2-1-4,-4 1 0,1-1 1,1 0-1,0-1 0,-1-2 52,1-1 0,0-1 1,0-1-1,-1-1 0,-3 1-48,-1-1 1,-2 0-1,-1-1 1,-1-2 197,12-10 1,-1-2-1,-8 1-193,-10 2 0,-8-1 602,-7-7 1,-8 0-603,-9 7 0,-5-1 10,-4-19 1,-3-2 0,1 10 0,-1 0 624,-1-7 1,1 3-611,3-11 39,8-1 1829,5 22-1789,7-9 1480,-3 18-1532,1 3 511,-7 17-532,-2 1 960,-2 4-972,1-2-22,-2 3-6,-1-1-22,-1 5 11,-6 1-6,-14 17 12,-9 6 5,-16 18-294,24-17 0,0 0 294,-2 2 0,2-1-11,-14 16-295,-7 4 300,9-14-2,10-9 0,-1 0-3,-17 10 5,-4 2-5,18-13-5,-6 5 5,2 0 22,3-2-22,5-2 6,15-13 44,8-5 567,23-25-594,-9 8 5,11-13 0,2-3 33,3-14-38,8-8-9,-18 22 0,1 1 298,15-16-318,-5 15 0,4 2 3,-4 8 1,1 3-207,7 1 0,1 5 209,-2 6 0,-2 2 16,22 5-24,-9 5 0,-1 3-15,-11 0 1,-1 2-292,14 4 1,1 3 310,-10-1 1,-3 1-1,-1-1 0,-2 1-154,-4-1 1,-1 0 139,14 13 22,-14-6-16,-14-8 398,-9-5-354,-8-7 600,-2-3-594,-14-9 295,0-4-323,-14-11 0,1-5 0,-5-5 0,6 5 14,5 6 1,-2 0 7,-17-5-239,12 8 1,-2 1 205,-24-1-6,-1 8-106,3 10 107,2 12 5,4 12-371,2 11 371,26-13 0,2 1 0,-1 2 0,2 2 0,2 0 0,0 1-95,1-1 0,2 1 90,-11 27 10,6-6-5,8-8 383,7-10-378,4-11 122,2-10-77,4-9 374,6-11-391,12-9-10,9-12-7,9-8-10,-17 16 0,0-1-187,3-3 0,1 0 187,3-3 0,1 1-6,4-1 0,1 1-381,4 1 0,1 3 364,2 3 0,1 3-8,0 5 0,0 4-150,-4 3 1,0 4 157,-5 5 0,-2 3-123,18 14-761,-18 15-6750,-18 8 7651,-12-1 0,-4-14 0,-1-12 0</inkml:trace>
  <inkml:trace contextRef="#ctx0" brushRef="#br0" timeOffset="46366">13596 2726 11951,'0'-53'671,"0"0"1,0-1-1,0 1 1,0 0 0,-6-4-1,-3-2 1,-2 1-1,-2 1 1,-1 2-1317,-3-6 0,-3 3 0,-1 1 0,-3 2 743,0 4 0,-1 2 0,-3 3 0,-4 4 47,-3 8 1,-3 2 0,-3 5 0,0 4-125,-7 1 0,-2 6 0,-3 3 44,5 2 1,-2 1 0,-3 3 0,-1 6-157,1 6 1,-3 4 0,0 5 0,-1 2 0,3 2 106,3 2 1,0 2 0,2 2 0,0 1 0,1 1-166,-2 1 0,1 0 0,0 2 1,1 3-1,2 2 163,5 1 0,1 2 0,0 2 0,2 2 0,1 1 0,2-1-23,-3 7 1,2 1-1,1 0 1,1 3 0,-1 3 12,6-8 1,-1 3 0,-1 2 0,2 0 0,-1 2-1,2 0 1,2 1-54,0 1 1,2 1-1,0 1 1,2 0 0,0 1-1,2 1 1,2-1 48,1 0 1,1 1 0,1 1 0,2-1 0,2 0 0,1 0 0,2 0 19,2-4 1,2 0 0,1 1 0,1-2 0,3 0 0,1 0 0,3-3-21,2 4 1,2 0 0,1-2 0,4-1 0,2-2 0,3-3 10,6 3 0,4-3 1,2-2-1,4-4 0,3-4-37,3-5 1,3-3-1,3-4 1,2-4-1,1-2 45,5-3 0,2-4 0,2-4 0,2-4 1,2-2 16,-5-5 0,3-3 0,1-3 0,2-2 0,-1-2 0,0-1 0,-2 0 2,-4 0 0,-1-2 1,0-1-1,-1-1 1,0-1-1,0 0 0,-1-1-16,1 1 1,0-1-1,0-1 1,0 0-1,-2-2 1,0-1-1,-2-2 32,-2-1 0,-1-2 1,-1-1-1,-1-2 1,-1 0-1,-2 0 1,-2-1 14,6-7 1,-3 1-1,-3-1 1,0-4-1,1-3-49,-9 6 0,1-2 1,0-3-1,0-2 0,-1 0 1,-1-1-1,-2 0 0,-2 2-8,3-10 0,-2 1 0,-3 0 0,-1-1 1,-2-1-1,-1-2-5,-3 2 0,0-2 1,-2-2-1,-2 1 0,-1 0 1,-2 2-1,-2 3-6,-2-1 0,-3 3 0,-2 2 0,-2 0 1,-3-2 4,-3-5 1,-2-3 0,-4 1-1,-2 2 1,-5 5-30,-6 0 1,-4 4 0,-3 3 0,-5 0-34,1 2 0,-2 0 0,-4 1 0,-4 3 0,-5 4-1009,3 10 1,-6 2 0,-3 3 0,-2 2 0,0 2-1,0 1 1,4 1 1064,-1 1 0,2 1 0,0 2 0,0 1 0,1 1 0,0 1 0,-8-1 0,-2 2 0,2 1 0,4 2 0,6 2 0,-10 3 0,-1 1 0</inkml:trace>
  <inkml:trace contextRef="#ctx0" brushRef="#br0" timeOffset="54184">6324 12244 21181,'2'-8'2173,"12"-24"1,3-5-1424,-3 12-543,3-11 1,0 4 33,-10 22-90,-4 18 17,-6 20-51,-9 26-95,0-17 1,-3 3-1142,-5 9 1,-3 1 1112,4-9 0,-1 3-185,1 1 1,0 4 0,3-1-970,4 3 0,3 0-735,1-4 0,0 2 0,5-3 1895,5 0 0,4-6 0,2 9 0,2-27 0</inkml:trace>
  <inkml:trace contextRef="#ctx0" brushRef="#br0" timeOffset="54533">6555 12037 17380,'-26'-46'784,"1"1"0,-1 0 0,0 0 0,-8-7 1,-1 3-1,-3 11-381,-12 13 0,-3 14-923,-1 11 0,0 10 800,-2 10 0,2 10-146,18-3 1,1 4 0,2 4-42,-1 5 1,2 4-1,2 2-39,0 5 0,3 3 1,2 2-554,8-11 0,1 2 0,2 0 1,1 1 500,2 2 1,1 2 0,2 0 0,3 0-16,3 2 0,2 0 1,2 0-1,4 0-61,2-2 0,2-1 1,4 0-1,3-3 26,3-3 1,4-2-1,3-3 1,3-3-65,15 4 0,6-6 0,4-6-318,-10-13 0,3-3 0,1-4 0,0-4 339,3-4 0,2-3 0,-1-4 0,0-2 60,1-3 0,-1-3 0,0-2 0,-3-3-20,-1-2 1,-1-2-1,-2-3 1,-2-3 118,-4 0 1,-1-2 0,-3-3-1,-2-1 64,5-14 1,-4-3 0,-5-2-15,-5-4 0,-5-1 0,-4-2 13,-7 12 0,-2-1 1,-2 0-1,-2-1-85,-2-1 0,-3-1 1,-1 0-1,-1 0 14,-2 1 0,-1 0 0,-2 0 1,-2 3 30,-4-12 1,-4 3-1,-3 3 50,-1 10 1,-4 4 0,-3 5-142,-17-2 0,-5 12-157,-5 16 1,-2 11-637,-1 11 0,1 10 793,18 1 0,2 4 0,3-2 0,2-2 0,5-1 0,5 3 0,1-1 0</inkml:trace>
  <inkml:trace contextRef="#ctx0" brushRef="#br0" timeOffset="55534">9782 12353 27432,'-4'-46'95,"2"13"-61,7 45-6,-1 1-11,-2 2 16,-5-2 51,-1-4 6,-4-4-6,-1-7 0,1-11-11,3-15-12,4-15 12,12-12-39,9-4-23,10 9-11,4 17 0,1 17-6,1 21-16,2 16 27,-2 21 1,-20-14 0,-3 3-317,-2 4 0,-5 2 305,-8 5 1,-7 1-526,-7 6 1,-6 1 483,0-13 0,-2 0 1,-4 2-457,0-1 0,-3 3 0,-1-2 0,2-2 491,0-1 1,2-2 0,-2 1 5,-9 9 1,-1 1-1,5-8 16,-12 4 24,8-12 414,25-39-437,31-25-14,1 10 0,7 0 65,9-2 1,5 2-223,8 1 1,3 2 128,5 1 1,1 2-393,2 2 1,2 0-251,0-1 1,1 0-351,-19 6 1,0 0 0,0 0-463,0-1 1,-1-1 0,1 0-2751,17-7 1,-1-2 2386,-7 1 0,-5-2 1848,-9 0 0,-7-4-73,-8 1 1,-10-5 3824,-15-14 1,-10-3-2569,3 13 1,-3 0-256,-6-4 0,-5-2 0,0 1-10,-6-7 0,-2 2-496,5 9 1,-2-2 0,-5 4 69,-10 2 0,-4 2 0,1 5-328,-4-2 1,-3 7 7,-4 13 1,-6 6-1,3 6-5,10 6 0,2 4 0,-2 4-260,4-1 0,-2 2 0,-1 3 1,3 1 154,0 3 0,0 2 0,2 2 0,3 2-33,2 1 1,2 2 0,2 2 0,4 3-379,1 9 1,3 5 0,3 1-1,3-3 353,2-1 1,3-3 0,3 5 1,5 1 0,3 5 0,3 1 0,5-6-279,5-1 0,5-3 1,4 0 250,-1-4 0,1 0 0,4 0 0,6-3-263,12 1 1,7-2 0,5-4 0,0-4 221,0-8 1,1-3-1,2-4 1,1-2 115,1-1 1,1-2 0,1-3 0,1-6-96,4-8 1,2-5-1,-1-5 1,-3-2 104,-9 0 1,-4-3 0,0-3-1,1-1-32,7-5 0,2-2 1,-1-3-1,-4-3 32,-6 0 1,-2-3-1,-3-2 1,-3-1 2,-6-1 0,-2-2 1,-4-2-1,-4-3 2,-6 2 1,-3-3-1,-3-2 1,-2 1-1,0 3-41,0-11 0,-3 3 0,-3-3 15,-4 0 1,-3-6-1,-2 2 1,-3 7 5,-4 8 1,-3 4-1,-3 1-14,-4-7 1,-3 0 0,-8 6-70,-11 5 0,-7 7 1,-1 6-231,6 7 1,-1 6 0,-1 3 166,0 1 0,0 4 0,1 6 97,3 6 0,2 4 0,7 0 0,-5 3 0,-9 9 0</inkml:trace>
  <inkml:trace contextRef="#ctx0" brushRef="#br0" timeOffset="56167">14009 12237 19260,'-4'0'5506,"0"0"-5196,-9-27 1,1-11 177,9-5-396,-9 1 1,4-2 170,25-9-106,6 16 17,18-7-113,-3 19-33,8 10-22,-8 25-1,-9 3-10,7 35 5,-22-16-3,-4 10 0,-6 4-2,-18 14-404,2-16 0,-2-2 414,-16 11 12,12-26 0,-2-2-60,-14 11 172,2-8 100,2-9 12,15-24-123,6-3 72,3-16 831,6-4-926,5 1 81,8 0-137,7 14-22,1 7-11,23 15-12,-6 9 0,-10-3 1,1 4-124,-5 2 1,-1 2 136,-1 1 0,-4 2-30,7 30 5,-13-11-31,-24-13 1,-8-2-115,-26 9-366,5-13 0,-3-3 198,1-9 0,-2-5-323,0-5 1,1-3 105,11-3 1,1-4-4370,-6-13 1,4-5 2699,8 0 0,-6-12 1,28 27-1</inkml:trace>
  <inkml:trace contextRef="#ctx0" brushRef="#br0" timeOffset="56500">13972 11589 25903,'-59'17'261,"-1"0"0,1 0 0,2 4 0,1 2 0,9 8-237,13 7 0,6 8 1,3-2-1132,2-6 1,2 0-1,1 3 1112,-3 14 1,1 4 0,4-1-6,6-9 0,2-1 0,5 3-17,4 1 0,4 3 0,2 1 1,6-4-37,7 5 1,6-4 0,7-2-409,2-9 0,5-1 1,3-4-1,0-5 427,6-4 1,1-6 0,3-4-28,0-4 1,4-2 0,0-3 0,-1-3-11,5-2 0,-2-4 0,4-4-100,-2-4 0,5-4 0,0-3 0,-5-3 178,-11 1 0,-3-2 0,-2-2 0,0-4-378,1-6 0,-1-4 1,-3-2-1,-5 1 384,-7 0 0,-5-1 0,-4-3 17,-1-12 0,-5-5 0,-5 1 12,-5 6 1,-6 0 0,-3-3 6,-5-3 0,-4-4 0,-2-1 0,-4 4-14,1 8 0,-2 3 0,-2 1 0,-4 1-99,-7-4 0,-3 1 1,-3 3-1,1 6 66,1 6 0,0 5 0,-4 5-4,-10 2 0,-4 4 0,2 5 181,11 5 1,1 4-1,-1 2-562,-12 4 1,-1 4-1,5 4-3510,-3 7 0,8 7 3981,6 4 1,11 2 0,16 7 0,13-15 0</inkml:trace>
  <inkml:trace contextRef="#ctx0" brushRef="#br0" timeOffset="57433">17521 12216 22562,'14'-61'598,"1"0"0,0 1 1,-3 7-1,0 3 0,-3 8-340,0-7 997,-7 24-1199,-2 30 317,-4 19-317,-5 30-39,2-16 0,0 2-17,1-5 0,0 1 11,-2 22 0,3 1-280,4-18 1,1-1 271,3 15 0,3-2 2,4-18 1,4-5 480,22 9-458,6-29-17,4-30 11,-1-23-268,-23 14 1,-1-2 270,-3-2 0,-2-1 23,-2 2 0,-3 0-153,5-21 117,-8 18 675,-5 16-687,-7 29 0,-5 15 0,-4 24 0,4-19 0,1 2 0,1 3 0,0 2 23,2 1 1,2 1-61,2 1 0,3 0-112,3-1 1,5 0-135,3-1 1,5-3-88,5-4 1,4-4-40,3-7 0,3-5 31,2-8 0,1-6 109,1-10 0,-2-8 120,0-7 1,-4-7-313,-1-9 0,-5-6 452,-2-8 1,-6-5-350,-7 14 0,-3-2 0,-1-1 382,-2-5 0,-1-1 1,-2-1-455,-3-2 1,-1-1-1,-2 0 514,0 2 0,-3-1 0,-2 2 15,-2 4 0,-3 1 0,-2 3 19,-2 5 0,-2 2 0,-3 3 83,-16-8 1,-5 8-262,-5 9 1,-5 10 204,-4 9 1,-3 10-79,18 4 0,0 6 0,0 3-26,-3 4 0,0 5 1,2 4-248,-2 6 1,1 4 0,3 3 215,9-6 0,2 2 0,1 2 0,2 1-9,0 3 0,1 3 1,2 0-1,2 2-8,2 2 0,1 1 0,2 1 0,3 0-3,1 1 0,2 0 1,3 1-1,3-1-7,4-2 0,2 1 0,4-2 1,3 0-27,7 11 0,5-2 0,8-5-6,6-5 1,7-4-1,5-6 21,4-6 0,6-5 0,1-6 13,4-6 0,2-6 1,1-6 8,-1-7 0,0-5 1,-2-6 5,-3-3 0,-2-6 0,-2-4 20,-5-4 1,-3-4-1,-4-4-114,-4-1 1,-4-4-1,-3-2 118,-4-2 1,-4-3-1,-2-1 6,-3-2 0,-3-2 0,-2 0-1,-2-1 1,-2 0 0,-3 0 7,-1 2 1,-2 1-1,-3 2 56,-2 5 1,-2 1-1,-4 3-79,-7-11 0,-6 6 292,-3 13 1,-4 6-346,-1 10 0,-1 6-241,-25 7 463,13 26-183,18 24 0,13-16 0,11 5 0</inkml:trace>
  <inkml:trace contextRef="#ctx0" brushRef="#br0" timeOffset="58034">21561 11698 21657,'-5'-6'3944,"2"1"-3317,3 5 6,0 0-538,-63-59-67,39 44-20,-14-16 1,-1 8 13,8 31 23,-11 8 11,-15 3-370,24-9 0,-1-1 331,-3 1 0,1-2 0,0-1 0,2-2 22,-25 5 22,14-4-5,16 2-11,10 5 34,9 7 33,5 10 0,6 10-40,3 9-10,1 5-23,0 0-16,-2-4 643,-1-7-654,-1-9 32,-1-10 63,0-10 72,1-9 6,2-11-96,5-11-55,4-15 11,6-12-6,5-8-32,3-2-7,1 8 0,-2 14 0,-3 15 0,-2 17 0,2 18 0,4 18 0,3 19-242,-15-21 1,-3 2 174,-1 4 0,-3 1-337,-2 2 1,-6 0 274,-6-1 0,-5-1-6,-7-3 1,-6-2-42,-6-4 0,-4-4-331,-4-5 0,-2-6-756,1-4 0,1-7 653,3-10 0,4-2 0,-4-1 1,14-11-1</inkml:trace>
  <inkml:trace contextRef="#ctx0" brushRef="#br0" timeOffset="58425">20999 11292 25738,'-53'24'122,"0"0"0,0 0 0,1 5 0,1 2 0,4 6-109,7 6 0,5 5 0,0 2-1007,8-9 1,1 1-1,1 1 1,2 2 991,0 0 1,0 1 0,3 1-1,3 2-4,2 6 1,3 2-1,2 0 1,3-5 1,0-1 0,3-4 1,6 2-24,9 10 1,7 2 0,9-8-219,1-21 1,7-6 0,2-1 132,11 6 0,5-1 0,2-4 0,-11-9 0,3-2 0,1-3 0,0-2 11,3-1 0,0-3 0,0-2 0,0-3 57,1-3 1,0-2 0,-1-2-1,0-3 54,-2-3 0,0-2 0,-2-2 0,-1-4-74,-2-2 0,-2-2 0,-1-4 1,-4-1 112,-1-4 0,-4-2 0,-1-3 0,-4-2-280,-1-3 0,-4-2 0,-2-2 0,-3-1 275,-1-3 1,-4-2 0,-1-1 0,-3 0-8,-1-1 1,-2-2 0,-2 1 0,-3 0 7,-2 2 0,-2 0 0,-2 0 0,-3 3 9,-2 2 1,-1 2-1,-3 1 1,-4 3 123,-8-8 1,-5 3 0,-3 4-134,-2 7 0,-3 5 0,-4 5-236,-12 7 1,-5 6 0,4 5 198,-4 1 1,1 8-9,3 8 0,-3 6 0,5 4 78,1 11 0,4 6-246,10-6 0,-1 4 0,3 1-421,4 2 1,2 1 0,4 3 588,5 4 0,2 2 0,4-4 0,0-5 0,3-2 0,9-2 0,-1 0 0</inkml:trace>
  <inkml:trace contextRef="#ctx0" brushRef="#br0" timeOffset="59025">24777 11902 21424,'14'-47'783,"0"-1"0,1 0 0,-3 4 0,-1 2 0,-3 3-512,-3 1 1,-5 5 47,-16-17 366,-19 23-587,-3 27 0,-3 9-56,1 5 0,-1 4-213,-1 3 1,1 5 173,0 10 0,4 4-3,8-2 0,3 5 2,3 1 0,0 5 0,3-2-214,-1 2 1,4 2 209,6 2 0,4 5 0,7-6-402,10-8 1,4-4 400,0 11 0,5-2 3,13-11 0,6-7-157,2-9 0,2-4 193,-5-3 1,0-4 2,1-8 0,-6-8 429,-8-29-395,-16-5 16,-18-20 202,-12 5-266,5 20 0,-4 0 17,-7-2 0,-3 2-23,4 9 1,-1 3 1031,-24-14-1045,7 27-1,5 31-21,7-3-130,10 10 0,4 5-744,8 14 457,2 9-3107,30-1 3540,23-11 0,-16-12 0,5-8 0</inkml:trace>
  <inkml:trace contextRef="#ctx0" brushRef="#br0" timeOffset="59407">25154 11524 21203,'-14'-52'785,"0"0"0,1 1 1,-4 4-1,-1 2 1,-4 2-557,-2 2 1,-4 3 0,-5 5-1867,-11 5 1,-7 6-1,3 5 1724,-5 0 0,-2 9-10,6 9 0,-6 7 0,-1 4 0,6 2-111,4 5 1,5 4 0,-3 3 47,-2 1 0,-2 3 0,-1 2 0,5 2-12,6 0 1,3 2 0,2 2 0,1 2-123,1 3 0,1 2 0,2 1 0,3 1 110,0 3 0,3 1 0,2 1 1,2 0 7,3 1 1,3 1-1,2 0 1,5-1-12,3-1 1,4 0-1,4-1 1,4-2-11,5-3 1,4 0-1,4-2 1,5-3-261,4-1 0,6-3 0,3-3 0,2-2 232,6-1 1,3-2 0,2-4 0,1-1-6,3-3 0,3-1 0,0-3 0,-2-2 30,-10-3 1,-2-1 0,1-3 0,2-2-8,0-3 1,4-3-1,0-1 1,-2-3-1,-5-2 48,4-6 0,-5-4 0,1-3 198,-1 0 1,3-1 0,-3-4 0,-7-4-143,-5-9 0,-8-6 0,-4-3-26,-4-4 0,-6-4 0,-2-2-19,-4-5 0,-4-2 0,-3-1-8,-2 13 0,-2 0 0,-2-1 1,-2 2-18,-1-1 0,-2 1 0,-2 1 0,-3 2 28,-8-11 1,-3 2 0,-4 4-17,-1 8 0,-3 4 0,-3 4-24,0 8 0,-3 5 0,2 3-15,-8 0 1,-1 8-336,-16 9 0,4 11-247,29 3 1,3 7 607,-8 11 0,6 2 0,12 4 0,17 4 0</inkml:trace>
  <inkml:trace contextRef="#ctx0" brushRef="#br0" timeOffset="59891">26161 12058 21926,'-52'-12'1111,"-1"0"0,7 2 0,15-3-831,30-3-123,30-2-95,31 2-46,-17 7 1,4 0-884,10 1 0,2 0 874,-15 2 1,1 1 0,0-1-7,1 0 1,1 0 0,-1 0 3,-2 0 1,0-1 0,-2 0 2,14-4 1,-5-2 121,-13 0 1,-6-4-92,1-22 11,-43-7-8,-8 19 0,-6 1 39,-10-2 1,-3 3 32,-4 0 1,-1 2 56,2 3 0,2 2 0,6 3 0,4 2 41,-7-4-133,20 9-57,23 9 12,17 11-29,20 13-16,-15-5 0,1 2 194,4 6 0,1 3-186,1 3 1,-2 4-1,-1 3 0,-4 2-6,-4 1 1,-5 2-37,-5-1 1,-5 1-232,-7-4 1,-4 0-33,-5-5 0,-3-1-451,-2-5 1,-2-2-3213,-14 15 3971,6-14 0,8-15 0,6-9 0</inkml:trace>
  <inkml:trace contextRef="#ctx0" brushRef="#br0" timeOffset="60541">27338 11694 23237,'3'-3'3153,"-2"1"-2369,-1 2-694,53 62-28,-40-21-269,13 5 0,-4 1 280,-35 6-11,-8-7 120,-9-10-70,0-13 39,5-12-50,8-18-11,10-12 5,13-16-28,14-12-36,-4 20 0,3 0-3,3-2 0,1 1 42,1 2 1,1 1-15,20-17-33,-9 15-1,-10 14-16,-6 11-18,-2 15 35,3 13-57,3 15-106,3 12-288,-13-23 1,0 0 102,1 2 1,2 0-88,3 1 1,2-1-4,4-1 1,3-2 66,2-2 1,3-3 75,0-4 1,1-5 117,-4-3 0,-1-5 459,18-7-3,-15-17 208,-10-17 123,-5-13-11,1-9-40,0-2-89,-2 6-112,-7 10-135,-8 14 348,-8 13-526,-7 12-57,-5 15-39,1 10 28,3 11-11,6 3 11,10 0 5,11-2 18,11-8 21,10-9 1,6-9 28,-1-14-45,-2-11-45,-8-11-11,-5-7-173,-7-4-449,-6 0-1041,-4 8-2359,0 11 4050,-1 10 0,-1 8 0,-1 2 0</inkml:trace>
  <inkml:trace contextRef="#ctx0" brushRef="#br0" timeOffset="61058">28592 12056 27858,'42'-29'105,"-1"-1"0,0 0 0,-2 1 1,-1-1-1,-6 1-52,-5-7 0,-5-2-1071,3-5 1,-2-3 1028,0-5 0,-2-3 6,-1-4 0,-3-2-9,-2-1 0,-3-1 3,-3 3 1,-3 1-1,-3 8 1,-4 2 311,-2 11 1,-2 4-324,-8-8 342,-4 24-342,-3 24 0,-5 23 0,10-3 0,1 5-425,-3 11 1,1 4 424,-1 9 0,2 4-144,5-16 0,1 1 0,0 1 144,2 2 0,1 0 0,2 0 0,2 0 0,2 0 0,4-2 0,2 0 0,3-2 0,3-1-5,4-2 1,3-2 0,2-3-352,16 13 1,4-6 349,2-9 0,2-8-243,-1-8 0,0-9 249,-2-11 0,-1-9 8,0-8 1,-2-7-87,1-10 1,-3-6 77,-12 9 0,-1-3 0,-2-2 0,1-5 0,-2-2 0,-2-2 0,0-5 0,-2-1 0,-1-1-148,-1-4 0,0-1 0,-3 0 148,0 1 0,-2-1 0,-2 2 0,-1 5 0,-1 2 0,-2 2 303,1-10 1,-5 6-304,-4 17 0,-2 7 0,-5 7 493,-18 38-493,-4 29 0,11-8 0,0 5 27,-2 9 0,1 7-98,10-15 1,1 3 0,1 2-1,0-3-126,0 1 1,1-2 0,0 4-702,1 7 1,-1 5-1,2 0 1,0-6 598,1-6 1,2-3 0,-1-3 0,-1 19-1,0-6 1,3-23 0,-1-1 0</inkml:trace>
  <inkml:trace contextRef="#ctx0" brushRef="#br0" timeOffset="62033">7506 12654 21912,'-50'7'705,"-1"0"1,1 0-1,-11 1 1,11-1-157,18-1-101,66-10-350,9-2 0,8-2-78,-2 0 1,4 0 0,2-1-938,-6 1 0,1 0 0,2-1 0,1 1 917,3-2 0,2 1 0,0-1 0,1 1-311,-1-1 0,1 0 1,0 1-1,-2-1 299,-2 1 1,0 0 0,-2 0 0,-1 0 9,9-2 0,-3 1 1,-3 0 361,8-2 1,-8 0-338,4-4 78,-59 4-40,-47 2-8,8 3 1,-3 0 638,-7-2 0,-2-1-589,0-1 1,0 0 30,6-1 1,2 1 5,9 1 0,4 0 2446,-8-2-2513,22 5 447,19 6-470,18 9-44,20 10 2,-11-4 1,2 3-356,6 2 1,2 2 309,3 3 1,0 1-104,2 3 0,-1 1-247,-3 2 1,-3 2-536,-4 0 1,-5 4 921,-7 4 0,-6-2 0,2 5 0,-13-4 0</inkml:trace>
  <inkml:trace contextRef="#ctx0" brushRef="#br0" timeOffset="62617">11218 12772 20632,'-9'0'4190,"2"0"-3596,7 0 0,0 0-471,94-62-1802,-44 47 0,7 2 1686,-8-5 0,6-5 0,2 1 0,0 4 1,-1 6 1,0 3-1,1 2 1,0-1-12,-7 0 1,1 1 0,0-2 0,0 1-1,1 0-329,1 0 1,1 0 0,-1-1 0,1 1 0,-1-1 325,-1 1 1,0 0-1,0-1 1,-1 1-1,-1 0 0,9-2 1,-2 1-1,0 0 1,-3-1-129,7-1 0,-2 0 1,-5-1 147,5-1 0,-9-2 25,-7-9-17,-64 2 6,-10 11 0,-9 3 28,-15-2 0,-4 1 215,13 3 1,-1 0-1,-2 1-197,-1 0 1,-1 0 0,0 1 13,3-1 0,0 1 0,2 0 1029,-14-1 1,6-1-1006,15 2 0,5-1 611,2-3-695,42 3 6,34 1-31,-5 3 0,4 1-561,11 3 0,3 2 556,-13-1 0,0 2 0,1 2-6,1 1 1,0 1 0,-1 3-6,-1 0 0,-1 2 0,-2 4-47,1 4 0,-2 2 1,-4 1-14,1 0 0,-6 3-176,0 11 0,-12 2 374,-23 11-1699,-7-20 0,-3-1 1574,-22 18 0,7-20 0,11-16 0</inkml:trace>
  <inkml:trace contextRef="#ctx0" brushRef="#br0" timeOffset="63175">15173 12403 26889,'45'-15'20,"0"0"1,1-1 0,-1 1 0,3 0 0,0 0 0,0 2-1,1 1-20,1 3 0,-1 1 0,1 2 0,2-1-1135,-1 0 1,1 0 0,2 0 0,-2 0 0,-3 1 1135,11-2 1,-3 0 0,2 1-5,-2 0 0,3 0 1,-1 0-1,-7 0 151,11 0 1,-5-1-151,-14 2 0,-1 0 0,-2 0 503,4-1 0,-9-5-478,-14-14-7,-50-1-4,-23-1-356,4 11 1,-5 2 385,5 2 0,-2 0 36,2 1 1,-3 0-1,3 1 14,-8 0 1,4 1-26,0 0 0,7 3-16,10 3 2537,20 4-2537,22 2 1266,18 3-1292,11 1 0,6 1-17,5 1 1,1 0-358,5 1 1,2 1 348,-14-3 0,0 2 0,-1 0 88,10 5 0,-2 3-105,9 3 0,-1 5-115,-6 8 1,-7 3-68,-16-6 1,-7 2 58,-5-2 0,-8 0-1140,-31 24-2602,-16-14 3882,-7 3 0,14-18 0,15-12 0</inkml:trace>
  <inkml:trace contextRef="#ctx0" brushRef="#br0" timeOffset="63734">18342 12448 18858,'-57'1'852,"1"0"1,-1 0 0,-5 0 0,3 0-254,-5 0 1,8-3 1234,12-7-1638,33-4-118,61-10-53,5 9 0,7 2-745,-4 1 0,3 0 724,-14 4 0,3 0 0,2 0 1,2 0-441,-4 1 1,1 0 0,2 1 0,0-1 0,0 1 439,1-1 1,1 0-1,-1 0 1,2 1 0,0-1-5,7 0 0,2-1 0,0 1 0,-2 0 0,-3 0 5,0 0 1,-2 0 0,-3 0-1,-2 0-5,1 0 0,-3 1 0,0-2 7,1-2 1,0-1 0,-9-2-258,11-14 264,-20 12 0,-12-3-79,-56-35 93,10 31 0,-6 0 20,-18-11 0,-2 1-1,11 10 1,0 2 69,-20-6 1,2 3-34,24 11 0,2 1-17,-10-3 0,4 1 831,9 5-859,18 4 2901,20 7-2912,13 5-6,23 9 123,-16-4 1,3 1-135,6 3 1,1 3-15,5 5 0,-1 1-6,-8-5 1,0 3-24,-2 2 1,2 3-1,-3-1-142,-2 2 1,-3 2-152,10 12 0,-8 2-232,-18-12 0,-10-2-524,-11-1 0,-6-2-1373,-20 13 2454,8-23 0,0-2 0,5-5 0,0-2 0</inkml:trace>
  <inkml:trace contextRef="#ctx0" brushRef="#br0" timeOffset="64267">21838 12265 22324,'-48'-5'908,"0"-1"1,0 1 0,-13-2 0,7-1-349,-1-7-308,45-1-145,53-1-71,3 7 0,8 1-1230,-3 2 1,5 0 0,2 1 1198,-5 1 1,1 0 0,3 1 0,0-1 1,-6 1 1,1 1 0,1-1 0,0 1 0,0-1-14,3 1 0,-1-1 1,2 1-1,-1 0 1,0 0-304,0-1 0,0 1 1,0 0-1,0 0 0,0 0 312,-3 0 1,0 0-1,0 0 1,-1 0-1,0 0-3,8-2 0,-1 1 0,-1-1 0,-1 0-158,-6 0 1,-1 0 0,-2-2-1,-2 0 156,6-1 0,-2-2 1,-5-2-66,7-6 1,-9-3 127,-1-26-16,-52-8-9,-13 25 1,-8 2 585,-11-1 1,-6 3-562,-6 1 1,-2 3-31,11 6 0,-1 2 55,-15 3 1,4 2-14,3 4-73,-8 7 2511,52 8-2455,26 11-33,22 9 7,-10-10 1,3 1 159,4 4 1,2 2-188,1 5 0,-2 1-3,-1 4 0,-4 2-34,-5 1 1,-6 1-331,-7 1 0,-9 1-1199,-12 0 0,-9-2 1563,-4-4 0,-3-4 0,-16 9 0,10-20 0</inkml:trace>
  <inkml:trace contextRef="#ctx0" brushRef="#br0" timeOffset="65575">6304 13833 23859,'0'-10'1557,"3"-23"0,1-3-1148,0 15-334,-1-16 1,3 11 8,-2 28-11,2 19-12,1 21-5,-1 20-373,-4-26 0,-2 2 311,-2 1 1,-3 2-12,-1 0 1,-4 0-24,-3 1 1,-3-1 0,-4 0 0,-2-2 39,-3-3 0,-3-3 22,1-5 1,-2-5-55,-27 4 110,5-20 40,8-20 50,9-12 28,10-8 5,9 3 607,6 6-768,5 10 37,3 11-77,8 12 0,7 10 0,16 6 0,13-1 0,16-7-401,-23-12 0,3-2 401,5-6 0,1-3 0,4-3 0,0-2 0,1-4 0,-2-3 0,-2-1 0,-4 0 0,-6 0 0,-4 0 0,10-10 0,-23 7-584,-22 11-2031,-12 5 2615,-5 5 0,6 1 0,6 0 0</inkml:trace>
  <inkml:trace contextRef="#ctx0" brushRef="#br0" timeOffset="66500">6063 14996 21618,'1'-6'4229,"0"2"-3529,-1 4-257,-22-65-163,-3 49-185,1-15 0,-3 5 11,-5 34 1,1 9-79,-15 6-247,15 0 0,3 3 263,-1 12-44,3 16 109,13 1-129,17-21 1,4-1 8,4 13-158,5-13 0,3-2 163,17 10 0,-12-15 1,1 0 10,0-2 1,-2-1 11,16 24 0,-18-18 16,-30 5-21,-26-14-7,6-8 1,-4-1-23,-6 0 0,-1-2-238,-11-1 1,0-2-108,16-1 1,1-2 361,-10-2 0,5-1 0,18 0 0,-4-3 0</inkml:trace>
  <inkml:trace contextRef="#ctx0" brushRef="#br0" timeOffset="68275">5643 16510 24643,'0'-6'2582,"0"1"-1938,0 5-655,9-19 39,-6 36-34,4-6 6,-16 46-6,-1-25 1,-2-1-261,-6 3 0,-4 0 269,-3-1 0,-3-1 14,-2-3 0,-2-3 11,1-4 0,0-4-23,-23 2 40,12-18 61,14-13 62,10-8 23,9-1-57,4 4 455,4 7-589,2 5 0,5 7 0,4 5 0,10 5 0,9 1 0,12-2 0,14-5-264,-21-7 0,0-1 264,4-2 0,1-1-177,-1-1 0,0-1-571,-4 0 1,-1 0-6280,18-3 7027,-22 4 0,-16 3 0,-10 2 0</inkml:trace>
  <inkml:trace contextRef="#ctx0" brushRef="#br0" timeOffset="68616">5535 17475 27429,'-49'-30'145,"1"-1"1,4 6 0,6 14-95,8 56-65,17-15 0,3 4 8,1 6 0,3 3-761,1 7 1,1 1 766,2 5 0,1 0-486,2 3 1,0 0 448,1 0 1,-1 1-79,1-1 0,-1 1-179,-2-2 0,-4-1-258,-3-1 1,-3-3-524,-5-2 0,-4-3-771,-4-6 1,-3-4 1387,-3-6 0,0-5 0,-4 5 1,4-18-1</inkml:trace>
  <inkml:trace contextRef="#ctx0" brushRef="#br0" timeOffset="68759">5083 17952 22271,'47'-29'516,"-1"0"1,1 0-1,-2 1 1,-1 0-1,-2 3-497,3-2 1,-2 1-897,1-1 0,0-1 877,4-2 0,-3 1 0,5-3 0,-6 3 0</inkml:trace>
  <inkml:trace contextRef="#ctx0" brushRef="#br0" timeOffset="70266">7100 11428 19692,'-1'-56'741,"0"-1"1,0 0-1,4 1 1,2 1-1,4 0-541,4 4 0,4 1 0,4 2-1365,5-2 0,5 3 0,4 1 1249,6 0 0,5 2 0,3 2-27,-8 11 0,3 0 1,2 3-1,1 1-3,4-1 1,2 3 0,1 1 0,1 2-415,2 1 0,1 2 0,0 2 1,1 2 402,-1 2 1,0 2-1,1 2 1,-1 3-21,-3 4 1,1 1 0,-2 3 0,-1 3-46,-3 2 0,-2 3 0,-1 2 1,-2 3 24,10 8 1,-3 4 0,-3 4-269,-7 2 0,-3 3 0,-3 2 274,-6 2 0,-3 1 1,-3 2 107,-4 0 0,-3 1 0,-3 0-115,-2 0 0,-3 0 0,-2-1-4,-2 0 0,-1-1 0,-1 0-4,0 15 1,-3-1 705,-1-6 1,-2-4-701,0-7 0,-1-4 1494,-9 16-1382,-5-23 1519,-4-17-1519,-7-17 1279,-5-12-1312,-6-10-12,-5-4 269,-5 1-218,-1 3 39,2 6 72,9 7 18,11 6-68,14 3-78,8 4-28,10 1 11,7 5 264,7 6-315,10 6 6,5 5-5,7 1 5,6-5 0,11-6-176,-24-10 1,2-2 164,4-4 0,1-4-406,4-3 1,-1-3 402,2-4 1,-2-2 30,-1-2 0,-3-2-107,-6 1 1,-3-1 279,10-23-155,-20 5-74,-16 5 274,-11 7-274,-3 9 751,0 8-1311,4 9 0,5 6 0</inkml:trace>
  <inkml:trace contextRef="#ctx0" brushRef="#br0" timeOffset="72376">6997 13258 17636,'3'-54'1605,"0"0"1,-1 7 0,-2 6-872,-4 6-510,-1 17-180,2 19 57,4 21 6,3 23-57,0-12 0,1 3-312,2 8 0,1 4 290,1 6 0,3 2-503,-3-14 1,2 0 0,1 0 483,2 3 0,2 0 1,1 0-3,4 1 1,2 1-1,3-2 11,3 0 1,3 0 0,3-2-507,6 1 1,2-2 0,3-2 512,-7-10 0,2-1 1,1 0-1,2-2-493,4 1 0,1-1 0,2-1 0,2-1 481,-8-4 0,1 0 1,1-2-1,1 1 1,1-1-273,3 0 1,1 0-1,0-1 1,2-1 0,0 0 266,4 1 1,1-2 0,1 0 0,0 0 0,1-2-119,-7-2 0,1-1 0,1 0 0,-1 0 0,2-2 0,0 0 115,3-1 1,1 0 0,1-1-1,0-1 1,1 0 0,0-1-65,-6-2 1,0 0 0,0 0 0,1-2 0,0 1-1,0-2 1,1 0 71,1-2 1,1 0 0,1-1-1,-1 0 1,1-1 0,0-1 0,0 0-15,-6-1 0,-1 0 0,1 0 0,-1-1 0,1 0 0,0-1 1,0-1-1,-1 1 22,2-2 0,-2 0 0,1 0 0,0-1 0,0 0 0,1-1 0,0 0 0,1-1 10,1-1 0,2-1 0,0 0 0,2-1 0,-1-1 0,0 1 0,-2-1 1,-2 2-1,-3-1-20,0 1 0,-2 1 0,-3 0 0,0 0 1,-1 0-1,2-1 0,3-2 5,-3 2 1,2-2 0,2-1 0,1 0 0,0 0 0,-1 0 0,-2 0 0,-2 0 0,-4 1 9,14-6 1,-5 2 0,-3-1 0,1 0 0,2-2-12,-2 2 0,1-1 0,2-1 0,-1 0 0,-1 0 0,0-1-4,-6 3 0,-1 0 0,0-1 1,-1 0-1,0 0 0,0-1 5,9-5 1,1-2 0,-1 1 0,-3 0 0,-3 2-10,-6 3 0,-3 2 0,-2 0 0,1-2 159,4-4 1,1-2 0,-3 1 0,-7 0-120,-2-5 1,-5-1 529,1-7 1,-4-3-497,-11 4 0,-7 0 22,-8 3 1,-7 2 896,-4 4 1,-5 3-926,-5 5 1,-5 4-23,-2 5 0,-3 4-14,-2 3 1,0 5-15,1 4 0,0 4-6,0 3 1,2 4-9,-11 10 2717,11 0-2723,17-6 1233,5-4-1232,-4 4 11,-15 7-6,4-5 6,-26 13 5,3-7 174,15-8 0,0 0-168,-28 9 39,12-8 136,17-10-164,15-7 45,16-14 0,14-10-22,18-11-45,-8 14 0,4 2-367,5-1 0,3 3 378,5 1 0,1 3-9,-1 2 1,2 4-12,-2 3 1,-1 3-9,0 6 0,-2 4 73,0 4 0,-2 7-65,8 14 1,-4 5-182,-12-12 1,-2 3 152,7 15 1,-5 2-152,-14-16 0,-5 1-585,2 8 0,-3 1 756,-6 2 0,-3-3 0,-1 6 0,-5-7 0</inkml:trace>
  <inkml:trace contextRef="#ctx0" brushRef="#br0" timeOffset="73499">10414 11650 20881,'-15'-56'694,"0"0"1,-1-1 0,4-1-1,1-2 1,7 2-525,7 2 0,7 1 0,4 0-1104,-1 10 0,2-1 0,2 1 1,4 0 982,4-1 0,3 0 0,3 1 0,2 2-24,4-1 0,3 1 0,2 2 0,2 1-4,4 1 0,2 1 0,2 3 0,2 1-8,-9 7 1,2 1-1,0 1 1,2 2 0,0 0-329,2 1 0,1 2 0,0 0 1,2 1-1,-1 2 319,3 0 1,0 2-1,0 0 1,1 2 0,0 1-133,1 1 1,0 2 0,1 0 0,0 2 0,-1 2 126,0 0 0,0 2 0,0 1 0,0 2 0,-1 2-197,-2 1 0,0 2 1,-1 2-1,0 1 1,-1 2 190,9 4 0,-1 3 0,-1 3 0,-3 3-7,-5 1 0,-1 4 0,-3 2 0,-3 2 2,-4 1 1,-3 3 0,-3 1 0,-2 1 164,3 14 1,-5 1 0,-6 2-162,-5-1 1,-6 1 0,-5 0-3,-7-2 1,-4 0 0,-5-1 7,-4-2 0,-3-1 0,-3-2 287,-3-2 0,-3-2 1,-1-2-290,0-4 0,-2-3 1,0-1 668,-8 7 1,-1-4-664,6-9 1,1-5 1772,-11 5-1741,14-20 1593,9-18-1610,0-16-11,-12-15 5,8 15 0,-4-1 494,-5-2 0,-3-1-486,-4 0 1,0 1-70,-2 2 0,1 1 139,5 4 1,2 1 123,-13-14-56,22 10-85,22 8-27,14 9-34,17 10-5,11 13 0,9 13-161,-24-9 1,0 1 165,2 2 0,0 0 17,1-1 0,2-1 122,3-2 1,1-2-109,5-3 0,2-2-6,7-3 1,2-4-649,6-5 1,1-4 631,-16 1 1,0-3-1,1-1 2,1-3 1,0-2-1,-1-1 15,-1 0 1,-1-2-1,-2-1 33,13-9 0,-4-2-111,-12 3 0,-6-1 175,4-21 442,-29 10-693,-19 11-114,-9 10-2116,-1 10 2347,5 14 0,8-3 0,5 5 0</inkml:trace>
  <inkml:trace contextRef="#ctx0" brushRef="#br0" timeOffset="74766">14663 12844 19792,'-4'-52'941,"0"-1"0,0 7 0,2 11-846,1 25 553,5 11-430,4 13 170,5 14-215,-4 5 1,0 3-82,-1 4 1,-2 0-461,0 4 0,-1 1 429,-2 8 1,0 2-23,0-11 0,1 2 1,-1-1-29,1 10 0,3 2 3,2-11 0,2 6 0,3-1 0,1-6-1428,13 13 0,4-4 1423,-8-10 0,1 2 1,4-3 10,7-4 1,5-2-1,1-3-311,-1-5 0,1-4 0,7 1 342,-3-4 1,5 1-1,3 0 1,1-2-1,-1 0-376,-1-2 0,-1-2 0,1-1 0,2 0 0,2 0 339,1 0 0,4-1 0,1 0 0,0-1 0,-1-1 0,-4 0-180,-2-2 0,-4-1 0,0-1 1,1 0-1,3-1 181,2 1 1,3-1 0,1 0 0,1 0 0,-1-1 0,-2-1 7,-6-1 0,-2-1 1,-1 0-1,1 0 1,3-1-1,2 0 5,1-1 0,3 1 0,2-1 0,2 0 0,1-1 0,-1 0 0,-1 0 0,-2-1-5,1-1 0,-1 0 0,-2 0 1,1-1-1,0 0 0,0-1 1,1-1-5,-2 1 1,1-1-1,0 0 1,1-1 0,0 0-1,-2-1 1,0 0-1,-3-1-91,9-2 1,-1-2-1,-2 0 1,-1 0-1,-1-1 1,-3 0 81,1 1 0,-3 0 0,-1-1 0,0-1 0,1-1 20,-2 0 0,0 0 1,0-2-1,1-1 0,-1 0 1,0-2-19,-1-1 0,-1-1 0,0-1 0,0 0 0,-1-1 1,1 0-14,0-1 1,0 1-1,0 0 1,1-1 0,-1-1-1,0-1 7,3-2 1,1-1-1,0-1 1,-1 0 0,-2 0-1,-3 1 30,-3 0 1,-2 1 0,-2 0 0,-3 0 0,0 2-26,10-9 1,-3 2-1,-1-2 286,1-7 0,-1-3 0,-8 2-255,-10 2 0,-4-2-16,-3 4 0,-1-2 0,-5 1 2,-5-8 0,-8 2-25,-3 2 0,-4 3 25,-5-21 1310,-15 9-1294,-16 29-27,-7 12-12,16 15 1,0 5 598,2 7 1,2 2-600,-16 17 2119,2 13-2113,22-11 980,-1 14-986,10-15 40,1-1-45,-2-15 1458,-5-5-1458,-10-6 183,-10-4-177,-9-2-12,-3-7 40,3-3-51,12-3 45,1-12 28,19 4-61,-1-10 5,16 2 11,15 0-22,3 5 22,11 8 0,3 2-17,8-1 12,14 2 0,4 3-498,-20 5 0,0 2 495,19 0 0,0 2 8,-20 1 0,-2 1-14,16 7 1,-2 3-285,-17-3 1,0 1 286,12 5 0,1 3-6,-13-4 1,-2 2-90,20 21 39,-15 1 28,-17 3-51,-15-1 301,-15-3-3068,-11-2 2846,-5-10 0,9-10 0,7-9 0</inkml:trace>
  <inkml:trace contextRef="#ctx0" brushRef="#br0" timeOffset="75866">14658 11586 19591,'-48'-37'1529,"0"0"0,6-3 0,9-3-1135,19-3 1,10-2-1682,10-9 0,9-2 1384,1 14 0,5 0 0,4 1-358,8-6 1,4 1-1,4 0 291,-6 11 1,1 1 0,2 0 0,1 1-256,3-1 1,1 1 0,1 0 0,1 2 243,1 0 1,1 1 0,0 1 0,1 0-382,1 2 0,1 1 1,1 0-1,0 2 370,1 1 1,1 0-1,0 2 1,1 1-5,1 1 0,1 2 0,1 0 1,0 1-1,2 2 0,0 1 0,1 1 0,0 2-3,0 0 1,2 2-1,-1 0 1,0 3 6,0 0 1,0 1-1,0 2 1,-1 1-1,-1 2 0,-1 1 1,0 2-1,-1 1-55,-4 3 1,-1 0-1,-1 3 1,-2 2 49,9 5 1,-1 4 0,-4 4 99,-8 3 0,-3 3 0,-5 4-103,-7 1 0,-4 4 0,-6 1 2,-6 3 0,-4 2 0,-5 0 180,-7 2 0,-5 1 0,-4-1-194,-3 1 1,-3 0 0,-2-1 5,-3-1 1,-1-1-1,-1-1 0,1-2 1,1-2-1,-1-1 651,-6 13 0,0-2-643,5-8 1,1-3 674,3-8 0,1-2-626,-16 8 866,-1-18-867,-5-24 6,-7-15-17,22 2 0,1-3 3,0-2 0,1-2 8,3-2 1,3 0 117,-10-25-17,14 8 1344,7 14-1450,6 14 793,5 13-810,4 17 80,12 12-108,11 15 17,0-6-17,2-6 0,4-2 14,-6-8 0,3-2-616,17 8 0,4-3 621,0-6 1,2-5 4,-15-4 1,0-2-1,2-1 0,2-1 1,0-2-1,1-2 4,0-1 0,0-2 0,0-2 7,-2-1 1,0-1-1,-2-2 18,16-6 1,-3-4-189,-9-1 1,-5-2 218,-10 1 0,-5-2 73,3-22-67,-26 7-62,-17 8-28,-9 11-280,-2 10 158,7 12-9406,7 16 9528,8 5 0,2-3 0,2-7 0</inkml:trace>
  <inkml:trace contextRef="#ctx0" brushRef="#br0" timeOffset="77216">21510 12654 22705,'24'-4'1294,"-5"18"-1143,-15 14 0,-5 7-17,2 4 1,0 2-963,-1 6 0,0 2 909,1 5 0,2 0-441,0 3 1,3 0 404,3 3 0,4-1-17,4 0 0,7-1 7,3-11 1,4 0-1,0-3-18,3 3 0,4-2 9,3-4 0,7 1 1,-1-4-398,-7-12 0,-1-4 0,4 1 396,-3-2 0,4 0 1,1 0-1,0-2 18,3 0 1,2-1-1,0-2 1,1-1-446,4 0 0,0-2 0,1 0 0,1-2 434,2-1 0,2-1 0,0 0 1,0-2-5,-9-2 0,1-1 0,0 0 0,0 0 0,1-1-9,2-1 0,1 0 0,1 0 0,0-1 0,0 0-243,4-1 1,0 0-1,1-1 1,0 0 0,0 0 229,-7 0 1,-1 0-1,0-1 1,2 1-1,0-1 1,3 1-4,-7-1 1,3 1-1,0-1 1,2 0-1,0 0 1,-1 0-1,0 1 1,-1-1-115,3 0 1,0 1 0,-1-1 0,-1 0 0,1 1-1,-1-1 1,1 1 110,-2-1 1,0 1 0,0-1 0,1 1 0,-2 0 0,1-1 0,-1 1-62,8 0 0,0 0 1,-1-1-1,0 1 0,-2 0 1,-1 0 60,1-1 0,-3 0 0,-1 1 0,1-1 0,2-1 25,-3 1 0,2 0 0,1 0 0,1-1 0,0 0 0,0-1-17,-6 0 1,1-1 0,1 0 0,0 0 0,-1-1 0,-1 0 0,-3-1 3,11-1 0,-2-2 1,-2 0-1,0 0 1,-2-1-5,-2 2 1,-1-1 0,-1 0 0,-1-2 0,-2-1 13,4-5 1,-3-2-1,-1-1 1,-4-1 136,3-5 0,-3-2 0,0-2-140,-5 3 1,1-3-1,0 0 1,-1-3 5,1-5 0,1-3 0,-2 0 1,-4 3-11,-1 0 0,-3 3 0,0-2 26,7-8 0,-1-3 0,-5 4 278,-6 7 1,-4 1-259,4-7 1,-2 0-12,-7 5 1,-3 1 728,-5 3 0,-3 1-684,-3-27-11,-12 3 62,-7 6-6,-6 7-90,-1 9 1306,-1 12-1367,5 12 3020,-2 12-3009,10 5 870,-3 10-892,4-3 330,-3 9-308,3-5 0,-3 1 0,5-7 0,-5 1 0,-1-6 16,-3 2-10,-3-4 5,6-1-11,0-1 0,7 0-5,-2 2-1,0 3 6,0 2 0,0 0-11,0 2 11,-1-1 22,-1 3 1,-5 2-29,-5 3 12,-24 10-1,-4 0-456,-6 0 451,21-12 0,-1-2 2,4-1 1,-1-1 0,-11 3 0,0-1 3,-15 3 22,12-7-28,34-12 16,12-11 1,23-16-17,-1 3 17,12-4 0,7-2-1153,-10 9 1,0 0 1140,8-5 1,2-1 19,1 1 1,1 3 71,-8 7 1,1 2-68,18-3 1,1 2-34,-9 6 1,0 4-596,5 1 1,-3 4 602,12 8-164,-28 3 1,-3 4 119,15 21 11,-18-4 0,-1 3-62,4 15-988,-17-4 0,-7 1 1078,-16 16 0,5-7 0,-8-18 0</inkml:trace>
  <inkml:trace contextRef="#ctx0" brushRef="#br0" timeOffset="89324">18638 12434 8429,'19'-56'581,"1"0"1,0 1-1,0-1 1,-1 0-1,1 1 1,-3 0-1,-1 1 1,-1-1-1,0 1 1,-1-1-1,-2 0-846,0-1 0,-1 0 0,0 0 0,-2-1 1,-2 1-1,-3 1 487,-1-6 1,-3 0 0,-2 1 0,-2 1 0,-4 1-39,-1 5 1,-3 1 0,-2 1 0,-2 2 0,-4 1 83,-7-6 1,-4 1 0,-5 4 0,-2 3-55,-3 5 0,-4 4 0,-2 3 1,-3 3-52,-1 5 1,-3 4 0,-2 4 0,-1 4-171,-2 3 1,-1 5-1,0 3 1,-1 5 76,-1 4 0,0 4 0,-1 5 0,2 2-39,9 1 0,1 2 1,0 3-1,1 2 0,0 2-173,-2 4 1,0 3-1,1 3 1,1 1 0,0 3 169,6-3 0,1 2 0,0 1 0,0 2 0,1 1 0,1 1-11,4-3 1,0 1 0,0 2-1,1 0 1,1 1 0,0 1-1,0 0-6,0 3 0,0 2 1,1 0-1,0 1 0,1 0 1,1 2-1,1-1-56,4-5 1,0 0 0,1 1 0,1 0 0,0 1 0,1 0 0,1-1-1,1 1 46,-2 7 1,1 0 0,1 0-1,2 0 1,0 1 0,2-1 0,1 0-9,3-3 0,0 0 0,2 0 1,1 1-1,1-2 0,3 0 1,2 0 17,1 3 0,2 1 0,3-2 0,2 0 1,2-1-1,5-3 7,4 5 0,3-1 0,4-2 0,5-2 0,3-4-3,5-3 1,5-3 0,4-2-1,3-4 1,2-3-9,-3-6 0,3-3 0,2-3 1,2-2-1,1-1 0,1-2 1,-3-3 1,2-2 0,0-1 0,2-1 0,0-3 0,0 0 0,1-2 3,3-1 0,1-2 0,0-1 0,1-1 0,-1-2 0,1-2 0,0 0 19,1-1 0,1-2 0,-1-1 1,1-1-1,-1-2 0,0-1 0,0-1 10,-2-1 1,1-2 0,-1-1-1,-1-1 1,0-2 0,0 0 0,-2-2-14,-2 0 1,0-2 0,0 0 0,-2-2 0,0-1-1,-2-1 1,0-1-11,-4 1 1,0-2-1,-2-1 1,0-1-1,-2-1 1,-1-1-1,-2-1-3,4-6 0,-2-2 0,-1-1 0,-3-1 0,-2-2 0,-3 0-6,-3-1 0,-2-2 1,-3 0-1,-2-2 0,-2 0 1,-4-1-1,-2-1 0,-3-1 1,-3-1-1,-3 0 0,-2 0 1,-4 0-1,-3 0 0,-4-1 1,-2 0-1,-4 1 0,-2 0 1,-3 2-7,-2 1 1,-4-1 0,-3 2 0,-2 1-1,-3 1 1,-2 3-19,-4 0 0,-3 2 0,-2 2 0,-3 2 0,-2 2 0,-1 3-82,3 5 0,-1 3 1,-1 2-1,-2 1 0,-1 2 1,-1 1-1,-1 2-576,-4 2 0,-2 1 0,-1 3 0,-1 1 0,0 1 0,0 2 0,2 1 673,2 2 0,0 2 0,0 1 0,1 0 0,1 2 0,1 0 0,4 1 0,-18-1 0,3 1 0,3 2 0,6 1 0,7 4 0,1-1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C21D-E06C-01E3-50FF-DD542185B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37C02-2CE8-6A33-816C-9AC97AEF3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DFCD2-8083-142D-5CD6-D12E3622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AEBF-2199-3E1B-7597-3E002D22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A132A-B957-4BFF-9913-007CE8D6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11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5F6D-ED2C-D89D-2A7C-7626E3C1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8EAA-1DD6-7343-0E40-49BB377F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B6C3C-0251-63E0-1DE1-1A79FE5DC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03154-C32F-867B-1C3B-F4322371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9BFF2-DDCF-310D-C0DC-C7EB65D5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0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CF3A-13E8-8B5D-BBC9-28E54E9C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29D4F-AC7D-4E53-D651-62068DB25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77A55-E9BE-6B4E-C56D-9D33EA2B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E220B-8C48-254B-8ED6-234FFF93A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A9D4A-EEAC-E618-1F33-2577AB56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4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DCD5-7D0D-E51B-375C-8302D8013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D6E97-B695-CB72-362C-5F3BCDAA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D64C7-654B-1A3F-628A-2C6A669F1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62BD9-937A-F8FB-C82D-D5C9E3F4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A1515-6746-B99B-D5A0-0A18015FF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D5626-23B8-1D4F-5F8C-BB6D8B64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9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6AA7-9430-9DA8-1F9C-D220D2D40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01030-7C86-215D-0D53-64356AA22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82B6C-9EE0-880D-4C33-84B942989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3BBEE-7491-A8F1-2A48-AC7EF640C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F58E6-22D6-31D8-9958-07E71FCD3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F1C8-F5A9-688A-88FE-2D35A986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EFE6E-CF8C-69CE-8A98-DCC8A4A4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C893A-FEE6-8210-89D8-A437A99A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4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CBC2-8700-7920-FB0E-E93B9B491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875342-CD46-9214-7021-3BDCA9B3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542DB-D022-84F7-8B28-863FBDAA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7BEA5-E127-655A-0468-18CC12DC6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8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E2514-570D-E64D-02F8-28AF5C0FF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CE542-A331-5945-6B2A-75DB1FD4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92481-02C6-BDEC-BA27-9F68E1D8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8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3C14-8162-139C-997D-ABF2A58DC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19153-BEFE-6B26-A712-0C194C2BC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40B74-855D-089D-54AD-799F48E0E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A5731-3622-E3B7-4BC7-9C302572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C7468-4A5A-29F9-E294-7D490DF6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434D1-0E56-EFA5-7DFA-93786C0BD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F13B-3324-A472-425D-38FFAB8E7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79955-8738-4092-40C8-08C4E9D826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342C0-D9DE-985F-B06D-38A2EB103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7150D-2716-4DB7-D28C-678BDE7A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E8257-D698-64BB-F8D4-02E613FC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2C141-A989-9314-B0B8-A16149E9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5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B428-AD2D-5D21-6D6A-436288A4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92D1D-0A5C-531C-BF6A-6C08EA80F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7AC-4F71-8943-B0EC-335C990B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9740A-CDFB-DA46-A863-265EBF57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2367E-50F3-A42F-2CCE-2A476D6B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9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A5807-1702-0FCF-6700-984744CC2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5E1858-E664-B256-D905-79CFA9D5D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7F89-E0E5-2347-9F44-B574593A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614F-12AB-42B6-B9B4-6981E939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7131C-AA8B-6C1D-132C-C6B1F080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6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28FD3-B7E1-A810-2EDE-120EF5A3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3D911-D621-29C5-8CE7-ECC324823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6E53C-38FC-2ED8-9F6E-79A717511D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E70ED-9807-204E-8A99-EAC2E755B7DB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B5700-3871-77A1-049B-882D8ECD05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09AFA-A175-66E7-73D5-AA6A29775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EECFF-01D6-3843-9D3C-F51C0129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4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DD23A4CB-C337-69FC-8A9A-853670C65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5B3E7D-CF93-E81A-8162-F9DA7AF92997}"/>
                  </a:ext>
                </a:extLst>
              </p14:cNvPr>
              <p14:cNvContentPartPr/>
              <p14:nvPr/>
            </p14:nvContentPartPr>
            <p14:xfrm>
              <a:off x="615960" y="276480"/>
              <a:ext cx="10437840" cy="3889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5B3E7D-CF93-E81A-8162-F9DA7AF9299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6600" y="267120"/>
                <a:ext cx="10456560" cy="390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123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E1A14-5E17-E91A-F73E-EB67210C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E19168-75E4-EF49-E6C1-B50A12CCC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F597500D-1E78-3AA0-6927-8442AB9B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ECB1566-A78A-23B1-1BA7-2B43BB08AB53}"/>
                  </a:ext>
                </a:extLst>
              </p14:cNvPr>
              <p14:cNvContentPartPr/>
              <p14:nvPr/>
            </p14:nvContentPartPr>
            <p14:xfrm>
              <a:off x="450000" y="755640"/>
              <a:ext cx="10548360" cy="5844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ECB1566-A78A-23B1-1BA7-2B43BB08AB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640" y="746280"/>
                <a:ext cx="10567080" cy="58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699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81149-9564-919C-31E7-5806595D7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DBEA188-40F0-B270-B597-7EAF5DA42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CDD3A64A-511F-F880-96EF-7C21AC88B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B4C727-01EE-1305-4530-B8B23F20EA0E}"/>
                  </a:ext>
                </a:extLst>
              </p14:cNvPr>
              <p14:cNvContentPartPr/>
              <p14:nvPr/>
            </p14:nvContentPartPr>
            <p14:xfrm>
              <a:off x="487800" y="364680"/>
              <a:ext cx="10589040" cy="4916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B4C727-01EE-1305-4530-B8B23F20EA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440" y="355320"/>
                <a:ext cx="10607760" cy="493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92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BDDBF-FD92-738F-4A12-37046043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61EF1A-02C6-576D-35E4-4D141DD6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71F4C2CB-8BE9-EFD2-147B-73A02B103D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E8E1F02-4A1F-D0FB-5988-4F2225442EDC}"/>
                  </a:ext>
                </a:extLst>
              </p14:cNvPr>
              <p14:cNvContentPartPr/>
              <p14:nvPr/>
            </p14:nvContentPartPr>
            <p14:xfrm>
              <a:off x="351720" y="149760"/>
              <a:ext cx="9252720" cy="586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E8E1F02-4A1F-D0FB-5988-4F2225442E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360" y="140400"/>
                <a:ext cx="9271440" cy="588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415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C9565-9E8D-9371-46D4-E5CE392D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6DADCD-14EA-86CE-ADF8-DDBE70BA5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209F3A8B-BEFD-8ECE-73E5-72E978053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2DF27C-CD4D-BB20-03C9-A920E501CBF3}"/>
                  </a:ext>
                </a:extLst>
              </p14:cNvPr>
              <p14:cNvContentPartPr/>
              <p14:nvPr/>
            </p14:nvContentPartPr>
            <p14:xfrm>
              <a:off x="405720" y="591480"/>
              <a:ext cx="9515160" cy="5174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2DF27C-CD4D-BB20-03C9-A920E501CB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360" y="582120"/>
                <a:ext cx="9533880" cy="519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35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CD0433-8BBC-AAF8-9F35-91240B88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8A46C8-8926-78D7-ED99-F2510638D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5065BBD8-B61B-D975-E40A-66CF0BF8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70B6C8-9F5D-B57F-06CE-8BDE3477D9AB}"/>
                  </a:ext>
                </a:extLst>
              </p14:cNvPr>
              <p14:cNvContentPartPr/>
              <p14:nvPr/>
            </p14:nvContentPartPr>
            <p14:xfrm>
              <a:off x="381600" y="547920"/>
              <a:ext cx="8839080" cy="6014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70B6C8-9F5D-B57F-06CE-8BDE3477D9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240" y="538560"/>
                <a:ext cx="8857800" cy="60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264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4AE22-9749-801A-CDBC-3791944F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8B397E-47BA-EF81-196E-32CEA4E4D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364DC35A-E933-28A4-4C6B-E82346C7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8FE6C4-31F4-1AD2-F5B8-D71EB17497E3}"/>
                  </a:ext>
                </a:extLst>
              </p14:cNvPr>
              <p14:cNvContentPartPr/>
              <p14:nvPr/>
            </p14:nvContentPartPr>
            <p14:xfrm>
              <a:off x="360" y="83880"/>
              <a:ext cx="12186360" cy="662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8FE6C4-31F4-1AD2-F5B8-D71EB17497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000" y="74520"/>
                <a:ext cx="12205080" cy="664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6377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59F81F-83DE-CAFA-921D-16B7295A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EAB11E-2084-DC99-4626-82D12153C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4B7EA425-E076-8E91-D2A5-35D0F95B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442D03-E6FE-37AA-E883-6820E3ABD6E4}"/>
                  </a:ext>
                </a:extLst>
              </p14:cNvPr>
              <p14:cNvContentPartPr/>
              <p14:nvPr/>
            </p14:nvContentPartPr>
            <p14:xfrm>
              <a:off x="202320" y="39960"/>
              <a:ext cx="9353880" cy="597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442D03-E6FE-37AA-E883-6820E3ABD6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960" y="30600"/>
                <a:ext cx="9372600" cy="599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780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B5426-9FAC-F8CF-DE71-3B9120B83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BFC525-31AE-1421-0808-F696ADB64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5E1E6B35-0744-8937-CF05-EB35679786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D34AABE-C77E-F62F-E507-42495559BB01}"/>
                  </a:ext>
                </a:extLst>
              </p14:cNvPr>
              <p14:cNvContentPartPr/>
              <p14:nvPr/>
            </p14:nvContentPartPr>
            <p14:xfrm>
              <a:off x="948960" y="-360"/>
              <a:ext cx="11188440" cy="5336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D34AABE-C77E-F62F-E507-42495559BB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600" y="-9720"/>
                <a:ext cx="11207160" cy="535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227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42AD1-BC7C-7009-B2C8-F1DB3397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906C70-E552-4295-D0CE-249024F6B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2F45A219-295A-00BD-6170-8A03A672B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32DAEAB-54F7-83BF-0205-5B44473B0CF1}"/>
                  </a:ext>
                </a:extLst>
              </p14:cNvPr>
              <p14:cNvContentPartPr/>
              <p14:nvPr/>
            </p14:nvContentPartPr>
            <p14:xfrm>
              <a:off x="515880" y="214920"/>
              <a:ext cx="11233440" cy="600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32DAEAB-54F7-83BF-0205-5B44473B0C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520" y="205560"/>
                <a:ext cx="11252160" cy="602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694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B09F7-5878-8D6F-1066-BD6656963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6498FEE-685B-E8C8-8A9D-6B47AD305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63FDC7E8-5450-8D2A-6EF4-F3430DBADE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D24D35-617C-82A6-BEF1-7AC415FA4EE8}"/>
                  </a:ext>
                </a:extLst>
              </p14:cNvPr>
              <p14:cNvContentPartPr/>
              <p14:nvPr/>
            </p14:nvContentPartPr>
            <p14:xfrm>
              <a:off x="1168920" y="52200"/>
              <a:ext cx="7923960" cy="2808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D24D35-617C-82A6-BEF1-7AC415FA4E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9560" y="42840"/>
                <a:ext cx="7942680" cy="28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9064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F9B09D-65EA-DB85-4DFF-0FF61A571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90D3D3-E348-A0BE-8E64-519120C0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C4647D1B-604E-65F3-6C01-7D7E7231F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E000EF-777C-E4CC-63CB-F2083DB2BC4E}"/>
                  </a:ext>
                </a:extLst>
              </p14:cNvPr>
              <p14:cNvContentPartPr/>
              <p14:nvPr/>
            </p14:nvContentPartPr>
            <p14:xfrm>
              <a:off x="47160" y="443160"/>
              <a:ext cx="8144640" cy="600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E000EF-777C-E4CC-63CB-F2083DB2BC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800" y="433800"/>
                <a:ext cx="8163360" cy="602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8915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9E474-3F83-0674-2040-4DB683D8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943EDE-82D1-7A87-E851-38A7F69EA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BBB4CE16-0647-83B2-C01B-D90D1B1A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0ECF17A-6FFF-6FE4-4B58-D29483186FC0}"/>
                  </a:ext>
                </a:extLst>
              </p14:cNvPr>
              <p14:cNvContentPartPr/>
              <p14:nvPr/>
            </p14:nvContentPartPr>
            <p14:xfrm>
              <a:off x="458280" y="558720"/>
              <a:ext cx="8950680" cy="452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0ECF17A-6FFF-6FE4-4B58-D29483186F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920" y="549360"/>
                <a:ext cx="8969400" cy="45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5290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618BF-B852-F6D3-B310-03B18C11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11DE16-8DA2-B522-96E5-BFC8BCF60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BF846EAC-5F89-6F96-3B35-7EA74C764C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8B85037-61EF-B58D-8EA4-C8B6239AEEF8}"/>
                  </a:ext>
                </a:extLst>
              </p14:cNvPr>
              <p14:cNvContentPartPr/>
              <p14:nvPr/>
            </p14:nvContentPartPr>
            <p14:xfrm>
              <a:off x="220680" y="54720"/>
              <a:ext cx="11928240" cy="5681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8B85037-61EF-B58D-8EA4-C8B6239AEE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320" y="45360"/>
                <a:ext cx="11946960" cy="569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402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FC193-8D10-6B68-EEDC-640DA7CB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0D5CEC-3C3B-105A-0CBE-EA7AA0E08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3140FE54-D8BF-88C9-BDA7-6F0D407A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9623E1-3279-0BDF-B55B-6DAC73B13DD4}"/>
                  </a:ext>
                </a:extLst>
              </p14:cNvPr>
              <p14:cNvContentPartPr/>
              <p14:nvPr/>
            </p14:nvContentPartPr>
            <p14:xfrm>
              <a:off x="2515320" y="1150560"/>
              <a:ext cx="8318160" cy="237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9623E1-3279-0BDF-B55B-6DAC73B13D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5960" y="1141200"/>
                <a:ext cx="8336880" cy="23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656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95F4B-2675-BD16-CFCB-5D7AD60C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500F6F-EC4C-E2C2-91DE-488AD1FB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41F45FAE-AA93-EE1B-3C7B-A57D0193C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4ECB5F-056B-B84E-2EE1-AFE8F85D4537}"/>
                  </a:ext>
                </a:extLst>
              </p14:cNvPr>
              <p14:cNvContentPartPr/>
              <p14:nvPr/>
            </p14:nvContentPartPr>
            <p14:xfrm>
              <a:off x="1686600" y="362520"/>
              <a:ext cx="9000000" cy="6350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4ECB5F-056B-B84E-2EE1-AFE8F85D45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7240" y="353160"/>
                <a:ext cx="9018720" cy="636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0074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0</Words>
  <Application>Microsoft Macintosh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2026-03-17T09:17:07Z</dcterms:created>
  <dcterms:modified xsi:type="dcterms:W3CDTF">2026-03-17T11:01:10Z</dcterms:modified>
</cp:coreProperties>
</file>