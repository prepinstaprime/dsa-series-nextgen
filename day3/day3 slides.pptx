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08:53:54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4003 5459 18683,'-55'-22'564,"0"0"1,-1 0-1,2 6 1,-1 3-1,3 10-366,9 13 0,3 8 1,0 3-1142,-4 4 1,0 4 0,2 2 1052,-2 6 0,1 3 1,2 3-48,10-6 0,0 1 0,2 2 0,2 1-440,-1 5 1,2 1 0,2 2-1,1 1 405,1 4 0,2 0 0,2 2 0,2 0-17,1 3 0,3 2 1,1-1-1,2 1-10,2 1 1,1 1-1,3 0 1,2-1 5,3-2 0,2 1 0,2-1 0,4-1 5,2-4 1,2 0 0,3-1-1,5-4-5,4-4 0,3-2 0,4-4 0,4-3-2,5-3 1,4-5 0,3-3 0,3-3 6,-6-7 0,3-3 1,2-2-1,0-3 0,1-1-190,5-3 1,0-2 0,2-3-1,0-2 1,0-1 201,3-2 1,1-3 0,-1-1 0,-1-1-1,-2-1-172,3-1 1,-4-1-1,1-2 1,1-5 195,-9 1 1,3-5-1,0-1 1,0-2-1,-4-1 1,-3 1-109,1-5 0,-4-1 0,-2-1 1,2-3 89,-6 4 1,2-2 0,1-1 0,-2-2 0,-2 0 0,-5-1 6,3-12 1,-5-1 0,-5-1 0,-2-2-5,-3-1 1,-3-2-1,-3-1 1,-3 1-66,-3-2 0,-3-1 1,-3 1-1,-1 2 43,-1 10 0,0 3 0,-3-1 1,-5-1 15,-3-1 0,-4-3 0,-3-1 0,-2 4 0,-2 4 108,-9-6 0,-3 7 0,-5-2-123,-1 0 1,-4-1 0,-3 1 0,-2 8-6,1 11 0,-1 6 0,-2 3 0,-1 3-16,-4 2 1,-2 3-1,1 3 1,1 2-3,-6 0 0,1 4 0,-3 5-30,9 3 1,-4 4-1,-1 2 1,1 3-1,4 0-45,3 2 1,4 2 0,0 2 0,-3 2-161,6-2 0,-3 1 0,-1 2 0,0 1 1,3 1-1,2 1-294,0 5 0,3 1 0,2 2 0,1 1 0,2 1-1918,-6 9 0,3 4 1,2-1-1,3-2 1916,-1 3 0,4-2 1,5-2-1,-1 7 1,8-9-1,10-18 1</inkml:trace>
  <inkml:trace contextRef="#ctx0" brushRef="#br0" timeOffset="499">3579 6285 15939,'-1'-5'4503,"-1"0"-2800,2 5-1401,-47-12-5,20 33-188,-6-13 1,1 4 30,5 42-6,10-4 56,20-9 57,18-14 38,19-13-27,15-14-166,-22-7 1,1-3-272,3-4 0,-1-4 294,0-3 0,-3-3 53,-5 0 0,-4-1 76,6-24-32,-32 2-66,-26 5-79,3 22 0,-4 4-172,-4 2 1,-2 3 135,0 3 0,0 3 2,-26 4-49,15 13-40,19 12 353,17 12-1244,23 8-3226,22 2 3820,11-8 1,-12-15 0,-11-12-1</inkml:trace>
  <inkml:trace contextRef="#ctx0" brushRef="#br0" timeOffset="850">4610 6040 20683,'-2'-6'3646,"0"2"-2946,2 4-381,-73-35-139,39 39-144,-12-13 1,2 7-4,14 47-13,19-16 0,2 2-242,3 3 1,3 1 235,6-1 0,5 0-17,5-4 0,3-3 14,7-3 1,3-4 16,4-5 0,2-3 8,0-3 1,1-4 97,28-11-17,-12-17 63,-14-17 83,-16-12 0,-14-7-61,-19 2-68,-12 5-56,-13 11-44,-3 12-84,3 11-281,7 13-1534,11 20-7966,8 13 8918,7 0 0,4-7 1,2-13-1</inkml:trace>
  <inkml:trace contextRef="#ctx0" brushRef="#br0" timeOffset="1601">3774 7040 21427,'-18'-48'978,"-1"-1"1,2 6 0,6 7-627,13 19-228,0 9-40,1 6 39,2 12 34,3 12-40,3 14-32,4 13 4,6 2-263,9-3 275,15-10 22,13-12-50,-24-18 0,2-4 11,2-5 0,0-5-3,0-3 0,-2-4-14,0-4 1,-3-3 7,-3-1 1,-3-2 114,16-19-16,-15 5-6,-12 9-22,-9 8-74,-6 9-44,-4 6-33,-3 8 263,-4 5-253,-5 8-16,-3 7 34,-5 6-29,-9 6-22,-10 4-229,15-19 1,-1-1 245,-5 0 0,-1-2 16,-1-3 1,-1-2-1,1-4 1,2-2 6,-26-6 22,11-16-23,12-15 12,9-13-1,12-7-22,7 0 28,8 10 0,1 12-28,2 15 6,-2 9 5,1 9 501,1 11-518,3 14 0,3 16 18,4 9-286,5 4 302,6-5-77,6-9 83,8-14 56,9-14-12,10-17-435,-24-7 0,1-5 376,4-5 1,-1-3-9,2-4 0,-1-2-39,-3 0 0,-2-1-193,-7 4 0,-2 1-1734,5-11 1955,-19 16 0,-8 10 0,-4 7 0</inkml:trace>
  <inkml:trace contextRef="#ctx0" brushRef="#br0" timeOffset="2183">3396 7497 24335,'-56'25'224,"-1"0"0,10-7 0,5 7-210,19 8 1,6 8 0,0 1-997,0-3 0,0 0 1,-1 5 940,-2 7 0,-1 7 1,0 1-1,2-1-674,4-6 0,1 0 1,2 0-1,1 2-537,1 7 0,0 3 1,3-2-1,4-4 1085,6-1 0,4-5 1,1-4-1,2 1 1,2-7-1,11-2 1</inkml:trace>
  <inkml:trace contextRef="#ctx0" brushRef="#br0" timeOffset="2410">4536 7250 26605,'4'47'-6,"0"1"0,0-1 1,0 6-1,-2 2 1,0 2-110,-2-10 0,1 2 0,-2 1 1,0-2-1317,-2 10 0,0-1 0,-4 3-291,0-9 0,-2 3 0,-2 1 1,0-1-1,1-3 1524,-2-1 0,1-3 0,-1-1 0,1-1 1,-2 12-1,-1-2 0,2-5 0,-1-4 1,1-1-1</inkml:trace>
  <inkml:trace contextRef="#ctx0" brushRef="#br0" timeOffset="3309">2928 9685 16633,'-4'-4'4184,"1"0"-885,3 4-2918,5 50-101,-4-12-171,-1 4 0,-2 3-192,-2-12 0,-2-1 133,-2 2 1,-1-1 16,-1-2 0,0-1 174,-9 19 61,3-15 118,5-17-168,3-14-118,3-16-33,1-13 190,1-17-235,4-16-28,1 25 0,0-1-144,2-2 0,1 0 149,1 3 1,1 0 11,11-26-6,6 10-28,-3 15 34,24-7-51,-5 23 9,-10 6 0,2 5-3,27 13-17,0 19 8,-31-5 1,-3 4-3,-2 4 0,-3 3 16,-5 3 1,-4 1-17,-4 1 0,-4 2 19,-6-1 1,-3-1 2,-2-2 0,-2-3-28,-13 15 101,4-20 0,5-24-50,5-21 27,5-21 12,6-15-20,1 23 1,1 0 7,2-1 1,1 1-18,1 1 1,1 1 28,10-24-17,3 12-11,2 14-28,6 12-28,6 9-1,10 14-27,6 11-128,3 13 108,-27-10 1,-1 2-136,-3 3 1,-3 1-233,-3 3 1,-3 2-348,-5 2 0,-2 1-627,-4 0 0,-1 0-4610,-2 26 6010,-1-20 0,0-18 0,0-15 0</inkml:trace>
  <inkml:trace contextRef="#ctx0" brushRef="#br0" timeOffset="3599">3798 9892 11340,'4'-9'4836,"7"-27"1,2-5-2932,-2 1-1147,2-6 1,-1 0 334,-6 7-371,-5 15-414,-3 11-235,0 12-22,-1 16-18,1 13-27,3 15-1,5 7 23,7 5-16,8 0-235,9-6 234,7-11 12,5-16 38,-5-17 68,-4-18 11,-7-14 28,-5-11 6,-7-5-34,-6-1-62,-5 0 178,-4 3-261,-2 3-231,-1 7-648,2 8-2583,4 10 3467,4 6 0,-2 7 0,0 0 0</inkml:trace>
  <inkml:trace contextRef="#ctx0" brushRef="#br0" timeOffset="4066">4634 9526 26732,'-21'52'39,"0"0"0,0-3 1,2-3-29,5-12 0,1-3-11,-9 21 134,6-19 40,8-18-62,5-21 6,3-15 27,3-17 46,1-11 5,3-10-317,-3 27 0,1 0 177,1-1 0,1 0-12,2 2 1,3 1-11,19-23-17,13 12-12,-17 25 1,3 2-142,1 4 1,1 3 129,1 3 1,1 3 10,-2 5 1,-1 4 11,3 9 0,-4 3 0,10 11-17,-20-3 0,-5 3-12,-10 16 7,-11 12-23,-11-5 11,-4-13 39,6-15-10,7-14 397,13-12-397,11-8-236,12-6-857,8-1-5778,3 1 6859,-7 6 0,-12 2 0,-10 5 0</inkml:trace>
  <inkml:trace contextRef="#ctx0" brushRef="#br0" timeOffset="4892">4989 9574 13127,'0'-4'8720,"0"1"-6921,0 3-618,16-63-721,-11 44-110,4-18 0,-1 5 199,-6 26-398,-1 1-117,-5 21-29,0-2 23,-7 32-17,3-14 1,0 3-88,0 3 1,0 1-752,-2 10 1,2 0-1698,3-8 1,1-2 1745,1 24 0,3-27 0,1-18 0</inkml:trace>
  <inkml:trace contextRef="#ctx0" brushRef="#br0" timeOffset="5293">4522 9558 21623,'-3'-52'1113,"0"1"0,1 4 0,-1 4-558,0-1-118,2 10-79,0 11-112,1 11-162,-1 7-61,2 25-57,0 9-89,0 31-261,-1-26 1,-1 2-3601,-2 6 0,0 1 3984,0-2 0,-1-4 0,-1 15 0,1-24 0</inkml:trace>
  <inkml:trace contextRef="#ctx0" brushRef="#br0" timeOffset="6766">5376 9676 8237,'9'0'8200,"-2"0"-5977,-7 0 2326,0 0-3894,45-59-128,-32 37-303,11-13 0,-3 2 151,-19 19-106,-3 0-62,-4 3-61,-2 2-17,-7 2-23,-1 3-67,1 2-16,5 2-18,4 0-10,4 0-6,1 0 22,1 3-22,0-2 5,2 3 6,-2-3-11,0 0 128,0 0-83,1-5 0,2-1-6,1-7 61,0 0 6,-1-1 45,0 0 45,-4 2-17,1 2-11,0 2-56,0 4-56,-1 1-17,0 7-17,-4 10 34,-6 15 27,-9 20-30,6-18 0,-1 2-311,-2 4 1,1 1 293,-1 1 0,0 0 0,2-2 1,2-1 13,-5 23-6,9-18 130,6-20 100,6-14-84,8-22-123,12-14 11,11-18 33,-14 18 0,0-1-72,-1-2 0,-1-1-22,0-1 1,-2-1-7,-1 1 0,-1 0 0,0 2 0,0 1 0,18-20-33,2 14 33,2 15 0,2 14 0,2 19 0,1 13-214,-2 18 157,-7 10-36,-20-24 1,-1 0-266,4 31-253,-5-1-290,0-7-79,5-10 453,9-15-464,11-15 285,12-17 415,11-10 310,-26 3 1,-1-2-32,0 0 1,-1-2 414,22-18 146,-12-5 61,-12-5 23,-11-5-28,-9-3-90,-5 4-106,-13 7-106,-9 12 123,-15 11-264,-9 15-61,-5 15-56,-2 15-254,7 15 225,22-16 1,3 1-17,-7 31-28,13-5 331,19-9-292,15-14 34,16-15 50,8-16-17,3-16 51,-3-15 67,-6-10 62,-7-6-6,-10 2-94,-10 6-158,-8 12 0,-6 12 256,-4 11-256,-5 15 0,-2 12 0,0 15 0,3 11-416,7 6-3320,10-18 0,5-1 3736,10 18 0,2-9 0,-12-28 0</inkml:trace>
  <inkml:trace contextRef="#ctx0" brushRef="#br0" timeOffset="8049">7365 9287 20302,'-7'-61'1691,"0"0"1,1 7-1,-1 6-1041,-2 1-431,2 19 66,4 14-223,2 16 11,5 14-6,5 19-45,7 23-310,-7-20 1,-1 3 295,-1 7 0,-1 4-615,-3 5 1,-2 2 594,-4 2 1,-4 1 11,-1-2 0,-3-2 6,-1-8 0,-1-2 22,0-11 0,0-4 134,-8 7-67,8-21 140,2-29-106,8-15 479,3-19-518,6-12-51,3 10 31,0 8 0,2 0 20,9-13 421,-6 15 1,2 0-478,14-9-17,4 12-6,-6 15-22,19 10-28,-13 17 22,14 10-22,-11 16 27,-5 10 12,-8 8-33,-11 4-162,-18-1 189,-19-7-22,-21-9-11,16-24 0,-2-4-59,-2-2 0,0-2-54,0-3 1,1-4-504,-25-9-1059,13-15-6267,18-18 7981,15-2 0,8 12 0,6 11 0</inkml:trace>
  <inkml:trace contextRef="#ctx0" brushRef="#br0" timeOffset="8783">7951 8995 25466,'-6'60'96,"-1"0"0,0 0 1,1-2-1,-1 0 0,2-4-51,0 6 0,1-4-514,-1-2 1,1-2 493,1-8 1,0-4 35,-1 16 802,2-28-617,4-22 198,1-13-215,11-32-77,2-4-91,-3 10 1,1-3-44,0 3 0,0 1 7,2 0 1,1 2 360,0 2 1,1 3-376,20-13-28,-1 15 11,2 14-55,1 19 10,3 14-44,0 18-314,-21-16 0,0 2 244,-1 3 0,0 1-154,-1 0 0,1 1-239,-1-2 1,1 0-53,0-4 0,1-4-890,25 12-248,5-19 488,1-21 1092,-3-16 638,-10-14 303,-11-9 169,-9-5 38,-11-4-40,-4-2-83,-11 3-173,-6 8-73,-13 12-264,-9 16-84,-9 11-89,-3 14-84,4 10-12,6 11-44,12 8-23,9 4 11,9 2-33,8-5 617,9-10-589,9-11 246,6-11-162,4-15 16,-1-11 74,-3-13 66,-4-6-5,-8-1-16,-4 3-35,-5 6-149,-2 8-52,-2 9 0,-1 7 0,1 6 0,2 10 0,6 10 0,8 18 0,12 11-149,-9-20 0,1 1-530,5 1 1,3-1 73,3 1 1,4-3-2183,2 1 0,1-4 2159,-3-3 0,-2-4 0,11 6 1,-20-14-1</inkml:trace>
  <inkml:trace contextRef="#ctx0" brushRef="#br0" timeOffset="9166">9300 9507 21836,'0'-4'4588,"0"0"-3188,0 4-1344,-20-44-62,16 46 1,-13-35-46,23 70-206,3 2-482,4 18-1099,3 2-6093,1-1 7083,-3-12 0,-5-20 0,-5-14 0</inkml:trace>
  <inkml:trace contextRef="#ctx0" brushRef="#br0" timeOffset="9333">9357 9215 25275,'29'-20'-810,"-20"-10"0,17 53 0</inkml:trace>
  <inkml:trace contextRef="#ctx0" brushRef="#br0" timeOffset="9725">9771 9373 27034,'-10'-40'399,"-1"-1"1,1 1 0,3 17-327,7 31-34,4 17-39,7 37-6,-4-29 1,2 2-542,3 10 1,1-1 535,9 15 5,-5-26 0,2-4 264,19 6-247,-11-17 1,2-4 16,17-8 0,0-21-17,-21-10-6,1-21 35,-10 1-186,1-14 242,-5 7 0,-4 10-96,-4 20 0,-4 13 0,-9 26 801,-8 20-801,1 4 0,-1 4 0,0 2 0,1 2-591,3-5 0,0 3 0,2-3 591,-1 5 0,2 1 0,2-5 0,1 3 0,1-1-412,3-5 0,0-1 0,1 4-464,1 2 1,2 4 0,0 0 0,1-3-2402,2 4 0,1-4 0,1 0 2227,0-3 0,-1 0 1,2-8-1,8 11 1,-10-38-1</inkml:trace>
  <inkml:trace contextRef="#ctx0" brushRef="#br0" timeOffset="10083">10705 9882 20071,'8'-43'1204,"0"0"0,0 0 1,3-22-1,-4 8-330,-10 12-10,-17-2-662,-8 24-51,-20 17-22,-5 21-1,8 4-78,13 4 1,2 2-18,-2 13-22,12-10 1,2 1-46,6 14 12,17-5 5,3-13 45,17-4 0,0-14 174,21-14-68,-5-12 140,4-16-94,-18 5 325,-1-18-505,-14 18 0,2-11 0,-9 21 0,-3 9 0,-1 10 0,1 26 0,0-2 0,2 15 0,2 7-1129,0-8 0,0 1 450,3 13 1,0-2-1,2 7 1,-4-22 0</inkml:trace>
  <inkml:trace contextRef="#ctx0" brushRef="#br0" timeOffset="13784">11316 3462 16747,'-31'-33'803,"-1"1"1,0-1 0,-13-11 0,1 9-328,-13 21-646,-5 7 321,27 10 1,-1 3-378,-5 4 0,-1 4 391,-6 7 1,-2 4-274,12-4 1,0 2 0,0 1 200,-4 3 0,1 2 1,-1 2-389,-1 3 0,0 1 0,1 1 382,1 2 1,0 0 0,3 3-10,1 0 0,3 2 1,1 2-350,4 0 0,2 2 1,2 1 329,4 2 1,2 2 0,4 0-12,1 3 1,4 0-1,3 1-26,2 0 1,4 0 0,3-1-7,4-2 1,3 0 0,4-3-4,4-2 0,4-2 0,4-3-2,6-4 0,5-3 1,4-4-11,6-2 1,4-4 0,4-5-8,-8-6 1,2-3-1,2-3 1,1-1-309,5-3 0,2-1 0,0-4 1,2-1 318,-10-1 1,2-3-1,0 0 1,0-2 0,-1-1-194,3-2 1,-1-1-1,0-1 1,0-1 0,0-2 198,-1 0 0,1-2 0,-1-1 0,0-1 1,-1-1-4,-2-1 1,0 0 0,-1-1 0,-1-2 0,0 0-15,8-6 0,-1-2 0,-2-1 0,-2-1 56,-3 1 1,-3-2-1,-1-1 1,-3-1-7,-4 1 1,-2-2 0,-2-1 0,-3-1-36,4-13 0,-4-2 0,-4-1 37,-5-1 1,-5-3 0,-3 0-12,-3-1 1,-5-1 0,-3 0 7,-4 0 0,-4 0 0,-3 0 11,-4 3 0,-3 0 1,-4 3-3,-4 2 0,-3 3 0,-4 3 131,-3 5 1,-3 2-1,-3 5-179,-2 3 0,-3 4 0,-3 5-21,-2 3 0,-3 5 0,-1 3-39,-3 3 0,-2 5 0,0 3-51,12 3 1,0 3 0,0 2 0,0 2-156,-1 2 0,0 2 0,1 2 0,0 2-598,0 3 0,0 2 0,1 3 1,1 2 857,-3 5 0,1 4 0,2 0 0,4-4 0,-10 8 0,5-2 0,7 2 0,1 1 0</inkml:trace>
  <inkml:trace contextRef="#ctx0" brushRef="#br0" timeOffset="14267">10839 3865 20190,'-3'-6'2689,"0"1"-2141,3 5-385,0 0 27,-64-60-167,37 46-35,-11-16 1,0 10 0,9 50 0,8 10 33,1 18-221,12-16 227,11 11 28,9-14 0,9 8-28,9-9 39,14-8 6,-13-15 128,16-9 6,-16-20 23,7-10 56,-5-11 44,-10-17-262,-11 16 55,-6-12-11,-11 22-73,-2-3-22,-10 6-45,5 9 48,-4 3-446,8 9-386,2 1-885,4 8-3635,12 6 5332,4 4 0,-1-5 0,-2-5 0</inkml:trace>
  <inkml:trace contextRef="#ctx0" brushRef="#br0" timeOffset="14617">11660 3661 19025,'-1'-4'3350,"0"1"-2001,1 3-1287,-62-21-12,35 34-39,-9-18 1,2 4 38,15 46 12,11-6 139,13 18-22,14-13 40,19-4 55,5-21-134,-7-9 270,19-19-170,-20-9 18,12-14 0,-23-5-40,-13-3-106,-12 8 45,-16-4-68,-8 9-38,-19-6-96,5 12-173,-4 5-1,21 12-570,2 14-3967,4 26 4756,5 0 0,1 1 0,9-20 0</inkml:trace>
  <inkml:trace contextRef="#ctx0" brushRef="#br0" timeOffset="15341">10943 4539 20823,'-7'-7'3142,"2"2"-2632,5 5 470,-42-67-795,31 49-191,-14-22 1,8 12-12,21 34 45,8 10-11,2 3 28,24 26-12,-4-12-184,-7-10 0,2-1 196,26 6-3,-24-18 0,1-3 28,0-1 0,0-3 41,29-5 68,-7-9-33,-6-8-34,-5-6 0,-6 1 67,-10 5 34,-11 6-34,-9 8-39,-5 3 305,-1 2-445,-10 0 82,0 2-82,-14 4 6,-7 8-6,-12 6-12,-12 10-787,22-12 1,1-1 792,-22 13-192,14-10 1,1-1 264,-6 0 17,-15 2 6,28-20 16,7-12 12,4-9 1499,0-8-1561,5-4 510,2 0-510,6 4-39,4 4-12,2 9-21,1 7-29,1 6 45,3 8 17,4 9-6,6 10-50,4 6 39,4 3 11,5-3-11,5-3 33,7-7-16,5-9 6,5-9-12,2-14-11,-1-10 5,-5-8-44,-5-4-28,-8 2-196,-8 5-583,-9 6-78,-7 7-8907,-4 7 8650,-4 3 1,0 2 0,-1 1 0</inkml:trace>
  <inkml:trace contextRef="#ctx0" brushRef="#br0" timeOffset="15807">10376 5026 23842,'-49'-16'211,"1"-1"0,1 9 0,7 13-102,18 26 0,5 12-1032,-6 8 0,0 5 960,6-11 0,0 2 1,1 1-601,-2 6 1,1 3 0,0 0 557,4-11 1,0 0 0,1 2 0,0-1-24,2 2 0,0 0 0,1 1 0,1-1-54,0 0 1,2 0 0,0 0 0,3-1-184,2 13 0,2-1 0,5-1-316,2-5 0,3-1 1,6-3-1334,4-6 1,5-2-1,2-3 1914,13 7 0,0-8 0,-10-13 0,-2-5 0,8-2 0</inkml:trace>
  <inkml:trace contextRef="#ctx0" brushRef="#br0" timeOffset="16041">11562 4985 26603,'29'55'-15,"1"-1"0,-1 1 0,-8-11 0,-1 0 0,-1 2 1,-3 0-166,-2 0 1,-3 1 0,-2 1 0,-1 1-2269,-1 6 1,-2 1 0,-2 1 0,0-2 2447,-3-2 0,-1 0 0,-1-2 0,0-6 0,1 11 0,0-11 0,-5-8 0</inkml:trace>
  <inkml:trace contextRef="#ctx0" brushRef="#br0" timeOffset="16991">14744 3299 18891,'-25'-45'665,"0"1"1,0 0-1,1 5 1,0 1-1,-3 9-466,-4 10 0,-3 10-29,-13 9 1,-3 9-1486,1 9 0,2 6 1362,-3 2 1,2 6 23,13 1 0,1 5 0,1 2 13,4-1 0,2 3 0,0 2-42,2-3 0,-1 3 0,2 2 0,1 3-22,5-2 0,1 2 0,2 2 0,1 0 0,2-1-8,1 5 1,2-1 0,2 0 0,2 0-335,0-2 1,2 0-1,2-1 1,6-2 304,8 11 0,7-3 1,6-5-5,2-12 1,5-5-1,5-1 18,-2-3 0,3 0 1,4-3-1,1-3-327,8-2 0,2-3 0,2-3 0,2-3 340,-8-4 0,2-1 0,1-3 0,1-1 0,0-2 12,3-2 1,1-1-1,0-2 1,0-2-1,0-1-304,0-2 1,0 0 0,0-3 0,0-1 0,-1-2 307,-2-1 1,-1-2 0,0-2 0,-1-1 0,-2-2 5,-2 1 1,-2-2-1,0 0 1,-2-2 0,-2-2-66,7-5 1,-3-2-1,-2-2 1,-3-2 83,-5 2 1,-2-1 0,-4-2 0,-2-1 98,2-13 1,-5-2-1,-5-2-109,-6-2 0,-4-1 0,-6-1-32,-4-3 1,-6-1-1,-3 1 2,-1 14 1,-1 1-1,-3 0 1,-3-1 31,-8-5 0,-6-1 1,-1 1-1,1 5-25,2 1 1,-1 3 0,-6 2 1,-2 7 0,-6 0 1,-3 0-1,1 5 0,5 4 228,-14-2 0,-3 5-258,6 4 0,-8-1 1,-2 2-1,3 4 122,0 6 1,2 6 0,-3 1-172,5 0 0,-2 2 0,-1 3 1,-2 2-119,7 4 0,-3 3 0,0 1 0,1 3 0,2 0-190,-4 5 0,1 3 0,3 0 1,0 2 32,1-1 1,1 1-1,2 1 1,3 4-921,6 3 1,2 3 0,3 0 0,3 0 1253,3-1 0,5-1 0,0-1 0,-10 13 0,5-4 0,0 9 0</inkml:trace>
  <inkml:trace contextRef="#ctx0" brushRef="#br0" timeOffset="17400">14643 3657 20599,'-23'-39'733,"0"0"1,0 0 0,-6-10 0,0 12-628,-17 21 149,17 20-244,-4 20 14,15 2 0,2 3-6,1 2 1,1 1-148,-1 8 1,5 1 139,10 22 132,8-19-88,21-1 106,21-13-72,-6-7 120,-3-14 0,1-7 149,4-14-200,-15 0 1,-3-2 3,0-14 255,-9-12-26,-20-6-252,-12-1-100,-16-4-12,-10 17-28,5 10 11,-7 5 199,15 11-647,-1 1 202,12 9-1720,14 21 297,9-4 1658,26 28 0,-21-31 0,14 6 0</inkml:trace>
  <inkml:trace contextRef="#ctx0" brushRef="#br0" timeOffset="17750">15294 3500 19008,'0'-3'4554,"0"0"-2908,0 3-1607,-54-9-16,33 27-18,-36-1 18,56 28 5,8-11 79,30 11-1,0-22-14,-8-9 1,1-2 170,21-8 40,-4-14-147,-14-4 320,-2-25-257,-20 7-57,-3-17-78,-20 8-45,-8 4-33,-8 5-101,0 7-258,3 11-381,0 11-728,0 22-2671,-3 19 4133,2 10 0,9-14 0,7-13 0</inkml:trace>
  <inkml:trace contextRef="#ctx0" brushRef="#br0" timeOffset="18183">14703 4071 20588,'-3'-3'4094,"2"0"-3102,1 3-964,-19-12 0,17 25 22,-7-6 51,27 24 39,16-5 11,15-8-5,12-7-62,-26-8 0,0-2-153,0-3 1,0-2 146,-2-1 1,-2-3 55,25-13-5,-11-4 11,-11 1 50,-10-1-5,-11 3-56,-8-1-34,-9 0 316,-2 2-366,-3 4-39,1 5-57,2 5-122,2 5-225,2 5-526,1 7-1865,1 9 1941,2 12 0,-1-13 0,1 0 0</inkml:trace>
  <inkml:trace contextRef="#ctx0" brushRef="#br0" timeOffset="18634">14668 4715 16101,'-3'-6'5483,"1"2"-4800,-15-25 1,-4-4 448,2 9-841,-4-11 0,-2 4-145,6 26-34,-5 21 44,-7 24-72,9-5 0,0 5-1007,-5 13 1,-2 5 959,6-10 1,0 3-1,-1 2-13,3-8 0,1 1 0,-1 2 0,-1 0-22,-1 4 1,0 1 0,-1 1 0,1 0-618,1 1 0,-1 0 0,1 1 0,3 0 434,1-3 0,2 0 1,2 0-1,3-2-363,2 13 1,5-2 0,7-3-1033,7-8 0,7-2 1,3-4 1575,15 7 0,3-8 0,-9-17 0,-1-5 0,10-4 0</inkml:trace>
  <inkml:trace contextRef="#ctx0" brushRef="#br0" timeOffset="18891">15375 4687 24424,'-2'-3'1770,"0"0"-1490,2 3-240,35 2-1,2 38-34,-3-8 1,0 7-894,-14 1 1,-3 6-1,-3 2 841,0 7 1,-4 2-1,-2 2-495,-3-10 1,-2 2 0,-1 0 0,-3 1-433,-1 4 1,-3 0 0,-2 1 0,0-3 748,0-3 0,-1-1 0,-1-2 0,0-3 0,-4 20 0,-1-8 0,4-25 0,0 1 0</inkml:trace>
  <inkml:trace contextRef="#ctx0" brushRef="#br0" timeOffset="19691">19136 3348 16517,'-32'-48'877,"0"1"0,0-1 1,0 5-1,-1 2 1,-2 9-584,-9 11 0,-2 8-692,-3 3 1,-1 7 517,-1 8 1,0 7-23,-1 9 0,2 6-45,11-2 1,2 7 44,0 11 1,0 9 0,5 0-60,9-9 1,3 1-1,1 2-456,-2 2 1,0 4 0,2 0 0,3 0 416,2 7 0,4 0 0,4 0-6,5-2 0,3-1 1,5-1 2,2-4 0,5 0 1,5-4-6,5-2 1,5-4-1,5-3-20,6-3 0,5-5 0,3-3-452,9-3 0,3-5 1,4-4 481,-12-6 1,3-2 0,0-2 0,1-3-221,2-2 1,1-3 0,1-2-1,-2-2 243,0-2 0,0-2 1,0-2-1,-3-3 10,-1-1 0,-2-3 0,-1-1 0,-2-3 51,-5 0 1,0-2-1,-3-2 1,-2-1-15,7-11 1,-3-2 0,-5-3-17,-6-1 0,-4-3 0,-5-1-8,-4-3 1,-5-2 0,-3-1-10,-4-2 0,-4-1 1,-3-1 1,-4-1 0,-3 1 0,-4-1 9,-2 2 1,-4 0 0,-3 2 12,-4 4 1,-3 1-1,-3 2-4,-2 4 1,-4 2 0,-2 3-30,-3 5 0,-2 4 0,-3 3-66,-3 4 0,-3 5 0,-1 4 12,-3 4 0,-2 4 0,0 5-31,-3 4 1,-1 5 0,0 4-12,15-1 0,0 3 0,1 2 1,0 1-49,0 3 1,1 2 0,1 1-1,1 3-64,0 1 0,2 1 1,0 3-1,2 0-181,0 3 1,2 0 0,0 3-1,3 0-427,0 1 1,2 2 0,1 1-1,2 1 755,0 3 1,2 2 0,2 0 0,2-5 0,-6 11 0,4-5 0,8-3 0,-1-1 0</inkml:trace>
  <inkml:trace contextRef="#ctx0" brushRef="#br0" timeOffset="20101">18825 3576 19927,'-5'-7'3192,"1"1"-2898,-24-18 0,-8-1 42,3 13-241,-9-12 1,-1 7-18,9 35-39,4 16-16,12 11-12,10 4 28,16 0 6,13-6 17,13-9 66,5-10 124,1-12 107,-4-12-39,-6-13-7,-7-12-22,-8-9-95,-7-9-39,-10-3-28,-10-3-17,-8 5-45,-6 6-28,-2 9-33,1 8-107,5 11-100,3 7-175,6 14-459,5 11-1080,9 12-3664,15 8 5579,9-5 0,-5-13 0,-5-12 0</inkml:trace>
  <inkml:trace contextRef="#ctx0" brushRef="#br0" timeOffset="20441">19384 3423 25247,'-43'-16'95,"0"0"1,3 3 0,8 12-68,16 35 11,6 8-17,10 1 23,16-2 28,15-6 28,12-8 83,7-10 141,-4-14 39,-8-14-39,-12-11-79,-14-8-72,-9-6-45,-12-1-34,-6 0-45,-9 2-33,-1 6-129,1 5-67,9 11-482,1 6-790,5 16-3007,-5 14 4458,0 8 0,4-7 0,4-7 0</inkml:trace>
  <inkml:trace contextRef="#ctx0" brushRef="#br0" timeOffset="20834">18854 3980 22162,'-3'-7'3169,"0"2"-2714,3 5-243,0 0-184,-26-17-11,25 34-17,-13-9 11,36 36 23,12-4 8,-2-20 0,2-3-3,17 4 0,-8-11 1,1-3 111,15-8-37,-24-4 1,1-3 0,-5-2 0,-2-4 50,1-7 0,-2-2-53,8-10 79,-1-13-51,-26 21-95,-2-3-107,-8 7-330,-3 9-1905,-6 8-88,2 7 2385,-3 8 0,8-5 0,-1 1 0</inkml:trace>
  <inkml:trace contextRef="#ctx0" brushRef="#br0" timeOffset="21358">18651 4490 8892,'1'-6'8542,"-1"1"-3966,0 5-3237,-66-36-846,31 22-667,-12-6 1,-2 5 271,17 20 0,2 6-1042,-12 11 1,0 6 1021,3 0 1,0 5 29,0 5 0,-2 6 1,2 2-38,3 0 0,2 3 0,-1 5-52,5-5 0,-1 5 0,0 3 0,1-1 0,2-4-36,2-3 0,2-2 0,2 0 1,0 5-166,3 0 0,0 5 0,1 3 0,1 0 0,3-5 0,2-6-160,2 1 0,4-6 1,1 4-562,0 0 0,1 6 0,2 2 0,0-2 0,3-7 903,6 19 0,3-8 0,-6-12 0,-1-8 0,3-11 0</inkml:trace>
  <inkml:trace contextRef="#ctx0" brushRef="#br0" timeOffset="21641">19271 4310 24084,'25'48'39,"-1"-1"0,1 0 0,-1 1 1,-2 1-1,0 2 0,-4 0 0,-4 1-56,-7 0 0,-5 1 1,-2 0-1,0 1-1003,-1 4 0,-1 0 1,0 0-1,-1 1 381,-1 3 1,-1 1 0,0-1-1,0-2 508,-1-5 1,0-2 0,0-1 0,1-4 0,-1-1 0,1-3-1,0-5 1,0-4 0,1 0 0</inkml:trace>
  <inkml:trace contextRef="#ctx0" brushRef="#br0" timeOffset="22450">22354 3457 15693,'3'-49'834,"0"1"1,0 0-1,-2 5 1,0 0 0,-2 2-186,-5-17 1,-4 5-202,-5 11 0,-5 6-185,-4 9 1,-5 5-127,-3 7 0,-1 5-76,-3 9 1,1 6-9,-4 9 1,1 6-1023,-4 14 1,1 7 1003,11-5 1,0 4 0,1 3-555,-3 8 0,2 4 0,1 2 528,6-9 1,1 2 0,2 1 0,0 0-19,2 3 1,1 1 0,1 0-1,2 0-103,2 0 0,2 0 0,2 0 0,3-1 92,3-2 1,2-1-1,3 0 1,3-2-19,5 12 1,5-1 0,6-4 14,5-5 1,5-3 0,5-5-288,6-4 1,5-5 0,4-5 296,-9-11 1,3-2-1,1-4 1,1-2 28,4-2 1,1-3 0,2-3 0,-1-3-161,1-3 0,0-3 0,0-2 1,0-3 189,-2-2 0,-1-1 0,0-3 1,-2-3-4,-3-1 0,-2-3 1,-1-1-1,-2-3 51,-3 0 0,-2-2 0,-2-1 0,-2-2-66,7-13 0,-4-2 0,-5-3-10,-3-2 1,-5-3 0,-3-1-11,-8 12 0,-2-1 1,-2-1-1,-3 0-48,-2-3 0,-2 0 0,-3 0 0,-2 0 44,-2 0 0,-1 0 1,-3 0-1,-2 1 10,-2 2 0,-3-1 0,-1 2 0,-3 2 84,-8-12 0,-3 3 0,-4 2-72,-1 5 0,-3 3 1,-2 3-14,-1 6 0,-2 3 0,-2 4-23,1 5 1,-1 3 0,-2 5-21,2 5 0,-2 4 0,1 5-28,1 5 0,-1 5 1,2 4-68,-1 5 0,2 3 0,1 5-239,0 3 0,2 5 0,2 2-1393,1 5 0,1 2 0,4 0 1733,4-2 0,3-1 0,2-2 0,-1 4 0,5-5 0,0 8 0</inkml:trace>
  <inkml:trace contextRef="#ctx0" brushRef="#br0" timeOffset="22858">22222 3693 21915,'-20'-52'774,"0"0"1,0 6 0,-3 12-506,-18 25-129,-4 22-101,-2 20-522,25-9 1,2 5 507,2 1 0,2 3-20,5-2 1,3 1 329,6 26-335,20-10 0,16-6 45,11-12 238,5-12-53,-5-13 90,-8-17-1,-11-12 465,-12-13-554,-15-7-62,-12-5-56,-12 0-17,-7 0-22,1 6-73,2 7-62,8 14-235,9 9-223,7 15-556,11 15-2313,11 15 3389,7 4 0,-5-10 0,-6-11 0</inkml:trace>
  <inkml:trace contextRef="#ctx0" brushRef="#br0" timeOffset="23208">22650 3535 20660,'-2'-4'3809,"0"1"-2930,2 3-811,-67 3-40,46 11-11,-15-5 0,5 2 33,33 20 40,11-4 27,13-6 6,8-6 90,5-8 84,-2-10 11,-6-8-28,-10-10-34,-9-6-72,-11-3-73,-8-3-34,-5 1-5,-8-3-51,5 9-28,2 4-252,7 12-442,4 8-807,3 11-3159,5 12 4677,2 7 0,-1-7 0,-3-7 0</inkml:trace>
  <inkml:trace contextRef="#ctx0" brushRef="#br0" timeOffset="23874">22160 4185 21719,'-18'61'1574,"15"0"-1272,21-29 57,12-1 117,7-17-230,-7-7 342,30-24-447,-27 4 69,7-8 0,0-3-48,-5 2 76,-2-2 0,-3 0-92,-11 3 156,8-18-162,-21 20-56,0-7-56,-7 12-56,-1 4-50,-1 6-264,-2 2-1428,-1 16-8061,-2 3 9370,1 4 1,2-5 0,4-12 0</inkml:trace>
  <inkml:trace contextRef="#ctx0" brushRef="#br0" timeOffset="24258">22093 4739 23198,'-6'-43'960,"0"-1"1,-15-11-721,-16 92-108,11 0 0,-2 6-1438,5-2 1,-2 3 0,0 3 1380,2-5 1,-1 2 0,1 2-1,-2 0-33,-3 7 0,0 1 0,-1 0 0,-1 2-23,4-8 0,0 0 0,0 1 0,-1 1 1,1-1-386,-1 2 1,-1 1 0,1-1 0,1 1-1,0 0 293,1 0 0,0 1 1,0-1-1,2 1 0,2 0-338,2-3 1,0 1-1,2-1 1,2 1 0,2 0 410,0 11 0,4 1 0,1-2 0,2-6 0,-1-8 0,2-4 0,2-3 0,7 10 0,1 0 0</inkml:trace>
  <inkml:trace contextRef="#ctx0" brushRef="#br0" timeOffset="24534">22812 4710 26458,'16'23'19,"-7"5"1,-1 8-35,2 10 0,0 8 0,-2 3-965,-4-10 1,0 3 0,-2 1-1,-1 1 670,-2 5 1,-2 2 0,-2 0-1,-1 0-2148,0 1 0,-2 1 1,-1-1-1,0-4 1743,-1 4 1,0-3-1,-1-4 1,-2 7-1,1-11 1,5-20-1</inkml:trace>
  <inkml:trace contextRef="#ctx0" brushRef="#br0" timeOffset="25274">25784 3464 17943,'28'-41'845,"1"0"1,-1 0 0,10-15 0,-8 6 196,-12 3 15,-13 16-866,-17 16-85,-21 23-42,2 5 1,-3 5-568,-10 12 1,-3 6 597,9-5 0,-1 4 1,0 3-537,7-5 0,0 2 1,0 2-1,1 1 473,-3 5 0,1 1 1,1 2-1,1 0-14,-1 4 0,1 0 1,1 2-1,1-1-16,2 1 1,1 1 0,1-1 0,3 1 1,3-3 0,1 0 1,2 0-1,3-1-4,2 10 0,3 0 0,8-3-270,7-7 1,6-1 0,7-5 272,8-5 1,8-4 0,4-5-6,12-3 0,6-7 1,4-4-428,-9-5 0,3-4 1,2-2-1,1-2 435,-9-2 1,1-2 0,1-2 0,0-2 0,0 0 10,1-2 0,-1 0 0,1-2 0,-1-2 0,0-1 1,9-4 0,0-3 0,-2-2 0,-2-2 6,-4-1 0,-1-2 0,-2-2 0,-3-2-154,-4 0 0,-3-3 0,-1-1 0,-3-2 142,-3-1 1,-2-1 0,-2-2 0,-2-2 119,-3 0 0,-1-3 1,-3 0-1,-1-1-114,-1-2 0,-2-1 1,-2 0-1,-2-1-3,-1-2 1,-1-1-1,-2 0 1,-1 1-64,-1-1 0,-1 1 0,-2 0 0,-1 1 63,-2 2 1,-2 0-1,-1 1 1,-1 1 2,-4-8 1,-2 0 0,-4 4-14,-3 7 1,-4 1 0,-4 5 338,-3 5 0,-4 3 1,-3 5-351,-4 3 0,-4 4 1,-2 3-10,-6 4 0,-2 4 0,-1 3 4,-4 5 0,-2 4 0,-1 3-20,14 0 0,-1 3 0,1 1 1,0 3-40,-2 1 0,1 3 0,1 2 0,0 2-55,1 1 0,1 2 0,1 2 1,1 2-121,2 1 0,0 3 0,2 1 0,2 1-398,1 2 0,2 2 0,1 1 1,3 1-1383,1 1 0,3 2 0,1 0 1,2-1 2024,-3 9 0,3-1 0,2-3 0,1 2 0,4-6 0,1 6 0</inkml:trace>
  <inkml:trace contextRef="#ctx0" brushRef="#br0" timeOffset="25691">25749 3823 24805,'-31'-14'39,"0"0"0,-19 1 1,41 47 16,8 1 0,11-3 33,9-7 29,7-7 129,2-8 94,0-11 23,3-18-240,-11 2 139,6-23-11,-13 9-51,-4-9-21,-9 1-68,-8 3-51,-6 4-22,-3 6-16,1 6-90,1 8-79,4 7-218,1 19 134,4-1-565,1 25-902,13-3-2157,12 12 3854,1-21 0,1-2 0,3 3 0,5-4 0</inkml:trace>
  <inkml:trace contextRef="#ctx0" brushRef="#br0" timeOffset="26041">26342 3770 23500,'10'-48'778,"1"0"1,-1 7 0,-6 10-645,-9 22-106,-7 16 6,-7 9 5,-10 22-22,6-1-6,3 0 12,13-3-7,12-11 24,11 3 49,14-8 90,26-11-11,-3-14-56,-1-5 96,-11-17 21,-20 0-55,-2-12 5,-21-17-140,-5 18 23,-17-14-29,0 26-33,-6-2-184,-3 10-192,6 12-346,-3 18 5,10 7-2565,-10 31 3282,15-18 0,1 1 0,-6 9 0,2 2 0</inkml:trace>
  <inkml:trace contextRef="#ctx0" brushRef="#br0" timeOffset="26408">25821 4306 22032,'-1'-4'3446,"1"0"-2438,0 4-1008,-7-33 39,10 43-17,-1-27 1,18 49 10,11-10-5,-2-7 118,30-4 11,-12-11-189,-12-2 0,-1-4 195,20-12 27,-9-9-84,-15 4 46,-7-6-85,-14 7-112,-3-6-325,-7 10-649,-4 6 50,-1 9-4350,-6 15 5319,1 3 0,0 0 0,5-4 0</inkml:trace>
  <inkml:trace contextRef="#ctx0" brushRef="#br0" timeOffset="26717">25639 4901 19910,'10'-37'2173,"0"0"0,-2-8-1890,2 7 0,-4 3 529,-21 8-644,-7 23-67,-21 15-45,-7 25-1483,19-5 0,1 4 1446,5-4 1,-1 4-7,-4 10 0,-1 7 0,2-1-21,6-8 1,1-1 0,0 3-37,-1 2 1,-2 5 0,1 0-1,2-1-159,4-5 0,2 0 0,1-1 0,2 0-533,-2 15 1,2 0-1,5-1-615,5-6 1,4 0 0,5-2-3566,10 13 1,7-7 4401,-3-19 1,3-6 0,14 2-1,-25-27 1</inkml:trace>
  <inkml:trace contextRef="#ctx0" brushRef="#br0" timeOffset="26934">26438 4572 26922,'7'46'25,"0"-1"1,1 1 0,-1 4 0,0 0 0,1 2-37,-1 3 0,1 2 0,-1 1-1252,-3-8 1,1 1 0,-2 1-1,0 0 540,-1 7 1,-1 0-1,0 1 1,-2-1 562,0-4 1,-1 0-1,0-2 1,-1-3-1,1-1 1,0-4-1,-1-4 1,-2-3 0,0 0-1</inkml:trace>
  <inkml:trace contextRef="#ctx0" brushRef="#br0" timeOffset="32758">7616 7646 20072,'33'-6'1473,"7"24"-1308,-9 22 0,-2 8-567,-4-11 0,2 2 495,4 3 1,3 3 0,1-3-870,7 4 1,2-1 842,-1-3 0,5 2 0,0-3-318,-3-8 1,1-4-1,2-1 327,4-1 1,2-3 0,2-1-28,-11-8 0,1-1 0,0-2 0,2-1-419,2-1 1,2-1-1,-1-3 1,2 0 412,1-3 0,2-1 1,0-1-1,0-2-6,1-1 1,1-2 0,0-1 0,0-1-6,0-2 0,1-1 1,0-1-1,-1-1-296,0-1 1,0-1 0,0-1 0,0-1 289,-2 0 1,0-2 0,0 0 0,0 0 1,-2-1 0,-1-1 0,0 0 0,-1 0-56,-2 0 1,0-1 0,-1 0 0,-1-1 69,-3 1 0,-1 0 0,0-1 0,-2 0 66,9-6 0,-2-1 0,-3 0-24,-6 1 0,-2 0 0,-3 0 583,6-12 0,-6 0-536,-11 2 1,-5 1-20,0-16 873,-22 19 1,-6 1-869,-14-4-49,-19-9-1,-1 22 1767,2 9-1823,8 8 1635,10 5-1658,7 8 363,6 5-390,1 6 198,-2 6-131,-2 5-39,-9 5 39,-13 4-465,-13 2 431,19-19 1,-1-1 13,-1-1 1,0 0 2,-24 12-6,15-9 1,18-12 28,14-6 27,15-11-33,12-7 17,19-11-17,14-8-54,-20 16 1,1-1 44,2 0 1,1 1-6,0 0 0,0 1 8,0 1 1,0 1-12,19-6 0,-12 11 1,0 2 27,17 3-31,-17 4 1,-1 5 8,18 15-265,-13 21 231,-28-14 0,-5 3-81,-3 6 0,-3 4-757,-4 3 1,-2 1 854,-2 7 0,-1-3 0,-1 7 0,1-8 0</inkml:trace>
  <inkml:trace contextRef="#ctx0" brushRef="#br0" timeOffset="34566">9782 8252 9022,'-2'-7'4749,"1"1"-3590,1 6 1160,0 0-1249,65 18-73,-26 1-1073,9-1 0,3 2 406,-18-2 0,-2-1-207,-4-2 1,2 0 108,26 7 1,4-1-158,-10-7 1,2-2-573,0 0 1,4 0 0,0-1 535,-3-4 0,0-2 1,1 0-3,4-1 0,1 0 1,1-3 16,3-1 1,1-3-1,1 0-642,-13-1 1,0-1-1,1 0 1,-3-1 613,7-1 0,-3-1 0,4-3 16,-6 1 1,4-2 0,1-1-1,0 0 1,-3 0 10,-1 0 0,-4 0 1,2-1-1,2 0-338,5-2 1,3-1-1,2 0 1,0-1-1,-3 1 328,-7 1 1,-2 0 0,-1 1 0,0-1 0,0 0-136,1-1 0,-1 1 0,1-1 0,-1 0 0,0 0 116,0 0 1,0 0 0,-1-1 0,1 1 0,-1-1-90,12-4 1,-1-1 0,0 1 0,0-1 82,-1 1 0,1-1 0,-1 1 1,-1-1-1,-1 0 0,0 1 0,-1-1 0,-1 1-3,-1-1 1,0 1-1,-1 0 1,-3 1-3,3-2 0,-3 2 0,0-3 44,-6 2 1,2-2-1,-2-1 1,-5 2 552,4-8 1,-4-1-441,11-11 1,-8-3-34,-24 12 1,-8 0-46,-10 1 1,-4 1-21,-10-18 737,-6 14 0,-3 1-613,-10-10-96,9 14 1,0-1 73,-12-11 1339,2 3-1413,0 1 1,1 3-11,1 4 2463,4 10-2536,6 9 748,6 8-776,0 11 603,-3 9-581,-7 12-5,-4 7-6,-1 5 226,4-2-226,6-4-5,10-11-1,2 2 17,6-13 1,0 1 10,3-9 348,1-2-303,8-9-45,8-6-22,22-12 3,-8 10 0,3 1-1305,12-2 0,3 1 1302,-7 2 0,3 2 7,7 1 0,4 1 1,-1 2-515,4 1 0,0 3 507,-3 0 0,3 0 0,-4 3-17,8 6 0,-5 5-22,-7 3 0,-4 4-230,-9 6 1,-6 5 75,-8 3 0,-8 5-261,-8 2 1,-6 3-1012,-8 2 0,-5-1 1207,-2-3 1,0-5-1,-9 10 1,10-20-1</inkml:trace>
  <inkml:trace contextRef="#ctx0" brushRef="#br0" timeOffset="35475">13775 8060 13880,'-37'-39'984,"-1"0"1,0 1 0,4 3 0,2 2 0,3 4 438,-11-12-716,16 19-701,13 15 305,19 20 13,15 14-147,-2-4 0,5 2-525,8 3 1,5 1 529,10 2 0,5-1-659,-11-11 0,1 0 0,3-3 514,6 0 1,1-1-1,3-3-16,-11-3 0,1-2 0,1 0 0,1-1 1,5-1 1,0-1-1,1-2 1,1 0-535,4-1 0,0-2 0,2 0 0,0-2 535,-9 1 1,0-2-1,1 0 1,0 0 0,0-2-334,3 0 1,1-2 0,0 0 0,0-1 0,0-1 336,3-1 0,0 0 0,0-2 0,0 0 0,1-1-139,-9 2 1,0-1 0,0-1 0,1 0 0,-1 0 0,0-1 139,2-1 0,-1 0 0,1 0 0,0-1 0,-1 0 0,1 0-79,-1-1 0,0-1 0,0 1 1,-1-1-1,1 0 0,-1-1 73,-2 1 1,1-1-1,-1 0 1,0 0-1,0 0 1,-1-1-22,7-3 1,-1 0 0,0 0-1,-1-1 1,-1-1 21,-4 2 1,-1 0-1,0-1 1,-2-1 0,-1 1 136,7-6 0,-2 0 1,-2 0-1,-2-1-115,-6 2 0,-1-1 0,-3 0 0,-2-1 24,4-8 0,-3 0 0,-5-2-2,-6 5 1,-5-2-1,-3 0 498,0-13 0,-7-1-422,-10 6 0,-5 2-31,-4 4 0,-4 1 722,-4 5 0,-2 1-717,-2 2 1,-1 2-26,-1 2 1,-1 1-23,0 1 0,-1 1-28,-1 1 0,-1 0-14,3 2 0,-1 1 2483,-17-12-2489,13 11 1479,12 12-1602,11 9 858,7 11-724,10 7 494,12 9-510,17 3-1,18-2-388,-22-14 0,2 0 358,5 0 0,2-1-959,7 2 1,-2 0 972,-8-3 0,0 1-9,10 4 1,1 4-383,-6 2 0,-3 3 408,-2 0 0,-3 2-103,-3 3 0,-7 3 131,-14 19-12,-28 3-28,-1-27 1,-5-1-9,-5 2 1,-4 0 46,-1-1 0,-2 1-83,0 0 0,-1 0-115,2 1 0,1 0-409,2 0 0,3 1-1500,4-2 1,3 1 2062,-4 16 0,12-18 0,8-14 0</inkml:trace>
  <inkml:trace contextRef="#ctx0" brushRef="#br0" timeOffset="36149">20698 7093 23819,'22'-49'801,"0"0"0,-2 6 0,-4 8-588,-8 16-179,-4 10 11,-3 13 67,-1 16-23,-9 21-50,2-11 1,-4 2-277,-5 8 0,-3 1 256,-6 6 1,-2 1-678,-5 4 0,-2 2 675,10-17 0,-2 0 0,1 1 3,-1 0 1,1-1-1,-1 1-13,1-3 1,0-1 0,1 0-348,-10 12 1,2-1 364,2-6 0,1-2-242,2-4 1,2-3 238,1-3 1,1-1 464,-17 15-426,6-8 1219,7-8-1241,7-7 787,8-6-804,6-5 596,3-5-462,3-1-273,3-6-152,3-1-218,4-7-118,5-1-73,3-2-213,2-2-262,0-1-180,-1-2 72,-2 0 494,-3 0 622,-6 2 397,-4 2 167,-3 2 102,-5 3-50,-1 2-152,-1 0-218,3 1-516,1 0-2755,3-1 3170,2 1 0,-1 4 0,1 1 0</inkml:trace>
  <inkml:trace contextRef="#ctx0" brushRef="#br0" timeOffset="36726">20940 6913 23528,'-53'1'325,"-1"0"0,-1 3 0,6 5-219,1 20-831,16-9 0,-2 1 778,-2 0 1,-1 1 105,-6 1 1,-1-1 222,11-7 1,1-1 172,-27 7-25,37-15-261,15-11-152,16-9-16,30-24-40,-13 18 1,4-1-172,15-5 1,3 1 131,-11 7 1,1 4 13,13-3 0,2 4-8,-9 4 0,0 3-17,11-2 1,3 2-39,-14 3 1,1 1 0,0 3-153,13 1 0,-2 3-34,-3-1 0,-1 3-801,-4 6 1,-3 3 1013,-10 2 0,-3 0 0,17 6 0,-13 2 0</inkml:trace>
  <inkml:trace contextRef="#ctx0" brushRef="#br0" timeOffset="38092">24859 7340 18785,'47'-22'75,"-1"0"1,0 0 0,0 0 0,1 0 0,0 1 0,2 0 0,-1 0 0,1 2 0,0 2-677,10 0 1,0 2-1,0 2 1,1 0 614,-10 1 1,1 1-1,1 0 1,-1 0 0,1 0-265,0 1 1,1 0 0,-1 0 0,1 0 0,-1 1 252,-1 0 1,1 0-1,0 1 1,-1 0-1,0 1-3,10-2 0,-1 1 0,0 0 0,-1 1 28,-6 1 1,0 0 0,-2 1 0,-2 0-39,7 0 1,-3 0 0,-4 1 147,3-1 0,-10 2-122,-16 2 7,-71 8 2,-7 0 0,-8 0-48,4 0 1,-4 0 0,-2 1 76,6-1 1,-3 0 0,-1 1 0,-1 0-8,6-1 0,-2 1 0,0-1 0,-1 1 0,-1 1-8,5-2 0,0 1 0,0 0 0,-2 0 0,1 1 1,-1-1 46,-2 2 1,-1-1 0,0 1 0,0 0 0,0 0-1,0 1-126,1-1 1,0 0 0,0 1 0,0 0 0,1 0-1,1 0 82,-7 1 1,1 1 0,2 0-1,0 0 1,3 0-178,-2 2 0,1-1 0,3 0 0,5 0 118,1 1 0,4 0 1,9 0 1079,-8 12-984,87-19-54,13-15 0,11-6-17,-20 4 1,4-1-1,2-1 1,2-1-9,-3 1 0,2-1 0,2-1 0,0 1 0,1-1-2,-5 2 0,2-1 0,0 1 0,0-1 0,1 1 1,0 0 1,1-1 0,1 1 0,0 0 0,0 1 0,1-1 0,-1 1-2,-1 0 0,0 0 0,0 0 0,0 1 0,0-1 0,-1 2-1,7-2 1,0 0 0,-1 1 0,-1 1 0,-1-1-77,5 0 1,0 0 0,-2 1 0,-4 0 55,5 0 1,-4 1 0,-7 0-73,4 0 0,-25 2-112,-41 1 179,-32 7 0,-18 4 93,4-1 0,-7 1 0,-3 1-56,18-1 0,-1 0 0,-2 1 0,-2 0 0,1 0 7,-7 1 1,-1 1 0,-1 0 0,-1 0 0,0 0 6,7 0 0,-1-1 1,0 1-1,-1 0 1,0 0-1,0 0-66,-2 0 0,0 0 0,0 1 0,-1-1 0,1 0 1,0-1 86,1 1 1,0-1 0,0 1 0,0-1 0,1 0-1,1 0-195,-7 1 1,1-1-1,0 0 1,2 0-1,1 0 186,-5-1 0,1 1 0,3-1 0,2-1 214,-2 1 0,4 0 0,5-2-227,-4 2 1,22-6 1481,34-6-1501,32-5 0,21-1-7,-1-1 0,8 0 1,3-2-3,-16 5 0,2-2 1,1 1-1,2 0 1,1 0-1,-3 0 0,0 0 1,2 0-1,1 1 1,-1-1-1,2 0-35,2 0 0,1 0 0,0 0 0,1 0 0,0 1 0,0-1 36,0 0 0,1 0 1,0 1-1,-1-1 1,1 1-1,-2 0-192,-2 1 0,0-1 0,0 1 0,-1 0 0,-1 0 0,-1 0 175,3 0 1,0 0 0,-1 1 0,-3-1 0,-2 1-103,17-2 0,-5 1 0,-8 1 45,-5 0 1,-23 2-12,-70 5 99,2 3 1,-10 2-1,-5 0 13,0 1 1,-4 0-1,-4 2 1,-1-1 0,16-1 0,-3 1 1,0 0-1,-1 0 1,-1 0-1,0 0 14,-5 2 0,0-1 1,-2 1-1,1-1 1,-1 1-1,0 0 16,8-1 1,-1 0 0,0-1 0,1 1-1,-1 0 1,1 0 0,0 0 6,-7 1 1,0 1 0,0-1-1,1 0 1,1 0 0,0-1-22,-4 2 0,0-1 0,1 1 1,2-2-1,2 1-76,-3 0 0,3 0 1,2-1-1,5-1 111,0 0 1,5 0 0,8-3 1401,-3-1-1409,62-12 0,20-3-56,6 0 0,8 0 1,4-1-12,-12 3 0,3-1 0,3 1 0,0-1 0,2 0 0,-2 2 1,1-1 0,1 0 0,2 0 0,0 1 0,0-1-3,4 1 0,1 0 0,0 0 1,1 0-1,0 0 0,0 0-21,-8 2 1,0 0 0,1-1-1,-1 1 1,0 0 0,0 1-1,-1-1-242,8 0 0,-1-1 0,-1 1 0,1 0 1,-1 1-1,-1-1 265,-2 0 0,1 0 0,0 0 0,-2 0 0,-3 1 0,-4 0 0,15-2 0,-6 2 0,-3-1 0,-13 1 0,1 0 0,-1 0 0</inkml:trace>
  <inkml:trace contextRef="#ctx0" brushRef="#br0" timeOffset="70657">2027 2303 16740,'2'-8'6301,"0"1"-5187,5-54-251,-6 38-802,3-10 1,-1 3 33,-3 22-39,0 14 34,0 11 34,-1 21-7,-6 23-722,-3-9 0,-1 2 627,3-14 1,-2 1-5,0-1 1,-1 3 0,1-3-358,1 1 1,1-1 335,-1 7 1,4 0-302,8-1 1,6-2 98,3-11 0,4-4-176,22 20-1283,19-22-1629,-5-17 3293,-14-7 0,-1-3 0,3 0 0,-3-5 0</inkml:trace>
  <inkml:trace contextRef="#ctx0" brushRef="#br0" timeOffset="70874">2585 2724 24519,'-12'-44'586,"0"1"1,2 4-1,1 10-384,4 22-168,2 10-1,1 4 34,-2 18-22,-2 7-22,-4 29-18,3-17-22,4-6 1,2-1-68,3-6-286,10 22-661,8-26-1584,9 0 2615,7-10 0,-15-9 0,-2-5 0</inkml:trace>
  <inkml:trace contextRef="#ctx0" brushRef="#br0" timeOffset="71034">2706 2571 10035,'-2'-10'4915,"-7"-28"0,-1-7-2916,1 11-1624,-2-12 1,1 4-146,4 21-152,3 10-178,3 7-876,3 13-2311,5 9 3287,3 7 0,-1-8 0,-4-6 0</inkml:trace>
  <inkml:trace contextRef="#ctx0" brushRef="#br0" timeOffset="72441">2939 2551 25853,'-6'34'74,"0"1"1,1-2 0,1 0-42,5 24 12,0-8-28,0-16 89,0-10 398,1-16-212,2-12-141,4-14-50,4-18-57,-2 2 29,5-16-6,0 7-19,-4 12 0,2 0-20,10-17-12,5 2 7,-4 24-23,-4 9-11,7 9-12,4 12 1,4 6-6,6 13-51,-9 7-16,-8-4-661,6 21-403,-9-14-802,12 15-610,-4-16-50,1-13 1585,-7-10-17,1-14 1490,-7-10 1938,2-16-393,-7-1-189,-2-5-1015,-7 13 936,-2 1-1030,-1 11-315,-3 0-189,-2 7-91,0 4-22,1 3-33,1 4 0,8 2-1,7-1-10,12-1-12,13-4 0,12-8-11,9-7-216,-2-8 272,-10-6 11,-14-2-11,-15-1 11,-10-2-39,-7 6 56,-13-16-11,-3 13-39,-10-10-34,0 16 227,-4 11-210,-2 15 16,-6 14-27,9 6-3,9 1 0,2 4-3,-1 19-261,6-14 1,3 2 184,6-6 0,4 0-145,5 0 0,5-1-227,6 0 0,5-2-191,9-2 1,6-3-138,6-4 0,4-4-543,3-4 0,1-5 462,1-4 0,-1-5 285,-3-3 1,-1-3 434,-5-4 0,-2-3 285,-5-1 0,-4-3 495,17-21 611,-17-3 12,-12 2-683,-9 8 968,-4-13-1103,-4 23 723,-1-25-606,-5 26 288,-2-5-601,-5 15 735,1 6-869,-14 9 151,2 9-236,-12 12-16,5 9-22,5 6 10,9 2-16,9 0 5,12-5 18,8-5-18,10-9 23,4-8 11,2-7 22,0-11 12,-3-8-1,-3-8 7,-3-5-29,-4-5-22,-4 5 67,2-16 11,-7 16 50,0-7-16,-7 17-62,-5 9-39,-4 6-5,-5 10-6,-2 8-57,2 9 46,5 5 16,8 3-27,11 2 22,11-1-29,14-2-4,10-6 21,5-6-22,-2-10 23,-5-8 16,-6-10 1,-9-7 27,-6-11-11,-8-8 12,-5-8-29,-1-5-5,0-1 50,5 1-56,6 3 23,6 6 11,5 5 0,2 8 39,-2 8-56,-2 8-28,-5 9 5,-2 9 1,-4 12-1,-6 12-55,-5 12 0,-7 5-141,-3 6-436,1-1-823,2-4-2892,12-12 4342,3-12 0,-2-16 0,-4-8 0</inkml:trace>
  <inkml:trace contextRef="#ctx0" brushRef="#br0" timeOffset="72807">5473 2370 20229,'0'-4'4806,"0"0"-3064,0 4-1669,-41-26-29,21 35 1,-34-16-22,37 42 5,7 1 5,6-3 23,12-5 17,7-7 11,8-8 62,2-8-1,-1-8-10,-4-7-1,-4-8 0,-6-6 6,-5-3-72,-7-2-12,-6 0 11,-4 2-56,-2 5-22,2 7-51,1 7-95,1 9-139,-3 12-516,0 13-1603,-1 15 2415,5 13 0,4-24 0,4 1 0</inkml:trace>
  <inkml:trace contextRef="#ctx0" brushRef="#br0" timeOffset="73134">5561 2736 22537,'4'-2'3568,"-1"1"-2107,-3 1-1427,-37 13-12,28-4 6,-23 11-5,42-8-1,10-2-5,8-5 5,1-5 18,-1-7 4,-8-6 7,-9-7 5,-6-4-28,-9-1-23,-5 2 1,-10 3-28,-10 6-51,-9 5-162,-8 6-2168,-9 14-1686,17-3 3915,0 12 0,28-13 0,1 0 0</inkml:trace>
  <inkml:trace contextRef="#ctx0" brushRef="#br0" timeOffset="73567">1529 3345 19929,'-43'8'972,"-1"1"1,4-1 0,17-2-42,50-4-637,3-2 0,7 0-126,21-2 0,8-2-873,-22 2 0,2 0 1,2-1-1,5 0 748,-3 0 0,5-1 0,2 1 0,1-1 0,-1 0 0,-4 1-436,11-1 0,-3 0 0,0 1 0,5-1 409,-12 1 1,4 0 0,2 0 0,2 0 0,-1 0 0,-2 0 0,-2 1-361,6-1 0,-3 0 0,-1 1 1,1-1-1,3 1 355,-9-1 0,1 1 0,2-1 1,0 0-1,2 1 0,0-1 0,1 0-155,-1 0 0,2 0 0,2 0 0,0 0 0,0 0 0,-1 0 1,-1 0-1,-1 0 151,0 0 0,-1 0 0,-1 0 0,0 1 1,-1-1-1,1 0 0,1 1-43,4-1 0,1 0 1,2 0-1,-1 0 1,-1 0-1,-4 0 1,-4 1 35,11 0 0,-5 0 0,-3 0 0,1 0 56,1 1 1,0 0 0,-1 0 0,-5 0-42,-7 1 0,-3-1 0,0 2-6,5 0 0,1 0 1,-6 1-13,-5-1 0,-5 1 1158,12 7-1155,-41-6 1747,-5 2-2167,-14-1 420,-15 0 0,10-2 0,-4 0 0</inkml:trace>
  <inkml:trace contextRef="#ctx0" brushRef="#br0" timeOffset="76850">13397 11856 18632,'4'-57'1703,"0"-1"0,-5 7 0,-5 5-1205,-11 1-363,-8 20 94,-15 40 12,-4 25-690,18-10 1,-3 6-1,1 2 486,2 0 1,1 1-1,0 3-780,-5 12 1,-1 3-1,4-2 748,8-15 1,3-1 0,1 1-4,-1 9 0,2 2 0,3-3-415,2 10 1,4-2 408,4-12 0,2 0 1,6-1 1,10-1 0,6-3 0,5-4 13,16 2 0,8-9 4,-5-12 0,4-4 1,-2-5-407,7-7 1,0-8 416,-9-3 0,1-6 0,-3-2 35,7-11 1,-4-6 7,-5-3 0,1-5 1,-5-1-29,-9 4 0,-3-1 0,-3-3-109,0-7 1,-3-4-1,-5 4 90,-3-2 1,-5 1 36,-6-10 0,-6 2 567,-7 17 0,-5 3-567,-5-7 0,-10 5 10,-2 18 0,-7 6 0,-1 4-2,-17 0 1,-3 7-40,-1 4 0,0 8-10,19 4 1,2 4 0,1 3-19,-5 8 0,1 6-10,6 2 1,-2 6 0,5 2-92,8-4 0,4 2 0,2 3-574,1 7 1,3 3 0,6-3 127,5 3 1,9-1-2507,12 9 1,7-4 2893,0-20 1,1-3 0,-2-2 0,-1-4 0,7 1 0</inkml:trace>
  <inkml:trace contextRef="#ctx0" brushRef="#br0" timeOffset="77483">14305 11729 24592,'-13'-48'679,"0"0"1,0 2 0,1 11-400,4 23-218,-1 13-34,-3 24-39,-5 32 16,-1 4-329,3-10 1,-1 7 319,3-11 0,1 3 1,0 0-716,1 1 0,2 0 0,1 0 689,-1 7 0,3 2 1,5-6-25,11 4 1,10-6-428,9-12 0,6-6 425,-2-10 0,3-6-320,17-3 1,6-7 278,-16-9 0,2-3 0,0-2 70,1-1 1,-1-1 0,2-4-135,4-3 0,1-4 0,-4-2 183,5-11 1,-6-3-1,-12 8 1,-4-3 847,-2-4 1,-5-3-701,-10 5 1,-5-1-17,-1 2 0,-2-1 171,-9-28 17,-11 26-180,2 13 1079,0 6-1140,7 11 598,1 4-666,3 14-38,3 15 5,0 4 17,4 26-23,2-3 6,-3-14 0,1 1 5,-2-9 1,-1-1 5,0 0 1,0-2 1408,-3 1-1308,-2-17-23,1-15-61,1-16-11,7-15 6,8-17-15,-1 18 0,0-1 4,14-24 10,-1 11 0,3 0 14,-9 15 1,0 0-219,10-9 0,0 0 215,13-6-20,-7 15-13,-10 13 0,1 11-13,-2 21-37,1 5-107,3 19-207,-8 6 11,-6-7-1213,-4-6 1,0 1-8266,7 10 8090,1 6 0,-9-28 1,-8-17-1</inkml:trace>
  <inkml:trace contextRef="#ctx0" brushRef="#br0" timeOffset="77699">15849 11636 25601,'-7'-43'621,"-1"1"1,2 4 0,7 8-471,15 19-56,15 14-45,14 18-39,-18-1 1,0 5-714,3 10 0,-1 6 651,2 9 1,-2 5-32,-9-12 0,0 2 0,-2 0-36,5 10 0,-3 3-680,-4 1 1,-1 5 0,-3-5 797,-4 5 0,-2-3 0,2 1 0,-2-5 0,-6 5 0</inkml:trace>
  <inkml:trace contextRef="#ctx0" brushRef="#br0" timeOffset="78008">13215 13204 17602,'-45'6'1761,"0"1"1,-1-5-1096,90-20-206,10 1 0,12-2-1663,-20 7 1,4-2 0,2 1-1,2-1 1319,-1 1 1,1 0-1,2 0 1,1 0 0,2 0-61,-3 1 1,1-1 0,1 1 0,1-1 0,0 1 0,2 0-192,-5 2 0,0-1 1,2 1-1,0 0 1,0-1-1,1 2 0,0-1 139,2 0 1,0 1 0,1 0 0,0 0 0,0 0 0,1 1 0,-1 0-71,0 0 0,0 1 0,1 0 0,0 0 0,-1 1 0,0 0 0,0 0 49,-2 1 0,-1 0 0,0 0 1,0 0-1,0 1 0,-1 0 0,0 0-193,5 0 0,0 1 0,0 0 0,-1 0 1,-1 0-1,-1 1 11,5 0 1,-1-1 0,-1 1 0,-1 1 0,-2 0-514,5 0 1,-2 1 0,-3 0-1,-2 1 712,5 1 0,-3 1 0,-8 0 0,-4-1 0,-9 1 0,5 5 0</inkml:trace>
  <inkml:trace contextRef="#ctx0" brushRef="#br0" timeOffset="78308">13442 13355 14351,'-52'11'757,"1"0"0,-1 0 0,0 0 0,-4 1 0,1-2 0,4-1-46,-12 3 1,11-5 123,18-13 49,73-15-439,11 1 1,11-1-1220,-20 7 0,4 0 1,2 0-1,2-1 891,-1 2 1,1 0 0,3 0-1,0 0 1,1 0-36,-2 1 0,1 0 0,0 0 0,2 1 1,1 0-1,0-1-189,5 1 0,1 0 0,2 0 0,0 0 0,1 0 1,0 1 138,-7 1 0,1 0 0,1 1 0,0 0 0,0-1 0,0 1 0,0 1-61,2-1 1,-1 1-1,1 0 1,0 0 0,-1 0-1,1 1 1,-1-1 56,-2 1 0,1 0 0,0 1 0,-1-1 0,0 1 0,0 0 0,-2 0-128,7-1 1,-1 1 0,0 1 0,-1-1 0,-1 1-1,-1 0 132,5-1 1,0 1 0,-1 1-1,-1-1 1,-2 1 2,6 0 0,-2 0 0,-2 0 0,-2 1 105,-9 0 0,-2 1 0,-1 0 0,-3 0-131,2 0 0,-2 1 1,-4 0 651,1 1 0,-8 2-874,-6 2 785,-43 4-572,-32-1 0,15-2 0,-2-2 0</inkml:trace>
  <inkml:trace contextRef="#ctx0" brushRef="#br0" timeOffset="83900">9381 12426 21075,'-45'2'1166,"1"0"1,4-1 0,16-5-797,33-7-56,29-8-233,-5 7 1,3 0-1048,13-3 0,4 0 970,-11 4 0,1 0 0,2-1-44,6-1 1,1 0 0,1-1-103,5 0 0,0-1 0,1 0-271,1 0 1,1 0-1,-3 0-48,-11 3 0,-2 1 0,1 0 461,8-1 0,1 0 0,-9 2 0,5-1 0,-17 5 0,-1-1 0</inkml:trace>
  <inkml:trace contextRef="#ctx0" brushRef="#br0" timeOffset="84117">9929 12310 26318,'-10'43'43,"0"-1"1,0 1 0,0 1-1,-1 1 1,1-1-117,1-2 0,1 0 1,0 1-1004,0 2 0,1 1 0,1 0-287,0 0 0,2 0 1,2-1 874,3 13 0,1-6 1,0-16-1,0-6 0,7 2 1</inkml:trace>
  <inkml:trace contextRef="#ctx0" brushRef="#br0" timeOffset="84384">10732 12390 21847,'0'-6'3440,"0"1"-2566,0 5-684,-72-29-16,27 40-124,-8-15 1,0 7-505,23 21 0,5 7 468,-1 0 0,3 2-11,6 1 0,5 0-17,3 0 0,7-1-23,8-2 1,6-1-68,6-2 1,6-2-147,7-3 1,5-2-353,6-2 0,2-4-2905,5-2 1,0-3 3506,-4-3 0,-2-1 0,11 0 0,-23-5 0</inkml:trace>
  <inkml:trace contextRef="#ctx0" brushRef="#br0" timeOffset="84684">9882 13436 18922,'-57'19'826,"1"1"1,-1-1 0,10-3 0,0 0 0,11-3-188,4-1 821,48-15-1034,44-13-278,-8 1 0,6-2-946,-11 3 0,4-1 0,1-1 820,-8 3 1,2-1-1,0-1 1,1 1-9,4-1 0,1 0 0,0 0 0,1-1-10,2 1 0,1-1 0,0 1 1,-1 0-46,0 1 0,-1 0 1,1 0-1,-1 1-407,-4 1 0,1 1 0,-1 0 0,-3 1 201,6-1 1,-3 0-1,-5 2 1,0 0-1,-7 2 1,1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09:00:44.3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1797 2839 20739,'0'-9'2319,"0"2"-1138,5-53-621,-4 41-403,5-42-90,-4 65 40,5 15 10,2 19-5,1 17-278,-6-24 0,-2 2 213,-1 1 1,-1 0-9,-3-2 1,0-1 32,-4 25 18,-3-13 84,2-13 313,2-14 11,0-11-296,-1-15-34,-5-24-129,3 3-25,2 1 0,1-3 19,1-29-284,2 20 1,2-4 258,1-1 1,3-1 10,1 1 1,4 2-9,1 4 1,3 2-117,1 6 1,4 3 109,20-19-21,7 13 16,8 12-12,4 13 12,-19 12 0,-1 4 0,15 4-6,-17 5 1,-1 3 5,2 17 11,-2 17 12,-18 8-43,-23-18 1,-5-1 19,-7 15 5,-4-18 1,-2-3-1,-12 1-5,-11-1 6,3-14 11,5-13 39,9-15-34,10-9 1,10-9-12,10-3 895,11 2-923,12 2 289,7 11-267,1 5-22,10 11 17,1 8 17,17 8 0,-20-2 0,0 4-17,-8-2 0,-2 0-11,21 20-6,-33 4 11,-31-6-39,-18 11-314,7-23 1,-4-3 338,-2 0 1,-2-2-54,0-3 0,0-2-224,3-3 0,1-3-1574,-20-1 1871,16-20 0,18 7 0,10-8 0</inkml:trace>
  <inkml:trace contextRef="#ctx0" brushRef="#br0" timeOffset="192">2729 2779 19484,'-8'11'3854,"1"-3"-2757,7-8-307,0 0-616,-31 83-281,21-42-173,-7 8 0,1 1 280,11-5 0,4-29 0,-1 7 0</inkml:trace>
  <inkml:trace contextRef="#ctx0" brushRef="#br0" timeOffset="383">2682 2544 22363,'-4'-3'2644,"0"1"-2790,4 2-5993,7 15 6139,5 1 0,-3 2 0,2-6 0</inkml:trace>
  <inkml:trace contextRef="#ctx0" brushRef="#br0" timeOffset="1549">2948 2863 26827,'40'35'62,"-8"-2"11,-32 27 83,-8-30-44,-1 17-28,-5-51-16,10-20-7,2-14-33,4 5 45,15-23-45,3 18-11,17-12 0,5 19-1,8 13-354,8 9 338,-10 10 2,-10 6 1,-1 3-14,14 12-26,-16-4 1,0 2-244,9 19-487,-9 2 146,-13-8-1077,-2 6-2374,6-8 168,9-8 1423,17-7 2548,2-26 599,-10-3 1564,2-17 1825,-17-12-2173,-3-5-639,-8-11-1314,-11 7 446,-3 13 574,-3-2-328,-5 16-441,-3 5-108,-10 9-16,-9 17-16,-10 12-18,-6 14-11,0 11-5,9 3-6,13-1 1041,17-7-1030,17-9 12,14-8 16,11-11 34,4-10 33,-1-10-33,-3-10 22,-6-7 56,-7-2 6,-7-3 0,-6 2-28,-3-2-6,-4 5 34,-2 5-90,-1 9 84,-3 6-151,0 6 6,-3 8 16,-2 9-22,-4 12 11,2 7-22,3 3 6,12 0 21,13-3-21,16-5-1,10-8-27,5-9 38,-2-10 46,-11-8-23,7-15 28,-23-2-17,3-15-22,-21-2-6,-6 5 22,-11-21 1,2 18-23,-1-13-5,6 18 40,7 9-46,5 6 0,9 5 0,9 2 0,10 4 0,5 3 0,1 6 0,-1 4 0,0 5 0,-2 1 0,-4-1 0,-8-4 0,-8-2 0,-10-5 0,-5 0 0,-2-3 0,-1-1 0,-1-2 0,0 1 0,-1 0 0,1 2 0,0 1 0,-1 3 0,-1 3 0,-1 8 0,-3 10 0,0 10 0,-3 10 0,1 8-366,3 8 318,4-27 0,2 0-330,3 1 0,3-2-1319,12 25-5433,11-18 7130,-1-19 0,-8-13 0,-10-6 0</inkml:trace>
  <inkml:trace contextRef="#ctx0" brushRef="#br0" timeOffset="1933">4888 2753 26295,'-1'-46'623,"1"1"1,-1 3 0,-1 11-496,-1 23-116,0 6-12,1 15 5,-1 11 1,1 19-1,3 11-10,8 3 16,11-5 6,13-9 5,9-13-22,3-13 11,0-12 12,-2-14 5,-3-10-6,-5-13 1,-6-8 33,-7-5 56,-5 0-83,-5 6-29,-6 11 0,-2 11 0,-4 11 0,-3 13 0,-4 14 0,-6 21 0,4-11 0,-1 3-565,1 8 0,0 3 565,-2 9 0,2 3-541,3-13 1,1 2-1,0 1 475,0 6 0,0 1 1,1 2 65,2-7 0,0 2 0,0-1 0,0-4 0,0 11 0,1-5 0,0-1 0,1 0 0</inkml:trace>
  <inkml:trace contextRef="#ctx0" brushRef="#br0" timeOffset="2483">6150 2855 21689,'-10'-47'733,"1"1"1,-1-1 0,-3 2 0,-1 0 0,-1 8-527,-13-7 101,-19 3 48,17 31-283,-6 5 29,2 18-52,-3 26-39,14-4-143,10-3 0,4 2 132,7 21-3,6-20 0,5 3-3,9 8 1,4-2 10,-5-13 1,2-1 22,12 10 0,0-2-28,4 4-5,-1 5 129,-19-9-57,-27-8 0,-21-8 11,-22-8-50,20-10 0,-1-1-302,-2-3 0,-1-1 285,0-3 0,1-3-84,-1-7 0,5-5-610,-10-20-1224,21-15-98,30 15 2005,34-7 0,-24 30 0,15-6 0</inkml:trace>
  <inkml:trace contextRef="#ctx0" brushRef="#br0" timeOffset="3516">6334 2936 27225,'33'21'672,"14"-18"-599,-7-30-6,7-11-22,-20 11 22,-6-6 28,-12 7-28,-4-7-33,-11 8-29,-7 5-10,-1 12 5,-8 5 0,2 8-6,-5 6 1,2 9-1,-3 19 0,11-8 12,0 19-40,14-11-72,17 20-23,9-9-195,-4-22 0,3-3-51,27 11 134,-7-13-22,-13-14 0,0-3-163,22-3 286,-12-7 0,1-3 140,-9 0 0,0-4 31,3-4 0,-4-3 8,4-9 73,-4-13 123,-13-6 1,-3-2 55,-6-4-11,-9 18-163,-6 11 63,-4 4-80,-5 11-38,-10 3-51,0 11 0,-8 11 424,10 4-440,-7 15-12,8 2 22,8-7 1,1 2-11,-2 23-12,13 5 6,14-22 11,4-13 33,15-10 23,-8-17-22,13-9 11,-7-12 50,-1-9-50,-8 5 44,4-19-33,-10 12 34,6-11 44,-11 17 1,-4 8-85,-4 9-16,-3 6-12,-3 4-11,-7 11-5,-2 5-1,-5 13-10,8-4-1,3 11-5,14 2 0,8 2 5,13 3-5,9-16 28,2-10 16,-2-8-16,-2-14 7,-5-8-24,-2-10 0,-3-9 0,-4-7 0,-2-9 0,-1-1 0,-2 3 0,-1 4 0,-2 9 0,-3 5 0,-3 10 0,2 2 0,4 6 0,4 2 0,7 2 0,2 13 0,2 6 0,0 13 0,0 7 0,-9-3 0,2 17 0,-9-15 0,2 12 0,-5-12-511,-2-7-771,2-7-830,8-8-2262,14-7 4374,22-12 0,-22 5 0,5-5 0</inkml:trace>
  <inkml:trace contextRef="#ctx0" brushRef="#br0" timeOffset="3733">8186 2862 18840,'0'-6'7052,"0"1"-6663,-8-24 0,-6-6 121,0 11-370,-1-14 0,-2 5-84,2 23 45,-12 12-45,1 15-11,-15 17-17,2 13-262,19-20 1,3 2 216,-8 30-94,14-4 66,21-7-56,15-10-274,19-11-739,11-12-102,-24-11 0,1-4-2310,4-3 1,-1-4 3008,-2 1 1,-2 0 0,10-6 0,-17 4 0</inkml:trace>
  <inkml:trace contextRef="#ctx0" brushRef="#br0" timeOffset="4092">8627 2583 22425,'2'-48'1400,"0"0"0,-1 6 1,-2 7-836,-4 12-307,-1 11-202,1 8-28,0 13 0,-3 15 17,-4 21-15,4-13 1,1 2-14,-1 7 0,0 1-406,1 4 1,1 0 396,1 0 1,1 0-15,1-5 0,0-1 12,2-7 0,0-2 22,2 12 134,1-19 112,2-15-106,5-16-89,6-14 799,9-15-806,13-10-38,-14 21 1,1-1-266,4 1 0,2 1 231,1 2 0,1 3 0,-1 3 0,1 3 0,27-2 0,-8 17 0,-4 15 0,-3 16-218,-21-12 0,0 3 169,-1 3 1,0 1-529,-2 2 1,-1 1-3519,-1 2 1,-2 0 4094,7 24 0,-10-20 0,-8-17 0</inkml:trace>
  <inkml:trace contextRef="#ctx0" brushRef="#br0" timeOffset="4566">1339 3938 20660,'53'-19'369,"0"0"1,0 0 0,-8 5 0,0 0 0,2 2 0,0 2-249,4 2 1,1 2 0,1 1 0,2 1-1019,-5-1 1,1 1-1,1 1 1,1-1 0,1 1 949,4 0 1,2 1 0,1 0 0,1 0 0,0 0-264,-7 1 0,0-1 1,1 1-1,1 1 0,0-1 1,1 1 236,2 0 0,2 1 0,0 0 0,0 0 0,1 1 0,0-1-93,-6 0 0,0 1 0,0-1 1,1 1-1,0 0 0,0 0 0,0 0 79,3 0 1,0 1 0,1 0-1,-1 0 1,1 0 0,0 0-1,1 0-137,-7 0 1,1-1 0,0 1 0,0-1-1,0 1 1,0 0 0,1-1 0,-1 1 137,2-1 1,0 1 0,-1-1-1,1 1 1,0-1 0,0 1 0,0-1-1,0 0-26,2 0 1,-1 0-1,0 0 1,0 0 0,1 0-1,-1 0 1,1 0 0,-1-1 20,1 1 0,0-1 0,-1 1 0,1-1 0,0 1 0,-1-1 0,1 0 1,0 0 0,-1 0 1,1 0-1,0 0 1,-1-1-1,1 1 1,0 0-1,-1-1 1,0 1-10,0 0 0,-1-1 1,0 1-1,1-1 1,-1 1-1,0-1 0,-1 0 1,1 0-36,-2 0 0,0 0 1,0-1-1,0 1 1,-1 0-1,1-1 1,-1 0-1,0 1-194,5-1 1,-1 0 0,1 0 0,-1 0 0,-1 0 0,1 0 0,0-1 227,-1 0 0,1 0 0,1-1 0,-2 0 0,-1 0 0,-3 1 0,-4 0 0,8-1 0,-5 1 0,-3 0 0,-1-1 0,8-1 0,-1 0 0,0 0 0</inkml:trace>
  <inkml:trace contextRef="#ctx0" brushRef="#br0" timeOffset="5116">9860 2774 20022,'15'-55'1572,"0"0"0,-4 8 0,-3 5-1259,-12-1 153,-8 13-197,0 13-118,-4 2-90,-7 11-44,2 14-17,0 2 0,-1 19-22,7 0 16,2 12-5,8 1 11,14-1 0,10-6 50,10-10 118,2-12 51,-2-10-1,-4-13-11,-4-9 17,-3-8-33,-6-1-90,-5-2-23,-5 3-28,-5 3-78,-6 2-100,-4 10 44,-3 4-297,-7 15-638,-3 10-1110,-9 17-2787,17-7 1,2 1 3957,-5 8 1,6 2-1,14-33 1</inkml:trace>
  <inkml:trace contextRef="#ctx0" brushRef="#br0" timeOffset="5425">9961 3046 26407,'-57'13'101,"12"2"-23,50 9-10,2-5 72,16 3 22,4-8 6,9 2 151,5-7-39,-11-5-134,-6-6 173,-11-6-89,-7-7-74,-1-17-100,-9 1-15,-7-7-41,-1 15 0,-5 1-46,4 12-408,-2 2-9377,-6 12 8210,9 1 0,-1 4 1,10-6-1</inkml:trace>
  <inkml:trace contextRef="#ctx0" brushRef="#br0" timeOffset="9166">3308 5123 19232,'-47'3'567,"0"-1"0,0 1 0,-4 0 0,6-1 1097,-8-7-1373,48-1-212,7 0 72,32-1-53,6 5 0,5 1-45,7-1 0,5-1-700,-5 1 0,3 1 0,1-1 660,1-1 0,1 0 0,-2 1-10,-9-1 1,-1 1 0,4-2 11,3 0 1,5-1-1,0-1 1,-8 1-11,5 0 1,0-1 5,-3 0 0,6-2 0,-1 0 1,-7 1-357,-2-1 1,-4-1 433,14-3 1,-5-2 16,-11-3 34,-37-10-106,-32 3-1,2 6 1,-5 0-311,-8 1 1,-3 2 388,-6-1 0,0 1-17,8 3 0,0 2 132,-6-1 1,3 1 1849,-9 0-1685,5-1 555,29 5-885,30 4 0,25 2-34,5 2-192,-6 2 1,4 2 168,10 5 1,2 3-132,0 2 1,2 3 129,-14-4 0,0 2 0,-3 2 1,1 8 1,-7 3-396,-8 1 1,-9 3 361,-13 2 0,-8 1-165,-9 1 0,-7-1-757,-5 1 0,-4-1 950,-4 1 0,1-4 0,-4 4 0,7-7 0</inkml:trace>
  <inkml:trace contextRef="#ctx0" brushRef="#br0" timeOffset="9742">5900 4982 16409,'3'-6'3165,"5"-25"0,-1-6-1911,-6 1-815,2-7 1,-2 1 149,-17 6-264,-10 10-157,-8 12-51,-10 10-44,-8 16-461,-5 13 413,30-7 0,2 4-8,3 2 0,4 2 11,-4 31-11,24 1 5,21-1-261,-1-29 0,4-3 244,5 1 1,4-2 0,2-1 0,1-1-4,0-1 1,-1-1 0,-4-2 0,-2-1 19,15 10-5,-16-7 28,-16-8 5,-9-6 449,-18-3-410,-10-7-27,-21-2-29,-11-6 62,23 5 1,-1 1-91,-1 1 1,-1 1-6,1 0 0,0 2-22,-25 3-174,14 5-689,17 6-1451,18 4 2336,25 2 0,-7-6 0,10-3 0</inkml:trace>
  <inkml:trace contextRef="#ctx0" brushRef="#br0" timeOffset="10133">6366 5163 21439,'0'-5'3764,"0"2"-2773,0 3-761,-34-61-146,12 46-76,-2-15 1,0 7 2,-1 38 0,6 11-22,7 8 0,8 4 11,14-1 5,14-4-5,18-8 17,9-7 62,2-10 72,-9-10 45,-12-9 0,-14-10 11,-10-9-17,-8-5-44,-8-3-45,-5-1-28,-6 3-23,-2 6-22,0 9-22,1 8-34,1 8-56,5 6-118,4 8-498,8 8-1177,13 8-3891,12 6 5768,4-5 0,-7-8 0,-8-9 0</inkml:trace>
  <inkml:trace contextRef="#ctx0" brushRef="#br0" timeOffset="10449">6635 5103 27404,'-10'-42'78,"1"0"1,1 3-1,10 13-50,27 36-11,15 13-17,-18-5 0,1 4-311,1 2 0,-1 2 302,-2 4 1,-3 1-6,-5 2 0,-3 1 0,-5 1 0,-4 0 4,-7-1 0,-4-1 33,-13 20 55,-7-19 17,2-20-5,6-23 0,8-16-18,4-22 7,12-13-87,1 26 1,3 0-2,3-1 1,3 2-28,3 2 0,3 2-127,1 3 1,3 3-390,3 3 1,1 4-665,3 2 1,2 2-2756,2 2 0,1 2 3971,-4 2 0,-2 1 0,11 0 0,-20 2 0</inkml:trace>
  <inkml:trace contextRef="#ctx0" brushRef="#br0" timeOffset="10649">7466 4780 22834,'0'-6'3993,"0"2"-3220,0 4-342,-17-68-218,10 46-182,-2-18 0,0 11-31,7 30 0,4 20-12,3 20 6,-1-10 1,-1 3-385,2 7 0,-1 2 353,-1 5 1,0 3-135,-2 3 1,-1 2-477,-2 2 0,-1-1-2517,-2 1 0,0-3 3164,-1-8 0,0-5 0,-3 11 0,5-28 0</inkml:trace>
  <inkml:trace contextRef="#ctx0" brushRef="#br0" timeOffset="10850">7327 5124 25320,'-22'-42'230,"1"-1"0,-1 3 0,11 14-314,17 26 50,15 7-145,23 7-23,-13-4 0,3 1-934,6 1 1,1 1 82,5 0 1,1-1-349,0-1 1,1-1-1199,-1-1 1,-1-3 2598,1-1 0,-5-2 0,6 0 0,-11-3 0</inkml:trace>
  <inkml:trace contextRef="#ctx0" brushRef="#br0" timeOffset="11583">8038 5050 26245,'-45'-19'100,"0"0"1,4 1 0,8 10-78,18 25-1,5 6 12,4 12-1,12-4-10,1-1 55,16-8 51,2-11 33,12-2-22,3-11 0,0-10 34,-3-9 44,-7-7-22,-11-4-39,-8-2-34,-12 0-5,-15-1-73,1 14-12,-18 2-27,14 16-12,-9 1-27,-28 30 10,21-4 12,7-4 0,3 2-62,7 19-61,12-5-169,15 12-346,18 1-239,7-21 0,7-1-413,0-5 1,2-3 1048,3 1 0,1-4-129,4-6 0,0-4-153,-8-4 0,-1-2 528,10-2 1,1-3 237,2-7 0,-2-3 123,-14 0 1,-3-3-160,-4 1 0,-4-3 504,4-20-121,-16 4-41,0-9 179,-9-3-470,-14 15-191,-5 6 1178,-12 19-1167,-9 11 0,-2 4-45,-6 5-11,-5 4 1,0 5-532,16 4 1,3 2 513,-17 17-24,21-13 0,8 0 69,18 2 23,17 2 33,40-20-62,-27-17 1,1-4-289,10-7 0,-1-5 277,-13 2 1,-4-3 27,5-7 1,-4-3-4,-10 2 1,-2-2 16,4-20 1,-2-5-29,-5 6 0,-1-2 303,-2-9 0,-1 1-283,-4 20 0,0 2 90,-2 1 0,-1 1 304,-4-5-410,1 9-40,-3 12 0,3 23 612,2 3-612,0 24 0,1-2 0,1 5 0,1 4 0,-1 2-30,3 15 0,0 3-195,0-1 1,0-1-104,0-10 1,-1 1-1934,1-5 0,0 2 0,0-3 2261,0 3 0,0-3 0,0-3 0,0-3 0,1 4 0</inkml:trace>
  <inkml:trace contextRef="#ctx0" brushRef="#br0" timeOffset="15792">10501 4913 24475,'-38'-27'358,"0"0"1,0 0-1,-16-11 1,3 11-273,17 20 1,1 6-423,-3 2 0,0 4 375,-2 4 1,0 3-10,1 5 1,1 5-6,4 3 1,3 3-10,4 2 1,4 3-6,6 0 1,4 1-1,3-2 0,3-1 67,10 25 289,12-13-260,14-12 38,11-13 29,7-13-23,2-17-17,3-14-358,-27 5 0,0-4 288,2-4 0,-1-2 0,1-5 1,-2-3 2,1-5 1,-3-1-549,-1-5 1,-3-1 530,-2-5 1,-4-1 2,-2-3 0,-3-1 11,-3 2 1,-2 1 5,-1 5 0,-2 2 87,-3 10 0,0 3-105,-4-14-52,-2 24 0,2 17 623,0 20-623,0 21 0,-1 29 0,4-17 0,-1 3 23,1 8 1,1 2-24,1 5 0,1 2-15,2 1 1,3-1-67,2-1 0,3-2-124,4-6 1,4-3-127,2-7 1,3-5-387,0-9 1,2-6 223,15 4-270,-9-24 0,1-7 399,17-18 358,-14 3 1,0-3 64,-5-3 0,-2-3 64,-2-2 0,-2-1 64,-1-1 1,-3-2 42,-3 1 0,-2 0 30,-2 2 1,-2 1 265,1-19-139,-10 13 849,-12 16-1119,-10 11 803,-11 13-897,-5 11-6,-3 15 5,3 12-5,17-10 0,2 1 11,-5 25-112,11-24 0,4-2 95,6 5 0,13-3 0,7-17 34,11-4-6,6-18 68,10-25-35,-15 3 32,-12 2 0,-2-2 80,-2-11-27,-1-8 6,-5 4-73,-6 7-90,-2 16 469,-2 8-469,0 16 0,0 9 0,1 26-3392,6 4 3392,1 5-88,17-2 88,8-12 0,-8-14 0,5-3 0,4-1 0,4-4 0,14-4 0,3-5-355,-7-5 1,-2-4 354,1-1 0,-2-4 0,-8-8 0,-3-5-175,-9 0 1,-2-2 174,5-8 0,-1-4 0,-4-3 0,-4-5 0,-5 3 0,-1-4 0,-2 2 897,0-3 0,-2 0-897,-3 0 0,0-3 0,-2 4 0,-1 7 0,-4 2 6,-3-7 1,-2 2-7,-6-3 880,-10 20-880,8 26 513,-4 22-513,1 23 0,7-10 0,2 4 284,0 8 0,2 5-284,3-5 0,1 5 0,0-4-406,1 5 0,2 0 262,1-1 0,1 3 0,3-5-702,3 0 1,4-2-973,6 9 1,2-2 1243,-2-14 0,1-4 1,8 5-1,-14-26 1</inkml:trace>
  <inkml:trace contextRef="#ctx0" brushRef="#br0" timeOffset="16299">11505 4747 26502,'42'-8'1,"1"0"1,0-1-1,6-2 1,3 3-34,0 6 0,4 4 1,-6 0-504,-10-1 1,1 0 528,12-2 1,7-1-1,-8-1 14,-12-1 1,-3-1 7,13-2 1,-3-1 79,3-9 295,-24 4-229,-14-4 254,-18 0-237,-9 0 28,-19 3 6,-12 9-118,4 6 8,6 6 1,1 3-42,-9 11-46,13-4 1,3 2 6,-2 17-6,14 3-12,10-10 515,24 9-509,9-20 23,23 4 44,7-20-242,-25-8 0,0-3 276,0-5 0,-1-2-22,-3-3 0,-2-3-90,15-20 0,-16 7 0,-12 8 0,-9 11 0,-3 8 0,-1 5 469,0 16-469,1 4 0,-1 19 0,1 8 0,-3-4-3737,-4-3 1,-2 1 3736,-4 8 0,-3 6 0,7-32 0</inkml:trace>
  <inkml:trace contextRef="#ctx0" brushRef="#br0" timeOffset="34645">5905 7587 19714,'0'-4'3596,"0"0"-2779,0 4-716,-59-47-73,27 39-484,-13-12 1,0 4 466,4 28 0,7 0 0,-2 0 0,1 0 1,0 1-10,-12 1 1,0 1 19,2-2 1,0-2 38,1-1 1,3-3 0,-8 1 401,7-5-183,31-4-51,1 0-144,6-1-90,3 2 5,-1 3 717,2 11-700,-2 13 16,-1 22 51,1-4 0,0 4-570,0-2 0,-1 2 575,1 14 1,-1-1-48,1-20 0,0-1-231,1 7 0,0-1 206,1-14 0,2 1 0,4 9 0,1-2-23,13 14-113,15-15 69,-3-29-830,28-22-4036,-14-6 1,0-3 3276,-12 5 1,0 1-1,5-4 1,-6 2 0,-18 9-1</inkml:trace>
  <inkml:trace contextRef="#ctx0" brushRef="#br0" timeOffset="35021">6821 7756 23203,'-1'-43'1004,"1"0"1,-2 1 0,-3 8-529,-5 15-196,-3 5-258,5 14-5,3 18 0,2 20-12,1 4-61,0 5 0,0 4-1493,0-9 0,1 2 145,0 0 0,0 3 0,0-2 960,1 9 0,1-5 0,-1-14 1,0-4-1,2 6 0</inkml:trace>
  <inkml:trace contextRef="#ctx0" brushRef="#br0" timeOffset="35212">7193 8282 23080,'1'-8'3288,"0"1"-2879,-1 7-286,0 0-168,9-23-716,-7 43-6544,5-9 7305,-8 41 0,0-19 0,1-14 0</inkml:trace>
  <inkml:trace contextRef="#ctx0" brushRef="#br0" timeOffset="35811">7856 7879 19255,'0'-3'4402,"0"0"-3209,0 3-868,66-33-129,-42 25-115,14-9 1,-3 5 114,-23 16 16,-7 6-27,-5 4-17,-8 1-22,-8-1-12,-7-5-5,-3-5-17,0-12 6,3-9-12,7-17-33,7-12-6,11-9-33,5 9-15,5 16 1,3 1 13,9-2-21,16-7-7,-2 22 18,9 9-35,5 15-16,4 12 22,-29-2 1,-2 4-249,-2 5 0,-4 3 240,-5 5 0,-5 3-3,-9 7 0,-8 1-421,-8 7 0,-7 0 426,2-14 1,-4 0 0,-2-1-465,-3 1 1,-2 0 0,-1-3 482,0-2 1,-1-2 0,0-2 11,-12 6 1,-1-6-53,10-10 1,1-6 156,-15-9 436,23-19-359,18-12 659,19-6-776,13-2-62,14 5-33,9 7 6,11 9-46,6 7 570,-30 7 1,0 3-890,1 0 0,-2 3-1910,30 13 2280,-29-8 0,-3 0 0,3 2 0,-2-2 0</inkml:trace>
  <inkml:trace contextRef="#ctx0" brushRef="#br0" timeOffset="35988">8727 8055 23898,'0'-5'3036,"0"2"-2717,0 3-409,7 14-951,-3 12 1041,7 23 0,-7-19 0,1-2 0</inkml:trace>
  <inkml:trace contextRef="#ctx0" brushRef="#br0" timeOffset="36505">9355 7626 25562,'25'-46'300,"0"-1"1,-1 5-1,1 8-154,14 14-57,5 7-66,-7 6 22,25 7-23,-16 14-370,-13-2 0,0 4 348,-8 5 0,-4 4-9,-2 3 1,-4 3-1,-3 1 1,-4 1-22,-7 0 0,-4-1 36,-14 24 27,-15-9 1,-7-12 50,-1-12 50,5-11 85,7-14 105,11-9 465,8-9-621,11-2 181,8 1-271,9 3-33,6 7-23,5 5-22,4 10 0,5 9-11,7 15 2,-19-9 1,0 2-223,2 4 1,0 1 221,0 2 1,-2 0 19,-3-1 1,-2 2-12,7 24 5,-19-6 7,-24-8-18,-17-9 6,-16-11-62,-8-9-240,-2-14-672,1-6-1973,7-8 2448,12 0 0,17 7 1,12 6-1</inkml:trace>
  <inkml:trace contextRef="#ctx0" brushRef="#br0" timeOffset="36695">10726 7996 24424,'-10'5'2370,"2"-1"-1883,8-4-314,0 0-1175,-48 77 430,27-32 1,-5-2 0,2-3 0,15-13 0</inkml:trace>
  <inkml:trace contextRef="#ctx0" brushRef="#br0" timeOffset="37288">11489 7583 23581,'10'-62'911,"0"0"0,-2 1 0,-3 9-418,-9 21 215,-1 1-535,2 13-8,1 16-148,3 10 72,3 22-84,2 14-14,0-4 1,0 3 2,0-2 1,1 0-913,0 9 0,1-3 913,5 15-66,-5-31 1,3-3 64,7 5 34,4-4 28,9-29-5,-2-17 33,9-18-40,-10 4 46,6-7-6,-11 10 1992,6-2-2041,-13 15 140,-4 19-175,-9 9 0,0 24 0,-2 3 0,1-5 0,2 3-49,0-5 1,2 1-1282,2 9 1,2-1 394,8 13-2776,-5-21 0,0-2 3019,5 10 1,-3-7 0,-7-17 0</inkml:trace>
  <inkml:trace contextRef="#ctx0" brushRef="#br0" timeOffset="37455">12317 7987 24424,'0'-5'2907,"0"2"-2655,0 3-308,-15 6-2173,18 22-7602,-8-1 8412,16 7 1,-3-19 0,-5-11 0</inkml:trace>
  <inkml:trace contextRef="#ctx0" brushRef="#br0" timeOffset="38022">13279 7292 26872,'-11'-42'248,"0"0"0,3 3 1,-2 11-216,-1 23-27,0 5 0,-13 8-12,-23 14 6,-7 8-287,18-11 0,0 1 287,5-3 0,2-1 12,-15 8-1,3-3 28,16-5-22,4-1-12,6-1 12,9-3 557,2 4-557,2 3-1,2-2 91,0 19-23,0-5-6,-1 17 23,-1-4-6,-1-1-5,-1-5 5,0-8-5,2-9 22,2-10-83,0-6-29,0-4 0,6-10 0,2-5 0,9-11 0,2-2 0,4 1 0,-3 6 0,16 1 0,-7 12 0,17 3 0,-4 16 0,4 12 0,1 13 0,-23-14 0,-2 1 0,14 26 0,-13 2 0,-17 0 0,-22-2-976,-18-7-1701,-12-11 2677,-8-13 0,24-11 0,7-5 0</inkml:trace>
  <inkml:trace contextRef="#ctx0" brushRef="#br0" timeOffset="38229">13733 7793 26553,'-28'37'-273,"0"0"1,1 0 0,-11 14 0,8-10 0,16-19 0,6-9 0</inkml:trace>
  <inkml:trace contextRef="#ctx0" brushRef="#br0" timeOffset="38839">14660 7529 23816,'-7'-62'868,"0"0"0,0 7 1,-5 10-572,-22 18 0,-4 18-241,-6 25 5,-3 22-610,22-7 1,2 4 545,1 6 1,2 3-7,3 4 1,3 2 2,4 2 1,4 0-4,5-1 1,6 0 5,4-5 0,4-1-34,5-7 0,3-3 37,2-8 0,2-4 89,20 4-33,-7-20 23,-9-17 38,-9-13 913,-10-10-907,-9-5 414,-11-2-447,-12 4-23,-9 4-11,-4 15-23,-3 9-33,1 18-16,3 11-18,5 15-190,9 6-1103,12 7-5282,21 2 6070,9-7 1,-3-17 0,-5-12 0</inkml:trace>
  <inkml:trace contextRef="#ctx0" brushRef="#br0" timeOffset="39029">15212 7893 28222,'-3'7'-740,"2"7"-2318,3 29 3058,3-7 0,-1-14 0,-1-10 0</inkml:trace>
  <inkml:trace contextRef="#ctx0" brushRef="#br0" timeOffset="39322">15488 7335 23045,'38'-29'104,"-1"0"0,1 0 0,-1 3 0,-1 0 0,1 8-54,6 8 1,0 7-23,0 0 0,-1 5 223,-4 3 1,-1 4-241,-5 6 0,-3 5 246,-6 5 1,-4 6-241,-4 5 0,-4 4-12,-4 3 1,-4 2-17,-5 2 0,-3 1-26,-3-2 1,-3 1-379,-7 9 1,-2-3 5,6-17 1,0-1-1603,-3 11 0,1-3 1511,4-4 1,3-6-1,7-17 1</inkml:trace>
  <inkml:trace contextRef="#ctx0" brushRef="#br0" timeOffset="39488">15784 7696 24497,'2'-41'-45,"-1"0"0,6 4 1,7 8-819,14 21 0,8 7 863,11-1 0,-2 1 0,8 1 0,1 1 0</inkml:trace>
  <inkml:trace contextRef="#ctx0" brushRef="#br0" timeOffset="39688">16855 7675 24934,'-4'0'1703,"1"0"-897,3 0-767,-52 67-3870,31-26 3825,-8 0 0,1 3-542,12 5-2291,7-9 2839,1 2 0,3-16 0,3-12 0</inkml:trace>
  <inkml:trace contextRef="#ctx0" brushRef="#br0" timeOffset="40196">17358 7355 26939,'-48'2'108,"0"-1"0,6-2 1,7 7-78,15 18 0,6 7-991,-7 25 963,9-19 0,4 2-17,5 8 0,6 2 8,5-8 1,3 0-12,9 5 0,3-3 8,-3-15 1,3-4-3,11 5 0,2-5 11,-4-8 0,0-3 11,4 2 0,1-2 158,-2-7 0,-3-4-119,9-11 151,-11-5-150,-15-31-34,-10 14-1,-7-10 1,-4-4-9,-3 13 1,-3 1-926,-7-16 1,-3 1 924,4 16 0,-2 2 17,-8-5 1,-2 0-12,1 4 0,0 1 28,1 1 0,1 0 25,-1 0 1,4 2 56,2-5-68,11 11 28,8 2-45,19 8 1862,10 0-1884,26 6-17,-19 5 0,0 3 285,3 2 0,1 3-285,-2 4 0,-1 3 5,-4 5 1,-4 2-28,7 19 8,-20-12 0,-6 3-157,-7 3 0,-5 1-568,-2 1 0,-4 1-3429,-4 7 1,-3-2 3644,1-13 1,1-4 0,-5 10-1,10-18 1</inkml:trace>
  <inkml:trace contextRef="#ctx0" brushRef="#br0" timeOffset="40612">17895 7177 25996,'38'-39'175,"0"0"1,0 3-1,1 10-141,-8 24 0,2 6-570,4-3 0,2 2 575,2 0 1,1 0-18,1 0 1,0 1-7,-2 0 1,-1 0-6,-3 0 1,-3 1 27,20 3 382,-20 0-371,-18-1 268,-12 2-144,-9 5 9,-3 8-21,-6 11-11,-3 10-39,-1 11-108,10-21 0,0 1 32,0 4 0,3 1-22,0 5 0,3 1-8,1 3 0,2 1-483,3 2 0,2 0 457,0-1 1,0 0-127,0-3 1,-3-2-438,-7-3 1,-5-4-874,-15 18 1456,-14-26 0,-4-5 0,11-6 0,-24 4 0</inkml:trace>
  <inkml:trace contextRef="#ctx0" brushRef="#br0" timeOffset="44254">20383 3240 24704,'-54'-5'250,"-1"-1"1,0 8-1,5 12-197,13 24 1,6 10-2579,-3 4 1,2 0 2538,6-9 0,3 2 17,7-2 1,2 3 0,5-3 305,5 0 0,5-1-320,3 18 0,7-2 2,10-18 1,6-4 16,6-5 1,4-5 19,2-5 0,1-4 308,-1-5 0,1-6-241,-5-6 1,-2-6 57,22-17 82,-16-18-5,-17-9-40,-16-4-89,-21 2-39,-18 4-29,-16 8-50,21 24 1,-1 3-12,-30-4-23,4 13 2580,16 9-2843,-10 27-1108,18 7 1215,9-4 0,3-1 1,1 2-1,5 0 0</inkml:trace>
  <inkml:trace contextRef="#ctx0" brushRef="#br0" timeOffset="59156">6504 9300 25478,'11'-34'112,"-10"36"-112,-12 45 11,4-11 0,-1 2-498,1-2 0,-1 0 487,0 2 0,-1 0 8,-2 0 1,-1-2-12,-2-3 0,-2-3 318,-20 15-287,-6-18 17,-4-15 11,1-17 193,2-12-132,5-13 18,6-6-6,7 2 561,7 5-567,5 12-95,3 12-22,4 10-1,-6 26 1,3 4-1,0 20 18,5-6 10,14-5-38,12-6 22,16-13 33,9-10 17,5-12 28,0-12-5,-5-8 16,-7-7 6,-9-1 23,-8 1-40,-8 6-89,-7 4-118,-4 7-499,-4 6-1534,-2 11 2145,-2 12 0,2-7 0,-2 3 0</inkml:trace>
  <inkml:trace contextRef="#ctx0" brushRef="#br0" timeOffset="59582">6140 10794 22263,'13'-59'1278,"0"0"1,-3 7 0,-4 4-747,-15 1-218,-10 13-169,-9 16-66,-6 10-34,-4 18-6,-4 12-17,-1 18-185,23-15 0,0 2 160,3 5 1,1 1 2,3 2 0,3 2 0,2 0 0,4 1-9,5-2 1,4 1-1,3-3 1,5-2 8,5-2 0,3-3-11,3-2 0,1-4 11,25 14 11,-10-11 0,-16-9 28,-16-7 6,-19-3-11,-17 2-17,-21 1-20,18-3 0,-2 0-8,-2 1 0,-1 0-37,0-1 0,1 0-327,-27 2-946,17-4 1321,14-5 0,17 1 0,7-2 0</inkml:trace>
  <inkml:trace contextRef="#ctx0" brushRef="#br0" timeOffset="60766">17251 8924 24458,'6'-51'868,"0"-1"0,0 7 0,-2 7-548,-4 16-315,0 12 6,0 14 12,0 14-12,0 32 6,0-7-20,-3 7 0,-2 2-287,-2 1 281,-1 1 1,-2 1-346,2-16 1,0-2 313,-3 9 1,0 1 22,-3-2 1,0-3 32,-11 16-10,1-16 5,2-29 6,4-17-11,-11-20 10,10 2 12,-8-22-22,15 21 22,-8-14 207,-3 1 60,9 14-273,-2 0 637,15 30-643,2 0 7,3 15 10,5 0-27,6 8 44,12 7-44,2-9 11,1-3 39,5-10-34,-6-9 12,19-1-34,-7-8-56,7-2-135,-18-2-1074,4 2 417,-6 2 0,-10 0 0,-2 2 0</inkml:trace>
  <inkml:trace contextRef="#ctx0" brushRef="#br0" timeOffset="61356">17002 10406 21551,'0'-4'3943,"0"1"-3047,0 3-761,-11-13-1,5 25-61,-8-13 106,8 46-106,3-12-34,9 13 28,8-16 6,13-9-34,-1-10 51,11-8 78,2-18-112,-6 2 140,10-33-11,-25 10-40,1-19-83,-13 17 22,-11-5 34,-14 12-68,-9 8-11,-14 10 12,-2 24-35,-3 15-13,23-6 0,2 4-144,0 3 0,2 3 143,2 2 1,3 2-26,2 1 1,5 2 8,5-2 0,6 0 6,8 1 0,7-2-54,10 0 0,7-3-983,10 0 0,6-4-1815,6-1 1,2-3 2385,-4-4 1,-4-3 0,-15-6 0,-5-1 0,5-1 0</inkml:trace>
  <inkml:trace contextRef="#ctx0" brushRef="#br0" timeOffset="62266">6718 10775 21108,'-6'0'3983,"2"0"-2622,4 0-1339,-51-35 1,52 21-79,-26-27-140,72 32-252,12 2-331,3 6-190,-7 8-11,-17 10-6,-22 11 392,-29 8 504,-22 6 121,9-18 0,-4-2-252,-3 1 1,-2 0 379,0-1 1,-1-1 64,3-2 0,0-1 325,-19 12-67,15-9-169,17-11-72,15-5-106,17-9-180,20-7-381,26-10-392,-17 7 0,2-1-3853,8-2 0,1 0 4671,-4 2 0,-3 1 0,16-4 0,-28 8 0</inkml:trace>
  <inkml:trace contextRef="#ctx0" brushRef="#br0" timeOffset="62582">7488 10689 26861,'-48'4'127,"0"1"0,4 1 0,9 6-105,12 27 0,11 5-10,11 0 4,15-5-4,15-8-18,15-9 28,11-9 1,3-12 44,-7-11 51,-10-9 89,-14-7 101,-11-4-45,-10-1-101,-8 0-78,-5-1-44,-6 3-29,-2 4-28,0 5-347,1 7-2190,3 6 2554,4 3 0,4 3 0,2 0 0</inkml:trace>
  <inkml:trace contextRef="#ctx0" brushRef="#br0" timeOffset="63840">6718 7061 16331,'-6'-2'3086,"0"0"-1524,6 2 74,0 0-2706,-1-24-8761,10 21 8660,-5-19 0,7 25 0,-7-2 0</inkml:trace>
  <inkml:trace contextRef="#ctx0" brushRef="#br0" timeOffset="64215">8083 7057 19159,'-5'4'1394,"2"-1"739,3-3-2502,-23-24-712,24 19 1081,-9-18 0,17 23 0,4 0 0</inkml:trace>
  <inkml:trace contextRef="#ctx0" brushRef="#br0" timeOffset="64606">9638 6905 20039,'5'3'912,"-2"0"321,-3-3-3776,-12-15 2543,12 14 0,-12-13 0,15 16 0</inkml:trace>
  <inkml:trace contextRef="#ctx0" brushRef="#br0" timeOffset="64956">11409 6911 20100,'3'-2'1540,"0"0"-1397,-3 2 1,0 0 0</inkml:trace>
  <inkml:trace contextRef="#ctx0" brushRef="#br0" timeOffset="65332">13681 6767 19288,'-3'4'1434,"1"0"-3606,2-4 1,0 0 0</inkml:trace>
  <inkml:trace contextRef="#ctx0" brushRef="#br0" timeOffset="65666">14826 6795 20554,'12'-15'0,"-2"3"0</inkml:trace>
  <inkml:trace contextRef="#ctx0" brushRef="#br0" timeOffset="65940">15752 6828 18156,'0'0'0</inkml:trace>
  <inkml:trace contextRef="#ctx0" brushRef="#br0" timeOffset="66199">17226 6719 21136,'8'8'-241,"-1"-2"0,-7-6 1,0 0-1</inkml:trace>
  <inkml:trace contextRef="#ctx0" brushRef="#br0" timeOffset="66833">17821 10407 25057,'41'-23'-284,"0"0"0,12 2 0,-1 5 0,10 11 0,-30 3 0,0 1 0</inkml:trace>
  <inkml:trace contextRef="#ctx0" brushRef="#br0" timeOffset="67007">17918 10628 23924,'58'-24'-700,"1"0"1,0 0-1,-7 3 1,-2 0-1,-5 5 1,-8 7 0,-4 4-1,6-3 1</inkml:trace>
  <inkml:trace contextRef="#ctx0" brushRef="#br0" timeOffset="67283">18737 10135 26598,'3'-43'238,"-1"0"1,3 5 0,8 8-48,48 22-141,-15 8 6,-14 5 0,-1 4 6,8 18-43,-14-7 1,-1 4-308,0 6 1,-2 3 289,6 18 1,-2 1-513,-7-14 1,-1 1 505,0 0 1,0 2-1,0-2-337,4 3 0,-1-1 161,6 9 1,0 3-1384,1 3 1,-3-1-3354,-8-14 1,-3-2 3605,-2-4 0,-3-5 1,-8-5-1,-1-19 1</inkml:trace>
  <inkml:trace contextRef="#ctx0" brushRef="#br0" timeOffset="67440">18822 10626 23741,'0'-5'1821,"0"1"-1667,18-24 0,12-5-104,4 14 0,2 0-678,5-18 0,5 1-2649,0 18 0,4 5 0,-6 4 2054,15-4 0,-16 4 0,-6 1 0,-22 6 0</inkml:trace>
  <inkml:trace contextRef="#ctx0" brushRef="#br0" timeOffset="70706">22104 9896 23797,'-10'1'756,"1"-1"-162,9 0-275,0 0-296,17-16-34,37 4-1,-11-1 1,5-1-538,-6 7 0,2 2 0,1 0 483,2 0 1,0-1 0,0 2-36,-1 0 0,-1 0 1,-1 1-294,13 0 0,-4 3 242,-15 2 1,-6 5-67,-10 12 151,-54 12 69,-2-12 1,-7 0-453,-11 2 1,-3-1 527,15-6 1,0 0-1,-1 0 110,-18 6 0,1-1-1,7-2 1,2 0 567,10-3 1,4 0-667,-8 8 471,27-7-481,31-8-51,27-6-14,-7-5 0,4-3-272,7-1 1,2-2 260,6-3 0,0-2 141,-1-2 1,-1-2-120,-5-1 0,-3-2 14,-8 0 1,-5-3-156,-9-1 1,-5-1 227,-3-34-14,-16 27 0,-5 0 73,-2 0 0,-2 1 30,-1 2 1,-1 2 89,-9-15-84,5 17 454,7 15-622,3 12 890,3 11-889,2 12 391,8 14-414,9 12-34,-2-18 1,1 0-121,4 5 0,-1 0 120,0 3 0,-3 0-448,-2 2 0,-6 0 53,-8 0 1,-6 0-743,-7 1 0,-5-1 1154,-12 3 0,-1-5 0,-5 7 0,-1-9 0</inkml:trace>
  <inkml:trace contextRef="#ctx0" brushRef="#br0" timeOffset="71166">24010 9664 22800,'0'-4'3422,"0"1"-2313,0 3-1008,-69 21-28,38 10-45,-10-5 0,2 5-14,26-2 0,8 3-9,2 6 1,5-1-610,14 24 610,8-9-6,24-14 0,3-18 5,-18-10 1,2-2 5,-1-4 1,-1-4 38,2-9 0,-3-3-5,7-6 171,-6-27-132,-29 4-50,-12-16 2,-8 18 1,-3 0-15,0 5 1,-2 1-15,-1 2 0,-2 2 26,-18-15-12,9 22-5,-4 4-17,5 12-61,1 22-23,14-2-454,1 24-1248,22-4-7014,20 13 8068,9-5 1,-5-15-1,-10-13 1</inkml:trace>
  <inkml:trace contextRef="#ctx0" brushRef="#br0" timeOffset="71383">24813 9664 27398,'-4'-38'510,"-1"0"0,-3-24-438,4 62-32,-1 13-29,3 29-11,2 14-352,3 7 321,1-26 1,2 1-467,1-4 1,2 1-140,2 10 1,1 2-855,2-1 0,0-1 1490,-1 2 0,0-3 0,2 5 0,-5-10 0</inkml:trace>
  <inkml:trace contextRef="#ctx0" brushRef="#br0" timeOffset="71557">24587 9953 21741,'-4'-4'3921,"1"0"-3478,3 4-376,42-60-89,7 39-869,-3-13 0,6 2 148,-2 24 1,1 6 16,-9-2 1,1 1 725,17-3 0,-6 0 0,-14 2 0,17-3 0</inkml:trace>
  <inkml:trace contextRef="#ctx0" brushRef="#br0" timeOffset="71823">25566 9576 27337,'-17'-50'319,"0"-1"0,2 5 0,8 8-263,17 17 45,9 5-50,3 9 10,23 6-38,4 12-1007,-15 1 0,-1 2 1001,18 15-6,-19-5 1,1 6-127,2 7 0,-1 4 106,1 1 1,-1 2 0,-9-8 1,0 1 0,-2-1-100,1 9 1,-3 0-409,-3-1 0,-3-1-48,-5-10 0,-2 0 563,-2 7 0,-1-4 0,-3-10 0,1 9 0</inkml:trace>
  <inkml:trace contextRef="#ctx0" brushRef="#br0" timeOffset="72449">25814 9884 19591,'-4'-1'4206,"0"0"-2441,4 1-1564,0-38-89,26 21-95,-6-7 0,3 0-450,13 13 0,5 6 175,6-3 0,1 2-1153,5 1 0,2 2 1411,9 1 0,-4 0 0,-24 2 0,-3 0 0,30 0 0</inkml:trace>
  <inkml:trace contextRef="#ctx0" brushRef="#br0" timeOffset="72790">24513 10491 19381,'-49'6'471,"1"0"1,0-1-1,0 1 1,-10 1-1,2 0 1,6-1-206,9-1 0,6-1 817,-12 3-954,25-3 397,30-2-206,28-5-194,-2 0 0,5-1-541,15-2 1,5-1 458,-10 1 1,2 0 0,2 0-522,-7 1 1,2 0 0,0 0-1,1-1 493,5 1 1,1-1 0,0 1 0,2-1-6,3 1 0,1-1 1,1 1-1,0-1-430,-10 2 1,0 0 0,1 0-1,-1-1 1,1 1 414,1 0 1,1-1 0,-1 1-1,1 0 1,-1 0 2,0-1 0,1 1 0,-1 0 0,0 0 0,0 0-261,-2 0 0,0 1 0,0-1 1,-1 1-1,0-1 187,8 0 1,-1 1 0,0-1 0,-2 1-267,-6 1 0,-1 0 1,-1 0-1,-1 0-2055,4 0 1,-2 0 0,-4 1 2337,4 0 0,-6 0 0,3 1 0,-31 0 0</inkml:trace>
  <inkml:trace contextRef="#ctx0" brushRef="#br0" timeOffset="73873">25373 10978 25057,'-21'8'617,"4"0"-399,18 5 12,-2 0-1,-4-3 29,-6-1-6,-5-4-34,-6-5-55,-1-8-23,1-9-6,4-10-61,8-11-23,10-5-22,12-1-11,11 7-6,7 8-5,4 12 39,0 9-45,0 15-34,0 11 34,-3 19-6,-7 16-2,-15-21 0,-4 3-344,-4 4 0,-5 1 338,-7 4 0,-5 0-665,-9 4 1,-7 0 665,6-13 0,-4-2 0,-1 0 9,-2 1 0,-2-1 0,0-1 4,0-4 0,-1 0 0,1-3 11,-9 5 1,1-5 18,12-10 1,2-6 9,-1-15-7,28-21 6,27-17-28,-4 18 1,5 0-58,7-2 0,4 2 46,3 0 0,2 2-34,3 3 0,1 2-268,0 2 0,1 2-788,1 2 1,0 2 1089,6 1 0,-3 1 0,6-1 0,-5 2 0</inkml:trace>
  <inkml:trace contextRef="#ctx0" brushRef="#br0" timeOffset="74107">26938 10291 24736,'47'-25'-1507,"-1"0"0,0 0 0,0 3 0,-1 0 1,-3 8 1506,-1 12 0,-4 4 0,13-2 0,-23 1 0</inkml:trace>
  <inkml:trace contextRef="#ctx0" brushRef="#br0" timeOffset="74457">27111 10434 25292,'-36'11'395,"0"-1"0,-10 7-344,77-20-51,20-3-23,-19 2 1,2-2-17,9-4 0,-1 0 11,16-5 25,-23 2 0,-3-3 31,-5-11 0,-4-16 11,-14-10 40,-16-8-151,0 29 1,-2 1 186,-4 1 0,-1 1 249,-16-18 39,0 11-39,6 12-112,9 11-162,7 6-68,6 8 12,6 10 259,9 13-298,10 17-1,-6-14 0,1 2-146,2 4 1,0 2-14,1 2 0,-2 3-886,-1 0 0,-4 2-2419,-4-2 0,-4-1 3470,-5-5 0,-3-4 0,-1 7 0,-5-19 0</inkml:trace>
  <inkml:trace contextRef="#ctx0" brushRef="#br0" timeOffset="75116">28400 10037 17350,'-5'1'7097,"2"1"-6733,3-2 207,7-83-139,7 36-225,1-12 0,4 1-28,15 14-44,9 9-35,-5 20-66,-8 9 5,13 5-11,-2 10-34,-6 3 1,1 3-15,-4 2 1,-1 2-190,3 6 0,-2 2 204,4 11 10,-15 12-5,-26-10 31,-9-9 0,-6-1-23,-2-6 1,-2-2-589,-8 2 0,-1-2 585,-11-1 29,0-7 67,17-11 414,0-13-363,13-3-12,6-12-73,10 8 1230,6-1-1208,9 7-72,-2 3 17,18 7-34,-4 12 11,18 9-28,-11 2-185,-10-5 0,1 2 219,19 16-23,-13-8 0,0 3 6,-8-6 0,-2 1 0,-2 1 0,-4 0 0,-9 5-22,-41 2-28,-12-16-15,9-7 1,-2-1-360,2-5 0,1-3-136,0-1 0,2-2-477,-14-3 1037,2-12 0,31 11 0,-2-6 0</inkml:trace>
  <inkml:trace contextRef="#ctx0" brushRef="#br0" timeOffset="75340">29669 10118 24363,'-4'-2'2128,"1"1"-1433,3 1-2319,-36-35-8207,32 27 9191,-29-27 0,39 35 0,-4 0 1</inkml:trace>
  <inkml:trace contextRef="#ctx0" brushRef="#br0" timeOffset="75949">30195 9710 22105,'0'-3'3468,"0"0"-1979,0 3-1444,-21-37-17,9 27-5,-23-27-29,8 41-11,-12 4 23,-7 6 11,-4 5-6,4 1 0,14-3 17,5 2-39,18-8 11,0 3 28,7-6 28,6-2 33,1 0 7,3-2 27,-2-1 11,-2-1-39,-2-2 370,-2 0-414,2 0-18,2 0-10,1-1-12,7 0-11,-2-1 17,7 0-17,2 1-17,4 0 17,7 1 0,10 2 17,11 1-1,6 5-385,2 4 391,-6 5-22,-13 7 0,-16 9-39,-15 7-34,-18 8 68,-12 1 16,-11 0-5,-5-5 38,-3-6-49,-1-7-23,-3-10-79,1-10-458,2-10-1154,6-12 1719,5-12 0,15 7 0,4 1 0</inkml:trace>
  <inkml:trace contextRef="#ctx0" brushRef="#br0" timeOffset="76249">30221 9619 26782,'49'-26'164,"0"0"1,-3 2-1,-4 4-41,5 6-5,-7 1-28,-10 5 16,-10 1-16,-8 4-40,-6 1-22,-4 1-123,-2 1-807,-3 3 902,-3 7 0,2-4 0,-2 3 0</inkml:trace>
  <inkml:trace contextRef="#ctx0" brushRef="#br0" timeOffset="78907">27302 11901 20246,'-5'0'3607,"0"0"-2806,5 0-745,46-64-45,-18 50 0,3 2-455,3-11 1,4-5 0,1 6 437,15 12 1,2 7-29,-3-2 1,-1 3-37,-7 2 0,-3 4 165,16 10-308,-33 13 101,-39 10 98,-8-15 0,-5-1-358,-11 3 0,-3-1 400,-6 2 0,-1-2 31,0 0 0,1-1 28,3-2 0,3-2-12,9-3 1,4-2 19,-8 4 975,22-9-908,23-7-55,18-9-57,22-8-36,-17 4 0,1-2 116,5-3 1,0-1-109,0-2 1,0-2 5,-3-1 0,-3-2 11,-5-1 1,-4-3 16,-5-1 0,-6-2-203,-4-2 1,-6 0 202,-5-1 0,-5 1 50,-4 2 1,-3 2 30,-4 3 1,-2 3 110,-25-12 21,2 12-107,11 11-84,13 7 551,12 10-606,17 12-18,11 16-5,17 19-296,-14-18 1,2 2 278,4 6 0,0 1 6,1 3 0,-2 2-43,-2 1 1,-4 2-216,-5-1 1,-4 1-576,-8 1 1,-6 0-2313,-6-2 0,-4-1 3156,-2-7 0,0-3 0,-8 8 0,9-24 0</inkml:trace>
  <inkml:trace contextRef="#ctx0" brushRef="#br0" timeOffset="79449">28652 11723 19059,'0'-5'4396,"0"1"-3421,0 4-460,3-77-201,0 41-171,2-14 0,1 1-104,3 24 23,10 0-12,2 18-33,14 0-17,10 6-9,-10 7 1,-1 2 8,14 5 0,-14 1 0,-2 4-11,2 11 0,-2 12 11,-17 6-23,-24 3 23,-19 0 17,7-26 0,-2-2 5,-2-1 1,-1-3 33,-24 12 0,7-11 112,7-8 33,14-7-83,7-5 134,11-2-51,6-3-94,6-3-51,20-3-56,7 3 5,6 2 12,9 4-28,-5 9 28,16 6-6,-24 4 0,-1 1-16,12 10 19,-18-4 0,-6 2-9,-8 12-55,-12 13 30,-18-20 1,-8 0-32,-1-5 1,-4-2-163,-3 1 1,-2-3 72,-2-4 0,-1-3-240,-24 4-21,23-10 0,-1-2-915,4-2 0,0-3 1316,-26-9 0,28 4 0,10-5 0</inkml:trace>
  <inkml:trace contextRef="#ctx0" brushRef="#br0" timeOffset="79699">28733 12372 25311,'61'-16'-402,"0"0"1,-1 0 0,-1 2 0,-2 1 0,-5 3-156,-4 5 0,-4 4-3813,5 4 0,-5 3 4370,4 3 0,-9 2 0,-23-4 0</inkml:trace>
  <inkml:trace contextRef="#ctx0" brushRef="#br0" timeOffset="79873">28834 12651 25085,'57'-27'75,"0"0"1,-14 9 0,1 1-1,-3 3-179,1 4 1,-1 3-888,7-2 0,-3 2 991,9 0 0,-22 3 0,-18 3 0</inkml:trace>
  <inkml:trace contextRef="#ctx0" brushRef="#br0" timeOffset="82124">11898 8995 19575,'-1'-45'1079,"-1"0"1,1 1 0,-2-16-1,-1 10-552,-7 14-71,1 18-400,3 21 90,1 23-51,2 22-59,2-15 1,1 3-278,0 4 1,1 2 256,1 1 1,1 2-9,0-1 1,0 0-15,2-2 1,0-1 16,1-4 0,-1-1 29,4 23-18,-4-22 334,-1-11-115,-3-20-112,-2-13-62,-3-16-39,-3-19 6,0-16-29,5 22 1,0-1-318,1-5 0,1-1 328,3-1 1,1 0 14,0 2 0,0 2 275,2 7 1,0 2-162,1-12-44,-3 20-90,-2 13-16,0 14 10,-1 13 662,0 15-661,0 16-1,1 9 0,0-25 1,0 1 11,1-1 0,0 0-6,4 26 10,1-11-10,-1-17 112,-2-13 67,-3-14-94,-1-16-57,-1-11-11,-2-14 11,-2-8-5,0-3-23,1 5 17,2 11-39,0 14-23,1 12 23,-1 34 0,0 6-12,-3 29-38,-1 0-382,2-27 1,-2 1 279,-1 3 1,-1 0-71,-2 3 1,-3-1-204,-1-2 0,-3-2 352,1-5 0,-2-3 90,-17 9 55,5-23-10,6-23 33,5-16 702,3-16-669,2-7 18,1-4-7,3 3 35,1 7 522,1 10-606,-1 13-23,-1 11-28,-4 16-28,-4 9 11,0 12-11,3 5 0,7-2 17,17-3 11,15-5 0,21-4-12,-15-13 1,2-2-228,5 1 0,2-2 214,2-2 0,1-2 2,1 1 1,0-2-1,-2-2 1,-1-2-6,-3-1 0,-3-2 40,23-12-12,-15-5 16,-15-1 7,-12 1-6,-8 3-6,-7 5-78,-5 6-32,-6 7-2540,-4 13 2611,-4 9 0,8-5 0,1 1 0</inkml:trace>
  <inkml:trace contextRef="#ctx0" brushRef="#br0" timeOffset="83008">11541 10423 22675,'1'-47'736,"-1"-1"1,1 0 0,0-17-1,1 8-271,6 2-196,-1 14 79,0 16-298,-2 13 62,0 17-101,2 16 6,2 20 0,-1 15-328,-5-22 0,-1 1 314,-2 3 0,-1 0 5,-2 1 0,-1-1 51,-2-3 1,0 0-71,-11 21 61,3-17 46,3-20-12,5-17-12,4-18 679,2-16-678,6-17-17,5-13-25,-2 27 0,1 0-210,3 0 0,1 0 229,0 3 1,1 2 55,14-19-61,-2 12-17,-2 15 0,-1 11-11,3 9 16,6 13-22,3 11 414,1 14-430,-5 10-1,-8 8-253,-8 5 248,-9-1 0,-7-5 22,-3-11 6,-1-15 16,2-14-22,3-16-11,7-13 23,6-15 10,17-25 232,-9 16-254,-5 10 1,1 1-12,4-4 22,4-3-11,-6 11 6,0 10-11,-7 9-6,4 9 22,-3 9-22,5 12 0,1 10 17,-1 10-28,-2 6 22,0 3-6,1-4-10,2-10-6,3-12 95,2-15-23,-5-17-38,-3-6 38,-2-19 1,-3-1-40,3-13 30,-2-5-52,-3 13 0,-3 6 0,-4 17 0,-1 9 0,-1 4 0,1 10 0,0 10 0,1 9 0,0 7 0,2 3-517,2 0-748,4-4-7479,8-1 8744,-3-15 0,-2-5 0,-8-11 0</inkml:trace>
  <inkml:trace contextRef="#ctx0" brushRef="#br0" timeOffset="83182">12625 10000 24643,'46'-2'-1145,"-23"-10"1,2 32-1</inkml:trace>
  <inkml:trace contextRef="#ctx0" brushRef="#br0" timeOffset="83598">13271 10272 20963,'1'-8'4419,"0"1"-3495,-1 7-403,0 0-224,-68-59-174,38 43-31,-17-16 1,-6 5 5,18 31 0,2 6-56,-3-1 0,-1 3-306,-4 5 1,1 4 266,12-1 0,3 1 136,-8 13-127,14 8-12,17-10-12,20 9 18,11-15 16,22-8-10,6-27-507,-9-3 525,-18-4 1,0-4 33,-1-5 1,-3-4-12,2-2 1,-2-4-222,2-9 1,-2-3 251,-7 1 0,-2 1-31,-3 8 0,-2 0 15,2-7 0,-2 0-115,-4 12 0,-2 1 47,4-23 0,-6 15 0,-5 30 469,-1 7-469,0 13 940,2 12-940,8 38 0,-4-26 0,2 2-1106,1 15 0,0 2 1106,-2-14 0,-1 2-1017,-6 19 0,-5 3 689,-3-19 0,-2 0 0,0-2 0,2 2 1,0-2-1,-6 0 0,0 1 0</inkml:trace>
  <inkml:trace contextRef="#ctx0" brushRef="#br0" timeOffset="85974">19832 4515 23304,'44'-42'-217,"-1"0"1,4 4 0,4 9-258,8 20 0,3 9-947,-1-2 0,0 3-3198,2 7 1,-4 3 3906,-19-2 1,-4 1-1,20 12 1,-44-11 0</inkml:trace>
  <inkml:trace contextRef="#ctx0" brushRef="#br0" timeOffset="86240">19993 4648 19938,'-44'-1'1348,"1"1"0,2 0 0,14-4-1220,29-6-4,15-7-136,19 1-80,3 3 0,5 0-48,0 3 0,1 1-1358,13 0 1,-2 1 1304,-19 4 0,-1 2-387,1 2 0,-4 3-396,-2 8-357,-9 10 341,-52 15 947,-19-1-253,8-14 1,-1-1 442,11-7 1,0-2 336,-3 1 0,2-2 1657,-2-1-1444,12-6 1243,33-14-1916,35-14-240,10-1-285,2 4 0,-2 3 0,-12 5 1,-8 3-1,0 0 0</inkml:trace>
  <inkml:trace contextRef="#ctx0" brushRef="#br0" timeOffset="88131">23184 4208 17529,'6'-57'2604,"1"0"1,-3 1 0,-1 5-2174,-5-6 230,-3-2-101,1 23-397,-1 8-141,2 11-28,3 19-16,-1 6 39,4 20 5,2 26-22,-1 9-209,-1-24 1,-1 0 208,-2 23 5,-2-20 23,-2-6 118,1-21 207,-1-7-219,1-17-39,1-17-56,0-4 45,4-23-28,8-2-17,1 11 1,3-1-32,0 9 1,1 1-4,4-2 1,2 4 5,10-1-17,-5 17 1,0 10 5,4 14-23,2 7 18,8 15 16,-6 10-11,-10-4 11,2 15-16,-12-5-7,-6-14 1,-2 0 17,2 15 11,-5-7-1,-2-24 96,1-13-61,1-15 462,5-12-469,4-14-16,7-8-16,-1 8-1,14-12 0,-14 29-28,19-13 17,-17 27 28,9 3-39,-5 18 5,-4 1 6,7 18-5,0 12 5,0 1-11,2 6 5,-5-18 6,-6-12 0,6-7 62,1-16-33,-3-4-29,15-30 0,-17-1 0,5-9 0,-10-3 0,-6 8 0,-2 3 0,-3 9 0,-2 19 0,-1 6 0,1 7 0,2 8 0,4 10 0,2 12 0,2 9 0,2 6-304,5 1-681,5 1-908,6-6-4050,1-6 5470,-4-13 1,-10-11-1,-8-9 1</inkml:trace>
  <inkml:trace contextRef="#ctx0" brushRef="#br0" timeOffset="88298">24299 3603 22218,'2'-37'0,"0"8"0</inkml:trace>
  <inkml:trace contextRef="#ctx0" brushRef="#br0" timeOffset="88732">24963 3799 22459,'-2'-5'3293,"1"1"-2347,1 4-733,-70-48-190,40 42-219,-20-12 0,-1 9 207,4 44-8,19-10 0,1 3 0,4 0 0,3 3-3,4-1 0,6 0 128,9 24-139,22-8 61,23-16 73,14-16-282,-25-15 1,1-6 214,0-3 0,-1-6 2,-2-5 1,-2-4 11,-2-3 0,-4-2-9,-3-5 1,-4-1-17,-2-4 0,-4-2-422,-2-5 0,-2-1 399,-1-4 1,-1 0 10,-1 1 1,-1 1 25,0 7 0,-1 2 336,-4-18-334,-1 26-49,-2 19-24,1 19 417,-2 22-427,1 28 16,3-16 1,2 4-164,0 7 0,2 3 96,4 3 1,4 1-264,2 2 0,4 0-636,6 1 0,5-2-1485,-7-20 0,3 0 0,0-2 2457,10 10 0,-1-4 0,-9-14 0,-2-5 0,5 2 0</inkml:trace>
  <inkml:trace contextRef="#ctx0" brushRef="#br0" timeOffset="88998">25848 3622 24155,'0'-5'2471,"0"0"-2018,0 5-408,-81 9-1043,39 17 1006,-9-9 1,4 3-15,19 27 345,19-4-350,20-4 182,16-3-193,18-2-71,-17-18 1,2-1-171,5-1 0,0-1-393,4-2 1,2-3-2706,4 0 0,0-3 3361,-4-1 0,-2-2 0,12 0 0,-21-2 0</inkml:trace>
  <inkml:trace contextRef="#ctx0" brushRef="#br0" timeOffset="89708">26864 3638 18190,'4'-49'1255,"0"-1"1,0 1 0,0 1 0,-1 0 0,0 2-752,0-14 1,-2 2-158,-2 8 0,-1 3-115,-2 10 1,0 4-228,-4-3-66,0 20 27,7 35 6,3 27 17,3-6 0,0 6-440,4 12 1,1 7 448,-3-20 1,2 3-1,-1 1 1,1-3-557,-1 1 1,0-2 0,-1 2 540,1 3 0,0 3 1,0 1-1,-2-5-174,0 0 1,-1-4 0,0 2-259,1 11 1,0 2 0,0-2-247,0-4 1,0-2 0,1-1-2583,0-4 0,0-1 0,-1-5 1639,1-2 0,0-5 1,4 11-1,-10-41 1</inkml:trace>
  <inkml:trace contextRef="#ctx0" brushRef="#br0" timeOffset="91508">26768 3931 20201,'-40'-45'1006,"-1"1"1,1 1-1,18 11-944,37 24-45,20 1-12,27 4-1318,-8 2 0,2 0 1310,-15 1 1,1 0-8,0 0 1,4 1 0,-4-2 293,1 1 1,-1-1-322,17-3 1,-1-1 47,-14 0 0,-3-2-126,0-2 1,-5-1 170,-3-6 107,-11-8 72,-16 2 1326,-5-7-1029,-16-2-218,-4 10-191,-6 4 175,-6 12-164,1 11-78,-9 9 869,-1 23-902,13 3-12,6 12-5,18-19 17,12 4 21,9-11 52,19 4 21,-1-14 68,7-7-95,-17-13 78,2-11 33,-10-5 158,4-15-231,-10 9 130,-4-14-180,-7 24 34,-2-9-56,-1 17-11,1 1-17,-4 6-22,0 10-1,0 1 1,-1 13 11,1 2-12,5 17-10,2-13 16,19 15-39,3-25 28,6 3 6,5-13 44,2-11 23,-2-7 0,1-10-1,-14-8-38,-8 4 44,-4-11-27,-6 3-23,1-21 22,0 7 6,2-5-45,0 20 23,4 2-6,4 11-22,3 2 5,7 6-28,0 11 17,-3 2-6,12 26-5,-16-11 11,3 9 0,-2 2-50,3 7 5,7 17 0,-4-15-39,-5-11-151,12-2-493,15-13 207,7-4 161,-19-10 0,0-3 198,22-13 168,-15-3 27,-1-22 23,-25 5 45,2-17 67,-17 6 67,-9 3-117,-1 11 190,-20-2-129,4 19-67,-11-1 289,9 13-368,6 9-50,0 44 23,13-14-3,5-1 0,3-1 2,13 1 12,6-8 39,2-9 95,-3-9 51,-3-7-17,-3-9-1,-1-5-21,-3-7-29,-2 2-55,-3 2-51,-1 7-23,-2 5 6,0 14-11,0 14 12,1 6-15,1 7 0,1 4 3,1-6 0,1 2-479,2 18 1,1 3 472,1-5 1,0 1-1,0 3 1,0-1-7,-2-12 1,-1 0-51,-6 16 1,-5-4-149,-6-25 1,-4-3 181,-6 8 0,-5-7-125,-33-20 167,29-18 0,1-8-20,3-6 1,4-5 5,3-7 0,6-4-6,6-4 0,6-1-400,8-2 0,8-1 327,8 0 1,5 1-197,8 0 1,5 3 8,4 3 0,2 2-110,2 4 1,0 3-59,0 3 0,-1 2 30,-2 3 1,-2 2 165,-4 2 1,-3 1 189,-8 2 1,-2 0 244,5-9-34,-22 6 726,-14 7-268,-19 1 1051,3 5-1207,-9 0 250,12 3-564,8 2-100,5 0-7,2 5-16,4 2 23,3 5 16,9 2-17,9 0-10,8-2 21,2-5 18,-3-5 5,-2-8-34,-5-6 6,-1-10 0,-4-6-22,-6-8 16,-5-3 23,-7-2 16,-8 3 29,-7 5-51,-7 10-33,-4 11 33,-2 13-17,3 13-44,3 11-23,7 17 28,6 11 6,7 11-274,5-29 1,3 0 256,3 0 0,3 0 5,6-1 1,5-2-12,6-1 1,3-4 5,6-2 0,2-4 14,2-5 0,1-4-6,-2-6 0,-2-5-16,-2-5 0,-3-5 10,-2-5 1,-3-4 11,-2-4 0,-2-5-11,-2-4 0,-2-4 16,-1-7 1,-3-3-6,-1-9 0,-1-3-547,-6 14 1,0-1 0,0-1 536,-1-2 0,-1 0 0,-1-1 3,-1 2 0,-1 0 1,0 1-186,-2-16 0,-2 4 217,-3 9 1,-3 3 10,-1 12 0,-1 3 34,-11-11-33,5 21 354,3 12-416,3 17 1610,2 17-1588,1 27-17,3-14 1,1 4-380,1 11 0,3 3 377,0-12 1,1 1 0,1 1-599,2 4 1,2 2 0,1-1 564,2 1 0,1 1 0,2-1-127,0-3 0,2 1 0,1-3-437,-1-4 1,1-2 0,0-1-528,6 10 1,0-4 704,-5-9 1,-1-4-1,0 2 1,-7-16-1</inkml:trace>
  <inkml:trace contextRef="#ctx0" brushRef="#br0" timeOffset="91682">29433 3353 22778,'0'-6'3002,"0"1"-2364,0 5-324,64-68-1685,-24 43 1357,8-14 0,2 4-479,11 25-2694,-28 8 0,-2 2 3187,22 3 0,-20-1 0,-17 1 0</inkml:trace>
  <inkml:trace contextRef="#ctx0" brushRef="#br0" timeOffset="93141">10835 6485 15249,'-60'-4'1058,"0"0"1,-1 0-1,6 0 1,1 1-1,1 0-890,3 2 0,1 0 0,2 1-1349,-6-1 0,1 1 1274,5 0 0,-2 0 1,0 0-16,4 0 1,1 0 0,-4 1-2,-7-1 0,-6 2 0,-1-1 0,1 0-541,5 1 0,2-1 1,-2 0-1,-1 1 485,2-1 0,-2 1 1,-1 1-1,1-1 1,4-1-11,-12 2 0,4-1 0,-3 0 7,4 0 0,-4 0 1,0 0-1,1 0 0,10-1 0,1 1 1,0-1-1,-5 1 3,6-1 1,-3 0-1,-3 1 1,0-1-1,2 1 1,1-1-12,-1 1 0,2 0 0,1 0 0,0 0 0,-1 1-6,-4-1 1,-2 0-1,1 1 1,2-1-1,5 1-4,-5 1 0,6 0 0,-1 0 5,-5 1 1,0 0 0,3-1 215,-7 3 0,-1-1-221,4-1 0,-4 1 0,3 0 9,10-2 1,2 1-1,0-1-177,-3 1 1,-1-1 0,4 0 192,-5 0 0,4-2-11,13 0 0,2 0 939,-28-1-953,29-3 2142,3 2-2321,17 0 791,18 4-769,3 1 774,22 7-2074,15 3-352,5 0-879,9 3-2448,-16-7 2185,-12-5 2951,7-3 0,-26-3 0,6 0 0</inkml:trace>
  <inkml:trace contextRef="#ctx0" brushRef="#br0" timeOffset="93424">7085 6510 17714,'-23'-42'989,"0"-1"1,-1 5 0,0 9-772,-11 19 152,-20 6-270,19 10-32,-16 7 4,14 12 12,7-1 118,3 1 0,-2 0-56,6-4 0,-2-1-417,-11 9 1,-1 1 368,5-5 0,1-2-14,3-2 0,2-1-28,-12 8 215,11-5-131,20-9 39,11 1-84,9-3 101,42 8-140,-14-8-50,18 1 0,7 1-889,-21-7 1,1 0 882,1 0 0,4 1 0,-7-2 0,-9-1 0,-5-1 0,23 3 0</inkml:trace>
  <inkml:trace contextRef="#ctx0" brushRef="#br0" timeOffset="106437">13156 6186 22582,'9'-58'984,"0"0"0,-2 3 0,0 7-800,-5 20 57,0 1-123,-2 21-169,0 2 1,0 12 67,-2 12-12,0 21 1,-3 20-144,2-25 0,1 2 140,0 2 1,0-1-6,1-1 1,-1 0-1,2-5 0,-1-1 37,-2 20-12,-1-12 34,-1-16 196,1-12-45,-1-11-123,-1-14 6,-4-14-17,0-16-17,0-14-45,6 23 0,1-3 28,1-4 0,1-2-289,0 0 1,1 0 268,0 2 1,1 2 64,0-20-22,0 24-96,0 19-28,-1 13 57,-1 14 309,1 15-304,0 20-11,3 17 5,1-17 1,0 0 88,-1-13 0,0-1-80,3 13 0,-1-1-3,2 2 5,0 2 57,-1-18 285,-3-15-240,-1-14-23,-2-16-17,-3-13-11,0-17-39,-1-11-1496,2 17 0,1 0 1495,-1-15-2,2 19 0,0 3 3,0 3-45,0 3-84,0 14-22,0 20 95,0 4 3285,0 29-3627,-2 7-6,0-15 1,0 3-827,-4 10 1,-1 1-663,0-7 1,0 0 729,-3 4 0,-1-3 394,-2 7 163,-3-8 862,3-23 1301,-9-8-875,6-12 1316,-15-23-1450,15 8 386,-13-22-174,10 11 1133,-3-6-1238,1 1-376,7 14-219,4 5-67,7 11-83,2 3 60,1 7 18,11 14 5,2 7-5,6 6 5,8 5 0,0-8 14,-2-8 1,2-1 2,12 4 28,0-9 0,1-5 61,9-6-44,10-2 73,-9-13 5,-14-5 22,5-7 158,-5 0-90,-16 8-146,-7 4 39,-12 8-50,-1 2-73,-4 0-22,-4 2 6,-12 2 10,1 1-16,-16 5 22,-5 1-11,-20 1 0,16-6 0,-2 0 17,4-3 0,1 0-144,-2 0 0,2-3 132,3-3 1,2-2 28,-17-12-9,18-1 0,2-5 31,-12-22-48,25 16 1,3-1 2,3-18 0,7 14-16,6 5 27,2 18-61,2 1-28,2 11 33,5 9 34,-1 3 237,9 13-231,9 16-12,6 3-188,-11-17 1,0 0 193,22 16 5,-8-13 23,12-2-50,7-13 39,3-4-12,-25-10 1,-2-4 5,16-11-11,-15-2 6,3-11-29,-6-3-313,-1-2-631,-2-2-8864,-14 11 9336,-4 7 1,-6 6 0,-1 7 0</inkml:trace>
  <inkml:trace contextRef="#ctx0" brushRef="#br0" timeOffset="107061">13515 5141 16997,'-1'-7'5826,"1"1"-4712,0 6-470,-45-66-230,24 47-308,-7-18 1,-1 6-12,8 29-44,1 10-11,0 7-18,0 12-16,3 9-1,2 8-10,6 5 5,4 1-12,13 0 29,11-5 34,17-4-403,16-9 368,-22-18 1,1-1-12,2-2 1,-1 0-6,15 5 101,-4 4 162,-29-6 113,-9 7-68,-23-2-118,-18 1-78,-14-1-39,-6-2-235,-2-7 156,8-4-604,7-8 610,7-10 0,19 5 0,3-5 0</inkml:trace>
  <inkml:trace contextRef="#ctx0" brushRef="#br0" timeOffset="114253">13944 5136 19328,'-2'-2'2491,"0"0"-2289,2 2-460,20-36-750,8 27-2996,23-23 4004,-6 37 0,-15 0 0,-14 0 0</inkml:trace>
  <inkml:trace contextRef="#ctx0" brushRef="#br0" timeOffset="114396">13985 5363 16948,'53'-28'0,"-1"-1"0,-10 7 0,0-1 0</inkml:trace>
  <inkml:trace contextRef="#ctx0" brushRef="#br0" timeOffset="117586">14367 4969 17434,'0'-8'4671,"1"1"-4100,4-25 1,1-5-57,-1 13-414,1-15 0,0 5-73,-4 26-17,1 11 34,0 13 17,1 15-1,-1 18-16,-1 8-6,-2 4-11,0-6 11,2-11 68,1-12 330,3-15 347,1-10-179,4-15-303,8-12-33,8-14-17,5-6-50,0 0-51,-3 6-84,-6 10-61,-5 9-12,-7 8 1,-2 12 5,0 10-12,1 17-144,4 16-500,-6-18 1,2 4 655,4 9 0,0 0 0,1 4 0,4 2 0</inkml:trace>
  <inkml:trace contextRef="#ctx0" brushRef="#br0" timeOffset="118819">14347 14612 19271,'5'-62'1167,"0"-1"0,-1 8 0,-2 8-479,-5 5 62,-2 20-672,-10 29 96,4 6-96,-17 37-42,15-22 1,-1 4-441,-4 11 1,0 4 414,0 2 0,2 2 3,3 9 0,3-1-9,3-20 1,4 0 8,5 7 0,8-4 82,18-3-68,21-2 45,11-19-6,-20-22 0,1-6 6,15-8 33,-19-6 1,-3-6 196,1-21-462,-17 16 0,-3-3 254,-5-2 0,-4-2-11,-7-11 0,-4 0-62,1 15 1,-1 2 19,-6-13 0,-4 3-33,-7-2 109,-5 0-34,1 18 786,3 15-966,6 11 139,6 8-525,1 14-822,6 14 1304,1 17 0,2-20 0,3-1 0</inkml:trace>
  <inkml:trace contextRef="#ctx0" brushRef="#br0" timeOffset="119562">14519 14504 16342,'2'-47'2160,"0"1"0,1-5 1,0 7-1215,-1 14-252,1-9-195,-3 20-202,-1 7-236,1 7-38,-3 7 28,-7 27-35,-7 16 9,3-5 1,-1 4-708,-4 7 0,-1 2 704,5-12 0,-1 0 1,1-1-7,-4 11 1,0 0 5,2-3 1,0 2 0,3-6-12,3-11 0,3 0 36,-2 26 1,8-3 22,21-18 109,21 3-84,-2-32 20,3-20 0,1-6-42,8-8-437,-10 0 1,6-6 0,-3 0 430,-1-3 0,-1-2-24,-2 1 0,3-4 0,-4 3-7,-2-2 1,-2-1 28,-5 3 0,0-2 1,-3 3-155,-4 4 0,0 2 176,6-9 0,-2 3 1197,-4 6-1245,-11 18 7,-9 12 10,-3 24-11,-4 9-12,-5 28 294,3-27 1,-2 1-320,0 5 0,-1 2-19,0 3 0,0 1-59,1 4 0,0 0-213,2 2 1,0 0-488,2-1 0,2-1-1365,0-3 1,1-4 1894,1-8 1,1-4-1,0 5 1,0-21 0</inkml:trace>
  <inkml:trace contextRef="#ctx0" brushRef="#br0" timeOffset="120012">14635 14519 22071,'-16'-51'1285,"1"1"0,1 6 0,2 7-832,0 10-274,6 16-179,1 9-5,2 19 22,-2 20-12,3-7 1,-1 4-498,1 8 0,0 2 489,0 5 0,1 1 0,2 1 1,1 0-261,1-3 1,2-3 262,2-5 0,3-2-17,13 20 50,5-21-10,4-17 16,5-20 23,6-19-34,-17 4 0,1-5 185,3-4 1,-1-3-144,2-3 0,0-3 25,-2-2 1,0-1 10,-2-1 1,-1 1 10,-3 2 1,0 1 244,-5 6 1,0 1-201,11-11-36,-11 13-42,-7 11-61,-4 11-7,-2 13 626,0 15-603,-2 22-22,-2-16 0,-2 3-340,-2 6 0,-1 2 287,-1 4 0,-1 1-177,0 5 0,0 0-1032,2 3 0,1 1-1142,3 2 1,3-2 1824,1-6 0,1-5 1,3 12-1,-1-28 0</inkml:trace>
  <inkml:trace contextRef="#ctx0" brushRef="#br0" timeOffset="120228">16015 14573 23159,'2'-8'3455,"-1"2"-3051,-1 6-259,0 0-106,-9-3-16,-3 35-23,-6 12-42,10-5 0,1 4-625,2 1 0,2 1-610,2 1 0,2 1 1277,4 3 0,1-2 0,1 6 0,4-8 0</inkml:trace>
  <inkml:trace contextRef="#ctx0" brushRef="#br0" timeOffset="120436">15712 14907 26844,'46'-29'-631,"0"0"0,1 1 0,1 7-854,-1 16 1,2 4 899,3-4 1,-2-1 0,5 1-1,-8-1 1</inkml:trace>
  <inkml:trace contextRef="#ctx0" brushRef="#br0" timeOffset="120702">16460 14525 26290,'16'-56'261,"-1"1"0,1 4 1,3 10-145,21 15-87,-1 31 0,9 13 0,-6-2-36,15 9-705,-14 3 0,5 8 1,-11 2 707,-18 1 0,-7 2-6,5 12 1,-2 3 8,-3 0 0,-3 0-17,-3 1 1,-2-1-102,-4-2 0,-1-1-218,-1-4 0,0-2-367,-1-5 1,-1-3-5129,-2 22 5831,2-22 0,2-21 0,0-12 0</inkml:trace>
  <inkml:trace contextRef="#ctx0" brushRef="#br0" timeOffset="120879">16719 14972 23052,'-52'-24'846,"-1"-1"0,6 3 0,16 0-712,34-1-100,28-1-32,-3 11 1,5 1-885,11-1 0,4 1 299,8-1 1,4 2-1712,-16 3 1,2 2 0,-1 0 2293,17-3 0,-4 2 0,-16 3 0,-6 0 0,6 1 0</inkml:trace>
  <inkml:trace contextRef="#ctx0" brushRef="#br0" timeOffset="121203">13914 16131 19862,'-60'22'539,"1"0"1,9-3 0,7-4-148,10-3 478,35-9-238,40-14-433,0 1 0,7-2-943,-4 0 1,4-2 0,6 0 828,-3 0 0,6-1 0,3-1 1,0 1-1,-5 1-500,1-1 0,-4 2 1,2 0-1,4-1 435,-9 2 0,5 0 0,2-1 0,1-1 0,0 2 0,-1-1 0,-4 2-400,9-2 1,-2 2 0,-2 0 0,1 0-1,4 0 388,-10 1 0,1 0 0,2 0 0,1-1 0,0 1 0,0 0 0,-1 0-180,-1 1 0,-1-1 1,1 1-1,0-1 0,0 1 1,0 0-1,0 0 119,4-1 0,2 1 0,0-1 1,0 1-1,-1-1 0,-3 1 0,-3 1-101,2-1 1,-4 1 0,-1 0-1,-1 0 1,3 1-1451,5-2 0,4 0 0,0 1 0,-6 0 0,-7 2 1604,9-2 0,-8 3 0,-4-1 0,-5 1 0,-4 2 0</inkml:trace>
  <inkml:trace contextRef="#ctx0" brushRef="#br0" timeOffset="121586">15541 16238 25758,'46'-43'1,"0"1"1,2 4 0,0 13 3,-15 25 1,-2 8 11,27 16 0,-33 5 5,-16 23-1088,-24 6 1080,2-19 0,-6 2-6,-11 10 1,-5-1-15,4-8 1,-1-2 13,2-3 1,0-2 7,6-11 1,3-4 365,1-1-259,12-9 106,27-21-207,29-16-33,3-4-627,-10 9 1,3-2 79,0 2 1,3 0-1693,-5 1 0,3-1 0,0 0 2250,-3 1 0,1 1 0,-4 1 0,5-2 0,-6 2 0,10-5 0</inkml:trace>
  <inkml:trace contextRef="#ctx0" brushRef="#br0" timeOffset="121819">17838 15266 23954,'-40'-2'683,"0"0"0,-10-11-683,77-2-308,32-7-252,-18 12 0,3 2-2513,7 0 1,1 2 1475,-8 1 1,-1 1 1596,3 2 0,-5 0 0,-9 1 0,-2 1 0</inkml:trace>
  <inkml:trace contextRef="#ctx0" brushRef="#br0" timeOffset="121962">17952 15449 24629,'56'-9'-673,"0"0"1,0 0 0,6-2 0,-10 3 0,-15 2 0</inkml:trace>
  <inkml:trace contextRef="#ctx0" brushRef="#br0" timeOffset="125595">19679 14391 24525,'6'-47'801,"0"1"0,-2 6 0,0 7-622,1 13-151,-2 17 6,2 23 11,1 18-12,-2 25-398,-2-25 0,-3 3 329,-1 4 0,-1 1-250,-2 2 0,1 1-932,-2-1 0,1 1 1218,1 2 0,0-5 0,0 7 0,3-11 0</inkml:trace>
  <inkml:trace contextRef="#ctx0" brushRef="#br0" timeOffset="125770">20099 14445 26088,'3'-34'350,"0"-1"0,-9 6-311,-9 72-28,-3 10-53,10-19 0,2 1-929,0-2 1,2 2-383,-2 11 0,1 2 1353,-1 8 0,1-3 0,0 8 0,0-6 0</inkml:trace>
  <inkml:trace contextRef="#ctx0" brushRef="#br0" timeOffset="126012">19151 15537 25029,'44'-22'32,"-1"0"1,1 1-1,10-1 1,2 1-1,-2 5-111,-8 7 1,-2 4 0,1 0-629,0-1 0,0 0 1,0 1 37,0 1 1,0 0 0,0 1 209,17 0 1,-2 2 0,-17-1 0,-3 0 0,-3 2 0,0-1-1</inkml:trace>
  <inkml:trace contextRef="#ctx0" brushRef="#br0" timeOffset="126386">19597 15870 22828,'-7'0'2823,"1"0"-2448,6 0-240,0 0 10,4-63-66,29 35-54,-1-12 0,4 3-378,2 25 1,4 8 363,4-2 1,-1 5 10,14 17 122,-23 5-116,-14 26-5,-33 9-696,-11-5 1,-8 2 663,-3-2 1,-5 0 13,5-11 1,-3 2 0,2-4-6,-2 2 0,1-2 8,-4 3 1,2-3 5,14-13 0,3-2-9,-16 23 515,37-31-515,17-17-30,11-13 0,8-5-289,-1 1 1,4 0-1,1-1-1958,5-2 1,1-1 0,2 1 2271,6-3 0,1 0 0,-6 3 0,-3 1 0,-5 4 0,9-4 0</inkml:trace>
  <inkml:trace contextRef="#ctx0" brushRef="#br0" timeOffset="126645">21274 15059 23389,'42'-20'-912,"0"0"0,0 0 0,13 1 1,3 1-1,-6 6-2690,-6 11 1,-2 3 2545,15-1 1,-5 1 0,-3 2 0,-28 1 0</inkml:trace>
  <inkml:trace contextRef="#ctx0" brushRef="#br0" timeOffset="126969">21507 15242 19965,'-48'16'1144,"-1"1"0,0 0 0,-14 4 0,11-4-779,15-7 60,32-13-397,34-9-20,-1 2 1,4-2-603,11-3 0,3 0 541,7-3 0,0 0-1,1-1 1,-1-2 25,-5-1 0,-2-1 36,-8 0 1,-5-3 195,-9 1 0,-6-1-103,-2-23 78,-27 3 107,-15 7 168,-9 7 197,4 8-281,9 7-135,11 7-168,6 6 1042,12 2-1070,5 11 6,11 9-28,6 20-17,-12-12 0,0 2 0,-1 5 0,-1 2-373,-3 2 1,-4 3-116,-2 1 1,-5 1-1571,-5 1 0,-4 0 1416,-1-5 0,-1-3 1,-6 11-1,5-22 1</inkml:trace>
  <inkml:trace contextRef="#ctx0" brushRef="#br0" timeOffset="128436">23529 14966 19406,'2'-6'5035,"-1"1"-3472,-1 5-1417,-3-58-62,-6 45-40,-10-37-21,-12 65 10,-11 10-19,14-10 0,-1 1-126,-5 3 1,0 0 133,-3 1 1,-1 0-9,2-1 0,1-2 8,5-2 0,1-1 113,-14 3 89,18-9-45,12-5-117,9-4-29,4-1 1,4 0-29,2 0 253,4 7-247,1 3-6,0 7-5,2 4-33,0 1 33,2 1-6,1 1-5,-1 0 17,1 6-1,-6-9 12,-1 9-6,-7-10 12,-1 4 10,-5-2 57,-3-6-51,1-6 51,-4-3-12,2-7-22,-2-4 6,0-3 50,1-4 5,2-1-5,3 2-39,1 2-45,2 1 0,3 2-6,6-1-16,0 3 22,8-1-50,-2 4 22,6-2 28,2 3-34,8-1 12,-3 1-1,0-1 1,2-1-1,-6-1-5,6 0-11,5 2 11,-6 1-5,-2 5 10,-3 5-10,-5 5 21,3 8-21,-1 12 22,-6-3-17,-4-2-12,-6-4 46,-12-7-45,-6 4 50,-24 2-50,-1-5 5,-4-4-16,-1-6-124,8-4-1136,-14 0-4073,13-3 4885,5 0 1,19-1-1,7-1 1</inkml:trace>
  <inkml:trace contextRef="#ctx0" brushRef="#br0" timeOffset="128752">24028 15232 25040,'-3'3'1675,"0"-2"-96,3-1-1612,-13-39-118,10 30-1949,-7-21 2100,20 42 0,-5 0 0,4-4 0</inkml:trace>
  <inkml:trace contextRef="#ctx0" brushRef="#br0" timeOffset="129345">24770 14908 23097,'0'-4'3176,"0"1"-1967,0 3-1153,-7-39-44,-9 32 4,-4-28 12,-22 45 23,-16 8-35,27-8 1,0 0-23,-5 2 1,2 1 0,-14 7 5,17-4 16,5 7-10,15-12 5,-3 19 6,11-10 17,-1 10-18,7-3-4,2 1-24,3-2 29,0-1 22,-2-4-5,-1-5 22,-2-4 17,-1-6 28,0-3 72,-1-3-10,3-4-57,2-3-28,4-6-9,4-3-69,3-1 0,5 1 0,-2 4 0,13 0 0,-7 7 0,12 0 0,-6 7 0,3 8 0,3 9 0,3 7 0,-2 8 0,-5 6 0,-14-6 0,-14 23-231,-24-18-32,1-9 0,-5-2-443,-4-6 1,-3-2-581,-1-3 1,1-3-8546,-23 5 8855,20-11 0,14-8 0,14 0 1</inkml:trace>
  <inkml:trace contextRef="#ctx0" brushRef="#br0" timeOffset="129529">24673 14793 21775,'5'-5'3327,"0"1"-3035,-5 4-220,62-26-66,-16 16-815,6-6 1,6 1-971,-13 9 1,-1 2 1220,-1-1 1,-2 1 0,17-2 0,-25 3 0</inkml:trace>
  <inkml:trace contextRef="#ctx0" brushRef="#br0" timeOffset="130103">25501 14914 26071,'55'-18'48,"0"0"1,-1 2 0,0 2-38,-10 8 0,-1 1-599,2 1 0,0 0 599,-4 0 0,0 2-14,-7 0 1,-2 0 389,10 4-393,-27 6 169,-32 7-157,-27 7 2,11-7 0,-3 0-345,-4 3 0,-1 0 348,-1 2 1,2 0 2,3-1 0,3 1 283,6-2 0,2-1-291,-7 11-12,19-7 23,20-7-34,17-8 17,19-6 39,14-9-34,-24 2 1,1-2-3,1-1 0,0-3 228,-1 0 1,-3-3-207,-1 0 1,-4-3 24,14-26 12,-16-9-18,-16 23 1,-4-2 36,-5 0 1,-3-2 94,-1 1 1,-3 0 33,-2 3 0,-1 1 120,-11-18-33,5 16-84,6 13-113,5 10-77,5 6-23,2 10 0,5 11-23,5 18 23,11 16 0,-7-21 0,1 1-253,2 4 0,0 0-173,-1 1 1,-1 0-527,-2 2 0,-4 0-3482,-3 0 1,-5 0 4433,-4-6 0,-1-2 0,-4 8 0,-1-19 0</inkml:trace>
  <inkml:trace contextRef="#ctx0" brushRef="#br0" timeOffset="130729">27333 14501 24178,'0'-9'2476,"0"2"-2157,0 7 90,0 0-376,-28-10 1,2 8-12,-31-7-11,5 12 1,-7 2 16,-1 5-23,6 2-16,12 0 22,14 0-28,11-2 23,9 0 11,4 2-6,3 6 6,3 3 0,1 7 39,1 3-17,1 3-11,-2 1 22,-1-3-16,-6-2 5,0-6 6,-2-4-6,2-7 73,2-6 73,2-5-17,0-3-79,2-7-38,3-7 5,4-7-23,3-5-16,3 1 0,4 3 0,7 4-12,9 7-5,11 6-6,-12 8 1,1 2 0,14 5-4,-12 2 1,-1 4-340,12 15 334,-20-10 0,-1 2 16,-2 1 1,-5 2-9,-4 7 1,-5 0-6,-4 12-43,-14-12 1,-7-2-283,-27 7-14,12-14 1,-3-1-508,-3-1 0,-1-3 857,-3-2 0,3-3 0,-6 3 0,9-8 0</inkml:trace>
  <inkml:trace contextRef="#ctx0" brushRef="#br0" timeOffset="131062">26946 15380 20822,'-59'11'733,"-1"-1"1,1 1 0,-6 0 0,7-1-583,19-4 1,10-3 568,20-5-675,26-4-34,18-1 0,9 0 0,4 0 0,3-1-642,-5 2 0,4 0 0,-4 1 625,5 1 1,-1 0-15,11 1 1,0 1 79,-15 1 0,0 1-534,16 4 1,-1 1-874,-19 0 0,-5 1-4707,20 15 1228,-50-5 4826,-25 2 0,6-11 0,-2 0 0</inkml:trace>
  <inkml:trace contextRef="#ctx0" brushRef="#br0" timeOffset="131236">26986 15619 27107,'33'-8'388,"-1"0"0,10-2 1,1 2-342,-12 4 1,1 0 44,19-2 1,-3-1-884,3 1 791,8 0 86,-19 1-3441,-16 1 3355,-6 0 0,-8 1 0,-10 1 0</inkml:trace>
  <inkml:trace contextRef="#ctx0" brushRef="#br0" timeOffset="135953">14480 8635 22071,'11'-50'709,"0"1"1,-2 4 0,0 10-407,-4 25-219,-3 6-56,-2 9 22,0 14-11,0 17 6,-3 17-20,1-21 0,0 1-8,-2 1 0,-1 1-6,1-2 0,1 0 6,-2 23-28,3-13 22,4-13 157,-1-14 247,2-7-68,1-11-195,-1-10-29,2-12-39,-1-12-17,-1-10 0,0-8-33,-3 10 39,1-16-6,-1 27-39,0-7-56,-1 25 22,0 12 17,-1 14-22,-1 14 11,-2 14 17,0 13-34,0 6-245,2-2 273,3-4-28,5-11 11,1-11 68,1-10 72,-3-12-5,-1-9-73,-2-11 246,1-11-240,-1-13-23,0-9 22,-1-8 1,0 0 0,0 5 33,0 13-22,0 13-96,0 13-16,0 10 33,0 9-10,-1 11-7,0 10 6,1 10-83,0 5-259,0 4-531,0 2-976,0 4-2997,-3 2 4863,0-7 0,0-18 0,0-16 0</inkml:trace>
  <inkml:trace contextRef="#ctx0" brushRef="#br0" timeOffset="136669">14311 9024 22748,'-34'-45'625,"1"0"0,2 5 1,10 9-509,19 24 57,4 4-140,5 7 48,7 7-26,7 10 28,5 7-51,4 5 94,3 2-14,1-3-29,2-4-6,4-9 46,4-8 4,5-11-10,5-12-6,-1-8 0,-2-6 22,-8 1-10,-9 3 10,-12 8-33,-10 6-84,-8 5 5,-4 3 0,-7 5-10,-4 4 4,-8 5 18,-5 2 22,-7 0-39,-7 2-17,-9-2-305,-8-2 294,-6-4 11,-2-4 11,3-9 23,10-6 16,9-10 12,12-7 0,11-7-46,6-1-10,7 2 16,3 7 305,2 8-355,0 9 23,0 5 16,1 18-6,2 2 1,3 17-17,3-1-23,7 1 40,4-2 22,7-6 17,5-7 11,5-8-12,4-6 7,2-9 5,-1-8 5,-1-9 12,-4-6-11,-6-4 22,-6-1 22,-6 1-33,-5 3-17,-6 4-6,-3 7-44,-3 5-73,-2 6-191,-4 6-722,-4 10-2078,-4 9 2210,-1 6 0,5-8 0,3-6 0</inkml:trace>
  <inkml:trace contextRef="#ctx0" brushRef="#br0" timeOffset="137612">14332 9956 19109,'-2'-7'4727,"0"2"-4556,-3-25 0,1-5 333,5 8-336,-4-12 0,4 2 0,10 19-84,4 8 5,4 11-66,-6 5 28,6 14 10,-9 6-5,-1 15 6,-4 8-37,-9-18 0,-3 1-25,-5 18 12,-5-5 60,1-18 147,7-15 66,0-3-100,5-13-45,3-10-33,6-10-51,4-11 5,7-6 1,2-5-23,7-10-45,-2 14 23,-1 6 0,-2 16 5,-5 13-5,3 2-34,4 13 29,-2 7-1,-1 7-11,0 12 11,-7 2-5,1 13-1,-7-16 1,0 0 11,2 18-40,0 4 23,-3-29 39,0-9 23,0-13 5,3-10-16,11-20-7,3-7-10,3-5-17,3-5 16,-2 10 46,11-9-79,-9 14 22,-2 9-16,-15 14-1,2 7-10,-3 8 27,5 7 12,1 8-23,4 8-22,-7-10 16,5 4 7,-8-16 128,4-3-56,-1-14-23,4-10 1,2-12-45,-2 1 67,3-9 39,-6 9 78,0-8-83,-6 12-51,-2 7-22,-5 11-67,0 4 22,0 11 5,1 3-22,2 13 57,1 3-63,-1-4-111,4 7-527,8 2-470,2-2-1289,6 0 2420,-6-17 0,-8-7 0,-3-6 0</inkml:trace>
  <inkml:trace contextRef="#ctx0" brushRef="#br0" timeOffset="137769">15225 9726 16364,'-2'-4'5882,"1"0"-6045,1 4-2251,11-36-4980,3 38 7394,8-27 0,-9 38 0,-5-4 0</inkml:trace>
  <inkml:trace contextRef="#ctx0" brushRef="#br0" timeOffset="138179">15613 9826 25791,'-51'-8'255,"0"0"1,9-1 0,5 7-158,6 17 0,6 7-42,-1 5-50,-3 13 22,28-13 0,15-4 0,14-9 22,12-9 1,6-13 16,2-10-201,-1-14 246,-6-10 84,-8-10-65,-20 22 1,-4-2-302,-2-5 1,-3-1 244,-2-5 1,-3 0-1,-1-2 1,0 1 19,-2 3 1,0 2-166,-6-22 99,3 25-29,-2 17 0,4 21 200,-1 16-200,3 22 0,1 22 0,3-24 0,1 2-127,2 5 0,2 0-193,3 5 0,2 0-1362,1 4 0,0 2 1682,-2-12 0,-1 2 0,0-5 0,-1-3 0,0-4 0,-2 2 0,0-1 0</inkml:trace>
  <inkml:trace contextRef="#ctx0" brushRef="#br0" timeOffset="142869">21813 6074 22492,'-44'-14'689,"1"1"0,3 2 0,10-2-365,23-6-307,18 0-34,27-4 1,8 5-734,-1 6 1,4 1 665,0 3 0,3 0-103,0 2 1,4 1-1,-3 1-68,11 0 1,-4 2-82,0 5 0,-7 3-39,-13 6 57,-43 19 4,-41 4 387,-6-5 0,-8 2-493,20-13 1,0 1 0,-2 0 536,-8 2 1,-2 2 0,4-3-26,0 1 1,3-2 77,-1 0 1,3-1 42,-5 3-22,6-2 942,31-10-988,30-13-94,31-8-46,3-4-233,-11 3 1,3-3 221,7-5 1,0 0 10,-10 5 1,0-3 35,-1-1 0,1-3 0,-5-1 51,-13 2 1,-2 0-49,6-4 1,-4-2 157,-2-30-832,-19 25 0,-2 0 736,3-21 30,-7 14 0,-2 1 150,0 4-145,-4-5 94,3 21-118,1 13 186,0 3-315,1 10 3353,0 10-3330,2 3 195,5 15-217,16 13-51,12 4-487,-7-19 1,2 1 40,-1-4 1,1-1-1325,-2 3 1,-2 0 1208,-5-3 0,-3-3 0,1 9 0,-12-15 0</inkml:trace>
  <inkml:trace contextRef="#ctx0" brushRef="#br0" timeOffset="156112">20220 3443 8657,'0'-6'7377,"0"0"-5221,1-56-800,2 33-875,-1-9 1,3 1 145,5 18-280,-1 9-39,-2 7 158,-1 9-1,-4 7-101,0 9-56,-6 6-34,-5 4-39,-8 0-39,-9 1-28,-9-2 23,-5-5 38,-2-5 29,0-8 16,4-6-15,7-9-63,4-4-34,5-6-11,4-1-33,6 1-34,4 3-39,4 4-45,3 3-28,1 1-6,-1 7 45,0 6 0,-2 12 1,-1 11 4,-2 11-16,-1 8 6,-3 3 5,0 1-16,-1-4 5,0-4 16,1-8 7,1-8 16,3-11 90,3-9 218,2-8 297,1-4-571,3-15-45,4-2 5,7-14-27,8 1 11,6 1-12,8 4-21,3 7-7,5 7 12,3 6-6,7 9-354,6 6 365,-28-2 0,-1 2 3,0 0 1,-2 2-103,21 18 105,-15 1 17,-17 3-11,-18 0 27,-17 0 6,-16-1-16,-15-1-12,20-17 0,-2-1-10,-1-1 1,-2-1 4,0-2 0,0 0 8,2-3 0,-1-1-9,-26 2 18,5-4 59,8-5-54,8-4 50,9-3-16,6-6-23,7-3-33,4-1 312,5 5-341,4 6-16,1 4 22,1 5-11,4 5 23,4 5 38,8 1-38,9-3 5,12-4-6,13-3 6,7-9 11,4-5-16,-3-7 16,-6-6 0,-6-4 11,-8-3 6,-5-3 23,-9-4 5,-8-4-17,-8-1 23,-10 2-29,-8 6-10,-7 6-18,-11 3-5,1 7 6,-1 4 11,0 3-17,0 3 16,-9-3-21,-5 3 10,0 1 1,2 2-28,4 2 10,6 2 12,7 0 12,7 1 44,7 0-45,5-2-17,3-3 6,1-5 0,0-6 11,-1-7-3408,1-21 3397,0 9-5,0-24 5,4 18 34,3-7-28,5 9-34,6 5 16,-2 13 1,1 5 3370,3 7-3376,2 2 38,12-2 1,22-3-16,-1 0-6,2 1 0,-3-1 0,-14 2 0,2-2 22,-10-1-5,-14 3 0,-7 2-6,-9 2 34,-1 2-28,-1-1-6,0 2-61,-1 1 27,-1 1 6,-2 2 23,-9 7 11,-4 3-12,-11 9-5,4-6-16,-16 11 10,-1-1 3,6-3 0,-2 2-364,5-4 1,1-1 369,-5 4 0,2-2 2,-5 2-5,1-2 0,12-9 40,-7 0-29,8-6 28,2-5 700,12-3-728,0-3-17,6 1-27,1 1-34,2 2 11,1 4 50,1 2 17,0 12 0,0 7-22,3 17 6,0-3 5,5 5 5,0-10-5,1-7 0,2 4 0,3 1 0,0-2 0,4 0 11,-5-13 12,-4-8 55,-1-5 73,3-9-78,4-5-34,6-9-11,2-4-11,-5 5-11,9-2-6,5 7 0,6 2 0,7 4 0,-4 13-17,1 10 17,-8 3-6,11 22-10,-21-8 16,5 15 11,-19-9 0,-11-4 17,-5-9 7,-28 7-35,8-17 0,-11 3 0,-4-2-13,-16 0-1038,15-5 0,1-1 323,-11-1 728,-4-4 0,37-4 0,-5-1 0</inkml:trace>
  <inkml:trace contextRef="#ctx0" brushRef="#br0" timeOffset="158794">23798 6340 22531,'-6'-48'1025,"0"-1"0,1 7 0,0 5-689,-1 5-235,3 16-78,2 11-7,6 36-32,-1 3 21,-1-2 1,0 2-15,-3-1 1,-1-1-128,-2 1 1,-3 0 140,-8 29 18,-4-13 100,3-18 191,7-15 94,4-15-139,3-14-90,3-12-16,5-14 5,3-10-6,5-6-16,3-5-68,3 2-22,3 6-28,3 11 238,2 15-261,4 14-21,2 13 16,5 14 33,3 14-33,2 13-208,-23-17 1,-1 1 196,-1 2 0,-2 0 5,-1 0 1,-2 1 5,9 22-12,-7-11 35,-6-13 66,-6-15 57,-1-12-23,-2-15 337,2-13-421,5-13-11,4-5-4,6 1-24,2 9 0,0 10 0,-1 11 0,-3 9 0,2 9 0,0 9 0,2 11 0,3 7 0,1 4 0,1-2 0,2-5 0,0-8 0,1-9 0,-4-12 0,-1-12 0,-4-12 0,-1-10 0,-2-7 0,-3 0 0,-3 4 0,-3 9 0,-4 10 0,-1 10 0,-2 8 0,3 14 0,1 10 0,4 13 0,3 7 0,4 5 0,5 2-555,8 0-682,4-1-1922,3-6 3159,-6-11 0,-11-13 0,-10-10 0</inkml:trace>
  <inkml:trace contextRef="#ctx0" brushRef="#br0" timeOffset="158971">24914 5993 21483,'-3'-6'3725,"0"1"-4078,3 5-1623,21-13 1976,3 35 0,1-29 0,-7 33 0</inkml:trace>
  <inkml:trace contextRef="#ctx0" brushRef="#br0" timeOffset="159411">25594 6155 26346,'-36'-40'162,"-1"1"0,1 5 1,-1 13-124,-20 40-2850,18 4 1,1 3 2815,12-7 1,1 2 5,-6 11 0,5 2 1361,7 9-1355,5 9 11,21-6 889,15-7-810,34-9-46,-14-14 20,-8-12 1,0-4 63,9-15 23,10-13-90,-28 8 1,-2-4 30,2-13 0,-4-3-278,-5 12 0,-3-2 214,2-20 0,-2-1 8,-7 12 0,-3 0 17,2-9 0,-2-1 23,-3 0 0,0 3-93,-6-16 0,-1 16 3166,-1 30-3166,5 11 65,-2 11-65,1 29 0,1 17 0,3 11-511,3-18 1,4 0 510,1-1 0,4 2-381,3 12 0,5 5-1193,0-11 0,2 2 0,0-2 1574,-3-12 0,-1-2 0,-1-1 0,9 16 0,-3-8 0,-2-10 0</inkml:trace>
  <inkml:trace contextRef="#ctx0" brushRef="#br0" timeOffset="159795">26172 6133 23355,'-3'-9'1450,"-7"-26"1,-1-2-1132,3 15-81,-4-16 0,-1 4 81,6 24-184,0 1-146,3 6 50,3 7-22,4 6-12,2 1-27,11 10 22,22 7 5,10 3-257,-14-11 1,1 0 245,-1-2 1,-1-1-6,20 13 5,-3 5 46,-29-1-12,-16 0-34,-26 4 34,-24-10-22,2-6-1,14-10 1,-2-1 5,0 0 0,1-1 492,-20 7-677,18-6 1,4-1-1535,10 0-1003,-2-1 1863,19-2 0,2-6 0,2 1 0</inkml:trace>
  <inkml:trace contextRef="#ctx0" brushRef="#br0" timeOffset="161037">27468 5633 20224,'1'-46'1104,"0"1"1,0 0 0,-1-16 0,1 3-654,-1 7 0,0 3 148,0-13-392,0 30-218,0 23 22,3 26 0,3 25-3,0-8 1,0 5-757,2 10 1,-1 4 747,-1-10 0,-1 2 0,-1 2-596,0 5 0,-1 2 0,-1 1 560,-1 6 1,-1 2-1,-2 0-569,0-14 1,-1 0 0,-1 1 0,0-1 30,0 0 0,-1 0 0,0 0 0,0-1-1547,-1 14 0,0-2 0,1-2 1869,1-10 1,0-2 0,1-4 0,1 0 0,0-6 0,2 1 0</inkml:trace>
  <inkml:trace contextRef="#ctx0" brushRef="#br0" timeOffset="162827">27374 6311 14208,'-19'-39'2050,"-1"0"0,0 0 0,-7-12 0,0 6-1454,5 14 1,0 4-37,-7-5-543,14 16-84,21 9 61,27 5 0,-1 0 1,5 2-902,13-2 1,4 0 896,-11 0 1,2 0 0,0 0-1,3-1 1,1 0 0,-1-1 3,0 0 0,0 0 1,-1-1 1,-4-1 0,0 1 1,-2-2-130,13-4 0,-3-1 158,-9-1 0,-5-1 110,13-15-1,-24 2-39,-24 4 12,-18 5 1290,-14 7-1240,-8 4 17,-3 8-51,0 8-50,0 10-45,3 10-17,5 9 0,11 4-17,10 3 822,9-4-793,10-5 27,6-7 74,7-8 72,3-9 17,2-10-45,0-11 5,-2-8 40,-2-11 5,-5-2-22,-4-3-56,-5 5 0,-3 7-61,-2 9-68,-2 7-17,-6 24 12,-1 5-6,-5 24-11,2 2 11,5 1 11,6-2-22,9-8 33,8-11 12,6-10 22,3-11 33,1-10-5,2-13-5,0-10 5,-1-15 0,-4-6-11,-5-5-1,-3 3 12,-2 5-16,2 9-40,1 7-12,1 8-4,4 7-7,-3 5 1,19 10-6,-8 9 5,14 12-10,-10 11-6,-6 8-1,-8 7-4,-7 1 4,-5-4 1,-2-5-11,1-12-1,2-10 1,3-11-124,26-8 18,6-9 74,-10 1 1,2-1 36,-3-2 1,-1-2 13,-1-1 0,-2-2 20,19-20 11,-12-7-11,-11-6 22,-9 0-6,-8 2 1,-5 6 0,-9 7-18,-5 9-10,-8 9-6,-8 10 6,-4 12 10,-5 9 7,1 13 16,5 7-22,10 1-40,10 0-10,9-4 27,10-5 51,8-7 11,8-9 22,2-8 40,-1-13 39,-3-6 11,-5-10-23,-3-1-33,-2-2-99,-3 4-13,-3 7 0,-4 7 0,0 9 0,-1 16 0,4 17 0,2 25 0,-2-6 0,0 1-354,-2-13 1,0 1 353,1 3 0,0 3 0,-1-1-702,1 10 1,-1-1 701,0-6 0,-1 2 0,-1 0-25,-1 1 0,-2 0 1,-3 1-62,-5 4 0,-5 1 0,0-5 66,1 1 1,-4-4 10,-12 2 1,-4-12 25,-3-31-28,-1-26-6,15-35-3,19-2 1,6-4-541,0 14 1,4-1 475,2-4 0,4-4 0,2 3-528,7-7 0,4 1 326,-4 10 1,2-2-1,1 2-116,1 2 1,1 1-1,0 1-106,0 5 1,0 0-1,0 3 136,9-11 1,0 5-290,-7 7 0,0 4-184,14-9 481,-15 18 823,-12 12 2007,-10 6-740,-5 2 2104,-2 0-3623,4 4 412,5 1-524,3 3 56,15 1-39,4-4 6,10 1 78,5-14-84,-11-5-67,-7-4 28,-10-10-23,-6-1 0,1-13 79,-4-11-78,-5 16 150,-10-12-134,1 32 17,-12-5-16,-2 15-63,3 6 40,-15 20-45,10 9 11,-4 8 23,5 15-34,15-19 0,3 1 5,3 0 1,3 0-179,5 6 0,5-2 181,8-9 1,2-4 2,19 10 0,-11-19 0,2-4 34,-3-7 0,1-4-20,1-2 0,0-4 17,2-5 0,-2-6-158,-7-3 1,-2-5 182,-1-7 1,-2-1-366,-3 5 1,-3-3 308,4-15 0,-1-4-234,-3 4 0,0-3 221,-2-1 0,2-4 1,-3 1-340,-2 8 0,-1 2 0,-1 0 361,0-4 1,-1-2-1,-2 6-6,-2 5 0,-4 3 353,-6-27-289,-7 25 431,-2 9-514,-1 15 764,0 28-753,5 5-6,-8 29-6,6 8-71,9-2 1,4 5 62,5-4 0,5 3-26,2-8 1,2 2 0,3-4-23,4 5 1,5-2-104,-1-8 1,2 0 0,1-2-391,6 5 1,1-2-987,-8-7 1,2 1 0,-4-3 1540,1-1 0,-3-3 0,6 14 0,-25-36 0</inkml:trace>
  <inkml:trace contextRef="#ctx0" brushRef="#br0" timeOffset="162987">30056 5835 23714,'38'-27'156,"0"0"1,0 0 0,4 1 0,2 1-1,-1 6-170,12 7 0,-1 6-4902,-1-2 1,-1 2 3764,-4 0 1,-5 2 0,-6 3 0,-28 1-1</inkml:trace>
  <inkml:trace contextRef="#ctx0" brushRef="#br0" timeOffset="174719">13199 8567 11161,'-2'-6'7634,"1"1"-4733,1 5-2878,-16-47 49,12 41 35,-8-28-34,18 60 11,2 11 6,-1 8-23,-4 4 6,0 0 50,-6-4 124,-3-10 161,-6-10 80,-5-12-57,-5-8-112,-4-12-95,-4-8-56,-1-10-28,0-5-17,1-2-11,1 2-5,1 5-68,3 5-39,4 9-51,7 4-21,7 5 49,4 8 51,5 4-5,5 13-23,7 6 5,10 7 12,6 1-17,6-1-11,4-4 33,0-9 12,2-7 5,-2-8 45,2-11 29,3-12-7,6-14-144,-23 9 1,1 0 126,1-3 1,-1 1-1,-3 0 1,0 1 106,14-12 39,-15 11-22,-13 10-123,-8 7-73,-3 4-23,-2 1-5,-4 3 204,-3 5-205,-6 5-4,-11 11 4,6-6 18,-19 12 5,4-8-16,-14 5 10,-4-3-5,-1-7-11,2-8 17,7-5-12,6-5 6,7-3 0,2-3 6,0-2 16,-10-7-16,12 4 10,-15-6 1,13 6-22,-8-2-35,1 5-4,12 4 32,6 3-27,11 7-6,6 1 40,-1 6 5,7 3 0,2-2 0,2-1 0,8-7-6,0-2 12,9-2 5,4 0 0,12-1-11,-11 0 17,15 0-17,-14-3-11,11-2 28,-1-6-1,-4-2 12,-2-5-5,-15 5 50,-3-6-40,-12 6 18,-2-8-35,-2 4-16,-1-2 6,-1 9 11,0 2-17,0 4-11,0 1-12,0 1-89,0 2 23,0 4-315,0 4-907,0 8-8520,0 11 8915,0-10 1,0 1 0,0-14-1</inkml:trace>
  <inkml:trace contextRef="#ctx0" brushRef="#br0" timeOffset="202528">2159 14571 24265,'20'-41'37,"1"-1"0,0 1 0,3 1 0,1 1 0,6 7-51,4 9 1,5 7 0,0 1-921,2-2 1,0 1-1,0 1 718,19-3 1,-2 4-68,-9 3 0,-4 7 763,12 17-541,-47 22 63,-25-4 1,-10 1-351,-12 9 0,-7 1 387,10-11 0,-3 0 1,0 0 38,-1 2 1,-1-1-1,1 0 34,1-1 0,1-1 0,1 0 61,-10 9 1,3 0-131,8-8 0,3-1 47,-5 13 1185,20-17-1208,27-16-11,25-20-42,-4-2 0,2-4-502,11-9 0,2-4 486,-11 5 0,0-1 0,0-2-2,1-2 0,1-1 1,-2-1 12,-2-1 0,0-1 1,-3-1 4,8-14 0,-5-2 17,-9 3 0,-9 0 534,-10 4 1,-11 0-336,-17-2 0,-7 4-107,6 14 1,-3 2 147,-17-4 1,-3 6 182,-11 2-284,24 11 1,0 1 104,-13-4 78,18 7-303,15 3-16,11 8 5,17 9-28,17 13-11,-8-8 0,4 2-506,15 13 0,-1 2 472,-11-10 1,-1 1-160,12 17 0,-5 3-535,-18-11 1,-5 1-315,2 8 1,-4 3 546,-9 3 1,-4-3-1,0 4 1,-9-7-1</inkml:trace>
  <inkml:trace contextRef="#ctx0" brushRef="#br0" timeOffset="203311">3697 14862 27729,'16'-48'63,"0"-1"1,-1 1-1,1 0 1,0-6-1,1 2 1,0 3-48,2 6 1,1 2 0,-1 0-1242,-1 3 1,0 0 0,1-2 1237,4-11 0,2-3 0,-1-2-11,-3 5 1,0-2 0,0-1 0,-3 2 6,2-7 1,-2 2-1,-1-1-4,-1-5 1,-1 0 0,-5 6-6,-5 7 0,-6 5 425,-8 5 1,-5 5-409,-24 0-17,-18 6-3,23 24 1,-1 8-10,-20 17 12,8 9-8,28-1 0,5 5-4,2 2 1,3 3 7,0 7 1,3 4-1,0 1-446,2-3 0,2 0 0,1 2 442,2 10 1,3 2 0,1-5 7,2 3 0,3-3-15,1-15 0,2 0 0,3-3-282,5 3 0,3-3 255,7 7 0,5-5-23,8-7 1,4-8 36,-8-11 0,0-4 22,-2-6 1,0-6-4,-4-12 1,-2-7 495,-6-2 0,-1-3-487,6-9 0,-1-3 0,-2-1 0,-2-3 8,1-8 0,-3 0 14,-6 10 1,-2 1-12,-2 2 1,-3 3 77,-2-10 142,-14 26-225,-9 13 2163,-12 23-2152,-5 20-17,3 0 16,4 17-32,15-9 841,16 13-822,10-27 0,6-2-6,3-6 0,2-4 0,2 0 1,2-3-10,1-7 1,1-4 45,26-10-12,-11-2 23,-20-11 0,-5-6 28,-7-17 538,1-9-505,-14-5 18,-11 8-52,-2 12 1,-2-1-49,-12-20-24,-8-1 0,5 26 0,5 13 0,-8 15 0,6 21 0,-14 18 0,19-10 0,2 3-404,-1 4 1,2 0 84,-3 22-664,16-13 0,9 0-381,4-14 0,6-1-2011,9 10 1,5-3 3374,0-13 0,0-5 0,13 2 0,-18-12 0</inkml:trace>
  <inkml:trace contextRef="#ctx0" brushRef="#br0" timeOffset="203754">5346 14185 20356,'25'-36'959,"1"-1"0,-1 1 0,0-6 0,-1-1 0,-7 7-192,-9-11-201,-7-13 87,-17 31-491,-18 21-38,-15 25-85,19 1 0,-1 4-461,-3 6 1,2 4 435,1 3 0,1 2-11,5 0 0,3 0 0,5-1 0,5-1 285,2 26-288,20-14 208,13-19-174,13-19-6,6-23 45,1-16 72,1-13 74,-6 0 651,-12 11-762,2 6-108,-14 20 0,7 13 0,-5 24 0,-3 8 0,-5-3 0,-1 5-896,-4 18 1,-1 6 895,-1-19 0,0 2 0,-2 3-440,0-5 1,0 3-1,-1 0 1,-1 0 439,-3 12 0,-1-1 0,-1 1-33,0-12 1,-1 0 0,-2 0-1,0 1-107,-3 2 0,-1 0 0,-1 0 0,-2 0-368,-1-2 0,-2 0 1,-1-1-1,-1-1 463,-6 9 0,-3-3 1,0-4 77,4-12 1,-1-3 0,-1-6-13,-6-3 1,1-14 67,-17-35-30,32-8 0,5-9 15,3-18 0,6-8-61,6 12 0,4-2 1,2 0-11,-1 7 1,2 0 0,3-3-79,3 5 0,4-5 0,1-1 0,2 2 0,-1 3-351,1 2 0,0 3 1,1 1-1,1-2-206,2-8 1,2-2 0,0 1 0,0 4 631,5-5 0,0 4 0,-4 8 0,7-9 0,-3 4 0</inkml:trace>
  <inkml:trace contextRef="#ctx0" brushRef="#br0" timeOffset="204288">6128 13917 19059,'0'-7'2727,"2"-28"1,-1-7-1798,2 3-535,0-7 0,0 0 260,1 10-123,-2 12-168,-1 10-207,-1 8-107,-1 11-16,-2 13-12,-3 19 6,-6 22-406,5-21 0,0 2 386,-1 3 1,0 1-1,2-1 0,0 0 0,1-5 1,2-1 2,0 19 45,6-21 140,1-19 6,6-24-145,5-17-57,7-22 0,-9 17 0,2-3 110,1-3 1,2-1-111,2-4 0,1 0-400,2 1 0,3 1 400,2 1 0,1 2 0,1 4 0,1 4-198,-1 5 1,1 3 197,-1 6 0,1 3-155,28 2 155,0 21 0,-29 2 0,-1 4-99,-1 8 1,-2 4 98,0 6 0,-3 4-250,-3 6 1,-3 3-1379,-4 6 1,-3 2 1259,-3-5 1,-3-3-1,-1-14 1,-3-4 0,0 6-1</inkml:trace>
  <inkml:trace contextRef="#ctx0" brushRef="#br0" timeOffset="204644">3049 16264 22386,'-42'21'282,"1"-1"1,-1 1 0,-5 2 0,7 0 686,2 5-68,77-31-612,11-9 0,10-6-1508,-16 5 0,3-1 1,3-2-1,1 0 1278,1 0 0,1-1 1,3 0-1,0-1 1,2 0-233,-2 1 1,1 0-1,2-1 1,0 0-1,2 1 1,0-1 203,-3 1 0,0 1 0,1-1 0,1 0 1,1 1-1,0-1 0,0 0-74,-5 2 0,1-1 1,1 1-1,-1 0 0,1-1 1,1 1-1,-1-1 1,0 1 48,2 0 0,-1-1 0,1 1 1,0-1-1,0 1 0,0-1 1,0 1-1,0 0-135,-1-1 0,1 1 1,0 0-1,-1-1 0,0 1 1,0 0-1,0-1 0,-1 1 133,-2 1 0,-1-1 0,1 1 1,-1-1-1,-1 1 0,0 0 1,0 0-1,-1-1-20,2 1 0,1-1 1,-1 0-1,-1 1 0,-1-1 1,0 1-1,-2 0-31,11-3 0,-1 1 0,-2-1 0,-1 2 0,-4 0-100,0 0 1,-2 1-1,-3 0 1,-4 2-2132,13-4 1,-10 3 2277,-14 5 0,-31 8 0,-13 4 0</inkml:trace>
  <inkml:trace contextRef="#ctx0" brushRef="#br0" timeOffset="218262">5776 14464 15518,'-3'6'5109,"0"0"-3272,3-6-521,0 0-1209,-3 4-12,1-1 162,-4 5-16,-2 0 73,-5 4-45,0-2 123,-2 1-151,7-7 246,0-2 84,3-8-335,0-4-74,2-8-44,5-4-85,2 4 23,5-7-28,2 8-5,4-3-23,2 7 5,-1 5 6,1 7-39,-1 10 23,0 7-23,-5 23 22,-9 1 6,-10 15 0,-10-7 11,1-10-5,-7 5 16,6-12-50,4-6 51,4-9 22,15-15-40,1-5-5,17-9 6,11-4-452,-3 2 1,4 0-4471,-2 2 1,0 1 3813,0 0 0,-4 2 1,5 0-1,-24 8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09:08:35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8027 2740 20106,'0'-4'4654,"0"1"-4178,0 3 1,-86-41-365,50 35-346,-5-3 1,-10-1 0,8 8 345,-12 29-79,18-7 1,1 2-17,-5 9 256,12 5-245,22-7 50,11-3-5,20 0-6,19-10-33,1-3-276,-11-6 0,2 1 265,27 6-9,-19-1 0,0 1 0,-11-2 0,-2 1 53,20 17 694,-33-10-531,-35 8-101,-18-7-82,3-5 1,-3 0-434,-5-2 1,-1-2 393,-3 1 1,1-2-9,8-3 0,1-1-6,-2 1 1,1-2-40,-8 0-498,-6-2-1010,21-10 1553,10-10 0,13 6 0,5-3 0</inkml:trace>
  <inkml:trace contextRef="#ctx0" brushRef="#br0" timeOffset="410">9149 3155 27914,'-45'-1'-1154,"3"20"-1283,28 17 1,6 7 2176,-2-5 0,1-3 0,-2 12 1,7-21-1</inkml:trace>
  <inkml:trace contextRef="#ctx0" brushRef="#br0" timeOffset="2060">9766 2864 27566,'-39'11'24,"1"0"1,3-1-1,9 6-29,22 30 16,14-6 6,12-11 22,14-12 28,4-14 28,1-16 34,-5-12 17,-6-13-1,-6-7 18,-10-4-23,-6-1-55,-8 4-85,-6 10 0,-6 11 0,-4 13 0,-4 11 0,-5 13 0,-7 16 0,-7 16-280,20-16 0,0 1 280,1 2 0,3 1 0,2 0 0,4 1-176,2 0 0,4 0-54,6-1 1,5-1-132,5-1 0,6-3-101,7-2 0,6-5 19,6-3 1,3-4 150,5-4 1,1-5-203,1-5 1,-1-5 498,-1-3 1,-3-5 89,-5-2 1,-2-4-187,-6-2 0,-2-1 287,-5-1 1,-2 0 615,12-25-364,-7-1 11,-4 6-33,-4 4 187,-5 10-294,-6 9 674,-4 8-853,-2 7 507,-1 2-692,0 4 111,-2 7-60,-2 7 0,-3 13-12,-2 6 6,-1 3 17,2-2-6,0-6-17,4-5 1,0-8 27,3-7 12,1-5 68,0-1-102,0-7 0,-1 1 0,0-3 0,0 3 0,0 1 0,1 0 0,0 2 0,0 0 0,0-1 0,0 0 0,0 1-315,1 0-223,0-1-335,2 1-286,1 0-287,2 1-150,3-2 167,2 0 640,0-3 772,0-1 510,-2-4 375,-3-1 337,-2-1 66,-3-1-218,0-1-235,-1 0-180,0 0-128,0 0-118,0 2-84,0 2-129,0 5-129,0 3-33,-1 2-17,-1 6 6,-2 8 22,-4 14-6,-5 10 29,-5 8-40,-4 3 0,1-3 6,4-7 5,4-10 73,6-11 2,4-10-97,2-7 0,2-10 0,3-9 0,3-11 0,6-6 0,9-12 0,-6 16 0,12-8 0,-8 19 0,9-1 0,4 6-3392,18 7 3392,-12 7-13,21 11 13,-20 10 0,8 12-469,-2 8 94,-23-18 0,0 0-149,1 0 0,1-1-28,1 0 1,2-1 156,0-3 0,1-2 143,30 6 325,-3-12 371,-1-21 61,-15-6-237,-9-8 3530,-9-7-3322,-7 3-10,2-9-52,-5 0 252,-3 7-346,-5 9-69,-8 10-206,-6 8-28,-13 11-12,-11 9-8,7 3 1,1 1 7,-10 10 6,11-6 1,4 0 10,7-1-67,-1 20-61,18-15 50,7 1 50,8-14-10,10-14 27,1-12 39,11-13 23,1-16-45,-22 14 0,-2-3-661,4-18 1,-3-3 632,-6 15 0,-1-1 0,4-22 0,-2 0-262,-5 20 0,-1 2 262,0-6 0,-1 0-65,-1 5 0,-2 2 65,-3-8 0,-2 14 0,-2 23 1229,0 15-1229,-3 17 0,0 10 0,1 5 0,1 3 0,0 3 36,0 3 0,1 2-36,4 6 0,4 1-1224,4-7 0,3 1 1224,3-4 0,2 2 0,-1-4 0,-2-5 0,0-3 0,3-3 0,1 1 0</inkml:trace>
  <inkml:trace contextRef="#ctx0" brushRef="#br0" timeOffset="2760">12581 2948 26900,'18'-38'-146,"1"-1"1,21 3-1,6 11 37,-7 23 0,1 7 30,8-4 1,-1 3-171,-8 8 0,-7 3 125,-8 1 17,-14 30 175,-42-14-4,4-8 1,-4 0-329,-5-3 0,-2-2 415,-2 1 0,0-1-76,9-4 1,1-1 128,-8 3 1,4-1-54,2-1-106,-4 0 0,38-11 5,24-9-89,29-7-9,-14 1 1,3-2-6,9-3 0,1-2-156,4-2 0,-1-2 212,-3-1 0,-3-2 25,-7 0 0,-6-3-290,-9-2 0,-5 0 351,1-20-49,-24 12 1,-6-1 290,-14-10-155,4 15 1,-3 2 175,-19-5-100,6 13-200,6 9 936,10 9-988,7 4 715,4 21-715,4 13 0,5 29 0,1-24 0,2 2 0,4 6 0,1 1-382,3 2 1,0 0 8,0 2 1,-1 0-740,-3-2 1,-1 1 1111,-6 1 0,-1-3 0,-1 5 0,-7-10 0</inkml:trace>
  <inkml:trace contextRef="#ctx0" brushRef="#br0" timeOffset="3167">14445 2770 24833,'-7'-6'2493,"2"1"-2292,5 5-128,-19-63-79,47 37-81,-12-12 1,7 2-954,25 23 0,10 9 737,-16 0 1,3 0-1,-1 2-373,2-1 0,1 1 1,-1 1 675,2 2 0,0 0 0,-5 0 0,-3-1 0,-4 1 0,21 3 0</inkml:trace>
  <inkml:trace contextRef="#ctx0" brushRef="#br0" timeOffset="4027">14798 2689 26306,'-37'10'58,"0"0"0,2 1 0,11 4-30,28 17 11,2 14-11,0 8-513,-2 8 496,-5-29 0,-2-1 0,-2 2 1,-3-1-4,-4-2 1,-2-1 13,-20 21 224,-4-15 46,3-15 44,6-13-34,9-12-56,8-4-94,7-3 264,8 0-421,10 0-22,12 0-18,17 0 12,14 0-220,-23 5 1,1 0 215,1 0 1,1 0 22,-1-1 0,-2-1 9,27-10-124,-12-7 163,-13-5 16,-10-4 34,-10 0 17,-6 3 11,-4 4 487,-2 6-437,-3 6 53,2 6-215,-2 4 0,1 9 0,1 10 0,3 15 0,2 17 0,0 13-258,-3-25 0,-1 0 258,0 3 0,-1 0 0,1-1 0,-1-1 0,4 27 0,-1-16 0,-1-18 0,-1-16 0,-1-17 0,4-14 516,5-16-516,9-13 0,8-8-192,-10 28 1,1 1 191,1 1 0,1 2 0,20-14 0,0 13 0,-4 12 0,-1 12 0,0 12 0,1 8 0,3 6 0,1 0 0,0-4 383,-3-8-383,-1-7 0,-1-16 0,-3-12 0,-1-17 0,-3-15-393,-16 21 0,-2-3 393,-2-6 0,-3-3 0,0-4 0,-2-2 0,-2 0 0,-1 0 0,0 6 0,0 1 0,-2 10 0,0 4 0,-2-9 0,0 20 0,-1 11 0,2 11 0,-1 12 786,-1 16-786,-1 19 0,3-16 0,0 1-286,1 5 1,0 2 285,1 2 0,2 1-369,3 1 1,1 0 289,4 0 1,2 0-751,4-2 0,2-2-1098,1-2 1,0-3 1926,-2-8 0,0-3 0,3 5 0,-10-18 0</inkml:trace>
  <inkml:trace contextRef="#ctx0" brushRef="#br0" timeOffset="4734">15715 3018 24374,'-7'-4'3338,"2"0"-3036,5 4-279,0 0-4510,51-60 4314,-13 41-5,-6-3 1,6-4 0,0 6-158,7 13 1,0 5-445,11-3 1,0 1-412,-4 1 0,-1 1-468,-10 1 0,-3 0-975,12 1 2471,-29 0 2161,-27 2 1054,-14-1 2580,-9 0-3348,-3-1-399,11 0-1539,3 0 96,10 1-242,3 2-117,1 6-61,2-1 77,6 13-72,1-9 34,12 12 0,6-10-34,10 3 39,4-6 39,6-9-55,-15-5 34,8-12-85,-18-5 0,1-11 0,-7-13 0,-11 7 0,-5 1 0,-11 11 0,-6 12 0,-18 6 0,0 13 0,-8 11 0,12 11 0,10-3 0,4 12 0,12-4 0,6 20 0,16-8 0,17 3 0,2-21 0,19-3 0,-8-13 0,6-4 0,0-16 0,-14-7 0,-6-6 0,-5-9 0,-5 2 0,15-18 0,0 6 0,1 4 0,2 8 0,-8 11 0,7 1 0,2 7 0,-9 9 0,2 10 0,-8 12 0,-6 0 0,-1 15 0,-5 9 0,0 4-3249,-3 8 2700,-3-17 0,-2-16 0,-2-11 0</inkml:trace>
  <inkml:trace contextRef="#ctx0" brushRef="#br0" timeOffset="6017">16957 2948 24799,'-4'-43'519,"0"0"0,0 4 1,-4 9-363,-9 20-62,-4 6-45,-5 13 1,-7 11 27,-10 16-362,19-13 1,1 1 291,0 2 0,1 1 89,-13 24-63,14-5 5,12-9 56,13-10 213,7-11 179,7-9-50,7-15-123,9-12-218,8-16-74,-18 15 0,0-2-22,0-2 0,-1 1 0,20-23 56,-9 4-56,-10 11 0,-9 10 0,-8 12 0,-5 8 0,-2 16 427,-3 18-427,-3 23 0,2-18 0,0 3-528,-2 6 1,0 3 527,0 5 0,0 2-491,1-14 1,1 1 0,1 1 490,-1 2 0,0 2 0,0 0 0,1 1 0,0 2 0,0-1 0,0-1 0,-1-1 0,0-1 0,-2 17 0,-2-4-140,-1-13 1,-4-6 139,-15 10 0,-7-36 0,-3-34 0,0-28 0,20 12 0,4-3 51,1-8 0,4-2-51,4-6 0,5-1 143,7-4 0,5 0-143,0 18 0,3 0 0,2 0-241,4 1 0,3 0 0,2 2-267,2 1 0,2 2 1,2 1-403,1 2 1,1 1 0,1 2 909,4 1 0,1 2 0,-4 2 0,-3 3 0,-3 2 0,25-11 0</inkml:trace>
  <inkml:trace contextRef="#ctx0" brushRef="#br0" timeOffset="6551">17467 2872 27762,'-9'15'96,"6"2"-24,22 5 18,4-4 28,0-6 38,0-5 7,0-8-18,-1-7-76,-2-8-69,-4-9 0,-4-6 0,-6-3 0,-5 2 0,-8 4 0,-6 8 0,-11 8 0,-8 9 0,-5 13 0,-3 9 0,1 12 0,9 7 0,9 5 0,13 4 0,14 0 0,13-2 0,14-3 0,12-7 0,6-12 0,3-10 0,-3-17 0,-5-11 0,-6-14 0,-7-9 0,-6-5 0,-5-3 0,0 1 0,1 5 0,3 7 0,3 7 0,5 7 0,4 9 0,5 9 0,2 11 0,1 12 0,0 13-266,-6 11 266,-10 9-1434,-21-24 0,-2 0 608,-1 25 0,-6-21 0,0-15 0</inkml:trace>
  <inkml:trace contextRef="#ctx0" brushRef="#br0" timeOffset="7684">19184 3162 22815,'7'-59'827,"1"0"1,-1 0 0,-1 10 0,-1 3 0,0 3-593,-1-3 0,-2 6 366,0 0-432,-1 13-13,0 18-156,1 9 0,6 33 0,2 12 0,0 13 0,-5-22 0,-1 1-185,-3-5 0,0 1 185,0 7 0,-1 1 0,-2-4 0,-1-2 0,-6 27 0,0-29 231,0-14-231,5-31 0,0-14 0,3-6 0,0-3 0,2-1 0,2-2-424,0-11 0,2 0 424,0 15 0,1 1 0,2-6 0,1 1 421,9-17-421,-4 22 0,1 1 0,9-7 0,6 12 0,-11 21 0,8 15 0,-3 10 0,9 27 0,-8 3-253,-13-16 0,-2 0 253,-1 12-102,-4 10 102,-8-12 0,-8 14 0,-3-22 0,-2-8 0,7-24 1377,0-15-1377,7-11 118,6-14-118,8-5 0,19-8 0,2 12 0,3 6 0,3 16 0,5 11 0,3 7 0,7 9 0,-11 11 0,-10-1-46,9 10-1074,5 7 515,-21-19 0,1 0-135,3 2 0,0-1-60,20 2 632,-14-11 196,-1-9 341,-16-13 247,2-8 404,-4-17-398,-4-3-337,-3 1 444,-2-4-253,-6 13 67,-2-6-407,-9 15-136,-10 8 0,-9 20 0,1 3 0,-19 32 0,16-5-116,10-10 1,2 2 115,3 18 0,12-6 0,13-8 0,1-15 0,21-11 0,-4-21 0,15-14 0,-5-17 0,-8 3 0,-14 13 0,-2-2 0,-2-1 0,-1 0 0,1 0 0,-1-1 0,-2 0 0,0 2 0,-1-6 0,-4 17 231,-3 11-231,-3 17 0,-3 16 0,-2 25 0,1-17 0,2 3-184,0 5 0,1 1 184,1 3 0,2 0-1110,4 1 1,4 0 1109,6 1 0,1-3 0,3 7 0,5-12 0</inkml:trace>
  <inkml:trace contextRef="#ctx0" brushRef="#br0" timeOffset="7867">21025 2863 26614,'13'-43'550,"1"0"1,-3 3 0,-8 13-495,-17 31-44,-3 6-18,-26 32-196,9-2-584,10-9 0,-1 2-85,4-4 0,1-1-2515,-1 2 0,-1-2 3386,-18 18 0,14-18 0,10-14 0</inkml:trace>
  <inkml:trace contextRef="#ctx0" brushRef="#br0" timeOffset="7993">20499 2976 23164,'0'-10'3904,"0"3"-3308,19-32 1,8-6-379,4 16-1141,6-18 1,2 8 916,2 36-257,0 20 0,1 10 263,-7 4 0,-1 3 0,-1-7 0,-2 0 0,9 21 0</inkml:trace>
  <inkml:trace contextRef="#ctx0" brushRef="#br0" timeOffset="10542">9090 6397 25780,'-19'39'268,"1"-1"1,4-2 0,10-6-56,43-5-17,13-7-22,10-8-96,-29-10 1,0-3-1,-1-3 0,-2-4 57,25-18 10,-12-9 1,-12-8-12,-16-3-10,-13-3-40,-15 1-28,-14 6-17,-10 10 11,-10 15-27,-6 16-23,18 13 0,0 4 0,-12 7-293,14 2 1,5 4 286,0 17 11,14-15 1,2 3-1,3 0 1,6 2-14,8 8 0,5-2-4,6 15-10,7-17 0,4-3-359,-3-14 1,3-2 198,8 5 0,4-2-210,1-5 0,1-2-883,9-4 1,-1-3 593,-16-4 1,-1-2-1488,10-5 1,-2-5-5854,7-13 8021,3-6 0,-20 9 0,-14 6 0</inkml:trace>
  <inkml:trace contextRef="#ctx0" brushRef="#br0" timeOffset="11102">9839 6423 9750,'0'-11'5522,"0"3"-4855,0 8 2654,0 0-2111,-15-22-303,12 17-420,-12-17 371,15 22-253,-1 0 128,0-2-262,-1 1-46,0-2-229,1 1 186,0-1-24,-1-1 28,2-3-22,-1 0 112,1-5-336,0 4 118,0-3-68,0 6-61,-1 1-90,0 2-44,0 9 22,1 9-23,0 5 28,1 20-5,-1 18-11,1-10 5,-1-6 0,0-1-223,2 3 206,1 6 12,2-20 44,-1-19 73,0-2 34,8-25-90,1-7-39,4-10 34,3-9-12,-1 1-16,5-12-15,-9 22 1,0 2-9,9-16 1,-3 10-18,-3 17 218,-3 12-223,15 10 0,2 12-23,10 15-44,-4 9 22,-8-7-230,5 11-1170,8-3 350,-18-21 0,3-2-1117,7 1 1,3-4-1682,0-6 1,0-4 568,-5-2 0,-1-1 3335,5-4 0,-5 0 0,-6 0 0,-2-3 0</inkml:trace>
  <inkml:trace contextRef="#ctx0" brushRef="#br0" timeOffset="11452">10805 6565 17883,'15'-56'1432,"0"1"0,-2-2 0,-6 6-698,-15 3 1109,-9 5-1535,-9 25-207,1 11 576,-14 15-565,3 10-78,8 4 0,1 4-26,5-2 0,1 3-2,1 6 0,3 2-1,6 23 258,14-13-280,15-17 0,6-4 0,25-1 197,-10-8 0,2-6-169,-5-9 0,-1-7 3,-1-3 0,-2-6-1602,-3-5 1,-4-4 1643,8-21 95,-17 1 1,-5-5-462,-6 7 1,-2-2 389,0 1 1,0-3-1,-1 0 46,-2-18 0,0 4-42,0 11 0,0 2 14,0 0 1,0 4-99,1-1 0,-2 9 303,1 28-303,-1 32 0,0 29 0,2 4 556,1-17 1,1 7 0,0-2-557,2 11 0,2 1-348,0-2 1,1 5-1,2-1 125,3-2 0,2 0 0,-2-5 1,-2-5-1,0-4 0,2-2 1,1 1-1</inkml:trace>
  <inkml:trace contextRef="#ctx0" brushRef="#br0" timeOffset="12202">6833 6536 23405,'-35'-27'557,"0"1"0,0-1 1,-12-7-1,2 6-299,-9 12-157,8 14-56,6 15-12,5 13-10,4 17-584,3 14 566,17-24 1,1 1-6,2 1 0,3 1 0,2-1 0,4 0-3,5-2 0,4-2 11,6-2 1,4-3-1,7-2 1,5-3-4,4-3 1,2-2 2,2-3 1,0-2-1,-4-2 1,-1-1 8,17 3 160,-22-4-127,-21 0 6,-25 4-28,-20 4-8,8-5 0,-4 0-126,-5 1 1,-3 0 119,-2 0 0,-2 0-68,0-1 0,0-1 68,2 0 0,1-1-3,3-3 0,1 0-80,5-1 0,1-2-88,-21-6-655,12-6-2526,16-8 3338,11 0 0,10 6 0,3 5 0</inkml:trace>
  <inkml:trace contextRef="#ctx0" brushRef="#br0" timeOffset="13575">7019 6623 20151,'-4'-2'4648,"1"0"-3253,3 2-891,-10-66-112,11 37-227,-5-11 1,0 1 103,8 18-96,-2 7-55,-2 4-34,0 5-23,0 1 1,1 1 5,0 0 17,1-2-17,0-1 6,1-2 0,0 1-6,-1 0-28,-1 4-39,-1 1-11,0 17 17,0 9 12,0 24-42,0 12-7,1-24 1,0 2-331,2 3 1,1 2 343,2 1 1,2 0-21,2 1 1,3 0-48,3-1 0,1-2-104,2-2 1,1-1-211,-2-4 0,1-2-1158,11 18-254,-11-20 163,-10-18 146,-14-18 594,-11-12 711,-15-13 571,-11-6 317,-5-6 506,1 0 18,9 2-163,8 6 409,10 6-1036,9 9-241,12 4-51,14 3-50,17 2-50,20 0-29,-19 5 1,2 0-240,4 1 0,1 0 248,2-1 0,0 1-9,-1-1 1,0 0 5,-4-1 1,-2 0 27,26-7 6,-19 0 44,-17-4 23,-15-1 17,-11-2 78,-9-1 777,-5 2-654,-6 4-89,-2 4-56,-1 6-62,-1 3-112,-1 10 1,0 8 16,0 12-12,4 11 7,8 3-6,7 2-6,15-5 6,9-7-1,12-8 12,7-12 17,2-7 22,1-12 1,-6-6-7,-6-8 40,-9-3 5,-5-2 12,-8 1 11,-3 3-83,-5 5-46,-2 6 0,-2 6 0,1 3 0,-4 7 0,3 7 0,-3 11 0,3 7 0,3 12 0,5-13 0,8 10 0,7-20 0,9 3 0,1-10 0,-2-7 0,1-17 0,-9 2 0,5-18 0,-10 5 0,1-9 0,0-6 0,-2 7 0,-1 2 0,1 9 0,0 9 0,8 0 0,6 6 0,16 12 0,-9 1 0,15 16 0,-21-2 0,4 7 0,-8 4 0,-8-10 0,-4-4 0,-4-11 0,-1-6 0,6-9 0,3-7 0,9-24 0,-5-6 0,-1-5 0,-9-14-725,-6 3 725,-2 22 0,-1-1 0,-1 2 0,-2 0-184,-2 0 1,-1 4 183,-4-10 0,-2 4 0,7 27 0,0 2 0,3 11 696,2 13-696,0 4 396,1 26-396,1 4 0,1-15 0,2 2 0,3 10 0,3 1-957,1-6 0,2 0 957,0-2 0,2 0-155,3-3 1,1-3-1447,13 12-1054,6 3-7176,-4-19 8026,-15-15 1,-5-9-1,-13-4 1</inkml:trace>
  <inkml:trace contextRef="#ctx0" brushRef="#br0" timeOffset="13735">8212 6773 18789,'-7'-4'5842,"2"0"-4575,5 4-349,0 0-879,-22-62-39,27 43-51,-6-16 1,8 2-566,22 23 0,6 8-594,19-7 531,0 3 1,-4 1 0,-21 2-1,23-1 1</inkml:trace>
  <inkml:trace contextRef="#ctx0" brushRef="#br0" timeOffset="13952">8731 6441 24301,'-3'-3'3338,"1"1"-2306,2 2-1032,-49-41 0,35 44 0,-36-18 0,49 63 0,0-2-99,5-3 1,1 1-140,-1-10 0,2 0-643,4 16 0,2 0-254,1-10 1,1-1-2571,1-3 0,2-3 3705,13 16 0,-11-22 0,-8-16 0</inkml:trace>
  <inkml:trace contextRef="#ctx0" brushRef="#br0" timeOffset="14175">8655 6765 27846,'16'-59'213,"-3"13"-134,41 40-63,-18 4-4,14 0-18,-19 2-89,-7 1-90,-9 0-3954,0 6 4139,-9-2 0,1 1 0,-5-4 0</inkml:trace>
  <inkml:trace contextRef="#ctx0" brushRef="#br0" timeOffset="15636">8787 6727 8354,'3'-6'7086,"-1"1"173,-2 5-6665,-67-31-157,34 23-219,-17-9 1,0 3-102,16 14 68,-14 4-62,22 1-84,2 2-39,10 0 40,10 0 27,7 0 6,6 0 11,8-1 0,9-3-45,11-2-11,9-5 5,5-2 1,2-1 0,-7 0 5,-13 2 22,-14 3 108,-11 1-141,-10 1 6,-10 0-18,-11 4-4,-13 2 10,-8 2 12,0 1-6,9-2 5,13-3 18,13-1-1,6-2-28,5-2-10,6-2-40,7 0-196,11-1-1127,9 2 1351,13 1 0,-22 1 0,1 0 0</inkml:trace>
  <inkml:trace contextRef="#ctx0" brushRef="#br0" timeOffset="16259">12598 5570 17228,'-47'-33'271,"-1"-1"1,0 0-1,0 0 1,1 0 0,2 1-1,3 2 1,-1 1-1,-4 2-159,-2 6 0,-4 2 0,-2 3 1,-1 0-1,3 2-920,-6 1 0,3 1 0,-2 2 0,-3 0 855,11 1 1,-2 0 0,-1 1-1,-2 0 1,-1 0 0,-2 1-32,5 2 0,-1 0 0,-3 1 0,0 1 0,-1-1 0,1 1 0,0 1 0,1-1-122,-4 1 1,1 0 0,1 0 0,-1 0-1,0 1 1,-1 1 0,-1 0 106,5 0 1,-1 1 0,-2 0 0,0 0 0,0 1 0,0 0 0,1 0 0,2 1 0,3-1-56,-8 1 0,2 0 0,3 0 0,0 1 0,-1 0 0,-3 1 54,5 0 1,-1 0 0,-2 1 0,0 0-1,0 0 1,-1 1 0,2 0 0,1 0-112,-1 1 0,1-1 1,1 1-1,1 1 1,-2-1-1,-2 2 1,-4 0 115,9-2 0,-2 2 0,-3 0 0,-1 0 0,-1 1 0,0 0 0,-1 0 0,0 0 1,1 0-1,1 0 0,2 1-5,-7 0 0,0 1 0,2 0 0,-1-1 0,2 1 0,-1 1 0,1-1 0,-1 0 0,1 0 0,1 1 0,0-1 0,0 0 0,0 0 0,1 1 0,0-1 0,0 1 0,1 0 0,0 1 4,-4 1 0,1 1 0,-1-1 0,2 2 1,0-1-1,1 1 0,1-1 0,2 1-1,-6 2 1,2 0 0,2 0 0,0 1 0,-1 0 0,-1 2-5,8-4 0,-1 1 1,-1 1-1,0 0 0,0 1 1,0 0-1,2 0 0,0 1-5,-2 1 1,1 0-1,1 1 1,0 0-1,0 0 1,2 2-1,-1 0-3,1 2 0,-1 1 0,1 1 1,0 0-1,2 1 0,1-1 0,3 0 5,-5 5 1,2 0 0,2 0 0,2 1 0,1-1 143,-6 5 1,1 0 0,4 1 0,8 0-141,4 7 0,7 1 0,10-2 0,13 9 0,13 0 16,1-11 1,6 1 0,10-3 19,10-4 1,10-3-1,6-3 1,1-2-18,-10-7 0,3-3 0,1-2 0,1 0 0,0-1-13,3 0 1,0 1 0,1-2 0,2-2 0,2-1 1,-2-3 0,3-1 1,1-2-1,1-1 1,0-1-1,-1 0 2,-2-2 0,-1 0 1,-1-1-1,2 0 0,1-1 1,3 0 2,-6 1 0,2-1 0,1 0 1,2-1-1,1 1 0,1-1 1,1-1-1,2 0 4,-8 0 0,1-1 1,3-1-1,0 0 0,2 0 1,0 0-1,0-1 0,0 0 1,-1 0-1,0 0 0,-1 0-7,-4 0 1,-1 1 0,-1-1 0,1-1-1,-1 1 1,0 0 0,0-1 0,1 1-1,0-1 1,1-1 0,2 1-43,-4-1 1,2 1 0,1-2 0,1 1-1,1 0 1,-1-1 0,1 0 0,-1 0-1,0 1 1,-2-1 0,-1 0 0,-2 0 0,-2 1 43,14-3 1,-4 1-1,-1 1 1,-3-1 0,1 0-1,-1-1 1,2 0-1,2 0 22,-6-1 0,2 1 0,1-1 0,0-1 1,0 1-1,1-1 0,-1 0 0,-1 0 1,-2 0-1,0 0 15,3-1 1,-1 0 0,-1-1 0,-1 1-1,-1-1 1,2 0 0,0 0 0,2-1-18,-5 1 1,0 0-1,1 0 1,1-1-1,0 1 1,1-1-1,0-1 1,-1 0 0,1 0-1,-1-1 0,3-1 1,0-1-1,1 0 1,0-1-1,0 0 1,0-1-1,-1 1 1,-2-1-1,-1 0 1,-1 1-10,1-2 1,0 0 0,-2-1 0,-1 1 0,-2 0 0,1-1-1,-2 1 1,0-1-12,3-1 1,1 0 0,-1 0 0,-2 0 0,-1-1 0,-4-1 0,-2 0 15,2-6 0,-2-1 0,-4-1 0,-5-1 0,-5 0 239,2-9 0,-9-1 1,-9-4-261,-9-1 0,-7-4 0,-7-1 0,-6 4-24,-7 5 0,-7 2 0,-6 2 1,-5 2-46,-6 0 0,-6 1 1,-5 2-1,0 2 1,1 4-21,7 5 0,1 4 0,0 1 1,-3 2-1,-3 1-180,2 1 0,-2 2 1,-3 0-1,-2 1 0,0 0 1,0 2-1,0 1 262,-1 0 0,-2 2 0,0 2 0,0 0 0,1 0 0,2 0 0,3 0 0,-5-2 0,3 0 0,3 0 0,-1 1 0,0 1 0,1 2 0,0 0 0,0 1 0,0-1 0,0 1 0</inkml:trace>
  <inkml:trace contextRef="#ctx0" brushRef="#br0" timeOffset="16985">14204 5609 21757,'-61'3'280,"-1"0"0,1 0 0,13 3 0,0 1 0,1 3 0,2 6-234,3 6 0,2 7 1,1 2-1,0 2-1153,-4 1 1,0 3 0,0 0 0,1 2 1110,-1 3 0,0 1 0,1 1 1,0 2-30,8-8 0,1 0 1,0 2-1,0-1 1,1 2-324,0 0 1,0 1 0,0 1 0,1 0 0,1 0-38,0 1 1,0 0 0,1 1 0,1 0-1,1-1-2073,-5 10 0,1 0 1,2 0-1,1-4 2077,1 2 1,2-3 0,2-3 0,0 5-1,6-10 1,8-18 0</inkml:trace>
  <inkml:trace contextRef="#ctx0" brushRef="#br0" timeOffset="17358">13826 6711 24167,'2'-45'337,"0"1"1,2 2 0,7 8-271,27 11-44,14 7 16,8 8-28,-3 12-22,-8 14 33,-15 16-16,-14 17-468,-18-18 0,-5 2 464,-8 5 1,-7 0-657,-9 5 0,-7 0 669,6-13 0,-3-2 1,-1 0 2,-2 0 1,-2-2 0,0 0 17,-14 9 0,1-2 123,9-6 0,6-2-24,-1 13 27,46-13-33,47-11-99,-10-11 1,7-4-455,-10-2 0,4-1 0,1-1 418,7-1 1,3-1-1,1 0-264,-11 0 1,1 0-1,1-1 1,1 0 136,2 0 0,2-1 0,0 1 0,0-1-358,2 0 1,0 0 0,0 0 0,1 0 490,4-2 0,2 0 0,-2 1 0,-6 0 0,-9 1 0,-5 1 0,0 0 0,14-2 0,0-1 0</inkml:trace>
  <inkml:trace contextRef="#ctx0" brushRef="#br0" timeOffset="21602">20757 5379 24727,'-3'-38'375,"1"1"1,-3-15-80,-11 104-110,6-11 1,1 7 0,1 2-1803,-2 8 0,0 2 0,0 6 1640,3-14 1,-1 3 0,0 3 0,1 0-1,0 0-281,0 2 1,1 1 0,0 1 0,1-1-1,-1-2 261,1-6 1,1-2 0,-1 0-1,1 1 1,0 3-59,0 1 1,0 2-1,1 2 1,-1 0-1,1 2 1,0 0 61,0-5 1,1 2 0,-1 0 0,1 1 0,0 0-1,0 1 1,-1-1-159,1-5 1,0-1-1,-1 1 1,1 0-1,-1 1 1,1 0 0,-1 0-1,1 2 107,-1-2 0,1 2 0,-1 1 0,0 0 0,1 0 0,-1 0 1,0 0-1,0-2 0,0-2-198,0 6 0,0 0 0,-1-1 0,1-2 0,-1-1 0,1-1 0,0-1-70,-1 8 1,0-2 0,0-2 0,0 0 0,0 1 310,2-4 0,-1 4 0,0-1 0,1-2 0,0-4 0,0-9 0,-1 14 0,1-6 0,1-4 0,0-1 0,0 1 0</inkml:trace>
  <inkml:trace contextRef="#ctx0" brushRef="#br0" timeOffset="21909">22998 5443 24237,'-5'54'118,"1"-1"1,-1 1 0,1 0-1,-1 0 1,1 0 0,-1 1-1,1 2 1,-1-1 0,1 0-1,-2 1 1,1-1-883,-1-1 1,-1 0-1,0 0 1,-1-1-1,1 0 1,1-1 770,-1 3 1,1-2 0,0-1 0,1 2 0,-1 2 6,1 1 0,0 2 0,0 1 0,0 1 0,1 1 0,-1 0-140,2-6 0,0 1 0,0 1 0,0-1 1,0 2-1,1-1 0,-1 0 126,1 1 1,0 0 0,-1 0 0,1 0 0,0 0 0,0 2 0,1-1-70,-1-2 0,0 0 0,1 2 0,0-1 0,0 1 0,0-2 1,0-1-1,0-3-184,1 5 0,0-2 0,1-2 0,0-1 0,-1-1 0,1 1 169,0 8 1,0 0 0,0-1 0,0-3-1,0-6 1,0 4 0,1-5 0,-1-4 0,1 11-1,-1 0 1</inkml:trace>
  <inkml:trace contextRef="#ctx0" brushRef="#br0" timeOffset="22192">21066 9741 22769,'-42'22'1512,"-1"1"0,-5 10-733,92-39-505,16-5-1452,-8-2 0,10-4 0,-1 0 1239,-10 3 1,-1 1 0,4-2-44,2-1 0,5-1 1,1 0-1,-2 0-70,-8 1 0,-1 1 0,-1 0 1,0-1-532,-1 0 0,0 0 1,-1 0-1,-2 0 315,7-3 1,-2 0 0,-5 2 0,2-1 0,-7 2-1,4-2 1</inkml:trace>
  <inkml:trace contextRef="#ctx0" brushRef="#br0" timeOffset="23802">21858 5434 19734,'6'-63'965,"0"0"1,0 0 0,-1 9 0,0 1 0,-2 5-589,-2 2 1,-1 5 59,-4-8 365,0 28-785,1 37-11,2 8 8,1 12 0,0 6-698,-1 3 1,-1 4 686,0-4 1,0 2 0,-1 2-433,-2 5 0,-1 1 0,-1 1 431,-1 4 0,-2 1 0,0 0-30,0-13 0,1 0 0,-2-1 0,0 1-21,0-1 0,-1 0 0,-1-1 0,1 0 19,-4 9 0,-1-1 0,0-3-90,2-8 0,-1-3 0,0-3 148,-4 2 0,-3-7 50,-18-6-16,2-36 22,0-28-37,20 9 1,2-4 249,-1-4 0,2-1-213,1 0 0,0 0-9,1 4 1,0 1 1921,-10-17-1874,4 19 774,5 17-875,5 16-16,3 19 11,4 15-3,6-4 0,3 1-9,3 14 6,4-13 1,4-1 360,19 4-366,-11-15 0,3-2-1,3-4 1,2-2-18,13-4 1,0-4 11,-13-2 0,0-4-416,17-4 0,-1-4 32,-14-3 1,-2-2-1040,10-5 0,-1-2 808,-7 2 1,-3 0 0,8-7 0,-19 10 0</inkml:trace>
  <inkml:trace contextRef="#ctx0" brushRef="#br0" timeOffset="24409">22465 4205 24077,'-9'-43'582,"1"0"1,-1 0 0,-1-11-1,5 3-451,8 9 1,5 4-935,20-17 831,3 18 22,21 2-1886,-19 25 0,1 1 1841,22-5 253,-7 11 0,-1 7-225,8 13-28,-24-8 1,0 4-6,-5 5 0,-3 4-79,3 16 79,-3 15-17,-26-20 0,-6 0-11,-18 20 320,-12-3-264,-10-14 90,14-19 3381,-4-3-3191,16-15 594,9-10-751,13-7 8,4 3-80,10-1-40,5 7-5,17 4 16,2 14 0,14 12-322,-15 4 286,-12-4 0,-1 1 14,12 19-28,-16-15 0,-3 3 2,-7 3 1,-8 2-25,-22 22-141,-14-4-842,-3-28 0,-4-3 345,9-8 1,1-1-1,-24 10 1,23-12-1</inkml:trace>
  <inkml:trace contextRef="#ctx0" brushRef="#br0" timeOffset="26493">25462 5920 12471,'5'-61'1258,"0"0"0,0 1 0,0-1 0,-1 8 0,0 1 0,0 1 0,-1 5-640,2-19 1,-1 8 53,-2 20 1,-1 6-247,0 1 179,-4 54-356,-1 7 1,-1 9-77,-1 2 1,0 5-1,-1 3-851,-1 0 1,0 2-1,-1 2 1,0-1 699,2-5 0,-1-2 1,0 3-1,-1 4-5,0-4 1,0 4 0,-1 3-1,0 2 1,0 0 0,0-1-1,0-3-390,-1 8 0,1-2 1,0-1-1,0 1 1,-1 5 376,2-11 0,0 3 0,-1 2 0,0 1 1,-1 0-1,1 0 0,1 0 0,-1-3-224,1 2 1,0-1 0,0-1 0,0 0 0,0-1 0,1 1 0,-1 0 209,1-1 1,0 1-1,0 0 1,0 0-1,0-1 1,1-1-1,0-2-138,-1 8 0,0-3 0,0 0 0,1 0 0,1 2-137,1-2 0,1 3 0,0 1 1,0-1-1,2-3 0,0-5-1785,2-1 1,1-4-1,0-2 1,1 2 2069,-1 10 0,1 3 0,0-2 0,1-9 0,2-2 0,0-9 0,1-2 0</inkml:trace>
  <inkml:trace contextRef="#ctx0" brushRef="#br0" timeOffset="27050">28264 5914 26368,'1'12'543,"-6"28"-465,-4 11 1,-3 9-1105,4-16 1,0 1 0,-1 0 1049,0 7 1,-1 0-1,1 1-11,-1 5 0,1 1 0,0 0-6,3-11 0,0 0 0,0 1 0,0 1-375,1 1 1,1 2-1,0 0 1,0 0 378,1 1 0,0 0 0,1 1 1,0 0-214,1 0 1,1 0 0,1 0 0,0 1 196,1-2 1,0 1 0,1 0 0,1-1-2,0-1 0,0 0 1,1-1-1,0 0-237,-1-2 0,1 0 0,0-1 0,-1-1 254,0 11 0,1 0 0,-3-2 25,-2-5 0,-1-2 0,-2-2-16,-4 13 0,-5-4 415,-4-9 0,-4-4-455,-3-9 1,-4-3 24,-4-5 1,-3-3 13,-4-3 1,-4-4 516,-4-1 1,-4-4-526,-6-2 0,-4-3 58,16-3 1,-3-1-1,0-1-58,-8 0 0,-1-1 1,-3 0-163,9 0 0,-1-1 1,-2 0-1,-1 0 149,-8 0 1,0 0 0,-2 1 0,-2-1-304,9 0 0,-1 0 0,-1 0 0,-1 0 0,0 0 306,7 0 0,-1 0 0,0 0 0,-1 1 0,0-1 0,1 0-168,-2 1 0,0-1 1,0 1-1,1 0 1,-1 0-1,0-1 152,2 1 0,-1 0 0,1 1 0,0-1 1,0 0-1,1 0-136,-6 0 1,-1 1-1,1-1 1,1 0-1,1 0-505,-6 0 1,0 1 0,2-1 0,3-1 604,-5 0 1,4 0-1,6 0 1,1 0 0,8-1-1,3 0 1</inkml:trace>
  <inkml:trace contextRef="#ctx0" brushRef="#br0" timeOffset="27977">28196 5998 21101,'-1'-47'894,"-1"1"1,1-1 0,2-18 0,6 6-570,9 20 0,4 4-84,1 3 0,1 2-23,-1 4 1,-1 3 201,12-12 22,-11 15-313,-11 10-60,-7 8-7,-4 14-12,-7 17-5,-9 27-531,4-17 1,-2 4 482,-2 9 0,-1 2-590,-1 5 1,0 1 592,7-19 0,0 0 0,2 1 5,-5 17 1,2 0-319,3-6 1,2-2 314,2-8 1,1-2 14,-1 18 101,4-25 878,0-22-862,4-26-27,5-23-63,-1 5 1,2-3 116,2-10 1,1-4-129,3-9 1,1-3-10,-4 16 1,0-2-1,0 0-9,1-4 0,1 0 0,-1 0-321,1 0 0,0 0 1,0 0 318,-1 4 0,1 1 0,-2 1 20,4-14 1,-1 4-141,-4 11 1,-1 5 106,0-12 0,-5 25 0,-9 27 886,-7 27-886,-11 28 0,8-14 0,0 4 170,-3 10 1,2 4-179,5-15 1,2 1-1,0 2-274,2 4 0,1 1 0,1 2-838,1 2 0,1 1 0,1-1 747,1-6 0,0 0 0,1-5 0,0 4 1,1-6-1,-1 6 0</inkml:trace>
  <inkml:trace contextRef="#ctx0" brushRef="#br0" timeOffset="29377">26317 6694 22212,'-9'2'2509,"3"0"-1338,6-2-213,0 0-740,-6-31-117,3 21 84,-7-25 27,-1 23-88,2-2-29,0-7 17,10-7-79,5 2-5,16-16 12,23-2-29,-19 23 0,3 1-188,6 0 0,2 4 166,-5 8 0,0 4 16,17 0 6,5 15-33,-19 11 13,-15 2 1,-5 6-14,-8 31-502,-17-18 1,-9 1 523,-11 0 0,-7-2 5,4-7 1,-3 0-3,-3-2 1,-5 1 0,4-2 7,3-2 1,0-1-12,-12 10 0,4-1 16,7 5 12,33-13 311,17-14-327,37-7-18,-2-8 0,5-3-790,7-1 1,4 0 520,-9 0 1,3-1 0,-1 0-2380,-3-1 0,-1 1 0,-1-1 2654,-5 1 0,-2 0 0,-2 0 0,1 0 0,-5 1 0,5-1 0</inkml:trace>
  <inkml:trace contextRef="#ctx0" brushRef="#br0" timeOffset="32117">26523 5055 18275,'24'-58'816,"1"0"1,0 0 0,-5 14-1,-2 3 1,-3-1-478,-1-21 0,-7 2-831,-5 16 0,-4 1 651,-4-13 1,-3-1-37,-5 1 1,-5 0-439,-6 1 0,-7 1 360,8 19 0,-3 1 0,-2 2-25,-4-1 1,-3 2 0,-1 2-7,-5 0 1,-1 3 0,-3 1-290,-4 1 1,-1 2-1,-2 3 282,-3 1 1,-2 2 0,0 3-423,-3 2 0,-2 2 0,1 3 418,13 3 0,0 1 0,0 2 0,-1 1-5,0 2 1,-1 2-1,0 1 1,0 2 2,-2 1 1,1 1-1,0 2 1,-1 1-205,0 3 1,-1 1 0,0 1 0,1 2 196,0 1 0,0 0 1,-1 2-1,-1 3 8,4 0 0,-3 3 1,0 2-1,1-1 0,4-2-1,3-1 1,4-2-1,0 0 1,-3 4-2,-2 2 0,-2 2 0,-1 2 0,2 0 0,3-2 0,-6 8 0,5-2 0,-3 1-144,5-3 1,-1 2 0,-1 0 0,2 0 141,2-1 1,0 1 0,1-1-1,1 0 2,2-1 0,0 1 0,1-1 0,0 0 55,2 0 1,1-1 0,1 0 0,0 1-60,-9 9 0,1 0 1,1-1 10,2-2 1,0 0-1,1 0 4,2-4 0,-1 0 1,1-1 4,1-2 1,0 0 0,0-2 3,2-2 1,0-1 0,1-2 9,-14 11 1,1-3 506,5-7 0,2-2-476,7-8 1,2-2 162,-10 2 1563,19-15-1596,20-28-130,12-9-50,4-10 17,12-11 23,-7 6-18,-8 19 1,-2-1 56,4-27-6,-8 4 11,-15-7-45,-1 20 68,-14-15-17,5 25 2269,-3-2-2331,6 14 1452,5 10-1508,4 10 197,-1 14-174,-3 18-12,-6 19 14,6-19 1,-1 3-9,-1 12 0,1 1-107,3-14 1,1-1 131,-1 14 1,4-1-4,8 8-22,1-23 0,3-2-11,21 23-34,16-12-221,-17-25 0,2-3-2750,4-3 0,0-2 3016,-3-3 0,-1-1 0,8-1 0,-18-4 0</inkml:trace>
  <inkml:trace contextRef="#ctx0" brushRef="#br0" timeOffset="47027">6714 4440 8310,'59'-4'684,"-1"0"0,0 0 1,-9 0-1,0 1 0,1-1 1,2 1-400,4-1 1,1 1 0,1-1-1,2 1-1168,-6 0 1,1 0 0,2-1 0,0 1 0,1 0 1107,-5 0 0,1 0 0,0 1 0,1-1 0,1 0 0,0 0-215,5 0 1,1 1 0,0-1 0,1 0 0,1 0 0,0 0 108,-5 1 0,1-1 0,-1 1 1,2-1-1,0 1 0,0-1 0,1 1-95,-5 0 0,1-1 0,0 1 1,1 0-1,0-1 0,0 1 0,1 0 1,0-1 26,-4 1 1,1 0 0,-1 0-1,1 0 1,1-1 0,-1 1 0,1 0-1,0 0 1,1-1-128,2 1 1,0 0 0,1-1-1,1 1 1,-1-1 0,1 1-1,0-1 1,0 1 0,0 0 100,-4-1 1,0 1 0,1 0 0,-1-1-1,1 1 1,0-1 0,0 1 0,0 0-1,1 0 1,0-1-6,1 1 0,1 0 0,0-1 0,0 1 1,0 0-1,1-1 0,-1 1 0,1 0 1,0 0-1,0-1-5,-5 1 1,1 0 0,-1 0 0,1 0 0,0 0-1,0 0 1,0 0 0,0 0 0,0 0 0,1 1-1,-1-1 1,2 0 0,-1 0 1,1 0-1,0 0 0,0 0 1,0 1-1,0-1 0,0 0 1,1 0-1,-1 1 1,0-1 4,-4 0 0,0 0 0,0 1 0,1-1 0,-1 0 0,0 1 0,0-1 0,1 0 0,-1 1 0,1-1 0,-1 1 0,1-1 4,0 0 1,0 1 0,0-1-1,0 1 1,0-1 0,1 1-1,-1 0 1,0-1 0,1 1-1,-1-1 1,0 1 0,1-1-3,-1 1 1,0 0 0,1-1 0,-1 1 0,0-1-1,1 1 1,-1 0 0,0-1 0,0 1 0,1 0-1,-1-1 1,0 1-3,-1 0 0,1-1 0,-1 1 0,1 0 0,-1 0 0,1-1 0,-1 1 0,0 0 0,0 0 0,1 0 0,-1 0 0,-1-1-1,5 1 0,0 0 1,0 0-1,0 0 1,0 0-1,-1 0 0,1 0 1,-1 0-1,1-1 1,-1 1-1,0 0-3,-2 0 1,0 0 0,0 0 0,0 0 0,0 0 0,0 0 0,-1 0 0,1 0-1,-1 0 1,0 0 0,0 0-5,4 0 1,0 0-1,-1 0 1,1 0-1,-1 0 1,0 1-1,0-1 1,-1 0-1,1 0 1,-1 0-8,-2 1 0,0-1 0,0 0 0,0 1 0,-1-1 0,1 1 1,-1-1-1,0 1 0,0-1 0,-1 1-19,4 0 1,0-1-1,-1 1 1,1 0 0,-1-1-1,-1 1 1,1 0 0,-1 0-1,0 1-353,4-1 1,0 1 0,0 0-1,-1 0 1,0 0 0,-1 1-1,-1-1 1,-2 0 365,9 1 0,0 0 0,-2 0 0,-2 0 0,-2 0 0,-4 0 0,4 1 0,-2-1 0,-5 1 0,-5 0 0,7 1 0,0-1 0</inkml:trace>
  <inkml:trace contextRef="#ctx0" brushRef="#br0" timeOffset="53009">22364 10701 22279,'-45'-1'229,"-1"0"1,1 0 0,-14 0-1,14-3-117,28-5-84,41-4-28,13 2-24,3 4 0,10 0 0,-1 0-1152,-5 2 0,-1 1 0,4 0 1132,3-1 1,3 0-1,1 0 1,-4 2 7,-1-1 1,-3 2 0,1 0-115,11 0 1,3 1 0,-9 2 505,-12 3 0,-5 1-457,8 2 0,-16 3 34,-62 20 61,-9-10 1,-10 0-293,8-4 1,-5 0 0,0 0 399,-6 2 1,-1 0 0,0-1 37,-1 1 0,-1-1 0,2 1-6,4-2 0,1 0 1,1 0-162,8-1 1,1-2-1,3 1 108,-6 2 1,6 0 1548,-7 5-1507,36-9 62,33-7-112,32-8-57,-12-1 1,4-3 397,10-3 1,3-2-410,-17 3 1,0-2-1,1 0 2,-1 0 1,-1-1 0,-1-1 25,13-6 1,-4-2 227,-12 2 1,-5-3-133,3-19-22,-38 1 55,-27 0-25,6 20 1,-4 1 30,-4 0 0,0 2-111,-1 1 0,0 1 94,3 2 0,2 1 90,-16-6 1089,18 8-1308,15 5 335,10 8-334,13 9-23,13 14 0,14 14-371,-15-14 0,0 2 323,2 2 0,-1 2-140,0 2 1,-2 0-469,-1 1 1,-2 0-1706,-2-1 1,-2-1 2360,7 21 0,-10-22 0,-7-16 0</inkml:trace>
  <inkml:trace contextRef="#ctx0" brushRef="#br0" timeOffset="53625">24099 10422 22481,'1'-4'2122,"0"1"-542,-1 3-1496,-7-36-45,-5 26 17,-12-27-22,-12 36-17,-13 0 11,-12 3-228,27 0 1,0 1 224,0 0 0,1 2 54,-24 8-1,12 2 0,17 3-5,11 1 22,10 2-11,3 1-11,6 3 433,4-2-445,3 2-27,2-2 5,-1-3 17,-3-2 22,-2-4 34,-3-4 51,-1-2 55,-1-5 303,0-1-325,0-9-161,0 0-35,1-5 0,3 1 0,4 4 0,6-2 0,18 4 0,7 3 0,4 4 0,15 8-563,-4 7 563,-19-4 0,1 2 0,0 1 0,-2 3 0,-2 0 0,-2 2-2,14 22 2,-22-2 0,-31-2-46,-27-4-83,8-19 0,-4-2-459,-14 1 0,0-2 258,14-5 0,0-1-701,-12 1 0,3-4-6704,0-12 6933,0-3 1,20 0 0,11 2 0</inkml:trace>
  <inkml:trace contextRef="#ctx0" brushRef="#br0" timeOffset="53836">23955 10289 24340,'48'-20'439,"0"-1"0,0 0 0,-1 2 1,-1 0-1,-5 5-361,-9 5 1,-2 3 89,8-2 0,-2 0 56,15-2-73,6-3-112,-25 6-84,-13 2-27,-16 5-645,-9 6-2901,-5 8 3618,-4 5 0,4-5 0,4-4 0</inkml:trace>
  <inkml:trace contextRef="#ctx0" brushRef="#br0" timeOffset="54119">23529 11317 26660,'50'-36'13,"-1"0"0,5 3 0,3 6-30,-12 18 1,2 5-1,-2 0-22,10-1 0,-1 0-264,-8 2 1,2 2-1,-6 0-85,17-1-1998,-13 3 0,-14 4-7445,-34 2 8908,-1 3 1,-16-4 0,12-3-1</inkml:trace>
  <inkml:trace contextRef="#ctx0" brushRef="#br0" timeOffset="54359">23596 11337 22335,'-57'16'1421,"0"0"0,1-1 0,19-3-766,34-10-134,16-2-331,10-5-53,5-1 0,6-1 6,18-4 0,5-1-1105,2 0 0,4-1 962,-11 3 0,2 0 0,-2 0 0,-6 2 0,-2 1 0,0 0 0,-1 0 0,0 1 0,-2-1-211,16-2 0,-3 1 211,-10 0 0,-3 0-394,14-6 394,-27 2 0,-17 1 0,-13 1 1358,-3 3-2810,-14 0-8379,0 7 8915,-3-1 1,10 3-1,8-1 1</inkml:trace>
  <inkml:trace contextRef="#ctx0" brushRef="#br0" timeOffset="58192">7425 12801 19512,'-2'-3'4856,"0"0"-3349,2 3-1322,-73-45-67,36 39-48,-18-10 0,0 7-20,7 37-541,20-6 1,2 1 507,-5 14 182,9 11-171,14-10 171,13 10-199,26 4 11,15-11-329,-21-21 1,2-2 314,3-2 1,1-1 2,16 7 11,7 10 0,-24-7 452,-21 3-441,-20-11-27,-29 7 27,-14-2-400,16-9 1,-2 0 380,-4 0 0,0-2 8,1-1 0,0-3-31,5-1 1,1-3-289,-21-8-236,19-12-3085,20-17 3629,28-11 0,-4 18 0,11 2 0</inkml:trace>
  <inkml:trace contextRef="#ctx0" brushRef="#br0" timeOffset="58419">7757 12682 27488,'3'-11'151,"-1"39"-151,-4 6 0,-1 4-3,2 1 1,1 1-735,3 5 1,1 0 570,1-5 1,1 0-334,3 10 1,0 2-964,0 3 0,1-1-1907,-3-14 0,0-2 2686,-1-3 0,-1-4 1,-2-8-1,-2-14 1</inkml:trace>
  <inkml:trace contextRef="#ctx0" brushRef="#br0" timeOffset="59369">7760 13295 25203,'-20'-43'291,"0"0"0,-1 4 1,13 9-236,47 17-23,5 3-30,-7 2 0,3 0-1039,3-1 1,0 1 1032,5-2 1,0-1-10,0 0 1,0-1-96,-3 0 1,-3 0 114,-5 0 1,-2 0 7,17-7 63,-21 4 83,-16 5 96,-17 5 1319,-5 3-1207,-19 8 701,1 5-847,-17 10-73,3 8-67,-2 5-62,11-6 12,2 11-23,19-16-5,3 8-6,18-15-40,10-6 40,1-6 56,23-15-22,-14-5-12,8-5 79,-7-13 45,-17 10 61,2-11-17,-11 10-177,-5 7-13,-1 7 0,-2 7 0,-2 10 0,-2 8 0,-3 12 0,3 9 0,3 6 0,11 3 0,9-1 0,15-5 0,-1-11 0,26-4 0,-28-16 0,32-5 0,-33-13 0,8-10 0,-19 1 0,-1-19 0,-10 8 0,1-16 0,-4 9 0,0 3 0,2 4 0,4 5 0,4 6 0,6 7 0,6 7 0,6 12 0,3 12 0,2 13 0,0 10-234,2 4 234,1 1 0,2-1 0,-1-4 0,-1-4 0,-6-9 0,-3-8 0,-3-12 0,0-13 0,3-13 0,3-16 0,3-16-410,-19 18 1,0-3 409,-2-4 0,-1-3 0,-2-3 0,-2-2 0,-2-2 0,-2 1 0,-3 0 0,-1 2-92,-4 4 1,-1 1 91,-1 8 0,-2 1 0,-9-16 0,0 18 0,1 12 0,3 11 803,0 15-803,-2 12 0,-2 22 0,6-13 0,1 4-147,1 6 0,1 3 147,3 4 0,4 2 0,4 3 0,4 0 0,4 0 0,5-1-513,5-1 1,3-1 491,2-4 1,2-2-702,0-4 0,1-3-918,-5-6 1,1-3-8192,15 11 8062,-18-19 1,-12-11 0,-10-6 0</inkml:trace>
  <inkml:trace contextRef="#ctx0" brushRef="#br0" timeOffset="59552">9281 13078 22229,'-4'-3'4761,"0"2"-3625,4 1-1057,38-34-74,5 25-151,0-8 1,4 1-1433,0 14 1,3 3 1577,14-2 0,-3-1 0,-24 1 0,-3 0 0,0-1 0,1 1 0</inkml:trace>
  <inkml:trace contextRef="#ctx0" brushRef="#br0" timeOffset="59769">10691 12756 28671,'13'42'0,"-3"14"0,-10-13 0,-1 3-1383,0 2 1,1 1 1382,2 4 0,0-3 0,-1 6 0,4-10 0</inkml:trace>
  <inkml:trace contextRef="#ctx0" brushRef="#br0" timeOffset="60002">10521 13169 28671,'29'-41'0,"1"0"0,3 4 0,5 8 0,14 22 0,5 9-797,-2-4 0,1 2 797,-2 1 0,0 1 0,-5 1 0,-1 1 0,-6 1 0,-3 1 502,19 7-3370,-23 1 2868,-17-4 0,-13-4 0,-4-4 0</inkml:trace>
  <inkml:trace contextRef="#ctx0" brushRef="#br0" timeOffset="62525">12577 12476 22386,'8'-53'1290,"0"-1"0,0 8 0,-4 9-937,-8 23-157,-5 18 56,-12 20-34,-10 24-148,11-11 0,-1 3-1088,-3 11 1,1 5 1026,6-13 1,1 2-1,1 1-6,0 5 1,0 1 0,2 1-6,2 2 0,2 0 1,2 1-11,2-2 1,3 0 0,4-2-40,4-3 1,5-1 0,4-3-150,4-3 0,4-2 1,4-4-345,5-3 1,4-3-1,2-3-1822,4-4 1,3-3 0,-1-2 2365,17 1 0,-2-4 0,-19-7 0,-4-2 0,6-3 0</inkml:trace>
  <inkml:trace contextRef="#ctx0" brushRef="#br0" timeOffset="63293">13439 12712 26071,'-46'-13'388,"-1"-1"0,4 3 1,7 9-204,13 27-73,4 12-28,8 6-23,9 5-10,14-4-1,11-4 1,16-8-12,8-11 6,6-12 44,-2-18-33,-2-14-11,-7-15 19,-22 9 1,-4-2-9,4-14 2,-11 11 1,-4 0 70,-6-9-6,-8-7-110,-9 13-13,-11 14 0,-9 15 0,-8 17 0,-1 13-383,1 17 383,25-14 0,3 2 0,2 12 0,4 0 0,-3 18 0,14-15 0,5 0 0,19 11 0,-3-21 0,5-1-23,6-4 0,3-3-75,4-4 0,3-4 8,-1-4 1,1-4 38,-3-4 1,-1-4 30,-4-4 1,-3-4 14,22-16 16,-10-13 6,-7-6 11,-17 14 0,-1 0 0,6-9 56,5-9 5,-14 29-5,0 1-22,-6 9 10,-5 13-44,-2 2 390,-1 18-418,0 3 0,2 15 0,4 5 0,9 8 0,-3-19 0,9 3 0,-9-26 0,3-3 0,-1-17 0,6-22 0,-7 2 0,9-24 0,-4 10 0,8-11 0,4 3 0,2 10 0,8 11 0,-13 13 0,8 10 0,-13 15-3392,9 19 3392,-10-5-1913,12 29 1359,-17-29-1128,21 21-1427,-3-23-6094,17 1 9203,-2-10 0,-16-8 0,-14-4 0</inkml:trace>
  <inkml:trace contextRef="#ctx0" brushRef="#br0" timeOffset="63786">15119 12931 26066,'0'-61'1237,"-1"10"-974,-3 41 29,-8-1-231,1 4 29,-15 0 11,1 5-40,-11 5 18,-4 7-1,-1 10-5,2 9-12,4 8-49,7 8-24,9 4 29,11-1-17,16-3 0,16-8-11,18-6-11,12-12-195,6-12 206,1-18 39,-5-16-25,-26-3 0,-3-5 2,-8 10 1,-3-3-603,6-21 1,-2-4 632,-8 6 0,-1-1-8,-3 7 1,1-3-1,0-1-28,1-6 0,-1-3 0,0 3 0,-1-9 0,0 2 0,0 6 0,-2 5 0,-2-6 0,-4 31 0,-1 5 0,-1 17 0,-5 35 0,1-2 0,0 6 0,0 5-384,2-3 0,0 1 384,-1 16 0,1 3 0,1-18 0,1 2 0,2 1-561,3 9 1,4 1 0,-1-4-493,1 5 0,2-3 1053,9 9 0,1-10 0,-4-24 0,1-4 0</inkml:trace>
  <inkml:trace contextRef="#ctx0" brushRef="#br0" timeOffset="64002">15848 12921 28356,'32'-25'-269,"-1"0"0,14-15-2094,16 40 2363,-12-4 0,-16 3 0,-2-2 0</inkml:trace>
  <inkml:trace contextRef="#ctx0" brushRef="#br0" timeOffset="64502">16892 12793 20173,'0'-5'5825,"0"1"-5214,0 4-180,-37-62-129,12 41-240,2-13 0,-2 3 122,-8 26-38,4 9-90,1 8-17,2 13-11,13 10-28,5-1 6,9 15-4,8-18 1,5 1-3,0 2 0,4 1-312,9 6 0,3-1 315,-1-8 0,1-2-1,-6-8 1,-1-1 8,23 19 17,-32-19 23,-15-5-23,-27-8-34,-22-14 9,19 0 0,-1-1 627,-20-8-751,14 0 1,1-1-541,-6-8-1339,-11-8-7831,30 11 8971,12 8 1,9 7 0,3 5-1</inkml:trace>
  <inkml:trace contextRef="#ctx0" brushRef="#br0" timeOffset="64758">17425 12546 28653,'-9'-38'9,"0"0"0,-5-15-9,13 75 0,-2 22 0,2-10 0,0 3-717,0 10 0,0 2 717,1 7 0,2 2 0,2 4 0,1 0-73,0-13-1,2 1-710,2-4 0,1 2 1,0-3-1234,1-1 1,-1-2 2016,3 17 0,0-4 0,-2-7 0,-7-18 0</inkml:trace>
  <inkml:trace contextRef="#ctx0" brushRef="#br0" timeOffset="65669">17346 13080 24402,'-29'-44'651,"0"0"1,4 5 0,13 7-585,33 13-39,25 7-23,-12 8 1,2 1-816,6 1 1,3 1 787,4 0 0,1 0-6,2 1 0,0 0 2,0 0 1,1 0 19,-4 0 1,0 0 5,-6 0 0,-2 0 28,22-4 490,-25-3-462,-22-5 315,-22-2-220,-13-1 134,-10 3 79,-7 4 764,-1 4-921,-2 10-83,3 9-57,3 11-34,9 8-33,11 4 12,12 0-40,14-3 28,12-8 44,10-6-32,5-10 16,0-9 11,-4-11 22,-5-8 29,-8-8 44,-7-3 68,-8-1-139,-5 2-63,-5 5 0,-2 9 0,-2 6 0,-4 8 0,0 8 0,-1 10 0,1 10 0,4 6 0,8 2 0,10-1 0,10-2 0,11-6 0,7-5 0,0-9 0,-4-9 0,-5-12 0,-8-7 0,-3-9 0,-5-4 0,-2-4 0,0 0 0,2 0 0,3 5 0,2 4 0,3 6 0,2 8 0,3 9 0,2 11 0,4 11 0,2 11 0,-1 6 0,-2 4 0,-3-2 0,0-2 0,1-6 0,0-8 0,-1-12 0,-1-11 0,-2-15 0,1-14 0,-1-14 0,-1-17-504,-14 20 0,-1-3 504,-1-8 0,-2-1 0,-1-5 0,-2-1 0,-5 2 0,-2 1 0,-4 6 0,-4 3 0,-3 9 0,-3 3 0,-18-12 0,1 18 0,5 13 0,9 15 0,5 14 1008,7 16-1008,3 18 0,6-18 0,1 1-417,2 7 0,2 2 417,4 4 0,2 1 0,3 2 0,4 0 0,2 0 0,2-1-438,3-3 1,2-3-650,0-5 1,1-4 1086,0-5 0,-2-4 0,3 2 0,-8-12 0</inkml:trace>
  <inkml:trace contextRef="#ctx0" brushRef="#br0" timeOffset="65875">18788 12991 19938,'-7'-2'5438,"1"0"-4704,6 2 162,0 0-868,16-38-39,15 28-149,-5-9 1,4 1-712,6 15 0,4 5 871,10-2 0,-2 1 0,6-1 0,0 2 0</inkml:trace>
  <inkml:trace contextRef="#ctx0" brushRef="#br0" timeOffset="66326">19577 12670 23595,'-13'-43'759,"1"1"0,-1-1 0,-3-11 0,2 5-272,0-8-207,11 28-246,6 19 72,16 24 18,14 21-82,-6-5 0,1 5-469,6 7 0,0 7 432,-5-2 1,-1 6-1,-1-3-506,1 4 1,-2 2 479,-7 0 1,-1 6-1,-7-4-939,-8 5 0,-8 0 564,-3-11 0,-3 2 0,-7 0-449,-4-7 1,-5 0 0,-3-1 0,-1-3-2433,-5 6 0,-2-4 0,-1-1 2661,0-3 1,-1-1-1,4-7 1,4-6-1,7-8 1,10-7-1</inkml:trace>
  <inkml:trace contextRef="#ctx0" brushRef="#br0" timeOffset="66592">20373 12888 28671,'-7'2'0,"-8"36"0,4 0 0,0 6-1147,-5 13 0,-1 3 1147,5-18 0,0 1 0,0 2-394,-1 9 0,0 4 0,3-3-1931,2-6 1,1-2 0,2 0 1911,1 2 0,1 0 0,2-6 0,1-7 1,1-6-1,5 4 0</inkml:trace>
  <inkml:trace contextRef="#ctx0" brushRef="#br0" timeOffset="66969">20755 13577 27326,'12'-60'298,"0"1"1,-2 9 0,6 7-255,10 19 1,4 7 0,25-3-23,-10 9-2,-9 12 0,0 5-9,13 16-366,-15-2 1,-3 5 354,-11 4 0,-6 4-6,-7 6 1,-5 2 8,-4-6 0,-4 0-9,-12 12 1,-8 1 16,-10-1 0,-5-2-3,3-2 1,-1 0-7,-5 0 1,3-4 37,-2 2-12,21-17 239,26-10-233,52-12-34,-18-1 0,5-1-477,0-1 0,3 1 0,0-1 477,2 0 0,1 1 0,-2-1-169,12 1 1,0 1-3109,-5 0 0,2 1 0,-7 0 1975,-15 0 1,-2-1 0,14 2-1,-9-1 1,-24-1 0</inkml:trace>
  <inkml:trace contextRef="#ctx0" brushRef="#br0" timeOffset="72136">8010 15017 20128,'-2'-4'3736,"1"0"-1691,1 4-1894,2-9 11,1 13-22,3-5-16,0 17-24,-2-1 18,-2 1 16,-2-2 1,-7-1 10,-4-5 1,-7-2-28,-3-6-12,-1-8 68,-2-16-118,9 2 33,2-23-10,12 7-18,10-10-27,9 4-1,19 4-38,-9 17 10,18 6-5,-13 20-22,12 12 22,2 16 0,-24-1 0,-3 4-11,5 16 5,-17-7 1,-9 2-466,-11-10 0,-6 0 454,-9 13 1,-6 2 12,5-14 0,-3-1 1,-3 1 8,0-3 1,-3 1-1,0 0 1,2-4 1,1 0 1,1-2-1,-1-1 4,-10 5 0,-3-1 1,6-8 71,-14-7 124,4-20 90,37-37-213,18 4-81,18 2 0,7 2-3,6 6-232,4 5 0,5 4 232,-11 10 0,3 6 0,22 4 0,3 6-536,-7 3 1,-1 5-266,0 2 1,-2 4 800,2 11 0,-7 0 0,-13-8 0,13 14 0</inkml:trace>
  <inkml:trace contextRef="#ctx0" brushRef="#br0" timeOffset="75460">9798 15170 22671,'-4'-58'1449,"1"1"0,0 7 0,0 6-1136,0-4 152,-1 19-202,2 23-212,-1 13-57,0 23 12,2 22-18,1-1-13,4-4 0,1 2-34,0-11 0,0 1-814,5 18 1,1 2-215,0-8 0,0-1-2705,2 0 1,0-2 3791,0-6 0,-2-5 0,5 10 0,-8-24 0</inkml:trace>
  <inkml:trace contextRef="#ctx0" brushRef="#br0" timeOffset="75677">9711 15515 14880,'-50'-21'1775,"0"-1"1,0 1-1,4 2 1,2 0 0,4 3-1194,4 2 1,4 1 145,-10-6-44,20 6-364,35-2-175,20 3-103,-2 4 0,5 1-589,7 0 0,3 0 550,9 1 0,3-1 4,-16 2 1,1 0-1,0 0 0,2 0 1,-1 1 0,0-1-14,20-2 1,-3 0-9,-6 1 0,-3 1-107,-10 1 1,-4 1-798,15-1-237,-26 3 1155,-16 1 0,-9 0 0,-2-1 0</inkml:trace>
  <inkml:trace contextRef="#ctx0" brushRef="#br0" timeOffset="76667">11415 14833 22931,'-3'-58'1010,"0"1"0,2 7 0,-5 13-831,-9 25 41,-2 30-69,-3 24-103,8-8 0,1 3-435,-1 9 1,2 2 374,2 7 1,1 2-606,3 5 1,4 1 584,3-21 1,2 1-1,3-1-105,2-1 1,2 0 0,3-1-290,4-3 0,3 0 1,4-3-578,2-2 0,4-3 1,3-3 1002,7 0 0,5-5 0,-5-1 0,-4-2 0,-2-4 0,2-4 0,-1-1 0</inkml:trace>
  <inkml:trace contextRef="#ctx0" brushRef="#br0" timeOffset="77160">12299 14975 24790,'-35'-49'427,"0"-1"1,5 5 0,14 4-294,33 4-28,14 3-61,10 6-6,6 10-22,6 9-6,3 18 17,3 13-596,-30-5 1,-1 4 558,-1 2 1,-2 3 8,-3 2 0,-3 1 47,-4 2 1,-4 1-37,-1 29 0,-20-3-33,-11-10 33,-12-12 339,-1-12-249,3-12 127,6-13-60,8-8 636,8-10-659,6-4 218,8 0-290,6 2-39,14 3-23,-4 8 34,18 3-51,-4 12 6,16 9-23,-14 3 1,0 2 5,-3 1 1,-1 1-162,0 0 1,-2 1 171,-5 2 1,-4-1 10,0 16 1,-8 9-6,-28-7-39,-38-5-51,7-17-221,7-9 0,0-5-1963,-8-8 2274,-9-12 0,25 8 0,10-7 0</inkml:trace>
  <inkml:trace contextRef="#ctx0" brushRef="#br0" timeOffset="77377">13654 15057 27180,'50'-21'-2428,"-1"-1"0,-4 7 0,3 2 0,-1 3 2428,9 3 0,-2 2 0,-2 1 0,-6 0 0,-8 2 0</inkml:trace>
  <inkml:trace contextRef="#ctx0" brushRef="#br0" timeOffset="77751">14468 14854 26491,'-8'-54'282,"1"0"0,2 5 0,9 10-249,33 19-21,8 9-7,-5 6-2819,-7 11 1,0 3 2813,3 4 3,-1 4 0,0 5 112,-7 3 0,-3 2-115,17 17 398,-20-11 1,-8 1-416,-22 13 17,-3-17 0,-6 0 11,-16 4 1,-5-1-4,4-7 1,-1-1 13,-5 0 0,2-2-10,-2 0 4,11-6 7,29-10 2734,20-2-2762,34-6 5,-11-1 0,3 1 224,-5-1 1,2 0-244,-1 0 0,2 0 1,0 0-114,13 0 1,3-1-388,-2-1 0,5-1 0,-2 0-480,-9 0 0,-2-1 0,1-1 617,6-3 0,1-1 0,-8 0 0,-11 3 0,-6 0 0,20-11 0</inkml:trace>
  <inkml:trace contextRef="#ctx0" brushRef="#br0" timeOffset="77934">15550 14622 22699,'-27'-38'1005,"0"1"0,0-1 1,-8-10-1,16 8-758,38 16 307,23 18-436,17 22-82,-23 1 1,1 5-757,3 9 0,-1 7 714,0 8 1,-2 5-5,-14-14 1,-2 3 0,-2 1-40,-3 3 1,-2 1-1,-3-2-83,2 10 1,-6 1-954,-12-2 1,-7 4-1,-3-5-3831,-7 1 1,-3-4 3417,7-8 0,-2 0 0,1-5 0,-19 15 0,27-37 0</inkml:trace>
  <inkml:trace contextRef="#ctx0" brushRef="#br0" timeOffset="78334">16798 15310 24071,'11'-49'913,"0"1"0,0 0 0,3-16 0,-2 13-622,-7 29-145,-3 15-90,-2 19-11,-5 17-12,-4 28-25,1-18 1,-2 2-658,-4 10 0,-1 2 534,-2 7 1,-1 1-446,6-18 0,-1 1 0,2 0-2717,0-1 0,1 0 0,2-3 2491,-2 6 1,2-4 0,1 12 0,6-39 0</inkml:trace>
  <inkml:trace contextRef="#ctx0" brushRef="#br0" timeOffset="78700">17320 15355 27774,'-4'-47'85,"-1"1"1,5 3 0,8 10-75,36 23 23,17 4-643,-27 9 1,2 4 602,1 3 1,-1 4-6,-2 7 0,-4 5-12,-4 4 1,-5 4 2,-6 3 1,-8 3-7,-11 3 1,-7-1 16,-11 1 1,-7-2 8,-10-1 0,-5-2-3,-5-3 1,-2-2 18,2-4 1,1-2-11,7-5 0,3-1 16,-9 10 451,40-14-383,42-8-32,1-7 1,6-2-6,14 0 1,5-2-600,-12 1 1,2 0-1,1 0 555,6-1 1,2 1-1,1-1-509,-12 0 1,1 1 0,1-1 0,0 0 398,3 0 0,1 0 0,1-1 1,0 1-441,1-1 1,1 0-1,0 0 1,1-1 540,-7 1 0,1-1 0,1 0 0,-4 0 0,-3 0 0,2 1 0,-4-1 0,-1 1 0,17-3 0,1 0 0</inkml:trace>
  <inkml:trace contextRef="#ctx0" brushRef="#br0" timeOffset="79384">19487 15195 24004,'-11'-6'2840,"3"2"-2622,8 4-162,-21-68-5,53 46-40,-15-15 0,4 3-716,27 25 0,10 11 702,1-1 0,1 3-11,0 2 0,-1 3-42,-6 3 0,-4 4-51,-9 0 1,-7 4 203,5 20-327,-42 2 107,-36-4 123,7-20 0,-5-2-314,-4-1 0,-2-2 339,-1-1 0,1-2 23,3-2 0,3-2 86,-22 1-11,25-4 925,24-7-1026,28-3-16,21-8-17,20-4 19,-24 9 1,1-2-182,0 0 1,0-2 200,-3-2 0,-3-1 25,-4-4 0,-3-3 48,6-32-23,-20 23 1,-3 0 24,-5-2 1,-4 2 829,-6-29-574,-8 14-46,1 14-49,3 13-202,6 11-62,5 6 381,5 14-381,6 13 0,9 21 0,-5-13 0,1 2-220,3 6 0,0 3 220,2 4 0,-2 1-816,-1 3 1,-2 1-367,-5 1 1,-5 1 1181,-11 5 0,-4-3 0,0 6 0,-14-7 0</inkml:trace>
  <inkml:trace contextRef="#ctx0" brushRef="#br0" timeOffset="80844">22281 15140 21478,'-6'3'2582,"2"0"-313,4-3-2163,0 3-5,0-1 39,-2 2 6,-1 0-46,-3 0 18,-2 0-23,-3-1-39,0-1 51,2-5 16,3-7-11,3-11-28,7-13-39,6-10 16,10-4-27,8 4 5,5 12-28,3 13-39,2 14 34,2 18-6,1 17-6,-1 15-8,-23-16 0,-2 1-156,-3 3 0,-5 1 153,-7 0 0,-7 1 3,-6 1 0,-7-3-315,-11 2 1,-5-2 328,-10 1 0,-3-2-428,12-10 0,-1-1 1,-1-1 451,0-1 0,-2-1 0,1-2-2,-15 3 1,1-4-98,9-6 0,4-7 215,-15-17 253,30-15-225,29-7-45,23 2-72,27 9-119,-18 16 0,4 4 62,6 2 1,4 4-6,6 4 0,2 3-34,-16 0 0,1 0 0,1 2-213,2 3 1,1 1-1,1 0-1391,0 2 0,1 0 0,-1 0 1649,-5-1 0,-1 0 0,-3-1 0,2 1 0,-5-2 0,5 2 0</inkml:trace>
  <inkml:trace contextRef="#ctx0" brushRef="#br0" timeOffset="81243">23600 15186 24948,'2'-42'724,"0"-1"0,1 1 0,0-12 0,-1 8-489,2 15 17,1 30-218,-2 12-23,6 34-39,1 10-485,-3-17 1,1 3 475,1 3 1,1 1-407,5 16 1,1-2-6,-4-17 0,0 0-2677,6 18 0,1-3 3125,-1 1 0,-3-9 0,-9-24 0</inkml:trace>
  <inkml:trace contextRef="#ctx0" brushRef="#br0" timeOffset="81417">23491 15372 24413,'-5'-7'2549,"2"1"-2314,3 6-162,0 0-17,61-50-70,-30 44 0,4 2-381,14-21 1,4 2 307,6 23 1,1 6-295,-9-3 0,2-1-2082,-4 0 1,4 0 0,-4-1 1958,5 1 1,-5-1 0,-4 0 0,-8-1-1,-12 0 1</inkml:trace>
  <inkml:trace contextRef="#ctx0" brushRef="#br0" timeOffset="82843">25207 15152 22565,'-2'-49'935,"0"0"0,0 7 1,-6 10-695,-17 21-73,-9 20-67,-5 15-17,-4 17-68,22-16 1,2 2-3,1 2 0,3 3-218,4 0 1,2 1 203,3-1 0,4 1 12,14 29-12,18-8 5,-4-29 1,4-3-4,5-3 1,4-4 3,4-3 0,1-4 47,-1-6 0,-1-4 48,-4-6 0,-2-4 58,-7-7 1,-5-3 22,-4-5 0,-5-2-59,-4-5 0,-4-1-45,-3-2 1,-3 0-18,-4-2 1,-3 2-26,-3 2 1,-2 1-9,-2 5 0,-3 2-17,-21-11 106,-2 16-100,-6 22-23,-5 17-269,0 16-72,6 12-1047,16 5-5894,27 4 7288,16-8 0,2-17 0,-2-13 0</inkml:trace>
  <inkml:trace contextRef="#ctx0" brushRef="#br0" timeOffset="83027">25998 15365 24217,'-8'-3'2789,"1"1"-2691,-23-10 0,-3-2-58,14 5-57,-16-5 0,5 2-381,27 10-1540,8 9 1938,9 3 0,-5-2 0,3-1 0</inkml:trace>
  <inkml:trace contextRef="#ctx0" brushRef="#br0" timeOffset="83627">26647 14972 23058,'1'-6'3696,"0"2"-2749,-1 4-925,-16-45 6,-6 44-17,-21-29-16,-4 54 33,-6 2-23,2-3 35,4-4 21,8-5-33,8-5 23,9-4 16,8-4 45,8-2 11,4 0-50,2-1 11,0 1-51,2 0-21,1 1-1,3 5-6,-1 3 29,1 10-28,-1 8-29,1 8 34,0 6-27,0 3-1,1 1 11,-2-4 6,1-5 17,-2-9 5,-1-11 34,3-9-16,6-12-7,18-15-22,-3 2-11,-2 0 0,2 0 13,15-7-13,13-4 0,1 9 0,-2 9 0,-6 9 0,-8 11 0,-9 10 0,-9 12 0,-9 7 0,-9 6 0,-18 1-13,-16 1-40,6-22 0,-3-2-356,-3 0 1,-3-2 44,-2-2 0,-1-2-322,1-3 0,0-4-2904,-27-1 3590,16-13 0,20 1 0,13-2 0</inkml:trace>
  <inkml:trace contextRef="#ctx0" brushRef="#br0" timeOffset="83817">26643 14838 21797,'6'-9'3832,"-2"2"-3295,-4 7-453,0 0 17,69-26-123,-25 19-656,9-7 0,3 2-1375,-19 11 0,-1 1 1458,-1 0 0,-2 0 0,1 0 0,-21 0 0</inkml:trace>
  <inkml:trace contextRef="#ctx0" brushRef="#br0" timeOffset="88101">22401 4799 18537,'-16'25'415,"22"-6"-319,56-19-80,-20-2 1,3-1-1018,7-1 0,2 0 1026,1-2 1,1 0-1,2 0 0,-2 1 284,-20 1 1,-2 1-277,25-2 325,-54 5-358,-24 2 0,-34 5 47,-2-1 1,-5 2-1146,0 1 0,0 0 1151,-3-1 0,1 1 38,19-2 1,0-1 0,1 1 43,-9 0 0,0 1 13,-10 1 1,0 0 2,8-1 0,2-1-238,9-2 0,5 0 47,-4 1 40,24-1 112,41-5-39,28-1-51,3-4 1,7-3-4,1 1 1,0-1-9,-19 2 0,0-1 1,1 0 1,-1 0 0,-1 0 0,-2 1 207,2 0 0,-1-1-153,3 0 0,-3 0 605,8 0-403,-35 3-291,-39 6 22,-37 8 14,14-3 0,-4 2 393,10-2 0,-2 1 0,0 1-353,-2-1 0,0 0 1,-1 1 58,-3 0 1,0 0 0,3-1 20,-4 1 1,5-1-88,6-1 1,7-2 547,18-2-415,35-6-85,31-6-87,-9 1 1,8-1-689,3-1 0,4-1 0,-2 2 581,-13 1 0,-3 2 0,4-1-824,2 1 0,4-1 0,0 1 1,-7 2 922,8 0 0,-6 2 0,-3 0 0,-4 0 0,2 2 0</inkml:trace>
  <inkml:trace contextRef="#ctx0" brushRef="#br0" timeOffset="112660">6077 12038 14678,'-17'-55'558,"1"1"1,1 1-1,4 12-205,10 28-291,0 1 22,1 12 257,1 14 57,1 19-85,-1 28-826,-1-17 0,-1 4 571,-4 10 1,-1 5-558,-1-15 1,-1 1 0,-2 2 490,-1 5 1,-2 1 0,-1 1-456,3-12 0,-2 1 0,1 0 0,-1 0 446,0 0 0,0 1 0,0 0 1,0-1-7,-3 13 1,0 0-1,2-1-31,1-5 0,1-2 0,1-1-73,3-7 0,1-1 0,2-1-549,0 12 0,3-3-744,5-9 1,3-3-1648,1-6 0,2-3 3067,12 12 0,-7-19 0,-5-14 0</inkml:trace>
  <inkml:trace contextRef="#ctx0" brushRef="#br0" timeOffset="114034">5949 12051 8321,'25'-51'48,"-1"0"1,2 4-1,3 7-40,-1 20 1,4 5-263,2-1 0,1 2 307,5 0 1,0 1-556,4 0 0,1 2 729,6-1 0,2 2-395,7-2 0,3 1 293,-15 3 0,1 1 0,1-1-499,8-1 0,1 1 0,2-1 421,-10 2 1,1 0 0,1-1-1,0 1-494,6-1 1,1 0 0,1-1-1,1 1 474,-8 1 0,0-1 0,2 1 0,-1-1 0,2 1-217,3-1 0,0 0 0,2 0 0,-1 0 0,2 0 207,-9 1 1,1 0 0,0 0 0,1 0 0,0 0 0,0 0 11,2 0 1,1 0 0,-1 0 0,2 0 0,-1 0 0,1 1 21,1-1 0,0 0 1,1 0-1,-1 1 1,1-1-1,0 1-66,-7 0 0,-1 1 0,1-1 0,0 1 0,0-1 0,0 1 0,0-1 136,1 1 1,0 0 0,1-1 0,-1 1 0,0 0-1,1-1 1,-1 1-63,2 0 1,0 0 0,-1 0 0,1 0 0,0 0 0,0 0 0,1 0 42,-1 0 0,1 0 1,0 0-1,0 1 1,1-1-1,-1 1 0,0-1-26,2 1 1,-1 0 0,0-1 0,1 1 0,-1 0 0,1 1 0,0-1-18,0 0 0,1 0 1,0 1-1,-1-1 0,1 1 1,0 0-1,1 0-13,-1 0 0,1 0 1,0 0-1,0 0 1,0 1-1,0-1 1,0 1-18,-7-1 0,0 1 1,0 0-1,1 0 1,-1 0-1,0 1 1,0-1-1,1 0-6,-1 1 0,1-1 0,0 1 0,0 0 0,-1 0 1,1-1-1,0 1 0,0 0-7,0 0 0,1 0 0,-1 1 0,1-1 0,-1 0 0,0 1 1,1-1-1,-1 0 0,1 1 0,-1-1 0,0 1 0,1 0 0,-1-1 0,0 1 0,1 0 1,-1 0-1,1 0 0,-1 0 0,1 0 0,-1 1 0,1-1 0,-1 0 0,0 1 0,1-1-7,-2 1 1,1-1 0,0 1 0,-1-1 0,1 1 0,-1-1 0,1 1 0,-1 0 3,0-1 0,0 1 0,0 0 1,0 0-1,0 0 0,0 0 1,-1-1-1,1 1 5,6 0 0,1 0 1,-1 0-1,0 0 1,1 0-1,-1 0 1,0 0-2,-1 0 1,0-1-1,1 1 1,-1 0 0,0 0-1,0-1 1,-1 1-5,1-1 1,-1 1 0,-1-1-1,1 1 1,0-1 0,0 1-1,-1-1-8,0 0 1,0 0 0,0 1-1,0-1 1,0 0 0,0 0-1,-1 0 2,1 0 0,-1 0 1,0 1-1,0-1 0,0 0 1,0 0-1,0 0-3,0 0 0,-1 0 0,0 0 0,0 0 0,0 0 0,1 0 0,-2 0-1,1 0 0,-1 0 0,0 0 1,1 0-1,-1 0 0,-1 0 0,1 0 1,-1 0 0,0 0 0,0 0 0,-1 0 0,0 0 0,1 0 0,-1 0 0,7 0 1,0 0 0,1 0 0,-2 0 0,1 0-1,-1 0-2,-1 0-1,-1 0 1,1 1 0,-1-1 0,-1 1 0,0-1 0,-2 1 1,0-1 0,-1 1 0,0 0 0,0 0 0,-1 0 6,8 0 0,0 1 0,0 0 0,-1 0 0,-1 0 25,-3 0 1,0 0 0,-1 0 0,0 1 0,0 0-5,-3-1 0,0 1 1,-1 0-1,0 0 0,0 0 73,10 0 0,-1 1 0,0 0 0,0 1-47,-2-1 0,0 1 0,-1-1 0,0 2-28,-1-1 0,-1 0 0,0 1 0,0 0-13,-1 0 0,-1 1 1,0 0-1,0 0 75,-2 0 1,0 0-1,-1 1 1,0-1-75,-2 1 1,-1-1 0,0 1 0,0 0 221,11 3 0,0 0 0,-2 0-229,-4 0 0,-2 0 1,-1 1-3,-5-1 1,-2 1-1,-2 1 563,10 4 1,-3 3-563,-9-2 1,-4 3 5,-7-1 0,-3 1 1670,13 25-1639,-7 3-28,-15-21 0,-1 1 5,3 3 1,0 1 690,1 4 1,1 0-711,2 4 0,-1 2 2,1 3 1,-2 1 225,0 3 0,-1 1-220,-3 1 1,-2 2 10,-2 0 1,-3 1-4,-2 1 1,-3 0 10,-3 1 1,-3 0 11,-3 2 0,-2 0-11,-2 0 0,-3 0-6,-1-1 0,-1-1-8,0-2 0,1-1-3,1-3 0,1-1-141,0-1 1,2-1 137,0-2 1,0-1 4,0 0 1,-2 0 16,-7 8 1,-1-2-14,6-16 0,-3-1 19,-11 13 0,-3-3 0,5-15 0,-3-2 20,-10 8 0,-3-1-12,-3-3 1,-4-1-9,-4-2 1,-2-2-22,16-10 1,-1-1 0,0-1-385,-2 0 0,-1-1 0,-1-1 377,-1 0 0,-1-1 1,0 0-5,-1-1 1,-1-1-1,-1 0-2,-2 0 1,0-1 0,-1-1-302,-2 0 0,-2-1 0,0 0 294,-4-1 0,-1 0 1,0-1 6,12-1 1,-1 0 0,0-1-1,-1 0-5,-3 1 0,0-1 0,-1-1 0,0 1-291,-3 0 0,-2-1 0,1 0 0,-2 0 291,11 0 0,-1-1 0,-1 1 0,0-1 0,0 0-10,-2 1 0,-1-1 0,0 0 0,0 1 0,0-1 1,-3 0 0,1 0 0,-1 0 0,0 0 0,-1 0-10,0-1 0,-1 1 0,1-1 0,-1 0 0,0 1-238,-1-1 0,1 0 0,-1 1 0,0-1 0,0 0 227,0 0 1,-1 0 0,0-1 0,1 1 0,-1-1-149,0 1 1,1-1-1,-1 1 1,0 0-1,1-1 134,-2 1 0,1-1 1,0 1-1,-1-1 1,1 1-88,-1-1 1,0 1-1,0 0 1,0-1 0,0 1 102,10 0 0,-1 0 0,1 0 0,0 0 0,-1 0 0,1 0-2,-2 0 1,1 0-1,-1 1 1,1-1 0,-1 0-1,0 0 23,-1 1 0,-1-1 1,1 0-1,0 1 1,-1-1-1,0 1 12,-1-1 1,0 0 0,0 1 0,0-1 0,-1 1 0,1-1 3,-2 1 0,1-1 1,-1 0-1,0 1 0,-1-1 1,-2 1-1,8-1 1,-3 1 0,0-1 0,-2 1 0,1-1-1,1 1 1,2-1 0,2 1-8,-12-1 0,4 1 1,1-1-1,0 1 0,-5-1 0,13 1 1,-3-1 0,-2 1 0,0-1 0,-1 1 0,2-1 0,1 1 0,4-1 2,-11 1 1,4-1-1,2 1 1,-1 0 0,-3-1 1,1 1 0,-3 0 1,-1-1-1,0 1 1,0 0-1,0 0-6,3 0 0,0 0 0,0-1 0,-1 1 0,0 0 0,-2 0-2,2 0 0,-2 0 0,-2 1 1,1-1-1,0 0 0,3 0 0,3 0 3,-5 1 0,5-1 1,2 0-1,-2 0 1,-4 1 0,7-1 0,-4 1 0,-2-1 0,0 1 1,0 0-1,3 0 0,3-1 4,-3 1 1,4 1 0,1-1 0,-1 0 0,-2 0-6,0 1 1,-3-1 0,0 1 0,-1-1 0,0 1 0,1 0-2,0-1 0,0 1 0,0 0 0,0 0 0,1 0 0,-1 0 0,1 0 1,-1 0 0,1 0 0,0 1 0,-1-1 0,1 0 15,0 1 0,1-1 1,-1 1-1,0-1 1,1 0-1,0 1-13,0-1 1,1 1 0,-1-1 0,1 1-1,0-1 1,0 1-4,1-1 0,0 1 0,0-1 0,0 1 0,0-1 0,0 0-1,2 1 1,0-1 0,0 0 0,0 0 0,0 0 0,1 1 3,-10-1 1,1 1-1,1-1 1,-1 0 0,1 1-2,2-1 0,0 0 1,1 0-1,-1 0 0,-2 0 4,5-1 1,-2 1-1,0-1 1,-1 1 0,3-1-1,3 1-5,-6-1 1,5 1 0,-1-1 0,-2 0 21,-2 1 0,-4-1 0,0 0 1,2 0-1,4 0-9,-9 0 0,5 0 0,-2 0-3,5 0 1,-1 0-1,-2 0 1,2 0 8,3 0 0,0 0 0,0-1 0,-2 1 17,7-1 0,-2 0 0,0 1 0,1-1 1,4 0-8,-11 0 1,5 0 0,-3 0 26,2-1 1,-3 0 0,1 0 0,5-1 230,6 0 1,3 0 0,-1-1-212,-8 0 0,-1-1 1,-1 0-8,-1-1 0,-2-1 0,4 0-32,-9-2 0,3-1-22,-2-2 0,7 0 1336,0-5-2395,15-5 1042,26-3 0,3 9 0,9-1 0</inkml:trace>
  <inkml:trace contextRef="#ctx0" brushRef="#br0" timeOffset="115202">5380 9523 32767,'-28'-50'-1049,"8"10"-557,29 38 2307,2 2-537,3 3-356,-7 1-68,-1 4-91,-6 1-320,-4-3 1733,-4-2 93,-4-15-1904,2-3 67,-3-23 289,3-7 211,4-16 269,6 26 1,2 0-317,10-16-385,4 12-121,9 20 1164,5 13-191,26 14-376,-1 13-985,-19-2 0,-3 3 847,11 17 113,-21-11 0,-5 6-339,-12 11 0,-9 3 293,-4 6 0,-8 1 28,-2-8 1,-6 1 0,-4-2-314,-3-5 1,-3-2 0,-2-1 499,-2-3 1,-1 0 0,2-4 6,-9 4 0,1-4 3,-3-4 1,2-7 111,-11-5 100,-3-16 1474,28-15-1577,25-16 566,18 6-640,31-10-38,-15 19 1,6 1 59,5 0 0,5 0 1,0 2-97,-3 1 1,0 2 0,2 0-117,9 1 1,3 0 0,-5 3-212,1 0 0,-3 4-2131,9 4 0,-4 3 2481,8 4 0,-9 0 0,-27-2 0</inkml:trace>
  <inkml:trace contextRef="#ctx0" brushRef="#br0" timeOffset="115859">5916 8629 20264,'-5'-46'801,"0"0"0,0-1 0,-1-17 0,2 5-608,6 26 1,3 2 13,9-22-123,10 14 211,9 12-283,8 12-7,8 8 1,6 14-12,1 12 6,-2 14-199,-30-12 0,-3 2 154,10 29 28,-14 5 23,-21 0 11,-15-4 0,-14-7 39,-6-10 240,2-12-89,5-12 150,7-11-110,7-11-45,8-8-34,4-5 299,10-2-355,4 3-28,8 4-40,5 6-21,5 5-6,9 5 5,6 11-28,3 9-22,-4 10 0,-11 7-16,-13 6-12,-19 5-152,-15 3-709,-17 0-578,-7-5-2460,-1-11 3127,9-13 1,15-11-1,10-6 1</inkml:trace>
  <inkml:trace contextRef="#ctx0" brushRef="#br0" timeOffset="116036">6442 8098 19462,'3'-4'4682,"-1"0"-3551,-2 4-1091,68 52-1401,-52-25 1,-1 2 247,11 8 0,6 4 1,-8 0 638,-9 7 0,-6-1 0,-2-13 0,-1-3 0,1 7 0</inkml:trace>
  <inkml:trace contextRef="#ctx0" brushRef="#br0" timeOffset="117169">7038 8068 5518,'-4'-52'763,"0"0"1,0 0 0,0 1-1,0-1 1,-8-3 0,-3-1-1,-2 0 1,-1 3 0,1 2-1141,0 1 1,2 3-1,-4 2 1,-5 0 731,-3 4 0,-6-1 0,-2 2 0,-2 4 0,0 5-12,-13 0 1,-3 8-1,-3 3-457,4 2 1,-4 1 0,-2 3-1,-1 4 219,-2 5 0,-1 4 0,0 4 0,-1 4-53,10 0 1,-1 3 0,1 3 0,0 2-1,0 2-29,-2 3 1,0 2 0,0 3-1,1 2 1,0 1-134,8-2 0,-1 2 1,2 1-1,-1 1 1,1 1-1,1 1 110,-2 4 0,1 0 0,0 2 0,1 1 0,0 1 0,1 1-163,0 3 0,0 0 1,0 3-1,2 0 0,0 1 1,2 1 167,5-5 1,1 2-1,1 0 1,0 0 0,1 2-1,1 0 1,1 0-44,1 1 0,1 1 1,0 0-1,2 1 0,0 1 1,2-1-1,0 1 50,3-1 1,0 0 0,1 1 0,1 0 0,2-1 0,0 1 0,2 0-15,0 6 0,1 0 0,2 0 0,1 0 0,2-1 0,2 0 35,1 6 1,2 0-1,3-1 1,2-1 0,2-2 14,3-4 0,1 0 0,3-2 0,2-2 1,3-1 96,6 7 1,3-2 0,4-3 0,3-3-48,3-4 0,4-3 0,2-3 0,3-4-17,3-3 0,3-4 1,3-3-1,1-4-13,5-1 1,2-5 0,1-3 0,2-3-13,-10-5 0,2-2 0,0-3 0,0-1 0,1-3 14,3-1 1,0-3 0,1-1-1,-1-3 1,0-1-7,-8-1 0,0 0 1,-1-3-1,1 0 1,-1-2-1,0-1 13,0-1 1,0-1-1,-1-2 1,0-1-1,0-1 1,0-4-5,-1 0 1,1-4-1,-1-2 1,1-2 0,-2 1-1,-2 1 1,-3 1-53,4-2 0,-3 2 0,-2-1 1,0-1-1,1-4 1,-6 2 0,3-3 1,-1-2-1,0-1 1,-1-1-1,-3 2 1,-4 0-47,-1-3 1,-3 2 0,-3-1 0,-1 0 0,1-3 39,-1 1 1,1-2 0,-1-1 0,0-2 0,-3 0 0,-1-2 4,-4 4 1,-1-1-1,-1-2 1,-2 0 0,0 0-1,-3 1 1,-1 2-7,0-11 1,-3 1 0,-2 2-1,-2 0 1,0 1 62,-1 3 1,0 1-1,-1 0 1,-4 2 0,-4 3-78,-8-3 0,-5 3 1,-3 3-1,-3 4-7,-7 1 1,-4 5-1,-4 2 41,4 4 0,-4 0 0,-1 3 1,-2 3-176,-2 3 0,-1 4 0,-2 2 0,-3 4-408,3 4 0,-5 4 0,0 2 0,0 1 1,5 1-116,2 0 1,3 1-1,1 2 1,-2 2 662,-12 3 0,-4 3 0,4 2 0,11-2 0,13-1 0,5 0 0,0 1 0,-1 0 0</inkml:trace>
  <inkml:trace contextRef="#ctx0" brushRef="#br0" timeOffset="117736">6593 9199 18392,'-52'7'1609,"-1"-1"1,9 0-1,7-2-690,18-3-242,16-1-475,8-2-57,14-4-61,14-3-56,-1 1-6,0 1 1,1 0-168,17-3-461,-12 4 1,1-1-361,-6 3 0,-1-1-1782,2 2 1,-1-1 2747,23 0 0,-21 1 0,-16 2 0</inkml:trace>
  <inkml:trace contextRef="#ctx0" brushRef="#br0" timeOffset="117959">7375 8908 26122,'-12'-53'50,"5"13"-22,17 98-34,0 3-33,-1-11 0,0 3-1815,-1 4 0,0-1 1512,-2-8 0,1 2-1514,0 7 1,0 6-1,0-5 1856,0-3 0,-1-3 0,1 12 0,0-6 0,-1-11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67F8-7907-76BC-9F99-4D71B2423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024A5-1546-142C-78ED-FD7CC524B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FB013-6088-BA7B-BE8B-5B7461659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29635-5088-0D9B-4073-D0FD3B66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7D1C-110C-121C-AFA5-A0393F6D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FB74-270F-5D28-338F-C29ABE1E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98D76-B7CA-B5F9-E927-3C95837FC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00D76-D09B-6541-E7E5-243B528F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F4C8F-F02E-FB33-71DD-5188521B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49D9A-C622-67ED-B76B-303F68B7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3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8BEF-6D82-06FA-EB10-D55C369A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2C2AD-BD98-F078-C58D-B4F9D1C5C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95E70-3B0A-C630-655C-DD42A4E8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5967-6F76-E0E2-A544-549EB399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A8541-03FB-02E7-EB9E-B9DCEADB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45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85D5-B27B-D32D-4E06-C576D839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CA25C-D0BD-0A97-0A33-74E7F8CB2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94E77-E25D-3AE8-DD96-6D8B00A6B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90772-722D-B8A9-3BBE-D02C636D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F9055-2FF7-FECB-1D17-A19B4E965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27590-DC25-EA24-22F3-350AE9BC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7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1964-3B3A-455E-D175-A0BA6746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38A35-7019-3A4B-ED00-EA8FD3FA6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FE506-8B53-C59E-2A39-92448ABC4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74C26-CF19-58C7-E4D7-FE86F708B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AB401-5D1D-C0C4-559E-FB63D8F11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3A409-B076-B474-3EE5-8969174C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8987B-B754-8AA5-264C-092D1465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1F52C-4AC4-E951-7F8E-EA0E9AE4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79B2-5CB0-259C-AFBA-A03BE462A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93595-25FB-1B5C-0F0A-797D4214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94752-360D-6F8B-5AB2-F4B5B366D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6B56D-3DD7-0634-A962-1CF40C7B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7E617-7529-AA30-DEC5-140885D7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2F065-A6C5-02B3-E7E3-E51DE0A5B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FB691-59A2-35BD-4652-3728D5E6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9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DFB9-1E5D-34B8-D2C5-DA8323E4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475F4-DA07-75F4-BE38-061D3EB94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E163E-E208-D9C8-E9A8-6891285CF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47127-D034-F88A-55C8-D222DC92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FFDEA-0030-CB7E-98E1-D232A8B0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D9D6D-2AD9-B075-6879-FCDF26B0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1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EB3F-3FD2-5692-D269-3E633077F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4A57A-6062-3BCC-9C94-F929E5A0E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E425C-8D2A-84A7-A4C7-97752E8FA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5EDE5-E2EB-372B-B0B8-139BA743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40A3D-9703-EA87-EEC8-87BE0C63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AA9E5-A891-2127-E4D9-96AF8BA8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6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B7EB-6FE5-A69A-C760-5709A88E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E39E3-C833-2FD1-7ED8-8C5AB26B2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C606-9112-8911-1E5F-55528C15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4108A-498A-C43C-5859-87D5DCA4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C22D5-3746-3894-E1A5-D78C8BD9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96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22F90-4873-D65F-8C3E-66C00D4BA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3214C-B6C3-850B-EA85-E82E92846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590E1-5373-B9BB-7875-929BDD51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137EE-94F2-1433-1B1E-677CC0C76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0634-C772-63B8-0C5D-CD3323A82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8BEA68-1369-ECE9-FF2F-CDBDFAB51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06250-7F69-F092-36EF-CFD2BABB1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C7AE9-34AA-F274-AAF6-E55EB54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48D8C-243A-9A46-9B01-77BD24BAD666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B76DB-DB96-DB28-E411-C8C95D58A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2B497-ACAF-CDA7-CD48-7280E6B89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4AAD2-F7A8-324A-9708-ED3749D27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9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40B39-545D-38BE-0E1E-E1378313D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00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79D8202-0357-4C8C-EBF7-B336EA59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271DD1-B9A3-CB6F-5648-CE3333D1F025}"/>
                  </a:ext>
                </a:extLst>
              </p14:cNvPr>
              <p14:cNvContentPartPr/>
              <p14:nvPr/>
            </p14:nvContentPartPr>
            <p14:xfrm>
              <a:off x="496440" y="767880"/>
              <a:ext cx="9248760" cy="411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271DD1-B9A3-CB6F-5648-CE3333D1F0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080" y="758520"/>
                <a:ext cx="9267480" cy="412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232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82143-7FEA-0074-2AEA-6013EC46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CB693A-F3BE-C425-DE78-26AABF050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4BE7855-C515-D492-C4D4-1DE5447DC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FC3E38-9ECD-B9F7-4E3D-025D32861DB9}"/>
                  </a:ext>
                </a:extLst>
              </p14:cNvPr>
              <p14:cNvContentPartPr/>
              <p14:nvPr/>
            </p14:nvContentPartPr>
            <p14:xfrm>
              <a:off x="482040" y="853560"/>
              <a:ext cx="10552320" cy="5147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FC3E38-9ECD-B9F7-4E3D-025D32861D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680" y="844200"/>
                <a:ext cx="10571040" cy="516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296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45795-796C-49DE-0B27-112395DC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AAE8F6-089B-7253-E72C-4CA10EF43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21981CE-9018-3056-5EFE-75F713C7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5F3024-3C2E-B091-04AE-BDA8BECAA424}"/>
                  </a:ext>
                </a:extLst>
              </p14:cNvPr>
              <p14:cNvContentPartPr/>
              <p14:nvPr/>
            </p14:nvContentPartPr>
            <p14:xfrm>
              <a:off x="1491120" y="884880"/>
              <a:ext cx="8746560" cy="4826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5F3024-3C2E-B091-04AE-BDA8BECAA4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1760" y="875520"/>
                <a:ext cx="8765280" cy="484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325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2025-12-02T08:51:57Z</dcterms:created>
  <dcterms:modified xsi:type="dcterms:W3CDTF">2025-12-02T10:01:43Z</dcterms:modified>
</cp:coreProperties>
</file>