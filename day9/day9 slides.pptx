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9:52:08.0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4868 3127 18540,'2'-57'1037,"1"-1"0,-1 1 1,0 8-1,1 1 0,-1 6-897,-2 3 0,1 4 767,2-18-671,2 25 55,0 2-235,1 12 60,2 16-94,-1 6 275,6 19-286,-2 14-14,-4 0 1,-2 4 10,-3-2 1,0 1-357,-4 11 1,-1 1 349,-1-11 1,0-3 3,0-9 0,0-2-6,-2 27 33,5-29 107,-1-3 331,2-19-460,-1-27 34,-2-15-23,-4-24 0,0 16 1,1-1-4,0 4 1,0-1-930,0-9 0,0 2 943,2-11 574,2 0-590,2 27-40,0 3-50,1 16 62,2 17 34,1 7 1958,4 25-2003,-2 13-710,-4-1 1,0 2-1150,-1-12 0,-1 0 1881,0 17 0,-2-4 0,1-17 0,0 0 0</inkml:trace>
  <inkml:trace contextRef="#ctx0" brushRef="#br0" timeOffset="975">6995 2912 14292,'5'2'5484,"-1"0"-1379,-4-2-4083,3-22 12,-2 19 0,3-15 44,-3 28 62,-3 1 45,-2 1-84,-2-3 263,-8 1-79,1-6-4,-5 0-46,3-10-45,1-8-78,2-11-28,5-8-28,3-5-33,9-1-18,5 5-5,11 5-22,5 6-6,8 8-6,4 7 12,4 13 0,-1 12-6,-8 17 33,-13 14 1,-25 15-461,-8-26 1,-5 0 456,-8 5 1,-5-1-11,-5 3 0,-3-2 24,-1 0 1,-2-2-17,2-5 0,-1-4 5,4-6 1,1-4 3,4-8 1,1-3 69,-17-4 5,14-14-6,13-7-27,11-5-1,7 0 875,10 2-914,13 3-11,19 3-28,19 4-141,-22 6 1,3 3-12,3 3 1,2 4-1258,0 2 1,1 4 1436,4 8 0,-3 0 0,4 4 0,-6 1 0</inkml:trace>
  <inkml:trace contextRef="#ctx0" brushRef="#br0" timeOffset="1600">8958 3054 22431,'-10'-55'545,"0"0"0,3 5 0,5 6-372,16 11-83,9 3-34,5 7-39,7 5 11,9 8-23,8 8-16,7 14-218,-27-1 1,-1 2 222,0 4 1,-3 3 7,-4 3 1,-3 2-204,4 29 190,-25 4 39,-24-4-11,5-27 0,-4-3 8,-2-1 0,-2-3 37,-27 14 50,6-12 117,8-10 73,12-12-10,11-6-68,8-6-100,7-2 397,9-1-493,7 1 204,11 1-215,12 3-17,13 5-6,12 5-217,-26 3 0,1 3 234,2 3 1,-1 2-18,-2 2 0,-2 4-8,-6 1 0,-5 2 3,3 22-28,-35 1-174,-29 1-205,8-22 1,-4-1-1080,-4-1 1,-2-1-2571,-2-1 1,-1-3 3461,6-2 1,3-2 0,-10 1 0,21-7 0</inkml:trace>
  <inkml:trace contextRef="#ctx0" brushRef="#br0" timeOffset="2217">10997 2848 19033,'8'-62'1738,"-1"0"0,-2 7 0,-4 6-1033,-10 4-221,-2 16-355,2 14-102,5 12 1,2 17 22,2 29-33,0-4-292,1-2 1,0 2 279,1-7 1,1 0 0,0 8 0,1 2-6,1-2 0,1-2 8,-1-3 0,1-1 37,7 18 0,0-16 78,2-17 39,6-17-61,8-18-34,12-14-33,-17 9 0,0-1 5,1-2 0,0 0-83,-1 1 0,-2 0 190,18-18 562,-11 11-540,-10 11-134,-10 11-34,-5 7 17,-4 11-6,0 12 201,-2 15-215,1-5 0,0 4-123,1 0 0,0 0-591,1 2 0,2 0-1754,5 7 1,4-2 1847,-2-12 0,2-2 0,7 22 0,-6-23 0</inkml:trace>
  <inkml:trace contextRef="#ctx0" brushRef="#br0" timeOffset="2866">12928 2663 25063,'9'-20'235,"-17"8"-196,-19 18-33,-8 2 16,-16 4 12,0 1-23,13-3 1,-1 0 21,-19 6-22,3 2-16,27-5-1,14-3-5,3 3 33,6 1 1,-1 4 27,2 12 17,2 0-33,1 1 61,3 5 62,-1 2-34,1 0-16,-2 1-51,-2-16-28,0-8 22,0-6 359,2-6-68,0-3-173,1-7-78,3-7-56,1-1-23,5-9 6,3 5-17,12-9 5,7 10 1,18 3-23,9 11 11,-7 6 3,-8 7 1,0 5-336,9 13 330,-18-6 0,-4 5-60,-9 22 24,-35 6 21,-12-10-56,-5-16 1,-7 0-384,-8 0 0,-4 0-518,1 0 0,-1-1 472,-10 1 1,4-3 0,7-2-1,11-10 1</inkml:trace>
  <inkml:trace contextRef="#ctx0" brushRef="#br0" timeOffset="3483">14731 2840 22077,'-16'-45'894,"0"-1"1,0 5-1,-4 9-642,-22 14-134,-4 16-51,-2 20-1224,0 20 1157,24-9 0,1 3 2,1 6 1,1 4 17,0 4 0,3 3-12,2 4 0,4 1-423,2 1 0,5 0 426,5 0 0,6-2 20,6-5 0,5-2 74,6-6 0,6-5-77,3-6 0,4-6 22,-1-6 0,1-6 17,-2-8 1,-2-5 32,21-20-10,-15-16 16,-15-10 29,-13-2-18,-15 4-16,-13 7-39,-15 10-23,-13 11-11,-11 11-37,24 10 1,0 4-17,0 2 0,0 3 129,2 4 1,2 2-536,-15 27-5053,19 6 5484,17-6 0,8-16 0,4-14 0</inkml:trace>
  <inkml:trace contextRef="#ctx0" brushRef="#br0" timeOffset="3900">15889 2969 18380,'-3'0'4840,"1"0"-3518,2 0-969,11-72-96,15 43-325,-7-14 1,5 2 246,32 24-104,-21 13 1,-2 3-31,14 4-26,-17 7 1,-1 4 14,6 25-15,-13-10 1,-3 5-15,-3 6 1,-3 4-536,-4 5 1,-3 3 551,-6 4 1,-4 0-46,-2 3 1,-3-1-146,-2-2 0,0 0-836,0-4 0,1-2-1349,2-6 1,1-2 2352,-3 20 0,5-28 0,3-18 0</inkml:trace>
  <inkml:trace contextRef="#ctx0" brushRef="#br0" timeOffset="4083">15892 3283 21427,'-5'-2'2191,"0"1"-1984,5 1-207,101-37-1621,-62 30 0,3 0 1621,16-7 0,8-2 0,-8 4 0,-20 8 0,-3 2 0,-2-1 0,1 1 0</inkml:trace>
  <inkml:trace contextRef="#ctx0" brushRef="#br0" timeOffset="4750">17376 3178 23119,'23'-54'792,"0"0"0,0 6 0,-9 7-406,-18 17 10,-2 7-290,-6 7-16,-3 8-67,-3 13 16,-6 11-28,-1 16-16,3 13-1,9 10 0,14-27 1,6 2-396,6 1 1,6 0 394,10 3 1,7-3-6,8 0 0,4-2-9,5-2 1,2-3 10,-2-4 1,0-4 19,-7-6 0,-3-4 0,-9-5 1,-5-5 21,9-14 18,-22-12-23,-25-24-28,-5 12-251,-4 6 0,-4 1 279,-21-15-12,13 15 1,-1 0 0,-2 0 0,-1-1-12,-6-6 1,1 1-6,12 12 0,1 0 5,-5-8 1,4 1 22,3-3-28,2-8 825,10 6-808,9 3-29,11 2 18,11 3 590,13 6-596,8 6 0,6 5 12,10 8-7,-17 4-38,14 12-1,-17 9 6,10 15-9,-23-14 1,-2 5-1020,-2 12 0,-4 4-3860,-6-5 1,-2-1 3721,-3 0 0,-3-3 1,-6 2-1,2-28 1</inkml:trace>
  <inkml:trace contextRef="#ctx0" brushRef="#br0" timeOffset="5359">19512 3269 19009,'26'-42'655,"1"0"0,-1 0 0,0 0 1,5-4-1,-1 2 0,-10 2-280,-13 3 1,-9 2 245,-12-15-389,3 22 1,-5 1-17,-11 5 0,-2 4-59,-24-1-96,-10 18-49,27 16 4,-2 22 18,12 6-45,11-13 0,3 4 22,0 10 0,6 2 0,4-5 0,3 1-601,1-1 1,4-1 580,8-2 1,5-2 14,18 12 247,-14-22 0,1-3-29,26 3-78,-12-25-85,-7-9 300,-2-24-176,-4-2 8,-8 7 0,1-1 20,9-19-22,-2-1-10,-14 26-47,-4 10 635,-6 10-763,-8 26 22,-3 10-34,1-2 1,0 3-442,-4 18 427,4-13 1,2 3-603,3 13 1,3 4-3850,3 4 0,3 2 4471,0-18 0,0 2 0,1-6 0,2-3 0,1-6 0,3 6 0</inkml:trace>
  <inkml:trace contextRef="#ctx0" brushRef="#br0" timeOffset="6183">21719 2975 19703,'0'-7'4402,"0"2"-3013,0 5-1366,0-27-1,1 44-11,4-5-11,-1 19 0,-1 8-224,2 3 0,-1 1-88,0 4 1,-1 1-1617,0 1 1,-1 1 1927,0 4 0,-2-4 0,1 6 0,-1-8 0</inkml:trace>
  <inkml:trace contextRef="#ctx0" brushRef="#br0" timeOffset="6550">22347 3082 19451,'0'-7'4088,"0"1"-3068,0 6-500,0 0-329,4-60-163,-8 51 5,-3-34 7,-15 75-24,-5 18-16,12-19 0,2 2-275,1 2 0,2 1 272,3 0 1,3 0 2,3-1 0,4-1-17,12 28-108,12-13 193,5-16 27,2-15 39,0-19-10,1-16 44,1-16 44,-2-15-97,-19 20 0,-1-1 276,-4-2 1,-2 0-174,2-27-55,-15 6 98,-10 9-227,-12 9 0,-4 8-169,2 11-1466,1 7 1601,2 13 0,12-3 0,0 5 0</inkml:trace>
  <inkml:trace contextRef="#ctx0" brushRef="#br0" timeOffset="10267">27935 1473 32767,'19'-58'-24,"0"0"0,-3 7 0,-3 7-1067,-2 10-19,-7 17 281,-4 15 182,0 19 191,0 20 149,-7 26-776,2-22 0,-2 3 827,-2 5 1,-2 1 83,-1 2 0,1 0-11,-1-2 1,1 0-361,3-5 1,2-1-822,0-6 0,3-2-7447,7 21 8811,2-21 0,1-19 0,-2-11 0</inkml:trace>
  <inkml:trace contextRef="#ctx0" brushRef="#br0" timeOffset="10550">27991 1503 15378,'-6'-43'1460,"0"0"1,1 0 0,-3-18-1,3 5-995,6 20 1,2 3 133,7-27-291,7 14-202,8 11-61,5 15 5,7 11-16,7 15-34,4 11 6,-1 12 16,-7 10 12,-12 7 5,-13 5 11,-16 1-16,-20-3 5,-18-9 34,-16-9-54,25-19 1,-2-2-9,1-3 0,-1-1-5,-24 1-264,8-4-1652,15-6 1910,14-6 0,11 3 0,7-2 0</inkml:trace>
  <inkml:trace contextRef="#ctx0" brushRef="#br0" timeOffset="10776">28530 1230 19882,'0'-5'4251,"0"1"-3237,0 4-970,-4 7-10,1 12 0,-5 13-18,1 10-55,-2 2-633,-1-1-3803,3-6 4475,3-9 0,3-13 0,1-8 0</inkml:trace>
  <inkml:trace contextRef="#ctx0" brushRef="#br0" timeOffset="10960">28684 1051 18778,'-2'-4'4117,"0"1"-4223,2 3-2930,12 1 3036,9 19 0,-4-14 0,1 13 0</inkml:trace>
  <inkml:trace contextRef="#ctx0" brushRef="#br0" timeOffset="11426">29134 1199 18874,'0'-3'4374,"-1"1"-3366,1 2-761,-72-22-113,36 27-73,-11-10 1,1 5 0,10 33-45,7 7-34,11 8-73,13 4-403,19 0-823,18-2 215,-8-27 1,4-3-788,3-2 0,4-3-339,2-3 1,3-4-166,1-2 0,0-4 1168,0-6 1,0-3 1136,-4-3 1,-1-3 578,-4-3 1,-4-4 695,-3-1 1,-3-2 2681,12-29-22,-11-5-790,-9-2-985,-7 2-735,-8 5-402,-4 10-270,-1 9-217,1 14-270,2 9 398,2 7-566,0 10 347,1 11-342,0 15 7,-2 16-6,-1 12-137,0-26 1,-1 0-13,1 3 1,-1 0-430,1 0 1,0-1-894,0-2 1,2-1-5627,2 22 6252,3-18 0,-1-17 1,1-12-1</inkml:trace>
  <inkml:trace contextRef="#ctx0" brushRef="#br0" timeOffset="11683">29816 1340 21237,'-12'-41'851,"0"0"1,2 4-1,-1 9-655,-3 19-100,-2 10 27,-5 9 67,-19 19-39,1 5-83,-1 3 55,4 5 0,18-8-28,1 10 73,34 6-39,19-10-870,15-3 727,-12-22 0,4-2-283,0-2 0,2 0-3252,15 3 1,2 0 3548,-4-2 0,-4-1 0,-16-3 0,-4-1 0,7 2 0</inkml:trace>
  <inkml:trace contextRef="#ctx0" brushRef="#br0" timeOffset="12476">27494 2061 20775,'61'-9'180,"0"1"0,0-1 1,-12 3-1,1 1 0,0 0 1,0 1-142,2 3 0,0 1 0,1 1 1,1 0-1305,5 0 1,1 1 0,1-1 0,1 1 1261,-10-1 1,0 0 0,1 1 0,0-1 0,1 1-1,1 0 1,0 0 0,0 1 0,1-1 0,0 0-211,0 1 1,0-1 0,1 0 0,-1 0-1,1 0 195,-1 0 0,-1 1 0,1-1 1,-1 0-1,1 0-130,-3 0 0,0 0 0,0 0 0,-1 0 0,0-1-868,8 1 0,-1 0 0,-1-1 0,-1 0 1016,-4-1 0,0 0 0,-3 0 0,-4-1 0,10 1 0,-6 0 0,-14-2 0,0 0 0</inkml:trace>
  <inkml:trace contextRef="#ctx0" brushRef="#br0" timeOffset="12893">30391 1381 26175,'44'-21'-518,"0"-1"0,0 0 1,-1 2-1,1 1 1,-2 7-1180,9 11 0,-2 6-3219,1-1 1,-1 0 4522,-7 1 1,-5 1 0,9 2 0,-24-4-1</inkml:trace>
  <inkml:trace contextRef="#ctx0" brushRef="#br0" timeOffset="13049">30616 1547 23965,'57'-14'-191,"1"1"1,-25 3 0,-3 2-1,23 0 1</inkml:trace>
  <inkml:trace contextRef="#ctx0" brushRef="#br0" timeOffset="13642">32008 1327 20740,'10'-56'1321,"0"0"1,-1 6 0,-4 5-1035,-12-1-65,-6 14-197,-9 14-80,-7 14 35,-12 19 17,-12 18-604,23-8 1,0 4 634,-2 5 0,3 3-9,2 4 1,4 1-307,3 2 1,5 2 300,5-1 0,5 1-12,7-1 1,6 0 0,6-2 0,5-2 5,6-2 1,4-3 13,2-5 1,2-4-66,-2-7 0,1-4 144,24 1 40,-11-23 10,-8-13 28,-12-15 843,-11-8-832,-15-5-44,-15 2-85,-16 2-16,-15 5 109,18 22 1,-2 2-177,-3 3 0,-3 2-270,-1 2 1,-2 4-3748,-2 5 1,1 3 4038,3 1 0,4 2 0,-11 5 0,20-3 0</inkml:trace>
  <inkml:trace contextRef="#ctx0" brushRef="#br0" timeOffset="33484">4912 2971 20588,'-10'-55'862,"0"1"1,2 4-1,3 6-173,11 7-358,0 11-203,-1 8 40,-1 11-117,-4 5-57,1 1 40,0 11 11,2 7-17,1 18-23,0-3 12,0 16-23,-2-4 17,-1-10 1,-1 1 10,0 21 1,-2 6 5,0-27 0,-2-2 50,1-15 252,1-1-15,-1-10-103,2-11-144,-1-4 21,-1-15-27,-1-5 27,-2-24-38,2 5 22,-1-5-29,2 24 40,-1 5-44,1 14-102,0 2 12,-1 10 38,2 13 18,-1 16-6,1 2-6,1 21 1,0-3 2,2-12 0,0 1 0,0-9 1,1 0-4,3 31 17,0-34 34,-2-10 78,0-15 28,4-21-72,2-13-1,6-24-44,-3 9 27,-3 10 1,0 0 61,0-7 17,1-13-22,-7 26-57,-6 10-49,2 9-158,-5 5-380,3 14-2437,-2 11 2963,1 9 0,2-7 0,0-7 0</inkml:trace>
  <inkml:trace contextRef="#ctx0" brushRef="#br0" timeOffset="40200">4683 4442 11906,'10'-5'3887,"-3"2"-1204,-7 3 632,0 0-2222,-8-32-824,4 23 313,-12-28-318,3 32-102,-11-2-11,-8 4-44,-12 4-40,-10 8 0,-3 6-33,2 8-40,11 3-5,16-2 22,13-5 23,18 9-34,16-8 16,19 10 7,17-4-228,-21-12 0,0 1 213,3 1 1,-1 0-9,0 3 0,-1 0-6,-4 0 1,-2 0 16,13 16 34,-19-4 33,-26-4-5,-25-5-11,-27-1-34,16-12 0,-4-1-504,-6-1 1,-2-1 494,-4-1 1,0-2 5,2-2 1,1-4-74,6-2 1,5-3-488,8-3 1,6-3-5215,-1-19 5749,22 3 0,9 11 0,2 10 0</inkml:trace>
  <inkml:trace contextRef="#ctx0" brushRef="#br0" timeOffset="41666">5067 4717 19249,'0'-62'1663,"1"1"1,-1 5-1,-2 6-985,-8-2-252,1 9-90,2 8-50,3 10-107,2 8-129,2 8-66,0 6-1,3 8 6,5 13 11,7 20 0,5 22-382,-12-23 1,0 3 369,-2 3 1,-2 2-6,-5 2 1,-2-1-57,-2 0 0,-2 0-134,-2-4 0,-1 0-285,1-5 1,1-2-864,-3 21-572,5-19-341,4-15-29,3-13 421,-1-14 1047,-1-10 1754,-6-10 10,-6-6 748,-8-1 165,-4-2-44,-1 2-360,4 3-491,7 2-510,8 5-287,16 1-94,12 2-45,17 2-17,13 1 0,-19 9 0,0 1-353,4 1 1,1 0 346,1 0 1,0 0 5,-2 1 0,-1-1 3,27-4 19,-14-1 28,-12-1 1,-16 1 190,-9-6-85,-11 5-10,-8-4 22,-7 6 720,-5 3-703,-4 3-41,-1 4-82,0 6-34,-1 7-17,5 7 6,6 3-23,7 2 1,7 0 16,9-1-17,6-2 29,7-7 44,3-4 34,3-8 39,2-10-33,0-8-7,-1-10 68,-5-4 73,-8 0 28,-8 3-39,-6 6-51,-4 5-50,-3 6-90,0 3-22,0 3-23,3 5-11,-1 5 17,1 7 0,1 7-5,1 6-18,3 4 34,3 2 23,4-1-45,5-3 0,2-4 22,1-7 0,0-7 17,0-8 11,-1-11-5,2-8 5,-1-9 11,0-4 6,-3-3-5,-2 0-18,-5 2-16,0 3-6,2-2-11,-1 9-11,9-4 11,5 9 11,11 0 17,6 4 0,-2 5-39,-4 6 0,-7 7 11,-5 7-17,-6 6 12,-4 6 10,-4 3 1,-1 1-6,-2 1-6,3-1 17,2-3-11,5-2-16,5-5 21,10-6-10,-7-7 16,12-9 11,-7-10-11,8-10 1,1-12 16,-2-10 0,-2-9 5,-8-5-195,-9-1 235,-9-2 22,-12 1 6,-6 2 50,-4 5 0,2 10-44,4 11-46,4 11-27,4 10-45,1 10-12,1 15 253,1 3-236,2 28-5,2 8-1,-2-7 1,1 4-3,0-7 0,0-1-17,1 8 1,1-2-183,1-6 0,1-2-868,7 20-1658,4-4 2739,0-27 0,-8-15 0,-1-9 0</inkml:trace>
  <inkml:trace contextRef="#ctx0" brushRef="#br0" timeOffset="41825">6224 4669 20347,'-4'-3'4620,"0"0"-4491,4 3-9960,106-62 8382,-68 46 1,20-19 0,-7 7 0,-41 27 0</inkml:trace>
  <inkml:trace contextRef="#ctx0" brushRef="#br0" timeOffset="43392">21531 4467 19064,'-1'5'4291,"0"-1"-2824,1-4-1378,62-30-16,-22 19-227,5-7 1,0 0 243,0 9 127,-9 0-60,-11-2 0,-10-3-50,-5-3-23,-6-4 5,-2-1 219,-3 5-229,-9-3-57,-4 9 12,-12 1-6,-2 6-56,-4 9 33,-2 5 29,-2 10-23,1 9-11,4 8-5,6 8 16,11 4-17,6-8-5,24 19-6,9-19-238,-2-12 0,3-2 235,2-5 0,3-4-8,1-3 0,2-2-31,0-3 1,0-3-4,-2-3 1,0-4 33,20-9 45,-13-11-11,-13-12-6,-11-5 39,-5-3 453,-6 1-402,-2 4 84,0 5-73,-2 6-39,1 7-29,-1 8-61,1 5 11,0 21 1,0 6-18,2 20 12,0 4 27,0 2-5,0 0 0,2-6 0,-1-11 67,0-13 90,0-11-39,2-13-68,6-10 17,6-13 29,7-6 10,3-4 0,1 2-33,0 5-39,-4 8-29,-3 7-5,-5 8-5,-2 8-6,0 11-12,1 6 12,2 10 11,2 5-34,3 3-134,8 2-229,10-1-247,13-3 271,-22-18 0,2-3-163,2-2 1,1-2 409,1-2 0,0-3 120,-2-3 1,-1-3-12,26-9 101,-14-11 39,-12-6 62,-12-5 67,-9 0 39,-6 0-11,-6 4 468,-7 5-585,-5 6-7,-10 6-128,-8 7-12,-8 8 7,-8 8-18,-1 9 1,1 7-6,9 5-6,10 2 6,12 0-11,13-3 17,13-6 5,13-9-5,12-7 27,10-16 34,3-10-366,1-17 341,-29 10 0,-2-3-466,-2-7 0,-3-4 499,-1-7 1,-4-4 44,0-4 1,-3-2 30,-1-1 1,-1 1-12,-1 6 0,-1 1-97,-2 9 1,1 2 152,0-19-34,-1 19-78,-1 16 246,1 11-347,-2 17 991,0 15-985,1 23 11,0-12 0,0 3-373,2 8 0,0 2 367,0 7 1,1 1-15,0 5 0,-1 0-156,-1 2 0,0 0-1283,0-1 1,-2 2 1458,-1 3 0,-1-4 0,2-25 0,-1-3 0,-2 27 0</inkml:trace>
  <inkml:trace contextRef="#ctx0" brushRef="#br0" timeOffset="76275">12610 4280 15368,'2'-54'1645,"0"1"0,0-1 0,0 8-995,1 7 798,4 3-1263,1 18 288,2 9-456,-3 6 291,8 19-219,-1 9 18,7 27-60,-14-20 1,-1 1 105,-1 7 0,-2-1-136,-2-7 0,-2 1 11,-2 15 0,-1 0 0,-3 10-6,2-18 0,0-3 40,-1 6 89,1-18 17,2-12 241,0-8-100,0-15-236,0-10-17,-2-21-28,0-15-17,1 5-6,2 15 1,0-1 16,0-2 1,1 0 91,0 2 1,0 1-90,0-1 0,0 4 31,-1 0-45,0 18-33,0 9-79,0 12 112,0 11-5,-2 15 16,1 17-22,1 13 0,1-27 0,1 0-82,0 2 0,0-1 79,0-1 1,0-1 7,0 26-5,0-15 39,0-16 17,0-14 185,-1-12-168,0-14-34,-1-14-28,1-19 1,-1-14-7,1 24 1,1-2 2,0 1 1,0-1-373,0 2 1,0 2 368,0-14 62,2 3-72,-2 28-90,0-2 61,0 17-5,2 22 39,1 10 0,2 27 0,-3-25 0,1 1 422,1 3 0,-1 1-425,1-1 0,-1 0 8,0-3 1,0-1 0,0 22 33,-1-15 23,-4-15 5,-2-13 0,-5-13-28,-4-13-27,-3-13 232,1-12-322,3-8-230,4-1-768,4 3-2531,3 10 3607,-1 7 0,2 15 0,-2 4 0</inkml:trace>
  <inkml:trace contextRef="#ctx0" brushRef="#br0" timeOffset="77659">12782 4185 17171,'1'-7'2108,"10"-24"1,2-5-456,-4 6-1177,3-7 0,-1 1 134,-7 14-386,-4 12-190,0 6 11,-3 14 0,-3 12-12,-4 19 6,-2 15-22,6-23 0,1 1-208,2 1 0,0 1 202,0-1 0,2 1 3,0-2 0,1-1 3,4 26 6,1-10-12,2-14 22,-1-11 175,-2-12 162,-2-7-118,-2-6 259,1-10-444,-4-8-28,-6-13-22,-5-9-17,-7-7 17,0-2-12,4-1 6,6 4 6,8 2-6,6 5 6,3 3 0,3 5-28,0 3 5,-1 0 17,-2 2-5,-1 1 11,-3 6-40,-2 6-38,0 8 38,0 9 23,-3 11 17,-1 12-6,-3 15-11,2 8-11,2 6 6,9 2 5,2 1-239,6-2 261,-1-4-16,-2-7-12,-5-11 34,-3-10 56,-3-11 45,0-8-56,-3-7-34,-3-9 239,-3-9-267,-3-8 6,0-4-17,1 0-17,3 4 6,4 7-51,1 8-50,2 7 45,1 10 56,-1 10 33,-1 12-22,-1 12-11,-2 6 11,-1 3-5,-2-1-1,-3-6 28,-5-5-10,-6-8-12,-9-8 28,-7-8 22,-7-9-28,-4-12 1,-1-10 10,2-11-21,8-5 10,9-2 12,10 1-18,8 6-10,6 7-12,3 10 10,3 7-28,1 5 23,4 7 23,5 6-4,9 10 10,10 8 46,10 4-25,9-2-285,-18-15 1,1-2 270,3-1 0,1-2 4,1-2 0,1-2 7,-1-1 0,-1-3-29,28-2 98,-7-9 8,-8-9 23,-8-5-23,-8-3-31,-10 0-2,-9 6-47,-6 5 478,-5 6-571,-1 5-7,0 2-113,-3 2 162,-3 4-9,-5 6 29,-4 7-4,-3 5 41,-14 8 19,10-9 26,-21 7 45,4-11-151,-16 1-429,-6-7 353,-1-9 24,4-12 19,7-9-39,8-11-2,11-6 3,8-5-8,7-9 100,7 18 11,4-6 13,6 25-23,0 1-17,0 7 348,4 9-348,1 1 17,11 14 13,6 2 12,10 8 1,7 3-24,5-5 26,2-3-6,2-7 7,1-6-3,3-6-198,5-4-1131,-20-3 1,1 0-8539,24-2 7952,-7-1 1,-31 2 0,-18 1 0</inkml:trace>
  <inkml:trace contextRef="#ctx0" brushRef="#br0" timeOffset="78659">12323 5953 14107,'6'-46'2048,"0"1"1,0-1 0,2-17 0,-1 4-1509,-4 24 1,-1 4-161,3-16 186,2 4-202,-2 21-101,2 1-235,-1 12-5,1 10 5,2 11-12,1 4 7,2 17 16,-4 9 23,-2 17-29,-8-17 1,-3 1-20,0-6 0,-2-2-157,-1 0 1,-1-2 164,-9 15 40,6-24 353,1-3-96,6-15-218,4-17-79,3-4 23,3-22-6,12-22-36,-7 26 0,2-2-97,4-7 0,2 0 105,-1 8 0,1 3-5,11-15 10,5 6-21,-3 18 10,3 4 23,4 7-33,-3 16 10,3 9-5,-8 6 0,-8 3 0,0 3-11,4 17-9,-8-11 1,-2 2 8,-2 21 16,-9-5 519,-10-10-490,-2-10 66,-3-13 46,3-8-56,4-14-62,1-11-17,5-4 28,10-28-17,5 11-22,11-19 6,0 18 5,-2 8-22,-9 12-11,3 8 10,-8 9-4,6 8 16,-3 9 5,2 9-5,1 3-17,3 1 12,1-5 5,1-3 11,0-8 17,-1-7 0,0-13 28,1-10-11,0-11-6,-3-7 6,-4-3 16,-5 1 29,-5 6 28,-5 8-23,0 9-67,-2 6-51,0 7 7,0 7 16,2 10 0,0 3-23,5 25 12,0-7-135,4 19-223,3-7-365,2-2-1042,3-5-5499,1-8 7275,-2-14 0,-7-10 0,-4-7 0</inkml:trace>
  <inkml:trace contextRef="#ctx0" brushRef="#br0" timeOffset="78833">13573 5472 22851,'-15'-38'-127,"0"0"0,-1 0 0,7 16-798,15 30-1449,6 10-6359,10 14 8733,0 4 0,-7-13 0,-6-8 0</inkml:trace>
  <inkml:trace contextRef="#ctx0" brushRef="#br0" timeOffset="79259">14005 5704 24217,'3'-50'618,"0"0"0,-1 4 0,-7 11-461,-18 20-67,-15 8-40,-13 13-16,-8 11-23,28-4 0,2 4-17,-21 22 1,15 3-57,17 2 40,19-2 55,17-7-27,18-9 16,12-11 29,7-19 16,3-14-218,-30 1 0,-1-4 193,-3-3 0,-1-3 11,-4-4 0,-4-2-3,-4-3 1,-3-1 30,-3-3 0,-3-1 28,-3 0 1,-2 0-7,0-1 1,-2 1-4,-1 3 1,0 0-3,0 5 0,1 1 82,-4-17-46,3 16-84,4 13-61,1 11-39,1 11 33,1 15 45,4 20-34,-2-7 1,1 4-328,3 10 1,0 3 228,0 9 0,0 4-640,-1-16 0,1 1 0,-1 1 161,2 4 1,-1 0 0,2 2 582,1 8 0,1 1 0,0-5 0,-2-5 0,-1-5 0,2 0 0,-1-1 0</inkml:trace>
  <inkml:trace contextRef="#ctx0" brushRef="#br0" timeOffset="82699">5497 8206 19171,'-2'-46'1088,"0"0"0,0 0 0,-2-18 0,-4 7-416,-16 3-230,-5 9-212,-1 13-124,-3 16-95,-4 21-22,-6 21 16,17-3 1,2 3-570,-4 6 0,2 4 550,0 3 0,2 2 3,2 2 0,3 0 5,6-1 1,3-1 61,5-5 1,4-1-29,16 20 34,13-20 50,10-17 56,6-23 79,0-18 61,-3-18 110,-22 16 1,-2-2-265,-2-2 0,-3 0 109,9-29-73,-8 6 128,-6 10-183,-4 14-147,-3 14-49,0 13 61,0 21 17,-3 25-20,1-7 0,-1 4-657,-1 15 1,-1 5 653,2-12 1,-1 3-1,0 1-517,1-8 1,0 2-1,0 0 1,-1 1 502,1 5 0,-1 0 1,-1 2-1,0 0-8,0 2 0,-1 2 0,-1 0 0,-1 0-3,-1 2 0,-2 0 1,0-1-1,-1 0 14,-1-4 0,-1 1 1,0-3-1,-2-1 11,-4 9 1,-1-3-1,-2-4-123,4-14 0,0-3 1,-2-6 161,-2 0 1,-2-11-17,-11-24 5,9-41-8,17 1 0,5-6-66,2 7 0,3-2 0,1-2 52,3-8 0,1-1 0,3-1-2,2-4 0,2-1 1,1 1 45,2-1 1,2 0-1,1 2-164,0 2 1,2 1 0,1 1-94,-1 4 0,1 1 0,1 1-315,0 4 1,0 1-1,1 1 37,0 3 0,0 1 0,0 1-683,13-14 1,0 2-1096,0 4 0,0 2-683,-1 5 0,1 1 679,-2 5 1,1 3 2272,-3 5 0,1 3 731,-4 5 1,0 3-732,21-2 1284,-13 8 2485,-15 6 2427,-11 4-2729,-8 1-541,-7 2-1414,-3 0-514,-3-2-438,-1 1-353,3 0-140,4 3-22,1 3 5,8 4 40,4 1 39,7 0 61,3-4 73,1-5 29,-2-4-24,0-8-44,-1-5-38,3-12-1,-1-6-23,-1-6 51,-4-1 39,-6 5-11,-5 5-57,-6 7-72,-3 5-28,-4 4-44,1 2-35,1 3 23,3 2-5,1 1 21,1 0-38,1 1-90,0-1 190,1 0-89,0-1 11,1-1-22,-1-1 16,1 0-27,0 1-1,-1 2-22,-1 1 17,1 0 0,-1 0 16,0 0-5,-1 0-17,0 1 12,0 0-18,0 2 12,2-2-17,1 0-17,0 0-11,0 1-44,0-1-500,0 3-1730,6 2 2330,6 5 0,-4-5 0,3 1 0</inkml:trace>
  <inkml:trace contextRef="#ctx0" brushRef="#br0" timeOffset="83525">5865 8169 8741,'-4'-2'7724,"0"1"-588,4 1-6682,-3-30-186,2 23-167,-2-24-78,2 31-1,1 0-11,0 5-22,2-2 33,1 5 12,2-3 44,3 0 62,0-2-5,4-2 10,3-2-21,3-5-24,3-3-55,-6 0 85,5-7-7,-11 6 17,3-3-28,-9 5-34,-1 1-33,-3 1-23,-2 2-50,0 0-61,-1 2-96,1 1-230,1 3-677,-1 2-2453,1 6-6286,0 1 8576,1-1 1,1-4 0,0-4-1</inkml:trace>
  <inkml:trace contextRef="#ctx0" brushRef="#br0" timeOffset="92150">5888 8117 8052,'-4'1'7668,"0"-1"-845,4 0-6000,-4-14-230,2 9-189,-2-10-164,3 13-83,1 2-56,0 10 17,0 1-34,-2 10-23,2 0-16,-1 0 17,2-1 16,3-4-16,4-5 56,5-4 27,6-4-5,6-9 6,7-8 33,1-9 51,-2-7-34,-5-7-17,-9-5 6,-9-1-45,-11 1-11,-8 5-23,-10 6-11,-4 7-22,-2 10-62,1 6-11,5 13-11,1 9-45,2 14 34,0 12-23,2 7-6,5 7-383,9 2 316,14-1-83,15-3-163,17-7 89,-17-26 1,3-3-60,2-3 1,1-3-82,2-2 1,0-4 10,1-5 1,0-3 137,1-2 0,-2-4 188,4-8 0,-2-3 111,10-9 31,-22 7 1,-4-2 176,-7-8 117,-2-8 90,-7 2 51,-4 6-35,-2 7-82,-2 7 271,-1 7-558,1 7-84,-1 4-5,-1 16-12,-1-2 1,-2 22-18,2-3 18,2 8-6,5-1 11,7-7 0,7-8 11,6-8 34,4-9-6,3-9-6,1-8 23,1-9 107,4-11-79,-12 8 89,1-9 12,-15 13-22,-1-4-46,-4 2 12,-1-2-101,-2 8 6,2-7-6,0 5 16,1-2 96,-1 4-50,-1 5-68,-1 4-10,0 4-108,-2 1-256,-1 2-1076,1 5 1428,4 6 0,-1-4 0,3 0 0</inkml:trace>
  <inkml:trace contextRef="#ctx0" brushRef="#br0" timeOffset="100016">5974 8073 14023,'-5'-6'5473,"1"0"-3441,4 6-861,0 0-319,9-59-208,-2 31-415,-1-8 1,1 1 134,1 17-123,-4 8-141,-2 6-65,-2 8 32,-3 11-11,-2 13-28,-3 13 5,-2 11-21,1 5-292,5 4 285,5-3 18,9-3-1,9-9-16,8-8 33,7-11 34,5-10 50,7-12 45,6-15-477,6-13 379,-27 4 0,-1-2 25,0-3 0,-2-2-3,-1-3 1,-2 0-12,-3-2 1,-2-1-7,-3 1 1,-2-1 5,-2 1 0,-3 0 65,4-25-40,-7 7 17,-7 9 251,-4 11-312,-2 9-12,0 10-44,1 5 422,2 5-462,-1 8 0,1 10 29,0 14-18,-2 13 7,-1 10 10,-4 5 0,-1 2-303,-3-3 315,-1-6-1,-3-8-10,0-9 10,-4-10 12,-4-7-22,-6-10 16,-7-5 28,-6-10-28,-3-7 0,1-11 1,1-10-29,6-9-22,7-7 45,8-3 10,8 1 18,5 4-17,5 4-6,4 4-11,5 7-11,1 8 0,2 9-12,0 8 349,-1 5-354,-2 4 28,2 7 17,-2 11-34,2 14 11,-3 12 6,0 8-17,-1 3-5,2-1 0,4-3-1,5-5 1,4-7-1,8-5 23,-4-15 12,9-3 10,-6-14-11,11-10 6,9-11-6,-10-4 0,1-2-11,15-12-273,-13 5 0,0-2 273,6-14 14,-17 17 0,-2-1 8,-3 3 1,-1-1 7,-4-1 1,-3 1-8,3-7-1,-7-1-44,-7 27 27,-2 0-10,-1 7-29,-2 7 45,-6 19 536,3-2-586,-7 26 22,3-8-22,-5 13 19,6-18 0,-2-1-2,-13 24-417,-2-2 445,-11-10 5,0-14 12,-13 0-124,20-20 0,0-3 129,-20-4-28,5-8-22,9-16 27,10-11-16,-5-19 8,18 20 0,2-4 17,0-10 0,2 0-6,3 12 1,2 1 16,-1-11 1,0 2 7,0-5-16,-4-12-39,4 21 16,1 9-11,3 19-22,3 5-6,-1 5 457,4 9-412,3 13 34,4 30-51,-2 6-211,-5-29 0,0 1 219,-1 2 1,0 0-9,1-1 0,1 0 14,1 0 1,1 0-17,2 1 0,2-2 24,12 7-16,-2-15 11,13-8 34,13-16-12,4-9-204,-18-2 0,0-3 179,-5-4 0,-1-3 671,15-14-657,-18 10 0,-3-3 34,10-21-12,-12 10 1,0-2-12,-6 6 1,-2 1-94,0-5 1,-3 1 115,-2-15-34,-5 18 17,-4 4 0,0 14 378,-4 1-417,3 8-45,1 4 28,3 4 148,1 12-304,0 8-360,5 20-755,1 11-1613,5 10-595,-1-9 3507,1 3 0,-6-34 0,0-2 0</inkml:trace>
  <inkml:trace contextRef="#ctx0" brushRef="#br0" timeOffset="100766">6826 8125 19848,'-3'-8'4795,"1"1"-3972,2 7 241,0 0-1002,-18-45-51,14 34-5,-10-34-1,17 47 7,5 3-7,5 4-16,3 0 28,7-1 39,-1-5 17,2-5 50,1-8 6,-2-7 22,-4-7 6,-7-5-12,-6-2 1,-9 0-57,-7 2-10,-8 6-18,-4 7-33,-2 8 6,0 7-34,-1 9 0,6 2-6,-12 20-5,12-3 0,-8 16-28,10-5 44,6 3 7,5-9-24,6 16 12,12-19-22,12 12 5,15-16 6,14-9 0,-22-10 0,2-4-189,1-4 0,0-2 205,2-3 1,-2-3 2,-1-3 1,-1-3 13,-3-2 0,-2-1-170,18-22 193,-12-1 11,-11-1 11,-8 1 28,-7-2 6,-4 3 28,-4 0 22,-3 7 382,-3 6-521,-1 7 172,1 8-184,3 6 0,1 4 0,3 3 0,-1 6 0,2 7 0,3 13 0,5 11 0,7 9 0,8 5 0,7 3-220,-12-28 1,2 0 219,0-2 0,1 1-85,15 20-66,-11-3-112,-16-3-107,-19-2-341,-13-2-852,-12-7-2459,-4-9 4022,3-10 0,14-7 0,9-2 0</inkml:trace>
  <inkml:trace contextRef="#ctx0" brushRef="#br0" timeOffset="101283">7974 7753 22503,'-5'-2'3389,"2"0"-2207,3 2-1177,-52-27 1,39 26 5,-37-13-22,56 38 11,7 9-6,8 9 12,12 4-246,-12-21 1,2-1 236,4 0 1,1 0 2,0-2 0,0-1 0,22 17-17,-13-5 0,-18-3-44,-21-2-63,-20-1-206,-21-3-471,-16-7-44,26-12 0,-1-3-222,1-4 0,0-4-446,1-4 1,3-4 39,2-6 0,4-5 896,3-2 0,3-2 1385,4 0 1,2-1 1874,-1-22-11,7 12-818,3 10-661,0 6-381,0 6 25,2 5-664,1 6 41,1 7-74,4 12-6,2 11-22,-1 13-56,-2 10-235,-7 12-1765,-3-24 1,-2 1 1943,-1-2 0,0-2 0,-6 12 0,5-17 0</inkml:trace>
  <inkml:trace contextRef="#ctx0" brushRef="#br0" timeOffset="101775">8881 7729 23185,'3'-43'956,"1"0"1,-1-1-1,-1-13 1,-2 6-414,-6 5-51,-4 17-385,2 16-29,0 20 6,-4 26-48,3-2 1,-1 5-344,-3 13 0,-1 6 310,1-1 1,0 6 0,0-4-701,0 6 0,1 0 680,3-2 0,0 4 1,6-6-77,9-2 1,8-3-74,1-10 0,3 1 0,6-3-241,7-2 0,5-4 0,4-3-1888,6-2 1,4-3-1,-1-3 1911,-1-4 1,0-3 0,-4-3 0,4 1 0,-5-4 0,7-2 0</inkml:trace>
  <inkml:trace contextRef="#ctx0" brushRef="#br0" timeOffset="105099">9525 8121 21562,'-11'-50'993,"-1"1"0,2 7 1,3 8-888,7 16-83,3 13 33,6 7-23,4 10 1,5 12-29,4 33-5,-14-27 0,-1 2-206,1 8 1,-3 0 199,0 15 12,-5 1 106,-5-24 404,-3 0-102,-1-16-112,-1-15-190,5-9 79,2-16 338,2-7-411,7-29-74,5-2-814,-1 23 1,1 2 791,7-14-104,8-1 104,-4 21-50,13 3 28,-5 15-22,7 18 16,-11 6-5,12 17 22,-4 3-22,-7-5 0,0 1 11,-5-3 0,0-1 14,0 4 0,0 0-9,4 7-10,-11-11 1570,-6-9-1464,-5-10 107,3-9-163,2-11-6,7-11-50,0 0-1,7-7 57,1 3-28,0 3-45,3 5 22,-7 14 6,-5 5-16,3 4 16,5 10-12,5 3 24,9 11-1,-3 2-11,-7-6 11,4 4 0,-7-11 84,-2-2 12,-3-12-46,-9-14 40,-2-10 0,1-8 5,0 0-55,-1 7 78,3-2-85,-4 16-49,2-2-1,-5 10 12,5 9-23,0 6 23,6 11-18,0 8-16,1 8-28,-3-7-576,13 24-953,0-15-2101,-5-11 0,2-1 3239,15 7 0,-13-15 0,-9-11 1</inkml:trace>
  <inkml:trace contextRef="#ctx0" brushRef="#br0" timeOffset="105309">10814 7766 21523,'-3'-3'3372,"1"0"-3042,2 3-1752,-9-10-3227,27 23 4649,-5-8 0,11 13 0,-8-7 0</inkml:trace>
  <inkml:trace contextRef="#ctx0" brushRef="#br0" timeOffset="105749">11599 7976 24871,'-36'-27'273,"1"0"0,-1 1 0,-15-10 0,2 10-145,-9 23-44,-4 17 308,14 4-375,14 5 0,1 4-23,-5 19-170,14-13 1,4 3 169,10-5 1,6 0 16,16 30-33,18-7-1,18-14 29,-6-17 19,-9-18 0,0-7 26,13-18-35,-12 3 1,-2-5 33,-7-3 1,-3-4 8,-2-3 0,-3-3-6,-4-2 0,-3-2-281,-3-4 1,-3-2 294,-3-3 0,-2-1 34,-1-1 0,0 1 39,-1 3 0,-1 2-14,0 7 0,1 4 203,-3-15-239,2 22-51,1 13-45,3 12 329,0 12-317,5 20-23,3 26-3,-3-16 1,1 3-291,1 10 0,0 3 144,-3-15 0,1 2 0,0-1-417,0 3 1,1 1 0,0-1-2060,1 0 0,1 1 0,0-3 2642,4 14 0,-1-6 0,-3-16 0,0-6 0,2 3 0</inkml:trace>
  <inkml:trace contextRef="#ctx0" brushRef="#br0" timeOffset="106026">11975 7563 27410,'41'18'5,"0"0"1,0 0-1,-1 3 1,-1 3 0,-6 5-12,-10 7 0,-6 5 1,-1 1-805,2 2 0,-2 0 0,-1 2 703,-2 0 1,-2 0 0,-3 1-219,-4-2 0,-3 1 0,-5-1-1247,-7 0 0,-5-1 0,-3-2 1096,-13 14 1,-3-6-1,7-15 1,1-5-1,-13 4 1</inkml:trace>
  <inkml:trace contextRef="#ctx0" brushRef="#br0" timeOffset="129617">13733 8020 18997,'-44'-10'1284,"1"-1"1,5 3 0,10-3-1011,20-1-240,24-1-34,22 2-12,-6 5 1,4 1-37,9 0 1,2 1-1360,8 1 1,-1 0 1355,-10 1 1,1 1-236,16 1 1,-2 3-1619,4 4 1730,-25-4 1,-4 4-499,-13 12 638,-26-7 34,-49 18 42,22-18 0,-3-1-822,-19 6 0,-1-1 830,14-3 1,1-1 80,-8 2 1,0 1 698,9 0 1,2 1-783,3-1 0,2 1 1150,-17 16-1153,36-8 100,25-3-139,22-5-34,25-6 921,-20-6 0,1-3-905,5-1 1,1-2 22,1-3 1,-1-1 18,-3-3 1,-2-1 504,17-10-361,-28 0 0,-5-3 100,-7-16-134,-9 9 0,-6-2 191,-17-28-88,0 28 1,-1 1 42,-11-17 178,5 17 1,2 1 34,-2-2-151,-6-9-119,16 22 733,7 9-962,2 5-11,7 6-17,9 10 16,13 13-10,13 16-278,-17-14 1,-1 3 215,0 4 0,-3 1-93,-3 3 0,-5 0-196,-4 3 1,-5 1-533,-8-1 1,-4 0-2521,-5 0 0,-3-1 3179,-1-6 1,0-3-1,-8 8 1,11-19-1</inkml:trace>
  <inkml:trace contextRef="#ctx0" brushRef="#br0" timeOffset="130574">15634 8248 18745,'-6'-48'889,"0"0"0,0-1 1,1 5-1,1 0 1,0 5-258,1-22 74,4 13-454,1 16-34,1 15-241,-2 10 34,-1 13 6,0 13 181,0 18-198,-3 17 2,1-22 1,0 1-108,-2 4 0,-1 0 102,2 0 1,-1 0 10,1 0 0,1-2 4,-1 28-24,5-12 12,0-17 168,2-15 74,-2-13-108,-1-15-61,-1-12-22,0-17-12,0-14-20,0 21 1,0-2-157,1-4 1,-1-1 144,1 0 1,1-1 5,-1 4 0,1 0 14,2-19-5,0 20-79,-3 16-28,-1 14 72,0 33 12,0 5-6,0-3 1,0 3-1,0-1 1,0 0-9,0 3 0,0 0 87,1 1 0,1-1-62,-1-1 1,1-1-35,4 25 18,-1-16 77,0-17 80,-4-14-35,1-14-66,-1-15-23,1-17 5,2-15-5,-2 17 0,2-2-1,1-5 0,0 0-7,2-4 0,0 0 8,1 0 0,0 2 25,0 4 0,0 2 48,4-18-23,-6 21-106,-3 16 0,-2 15 11,-1 16-11,0 15 45,0 18-70,0-17 0,1 2-226,-1 5 0,1 2-1833,0 5 0,0 0 1744,0-2 0,0-4 0,0 14 0,0-23 0</inkml:trace>
  <inkml:trace contextRef="#ctx0" brushRef="#br0" timeOffset="137384">4500 1851 28966,'37'-13'1865,"0"-1"1,17-7-1831,-15 16 0,1 3-35,-3-1 0,1 0 0,16-1 0,4-2 0,-14 2 0,1 0 0,4 0 0,0-1 0,5 1 0,0-1 0,-4 1 0,1 0 0,-3-1 0,4 1 0,4 0 0,5-1 0,0 0 0,-4 2 0,0-1 0,-3 1 0,3 0-98,-5 0 1,2 0 0,2 0-1,2 1 97,-4 0 0,2 1 0,2 0 0,-1-1 0,-2 1-24,8 0 1,-2 0 0,0 1-1,0-1-18,-1 1 1,-1-1 0,0 1 0,0 1 9,-1-1 1,1 1 0,-1 0 0,-2 0-6,-7 0 0,-2 0 0,1 0 1,1 1-1,12-1 0,2 1 0,1 0 0,0-1 7,-1 1 0,-1 0 0,1-1 0,2 1 18,-5-1 0,2 1 1,0-1-1,0 1 0,-3 0 2,-5-1 1,-2 1 0,0-1 0,-1 1 0,0-1-1,11 1 1,-1 0 0,-1 0-1,0 0 13,-3 0 0,0 0 0,-2 1 0,-1-1-12,8 1 0,-3 1 0,2-1 7,-5 0 0,1 0 1,3 0-1,0 0 6,-5 1 0,2-1 0,1 1 1,-1 0-1,-1 0-2,5 0 0,-1 0 1,0 0-1,-1 0-12,-2 0 0,1 0 1,-1 0-1,-1 0 10,-4-1 1,0 1-1,-1 0 1,-2 0 2,7 0 1,-3 0 0,2 1 0,-5-2 0,1 2 0,1-1 0,1 0 4,6 1 1,2 1-1,1-1 1,-3 1 3,-7-2 1,-2 0 0,0 0 0,-1 0 0,15 2 1,-2-1 0,0 0 11,-5-1 1,-1-1 0,-2 0 20,-9-1 1,-1 0 0,1 0 3,9 0 1,1 0-1,2 0 16,4 0 1,2 0 0,-2 0 11,-11 0 1,-3-1 0,2 1 20,4-1 1,1 1 0,-6-1 5,-2 1 0,-3-1-102,8 1 0,-2-1-2,-12 0 0,0 0 0,8 1 0,1-1 0,3 0 0,-1-1 0,-9 1 0,-2 0 0,-3-1 0,-1 0 0,22 0 0,-16 0 0,15 0 0,-19 0 0,-6 0 0,-19 1 0,-7-1 0,-2 0 0,-5-4 0,-5-3-191,-1-1-18,-10-1 0,14 7 1,-5-1-1</inkml:trace>
  <inkml:trace contextRef="#ctx0" brushRef="#br0" timeOffset="144474">4445 5535 12912,'-47'2'800,"-1"0"0,0 0 0,3 1 0,0-1 1,2 0-355,-6 2 1,3 0-108,1 0 0,0 1-17,6 0 0,1 1 291,-22 3-517,24-2 232,24-4 439,30-4-360,33-7-287,-9 1 0,5-1-653,-7 0 1,3 0 0,1 0 563,7-1 1,2 0-1,1 0-633,5-1 1,2 1 0,1 1 592,-13 1 0,1 0 1,0 1-1,1 0-419,1-1 0,1 1 0,1 0 1,0 0 382,1 0 0,1-1 0,0 1 1,0 0 18,1 0 0,0 0 0,1 0 1,-1 0-18,0 0 0,0 0 0,0 0 0,-1 1 13,-2-1 0,0 1 0,-1 0 0,0 0 14,-3 1 1,-1-1 0,-1 1 0,0 0-219,8 0 1,0 0 0,-3 0 213,-7 2 1,-1-1 0,-3 1 307,8 0 1,-5 1-483,9 1 1503,-36 6-1614,-43 7 243,-34 8 26,14-8 1,-4-1 434,-10 1 0,-3-1-419,17-4 0,-1 0 0,-1 0-124,-2-1 0,-1 0 0,-1-1 123,-1 1 0,-1-1 0,0-1 57,-3 1 1,0-1 0,0 0-429,-3-1 0,-1 0 0,0 1 370,-2-1 1,-1 0 0,-1 1 18,15-2 0,0 0 0,-1 1 0,0-1 15,0 1 0,-1-1 0,1 1 0,0-1 6,1 0 0,0 0 1,1 0-1,0 0-4,-12 1 1,1 0 0,2-1-224,7-1 1,0 1 0,4-1 232,-12 0 1,4 0 397,14 0 0,5-1-592,-5-1 1406,31 0-844,31-3 382,31-5-394,-12 2 0,5 0 210,13-3 0,5 0-352,-14 2 1,2 0 0,2 1-386,8-1 0,1-1 1,1 1 306,-11 2 0,1-1 0,1 1 0,0-1-512,3 1 1,0 0 0,1 1 0,0-1 378,0 1 0,2-1 0,-1 1 0,-1 0-110,-1 0 0,-1 0 0,0 1 1,-1 0-228,-4 0 1,-1 0-1,0 0 1,-2 1 212,10-1 1,-1 0 0,-3 0-2,-7 1 1,-2-1 0,-2 1-634,12 0 0,-4 1-1623,-10 0 1,-4 1 2323,14 3 0,-25-1 0,-16 1 0</inkml:trace>
  <inkml:trace contextRef="#ctx0" brushRef="#br0" timeOffset="145624">14264 1829 32767,'-10'-34'-3255,"0"1"1,-14-22 310,-3 46 4726,-10 4-122,-9 5-200,-6 6-190,1 7-103,7 6-550,17 4 880,14 3-1497,22 1 0,14 3-836,15 2-564,9 2 652,-22-15 0,2 0-90,1 0 1,1 0-127,1 1 0,-1 0 270,0 0 1,-1 0 118,21 17 1380,-17-5-560,-15-2-867,-25-5 896,-20-3 1128,-24-2-486,20-12 1,-3-1-132,-2-2 1,-2-1-56,0-1 0,1-1-73,2-4 0,3-2 358,-19-8-1015,23-14-3569,29-8 3396,30-11 0,-11 19 0,10 3 0</inkml:trace>
  <inkml:trace contextRef="#ctx0" brushRef="#br0" timeOffset="146907">14740 1655 26831,'0'-3'-1160,"0"0"1821,0 3 1547,-35-4-1250,32 23-1782,-22 7 1601,42 31-1509,-8-24 1,0 0-298,-2 3 1,-1 1 839,-1-2 1,-2 1 93,-3-3 1,-2 1-1560,-6 26 277,-4-8 1283,1-11-984,5-13 2185,3-15-85,2-11 600,-1-12-1811,-4-7-351,-2-9-3,-2-5-213,0-1-130,1 0 121,3 3-2,5 2-493,11 3 2437,11 4 952,13 4 600,14 3-53,8 4-186,5 3-234,-1 2-2153,-4 1-103,-5 0 0,-6-3 0,-10-3 0,-12-3 0,-11-1 0,-11 0 0,-9 0 0,-14 0 0,4 5-639,-12 0-48,10 7 37,-3 6 536,3 6 796,4 17 36,8-6-28,2 14-811,10-12-1075,5 6-558,5-5-108,9-1-112,-7-11 330,6-3 1573,-7-11 1221,5-5 1016,-2-7 185,1-13-510,-9 6-727,0-8-1114,-8 11 0,0-2 0,-2 4-941,0 5-1450,-1 6 273,0 3 1324,-1 9 478,-2 6 47,0 9 430,0 13-156,2-3 79,5-2-268,7-4-134,8-9 79,7 3 85,11-6 738,-4-8 376,-2-4 468,-6-11 913,-10-4-449,-1-8-1623,-6-11-269,-5 2 0,-2 0 0,-1 2-846,1 7-759,3-6-509,7-1 1043,3 7 1059,7 1 1217,-5 13 913,8 1 41,-2 5-1993,13 10-166,-4 5 0,6 14 0,-14-4 0,7 8 0,-5-4-1281,14 15-745,-8-10 306,-3-2 643,-8-12 444,-8-10 589,-1-2 525,3-10 1465,-3-3 2,19-21-421,-5-3-648,6-8-879,-3-14 0,-17 15 0,-1-3 0,0-3 0,-1-3 0,-1-9 0,-1-1 0,-3 7 0,-2 3-782,1 11 0,-2 0 24,0-3 0,-2 2-472,0-21-138,-1 7 525,1 10 292,2 25 230,0 9 139,3 10 51,4 14-384,5 19 318,-5 2 1,0 4 52,0 0 0,-2 2 43,0 2 0,-1 1-45,0 3 0,1 0-147,-1-10 0,2 0-225,7 16 0,2 0-103,-1-13 1,3-2 150,4 1 1,1-5-3,10 3-1639,6-6-7720,-8-17 9581,-6-5 0,-7-8 0,-15-6 0</inkml:trace>
  <inkml:trace contextRef="#ctx0" brushRef="#br0" timeOffset="147124">15922 1908 32767,'-43'-44'-237,"-1"-1"0,4 5 1,14 7-2372,31 18 2126,29-3 2725,8 8-1465,-8 3 1,3 1-779,0 2 0,2 2 0,2 0 0,1 1 0,0 0 0,0 2 0,21 0 0,-26 3 0,-3 1-1220,-4 7 915,3 4 1,-27-6-1,-6-5 1</inkml:trace>
  <inkml:trace contextRef="#ctx0" brushRef="#br0" timeOffset="148907">14494 2354 26029,'3'-34'-346,"-1"-1"1,2-13 172,-4 70-109,3 8-27,-1 6 117,3 3-41,-3-1 144,0 1-226,-6-2 406,-5-4 195,-8-5 473,-5-7 233,-3-8 332,-2-6 62,0-4-289,-2-7-274,-1-4-331,-1-5-337,0-3-424,2-2-219,3-1-375,6 1-70,6 2 54,6 2 2,5 4 23,3 3 475,2 4 604,1 4 121,3 6-547,4 6-17,4 7 145,9 9 226,-5-7 67,14 6-158,-3-12-147,10-2 146,7-6 857,14-11 287,-17-2 228,17-14 167,-24 0-87,3-9-1513,-10-2 0,-12-4 0,-9 10 0,-4-2 0,-7 14 0,0 2-1306,-1 4-71,1 4 355,2 4 732,0 1 12,1 4-147,0 1-1,0 4-881,0 3 1386,-1 5 0,1-9 1,-2 0-1</inkml:trace>
  <inkml:trace contextRef="#ctx0" brushRef="#br0" timeOffset="157566">16374 4563 15384,'-1'-51'1456,"0"1"1,0 6-1,2 6-985,3 12-236,1 10-263,-2 7 17,0 5 44,-1 10 29,1 9-12,0 32-39,0 7-222,-4-17 1,-1 0 205,-1 16-18,-6 6 7,1-15 10,-2 5 12,-2-9 66,-3-8-21,4-15 78,-7-5-12,4-11-16,-5-6 11,-9-13-56,3-6-34,-1-2 461,0-2-422,8 7-10,-4-3 10,4 7-33,4 5-112,6 6 34,3 4 11,5 3 72,0 5-10,0 6-18,3 8-10,6 12 10,0-9 12,10 10 22,0-15 45,15 1 12,-1-8 38,10-10-67,-12-7 73,11-13-28,-5-6-5,11-9-40,-21 10 1,1 1 5,13-15-57,-6 4-66,-17 11-662,-12 14-3841,-1 2-5278,-7 11 9461,0 2 1,-2 2 0,3-5-1</inkml:trace>
  <inkml:trace contextRef="#ctx0" brushRef="#br0" timeOffset="158558">16427 5633 14925,'0'-8'1274,"5"-23"0,1-5-103,2 5-793,0-9 0,0 1-114,0 15 66,1 1-380,-3 15 16,3 0 129,-3 14 17,1 9-73,-2 3 17,0 24-56,-2-8 0,-2 19 6,-1-11 5,0-4 6,0-11 106,-1-2 241,-2-15 168,1 0-207,-1-8-185,0-10-45,0-7-33,1-11-12,3-7-11,5-6-22,5-5 0,6 2 5,1 3-16,-3 12-17,9-2 5,-2 14 6,12-5-6,-2 11-10,-1 4 4,-8 5 1,3 13 17,-12 6-12,4 13-11,-9 3 6,-2 2 11,-2-8-17,3 6 12,-4-17 5,1 3 67,-2-14 57,0-4-23,1-7-40,5-8-16,7-10-22,7-10-12,4-5 28,3 1 23,-3 6 22,-4 7-12,-6 8-44,-6 5-16,-4 6-18,-2 1-5,-1 4 28,2 4-17,3 6 0,3 6-6,3 6-5,2 2 16,5-2-10,1-3 38,-2-5 147,-5-7 100,-7-5-73,-2-10-112,-2-6-22,1-9-12,1-4-16,0-1 11,-1 1 6,1 6-6,-3 5-23,-2 6-33,0 4-95,-1 3 56,1 5 11,2 7 6,0 8-57,4 8-156,0 4-252,3 4-281,2-2-263,3-2-2436,1-4 3467,6-8 0,-11-9 0,1-4 0</inkml:trace>
  <inkml:trace contextRef="#ctx0" brushRef="#br0" timeOffset="159932">16156 5665 15866,'41'-27'80,"0"0"0,4 0 1,4 5-67,8 8 0,6 4-1683,-10 1 0,3 0 0,-4 1 1663,4-1 0,0 1 0,-5 1 1,1 0 0,-4 2 431,-6 0 0,-3 2-443,7-1 0,-3 1-78,20-1-326,-24 2 337,-20 2 882,-21 3-888,-18 3-50,-19 6-28,-19 4-186,23-7 0,-3 1 303,-4 1 1,-2 1 55,-4-1 1,-1 1 25,-3 1 0,0-1 16,0 0 1,0 0-6,3 0 0,1 0-28,7-2 0,1 0 1137,7-2 0,3 1-1313,-3 1 519,15-4-94,32-5-84,16-7-22,28-6-601,-6-1 1,2-2 482,-13 4 1,1 1 1,2-2 0,5-1 0,-2 2 12,6-2 1,1 1-17,-9 3 0,2-1 1,0 0 20,-1 1 0,-1 0 0,1 0 98,4 0 1,0 0 0,-3 1-73,0-1 0,-2 0 106,7-1 1,-5 1 1336,-10-2-463,-6 0-464,-20 3-472,-31 3-139,1 2-50,-38 5-96,-1 4 143,16-2 1,-1 1-265,-3 2 1,-2 0-566,-9 2 0,0 0-496,10-1 0,2 0-369,4 0 0,2-1 938,-11 4 0,35-7 1,0-1-1</inkml:trace>
  <inkml:trace contextRef="#ctx0" brushRef="#br0" timeOffset="160625">15942 4677 7212,'-7'-2'4094,"1"1"-3769,6 1 353,0 0-431,84-22-485,-51 17 0,1-1 301,11-2 1,5-3 0,-1 3-299,3 2 0,-2 2 403,0 1 0,-2 0-96,-6 1 1,-4 1 84,18 5 325,-28 3-230,-23 4-34,-27 7-182,-7-3 1,-5-1 5,0 1 0,-2 1 26,-11 2 1,-1 0 76,9-3 1,3-2 980,-19 6-365,-2 1-514,36-13 458,-5 2-190,25-7-55,10-4-164,14-6-88,17-4-51,15-7-147,-23 8 0,1 1 20,4-1 1,0 0-25,2 1 0,0 1-43,-1 0 1,0 1-169,-3 2 0,-1 0-1223,25 0-4492,-12 3 5920,-14 2 0,-14 1 0,-9 0 0</inkml:trace>
  <inkml:trace contextRef="#ctx0" brushRef="#br0" timeOffset="165458">17842 4297 17669,'-3'-40'313,"0"1"1,0 2 0,3 9 258,7 19 61,-1 0-51,-2 2 689,-2 0-1310,-1 3 61,-3 14 12,2 5-17,-2 16 0,1 4 16,0 6-16,1 4-6,0 1 6,0-3 0,1-3 0,0-6-1,0-9 52,0-8 196,-1-10 441,0-3-610,-4-15-22,-4-4-22,-4-15-18,-3-1 18,1 0-12,-1 3-11,3 8-6,2 6-33,3 6-56,5 4-73,0 3 45,2 1 89,-2 3 0,1 4 12,-2 5-17,-3 6 0,-2 5 5,-1 4-5,2 0 0,1-3 33,4-8 101,1-7 118,1-6-224,0-22-6,1 8-5,1-21-6,2 13-6,1-6 6,0 2-22,1-2-29,-1 7 23,-1 3-22,-1 4 27,-1 4-10,2-3 38,2-7 23,0-2-16,1-1 16,-2-5-6,-3 7-5,0-3 5,-2 4-22,0 6-28,0 5-106,0 4 27,0 3 113,2 7 0,3 13-6,1 9-6,1 2-5,1 9 11,1-6 5,2 10 1,0 8-6,-4-11 11,-3 0 6,-3-21 17,-4-2 33,0-10 6,-3-1-29,-2-4-27,0-3-6,0-1-11,-5 0 0,0 0 12,-17 0-1,0 0 0,-10-3-11,12 0 22,-5-5 6,9-4 23,-6-11-34,9 3-6,4-3-6,9 10 7,1 2-1,2 3 0,-1-2 6,1-2-28,1 3-6,2 0 6,3 5-12,4 0-16,4 3 33,7 8 6,7 14 12,-6-1-12,10 20 0,-2-1 0,2-1 5,7 3 12,1-17 17,6-9-6,-5-7 39,12-12 45,-6-10 39,10-12 39,-6-10-5,-7-8-39,-9-4-51,-8 0-22,-7 6-34,-8 10-117,-3 10-393,-4 10-1462,0 17 377,0 3 1556,-5 26 0,3-22 0,-3 11 0</inkml:trace>
  <inkml:trace contextRef="#ctx0" brushRef="#br0" timeOffset="166342">18023 5144 16280,'0'-8'2137,"6"-26"0,1-5-1392,-2 16-283,2-17 0,0 1 20,-3 25-415,-2 0-162,0 9 84,1 9 16,1 2 1,3 14-12,1 6-33,3 24-6,-5-2 34,-1 10 17,-4-22-1,-4 2 35,0-14 139,-1 0-39,0-12 369,2-7-413,2-8-24,0-11-10,4-7 22,8-24-45,3-1-16,9-12 10,-1 11-22,-4 12 6,3 2-17,-1 11-22,0 2-17,4 4 5,-5 11 12,-2 3 16,6 9-22,-3 5-6,5 11-5,1 11 22,-7 0 17,-4-3-11,-4-5 6,-2-6 10,-3-6 68,3-1 33,-6-12-55,2-2 5,3-10-6,3-8-11,11-16-16,-3 5-6,3-4-12,-7 15-16,-6 7-17,-2 6-45,-2 3 28,2 3-16,0 4 22,2 4 33,-3 0-5,5 5 11,-3-2-6,9 3 17,-3-4 40,5-2-18,-8-6 91,9-11-52,-7-5 12,9-13 12,-6-2 4,0-2-44,-5 8 34,0-1-6,-3 10-101,-2 2-44,-2 5 16,-2 8 34,2 8-1,-1 1 7,3 19-23,-4-4-123,3 13-197,-2-4-413,3-2 100,-1-8-7265,7 2 7926,-4-15 0,0 1 0,-5-10 0</inkml:trace>
  <inkml:trace contextRef="#ctx0" brushRef="#br0" timeOffset="166532">19112 4678 11704,'-1'-3'1989,"-1"1"-5468,2 2 953,9 8 2526,2 12 0,0-8 0,-3 6 0</inkml:trace>
  <inkml:trace contextRef="#ctx0" brushRef="#br0" timeOffset="166958">19424 4833 11693,'2'-3'7388,"-1"0"-4279,-1 3-2829,-72-15-157,42 19-95,-14-7 0,2 4-22,18 23-12,4 6-16,7 2-12,6 2-5,9-2-12,10 0 46,8-6 22,8-6 67,3-10 84,2-10 16,-1-13 57,-2-14-101,-8 0 95,-10-4 1,-2-3 66,-1-28-618,-2 14 1,-2-2 511,-3 3 0,-1 1-98,0 10 0,0-1 179,-1-10 1,1 2 23,-1-3-44,0-11-111,0 35-146,0 12-90,0 9 73,1 13 949,3 15-932,5 24-6,-2-15 1,0 2-472,2 8 0,-1 2 269,2 6 1,-1 2-524,0 4 0,-1 2-1069,-2-18 0,-1 2 0,0-2 1283,1 17 1,0-5-1,-2-16 1,-1-4 0,1 6-1</inkml:trace>
  <inkml:trace contextRef="#ctx0" brushRef="#br0" timeOffset="169158">5378 11046 14863,'24'-46'1828,"0"1"0,-3 6 0,-5 5-647,-6 1-306,-8 6-226,-3-7-66,-13 0-376,-7 11-157,-4 4-11,-14 13-33,-3 15 8,13 0 0,-2 3-48,-9 13 1,0 5-9,7-3 0,3 4-384,-3 8 1,5 1 358,2 14-3,16-19 0,5-1-157,6 19 126,11 7 28,26-10 79,6-23 22,6-9 33,2-26 29,-10-11 67,-13-2 0,-2-4 162,11-24-154,-21 19 0,-3 0 9,-5-10 151,-6-4-40,-6 15-32,-2-1-253,0 13 712,1 8-813,3 10 225,2 13-129,4 18 2,-2-3 0,1 6-644,0 6 0,0 7 0,0 0 550,0 2 0,0 0 0,0 4-57,-1-2 0,1 4 0,1 1 0,-2-4-596,1 1 1,0-2-1,0 2 438,0-2 0,1 2 0,-1 1 0,0-2-282,0 7 0,-1-3 0,-2 3-328,-3-2 0,-1 3 1,-2 0-1,0-5 1008,2-5 0,-1-4 0,-4-1 201,-4 2 1,-5-2-1,-2-12 288,-20-10-200,-12-21-173,6-38-180,24-12 1,6-9-86,4-4 0,7-5 14,5 5 1,4-4 0,2 4 36,0 12 1,1 3 0,4-2 8,2 1 0,3-2 1,1-1-1,1 3 10,3-5 1,2 3-1,2-4 11,0 0 0,3-4 1,0 1-1,0 2-6,-5 10 1,0 2 0,-1 0 0,1 0-2,1-2 0,1-1 0,-1 1 0,-3 5-5,7-9 0,-3 4 22,1-2 0,-2 2 543,-6 9 1,-2 1-524,-1 4-1,-1 1 2708,8-18-2828,-16 30 27,-6 16 74,-3 7 1903,-7 22-1959,-1 0 0,0 3 6,0 2 0,1 3-130,-2 8 1,3 1 128,4-9 1,3-2 5,6 17-3224,21 3 3241,-7-32 84,31 5 11,-18-30 34,16-12-56,-18-6 258,6-30-79,-16 8-95,-8 11 0,-1-2 252,-3-20 61,-4 8-252,-6 13 135,-2 5 289,-5 8-653,2 4 3212,0 4-3766,5 8 346,8 12-722,4 8-5326,15 30 6267,5 5 0,-9-12 0,-3-12 0</inkml:trace>
  <inkml:trace contextRef="#ctx0" brushRef="#br0" timeOffset="169825">6685 11009 24301,'-26'-24'-171,"0"-1"0,-11-8 171,45 45 0,5 3 23,3-1 44,0-5 39,2-5 29,1-9-12,1-7 6,1-9 22,-2-5 6,-4-3 22,-7 0 28,-3 1 23,-7 5 11,-3 6-67,-4 8-90,-5 4-56,-5 8-17,-3 9-33,-4 10-18,5 2-49,-2 23 33,13-7 5,0 21-334,17-6 262,10 2-6,14-2 78,-11-29 0,3-3-33,27 12 90,4-15 22,0-22 17,-1-19 5,-28 2 1,0-4-4,-1-4 1,-2-4-3,0-3 0,-2-2-274,-1-1 0,-2-2 277,-1 1 0,-2 0 13,-2 3 1,-1 0 50,4-24-12,-6 9 17,-5 10 1,-3 11 16,-2 8 245,-1 10-362,1 6 500,-2 3-562,-1 10 72,-3 9-61,-2 13 23,-1 10-17,5 4 11,5 1 17,10-1-28,9 0-5,13 1-406,11 2 349,-17-24 1,1 1-133,1-1 1,-1 0-261,-2-1 1,-3 0-1561,5 24-4701,-34 7 6743,-16-5 0,-1-15 0,7-14 0</inkml:trace>
  <inkml:trace contextRef="#ctx0" brushRef="#br0" timeOffset="170192">7760 10698 24402,'-35'-13'-34,"12"14"40,42 42-6,7 6 0,-9-22 0,1 1-221,1 0 0,1 1 215,0 0 1,-1 0-6,0-1 0,-2 0-45,10 25 5,-10-5-201,-11-6-39,-13-7 101,-10-6-124,-10-11-475,-10-8-1379,-7-12-5259,-7-12 6891,6-5 1,16 4 0,14 5-1</inkml:trace>
  <inkml:trace contextRef="#ctx0" brushRef="#br0" timeOffset="170358">7620 10832 10724,'0'-3'8200,"0"0"-4895,0 3-2975,19-20-83,-11 30-130,15-3-139,-18 46-194,-3-20 1,-1 3-1659,0 6 1,-3 3 1873,-3 9 0,0-2 0,0 9 0,-5-4 0</inkml:trace>
  <inkml:trace contextRef="#ctx0" brushRef="#br0" timeOffset="170632">8453 10540 26234,'-30'20'-4,"-1"0"0,1 9 0,5 6-7,12 4 0,5 5 0,1 2-1199,0 1 0,2 1 0,4 0 1183,5 1 1,3 1 0,4-1-25,5-2 1,5 0 0,5-4-68,8 0 1,5-3-1,4-4-239,7-2 1,5-3-1,2-3-1571,-11-9 1,3-3 0,1-1 0,-2-1 1927,12 1 0,-1-2 0,-5-2 0,5-1 0,-8-2 0,7-2 0</inkml:trace>
  <inkml:trace contextRef="#ctx0" brushRef="#br0" timeOffset="172042">9297 11165 14869,'8'-47'2162,"0"0"0,-1 4 0,-5 7-1338,-10 15-343,-3 8-279,-1 6-169,1 7 1,-1 10 0,-1 11-23,-4 16-11,1 16 2,8-23 1,2 3-223,1 2 1,3 2 216,2-1 0,3-1-3,4-1 1,4-1-6,4-2 0,5-3-6,7-3 0,3-4 6,6-1 0,4-5-395,5-3 1,2-3 411,3-3 0,-1-3 5,-2-4 0,-2-3-29,-6-2 0,-4-2 158,13-13-28,-23-4-84,-23 0 360,-19-1-388,-16 0 11,-14-1 546,-8-1-546,26 13 1,0 0 4,0 0 1,1-1 2,-1 0 1,1-1 36,-23-21 12,7-5-18,13-1-5,13-2-34,14 3 126,15 2-120,11 6 0,11 6-6,5 9-22,2 9 0,4 7-17,5 14 0,4 12 11,-25-3 0,0 3-20,-1 4 1,-2 4-421,-2 3 0,-2 2 222,-4 2 0,-2 2-331,-5 1 0,-2 0-529,-3-2 0,-2 0-1546,-4-3 0,-2-1 1924,-5 28 1,2-30 0,0-7 0</inkml:trace>
  <inkml:trace contextRef="#ctx0" brushRef="#br0" timeOffset="172308">10283 10776 23131,'-5'-43'451,"-1"0"1,2 4 0,4 10-424,8 21 0,11 9-11,10 14-6,10 18-463,-14-7 1,0 4 437,4 7 0,-1 5-72,-4 0 0,0 4 0,-2-2-601,1 5 1,-2 1 34,-5 1 0,-1 4 0,-7-3 652,-12 11 0,-5-6 0,8-14 0,-1-3 0,-7-4 0,-1 0 0</inkml:trace>
  <inkml:trace contextRef="#ctx0" brushRef="#br0" timeOffset="180733">11573 11147 18705,'49'-35'-250,"0"1"0,0 2 0,1 10-64,-5 18 1,0 6-825,0 1 1,-1 3 571,-6 0 0,-2 3 52,16 17-46,-30 5 369,-38 6 227,-6-15 1,-6-1-218,-11 2 0,-5-1 444,-5 1 0,-2-1 104,-1-1 0,1-1 0,4-2 0,2-2-150,8-1 0,2-2 18,-10 6 584,22-7-365,18-6-107,19-4-246,17-8-113,19-5-2,-17 1 0,1 0 14,24-8 22,-11 1 1,0-3 347,-18 5 0,0-2-250,10-7 0,-3-5 183,-1-23 95,-20-4 67,-22 1 134,-15 4 163,-11 6 120,-3 8-187,5 8-179,7 10-242,12 6-201,6 8-84,7 2 319,9 6-330,10 6 10,15 10-16,12 12-372,-20-11 0,0 3 282,0 3 1,-2 3-74,-3 2 1,-3 3-339,-5 1 0,-5 1-17,-5 1 0,-6 0-916,-5-2 0,-4 0 1462,-7 0 0,-1-2 0,-5 2 0,0-7 0</inkml:trace>
  <inkml:trace contextRef="#ctx0" brushRef="#br0" timeOffset="181050">13252 11309 19535,'-51'-5'965,"0"0"0,7 2 1,9-1-546,21-2-292,17 0-83,13 1-6,15-2 1,13-1-40,7 2-414,8 2-292,4 1-1196,-30 3 0,-1 0 1228,25 0 1,-22 0 0,-16 0-1</inkml:trace>
  <inkml:trace contextRef="#ctx0" brushRef="#br0" timeOffset="181290">14061 10923 26150,'-33'-31'39,"7"24"-45,27 65 0,0-22 1,0 2-446,-1 5 1,1 2 256,-1 3 1,1 0-1027,-2 3 0,1 0 1220,0 7 0,-1-5 0,1 7 0,-1-6 0</inkml:trace>
  <inkml:trace contextRef="#ctx0" brushRef="#br0" timeOffset="189073">18230 2392 14062,'-42'18'246,"1"0"1,3-5-1,11 2-27,23 6 240,4-10 46,0-6 855,1 0-340,2-3-432,1-3-408,2-2 100,5-6 50,5-8-140,3-4-33,6-9-11,0 1-73,-2 3 39,8-8-12,0 2-5,9-9-31,-12 16 1,2 1-46,-2 3 1,0 1-421,9-4 0,0 2 401,17-6 5,-9 7 1,4 1 5,-12 7 1,1 0 7,18-7 1,2 1-520,-7 4 1,-1 2 504,2-1 1,-2 1-4,-10 2 1,-1 1-67,4-1 0,1 1 72,-4 3 1,0 0 20,1 0 0,1 0-259,4 1 1,1 1 270,-7 0 1,-1 2-36,24-3 2,-21 3 1,1 0 267,7 1 0,0 0-23,4 0 1,1 1-217,-12 0 0,1 0 1,-2 1 174,13 2 0,-4 1-13,-11-1 1,-1 1-15,6 2 0,-1 2 241,-3 1 0,1 1-139,1-1 0,1 1-263,5 1 1,-1 0 13,-5-3 0,0-1 24,2-2 1,0-1 14,-9-1 1,2 0 169,6-2 1,5 1 0,-5 0 123,-12 0 0,0 0-177,10 0 0,6 0 0,-6 0 112,-9 1 1,-2-1 8,9 0 0,-1 0 327,16 1-470,-19-2 0,0-1 350,12-3-509,-14 0 1,2 0 39,23-9 517,2-3 37,-13 3-63,7-4 415,-6 0-240,-2 1 891,-5-3-1610,-20 5 0,-11-2 0,-6-2 0,-12-3-1109,-5-6-148,-14-2 248,-7-4 126,-8-2 426,-3 1 19,-1 1 301,2 3 182,2 2 726,3 2-437,5 0-459,2 2-131,2 2-161,0 4 45,-1 3-71,0 5-40,4 4-12,4 3 164,9 2-61,2 1 14,9 3-10,-2 1 165,4 4 166,1 1-6,3 3 5,4 2-17,10 3 103,11 3-5,13 1-34,14 4 13,-22-11 1,0 2-289,4 1 1,-1 2 282,0 2 0,-1 1 3,-3 3 0,-2 1 0,-7 0 0,-3 3-17,-6 1 1,-5 2-6,-7 1 0,-5 1-92,-7 3 0,-5 0-1072,-6 1 1,-3 1 1185,-5 3 1,0-2 0,-5 4 0,5-6-1</inkml:trace>
  <inkml:trace contextRef="#ctx0" brushRef="#br0" timeOffset="192683">16551 2548 7464,'-5'-2'4374,"2"0"964,3 2-4610,-7-16-156,11 8-208,0-15-151,16 9-73,9-3-22,9-6-51,10-4-154,-20 11 1,2-1 133,2-1 1,1-1-42,0-1 0,0-2-221,-1 0 0,-1-1 234,-3-1 1,-2 0-4,-3-1 1,-3 0 34,11-28 22,-11 0 83,-11 2 18,-13 4-90,-11 7-34,-11 6 58,-7 8 135,-3 8 275,2 7-235,4 8 495,6 3-138,7 4 179,7 4-23,5 5-394,3-2-189,7 10-244,1-5-181,9 6 115,4-2-145,6 3-48,8 4 109,6 4 336,5 5-247,-1 4 399,-5 5-5,-9 3-492,-13 1-714,-12 0-1383,-13-2 2316,-14 1 1,9-22 0,-3-3 0</inkml:trace>
  <inkml:trace contextRef="#ctx0" brushRef="#br0" timeOffset="194166">17668 1523 26493,'-7'1'6274,"2"0"-6274,5-1 0,0 0 0,-6 1 0,14 0 0,2 0 0,21 0 0,6-5 0,2-2 0,1-5 0,-3-5 0,-7-2 0,-6-5 0,-11-5 0,-7-4 0,-13-10-421,0 14-1520,-16-6 256,0 20 62,-8 0 198,-3 8 672,1 6 643,4 8-72,5 7 18,7 10 78,7 8 29,5 7-220,4 6-83,6 2-109,5-1-50,9-3 238,4-5 226,3-9 95,6-10 205,-4-11 111,-1-10 152,1-11 209,-5-10-398,9-22-129,-11 9-160,-8 3 1,-2 0-105,-3 3-81,4-21-67,-7 25-129,2 0-237,-4 9 319,1 8 40,-2 5 240,3 6 17,4 8-6,5 9-11,4 9 1,7 17-12,-8-14 11,4 13-17,-9-21 1,1 2 27,-4-9 180,-2-10-96,-3-10-84,0-5 6,4-11-11,1-4 0,6-7 5,6-8-10,0 8-18,-1 5-11,2 11 0,0 7-22,14 1 17,-10 5-68,18 10 29,-25-2-124,16 12-140,-9-5-404,25 5 40,-1-7-394,-15-6 0,0-3 837,13-4-264,13-7 353,-16-9 157,7-9 73,-10-7 196,-6-12 50,-14 5-129,-5 1 186,-12 2-46,-5 9 96,-9-10-214,-1 12-88,-11 5 1397,5 13-1470,-10 5 202,-1 11-141,-19 15-78,4 9-646,19-9 0,3 1 617,-4 11-140,8 10 135,12-9 0,10 8 17,20-4 28,7-17 5,4-6 68,4-23 66,1-21-49,1-11 330,-20 11 0,-3-4-384,-6 1 0,-4-2 20,-1-4 0,-4 0 33,1-27 51,-4 21 0,-2-1 50,-2 9 0,0-1 120,-2-10 1,-1-1-165,0 12 0,-1 2 100,-6-23-14,6 32-159,2 10-197,2 9 51,1 11 51,1 14-1,4 21-16,0 1 8,0-8 0,2 5-461,3 9 0,1 3 85,1 4 1,1 3-818,-1-11 0,0 1 1,0 0 1178,-1-2 0,0 0 0,0-4 0,-1-4 0,-1-4 0,-2-1 0,0 0 0</inkml:trace>
  <inkml:trace contextRef="#ctx0" brushRef="#br0" timeOffset="210108">14608 4139 10091,'0'-4'829,"0"0"3052,0 4-3181,-15-56-683,11 41-151,-11-42 195,17 57 108,0 5-1,2 4 0,-1 8 39,-1 10-72,-1 9-57,-1 8-33,-1 6-23,0 0 1,-1-2-1,2-5 17,0-7 118,0-10 246,-3-8 191,-1-10-113,-4-4-173,-4-7-100,-4-5-63,-5-7-43,-5-6-24,-2-4 12,-2-3-6,1 0-11,1 1-29,0 3-60,-2 4-12,9 9-34,-5 4 12,11 11 16,-3 5 17,3 7 6,3 8 22,5-6 45,7 6 45,9-8 56,9 2 39,9-3-11,8-6-29,4-4 1,4-6 0,-1-6-6,2-6-5,-2-8-18,-1-6-4,-5-4-18,-5-3-11,-7 1-22,-6 3-45,-4 5-22,-5 4-281,-4 9-5,-2 4-481,-2 7-562,-1 8-3415,0 7 4738,0 6 0,0-5 0,0-5 0</inkml:trace>
  <inkml:trace contextRef="#ctx0" brushRef="#br0" timeOffset="211015">14514 4832 18425,'11'-35'19,"0"0"1,9-16-3,-17 59 28,2 11 0,-2 2 0,2 15-17,-2-4-12,1 4-4,-2-16 27,1 0 28,-2-11 527,0 0 196,1-5-230,-2-4-291,4-7-163,-1-1 62,3-13 39,6-11-106,0-3 17,3-7-1,-3 13-66,-3 8 16,2 4-78,-2 6-6,1 3-6,2 3 7,-2 9 4,-1 0 7,5 10-1,5 7 1,2 3 10,4 3 1,-6-8-1,-5-6 1,-3-4 78,-6-6 169,0-1-169,-1-9-34,3-6-16,2-9-23,0 2 17,6-9-17,-3 13-11,6-5-5,-6 12-18,-1 3 18,-4 4-7,1 6 12,-4 0 6,6 11 0,-3-4-6,3 7 11,-2-8 34,7 1 5,-1-7 12,9-1 10,2-10 7,3-5-34,-7-2 156,5-11-33,-15 8 17,3-7 0,-11 10-51,-1 3-83,-2 4-119,0 4-77,0 2 134,3 9-17,2 3-28,6 10-51,2 1-50,2 1-89,1-2-252,0-3-713,1-5-1785,1-6-6835,2-6 8729,-5-3 1,-4-1 0,-8 1 0</inkml:trace>
  <inkml:trace contextRef="#ctx0" brushRef="#br0" timeOffset="211191">15294 4446 13105,'13'-1'-1604,"-1"2"1,3 14 0,-6-5-1</inkml:trace>
  <inkml:trace contextRef="#ctx0" brushRef="#br0" timeOffset="211615">15565 4521 8808,'0'-5'6234,"0"1"-1596,0 4-4302,-50-43-84,22 41-160,-6-15 1,0 6 19,3 38-39,5 6-28,7 5-40,7 2-5,7-1-5,9-4 16,6-4 28,7-10 45,3-8 28,2-10-22,3-15 10,2-12-32,-1-15-12,-3-14-359,-14 19 1,-2-1 358,-1-5 0,-1-2 64,-2-4 0,-2 0 90,0 1 0,-2 0 62,-1 5 0,-1 1-9,0 6 1,0 2 178,-5-17-56,3 12-195,2 13-180,3 10-33,1 11 27,3 15 724,3 17-701,3 24-45,-5-18 0,-1 4-611,1 7 0,0 3 121,2 6 1,0 3-2369,-1-17 1,1 1 0,0 0 2874,4 15 0,-1-4 0,-3-16 0,0-4 0,2 5 0</inkml:trace>
  <inkml:trace contextRef="#ctx0" brushRef="#br0" timeOffset="213382">5451 14166 15816,'20'-52'1402,"1"0"0,-3 4 0,-5 4-641,-11 1-195,-8 3-213,-7 5-180,-12 9-111,-14 12-51,-11 11-28,20 8 1,-2 5-4,-1 4 0,0 4-303,-2 6 1,2 3 294,2 4 0,2 3-6,3-1 1,4 2-26,6 5 0,3-1 25,-1 12-5,20 8 28,13-33 28,13-1 5,10-13 29,7-15 61,3-16-34,-25 2 0,-1-3 45,-1-4 1,-1-3-133,-2-1 1,-3-2 251,-2 0 1,-3-1 254,6-25 521,-10 7-672,-5 11-179,-3 14-190,-2 12-40,0 12 51,1 17 22,2 21-11,2 25-382,0-19 1,0 4 280,0 10 1,2 5-678,-3-14 1,2 1 0,-1 3 530,0 4 1,1 2 0,0 1 27,-2-12 1,0 0-1,0 1 1,-1-1 24,0 1 1,0 0 0,-1 0 0,-2-1-331,-1 13 1,-2-1 0,-3-2 622,-1-7 0,-1-3 0,-4-3-39,-8 8 0,-6-8 113,0-15 1,-2-8 830,-29-11-870,5-38-112,29 1 1,5-8 307,3-12 0,6-6-334,5 11 1,5-2-1,1-1-50,5-6 1,2 0 0,3-1 38,4-3 0,4 1 0,1 0-15,3-1 0,2 2 1,1 0-5,1 3 0,1 1 1,0 1-7,0 3 1,1 2 0,-1 0-203,-1 4 1,0 0 0,0 2 137,11-15 0,-1 2-25,-2 3 1,-1 2-199,-4 2 1,-2 1 298,-3 3 0,-3 2 337,-3 3 0,-2 1-242,7-23 1551,-10 12-1461,-8 12 1216,-6 9-1312,-4 11 626,-3 8-731,-2 13 398,0 13-348,-1 17-12,2 14 6,3 7 23,5 0-23,4-7 16,6-7 24,5-9-1,3-8 73,4-9 45,1-10 28,5-11 34,1-12-1,-1-12 51,-3-10-17,-7-8-6,-6-4 45,-5-1-27,-5 3-91,-2 5-106,-3 8-61,0 10-146,-1 9-246,2 6-180,1 6-347,6 10-1014,5 8-3030,10 13 4957,10 8 0,-13-16 0,0-2 0</inkml:trace>
  <inkml:trace contextRef="#ctx0" brushRef="#br0" timeOffset="214058">6579 13868 13323,'0'-3'6957,"0"0"-4454,0 3-2374,-33-34-157,25 25 23,-24-22 21,32 38-10,4 4 5,3 5-5,7-1 5,6-3 17,4-4 34,5-8 10,4-9 57,-1-9 56,-5-7 56,-9-3 39,-8-1 33,-6 2-5,-7 2-33,-5 6-107,-7 5-95,-4 6-51,-2 7-33,0 8-12,3 7 12,4 8 0,5 10 0,5 7-17,4 9-39,8 2-34,7 0 5,2-22 1,3-3 34,9 8-40,20 2 17,-13-26 45,8-3 28,-3-14 22,-4-9 17,-6-9 5,-7-9 29,-7-7 11,-5-8 39,-7-3 67,-1-2 11,-3 5 18,-1 6-45,-3 9-40,-1 9-17,-2 8-83,1 8-124,2 6 39,2 2 57,7 15 5,2 3 0,8 15-23,7 6 1,-6-10 5,11 10 11,-7-12 6,6 9 17,1 1-50,-3 1-30,-4-2-82,-6-5-197,-7-2-330,-6-3-1097,-10-1 1769,-8 1 0,5-11 0,-2-2 0</inkml:trace>
  <inkml:trace contextRef="#ctx0" brushRef="#br0" timeOffset="214408">7478 13571 19468,'-2'-3'3825,"0"1"-2834,2 2-1036,-13-28 34,9 30 6,-8-22-1,17 44 6,7 2-6,9 8 12,20 10-6,3-5-309,-14-15 1,1-2 274,14 8-16,-17-11 0,-1-1-135,9 10-84,-1 3-347,-22 0-235,-23-12 5,-9-3-2605,-18-10-5796,3-4 9247,-4-5 0,16 2 0,9-2 0</inkml:trace>
  <inkml:trace contextRef="#ctx0" brushRef="#br0" timeOffset="214582">7481 13671 15093,'-2'-3'6749,"0"1"-5169,2 2-1513,-2-23 17,11 30 0,2-7-45,5 29-33,3 23-253,-14-16 1,-1 3-849,0 3 0,-2 1 590,-4 17 1,-2-4-1,-1-3 1,-4-4-1</inkml:trace>
  <inkml:trace contextRef="#ctx0" brushRef="#br0" timeOffset="214858">8362 13400 20235,'-3'-6'4189,"0"0"-3377,3 6-458,0 0-298,-47-20-28,31 46-28,-38 5 5,44 12 1,9 8-413,-3-10 1,0 1 403,0 14 1,2 3-46,4 1 1,3 1-111,3-1 1,4 0-457,-1-17 0,2 1 0,4-4-145,11 5 0,4-5 19,-5-9 1,3-4 739,18 1 0,-3-5 0,-11-8 0,18 2 0</inkml:trace>
  <inkml:trace contextRef="#ctx0" brushRef="#br0" timeOffset="215632">9135 13475 23551,'-26'-33'156,"-2"16"-133,5 43-6,-6 16-9,11-12 0,-1 1-550,-1 7 0,0 2 534,-1 5 0,1 1 5,2 3 0,2-1-3,4-10 1,3 0-35,6 13 1,6-2 11,19 8-41,-4-19 0,4-4 74,4-14 1,3-6 8,2-4 0,1-5 14,0-6 0,0-4 30,0-5 1,-2-3 25,-2-5 0,-3-3 152,16-26 21,-15-2 62,-11 5 17,-13 6-77,-11 8 695,-9 6-881,-7 7 369,-3 8-453,2 3-23,2 9 17,1 5-11,-2 8 17,-4 5-28,-3 4-113,-1 4-201,1 0-498,5 2-1244,9-1-5954,8-1 7201,10-6 0,1-10 0,2-5 0</inkml:trace>
  <inkml:trace contextRef="#ctx0" brushRef="#br0" timeOffset="216041">9727 13339 23674,'-26'-42'358,"0"-1"0,-1 4 1,12 11-393,18 25 40,12 8 0,15 13-1,18 19-477,-17-9 0,1 3 446,5 8 1,0 5-488,-10-10 0,0 2 0,-1 2 404,-1 3 1,-2 2 0,-2 2-172,-2 2 0,-3 2 0,-5 1-691,-6 0 0,-5 0 1,-6 1 970,-8 3 0,-6-1 0,1-5 0,1-3 0,-2-6 0,-6-5 0,0 0 0</inkml:trace>
  <inkml:trace contextRef="#ctx0" brushRef="#br0" timeOffset="216991">10636 13496 15098,'-7'0'5652,"2"0"-5154,5 0 202,0 0-722,-8-26-124,60 9 45,-25-14-39,23 21 0,8 7-472,-18 1 1,0 1 286,9 3 1,1 3-278,-4 4 0,-5 5-144,5 19 153,-36 16 408,-31-11-185,-7-12 1,-4 0 453,3-5 0,-1 0 75,-6 4 1,-1 0 152,-1 0 0,3-1 142,-13 10-331,12-6 723,22-15-678,14-9 0,14-2-67,30-14-78,11-5-12,-25 5 0,1 0 17,2-4 0,-1 0 763,15-13-659,-16 6 0,-3-3 136,7-21 57,-12-10-19,-24 20 159,-16-5 67,-8 11 23,-9-6 335,-7 0-335,8 10-96,4 2-286,16 14 7,6 3-214,5 6-67,4 2 62,11 10 39,12 9 6,3 4-57,19 18-325,-1 2 23,-14-5 0,-2 4-587,-8-3 0,-5 1-153,-3 12 1,-6-1-12,-10-16 1,-6 1 1103,-11 14 0,-3-5 0,3-12 0,-11 15 0</inkml:trace>
  <inkml:trace contextRef="#ctx0" brushRef="#br0" timeOffset="217565">12516 13492 18756,'16'-55'1533,"0"0"0,-2 5 0,-6 10-1029,-17 18-364,-1 9 39,-19 5-151,2 13-11,-17 11-12,0 21-11,21-12 1,0 3-6,0 3 0,3 2-235,1 3 0,3 0 226,3-1 1,4 1-9,5-2 0,5-1-248,16 28 242,0-34 1,3-2 11,18 12 7,-9-19 1,3-4 39,2-7 0,1-4 11,-1-3 1,0-4-107,3-6 1,-4-6 215,6-30 374,-16 2-411,-14 2 0,-5-3-45,-5 11 1,-2-2-873,-2-15 1,-2 1 868,0 17 1,-2 2 48,-9-8 0,-2 3 69,-10 0-40,8 12 1,-2 3-140,-13 7-95,4 10-113,6 17 1726,3 14-2902,4 22-1198,11-18 0,1 2 1789,-3 29 0,5-21 1,4-18-1</inkml:trace>
  <inkml:trace contextRef="#ctx0" brushRef="#br0" timeOffset="217858">12265 14225 16527,'-51'15'1193,"-1"0"0,7-2 0,7-2-980,9-1-51,17-4 68,21-4-29,18-3-83,26-7-79,-16 1 0,2 0-213,-5-1 0,4-1 80,5 0 1,6-1 0,-1 0-1014,6 0 1,1 0 295,-3 2 1,3 0 0,-3 1-2842,10 1 0,-5 1 3085,-10 4 1,-6 1-1,8 0 1,-28 3-1</inkml:trace>
  <inkml:trace contextRef="#ctx0" brushRef="#br0" timeOffset="218048">12302 14485 21136,'-35'7'355,"0"1"1,-5-1-328,75-16 0,23-5-14,-12 3 0,3 0-683,-1-1 1,4 0 0,-1 0 559,7 0 0,-1 1-846,-2 1 0,-1 0 955,-3 1 0,-4 0 0,6 1 0,-14 1 0</inkml:trace>
  <inkml:trace contextRef="#ctx0" brushRef="#br0" timeOffset="219708">14336 13251 20476,'25'-44'-51,"0"-1"1,9 3-1,8 7-39,-4 21 1,5 7 0,2 0-1102,3-1 0,1 1 1,0 1 1038,1 1 1,-1 1 0,1 2-120,-5 0 0,0 2 1,-2 1-343,12 4 0,-4 2-264,-13 0 1,-6 5 534,3 16 208,-45 5 307,-39 7 129,9-17 1,-5 0-297,-9 2 1,-1-1 394,16-7 1,0 0-1,0 0 16,-16 7 0,1 0 263,9-3 0,4 0-686,11-4 1,3-1 573,-1 9-394,29-12 11,24-5-90,26-13-59,-17-1 1,4-3 323,5-4 0,1-2-304,3-2 0,-1-2 56,0-3 0,-2-2 53,-4-1 0,-4-2 31,-5-1 0,-4-2 201,-7 0 0,-6-2 269,-4-30 169,-26 2-653,0 33 1,-3 1 150,-5 2 1,-2 2-24,-1 3 1,1 2-48,-14-6 281,2 4-438,25 11 558,-1 1-720,18 6 174,12 9-124,16 8 12,21 18-20,-20-10 0,2 1-176,3 6 0,0 1 92,0 3 0,-4 1-188,-4 2 1,-5 2-401,-8 0 0,-7 2-1510,-13 0 0,-7-1 2196,-4-3 0,-3-4 0,-12 10 0,8-21 0</inkml:trace>
  <inkml:trace contextRef="#ctx0" brushRef="#br0" timeOffset="220365">16649 12978 19960,'-3'-9'1299,"-4"-25"1,2-5-919,7 12-331,-5-12 1,5 4-29,18 22 1,19 18-23,-9 6 5,21 26-606,-14 9 503,-15-14 0,-1 4-140,-2 3 0,-4 3-227,-8 12 0,-4 0 364,-3-17 0,-4 0 23,-10 12 0,-6-3 190,-21-2 47,15-22 1,-2-3 305,-22-1 112,5-36-442,21-2 72,13-37-107,29 6-80,-3 19 0,5-1-9,15-3 0,3 2-117,-12 11 1,3 1 63,24-7 0,0 3-317,-4 7 140,-1 4 1,2 1-292,-17 8 0,1 1-989,8-1 1,1 2-3418,2 0 1,-3 2 3433,10 2 1,-11 0 0,-35 1 0</inkml:trace>
  <inkml:trace contextRef="#ctx0" brushRef="#br0" timeOffset="220932">17333 13027 22190,'-4'7'112,"14"-3"-28,52-9-28,-5-5-23,-23 1 1,-1-3 100,13-14-50,-15 4 79,-6-10 38,-15 9 124,-4-11-90,-12 10-16,-9 4-113,-1 11 62,-9 5-101,2 5-5,-10 11-23,7 4-28,0 15-11,14-6-5,3 13-1,8-2-16,7 9-40,19 6 40,-1-18-20,0-13 0,3-2-9,22 0 57,-16-9 0,3-2-1,13-3 1,1-5-345,-6-4 0,0-3 350,8-4 0,-2-5 14,-11-4 1,-3-2-12,-9 3 0,-1-2 8,1-10 1,-2-5 27,-3-10 0,-2-4-2,1-2 0,-1-2-340,-7 11 0,0 0 1,-2 1 428,-1-9 0,-2 5-56,-2 11 1,-3 3 226,-4-30 157,-13 24-246,0 5-186,-5 11-111,8 17 664,6 8-597,1 13 11,1 30 5,1-7-33,6 10 0,3 3-31,1-12 1,2-1 322,1 8 0,2 2-458,4 3 1,2 0-513,2 5 1,2 1-1219,-1-1 0,1 1-1110,-7-16 0,1 2 0,-2-5 3034,0 1 0,-2-5 0,2 7 0,-9-21 0</inkml:trace>
  <inkml:trace contextRef="#ctx0" brushRef="#br0" timeOffset="221408">18094 13116 17742,'-3'-5'3086,"0"1"-2912,3 4-34,26-72-107,3 52 1,4 0-690,8-26 1,3 2 646,12 22 1,2 8-14,-5 1 0,-3 1 13,-9 2 1,-1 1-20,6-2 0,-1-1-116,-9 1 1,-2 0 193,-4 0 1,-1 0 111,16-10-16,-33 6 44,-11 4 157,-7 3 1025,-1 3-1109,-3 3 451,4 3-641,-1 10 0,2 12-51,1 2-22,4 30 17,7-13 11,9 18 0,10-15 6,5-10-6,-5-13 145,17-8-27,-10-18-62,7-2 224,10-30-95,-21 0-101,6-9 78,-22 15 0,-4 0 163,-3-10-34,-1-14-134,-13 19-89,-4 9-118,-2 8-203,2 8-290,4 8-555,1 13-1490,4 10-5611,3 10 8171,5-1 0,-1-11 0,1-9 0</inkml:trace>
  <inkml:trace contextRef="#ctx0" brushRef="#br0" timeOffset="222374">19504 12687 24419,'-17'-60'246,"3"13"-268,14 47-1,-1 0 40,1 2 50,0-1 566,0 1-622,-4-3 6,0 0-34,-3 0 12,1 1-12,4 0 39,0 0-27,2 3 10,4 3 6,2 4-22,4 5 11,4 5-5,5 6 10,2 5 12,4 6-28,1 1 0,-1 1-1,-5-2 12,-8-4 17,-8-3-22,-11-6-7,-5-5-16,-8-5-11,1-6-17,4-7-39,6-9-17,4-10-11,8-12-28,8-10-57,11-3-88,13-1-74,11 4 152,-6 12-135,-7 11 0,0 2-67,11-3 255,-12 6 0,-1 0-27,12-6 176,-8-1 128,-11-1 124,-8-3 167,-5-1 123,-4 0 57,-2 2-63,-2 5-116,0 5-214,0 5-168,0 3-33,1 9 11,3 9 11,2 14-22,0 2-6,-3 0 1,-1 3-12,1 19-227,-2-14 0,-2 1 205,0 19 0,-4-10 33,0-14 56,-1-13-5,2-12 10,2-14-4,5-11 458,6-12-437,5-12 6,6-6 12,5-1-12,3 3 6,3 10 22,3 9-50,4 8-45,5 9 6,6 6-17,2 13 11,3 11-345,-26-5 1,-2 4 114,3 4 1,0 2-1396,1 5 1,0 0 988,-4-1 1,-2-1 0,8 9-1,-17-17 1</inkml:trace>
  <inkml:trace contextRef="#ctx0" brushRef="#br0" timeOffset="223331">21571 12795 21868,'39'-40'185,"0"1"0,-2 1 0,-10 17-169,-24 26 850,2 13-838,-1 10 293,-1 13-299,-1 7 150,-4 15-172,-1-21 17,-4 9 486,3-32-312,-1-3 145,3-10-286,9-32-11,4-5-25,0 2 0,2-2 0,1 1 0,3 0 8,1 0 1,2-1 22,4-2 0,1 1 5,17-16-28,-5 10 12,-4 16-23,-9 11-5,7 2-6,7 11-23,-5 10 12,-2 4 6,-5 14 16,-11 2-22,1 26-1,-8-7 24,-4 4-12,-4-26 0,-1-7 56,1-14 45,0-2-28,0-9-34,3-13-22,0 2 16,8-17-27,5 5 5,7-7-16,12 0-7,-6 11 12,2 7-5,-16 10 5,-2 7 11,-6 3 6,4 7 11,6 11-17,4-1 0,1 1 17,7-5-17,-5-9 169,9 0-24,-6-10-32,0-9-68,-11-4 28,5-13-17,-4-1 6,9-17-51,-7 10 12,-1 1-34,-10 21 22,-2 5 12,-4 7-29,1 0 6,1 6-5,4 6-17,2 10 0,-1-1-141,4 15-890,2 10-1859,2 3 2901,-5-16 0,-1-2 0,-1-2 0,0-5 0</inkml:trace>
  <inkml:trace contextRef="#ctx0" brushRef="#br0" timeOffset="223515">22861 12376 19843,'49'17'-3277,"-12"-6"0,-34-7 0</inkml:trace>
  <inkml:trace contextRef="#ctx0" brushRef="#br0" timeOffset="223965">23701 12687 23915,'-5'-48'700,"-1"0"0,1 3 0,-2 7-532,-6 11-22,-19 3-135,0 18-11,-20 10-6,13 8 20,10 5 0,1 5-25,-5 14 5,10-10 1,1 3-17,1 21-6,9 0 16,18-4-16,9-8 12,15-12 10,-2-12 23,25-22 16,-12-15-270,-10 2 0,0-4 256,-4-6 1,-3-4-1180,2-7 0,-2-3 1168,-5 8 1,-1-2 54,-1-4 1,0-4-1,-3 2 32,0-2 0,-1 1-45,3-9 1,-2 0 131,-6 4 0,-4 5 31,0-3-56,-4-12-68,0 35-66,-2 14-74,1 7 438,-1 34-426,1 16-51,0-3 0,1 6 426,0 5 1,1 4-655,0-14 1,0 2 0,2 1-244,0 3 1,0 1 0,2 1-829,2 1 0,1 0 0,2 1 1155,3 1 1,2 0 0,-2-5 0,-1-3 0,1-6 0,0-6 0,1 0 0</inkml:trace>
  <inkml:trace contextRef="#ctx0" brushRef="#br0" timeOffset="224349">24689 12395 20263,'0'0'0</inkml:trace>
  <inkml:trace contextRef="#ctx0" brushRef="#br0" timeOffset="224558">24663 12873 22695,'20'47'-217,"0"0"0,0 0 0,-8 1 0,-4 1 0,-6-7 0,-15 9 0,-17-2 0</inkml:trace>
  <inkml:trace contextRef="#ctx0" brushRef="#br0" timeOffset="225758">15457 14172 15490,'-57'5'473,"-1"1"0,0 0 1,1 0-1,-7 0 1,4 0-1,10-1 172,-3-2 150,38-4-504,34-6-117,43-4-124,-3 2 1,7-1-1016,-7 3 1,4 0 0,2 0 975,-7 1 0,2 0 1,2 1-1,1 0-6,-6 0 1,1 1 0,0 0-1,2 0 1,0 1-405,-6-1 1,1 1-1,1 0 1,0 0-1,1 0 1,0 1 403,4-1 1,0 0 0,0 1-1,1 0 1,1-1 0,0 1-232,-6 0 0,0 0 0,0 0 0,1 1 1,0-1-1,0 0 0,0 1 231,3-1 1,-1 0 0,1 1-1,0-1 1,1 0 0,-1 1-1,1-1-148,0 1 1,1-1 0,1 1 0,-1 0 0,0-1 0,1 1 0,0-1 156,-8 1 0,0 0 0,0 0 0,0-1 0,0 1 0,1 0 0,-1-1 0,0 1-17,0-1 1,0 1 0,0 0-1,0-1 1,-1 1 0,1-1-1,0 0 1,0 1 17,7-2 0,0 1 0,1 0 1,-1 0-1,0 0 0,0-1 0,0 1-3,-1-1 0,0 0 0,0 0 0,0 0 0,-1 0 0,1-1 0,0 1-1,-1-1 0,0 1 0,1-1 1,-1 0-1,1 1 0,-1-1 1,0 0-2,-1 0 0,1-1 1,-1 1-1,0 0 1,0-1-1,0 1 1,0-1-5,0 0 0,0 1 1,-1-1-1,1 0 1,-1 0-1,0 0 0,0 0-2,-2-1 0,1 1 0,-1-1 0,0 0 0,0 0 0,0 0 0,-1 0 2,-1 0 1,0-1-1,-1 0 1,0 1-1,0-1 1,0-1-1,-1 1 1,7-2 1,-1 0-1,0 0 1,0-1-1,-1 0 1,0 0-1,-2 0 1,-1 0-1,0 0 1,-1-1-1,0 0 1,0 0 46,7-2 1,0-1 0,0 0-1,-1 0 1,-1 0-43,-1-1 0,-1 1 1,-1-1-1,0 0 0,-1-1 42,-1 1 1,-1-1-1,0-1 1,-1 1-1,0-1-43,-1 0 0,-1 0 1,-1 0-1,1-1 0,-2 1 0,12-5 0,-1 0 1,-1-1-1,0 1 11,-2-1 1,0 0-1,-1 0 1,-1-1 3,-2 1 1,0-1-1,-1 0 1,-1-1 111,-2 1 0,-1-1 1,0-1-1,-2-1-109,-2 1 1,-1-1 0,0-1-1,-2 0 6,11-10 1,-2-1 0,-1-1-7,-2 0 1,-1-1 0,-2 0-13,0-1 0,-2-1 0,0 0-12,-2 0 1,0-1-1,-1 0 2,-2-1 1,0 0 0,-1 0 219,-2 1 0,0-1 0,-2 0-220,-2 2 1,-2 0-1,-2 0 206,-2 3 0,-1 0 1,-2 1-192,3-16 0,-4 0 669,-4 5 1,-6-1-656,-9-8 1,-6 2-37,2 18 0,-4 1 365,-12-15 1,-6 1-369,2 16 1,-3 2-24,-9-11 1,-4 0-11,-1 2 0,-5 1-17,5 10 1,-2 2 0,1 2 38,-2-1 0,-2 3 111,0 4 0,-4 0 1,1 3-132,-7 2 1,-2 3-146,7 2 1,-4 0 0,-1 0 159,-4 1 0,-1 0 1,-2 1-400,13 2 1,-1 1 0,-1 0 0,0 0 404,-3-1 1,-1 0-1,-1 0 1,0 0-4,-3 0 1,0 0-1,-1 0 1,0-1-213,10 3 0,0-1 0,-1 0 0,1 0 0,-1 0 223,0 1 1,0-1-1,-1 1 1,0-1 0,1 1-4,0 1 0,0-1 0,0 1 0,-1 0 0,-1 1-159,-8 0 0,-1 0 0,-1 1 0,1 0 0,1 1 154,7 1 1,1 1 0,1 0-1,0 0 1,0 1-72,-11 0 0,1 0 0,0 1 0,0 1 74,1 1 0,1 2 1,0 1-1,1-1 11,7 0 1,1 0-1,0 0 1,-3 1-2,2-1 0,-2 1 0,-1-1 0,-1 1 0,-2 0-3,2 0 0,-2 0 0,-1 0 0,-1 0 1,1 0-1,3 0-20,-5 0 1,2 0 0,0 1 0,2-1 0,-1 0 23,2 0 0,-1 0 0,2-1 1,0 1-1,2 1 0,-6 0 0,1 1 1,2 0-1,3 1 117,-3 1 1,4 1 0,-1 0-126,7 0 0,-1 0 0,0 1 0,-1 1 8,-3 4 1,0 1-1,0 1 1,2 0-2,-9 4 0,3 2 0,0-1 2,3 0 0,0 0 0,1 1 9,-3 0 0,1 2 0,1-2-8,5-4 1,2-2 0,-3 2 3,4-3 0,-1 1 0,-3 1 0,0 0-4,3-3 1,-2 1-1,-1-1 1,1 1-1,1-1-2,-5 2 1,2 0-1,0 0 1,0-1-2,2 0 0,0-1 0,1 1 0,1 0-2,-10 5 0,2 2 0,4-1 4,9-3 0,3 0 0,-2 1 268,-7 5 0,-1 2 0,-1 2-261,7-4 1,-1 2 0,0 0 0,1 0 5,-8 5 0,1 0 0,1 0-8,0-1 0,1 1 1,-1-1 8,-1-1 1,0-1 0,1-1 7,6-5 1,2-1-1,-3 0-13,-7 5 0,-3 1 1,0-1-5,9-5 0,-1 1 0,1-1 0,2-1-2,-5 4 1,3-2 0,0 1-4,-4 3 0,1 2 0,5-3-2,4 1 0,4 0 2,-3 8 1,3 3 556,10-6 1,2 2-574,-7 19 0,1 2-9,10-10 1,2 1-51,3 5 0,6-2-89,10 9-239,8-28 1,6-3-2557,32 7 2957,-7-17 0,1-3 0,5 1 0,4-10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0:04:51.8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4574 2531 22145,'-11'-47'925,"-1"0"1,1 0 0,-5-15-1,2 12-762,3 25-186,4 19 34,6 25-11,4 8-3,1 18 1,1 8-24,-2-2 1,0 3-924,-1 2 0,0 5 0,-1 1 782,-2 1 1,-2 0-1,0 1-300,0-14 1,0 1 0,0 0 0,0 0 369,0-2 1,0 0-1,0-1 1,1-3 45,-2 2 1,1-3-1,2-1-89,1 15 0,1-5 73,0 0 129,-2-18-51,-4-39 23,-5-44-6,5 7 0,-1-2 485,2 3 1,0-3-473,-1-12 0,1-6 0,-1 1 38,2 12 1,0 2 0,-1-4-28,1 0 0,-1-5 0,0 0 0,0 3 35,0-5 1,-1 1 0,1 2-200,0 4 0,-1 1 1,2 1 189,-2-15 0,2 3-47,0 7 0,3 4-17,4 6 0,4 3-137,2 6 0,5 3 109,5 4 0,5 5-3,4 3 1,4 5-12,4 3 0,2 5-17,3 7 0,0 5-35,1 6 1,-2 5 0,-1 9 1,-4 6-12,-4 7 1,-5 4 27,-8 4 0,-7 2 56,-5-9 1,-8 0 16,-18 15 1,-12-3-1,4-18 0,-5-3 11,1-2 1,-2 0 0,0-3-21,0-2 1,-1-5-42,-13 1 0,0-6-162,-7-9-2012,20-8 1,3-6 2212,3-20 0,17 3 0,8 8 0</inkml:trace>
  <inkml:trace contextRef="#ctx0" brushRef="#br0" timeOffset="559">5147 2243 25814,'32'7'-28,"8"9"14,-12 0 0,1 3-9,-1 2 1,-3 2-9,-3 2 0,-4 2 3,5 27 39,-20-1 17,-20-7 34,-13-11-17,1-15 128,-12-14-21,18-16 4,-6-10-27,17-10-56,8-5-67,15-1-18,13 1-16,18 3 22,-14 16 1,3 3 2,2 0 1,2 2-184,1 0 0,0 2 191,-1 0 1,-2 2-1,15-4 35,5-2 4,-27 3 12,4-5 0,-19-1 17,-6-2 434,-2-2-255,-2 0 22,0 0-5,0 3-79,-1 4-117,0 5-90,0 5 12,1 23-35,1 6-4,1 27-29,-2-10-3204,2-3 0,1 7 0,1-6 3189,3 12 0,-2 2 0,0-8 0,0-34 1</inkml:trace>
  <inkml:trace contextRef="#ctx0" brushRef="#br0" timeOffset="743">5790 1985 21831,'-6'-6'2134,"1"2"-1770,5 4-1579,0 0-2476,2 5 3691,10 10 0,-7-6 0,7 4 0</inkml:trace>
  <inkml:trace contextRef="#ctx0" brushRef="#br0" timeOffset="1317">6101 2325 25942,'5'-42'33,"1"1"1,-5 2 0,6 13-51,19 34 6,-5 11 11,4 15 17,-5 10-23,-8 6 12,-6-1 11,-8-6 22,-2-13 107,-1-13 33,-1-12-39,1-14-28,-3-9-17,1-14 6,1-10-12,2-11-21,8-2-12,5 0-51,10 8-16,8 10 17,8 10-18,9 8 1,8 8-6,4 7-247,0 12 224,-3 9 12,-12 12 23,-17 11-1,-16 9 6,-13-7-9,-6-12 1,-3-1 42,-8 0 128,-11 6-100,18-28 78,1-18-39,10-16 0,2-16-23,8 10 0,4 0 6,11-25 209,8 5-231,4 14-23,-4 17 11,8 1-16,1 10-23,16 18-28,-7 12-39,0 8-280,-6 18-1694,-15 3 2030,-10-10 0,-2-1 0,1 5 0,-5-1 0</inkml:trace>
  <inkml:trace contextRef="#ctx0" brushRef="#br0" timeOffset="1900">7339 2364 26911,'-7'-39'51,"9"9"-40,28 34-39,-3-1 39,14-2 6,-6-5 56,14-10 33,-13-6-16,-5-14-18,-19 7-16,-6-12-44,-11 5 100,-14-14 5,-5 14-50,-3 4 79,-3 17-51,6 8 12,-13 8-96,6 10-6,3 5 12,2 29-50,15-16 21,2 2 1,4 3-264,9 1 1,6 1-1054,3 3 1,5 0-2972,12 9 0,5-2 3899,-1-13 0,0-5 0,-8-8 0,-3-3 0,8 1 1</inkml:trace>
  <inkml:trace contextRef="#ctx0" brushRef="#br0" timeOffset="2509">8662 2354 20526,'-55'1'1624,"1"-1"1,7 1-1,5-1-1047,-5 0-426,24 0-100,23-1 27,28-1-61,35-1-1100,-13 0 0,5 0 1077,-11 0 0,3 0 1,1 0-7,4-1 1,0 0 0,1-1-6,-2 0 0,0 1 1,-2-2-3,-4 1 0,-1 0 1,-4-1 265,4 1 1,-3-1-215,-3-3 1,-6-1 45,-9-9 33,-12-14 50,-34-3 73,-22-3-56,17 20 1,-3 1-39,0 2 0,0 0 290,-25-8 1496,17 8-1787,18 7-100,14 5-35,11 6 1,11 9-1,17 15 2,-8-5 0,1 3-231,3 5 0,-1 3 162,-2 4 1,-4 3-169,-5 3 1,-7 3-499,-8 3 0,-10 1 273,-12 10 1,-4-3-1,11-23 1,-1-3 0,-5-1-1,0 1 1</inkml:trace>
  <inkml:trace contextRef="#ctx0" brushRef="#br0" timeOffset="3743">10778 2348 21618,'-22'-52'1243,"-1"0"1,1 6-1,-1 7-811,-15 14-247,-2 12-129,2 18-11,-2 19-23,4 24-564,18-14 0,4 4 539,0 5 0,4 3-14,2 5 1,3 1-43,4 2 0,5 0-48,5-2 1,6-2-68,7-4 1,6-4-40,7-8 0,5-6 8,4-8 1,3-7 41,1-10 1,1-7 67,-1-7 0,-3-7 72,0-7 1,-4-6 61,-3-5 1,-3-4 38,-4-5 0,-4-3 23,-2-4 0,-3-2 39,-3-2 0,-2 0 50,-2 1 1,-1 0 27,-3 7 1,-1 2-1,-3 8 1,-2 3 415,1-14-416,-4 21-105,-2 16-55,0 15-17,0 6 51,3 36-10,1 7-4,0-8 0,0 4-60,-1 0 1,0 2-12,0 4 1,1 0-6,-1-2 0,1 0-5,0-6 1,0-2-35,0-9 1,1-4 61,2 12 121,-2-23-7,0-18-120,0-19-28,4-13-1,6-15-16,7-9 170,-7 26 0,1 1-138,18-25-10,4 10 65,-2 13-67,2 13 23,2 11-17,4 14-11,2 12-29,2 16-58,-24-14 0,-2 1-269,1 3 0,0 0-137,-1 0 0,-1-1-412,1-1 0,0-3-1863,20 13-614,-4-14 105,-3-15 2476,-6-16 2487,-6-11 1209,-6-10-206,-6-2-296,-4 2-769,-3 4-504,-2 7-459,-5 8-336,-2 6-191,-3 4-73,3 6-39,1 4 1,10 6 4,9 2-10,15 0-12,14-4 6,14-4 0,5-8-5,-1-9 27,-15-8 23,-16-10 0,-20-5 44,-21-3 152,-24-3-134,4 14 133,-21-1-32,17 17-24,-7 3-83,8 5-45,4 12-45,15 0-11,3 19 6,11 3-79,7 17-341,10 10-2085,3-18 1,3 0 1251,-6-13 1,1 0 1246,9 10 0,0-4 0,-9-15 0,0 0 0</inkml:trace>
  <inkml:trace contextRef="#ctx0" brushRef="#br0" timeOffset="4183">13025 2595 20918,'-3'-4'3545,"0"1"-2446,3 3-209,-91-28-610,43 30-513,-6-14 0,0 5 284,9 33-66,20 6 26,1 14-39,16 10-70,17-20 0,6-1-53,8 14-110,7-16 1,6-3-222,-4-12 1,2-4-661,10 4 0,3-3 201,2-3 0,0-5-168,-1-4 0,-1-4 134,-3-6 1,-3-2 711,-10 0 0,-2-5 531,6-12 1,-5-7 358,-12 6 1,-3-4 154,0-6 0,1-5 1,-3 1 7,-1-10 0,-4-1-40,-1-10 0,-2 3-408,-2 21 0,-4 1 215,-2-1 1,-4 2 220,-8-8 0,-7-5-162,7 24-543,6 10 103,7 15-148,6 13 857,5 14-851,7 22-23,-3-7 0,-1 3-1217,0 0 0,-2 1 1142,1 0 0,-1 1-295,-2 5 1,-1-2-797,-2-7 0,0 0-979,1 7 0,1-1 2134,1-7 0,0-5 0,1 4 0,0-18 0</inkml:trace>
  <inkml:trace contextRef="#ctx0" brushRef="#br0" timeOffset="4433">13886 2574 21125,'-6'-5'2128,"-32"-13"1,-10 0-1625,6 9-417,-7-9 0,2 4 165,6 24-90,6 18-50,0 10-416,16-11 1,1 2 331,4 1 0,2-1 212,-6 19-223,5 11 0,11-7-12,4-11-38,20 5-96,9-33 0,6-5-145,24 9-844,-21-12 1,6-2-1,0-1-3486,16-1 1,0-2 4603,-16 0 0,2-1 0,-3 1 0,4 0 0,-6-1 0,9-1 0</inkml:trace>
  <inkml:trace contextRef="#ctx0" brushRef="#br0" timeOffset="5059">10631 3447 12150,'-63'7'522,"0"1"0,1-1 0,9-1 0,2 1 0,3-1 360,-12 3 1,7-1 338,-1 3 1327,52-5-1937,24-4-161,16-3 0,14-2 0,2-1-1361,4 0 1,2-1 0,2 1 945,-9 0 0,2-1 0,2 1 0,6-1-11,-9 1 0,4 0 0,3-1 0,2 1 0,0 0 0,-1-1 0,-3 2-212,0-1 1,-2 1 0,-1 1 0,0-1-1,2 0 1,4 1 180,-8-1 1,3 1 0,2-1 0,1 1 0,1 0 0,0-1 0,0 1-1,-1 0 1,-2 1-148,1-1 0,-1 1 0,0 0 0,0 0 0,-1 1 0,0-1 0,0 1 0,0-1 119,0 1 1,0 1 0,-1-1 0,1 0 0,0 1-1,-1 0 1,0-1 0,0 1-196,6 0 0,-1 0 1,0 0-1,0 1 0,0-1 1,-1 0-1,-1 1-85,6 0 0,-1 0 1,-1 0-1,0 1 1,-1-1-1,0 1 315,-4-1 0,0 1 0,1 0 0,-3 0 0,-3 0 0,-4-1 0,15 1 0,-7 0 0,-3-1 0,9 2 0,1 0 0</inkml:trace>
  <inkml:trace contextRef="#ctx0" brushRef="#br0" timeOffset="6033">15093 2530 24357,'21'-27'-21,"0"0"1,8 2-1,6 5-13,20 13 1,7 6-1050,-2-2 1,-2 0 987,-6 1 0,-3 2 22,-11 1 0,-6 2 672,-3 6-576,-45 10-1,-37 6-5,13-9 0,-3 0-120,-6 1 0,-2 0 147,-2 1 1,1 0-9,11-4 1,0 0 52,-11 5 1,5-1-67,5-1-9,10-3 0,7 1 47,21-2 1006,18 2-1051,12-9-27,16-4 0,6-4-3,-6-1 0,1-2-339,-1 1 1,2-1-1,-1-2 342,11-3 0,-2-2 27,-8-1 1,-3-2 306,-10 0 1,-5-3-274,2-22 12,-31-11 5,-6 21 0,-6-1-170,-4-2 0,-2 0 262,-2 1 1,-2 1 61,1 4 1,0 2 226,-18-15-51,9 13 928,13 12-1230,10 7-59,17 8-36,13 10-6,18 13-3,-12-4 1,-1 3 2,2 5 1,-1 2-186,-3 6 1,-5 2-907,-4 4 1,-6 2 1096,-11 9 0,-3-2 0,0 6 0,-12-3 0</inkml:trace>
  <inkml:trace contextRef="#ctx0" brushRef="#br0" timeOffset="8093">18777 2210 21719,'-32'-40'758,"0"1"0,-1 3 0,-1 15-509,8 34 0,0 12-148,-1 1 0,1 5-1208,-6 16 0,3 7 1112,8 3 1,4 2 0,3-9 0,5 1-10,3-9 0,2 2 0,5 0-17,6-1 1,5-1 0,2-1 3,0 0 0,2-1 0,3-1 0,7 2 0,5-1 1,2-7 5,16-1 0,1-9 11,-8-5 0,0-7 2,10-8 1,0-8 16,-12-8 1,-1-6 8,9-7 0,-1-8 20,-14-2 1,-2-6 0,-4-2-6,-4 2 0,-3-1 0,-1-2-614,0-13 1,-2-4 0,-3 4 588,-7 14 1,-1 2 0,-3-1 35,1-9 0,-3-2 0,-2 3 268,-5-7 1,-6 1-206,-4 9 1,-4-3 0,-4 6-37,-12-5 0,-6 7-267,6 16 0,-3 3 0,1 6 200,-4 4 0,1 9 19,-9 8 1,0 11-3,4 15 0,3 8-31,-1 5 0,3 5-86,13-5 0,2 4 0,4 1 52,8-2 1,5 2-1,2-2-19,0 11 0,7 1-136,5-10 1,5 2-1,5-1-1437,8-2 0,6 0 1,0-3-194,-6-5 1,0-1 0,3-1 1818,11 6 0,3-1 0,-6-9 0,3-2 0,-1-5 0</inkml:trace>
  <inkml:trace contextRef="#ctx0" brushRef="#br0" timeOffset="9083">20277 1967 18128,'0'-11'2579,"-1"-24"1,-1-3-1684,-3 17-725,2-16 0,-3 8 36,-6 36 101,-8 23-188,5-3 1,-2 3-76,-6 11 0,0 3-722,-3 8 1,1 2 672,7-13 0,1 0 0,2 2 0,0 1 0,2 1 1,2 0-7,1 1 1,2 1 0,2-2-22,-2 7 0,6 0-145,7-6 1,5 1 0,4-4-383,8-3 1,6-2-558,0-4 1,4 1 0,4-6 1114,6-7 0,4-6 0,-4-2 0,-4 0 0,-2-3 0,2-5 0,0 1 0</inkml:trace>
  <inkml:trace contextRef="#ctx0" brushRef="#br0" timeOffset="9459">20902 2390 25175,'-4'51'364,"0"5"-345,3-22 1,-2 1-437,1 1 0,-1 1 433,-1-3 1,0 1 11,-6 26 292,1-14-252,1-14 333,4-18-110,7-14-129,8-20 18,9-15 32,11-20-265,-13 21 1,1-1 155,1-3 1,1-1-23,0 0 0,1 1-213,-1 2 0,0 2 193,-2 5 1,1 2-12,15-12-55,-1 17-18,3 13 12,7 18-50,10 17-127,-23-6 0,0 5-517,0 5 1,0 4 704,-1 10 0,-2-2 0,2 7 0,-8-1 0</inkml:trace>
  <inkml:trace contextRef="#ctx0" brushRef="#br0" timeOffset="13059">22064 2495 22683,'7'-53'1067,"0"-1"1,0 7 0,-3 9-810,-6 21-213,1 11-28,0 17-1,0 14-38,1 17-96,0 14-58,0-23 0,1 0-364,-1 1 0,0 1-211,0 0 1,0 0-1933,-4 27-1607,-5-12 21,-10-16 2623,-5-17 2172,-4-18 1177,3-18 1176,4-15 56,8-9-523,3-1-972,5 4-348,2 6-319,2 7-392,3 8-286,3 7-73,6 7-50,12 7-89,15 6-90,17 6-171,-21-7 1,2 1 170,2-2 0,1 0-20,0-2 0,-1-1 48,19-1 92,-24-5 0,-3-3 227,1-6 95,4-11 68,-24 1 78,-11-1 55,-8 4 353,-6 3-560,-6 8-61,-4 5-61,-1 9-35,-2 5-44,0 8-11,-4 6-45,-8 4-95,-12 3-429,18-15 0,-1-2 490,-5 0 0,-1-2 65,-1-3 0,2-3-12,2-4 1,3-4 120,-16-14 45,21-10 22,16-4 17,18 0 29,11 4 892,14 7-954,9 7-40,9 12-73,8 16-44,-25-2 0,1 3-139,2 6 1,-1 3-305,1 3 0,-2 2-4229,0 1 1,-2 0 4665,-6-4 0,-3-2 0,6 7 0,-15-17 0</inkml:trace>
  <inkml:trace contextRef="#ctx0" brushRef="#br0" timeOffset="13709">23861 2520 16773,'0'-5'5887,"0"1"-3322,0 4-2481,-53-51-28,20 47-28,-15-13 1,0 5-7,5 33-17,11-2 1,2 1 5,-2 6-11,3 12-5,15-13 50,31 9-17,2-19-17,35 14-524,-2-6 516,-18-7 0,0 1 5,-2 0 0,-1 1-13,17 17 5,-21-5 33,-20-4-16,-23-5 6,-21-3 5,-21-6-363,23-7 1,-2-2 325,-2-2 1,0-2-20,2-2 0,1-3 81,-24-11-938,19-9-1904,23-6 2789,26-5 0,-2 16 0,10 4 0</inkml:trace>
  <inkml:trace contextRef="#ctx0" brushRef="#br0" timeOffset="14159">24353 2617 25791,'-48'-33'185,"1"0"0,7 3 0,3 11-101,-10 32-17,5 10-39,-10 12-23,26-10 1,3 2-12,-5 19-10,12 6 16,21-22-6,15-3 17,10-15 34,13-2 67,15-22 34,-10-8-51,-5-7 112,-13-6 11,-15 8-27,1-3-107,-8 10 95,-3 6-179,-4 11 17,-6 11 0,-5 15-17,-2 3 0,-3 5 2,-1 1 1,0 3-1371,-7 13 1,-1 0 1353,6-12 0,1 0-3,-4 11 1,1 0-264,8-11 0,2-1 260,-1 4 1,2-1-37,5 17-286,27-26-447,19-31-279,-6-9 1,1-4-143,-5 0 0,1-3 1497,17-9 1,-3 1 0,-12 6 0,14-9 0</inkml:trace>
  <inkml:trace contextRef="#ctx0" brushRef="#br0" timeOffset="14483">24659 2647 27404,'-26'-13'22,"11"17"-36,17 27 0,8 10 6,-2-3 0,1-2 8,5 24-17,-8-22 0,-3-2 17,-9 3-17,0 6 17,-19-25 23,8-18-46,-3-3 34,8-27 17,10-1-28,8-19 17,11 4-95,15-1-17,-3 11-320,19-2-445,-20 22 0,2 2-551,1 1 0,2 2-3505,4 0 1,-1 3 4780,14 7 0,-20-1 0,-14 3 0</inkml:trace>
  <inkml:trace contextRef="#ctx0" brushRef="#br0" timeOffset="14793">25145 2868 25304,'22'-56'91,"-1"0"1,-1 5 0,0 3-73,-1 9 1,-1 2 2,-4 3 1,-2 0 10,-3 1 1,-2 1 11,0-16 1083,-8 4-949,-7 19 331,0 5-488,0 8 172,5 13-200,1 11 594,0 13-577,0 22-17,2-16 1,-1 3-395,1 7 1,0 2 365,0 6 1,0 1-118,0 3 0,0 2-183,0 0 1,0-1-219,0-1 1,0-2-555,2-6 0,1-1-1614,0-9 1,2-3 2719,6 10 0,-5-22 0,-1-13 0</inkml:trace>
  <inkml:trace contextRef="#ctx0" brushRef="#br0" timeOffset="14959">25191 2750 25264,'52'-32'-94,"0"0"1,-3 3 0,-2 8-1766,16 16 1201,-28 5 1,-2 0 0,5 0-1,-4 0 1</inkml:trace>
  <inkml:trace contextRef="#ctx0" brushRef="#br0" timeOffset="15533">26014 2370 27023,'-46'42'31,"0"0"1,5-2 0,9-1-48,17 19-113,19-1-263,18-4-1054,-3-27 0,3-2 812,18 11-1106,0-14 1,2-5-527,-10-7 1,0-3-1023,15 3 1,-1-4 973,-11-8 1,-3-4 3730,16-12 4655,-21-12 815,-15-5-3521,-14-3-675,-5 1-1453,-2 4 25,3 7-765,3 6-190,2 8-168,1 6-106,0 4-12,2 9-16,-1 2 33,3 32-17,-3 2-16,1-9 0,-1 1 10,-3 29-10,-1-5 0,-2-11-1,-1-13 6,2-16 12,2-11 5,8-17-11,5-9 16,9-18 1,6-8 22,7-6-34,-15 25 1,1 1 21,21-22 12,-1 10-22,0 11 0,-1 12-34,1 10 0,1 13-12,3 14-77,-2 16-860,-5 10-457,-9 6 1406,-12 4 0,-8-26 0,-6-6 0</inkml:trace>
  <inkml:trace contextRef="#ctx0" brushRef="#br0" timeOffset="15784">27053 2232 27970,'-1'-38'168,"1"-1"0,4-17-129,14 76-11,11 22-31,-10-9 0,-1 4-896,3 9 0,-3 4 817,-1 10 1,-4 4-72,-6-18 0,-2 2 0,-3 0-385,-4 4 1,-3 0 0,-3 0 537,-4 3 0,-4 0 0,1-5 0,1-3 0,0-6 0,-4-6 0,1 0 0</inkml:trace>
  <inkml:trace contextRef="#ctx0" brushRef="#br0" timeOffset="17442">20372 3850 16331,'-48'-5'5,"0"1"1,0 0 0,-12-1-1,3 1 121,12 2 0,5 0 227,-2 2 280,33 0 414,41 0-562,3-1 0,7-1-248,2 0 0,4 0 0,4 0-1170,-1-1 0,2 0 1,4-1-1,1 1 996,-2 0 1,2 0 0,2-1 0,2 1 0,1 0-268,-3 0 0,1 0 0,1 0 0,2 1 0,1-1 0,0 1 214,-12 0 1,2 0-1,0 0 1,0 1-1,1-1 1,1 1 0,0 0-1,0-1-194,4 1 1,1 0 0,0 0 0,1 0-1,0 1 1,1-1 0,0 0 0,-1 1 192,-4 0 0,1 0 1,-1-1-1,1 1 0,0 1 1,0-1-1,0 0 0,1 0 1,-1 1-119,2-1 0,0 1 0,0-1 0,0 1 0,0 0 0,1-1 0,-1 1 0,0 0 0,0 0 110,0 0 0,0 0 0,0 0 1,-1 1-1,1-1 0,0 0 0,-1 0 1,1 1-1,-1-1 0,-1 1 1,0-1 0,-1 1 0,1-1 0,0 1 0,-1 0 0,0 0 0,0-1 0,-1 1-3,5-1 0,0 1 0,-1 0 1,0-1-1,0 1 0,0 0 1,-2-1-1,1 1-7,4-1 1,0 1 0,-1 0 0,-1-1 0,0 1 0,0-1 0,-2 0 2,-4 0 0,-2 0 0,1 0 0,-2 0 1,0 0-1,0-1 0,-2 1 14,13-1 0,0 0 0,-2 0 0,-2-1 0,-1 0-85,3 0 1,-2-1-1,-1 0 1,-4 0-514,2-2 1,-3 0 0,-5-1 588,1-2 0,-8-1 0,-2-1 0,-29 4 0</inkml:trace>
  <inkml:trace contextRef="#ctx0" brushRef="#br0" timeOffset="18550">27522 1705 23175,'-18'-44'724,"0"-1"1,1 5-1,12 10-555,37 26-96,20 18-59,-21-4 0,2 2-837,14 14 0,1 6 828,-5 3 1,1 7-8,-12-6 1,2 5 0,-1 2-1,-2-2 0,-1 0 0,-3-2 1,-2 7-18,-5 3 0,-2 7 0,-2 4 0,-3-3 0,-4-7-543,-4-4 1,-5-5-1,-2 5 495,-3 1 1,-1 6 0,-3 2 0,-3-1 0,-2-6-233,-12 7 0,-6-5 1,-4 2-1478,3-9 0,-4 3 1,-3 0-1,0-2 1,2-2 1545,0-1 0,0-3 0,0-2 0,1-1 1,-11 8-1,1-3 0,7-6 0,13-14 1,1 1-1</inkml:trace>
  <inkml:trace contextRef="#ctx0" brushRef="#br0" timeOffset="26034">5891 5677 23831,'-6'1'134,"0"25"-165,7 14 0,1 6-437,-3 7 1,-2 3-241,1-11 1,-1 2-1,1-4 1,-1-4-1,0-3 1,0 0-1,0 0 1</inkml:trace>
  <inkml:trace contextRef="#ctx0" brushRef="#br0" timeOffset="26708">7458 6485 21982,'9'-59'911,"1"-1"0,-2 1 0,-2 3-760,-4 14 1,-1 1-818,1-4 0,-1-2 725,2 0 0,0 0 14,-1 4 0,1 1-3,-2 7 0,1 3 525,0-14-533,-6 21 155,-1 15-245,-8 21 28,-7 22-3,8-4 1,0 3-265,-2 10 0,1 3 253,0 6 0,2 2-150,2 2 1,3 0 90,3-1 0,3-1-115,5-4 0,4 0-540,3-5 1,4-2 29,3-5 1,2-2-496,0-6 1,1-3-3395,12 9-2733,-15-17 7320,-19-13 0,-3-4 0,-4-2 0</inkml:trace>
  <inkml:trace contextRef="#ctx0" brushRef="#br0" timeOffset="27151">7242 6447 18722,'-17'-44'1071,"1"1"1,5-3 0,12 9-836,26 16-146,26-8-65,-21 18 0,3 2-503,8 0 1,2 1 424,7 0 0,2 2-754,7-1 1,1 1 714,-17 1 1,1 1-1,-1-1 6,2 0 0,1 0 1,-1-1 27,-1 0 0,0 0 0,0-1 35,-3 0 1,-1 0 0,-2-1 181,13-3 0,-3-1-53,-12 1 1,-3 1 279,6-6-94,-28 6-46,-27 6 230,-21 9 84,-16 10-378,22-3 0,0 4-87,0 3 1,2 2-66,3 2 1,4 2-14,-7 22 404,20-5-354,21-10 1394,19-11-1422,17-10 23,13-10-79,-28-4 0,0-3 67,-1-2 1,-1-3 24,-2-2 1,-4-3 120,14-22 0,-19-6-62,-25-1-10,-18 2-23,-15 6-45,-10 9 17,-4 10-34,1 9-56,4 11-61,11 8-382,13 12-5141,15 10 5601,11 0 0,0-9 0,2-10 0</inkml:trace>
  <inkml:trace contextRef="#ctx0" brushRef="#br0" timeOffset="27692">9500 6139 21035,'26'-50'1301,"-1"0"1,1-3-1,-6 4-993,-11 7 203,1-7-164,-8 32-280,0 1-246,-1 17 184,2 16-5,1 7-11,5 29 22,-2 8-134,-3-20 0,-2 3 114,-2 12 1,-2 1-484,-2-10 1,0-2 493,-1-2 1,-1-2 20,-8 14 72,4-30 78,2-4-55,3-33-79,12-18-28,1-11 9,2 10 0,3-2 10,0 1 1,2 0-48,5-10 1,2-1 72,7-7 0,2 1 161,-4 11 1,0 3-193,4-1 1,0 6-15,7 2-78,7 12 73,-6 14-9,-7 8 0,2 5-11,-4 2 0,1 4-327,6 10 1,-1 3 147,-11-6 0,-2 2-2207,7 14 0,-3 1 2400,-8-10 0,-3-1 0,14 23 0,-14-23 0</inkml:trace>
  <inkml:trace contextRef="#ctx0" brushRef="#br0" timeOffset="30201">11419 5900 20660,'-9'0'1299,"3"0"-1130,6 0-79,0 0 11,11 8-57,28-6-64,-9 2 1,4-1-6,13-5 0,2-2-471,3 0 1,0-1 458,-1-1 1,-1 0-15,-4-1 1,-4 1-62,21-2 106,-31 7 84,-41 12-38,-37 14-4,9-6 1,-5 2-441,-6 4 1,-1 0 439,0 2 1,2 0-9,6-2 0,3-1 404,10-3 1,5-1-428,0 9 51,33-10 6,27-10-62,-6-5 0,5-4-296,8-2 1,4-2 253,6-1 0,1-2-111,2-3 0,0-2 125,-3 1 0,-2-2 70,-7 0 0,-3 0 50,-11 0 0,-4-1 132,-1-15 34,-34-4 117,-27-7-106,7 15 0,-2 1-104,-4-4 1,1 0 170,-2 0 0,1-1-53,4 1 0,3 1 1192,-16-17-1229,18 13-145,14 14-96,8 9-10,8 12 44,8 14 0,9 16-56,7 17 97,-14-20 0,-1 3-134,-2 3 1,-3 1-252,-1 4 0,-3 1-2331,-2 3 1,-3 1 2006,-2-5 1,-1-3 0,-2 13 0,-1-23-1</inkml:trace>
  <inkml:trace contextRef="#ctx0" brushRef="#br0" timeOffset="38517">15820 5920 17712,'5'-57'905,"1"1"0,-1-1 0,-2 8 1,-2 1-1,-5 7-54,-20-15-459,-17 28-252,-11 28-93,21 11 1,1 8-17,-7 10 0,1 8-879,9-5 0,0 3 1,0 2 850,-2 7 1,1 4 0,1 1-4,0 5 0,1 2 0,2 2-12,2 1 1,2 1 0,4-1 5,2-1 1,4 0 0,4-1-1,6-6 0,3 0 1,6-3-81,4-5 0,5-3 1,4-4 75,6-4 1,6-4 0,2-5 3,5-3 0,3-4 1,2-5 12,3-3 1,2-5-1,-1-4 8,0-5 0,0-3 0,-1-5 9,-3-3 0,-2-3 1,-2-4 3,-4-3 0,-2-3 0,-3-2-94,-4-3 0,-2-3 1,-3-2 87,-3-1 0,-2-2 1,-2-2-5,-2-3 1,-3-2 0,-1-1 12,-1 0 1,-3-2 0,-1 1 13,-2 1 0,-1 1 0,-4 0 0,-2 5 0,-3 1 0,-3 2-118,-9-12 0,-7 6 106,-9 11 1,-6 7-6,-6 8 0,-5 7-9,-5 9 1,-2 8 118,-2 7 0,0 7-150,21 0 1,1 2 0,1 4-6,2 3 0,2 3 1,3 3-1,1 3 0,3 3 0,4 1-41,2 3 0,3 2 1,3 1-224,4 0 1,3 2 0,4-1-958,6 0 0,3-1 0,4-1-3678,13 17 1,4-5 3673,-3-14 0,1-7 1,16 10-1,-28-33 1</inkml:trace>
  <inkml:trace contextRef="#ctx0" brushRef="#br0" timeOffset="38951">17398 5777 20917,'-5'-51'1114,"0"0"1,0 6 0,-5 11-897,-17 25 11,0 24-156,-1 23-37,13-6 1,2 4-688,0 9 0,1 4 648,3 7 0,2 3-1,4-17 1,2 1-1,2 0-26,3 1 0,3 0 1,2-1-93,3 0 1,2-1 0,4-1-541,2-2 0,4-2 1,2-2-200,2-2 0,2-3 1,1-2-1846,18 8 1,4-7 2189,4-7 1,-3-6-1,7 1 1,-8-14-1</inkml:trace>
  <inkml:trace contextRef="#ctx0" brushRef="#br0" timeOffset="39341">18258 6261 12746,'0'-8'8301,"0"1"-7506,-2-26 1,0-5 251,-2 14-2829,1-16 1,0 5 1809,-1 27 826,2 10-826,1 12 0,0 14-33,0 14-1124,1-10 0,1 0 1146,-1 17 1070,0-14 0,1 0-1099,-1 15 24,-4 11 4,0-8 24,-4-12 167,3-16 106,2-13 3200,1-18-3401,6-14 29,4-17-51,7-14-90,-6 20 0,2-2 22,1-4 0,2 0-2,1-3 0,2-1-307,1 1 1,0 2 322,1 3 1,-1 2-3,17-18-404,8 16 370,-15 18 11,17 8-33,-8 17-1,12 8-25,-17 5 1,-1 4-110,-5 1 1,-2 0 77,-1 1 1,-3 2-678,-6 0 0,-4 1-4167,-4 16 4264,-3 3 0,-3-21 0,-2-13 0</inkml:trace>
  <inkml:trace contextRef="#ctx0" brushRef="#br0" timeOffset="39708">19034 5682 20559,'-5'-8'1980,"-1"-23"0,4-5-1677,11 10-267,-8-10 1,3 3 47,27 14-45,3 9-22,28 2-23,-4 11-157,-23 3 1,0 5 146,17 20 10,-14 1-11,-9 20 36,-27-20 1,-8 1-12,-3 2 1,-5 0-307,-9 6 1,-6-3 313,-4-8 1,-1-4-6,7-5 1,0-2 5,-24 14 27,29-13 52,9-4 304,26-4-355,27-8-51,7-2-202,-5-1 1,6-1-3070,-6 0 0,3 0 0,-3 0 1740,7 0 1,-1 0 0,6 0 0,-9 0 0,-26 0 0</inkml:trace>
  <inkml:trace contextRef="#ctx0" brushRef="#br0" timeOffset="40858">20252 6253 24211,'4'-37'277,"0"0"1,-2-10-256,-19 77-27,-8 19-29,9-18 0,0 3-505,-1 1 0,-1 2 138,-1 2 1,0 1-359,0-2 0,-2 0-330,1-2 0,-1-3 195,1-5 1,-1-5 238,-15 7 521,7-28 655,12-25 475,10-23-293,8 15 1,2-2 35,2-3 0,1 0-200,2 0 0,1 2-24,-1 2 0,1 2 107,7-17 227,-3 15-776,-2 15-62,4 12-11,4 16-6,8 13 6,7 17-8,-14-16 0,1 1-96,2 2 0,0 0-6,0 1 1,1-1-255,-1-1 0,1-1-1745,18 18-3362,-3-15 5471,-7-15 0,-14-8 0,-5-7 0</inkml:trace>
  <inkml:trace contextRef="#ctx0" brushRef="#br0" timeOffset="41168">20405 6327 14085,'-1'-8'3556,"-1"-26"1,0-6-2190,0 9-925,0-9 1,0 2-124,1 21-353,-1 12 23,2 17 17,-2 14-23,1 16-89,-6 12-757,-8 7 294,2-27 0,-4 1-1131,-5 2 1,-5-1 391,-4-1 0,-4-2 1134,-1-4 1,-2-5 747,2-5 0,0-6 1118,-24-9 83,15-22-206,18-16-404,18-10-437,20-3-297,14 1-229,16 6-109,12 9-71,-22 19 0,1 3-14,3 3 1,0 2-6,2 4 0,0 1-59,1 3 0,-1 1-432,0 3 1,0 2 487,3 1 0,-3 1 0,4 2 0,-6-1 0</inkml:trace>
  <inkml:trace contextRef="#ctx0" brushRef="#br0" timeOffset="41684">21460 6390 15687,'3'-1'6688,"0"0"-5322,-3 1-621,27-62-264,-30 32-319,11-8 1,-7 1 67,-34 16-90,-10 9-22,-7 9-68,-1 12-55,6 8 16,7 17-11,19-9-17,6 17-11,18-12 6,10 11 61,17 2-179,-9-20 1,5 0 117,4 2 0,4-1-452,5 1 1,2-1 453,2-1 1,-2 0 7,-3-2 1,-3-1 6,12 14 16,-34-8-17,-39-7 17,-29-8 9,16-7 0,-2-2-252,-3-5 1,0-1 225,0-3 1,1-2-29,3-4 0,2-4-112,6 0 0,3-2 16,-9-21-3164,22 0 3294,28 2 0,-7 18 0,12 3 0</inkml:trace>
  <inkml:trace contextRef="#ctx0" brushRef="#br0" timeOffset="42158">22332 6265 24951,'-51'-17'373,"0"1"1,2 1-1,3 6-294,-14 20-60,21 4 1,1 2-15,-13 11 6,15-4 1,4 3-29,1 12-5,3 9 16,16-4 17,26-4 28,11-18 1,8-5 38,13-22 6,-4-10 45,12-11 72,0-8-39,-27 12 1,-2 1-68,8-7 101,-3-5-28,-21 21-50,-3 1-96,-4 10-27,-10 14 10,-1 3 1,-16 27-9,10-16 0,-2 4-662,-3 6 0,-2 6 0,0 0 661,2-1 1,0-1-1,1 3-9,-3 9 0,0 2 0,3-3-4,0 1 0,6-3-11,5 0 0,7-4-61,16 0-303,27-11-247,14-36-133,-16-10 1,1-7 308,3-9 1,-2-3 154,-6 4 0,-1-1-964,9-12 1,-2-1-3442,-9 6 0,-3 0 4713,4-3 0,-3 2 0,0 0 0,-21 24 0</inkml:trace>
  <inkml:trace contextRef="#ctx0" brushRef="#br0" timeOffset="42484">22552 6375 24906,'-2'-39'546,"1"0"0,-2-23-523,6 63-18,2 4 7,6 16-12,12 30 0,-11-19 0,0 2-347,2 12 1,-2 2 295,-4-3 1,-3-2 24,-3-8 1,-2 0-42,-4 2 0,-4-2-17,-20 15 78,-3-10 34,-8-16 12,12-31-24,10-5 57,8-24 39,23-19-73,-4 25 1,4-1-255,7-6 1,3 2 214,2 6 0,1 4 633,19-13-670,-16 20 1,3 2-589,5 4 1,3 3-1818,0 1 0,2 1 2442,14 1 0,-5 3 0,-2 3 0,-7 1 0</inkml:trace>
  <inkml:trace contextRef="#ctx0" brushRef="#br0" timeOffset="42841">23215 6615 26754,'51'-35'89,"0"0"1,-2 1 0,-6 3-62,-4 1 8,-12 1 1,-1-3-9,-9 4 0,-1-2-849,8-15 1,-2-3 839,-7 3 1,-2 1 8,-3 1 0,-2 1 271,-2 5 0,-3 2-198,-6-18 291,-5 15-252,-6 13-67,2 12-79,4 6 870,0 15-858,0 14-6,-3 24-6,4-13 0,1 2-310,-1 7 0,1 3 313,0 3 0,0 1-34,2 3 1,0 1-138,0 0 1,2 0-415,0 1 0,1 0-911,1-2 1,2 0 1498,5-2 0,1-3 0,-1 6 0,6-15 0</inkml:trace>
  <inkml:trace contextRef="#ctx0" brushRef="#br0" timeOffset="43008">23462 6412 25219,'6'-47'-72,"0"0"1,5 6 0,9 8-573,28 18 0,9 9-4272,2 0 1,0 2 4653,-3-1 0,-3 1 1,-16 2-1,-3 1 0,6-2 1</inkml:trace>
  <inkml:trace contextRef="#ctx0" brushRef="#br0" timeOffset="43784">24515 6108 19748,'0'-10'2355,"-3"-25"0,-2-4-1414,-4 7-672,1-8 0,0 2 33,-4 17-229,3 11-90,2 12 34,-3 18-6,-4 18-22,-3 22-273,7-23 1,1 1 274,1 3 1,1 0-20,2 0 0,1-1-73,2-1 1,3-2-141,2-3 0,4-1-575,14 22-192,16-16-184,15-19 757,-19-20 1,1-5 3,5-4 1,0-6 536,3-4 1,-2-5 98,0-4 0,-2-2 83,-4-3 1,-3-1 97,-3 1 0,-4-1 73,-5 3 1,-2 1 424,4-17-272,-12 16 138,-6 14-756,-3 10 31,0 12-19,-1 10 683,0 15-689,-1 10 11,1 6-17,-1-1 29,0-3-7,-1-6-21,1-6 10,0-10 68,1-7 73,1-8-29,3-11-44,3-8 0,5-14-23,6-10-27,3-10 16,7-5-17,5 1 1,6 6 5,7 9-216,7 11 199,6 11-11,3 11 22,1 14-38,-4 13-24,-6 13-10,-10 8-247,-11 5-1048,-10 2-6994,-10 0 8339,-6-10 0,-3-16 0,-2-12 0</inkml:trace>
  <inkml:trace contextRef="#ctx0" brushRef="#br0" timeOffset="44001">25951 5787 23735,'0'-5'2532,"0"0"-2084,0 5-431,77-10 5,-37 40-28,12-13 1,-3 8-901,-26 19 0,-10 9 766,0 5 0,-6 2-499,-8-18 0,-4 1 1,-3 0 323,-6 5 1,-5 0 0,1-4 0,2-5 0,-2-3 0,-4-4 0,1 0 0</inkml:trace>
  <inkml:trace contextRef="#ctx0" brushRef="#br0" timeOffset="44751">26448 5453 24088,'63'1'159,"0"0"1,-9 10 0,2 6 0,-4 5-146,-8 7 1,-3 5 0,0 3-1033,-3-2 0,1 3 1,-2 1-1,-3-1 1014,-2 1 0,-3 0 1,-4 3-38,2 10 0,-4 4 0,-7 0-402,-9-11 0,-4-1 0,-5 2 443,-6 14 0,-6 3 0,0-6 0,4-6 0,-3-6 0,-11-5 0,0 0 0</inkml:trace>
  <inkml:trace contextRef="#ctx0" brushRef="#br0" timeOffset="45941">16745 7760 8587,'-54'-12'863,"1"0"1,0 0-1,0 0 1,0-1-1,4 1 1,4-2-632,-3-2 1,17-4 849,31-6-1082,19 7 75,11 6 1,8 3-652,1 2 0,5 1 0,1 0 850,7-1 1,1 1 0,4 0-106,-2 1 1,4 0-1,1 1 1,0 0-44,3 0 0,2 2 0,-2 0 0,0 0-75,-9 0 1,-1 1 0,1 0 0,5 1 17,-7-1 1,5 1 0,3-1-1,1 1 1,1 0 0,-2-1-1,-2 1-320,-1 0 0,-2 1 0,-2-1 0,2 1 0,1-1 0,4 0 255,-7 1 0,2-1 1,2 0-1,2 1 1,1-1-1,-1 0 1,1 1-1,-1-1 1,-2 1-176,4-1 1,-1 1 0,0-1 0,0 1 0,-1 0 0,1 0 0,0-1 0,1 1 175,-5 0 1,2 0-1,-1-1 1,1 1 0,0 0-1,0 0 1,-1-1 0,-1 1-1,-2 0-162,7 0 1,-3 0 0,-1 0 0,0-1 0,1 1 0,2 0 0,4 0 169,-9 0 1,2-1 0,4 1 0,1 0-1,2 0 1,-1-1 0,0 1 0,-2 0-1,-2 0 1,-2-1 0,-5 1-42,11 0 0,-7 0 1,-3 0-1,1 0 0,4-1 1,7 1 64,-14 0 0,5 0 0,3 0 0,3 0 0,3-1 0,0 1 0,2 0 0,-1 0 0,0 0 0,-1 0 0,-3-1 0,-3 1 0,-3 0 2,9 1 1,-4-1 0,-2 0 0,-2 0 0,0 1 0,1-1 0,2 0 0,4 1-15,-10-1 0,2 0 0,2 0 1,1 1-1,1-1 0,0 0 0,1 0 1,-1 1-1,0-1 0,0 0 0,-3 0 1,0 1 3,8-1 0,0 1 0,-2-1 1,0 1-1,-1-1 0,0 1 0,-1 0 1,1-1-1,1 0-4,-2 1 1,1-1-1,0 1 1,-1-1 0,0 0-1,1 1 1,-1-1 0,0 0-1,0 0-7,-1 0 1,-1 1 0,1-1-1,-1 0 1,0 0 0,0 0 0,0 0-1,0 0 1,0-1-6,-2 1 0,1-1 0,-1 1 0,0-1 0,0 0 0,0 0 1,0 1-1,-1-2 0,1 1-4,5 0 0,0 0 0,0-1 0,-1 1 0,0-1 0,1 0 0,-1 0 1,0-1-3,-2 1 0,1-1 0,-1 0 0,0 0 0,1 0 0,-2 0 0,1-1 0,0 0-2,-3 0 1,1 0-1,-1 0 1,1 0 0,-1-1-1,0 0 1,-1 0-1,0 0-1,7-1 1,0-1 0,-1 0 0,0 0 0,-1-1 0,-1 1 0,-3 0 41,9-2 0,-4 1 1,-1 0-1,1-2 1,2-1-35,-8 1 1,2-2 0,2 0 0,-1-1 0,0-1-1,-4 1 1,-3-1 27,10-3 0,-5-1 1,-2-1-1,4-2-16,-9 4 0,3-2 1,1 0-1,-1-1 0,-2-1 1,-5-1 21,4-5 0,-4-1 0,-3-1 1,-3 0-16,0-1 1,-3 0 0,-2-3 11,-2-5 0,-2-3 0,-5-1 202,-7-1 0,-3-1 0,-2-1-225,0-1 1,-1 0-1,-3-2-13,-3-6 1,-2-2 0,-5 2-16,-4 8 1,-3 2-1,-4 0-20,-2-1 0,-4 1 0,-3 0 4,-4 1 0,-4 0 0,-3 2 12,-5-1 1,-3 2 0,-3 1 91,7 9 0,-3 1 1,0 1-1,-3 1-92,-3-2 1,-2 2 0,-1 0 0,-1 1-68,-4-1 0,-2 1 1,-1 1-1,0 0 69,7 5 0,-1 0 0,-1 1 0,1 0 0,2 1 5,-3-1 1,2 1 0,-1 0 0,-5 0 1,3 2 0,-5-2 0,-3 1 1,0 0-1,1 0 0,3 2-28,2 1 1,4 1-1,0 0 1,-2 1 0,-3-1 25,2 1 0,-2-1 0,-2-1 0,-1 1 1,-1 0-1,2 0 0,1 2-100,-2-1 0,1 1 1,0 1-1,1 0 0,0 1 1,-1-1 95,-1 1 1,-1 0-1,1 0 1,-1 1 0,0 0-1,-1 0-44,0 0 1,-1 1 0,1-1 0,-1 2 0,-1-1 0,1 0 34,-1 1 0,-1 0 0,1 0 1,-1 0-1,0 1 0,-1-1-4,9 2 1,0-1-1,-1 1 1,0 0-1,0 0 1,0 1-1,0-1 12,-1 0 0,-1 1 1,1-1-1,-1 1 1,1 0-1,-1 0 1,0 0 1,-1 0 0,-1 0 0,1 0 0,0 0 0,-1 1 0,0-1 0,1 0-3,-2 1 1,-1 0-1,0-1 1,0 1 0,1 0-1,1 0 1,2 0 21,1-1 1,2 2-1,2-1 1,-1 0 0,-2 0-1,-4 0-10,8 0 0,-3 1 0,-2-1 1,-2 0-1,0 1 0,0-1 1,2 0-1,1 1 0,2-1 1,-9 0 0,3 1 0,1-1 0,1 1 0,-2-1 0,-5 0-1,10 1 1,-3 0 0,-2-1 0,-1 1 0,0-1 0,-1 1 0,1-1 0,2 1-1,1 0 7,-7 0 0,2 0 0,0 0 0,1 0 0,1 0 0,-1 0 0,0 0 0,0 1 0,0-1 0,-1 0 0,1 1 0,0 0 0,0-1 0,0 1-5,1 0 0,0 0 0,0 0 1,0 0-1,0 1 0,0-1 1,1 1-6,0 0 0,0 0 1,0-1-1,0 2 1,0-1-1,0 0 1,1 1-17,0-1 1,0 1 0,1 0 0,-1 0 0,1 0 0,-1 0 0,1 0 21,0 1 0,0-1 0,1 1 0,-1 0 0,1-1 0,-1 1 0,1 0 0,0 0 1,0 0 0,0-1 0,0 1 0,1 0 0,-1 0 0,1 0-2,0 0 0,0 0 0,0 0 0,0 0 1,0 0-1,1 0 0,-1 0 1,2 0 1,-1 0 0,1 0 0,-1 0 0,1-1 0,0 1 0,0 0 5,-8 1 0,0-1 0,0 0 1,1 0-1,0 1 0,0-1-2,2 0 1,0 0-1,0 0 1,1 1-1,0-1 1,0 0-3,2 1 1,0-1-1,1 1 1,0 0-1,1-1 1,-1 1-6,-7 1 0,0 0 0,1 0 0,0 1 0,1 0-1,4 0 0,0 1 0,0 0 0,1 0 0,1 1 63,2 0 1,1 1-1,1 0 1,0 0 0,1 1-64,-10 3 0,2 1 0,0 0 0,1 2 1,2 0 0,1 1 1,0 2-1,1 0 0,2 1 1,0 1-1,1 2 1,1 0 2,1 2 0,1 0 0,1 2 1,0 1 2,2 0 0,1 2 0,1 0 0,1 2 5,1-1 1,1 2-1,1 1 1,1 1 3,2 0 1,0 1 0,2 1 0,2-2-4,-2 4 0,2-2 1,1 4-5,2 3 1,1 4 0,2 1 0,3-3 193,4-2 1,4-1 0,1 2-213,0 1 1,-1 2 0,3 1-1,6-3-42,6 3 1,6-2 0,5-2-96,7 0 1,5-3-1,5-1-485,9-1 0,6-3 0,6-2 631,-1-8 0,5-1 0,1-3 0,-5-2 0,-9-2 0,-3-2 0,1-1 0,3-4 0,1 0 0,0 0 0</inkml:trace>
  <inkml:trace contextRef="#ctx0" brushRef="#br0" timeOffset="98009">4251 9046 21450,'11'-58'1131,"-1"0"1,0 9-1,-4 7-632,-6 11-230,0 13-213,0 4-185,-1 11 163,3 18-1,2 17-44,0 4 22,-2-5 1,0 2-1,-2 30-444,-3-21 1,-1 1 426,-1-1 1,-3 0 10,-3 2 1,-2-1 67,-9 15-23,1-12 191,10-29 61,7-15-184,4-25-90,4 2 11,10-35-5,6 4-15,-5 16 1,2 0 152,1-1 0,2 2-164,1 1 1,0 2 5,3 2 0,1 2-3,15-8-16,-4 10-29,0 18-16,-4 15 33,11 12 0,1 18-248,-23-12 0,-2 3 153,-2 4 0,-2 2-297,-1 4 0,-2 1-916,-2 1 1,0 2 1324,1 3 0,-1-3 0,0 6 0,1-7 0</inkml:trace>
  <inkml:trace contextRef="#ctx0" brushRef="#br0" timeOffset="98242">5250 8963 20979,'-4'-2'3120,"0"1"-1680,4 1-1535,19-16-197,21 12-156,-8-3 0,5 1-1742,15 10 0,0 4-1795,-9-1 0,-2 2 3361,0 2 1,-5-1 0,-5 4 0,-19-7 0</inkml:trace>
  <inkml:trace contextRef="#ctx0" brushRef="#br0" timeOffset="98392">5436 9230 24704,'-9'27'-605,"42"-15"-2666,6-19 0,6-6 2139,4 2 0,-3 1 0,5-1 0,-20 5 0</inkml:trace>
  <inkml:trace contextRef="#ctx0" brushRef="#br0" timeOffset="102691">6774 8900 20991,'0'-50'1463,"1"0"1,-1 7 0,0 5-1038,-2 7-331,0 16-173,0 15 78,1 20 45,0 21-51,1-9 0,-1 3-279,0 8 0,-1 1 55,0 7 0,0 1-1460,1 5 1,0 1-1075,2 2 0,1-1 2239,1-7 1,2-4 0,1 14-1,1-31 1</inkml:trace>
  <inkml:trace contextRef="#ctx0" brushRef="#br0" timeOffset="103007">7348 9011 22145,'-9'-46'1041,"-1"1"1,3 4 0,-3 11-918,-7 23-96,0 16-17,-2 16-28,1 20-12,5 15 18,10-26 0,3-1 2,5 1 1,5-2 5,4-2 1,4-3-122,5-4 1,5-3 137,2-6 0,2-4 17,2-3 0,-1-6 36,-1-5 0,-1-5 161,18-20 130,-18-16-28,-20-8-50,-24-4-437,-15 2 232,8 31 1,-4 1-23,-1 4 1,-2 2-234,-27-7-800,1 12 980,3 13 0,23 0 0,6 5 0</inkml:trace>
  <inkml:trace contextRef="#ctx0" brushRef="#br0" timeOffset="112366">3386 11321 23030,'-39'2'45,"5"24"-57,28 17 1,6 10-1408,-5 5 1,-1 3 1239,1-16 0,1 1 0,-1 1-174,-1 3 0,0 1 0,0-1 28,0 0 0,1 0 0,0-2 134,-1 16 1,0-3 479,2-14 0,0-6-54,-1 9 625,-2-29-552,-1-23-61,1-18-18,2-21-33,3-19 69,2 20 1,1-2-180,1-9 1,1-1 28,1-8 0,0-1-7,0 17 1,0 0-1,0 0 28,0 0 1,0 0-1,0 1 85,1-20 0,0 2-14,0 5 1,0 2-40,0 7 0,0 3-58,0 7 1,1 3-5,5-14-44,2 21-18,4 16-32,4 14-7,9 12 1,6 17-18,-15-8 1,-1 3-3,0 6 0,-3 2 361,-2 2 1,-3 2-346,-5-1 1,-4 0 8,-8-3 1,-6-1-4,-5-4 0,-5-2-2,-6-3 0,-3-3-1,-2-2 1,-1-3 5,1-3 0,1-3 34,-22 2 134,14-16-487,19-15-638,20-15-1905,22-10-4263,22-2 6648,-10 21 1,1 3-1,5-3 1,0 5-1</inkml:trace>
  <inkml:trace contextRef="#ctx0" brushRef="#br0" timeOffset="112883">3989 11209 23147,'-55'16'135,"21"1"-79,65-1-28,14 9-17,10 6-3,-27-13 1,-2 2-337,18 22 317,-17 2-17,-19-1 28,-20-5 145,-13-8-55,-11-12 100,-1-9 40,5-12 0,10-9-34,9-10 193,9-6-311,13-5-66,13-1 4,18-2 4,-13 18 0,2 2-248,3 0 0,1 1 231,2 1 0,-1 0-1,-1 3 1,0 0 14,22-7 17,-13 5 117,-17 5 22,-13 1-89,-9 1 276,-8-5 285,1 2-258,-3-4-79,5 6-168,0 0-235,2 4 95,2 15 0,4 6 11,5 18-22,1 8-96,-1 8-2046,-8-18 1,-1-1 1351,1 12-4193,-3 13 4994,1-33 0,0-4 0,0-12 0</inkml:trace>
  <inkml:trace contextRef="#ctx0" brushRef="#br0" timeOffset="113059">4602 11031 22436,'-10'52'-618,"-4"-30"0,26 13 0</inkml:trace>
  <inkml:trace contextRef="#ctx0" brushRef="#br0" timeOffset="113592">4888 11383 19871,'0'-4'4548,"0"0"-4123,0 4-458,9-39 44,3 40-11,5-32 0,3 55 0,-5-1 0,0 7 17,-8 5-6,-5-13 118,-11 2-51,4-20 62,-4-4-34,4-11 24,1-20-69,6-5 7,8-14-1,7 8-28,0 11 39,4 3-27,1 9-40,4 4-11,7 4 6,1 13-12,-5 4-5,10 13-6,-7 10 3,-12-4 0,-1 4 20,4 21-1,-9 8 6,-17-26 34,-8-6 56,-3-16 101,-4-10-90,7-13-34,4-16-28,11 2 40,12-16 72,24-3-55,4 2-259,-15 22 0,0 2 197,18-1-126,-2 10 81,-13 6-17,5 14-44,-1 20-460,-2 12-1548,-17-10 1,-1 1 2068,0 20 0,-8-17 0,-6-16 0</inkml:trace>
  <inkml:trace contextRef="#ctx0" brushRef="#br0" timeOffset="114083">6140 11397 24883,'58'-9'426,"-3"-1"-364,-26 0 50,5-7 79,-5-5-46,-3-6-22,-6-10-16,-13-2-18,-10-2-55,-3 9 72,-11 1-27,-1 15 5,-13 3-62,4 12-11,-5 13-16,15 3-6,1 14 22,9 4-50,6 28-113,15-4-1435,2-21 0,5-3-910,20 10 2497,2-17 0,0-3 0,-11-6 0,19 6 0</inkml:trace>
  <inkml:trace contextRef="#ctx0" brushRef="#br0" timeOffset="114593">7494 11134 24301,'37'-14'-3103,"-1"0"0,7 1 0,1 4 3103,7 8 0,-2 3 0,-14-2 0,-4 0 0,5 2 0</inkml:trace>
  <inkml:trace contextRef="#ctx0" brushRef="#br0" timeOffset="114749">7602 11341 23780,'-41'14'733,"-1"0"1,-13 8-599,84-26-135,0-2 0,5 0-283,15-4 0,5-1-1477,-10 2 1,2-1 0,1 0-1518,5 0 0,1 0 0,-3 0 1912,9-2 0,-4 1 0,-12 3 0,-9 2 0,-12 3 0</inkml:trace>
  <inkml:trace contextRef="#ctx0" brushRef="#br0" timeOffset="115409">9838 10810 17776,'0'-3'4464,"1"0"-3030,-1 3-1412,-24-24-11,1 22 1,-32-14-18,-4 32-344,22-6 1,-2 0 352,-4 1 0,0-1 8,1-2 0,0-1-83,5-2 1,2-1 133,-19-4 33,19-5 17,15-2-33,12 1-85,4 3 629,3 2-645,1 10 229,1 10-190,-1 20 28,-2 17-425,-1-19 1,-1 1 404,-2 7 1,-1 1-10,-2 4 1,1 0 0,0 1 0,2-1 2,1-2 1,3-1-17,4-5 0,4 0-3,4-5 0,3 0-54,5-4 1,5-1-588,4-3 0,5-1 641,9-1 0,0-3 0,6 3 0,1-7 0</inkml:trace>
  <inkml:trace contextRef="#ctx0" brushRef="#br0" timeOffset="117242">28514 10571 9856,'9'3'6436,"-2"-1"-3865,-7-2 767,0 0-3142,58-1 112,-28-4-196,10 2 0,2-1 123,6-7-50,-9 3 17,-2 0 5,-20 5 67,-9 2-139,-6 1 1355,-2 0-1367,-3 0-50,-1 0-51,-3 0-5,-4-2-6,-15-2-11,-4 0 23,-7-2-1,11 3-44,10 1 5,8 1 17,6 1-67,1 0 83,2 4-10,1-1 16,11 9-5,6-2-28,17 6 0,-3-5-1,1-3 1,0-2 34,5 0 5,4-1 0,1 0-11,1-3 27,17-1 24,-27-3 10,-10-2 51,-10 0-23,-6 0-44,-6 1-68,-1 2-16,-2 1 16,0 10 12,1 5 16,-1 15-16,-1 8-6,-4 13-17,2-20 0,-1 1-206,0 7 0,2 2 220,0 6 0,1 1-605,4 6 0,2 0 583,0 3 0,0-1-118,-1 0 0,-4-2-909,-7-4 1,-10-2-1803,-11-6 1,-9-5 2853,-6-7 0,-1-5 0,10-8 0,3-4 0,-14 0 0</inkml:trace>
  <inkml:trace contextRef="#ctx0" brushRef="#br0" timeOffset="118825">10385 11146 23937,'6'-43'-22,"21"6"-68,9 28 0,7 4-1360,7-3 0,2 0 604,8 0 0,1-1-2428,1 0 0,-1 0 3274,-8 2 0,-5 0 0,12-1 0,-31 5 0</inkml:trace>
  <inkml:trace contextRef="#ctx0" brushRef="#br0" timeOffset="119016">10773 10974 15698,'-5'0'6565,"1"0"-4824,4 0-1506,-31 35-111,30 0-102,-11 1 0,1 4-492,14-1 1,3 2-242,-4 7 0,-1 2 365,-5 10 0,-1-2 1,3-23-1,-1-3 0,-5 29 1</inkml:trace>
  <inkml:trace contextRef="#ctx0" brushRef="#br0" timeOffset="119859">10729 12635 13883,'10'-2'6968,"-3"0"-4677,-7 2-1826,0 0 386,33-72-134,-24 46-451,10-16 0,-6 4 9,-18 25-186,-11 11-61,-7 12-17,-3 4-11,-10 22 0,6 2-16,-3 15 4,10 3 4,19-23 0,3 0-15,7 10 6,25 9-5,11-28-282,16-3 354,4-12 6,-7-16 50,-12-12 29,-16-14 10,-14-10-22,-15-8-39,-14-7-17,0 23 1,-3 0-35,-9-10 1,7 17 0,-1 4 5,-4 5-67,-3 3-471,5 12-2641,11 12 3140,5 5 0,6-2 0,2-3 0</inkml:trace>
  <inkml:trace contextRef="#ctx0" brushRef="#br0" timeOffset="120275">13232 12720 22796,'2'-60'952,"0"1"1,1-2-1,-1 8-151,1 5-491,-1 9-288,0 12-51,-1 22 12,-1 8 28,6 15-6,1 15-84,0 1 1,-1 4-233,-1 0 1,-1 2-1206,0 12 0,-1 2 1516,-2 1 0,-1-4 0,0 8 0,0-5 0</inkml:trace>
  <inkml:trace contextRef="#ctx0" brushRef="#br0" timeOffset="120783">15044 12622 22817,'3'-55'954,"0"-1"0,2 4 0,2 7-915,12 8 73,15-5-89,-7 20-12,13-1 17,-6 14-50,1 10-12,-2 11 6,-5 13 0,-11 15-17,-14 13-287,-11-20 1,-5 0 311,-6 3 1,-3 1 5,-8 2 0,-1-2 11,6-7 0,-2-1 17,-7 8 0,0-2-30,1 2-12,-4 10 33,26-27 6,21-11-11,19-8-84,28-9-185,-16 1 0,3 0-1560,11-2 1,3 0 1828,-9 2 0,2 0 0,-4 1 0,-5 0 0,-3 1 0,2 0 0,-1 0 0</inkml:trace>
  <inkml:trace contextRef="#ctx0" brushRef="#br0" timeOffset="121350">17313 12447 23030,'2'-50'384,"-1"0"1,2 5-1,6 7-328,24 12-44,9 7 16,4 6 5,4 7-22,0 10-5,2 10-305,0 12 277,-2 10-40,-7 8-44,-12 5 28,-14 3 38,-24-1 57,-17-5 67,-17-8 6,-10-8 72,0-10-33,14-8 518,-1-6-266,21-9-101,0-4-90,12-4-100,10-2-45,5 1 212,11 1-241,13 4-16,10 4-5,12 11 2,-24 0 0,1 1-241,2 5 0,0 2 227,2 2 0,-2 2-14,-3 1 1,-2 2-144,14 21-151,-25-3-196,-35-7-448,-31-7-20,12-16 1,-3-2-2781,-6-2 0,0-2 3769,3-2 0,4-1 0,-12-1 0,23-1 0</inkml:trace>
  <inkml:trace contextRef="#ctx0" brushRef="#br0" timeOffset="121909">19576 12419 22070,'20'-37'704,"1"-1"0,-1 1 1,7-14-1,-3 8-261,-4 7 15,-7 14-362,-7 9-60,-3 10-53,-4 11 60,-4 12-37,-6 17-1,-6 13-5,-4 9-346,2-1 357,6-1-11,8-8-16,12-10 21,9-11 34,10-14-5,9-12 5,5-14 34,3-11 0,0-9-23,-2-4 12,-6 2 27,-7 7 551,-10 9-691,-11 15 57,-5 7 11,-5 16-40,1 7-324,6 27-34,4-13-429,4-6 1,5 0-2549,2-8 0,2-1 2824,3 4 1,0-2-1,9 8 1,-13-17-1</inkml:trace>
  <inkml:trace contextRef="#ctx0" brushRef="#br0" timeOffset="122542">21794 12188 24542,'-6'-11'173,"-5"2"-89,-9 11-28,-11-1 23,-25 0-57,15-2 0,7 0 1,0 0 16,-8 0-28,-6 0 6,11 3-6,14 3-22,8 2 17,7 7 5,4 1 6,0 9 5,2 12 6,4 0-17,-1-2 12,3-2 5,-2-9 17,0 6 5,-3-4 23,-3-1-45,0-11 17,-1 1 50,3-11 521,1 1-448,15-20-123,-4 6-28,21-21-6,-4 14-5,9-2-29,-1 8 23,1 6-28,12 15 12,-15-1-12,23 20-452,-14 2 429,-17-10 1,-1 3-268,-2 6 0,-5 3-203,-2 21 162,-14-3-682,-32-11-1066,-11-17-2809,6-10 1,-2-2 2583,-10 0 1,1-6-1,39-5 1</inkml:trace>
  <inkml:trace contextRef="#ctx0" brushRef="#br0" timeOffset="123042">23597 12127 19076,'4'-8'5242,"-1"1"-4497,-3 7 17,0 0-684,-33-41-78,10 41-22,-33-23 22,13 57 16,18-11 1,1 0-17,-17 17-11,13-6 0,2 1 11,-3 20-300,11-15 0,3 0 305,10-5 1,5-2 8,6 1 0,4-3-20,13 17-5,10-16 0,6-5 16,-10-11 1,2-2 13,11 4 1,0-3 64,13-9 39,-20-14-61,-18-5 39,-14-13-40,-26-9-55,-10-3-163,6 15 1,-3 1 173,-1 4 0,1 2 541,-21-7-561,20 13 1,0 4-32,-12 1-112,-10 16-195,21 7-813,9 15-4173,28 3 5327,9-3 0,-1-12 0,-1-9 0</inkml:trace>
  <inkml:trace contextRef="#ctx0" brushRef="#br0" timeOffset="123366">24635 12145 24178,'-2'-41'306,"0"0"0,2 4 0,8 8-211,32 19-27,8 10-29,3 12-6,3 12-25,-27-6 1,-1 3-526,1 3 0,0 2 522,1 5 1,-1 3-394,0 2 1,-1 3 331,-1 4 0,-2 1-179,-4 1 0,-4 1-522,-3-1 1,-5 0-1182,-6-3 0,-5-2 1382,-7-2 1,-2-4 0,-4 5 0,-5-12 0</inkml:trace>
  <inkml:trace contextRef="#ctx0" brushRef="#br0" timeOffset="123533">24817 12453 24060,'39'-29'-265,"1"0"1,-1 0 0,2 2 0,0 1 0,1 8-2487,16 10 1,0 8 1806,-3-3 1,-3 2 0,-15 0-1,-4 0 1,7 1 0</inkml:trace>
  <inkml:trace contextRef="#ctx0" brushRef="#br0" timeOffset="124133">26516 12100 25068,'-8'-26'151,"-9"18"-95,-17 52-20,13-16 1,0 0-32,0 2 1,0 2-257,3 0 0,3 2 245,3-2 0,3 1-5,5 0 0,4-1-34,19 28 36,-1-31 1,5-2 14,8-1 0,4-3-230,3-3 0,2-4 243,-1-3 1,0-3 31,-4-5 0,-3-5 66,19-10-38,-20-12-18,-15-9-22,-22-7-16,-17-2-12,-21-2 11,18 21 1,-1 0-6,-3 0 0,0 0 0,1 0 0,0-1 11,1 1 0,2 0-3,1-2 0,3 1-3,-9-14 616,3-18-627,18 15 6,0-13-1,16 14-27,6 10-22,11 8 357,7 9-324,8 9-34,7 13-11,9 11-283,-24-4 0,1 2 300,2 4 0,0 3-118,0 2 1,-2 2-598,-5 2 1,-6 2-3456,-8 1 0,-8 1 4198,-15 24 0,-4-21 0,-2-20 0</inkml:trace>
  <inkml:trace contextRef="#ctx0" brushRef="#br0" timeOffset="125392">27599 12222 19669,'13'-51'831,"-1"-1"0,2 8 0,-9 8-266,-19 14-229,-7 11-128,-19 2-147,-3 14-5,-13 13-730,2 13 657,12-1 28,17-9 0,1 0 156,-6 14-172,-1 8 5,18 1 5,15-11 40,8-7 151,15-14 140,1-11 855,21-14-749,-3-6-44,7-16-218,-19 8 139,1-9 78,-6 2-229,-4 3-39,-5 3-78,-10 17-74,-6 6-10,-1 8 5,-1 10 33,-3 24-22,1 8-84,1-13 1,-1 1-496,3 1 1,0-2-78,3 22-1184,1-18 1,2-1 1856,12 24 0,-6-17 0,0-9 0</inkml:trace>
  <inkml:trace contextRef="#ctx0" brushRef="#br0" timeOffset="125626">28212 11953 21371,'2'-6'3255,"-1"1"-2785,-1 5-453,6-6 0,-7 32-23,5-10-5,-7 13 0,-1 6-253,-1 1 1,1 2-585,0-1 0,1 2-3414,-1 5 1,1-2 4261,1 11 0,1-21 0,1-16 0</inkml:trace>
  <inkml:trace contextRef="#ctx0" brushRef="#br0" timeOffset="125958">28562 12083 16185,'1'-5'7332,"-1"1"-5915,0 4-1412,-20-6-10,9 26 10,-15 1-10,19 27 16,9-3-22,8-4 33,6-8 90,2-11 118,-2-10 50,-1-14-5,0-11-6,2-11-51,1-11-50,2-4 6,-3-3 5,-3 4-39,-7 5-62,-8 8-117,-11 8-258,-13 6-1367,-15 6 816,-15 7 0,23-1 0,0 4 0</inkml:trace>
  <inkml:trace contextRef="#ctx0" brushRef="#br0" timeOffset="132401">28333 12262 10618,'-9'0'7141,"2"0"-6492,7 0 69,0 0-444,22-23-10,10 11-80,13-6 1,6 1-101,-13 10 0,0 2-99,13-3 0,-2 2 306,1 0 353,-19 2-67,-20 1-471,-24 1-94,-23 1 16,-26 0-483,21 0 0,-1 1 477,-5 0 1,0 1-3,1 1 0,1 0 85,6 1 0,3 1-127,-19 5-29,21 3 34,19-1 57,13 1 16,14-1 964,14-1-975,19-2 17,16-3-402,-23-3 0,1-2 359,1 0 1,0-1 8,-1-1 0,-1 0 73,24-6 190,-18-2 6,-21 0-196,-18-1-124,-22 1-5,-18 2 28,-25 3 68,22 3 1,-2 2-69,-5 0 0,-2 1 6,0 0 0,0 0-4,3 1 1,3 0-12,7 0 1,4 1-53,-9-1 61,22 1 56,21-2-6,19-3-5,26-3-34,-16 0 0,3 0-418,7-2 0,2 0 421,2-2 0,0 1 5,-1-1 1,-1-1 19,-4 1 1,-3-1 585,22-9-334,-22 2-50,-18 4-157,-22 3-73,-18 2-11,-20 4 0,-21 1 82,24 3 1,0 0-92,-3 2 1,0 0-3,4 2 0,0 1 36,-21 7-70,20 4 12,19-2 21,11 0 29,14-4 0,10 0 687,17-5-693,14-2-5,9-4 11,2-4 39,-7-1 95,-13-4 6,-17 0-90,-13-1-56,-16 0-28,-14 3 17,-20 3 11,-17 4-5,24 4 0,0 1 10,-1 1 1,1 2 0,-24 7-11,17 0 16,20-4 51,14-3 134,23-3-157,0-2 18,27-5-35,3-2-19,-13 0 0,1-1-196,4 0 1,-1-1 198,0-1 0,-1 0 56,23-5 51,-19 2-35,-21 5-100,-17 4-96,-21 8-447,-26 10-2196,10-3 0,-2 2 2097,-2 1 0,2-1 0,-15 6 0,22-8 0</inkml:trace>
  <inkml:trace contextRef="#ctx0" brushRef="#br0" timeOffset="134742">12871 11239 24206,'33'-24'52,"0"0"0,5 2 1,2 3-143,6 10 0,3 3-1331,5-2 1,3 0 274,1 0 1,1 1-2137,-2 1 0,-3 0 3282,-10 2 0,-5 0 0,9 0 0,-28 3 0</inkml:trace>
  <inkml:trace contextRef="#ctx0" brushRef="#br0" timeOffset="134916">13291 11089 25046,'-3'33'168,"0"1"0,-2 2 0,1 0-190,1-2 0,-1 0-1415,-1 5 0,-1 1-1605,0 4 1,0 0 2762,1-4 0,1-2 0,-1 11 0,4-22 0</inkml:trace>
  <inkml:trace contextRef="#ctx0" brushRef="#br0" timeOffset="135366">15177 11073 24794,'43'-30'-499,"0"0"1,2 3 0,2 5-1502,0 15 1,1 6 1999,4-3 0,-2 2 0,8-2 0,-10 3 0</inkml:trace>
  <inkml:trace contextRef="#ctx0" brushRef="#br0" timeOffset="135542">15521 10981 25457,'-15'41'47,"-1"0"1,1-1 0,-6 20 0,3-3-183,11-18 1,3-1-1308,-1 4 1,1 2-2656,2 3 0,0-1 3415,4-5 1,0-2 0,0 13 0,3-24 0</inkml:trace>
  <inkml:trace contextRef="#ctx0" brushRef="#br0" timeOffset="135967">17381 11228 18005,'-5'-2'5540,"1"1"-4762,4 1-761,63-46-78,-11 29-663,2-10 1,4 2 278,-17 18 0,0 6-625,0-2 0,-1 1-2252,-2 1 1,-2 1 3321,21 4 0,-24-2 0,-17 0 0</inkml:trace>
  <inkml:trace contextRef="#ctx0" brushRef="#br0" timeOffset="136166">17668 11171 24967,'-3'28'427,"-6"11"-405,2-9 0,-1 3-313,-4 4 1,1 1-125,0 3 1,1 1-1607,3 2 1,4 1 2020,9 5 0,3-3 0,-1 6 0,13-7 0</inkml:trace>
  <inkml:trace contextRef="#ctx0" brushRef="#br0" timeOffset="136700">19592 11272 19042,'-3'-4'3361,"0"1"-2247,3 3-1064,94-52-2305,-47 36 2232,-2-2 1,8-5-1,-2 6-372,0 11 1,-2 3-870,-1-1 1,1-1-3653,0 0 1,-5 1 4166,-2 0 0,-21 1 1,-17 2-1</inkml:trace>
  <inkml:trace contextRef="#ctx0" brushRef="#br0" timeOffset="136893">19934 11049 25074,'-7'35'172,"-1"-1"0,0 0 0,2 1-153,1 10 1,2 0-528,-1-12 1,1-1 190,0 9 1,1 0-1415,1-7 0,2 0 1731,6 12 0,1-1 0,-1 4 0,8-7 0</inkml:trace>
  <inkml:trace contextRef="#ctx0" brushRef="#br0" timeOffset="137343">21550 11276 22436,'-19'-46'629,"0"0"0,4 4 0,8 6-578,25 11-29,20 5-33,17 6-667,-20 9 0,2 2 596,4 1 1,1 0-227,2 2 0,0 1-558,-1 2 1,-2 0-1285,21 3 2150,-28-1 0,-5 0 0,-8-2 0,4 2 0</inkml:trace>
  <inkml:trace contextRef="#ctx0" brushRef="#br0" timeOffset="137533">21857 11086 23915,'-10'40'72,"0"1"1,2-1 0,3-1-219,13 19-1867,-2-26 0,0-1 645,4 19 1368,-1-15 0,0-3 0,-3-8 0,5 11 0</inkml:trace>
  <inkml:trace contextRef="#ctx0" brushRef="#br0" timeOffset="137993">23525 11349 19266,'-8'-37'2444,"-1"1"1,-3-9-2008,2 6 0,0 1 51,0 12-365,5 14-129,3 11 18,4 13-12,6 14 0,5 16-68,6 13-56,-10-24 1,-2 0-227,0 2 0,-2 1-543,-3-1 0,-3-1-1825,-3 1 0,-2-3-2446,-5 16 4391,-6-5 1,11-28-1,0 0 1</inkml:trace>
  <inkml:trace contextRef="#ctx0" brushRef="#br0" timeOffset="138350">23260 11204 24514,'-13'-57'297,"18"10"-286,53 29-39,-22 12 0,1 0-475,5 2 0,2 1 91,3 1 1,1 1-1163,0 1 0,-1 1-2857,-1-1 1,-3 2 3905,-7-1 1,-4 0 0,6 1-1,-20 0 1</inkml:trace>
  <inkml:trace contextRef="#ctx0" brushRef="#br0" timeOffset="138816">24882 11290 22128,'3'-48'1053,"0"-1"0,0 6 0,-2 9-862,-1 20-236,0 8 73,0 31-23,2 6-16,2 30-73,4 2-317,-2-20 1,1-1-724,2 17-16,-1-18 1,-2-2-4104,-1 5 5243,-2 3 0,-2-22 0,-2-11 0</inkml:trace>
  <inkml:trace contextRef="#ctx0" brushRef="#br0" timeOffset="139026">24793 11170 24329,'41'-37'-12,"1"0"1,-15 5 0,3 7-213,20 18 0,3 7-1803,-15-2 0,0 0 2027,14-2 0,-1-1 0,4 1 0,-6-2 0</inkml:trace>
  <inkml:trace contextRef="#ctx0" brushRef="#br0" timeOffset="139517">26404 11245 24822,'-21'-18'106,"5"17"-95,15 41-5,2 18-101,2-6-460,-1-9 1,-2 1-961,-2-6 1,-2 0-2090,-1 5 0,-3-3 3366,-11 12 0,6-23 0,6-15 0</inkml:trace>
  <inkml:trace contextRef="#ctx0" brushRef="#br0" timeOffset="139776">26234 11233 24144,'41'-35'73,"0"0"0,1 1 0,-2 9-40,17 16-14,-23 5 1,-1-1-20,25-4-207,-5 1-986,-3-4-6576,-22-1 7769,-8-1 0,-9 5 0,-6 4 0</inkml:trace>
  <inkml:trace contextRef="#ctx0" brushRef="#br0" timeOffset="140200">27571 11167 24945,'-33'18'50,"7"-3"-72,34 40-51,2-12-120,-2-11 0,0 1-899,5 22-1603,-8-1-6306,-16-6 9001,-5-11 0,-1-16 0,7-11 0</inkml:trace>
  <inkml:trace contextRef="#ctx0" brushRef="#br0" timeOffset="140450">27467 11119 23489,'-14'-43'459,"14"8"-375,36 33-33,18-2-46,-22 2 1,3 0-371,1 0 1,0 0-362,1 0 1,0 1 725,3 0 0,-3 1 0,3 1 0,-5 0 0</inkml:trace>
  <inkml:trace contextRef="#ctx0" brushRef="#br0" timeOffset="141109">27621 11066 24687,'-1'-54'34,"-1"18"-17,-1 54-17,0 12-11,0 11-29,0 7-363,-4 8-1221,-6 2-6708,-7 0 8332,2-13 0,5-18 0,6-14 0</inkml:trace>
  <inkml:trace contextRef="#ctx0" brushRef="#br0" timeOffset="141459">27520 11033 18936,'-3'-2'3590,"1"1"-3181,2 1-124,-74-11-184,46 11-31,-21-3 0,3 4 53,27 8-5,-2 2 324,20-3 118,12-6-151,11 0-117,15-2-91,12-3-66,8-2-79,-26 1 0,1 0-23,1 0 1,-1 0-133,0-1 1,-1 0 148,25-3-50,-13 2-325,-16 1-1389,-15 3 1714,-13 3 0,0-1 0,-4 2 0</inkml:trace>
  <inkml:trace contextRef="#ctx0" brushRef="#br0" timeOffset="166167">11089 11037 11042,'28'-50'1773,"0"0"0,0 0 1,-3 6-1,-2 0 0,0 1-1247,-3 3 1,-2 1 0,-1 3 22,0-4 0,-3 4 39,-1-4-375,-14 26-191,-18 31 29,-23 26-35,10-8 1,-5 5-920,7-6 0,-2 2 1,-1 1 887,-6 7 0,-1 2 0,0 2-82,6-7 1,0 1-1,0 1 1,-1 1-353,-1 3 1,-1 2 0,0 0 0,0 1-1445,8-8 0,0 1 0,0 0 0,0 0 1,2-1 1892,-3 5 0,0 0 0,2-2 0,2-3 0,2-1 0,1-3 0,4-4 0,3-4 0,1 0 0</inkml:trace>
  <inkml:trace contextRef="#ctx0" brushRef="#br0" timeOffset="166601">13500 11160 14336,'25'-57'1474,"0"1"0,0-1 1,-3 0-1,-2 1 0,-3 6-1278,-3 6 0,-3 5 115,-3-2 0,-4 6 441,-2 13-707,-7 7 107,-11 26-129,-21 26-43,7-5 1,-3 6-667,4-6 0,-2 3 0,-1 2 391,-6 8 0,-2 2 0,-1 3-2163,6-8 0,-2 3 1,1 0-1,0-1 2451,2-1 1,0 0-1,1-2 1,3-2-1,-1 1 1,2-3-1,2-3 1,3-3-1,-1 1 1</inkml:trace>
  <inkml:trace contextRef="#ctx0" brushRef="#br0" timeOffset="167058">10768 10196 20162,'-2'-56'1096,"0"1"0,1 12 0,-1 4-525,-3-13-285,2 29-270,0 4-133,2 13-158,7 25 46,-2-1-975,8 42-931,-9-28 1,-2 3 1568,-1 21 1,-1-1 0,0 7 0,-2-30-1,-1 0 1</inkml:trace>
  <inkml:trace contextRef="#ctx0" brushRef="#br0" timeOffset="167225">10477 10621 10652,'14'-53'1177,"0"1"0,1-1 1,1-6-1,2-2 1,-1 2-460,0 8 1,0 2 0,0-1-878,-1 0 0,1 1 0,-1-1 261,2-3 1,-1-1 0,-1 4-92,2-3 1,-2 5-68,-4 13 0,0 2-283,2-2 0,2 4-537,19-6-4040,-6 19 1,1 3 4041,9-1 1,0 12-1,-32 4 1</inkml:trace>
  <inkml:trace contextRef="#ctx0" brushRef="#br0" timeOffset="167400">10701 10271 18089,'-5'0'5445,"1"1"-4852,4-1-682,70-82-275,-37 61 0,2-1-335,-1-9 0,2-5 0,4 5 699,12 5 0,3 6 0,-8 3 0,5-3 0,-4 2 0,0-1 0</inkml:trace>
  <inkml:trace contextRef="#ctx0" brushRef="#br0" timeOffset="167784">12884 10180 18184,'12'-56'1289,"1"-1"1,-1 1-1,-1 6 1,-1 2-1,-2 8-639,-1-5-353,-4 21-280,-3 14-50,-1 13 44,0 13-6,-1 17-5,2 16-62,0-18 1,0 3-544,0 4 0,0 1-939,0 4 1,0 2-3373,0 2 1,0-1 4717,0-6 1,0-3 0,0 11 0,0-25 0</inkml:trace>
  <inkml:trace contextRef="#ctx0" brushRef="#br0" timeOffset="167951">12985 9906 18147,'12'-49'524,"1"0"0,-1 0 0,0 3 1,1 2-1,1 5-569,4 6 0,2 4-179,2 3 0,4 2-504,1 4 0,2 4-3725,27-2 4453,-5 21 0,-22-1 0,-11 10 0</inkml:trace>
  <inkml:trace contextRef="#ctx0" brushRef="#br0" timeOffset="168100">12961 10017 24139,'44'-26'-167,"0"0"0,0 0 1,0 2-1,-1 0 1,-8 6-1,-1 5 0,-3 4 1</inkml:trace>
  <inkml:trace contextRef="#ctx0" brushRef="#br0" timeOffset="194633">15594 13404 19120,'-5'-44'1029,"0"0"0,0 2 0,2 7-217,3 15-611,0 5-128,0 5 45,1 9 55,2 11-10,1 9-35,0 14-49,-2 13-57,-2-5 14,1-5 1,1 2-26,4 19-288,-2-23 0,1 1 282,3-1 1,3 1-1,6 1 1,2 1-6,2 1 0,3 0-413,6 6 0,4-1 416,-1-9 0,1-2-6,-6-7 0,3-1 3,4-3 0,4 1 0,-1-3 14,9 1 0,2-2-539,-2 0 0,3 1 1,1-2 524,-5-3 0,0-2 0,1-1 1,1 1 1,1-2 0,-2 0-5,10 1 1,1-2 5,-4-2 1,4-1 0,-3-1-1,4-2 0,0-2-2,-3 0 1,4 0 0,-2-2 1,-10-1 1,-1 0 0,0-2 3,0 0 1,0-1 0,0 0-162,0-1 0,-1 0 0,0-1 161,-1 0 1,-1-1-1,0 0 0,-1-1 1,0 0 0,-1 0-285,19-7 0,0 0 296,-1-1 1,0 0-9,-1-1 1,0 0-1,0 0 0,-3 1 6,-11 3 0,-1 0 8,6-2 0,-1-2 207,-13 4 0,0-1-179,15-7 0,1-2-25,-11 4 0,0 0-67,4-4 1,-1 2 55,9-8-2,-13 8 1,0 1 57,13-10-29,-15 10 1,0-1 2,-10 5 1,-2 0 42,23-14-51,-14 7 1002,-6 4-868,12-13-156,-18 14 269,20-24-134,-18 9-46,0-1-44,-2 2 1928,-3 6-1822,-7 9 701,2-3-667,-4 3 10,-1-1-189,-5 5 89,2-3-17,-5 7 62,1-5-45,-2 5-34,0-1-27,-1 7-12,0 1 6,0 2-40,0 0-16,0-1 84,1 2-79,-3-2 17,-1 5-22,-5 3-39,-5 7 44,-6 4 17,-6 4-16,-5 2 22,-3 0-1,0-2 1,-1-3-6,0-2 6,-1-6 0,3-3-23,6-4 51,7-2 17,8-4-23,7-4 11,1-6-16,9-7-6,4-6-6,12-4 12,7-1-12,8 2-22,4 4 23,3 5 16,3 4-22,3 4 5,4 6-11,6 4-165,-28 4 0,0 2 151,0 2 0,-1 1 9,25 16-68,-10 6-431,-13 6-2593,-11 6 2573,-11-1 0,-6-15 1,-5-9-1</inkml:trace>
  <inkml:trace contextRef="#ctx0" brushRef="#br0" timeOffset="197933">15573 13328 19608,'-6'-39'713,"1"0"0,0 2 0,1 10-372,1 22-178,1 2-79,2 2-22,6 6 28,0 4 22,6 9 22,-3 5 40,-2 9 16,-1 8-16,-3 6-29,2 5-27,4 4-29,6 2-345,-4-26 1,0-1 297,3 2 0,0 0-17,1 3 1,0 0-4,1 2 0,0 0-2,-1 2 0,0 1-1,1 0 1,0 0 2,1 1 1,0 0-12,3 1 0,1 0 3,2 0 0,2 0 0,3 1 0,3-2 3,3 1 0,1-1-458,4-2 0,1-1 472,2-1 0,1-2 8,1-3 0,2-1-6,-7-8 1,1 0 0,-1-2-15,2 0 1,0 0 11,-2-3 1,4 1 0,-3-3 2,3 0 0,0-1-1,13 4 1,4 0-611,-20-7 1,2 0-1,-2-1 591,9 2 0,2-1 17,1-1 1,6 1 0,-4-2-4,8 0 0,1 0-6,-4-1 1,4 0 0,-1 0-1,-10-4 0,-1 0 1,0-1 6,0 0 1,-1-1 0,2 0-733,10-2 0,1 0 0,-4-1 731,4 0 0,0-1 7,-7-1 1,4-2 0,-5 0-220,2-2 0,-2-2 214,-8 1 0,1 0 0,1 0-8,0-1 0,-1-1 1,1 1-7,2-1 1,0 0 0,0-1-6,2 1 0,1-1 1,0 0-3,2 0 0,0-1 1,1 1-9,1-1 1,0 0 0,1 0-257,-1 0 1,1-1 0,0 0 267,-1 0 0,1 0 0,-1 0-6,-2 0 1,0 0 0,1-1-31,-9 2 1,2-1 0,-1 0 0,-4 1 27,-1 0 1,-3 1-1,1 0 177,13-5 0,3 0 1,-5 1-164,-2 0 1,-1-1 39,-8 3 1,2 0 0,-1-1-49,-1 1 0,-1-1 0,1 0-100,8-2 0,2-2 1,-4 2 90,4-2 1,-1 1-7,-5 2 0,4-2 1,-4 2 289,2 0 0,-1 0-275,12-4 0,2 0-6,-3 1 1,0 0 1,-14 4 1,1-1 0,-4 2-6,2-1 1,-1 0 0,13-4 0,-3 0 444,-20 5 0,-3 1-436,8-3 0,1-1 327,-5 1 1,1-2-320,4-3 1,1-1-12,-6 2 1,-1 0 1203,-1 1 0,0-1-1212,-1 0 0,1 1 17,21-13-12,-20 12 1,2-1-6,7-3 0,0 1 11,13-7-6,-18 9 1,-1 0 17,9-7 16,8-8-25,-23 14 0,-2-1 25,16-16-5,1-2 5,-21 14 1047,-1-2-1058,-8 3 33,5-12-38,-4 4 16,-1-4-33,-6 15 592,2-4-542,-3 7 83,1-3-66,-1 0 416,-3 6-456,0 2-5,-3 7 11,0 1 1,0 3 4,-1 0-49,0 1-1,-6 4 17,-5 5-11,-15 8 0,2-2 12,-19 8-7,-10 0 12,3-1-11,0-2-18,26-9 12,10-6 0,7-1 12,5-3 94,1 1-5,1-5-62,3-4-22,0-1 11,6-11-11,3 1 11,16-14-23,3 5 18,14-2-18,-12 13 6,23 1 6,-17 11-22,17 1-1,-16 13 6,-3 7-11,-12 0 11,5 13-39,-14-7-163,3 11-112,-12-11-8334,-8 18 8648,-5-15 0,1 4 0,0-18 0</inkml:trace>
  <inkml:trace contextRef="#ctx0" brushRef="#br0" timeOffset="202758">15663 13295 11542,'6'-9'3903,"-1"2"-1628,-5 7 324,0 0-2448,-14-17-56,11 12 23,-11-13 72,14 21 34,-2 2-39,0 4-23,-2 4-5,-2 4-28,-2 1-17,0 3-6,0 3 17,1 2 29,2 4 28,3 5 27,5 3-17,3 6-27,7 8-12,3 6-84,-7-26 0,0 1-303,2 3 0,-1 0 286,2 2 1,1 0 10,1 1 1,0 1-12,2 0 1,2 0-9,0-1 0,3-1 8,1 2 1,1-1-18,2 0 1,2 1-6,1-1 0,1 0-432,1 1 0,1-1 423,1 0 1,0-1 8,1-1 0,0-1-9,0-1 1,1-1 25,2-1 0,-1-1 16,2-1 1,0-2-12,2-1 1,2-1 7,-1-2 1,2 0-6,1-1 1,1 0-10,1 1 1,0 0 0,1 0 0,2 0-20,0 1 0,2 0 9,1-1 0,0 0 19,2-2 0,0-1-552,1-1 0,1-2 546,2-2 1,-1-1 0,2 0 0,1-2-3,1 0 0,0-1-19,-18-4 0,0-1 0,1 1-395,1-1 0,0 0 1,2 1 388,1-1 1,1 0-1,0 1-7,2 0 0,2 0 0,-1 1-2,2-1 0,0 1 1,0 1-14,1-1 0,-1 1 0,1 0-4,-1-1 1,1 1 0,-1 0 16,-2-1 0,1-1 0,-1 0-311,-1 0 1,0 0 0,0-2 314,0 1 0,-1-2 0,0 0 5,-1 0 1,1 0 0,0-1-147,0 0 0,0-1 0,1 0 137,0 0 0,0 0 1,1-1-3,2 0 0,0-1 1,0 0-7,3 0 1,1 0 0,1-1 1,3 0 1,0 0 0,1 0-13,-13 0 0,0-1 0,0 1 0,1-1-252,0 0 0,1 1 0,-1-1 0,1 0 263,0 1 0,0-1 1,0 0-1,-1 0-3,-1 0 1,0-1-1,0 0 1,-1 0-96,13-1 1,-1-2 0,0 0 93,-4-1 0,0-1 0,-1-1 126,-2-1 1,-1-1 0,-1-1-116,0 0 0,-1-2 1,0 1-5,0-1 1,0-1-1,-1 0-80,2 0 0,-1-1 0,0-1 60,1 1 0,-1-1 0,1 1 1,1-2 1,-1 1 0,1-1 15,0 0 0,0 0 0,1 0 257,-1 0 1,1 1-1,-1-1-252,-1 0 1,1 1-1,-1 0-9,-2 1 0,0-1 0,-1 1 4,-1 0 0,-1 1 0,-1-1 1,-2 1 1,-1 0-1,-1 0-2,19-5 0,-1-1 208,-3 1 1,-1-1-207,-1 0 1,-1 0-3,-1 1 0,-1-1 54,0-1 1,-2 0-67,0 1 1,-1-1 0,0 0 0,0-1 8,-1-1 0,0 0 0,0-1 0,-1 0 8,0-1 0,0 0-5,0 1 0,-1-1 0,2 1 0,1 0-3,-1 0 0,1 0 0,0-1 0,1 1 5,-1-1 1,0 0 5,-1 1 0,-1 1 3,0 0 0,-2-1-20,-1 2 1,-1-1-419,6-3 1,-3 0 428,-14 7 1,-1 0-6,9-5 0,-1-1 747,8-7-747,-18 12 0,1 0 12,23-15-4,-23 14 0,-1 1-13,19-14 16,-4 3 0,-5-3 0,-7 3 17,7-10-22,-16 16 0,0 0 5,14-16 823,-3 5-828,-5 8 642,-7 6-659,5-5 3338,4-2-3310,-5 4-17,-1 2 262,-1 3-251,-5 4 6,6-3 0,3-2-17,-9 7 39,9-10-39,-15 12 11,11-12 17,-6 6 23,8-7 5,-5 5 5,0-1 1,-10 9 22,-1-1 0,-3 5 22,-2-5-94,0 4 27,-1-3-22,0 4-6,-1 1 0,0 4-61,-1 0 55,0 9 1,-2-2-6,-2 11-17,-3-2 34,-3 3 11,-9 7-23,-2-4 1,-8 5-12,6-9-5,-7 2 6,-2-2 10,2-2 6,0 0-5,15-9 0,6-1 22,3-3-17,4-1 0,1-3-11,4-5 17,5-6-6,2 0-11,9-9 11,1 1 6,17-19-6,-3 7 12,8-7-23,-14 18 0,5 0 11,-8 11-17,4 0 17,1 5-5,-7 3-12,1 3 12,-11 1-17,0 0 11,-2 2-17,0 3 6,1 4 11,-3 4-17,-3 1 23,-3 3-6,-2-3 5,-2-1 12,-2-4-11,0-4 5,1-2 6,0-2 5,0 0-11,-1-1-16,-2-1 16,-2-2-6,-1-1 7,-5-1-12,-8-5 16,-5 1 1,-8-4-28,4 3 17,0 1 10,2 2-27,0 0 28,2 1-6,0 1-5,-3 1 5,-2 0-17,-3 2 18,0 1-24,3 1 1,6 2 11,8 0 0,7 0 11,5-1 62,3 0-67,8-4-1,-3 1-5,9-3 6,2-1 5,5 0 0,8 0 23,3 0-23,9 2-28,7 2 17,6 3-5,0 4 10,-4 5-10,-8 5 5,-10 5 0,-11-4 11,-1 15 34,-7-7-62,4 12-95,-5-4-3868,2 1 3062,-5-6 798,4 8 1,-8-23-1,2 6 1</inkml:trace>
  <inkml:trace contextRef="#ctx0" brushRef="#br0" timeOffset="217258">19461 11683 20134,'7'-23'1439,"15"-7"-1324,24-4 0,9-3-1030,-20 12 1,0 2 0,0-2 936,3-2 1,0 0-1,0 0-48,0-1 0,1-1 0,-3 2-69,8-6 0,0 1-869,-7 6 1,3-1 0,-3 2 963,1 2 0,-1 2 0,-2-1 0,-2 2 0,4 1 0</inkml:trace>
  <inkml:trace contextRef="#ctx0" brushRef="#br0" timeOffset="217709">19751 10565 16149,'1'-55'1301,"1"0"1,-1-1 0,0 8 0,0 1 0,0 4-782,1-2 1,-1 6 112,0-9-324,-2 25-360,0 18 82,1 20-20,-1 19-123,4 27-627,-1-20 0,0 3-115,2 7 0,-1 3-2950,1 5 1,-1 0 3803,-1-5 0,0-4 0,0-15 0,-1-4 0,0 3 0</inkml:trace>
  <inkml:trace contextRef="#ctx0" brushRef="#br0" timeOffset="217915">19856 10244 18153,'2'-52'622,"1"0"1,-1-1 0,1 6 0,1 0 0,0 5-536,3 6 0,1 4-82,12-19 334,3 17-905,4 17-670,3 13-2500,3 18 3736,6 18 0,-18-12 0,-1 4 0</inkml:trace>
  <inkml:trace contextRef="#ctx0" brushRef="#br0" timeOffset="218066">19778 10519 24038,'27'-34'-55,"0"0"0,0 0 1,16-15-1,2 6-1466,-1 15 1,2 5 388,-3 1 0,-3 2 0,15-6 0,-23 12 0</inkml:trace>
  <inkml:trace contextRef="#ctx0" brushRef="#br0" timeOffset="218733">23317 11586 9106,'-8'3'6990,"1"-2"-6089,7-1 628,-65 25-134,46-18-802,-18 8 1,7-6 347,28-14-632,11-11-186,4-4 11,26-26-114,-13 20 0,4-2-639,12-11 1,7-2 76,-1 3 1,4 0 0,1 0-2634,-4 4 0,1 1 0,0 1 3175,5-3 0,0 1 0,-5 4 0,-6 5 0,-6 5 0,6-3 0</inkml:trace>
  <inkml:trace contextRef="#ctx0" brushRef="#br0" timeOffset="219192">23539 10101 23842,'7'24'-235,"0"19"-1,-2 1 1,-1 4-1160,-1 2 1,-1-1 1043,-1-11 1,0 0-641,1 3 0,0-2-1589,3 10-7251,3 5 9632,-3-26 1,-1-11-1,-3-15 1</inkml:trace>
  <inkml:trace contextRef="#ctx0" brushRef="#br0" timeOffset="219349">23555 10295 14404,'-1'-62'2050,"-1"0"0,1 4 0,1 4-1877,3 18 1,1 2-1412,3 1 1,1 2 1186,9-15 429,15 3-1531,1 19-3698,23 2 4851,-4 22 0,-15 1 0,-15 9 0</inkml:trace>
  <inkml:trace contextRef="#ctx0" brushRef="#br0" timeOffset="219499">23563 10369 15911,'42'-29'-200,"0"0"1,0 0 0,0 1-1,1 1 1,0 0 0,-2 2 0,-2 4-1,9-3 1,-4 4 0,-8 6 0,0 0-1</inkml:trace>
  <inkml:trace contextRef="#ctx0" brushRef="#br0" timeOffset="221092">26359 11387 12671,'-58'24'1484,"1"0"0,-1 0 0,2-1 1,0 0-1,8-4-933,12-5 0,5-2-75,-25 9 247,47-18-214,14-8-25,18-13-305,7-2 1,2-2-79,18-12-318,-5 6 0,2-2 267,-12 9 1,1 0-23,8-5 0,2-2-12,-1 1 1,0 1-48,-3 0 1,1 0-612,9-6 1,-2 2-171,-15 9 0,-1 0 812,19-13 0,-7 4 0,-17 11 0,10-8 0</inkml:trace>
  <inkml:trace contextRef="#ctx0" brushRef="#br0" timeOffset="221499">26431 10452 15434,'1'-9'3008,"0"-40"0,1-8-2296,-1 19-169,1-24 0,-1 2 174,-2 31-342,-1 3-459,1 19 101,0 30-6,1 17-20,-1-6 1,2 3-34,0 2 0,1 3-395,0 12 1,2 0-859,1-8 1,1 0-1905,1 3 1,1-3 3198,5 9 0,-4-24 0,-5-16 0</inkml:trace>
  <inkml:trace contextRef="#ctx0" brushRef="#br0" timeOffset="221692">26511 10160 19535,'9'-43'906,"1"0"0,0-1 0,3-9 0,3 6-811,17-5-90,-7 29-89,13 6-330,0 13-2263,21 19-4885,-12 14 6843,-4 13 0,-26-13 0,-11-11 0</inkml:trace>
  <inkml:trace contextRef="#ctx0" brushRef="#br0" timeOffset="221849">26448 10438 23797,'52'-31'-1102,"1"1"1,-1-1 0,-1 3 0,-1 1 0,-3 6 89,-4 9 0,-4 5 1,13-5-1,-23 8 0</inkml:trace>
  <inkml:trace contextRef="#ctx0" brushRef="#br0" timeOffset="257467">27692 11106 10733,'24'-36'1489,"1"1"1,0 0 0,4-7 0,2 0 0,-4 6-773,-6 10 1,0 2-166,7-9 0,0 2 220,3 0-252,-9 14-234,-11 9 122,-6 11 51,-10 13-136,-12 19-239,0-6 0,-4 3-42,-7 10 0,-4 2-644,5-8 1,-2 1 0,0 0 580,-3 4 1,-2 0-1,1 0-60,-2 1 1,1 0 0,0-1-1109,2-3 0,1 0 0,1-2 746,-3 4 1,3 0-4474,-2 4 1,4-3 3632,6-8 1,-3 8 0,23-35-1</inkml:trace>
  <inkml:trace contextRef="#ctx0" brushRef="#br0" timeOffset="257967">27997 10479 11620,'17'-54'2672,"-1"0"0,-2 10 0,-7 6-914,-13 10-800,-5 16-706,-1 5-241,4 8 1,3 13-12,3 17-23,1 21-2,1-18 0,1 1-177,1 4 0,0 1 25,0 1 0,1 0-114,0-2 0,0 0-90,-1-3 0,-1-2-772,0 20-1066,-5-19 292,0-18 1927,-6-23 0,6 3 0,-1-9 0</inkml:trace>
  <inkml:trace contextRef="#ctx0" brushRef="#br0" timeOffset="258134">28058 10356 11026,'5'-57'2759,"-1"0"1,1 4 0,0 2-2209,2 10 1,0 3-297,2 1 0,2 0-169,2 3 1,3 1-87,1 4 0,2 2-106,23-16-303,5 16-806,1 15-1810,-3 20-4419,-7 17 7444,-14 10 0,-12-8 0,-8-10 0</inkml:trace>
  <inkml:trace contextRef="#ctx0" brushRef="#br0" timeOffset="258307">28034 10455 23763,'51'-29'112,"0"0"0,-3 2 0,0 2-157,-6 7 1,-2 2-569,-4 2 0,-2 2-5252,18-7 5287,-19 9 1,-19 5 0,-10 5 0</inkml:trace>
  <inkml:trace contextRef="#ctx0" brushRef="#br0" timeOffset="289050">15504 16291 23371,'29'34'359,"-7"13"-354,-20-7 1,-5 4-1137,2 0 1,-1 0 687,0 0 1,1-2-561,2-3 0,0-1-1278,7 22-1466,4-21-842,2-21 1256,2-24 3333,1-20 0,3-23 1044,-10 17 1,-1-2 780,0-8 0,-1-2-392,-1-5 1,-2-3-532,-2-3 0,-1-1 347,-1 0 0,-2 1-345,-4 4 1,-4 2-306,-1 7 0,-5 2-235,-3 9 1,-4 4 49,-29-8-167,-10 24-735,26 16 1,-1 6 529,-3 7 0,-1 5-23,-3 9 1,1 4-15,13-6 1,0 2 0,1 1-5,0 5 1,1 2 0,1 1-2,2 4 0,1 1 0,2 1-4,3 1 1,1 1-1,4 0-15,2-2 1,2 1-1,4-1 8,4-3 0,3-1 0,3-2 2,9 16 1,8-4-261,9-7 0,8-7 294,10-7 0,6-7-20,-12-12 1,3-5 0,1-3-463,7-3 0,1-4 0,1-3 472,4-3 0,0-4 0,1-3 14,-7-3 0,1-4 1,0-2-1,-5 1-12,-1 2 0,-4-1 0,0-3 11,-3-2 0,0-4 0,-2-1 0,-7 0-350,2-15 0,-9-4 396,-6 9 1,-1-4 0,-6-2-320,-6-10 1,-6-2-1,-2 3 326,-2-3 1,-5 1 18,-5 8 1,-5-1 0,-4 7-6,-9 9 0,-6 6-31,-11-5 1,-7 6-43,15 15 1,-3 3-1,-2 4 156,-2 2 0,-2 4 0,0 2-210,-1 2 0,0 1 1,-1 4-1056,-6 3 0,-1 3 1,5 0-2427,-2 2 1,4 1 3322,-7 6 0,10 0 0,23-8 0,5 1 0</inkml:trace>
  <inkml:trace contextRef="#ctx0" brushRef="#br0" timeOffset="290974">18104 16339 22688,'-14'-47'358,"0"1"1,2 3-1,8 8-302,23 18-16,7 7-35,2 3 18,8 10-7,-5 8-10,7 13 11,-4 25-265,-16-8 237,-13-5 0,-7 1-3,-8-5 0,-5 0-3,-6 9 0,-4 0-490,-6 2 1,-2-3 508,0-3 1,-1-2-3,5-5 0,2-2-21,-12 17 32,21-22 12,14-8 10,18-16 196,16-9-224,2-3 1,3-3 0,0-1 0,2-1 406,1 0 0,0-1-421,3-2 1,-1 1-259,-7 3 0,0-1 132,6-4 1,1-1-84,-4 0 0,-1-1-132,-3-5 0,-2 0 187,4-10 6,-9-14 157,-29 18 5,-11-13 18,-15-5-1152,3 13 0,-2 1 1154,8 10 1,-1 0 30,-12-16 0,-2 0-202,10 16 1,-1 3 217,-8-6 1,-5 4 50,-12 6 1,-4 9-49,5 10 1,-1 8-350,9 4 1,-2 5 0,3 2 293,-3 7 0,2 7 6,5 0 0,-1 6 0,3 1-6,4-2 1,2 2 0,-1 2-14,2-2 0,0 1 0,0 3 0,2 1-6,-1 8 0,2 4 1,1 0-1,4-2-9,-1 9 1,5-1 0,3-1 3,2-3 0,2 0 1,9-3-1,10-8 0,7-3 0,6-5 4,16-1 0,10-6 13,-7-7 0,6-3 1,4-5-5,3-7 1,5-4 0,2-4 0,-1-2 8,-4-1 0,0-3 0,0-2 1,0 0-11,1 0 0,0 0 1,0-2-1,-2-3 1,-2-3 1,0-1 0,-2-3 0,-3 0 16,4-3 0,-4-3 1,2-1-314,-8 2 1,2-2 0,-1-2 0,-3 0 323,9-11 0,-3-1 1,-4-5-6,-13 6 0,-1-4 0,-4-1 0,-2 1-8,-1-7 1,-3 0-1,-4 0-13,-2 2 0,-2 0 1,-7 2 632,-9-16 0,-13 5-622,-17 10 1,-9 6-27,13 14 0,-3 2 1,-3 1-242,-11 1 0,-4 2 0,-1 5 41,4 5 1,0 4-1,1 2-208,-10-2 1,1 2-2768,-5 0 1,6 0 2934,-3 0 0,11 0 1,29 3-1</inkml:trace>
  <inkml:trace contextRef="#ctx0" brushRef="#br0" timeOffset="292373">21806 16187 20512,'18'-60'808,"-1"-1"1,0 6-1,0 6-612,6 8 21,3 9-150,1 12 20,1 6-92,-3 9-10,0 6 3,-2 8 68,1 11-45,0 10-33,-1 10-28,-6 11-253,-9 7 343,-18 3-7,0-30 1,-4-2-1,-5-2 1,-2-2-9,-3-3 0,-2-2 132,-25 11 123,6-11 34,11-11-90,15-13-123,16-7-6,17-7-6,13 0 258,10 3-335,4 5-24,0 5 12,1 8 17,-1 7-45,1 7 39,-1 8 1,-5 8 10,-12 7 17,-20 4-112,-27 2-128,-22-2-253,14-25 0,-2-1 221,-2-3 1,0-3-138,2-3 1,0-3-1177,-21-5-2896,17-17 4442,18-21 0,11 15 0,7-5 0</inkml:trace>
  <inkml:trace contextRef="#ctx0" brushRef="#br0" timeOffset="292740">21984 15691 21344,'-46'-11'439,"-1"1"0,0-1 0,2 4 1,0 2-1,4 5-294,-4 13 1,4 6-633,-5 6 0,2 4 531,-1 6 1,1 4-584,1 7 1,3 3 560,16-12 0,1 1 1,2 2-276,1 3 1,3 1-1,2 1 256,3 3 1,2 0 0,3 1-8,3-1 1,3 1-1,2-1-231,4-1 0,3-1 0,4-2 222,3-3 0,3-1 0,5-4-15,4-2 0,4-4 0,4-3-184,6-4 0,3-3 0,3-4 157,5-2 1,2-5 0,2-3-204,3-4 0,1-4 1,-1-3 272,1-3 0,-1-2 0,-1-5-6,-3-2 0,-1-3 1,-2-4 23,-4-1 1,-2-2-1,-3-3 0,-3-2 1,-2-2 0,-4-3-8,-2 0 0,-3-3 0,-3-2 6,-3 1 0,-2-1 0,-4 0-6,-3 0 0,-3 0 0,-3 1 67,-2-16 0,-8 3-73,-10 6 0,-8 5-4,-9 5 1,-8 5 5,-10 5 1,-6 6-10,-7 3 1,-2 4-5,19 7 0,0 1 1,0 2-156,-19-2 1,2 2-575,9 2 0,3 1 720,10 2 0,4 1 0,-2-1 0,18 3 0</inkml:trace>
  <inkml:trace contextRef="#ctx0" brushRef="#br0" timeOffset="293700">24648 15991 19193,'3'-44'1170,"0"0"1,0 0-1,2-21 1,2 8-936,2 16 423,4-2-501,-5 27 35,0 4-158,-1 10 52,-2 15-64,0 3 6,-3 25 11,-7 11-293,0-13 1,-2 2 247,-3 5 1,-1 3 16,-4 10 0,1-1-6,4-19 1,1-1 2,0 6 1,3-4-14,6-12-7,9-5 40,12-21 6,29-35-23,-23 11 0,0-2-338,2-3 1,0-2 365,3-6 1,-2 1 16,-5 6 0,0 0 11,9-10 0,-1 2 6,-10 12 0,-1 2 757,12-13-779,-24 28 27,-10 11-22,-7 12-45,-7 17-22,2-1 0,0 4 28,1 1 0,0 1-20,0 0 0,2 1-8,3 3 0,3 0-12,2-8 0,2 1-114,4 7 0,4 0-410,9-3 1,5-3-45,0-12 1,1-4-66,28 8-728,-1-40 600,-8-22 663,-17 6 1,0-8-303,-5-1 0,-1-5 1,-2 0 446,-2 2 0,-2-1 1,0-1 19,1-9 1,0-2 0,-3 3 8,-1-2 0,-3 3 109,-1-7 1,-5 3-48,-7 14 0,-5 1 341,-12-15 1,-7 1-127,-3 12 1,-6 4-122,-11-2 1,-4 7-112,14 14 0,-1 5 36,-13 3 0,-4 8-76,11 9 0,-1 5 0,-1 2-43,-3 2 0,0 1 0,-2 4-498,6 0 1,-1 3 0,0 3 0,3 0 484,4 1 1,2 2 0,2 1 0,1-1-3,-4 4 0,3 0 0,1 4 4,-4 8 0,1 5 0,6-1-58,10-8 1,5 0-1,1 2 46,-1 8 1,3 2 0,7 0 7,6-4 0,6-1 0,9-2-10,16 2 1,11-2 0,1-4-1,-11-13 1,2-3 0,4-2-24,9-2 1,6-2 0,2-2 0,-2-5-45,4-3 1,-1-6-1,5-1 24,-8-3 1,4-1-1,1-1 1,1-1-1,-3-3-315,6-1 1,-2-2 0,0-3-1,0-1 374,-7-1 1,1-1 0,0-1 0,-2-3 0,-4-2 21,-2-4 0,-2-3 0,-4-1 0,-2-1-139,2-2 0,-4-1 1,-4-4 130,-2-8 1,-5-6-1,-7-1-114,-9-1 1,-7-1 0,-3-1-2116,-4 2 1,-3 1-1,-4 0 2160,-4-1 1,-3 1 0,-1 8 0,-3 8-1,0 9 1,-11-3 0</inkml:trace>
  <inkml:trace contextRef="#ctx0" brushRef="#br0" timeOffset="327408">17304 7500 10403,'51'6'405,"1"0"1,-1 1 0,0-1 0,5 0-1,0 0 1,1-1 0,0 0-1327,1-2 0,1 0 1,0-1-1,2 0 965,-4 0 1,0-1 0,1 0 0,2 0 0,0 0-241,-5 0 0,2-1 0,-1 0 0,2 1 0,0-1 0,1 0 254,-4 1 0,0-1 1,1 0-1,0 0 1,1 0-1,0 0 0,0 1-36,4-1 1,1 0-1,-1 0 1,2 1 0,-1-1-1,1 0 1,1 0 94,-6 1 1,1-1-1,0 0 1,0 0 0,1 0-1,0 0 1,0 0 0,0 0-135,3 1 0,0-1 0,0 0 0,0 0 0,1 1 0,0-1 1,0 0-1,0 0 95,-5 0 0,0 0 1,0 0-1,1 0 1,0 0-1,-1 0 1,1 0-1,0 0 0,0 0-43,2 0 0,-1 0 0,1 0 0,0 0 1,0 0-1,0 0 0,0 0 0,0 0 0,0 0 6,1 0 0,0 0 0,1 0 0,-1 0 0,0-1 0,1 1 1,-1 0-1,1 0 0,-1 1-20,-5-1 0,-1 0 0,1 0 1,-1 0-1,1 0 0,0 0 1,-1 0-1,1 0 0,-1 0 1,1 0-10,0 0 0,-1 1 1,1-1-1,-1 0 0,1 1 1,0-1-1,-1 1 0,1-1 1,-1 1-1,0 0-4,7-1 0,-1 1 0,0 0 0,0 0 0,-1 0 0,1 0 0,0 0 1,-1 0-1,0 0-5,-1 1 0,0-1 0,0 1 0,-1-1 0,1 1 0,-1 0 0,0 0 1,-1 0-1,1-1-1,4 2 1,0-1 0,0 0 0,0 0 0,-1 1-1,0-1 1,0 1 0,-1-1-3,-3 1 1,-1 0 0,1-1 0,-2 1-1,1 0 1,-1 0 0,0-1 0,-1 1-1,3 0 1,0 0 0,0 0 0,-1 1 0,-1-1 0,0 0-1,-1 0 2,3 0 0,-1 0 0,-1 0 0,0 0 0,-2 0 0,-2 0 43,2 0 1,-1 0 0,-2 0 0,-2 0 0,-2-1 26,13 2 1,-3-2 0,-8 0 586,-1 1 1,-22-3-638,-44-7-42,-26 1 1,-15-1-24,2 0 0,-6-1 0,-3 0 26,17 2 0,-2 1 0,-2-1 1,-2 0-1,-3 0 10,1 0 1,-5 0 0,-2-1-1,-1 1 1,-1 0 0,3 0-1,3 0 6,3 1 0,3 0 0,2 0 0,-1 0 0,-2 0 1,-3 0-1,3 1 0,-2 0 1,-3-1-1,-2 0 0,0 1 1,0-1-1,0 1 1,3 0-1,1 0-42,-3 1 1,3 0-1,0 0 1,1 1-1,0-1 1,-2 1-1,-2-1 45,3 1 1,-2 0-1,0 0 1,-2-1-1,0 1 1,-1 0-1,0 0 1,0 0-1,1 1-101,4-1 0,0 1 1,0 0-1,0 0 1,-1 0-1,1 0 1,-1 0-1,0 0 1,0 1-1,1-1 101,-3 1 0,1 0 0,-1 0 1,1 0-1,-1 0 0,0 0 0,0 1 1,0-1-1,0 1 0,0-1 4,0 1 0,-1 0 0,0 0 0,0 0 1,-1 0-1,1 1 0,0-1 0,0 1 1,-1 0-1,1 0-1,-1-1 0,0 2 0,0-1 0,0 0 0,-1 1 0,1-1 0,0 1 0,0 0 0,-1-1 0,1 1-2,0 0 0,1 0 1,-1 1-1,0-1 1,0 0-1,0 1 1,0-1-1,1 1 1,-1 0-1,1-1 1,0 1 1,1 0-1,-1 0 1,1 0-1,0 0 1,0 0-1,0 0 1,0 0-1,1 0 1,0 0 1,-5 0 0,0 1 0,1-1 1,-1 1-1,1-1 0,0 1 0,1-1 1,-1 1-1,2 0 1,1-1 0,2 0 1,-1 1-1,0-1 1,1 0-1,0 1 1,1-1-1,0 0 1,0 0-4,-3 1 1,0-1 0,0 0 0,1 0 0,0 1 0,1-1 0,0 0 0,1 0-1,-4 0 1,1 1 0,0-1 0,1 0 0,0 1 0,1-1 0,1 0 5,-3 0 0,-1 0 0,2 0 1,1 0-1,0 0 0,2 0 14,-4 1 1,2-1 0,0 0 0,2 0 0,2 0 159,-2 0 1,1 1 0,3-1 0,3 0-131,-2 0 0,3-1 1,8 0 1399,-14 4-1403,49-5-7,32-3 1,21-2 17,9 0 0,7 0-2,-18 1 0,4 0 1,2-1-1,2 0-38,-3 1 1,2 0-1,1-1 1,3 1-1,4-1-13,-9 1 1,4 0 0,2-1 0,2 1 0,0 0 0,0 0 0,-2-1 0,-3 1-9,4 0 1,-3 0 0,-1-1 0,0 1 0,3 0 0,4-1-79,-10 1 0,3 1 0,2-1 0,2 0 0,1 0 0,1 0 0,-1 0 0,-1 0 0,-1 1 0,-3-1 91,3 1 1,-2-1 0,-1 1 0,0 0 0,-1 0 0,1 0 0,2 0-1,2-1-108,-2 1 0,2 0 0,1 0 0,1 0 0,1 0 0,0 0 0,1 1 0,0-1 0,0 0 0,-1 0 107,-3 1 1,-1-1 0,1 0 0,-1 1-1,1-1 1,0 1 0,1 0 0,0-1 0,1 1-1,1 0 1,1-1-1,-5 1 1,2 0 0,2 0 0,0 0-1,1 0 1,1 0 0,-1 1 0,1-1 0,-1 0-1,0 0 1,-1 0 0,-2 1 0,-1-1 0,-3 0-6,8 1 0,-3-1 1,-2 0-1,-1 1 1,-1-1-1,0 1 0,0-1 1,2 1-1,2-1 1,3 1 0,-8 0 1,3 0-1,1 0 1,2 0 0,1 0-1,1 0 1,0 0-1,-1 0 1,1 1 0,-2-1-1,0 0 1,-2 1-1,-2-1 1,-2 1-5,11 0 0,-2 0 0,-3 0 0,-1 0 0,-1 1 0,0-1 0,1 1 0,2 0 0,2-1-21,-9 1 0,2-1 0,0 1 0,2 0 0,-1 0 0,2-1 1,-1 1-1,1 0 0,-1 0 0,0 0 0,0 1 0,0-1-264,3 0 0,1 1 0,0 0 0,0-1 0,-1 1 0,1 0 0,-1 0 0,-1 0 0,0 0 0,-1 0 0,-1 0 280,6 0 0,-1 1 0,0-1 0,0 1 0,-2-1 0,-1 0 0,-2 1 0,-2-1 0,-2 0 0,7 1 0,-3-1 0,-1 1 0,-4-1 0,-2 0 0,-4 0 0,11 1 0,0-1 0,0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0:18:29.0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2492 2081 19792,'-3'-47'1129,"-1"1"1,0 5 0,1 8-1074,0 19-101,2 12 112,7 17 17,3 17-11,6 21-54,-8-18 1,-1 1 2,-1 4 1,0 1-277,-3 2 0,0-1 262,-2-2 1,-2-2 22,0-5 0,-1-1 81,-3 13 330,0-18 174,3-14-274,1-18-225,2-15 1,0-17 11,2-15-81,0 20 0,1 0 150,2-3 0,2-1-162,1 2 1,1-1-18,1 4 1,2 1-3,15-19-28,3 13 0,4 14-12,4 11 12,-6 8-6,11 14-72,10 18-21,-24-10 1,-1 2-500,4 8 0,-2 4-335,-6-1 0,-4 2-2862,-2 3 0,-2 0 3806,-3-4 0,-1-3 0,1 9 0,-6-20 0</inkml:trace>
  <inkml:trace contextRef="#ctx0" brushRef="#br0" timeOffset="217">3447 2030 23159,'38'-36'-634,"-1"0"1,1 3 0,0 10-873,13 27-3124,-18 0 1,-1 2 4629,9 6 0,-7-3 0,-17-3 0</inkml:trace>
  <inkml:trace contextRef="#ctx0" brushRef="#br0" timeOffset="367">3572 2239 21181,'56'-29'-1639,"-1"0"1,-12 5-1,-6 5 1,0 6 0,-27 10-1</inkml:trace>
  <inkml:trace contextRef="#ctx0" brushRef="#br0" timeOffset="1033">4318 1878 23747,'-7'-52'209,"0"-1"0,1 6 0,8 8 71,21 16 110,-2 9-147,20 3-163,-17 8-145,30 18-30,-24 10-11,6 25-185,-22 10 129,-17-24 1,-5 1-308,-6 3 0,-4-1 422,-7 0 1,-4-2 77,-1-2 0,0-3 40,2-4 0,1-3 178,-13 11 41,15-14 107,15-13-68,13-8-276,14-10 34,17-7-176,17-8-243,-19 9 1,3 1-330,4-2 0,3 0-608,3 0 1,2-1-1369,2 0 1,1-1 91,0 0 1,0-1 731,-2 0 0,-2-1 847,-3 1 1,-3 0 1168,-4 1 1,-2 0 1860,19-14 1702,-16 6 1044,-16 6-1836,-13 9-88,-15 6-1656,-8 10 405,-9 6-887,-3 12-190,0 7-369,5 8-235,8 5 5,7-2 2,13-5 90,12-6-275,16-8 109,14-5-13,6-9 87,2-12 156,-7-10 123,-11-12 57,-15-11-32,-10-8-8,-17-3-117,-13 2-43,-18 6-98,-15 7-223,19 20 0,-1 3-505,-3 2 1,0 2 724,-2 3 1,3 1-1,-5 1 1,9 3-1</inkml:trace>
  <inkml:trace contextRef="#ctx0" brushRef="#br0" timeOffset="4826">2502 3617 22957,'-25'-25'0,"5"27"0,16 31 0,7 13-48,-5 1 0,1 4-1854,-2-4 1,1 2-1,-1-2 1588,0 3 1,0 0-175,-1-3 1,0 3 0,0-5 384,1-6 0,-1-2-164,0 3 1,-1-2 1144,-4 11-665,0-26 52,-1-23-8,0-22 130,1-23-169,5 13 1,1-4 1248,-1-7 1,2-4-1263,0 2 1,2-4-1,-1 2-230,0 3 1,1 2 0,-1-1 117,1 0 1,0 0-1,0 2 173,-1-16 1,-1 4-54,0 13 0,0 2-37,-2-8 1,1 0-43,-1 2 0,2 2-89,4-18-45,2 13-33,16 23 21,8 16-44,17 11 8,-10 11 1,2 7-1,-4 3 1,-1 3 19,1 2 0,-2 3-11,-6 4 0,-5 2-56,-3 21 117,-12-24 0,-6-1 26,-12 1 0,-8-4-18,0-6 1,-3-4 565,-2-2 0,-1-3-535,-29 4 1,11-12-12,-5-4-447,11-27-959,24-9-4749,28-23-2700,8 16 7990,10 4 0,-19 23 1,-5 6-1</inkml:trace>
  <inkml:trace contextRef="#ctx0" brushRef="#br0" timeOffset="5333">2951 3382 24603,'18'-5'-39,"13"24"11,3 24 5,-14-11 1,-2 0-491,1 13 501,-9 12 174,-15-19-95,-16 8 109,-4-20-52,-7-10-57,13-16 73,3-13 299,10-15-355,5-6-50,13-10-34,12 7 11,1 8-22,19-3 11,14 6-12,-29 13 1,1 1 8,4-1 1,-1 2 24,8-3 0,-16 3 1,-10 0 22,-10-3 28,-2-1 11,-2-2 28,0 3 45,3 1-73,-1 2 134,5-1-167,-2 8-57,4-3 0,0 15 1,3 7-1,-3 6-22,2 31-112,-9-5-251,0-12 0,-2 2-1094,-4 24-5191,0-7 6676,-2-14 0,2-18 0,2-12 0</inkml:trace>
  <inkml:trace contextRef="#ctx0" brushRef="#br0" timeOffset="5517">3550 3147 22576,'-10'22'-2458,"-2"-9"0,28 11 1,-12-16-1</inkml:trace>
  <inkml:trace contextRef="#ctx0" brushRef="#br0" timeOffset="6593">3912 3369 21013,'0'-5'3602,"0"1"-2942,0 4-665,18-32 10,-7 44-5,10-12 0,-14 57 0,-10 5 12,-5-2 4,-4-9 29,-1-15 17,5-15 123,1-16-118,4-17-5,0-13-12,1-14 23,7-8-6,3-7 1,8 0 16,5 3-23,3 10-38,1 9-63,3 11 29,4 9 17,5 7-34,3 12 22,2 8-16,-2 15 16,-7 10-11,-10 8 6,-11 4 28,-14 0-45,-7-8 39,-6-9 45,0-14-5,6-10 5,3-7 28,4-16-56,2-6 0,5-17-17,7-3 11,8-2-50,5 1 28,3 6 17,0 9-51,-2 10 34,1 7-16,1 9-7,2 8 23,3 10 0,-1 6-5,-1 6-29,-5 2 23,-7 2 16,-9-3-5,-5-5 23,-3-10 27,-1-8-5,4-9-28,3-11 16,8-9 7,4-11-29,5-7 0,1-6 23,-1-1 16,-3 1 62,-6 6 39,-7 9-16,-5 8-23,-6 7-68,-2 7-44,-1 3-16,-5 6 16,1 7 16,-7 10-21,1 11-6,-1 9-12,4 6 6,4 2 6,8 0-6,10-5 1,9-6 4,12-7 24,4-12 10,4-11-16,1-17 22,3-10 16,-1-12-4,-4-8 21,-8-5 6,-11-3-5,-11 0 0,-4 2 72,-5 4 73,-2 5 28,0 7-11,-1 7-84,1 8-89,2 6-57,0 6-16,1 6 16,3 7-11,6 14 1,10 13 4,12 12-2,-11-21 0,1 2-193,2 0 0,1 0 145,-3 0 1,-1 1-107,-4-2 0,-4 1-600,-8 28-2071,-29 0 2839,-5-27 0,-3-4 0,-5 5 0,-8-7 0</inkml:trace>
  <inkml:trace contextRef="#ctx0" brushRef="#br0" timeOffset="7167">5776 3431 24319,'54'-22'-395,"0"0"1,-1-1 0,8 2 0,0 2 0,-13 7-1,-11 10 1,18 2 0</inkml:trace>
  <inkml:trace contextRef="#ctx0" brushRef="#br0" timeOffset="7317">5957 3656 21153,'-3'0'4565,"1"0"-4626,2 0 61,46-50 0,-34 38 0,11-13 0,1 0 0</inkml:trace>
  <inkml:trace contextRef="#ctx0" brushRef="#br0" timeOffset="8609">6062 3617 12410,'-7'1'6032,"1"0"-4228,6-1 577,0 0-2247,-41-12-95,31 9-44,-31-9-7,41 12 74,5-1-23,5 1-16,8-3-1,8-2-5,3-3 0,1 1-17,-5 1 16,-9 3 24,-7 1 32,-8 2 35,-9 4-46,-8 2-10,-10 7 38,-9 3 23,-4 4 40,-1 0 27,4-3 28,9-4-39,10-6-56,10-4 34,8-3-12,12-5-67,14-4-16,18-8-29,15-4-238,-28 9 0,0 1 204,-2 0 1,0 1-482,22-5-319,-11 6 1,-20 6 0,-7 2 0</inkml:trace>
  <inkml:trace contextRef="#ctx0" brushRef="#br0" timeOffset="9743">7279 3150 24363,'7'-33'204,"0"1"0,-1-20-176,-34 58 12,-15 7-43,8-3 0,-2 3-1366,-5 3 1,1 0 1376,6-3 1,-1 1 12,-14 4 1,1 0 17,-4 0-23,19-7 1,4-1 23,5-3-52,17-2 12,5 1 1994,3 0-1944,3 10 40,3 17 10,1 11-33,-4-11 1,0 2-69,-2 4 0,0 0 31,-1-6 1,0 2 28,-1 23 0,1 1-40,1-18 1,1 0-12,1 18 1,4 0-12,4-16 0,5-4-258,6-4 1,3-4-359,-3-8 0,4-4 619,19-4 0,-1-6 0,-11-3 0,21-5 0</inkml:trace>
  <inkml:trace contextRef="#ctx0" brushRef="#br0" timeOffset="10967">31172 2952 21993,'46'-6'159,"-1"-1"1,1 1 0,15-3 0,-7 4 114,0 9 166,-15-1-261,-13-1 90,-10-1-78,-9-1-40,-4 1-139,-2 0 107,-1 1-79,0 5 21,0 5 18,2 7 27,2 8 34,2 8-45,0 6 23,-3 8 27,-2 7-92,-5-23 1,-1 0-291,-2 4 1,-1-1 269,-4 3 1,-1 0-4,-2-1 1,0-1-25,-1-2 0,-2-2-283,1-4 1,-1-1-4574,-22 17 4850,5-14 0,11-15 0,11-9 0</inkml:trace>
  <inkml:trace contextRef="#ctx0" brushRef="#br0" timeOffset="13926">8085 4454 14919,'0'-6'6604,"0"1"-5092,0 5-487,-24-70-353,6 46-473,-1-15 0,-3 5-26,-6 28-82,0 15-30,-2 10-38,4 16-12,2 13-22,10 9 5,7 1-11,17-5-5,16-11 50,17-13-11,8-15-1,-1-10 68,-8-14 73,-13-10 62,-12-11-7,-10-9-10,-12-5-12,-8-4-10,-8 5-29,-2 7-73,-1 10-55,3 8-51,4 10-96,5 4-335,6 12-1787,2 8 2246,8 13 0,-4-11 0,5 0 0</inkml:trace>
  <inkml:trace contextRef="#ctx0" brushRef="#br0" timeOffset="14376">9618 4539 21419,'11'-61'1333,"0"1"1,-1 7-1,-4 9-846,-9 18 91,0 14-516,-2 6 62,0 11-113,1 10 46,-1 18-68,0 19-56,3-19 0,-1 1-516,1 4 0,1 1-650,0 1 1,0 1 1232,0 3 0,1-3 0,0 5 0,0-6 0</inkml:trace>
  <inkml:trace contextRef="#ctx0" brushRef="#br0" timeOffset="15193">11125 4493 15715,'-8'-5'5494,"1"1"-3981,7 4-645,0 0-314,-1-72-212,10 38-233,-4-12 0,3 2 20,16 13-79,4 8-27,1 7-46,9 10 1,-8 14 39,-3 6-56,-13 22-17,-21 6 22,-3-11 0,-4 2-125,-8 4 0,-5 1 153,0-7 1,-4 1-1,2-2-234,-2 2 0,-1 0 254,-12 7 0,3-4 19,3-1-10,2-1 83,22-13-39,22-12-61,9-8-6,24-11-179,8-3-654,-13 3 0,2-1 833,9-1 0,-2 1 0,7-2 0,-3 1 0</inkml:trace>
  <inkml:trace contextRef="#ctx0" brushRef="#br0" timeOffset="15817">12564 4374 22722,'-7'-45'522,"1"1"1,2 3 0,7 8-467,23 11-11,11 7-29,-3 7 1,12 4-17,6 14-28,3 6-176,-24-3 0,-3 3 53,10 18 132,-15-6-116,-12 11 96,-20-7 89,-22 15 40,-9-9-23,14-19 0,-2-3 152,-13 3-74,11-9 219,5-5 456,12-9-573,4-3-113,8-5-55,9 0-51,1 2 5,10 1-16,10 5-17,6 4 6,2 4-29,14 15 23,-24-7-28,19 16-22,-28-6-90,-8 13 5,-19-6-3402,-22 3 3430,-1-14-580,1-6 1,-2-2-1963,-12-1 2649,11-4 0,2 0 0,3-4 0,8-2 0</inkml:trace>
  <inkml:trace contextRef="#ctx0" brushRef="#br0" timeOffset="16367">14015 4381 23534,'10'-46'715,"1"1"0,-1 5 0,-2 9-575,-6 22-129,-2 7 29,1 12-24,-1 12 18,-2 13-6,-1-1-9,-2-2 1,-1 0-14,-3 15-6,3-13 0,1-1 33,0 13-27,6-10 0,7-14 55,9-11-16,11-18 5,-1-3 90,-1-9 0,0-5 90,12-16-180,-14 16 1,-1-2 91,0-3 1,-3 1 115,2-1-73,2-4-129,-16 24-45,-7 10-11,-3 9 6,-2 10-1,-1 14-61,0 10-285,2 8-891,3 2-3317,9 1 4239,1-12 1,0-17 0,-3-14 0</inkml:trace>
  <inkml:trace contextRef="#ctx0" brushRef="#br0" timeOffset="16976">15938 4184 21887,'-1'-3'3248,"1"1"-2105,0 2-1131,-8-23 16,-4 24 5,-15-15-10,-6 32-7,-8 1-10,-5-3 0,1-2 10,4-4 1,8-3 0,10-1-17,9 0 11,4 2 6,3 3 22,0 4-5,0 4-12,0 3 12,2 3-1,2 2 7,0 3-18,0 1 17,-1-1 12,1-3-18,-2-5 6,1-5 6,1-7 95,1-5 275,2-3-326,1-12-10,3-3-40,5-11-34,8-1 7,8-1-1,7 6 0,2 5-17,2 10 1,0 6 5,0 9-11,2 10-17,-3 10-62,-8 5-112,-11 2-122,-22 1-248,-21-3-627,-23-1-777,19-18 1,-3-3 1975,-7-2 0,2-2 0,-6 2 0,5-7 0</inkml:trace>
  <inkml:trace contextRef="#ctx0" brushRef="#br0" timeOffset="17526">17192 4318 25735,'-15'-38'319,"1"0"1,-19-14-242,4 71-56,-9 16 1,0 12-23,20-19 0,3 3 5,3 1 1,3 1-17,2 1 0,4 0-1,6-2 1,4-1-17,17 24 6,16-12 55,13-11-16,-16-16 11,3-14 34,-24-13 39,-1-10 44,-8-4 23,-14-7-117,-3 11 27,-19-3-28,0 15-10,-10 1-40,1 4-124,6 11-27,13-1-879,7 11-6689,19-2 7719,4 1 0,0-6 0,-2-4 0</inkml:trace>
  <inkml:trace contextRef="#ctx0" brushRef="#br0" timeOffset="17910">18401 4379 23377,'11'-43'853,"-1"-1"0,5 0 1,3 9-585,5 21-180,5-1 34,1 12-72,-6 11-23,7 10-45,5 28 11,-7 7-753,-3 5 658,-15-23 0,-3 0-660,-1 26-245,-3-22 0,-2 0-1279,-4-2 0,-2 0 2285,-2-2 0,-1-2 0,-3 3 0,0-8 0</inkml:trace>
  <inkml:trace contextRef="#ctx0" brushRef="#br0" timeOffset="18083">18432 4601 24933,'36'-29'-2220,"0"0"1,0 1 0,8-11 0,0 8 2219,0 24 0,-4 5 0,-6-1 0,-1 0 0</inkml:trace>
  <inkml:trace contextRef="#ctx0" brushRef="#br0" timeOffset="18733">20457 4476 25517,'1'-41'442,"0"1"1,2-23-326,-22 60-66,2 12 5,-8 8 11,3 13-50,1 10-6,5 7-17,7 4-78,11-1-5,17-1-274,18-3 340,-9-24 1,2-2 22,24 9-8,-10-14 0,-1-4 36,6-4-12,10-7 1,-39-13 0,-24-11-45,-7 3 28,-23-11 11,-7 2 0,7 5 1,-1-1-55,4 4 0,0-2 74,-3-2 0,3-2 31,-10-16-29,15 3-10,12 2-46,14 3-33,13 4 62,14 5 11,12 5-12,9 7 12,1 6-17,-11 6 11,7 14 414,-18 6-453,7 20-5,-15 11-169,-9 13-537,-12-27 1,-2 1-1436,-2 0 1,-3 0 1666,-12 24 0,6-24 1,7-17-1</inkml:trace>
  <inkml:trace contextRef="#ctx0" brushRef="#br0" timeOffset="19426">22526 4496 20061,'0'-4'4089,"0"0"-3689,0-25 1,-1-6 154,-8 8-379,5-11 0,-5 2-19,-13 18-67,-5 9-34,-7 6-23,-3 13-10,-4 8-6,-1 13-6,2 8-22,6 3-1,9 1 7,10-4-23,14-3 11,16-6 17,14-7 17,12-10 50,5-8 45,2-14 67,-5-9 79,-3-12 39,-8-5-12,-8-2-55,-10 3-45,-8 7-73,-4 10-84,-2 9-28,-1 6-12,-7 17 7,-3 6-1,-6 20-22,3 5-179,3 10-333,7-24 0,3 0-250,3 4 1,3 0-2785,5 3 0,3 0 2924,2-5 0,0-2 0,9 9 0,-8-20 1</inkml:trace>
  <inkml:trace contextRef="#ctx0" brushRef="#br0" timeOffset="19876">23962 4652 22075,'7'-59'1169,"-1"1"0,-1 6 0,-1 8-861,-3 15-198,-1 14-149,1 13 68,1 18-40,2 16-61,2 19-119,-4-19 1,0 1-460,0 4 0,-1 1-1875,0 2 0,-1 0 2525,0 4 0,0-3 0,0 5 0,-1-8 0</inkml:trace>
  <inkml:trace contextRef="#ctx0" brushRef="#br0" timeOffset="20250">24542 4556 24788,'2'-40'507,"1"0"0,-3-19-456,-20 78-40,4-1-17,-15 26 6,10-5 0,-3 13 0,8 1-5,9-2-6,13-6 16,10-7-10,3-14 61,20-8 33,-10-19 40,13-10 235,-6-28-246,-16 8 117,-2-25 50,-16 16-77,-9-11-18,-18 1-134,-8 17-50,-1 9-23,1 16-112,14 11-414,0 9-2213,10 11 2756,9 2 0,1-5 0,4-9 0</inkml:trace>
  <inkml:trace contextRef="#ctx0" brushRef="#br0" timeOffset="20684">26289 4516 22397,'3'-57'1183,"0"0"1,0 1 0,-1 6-574,-1 11-122,0-1-432,-1 21-90,0 11 23,0 14 16,2 20-27,0 33-62,-1-25 0,0 2-614,1 11 0,-2 2-596,-2-5 1,0-3-592,2-7 0,-2-2 1885,0 2 0,-1-4 0,1-7 0,0-1 0</inkml:trace>
  <inkml:trace contextRef="#ctx0" brushRef="#br0" timeOffset="20893">26606 4430 23815,'7'-44'802,"0"1"1,0 0-1,2-10 1,-2 9-585,-5 13-140,-2 22-95,-1 9 13,-2 24 15,-2 13-78,2-5 0,-1 4-600,2 2 0,0 2-504,1 5 1,0-1-359,2-9 0,0 0 1529,2 2 0,0-4 0,1-9 0,0-1 0</inkml:trace>
  <inkml:trace contextRef="#ctx0" brushRef="#br0" timeOffset="21293">28542 4483 22800,'16'-55'1204,"-1"0"0,-2 6 1,-2 6-740,-1 4-208,-7 13-162,-1 12-156,-2 8 72,0 36-145,-1 9-6,-1 16-639,-2-10 0,-1 0-1853,1-11 0,-2 0 2279,0 10 1,-1-2-1,0 1 1,3-21 0</inkml:trace>
  <inkml:trace contextRef="#ctx0" brushRef="#br0" timeOffset="21700">29024 4386 20190,'-1'-7'4285,"-1"2"-3941,-3-28 0,1-7-7,6 11-276,-4-14 1,5 2 0,19 22-12,10 7-22,5 6-22,0 12-6,-6 9 28,-10 16 17,-12 13-17,-23 14-400,0-25 1,-4 0 374,-7 2 0,-3 0 2,-3-2 1,-1-1 36,1-3 0,0-1-55,5-5 0,1 0 8,-9 13 16,17-10-11,16-9-45,19-9 0,21-4-22,23-6-112,-24 0 1,1 0-750,3-2 1,1-1 927,4-1 0,-4-1 0,6 1 0,-7-2 0</inkml:trace>
  <inkml:trace contextRef="#ctx0" brushRef="#br0" timeOffset="27284">30111 4293 14129,'0'-4'7562,"0"1"-4347,0 3-3165,5-49-78,-3 39 34,3-30 5,-4 59-67,2 14-291,2 11-1132,0 12 1106,-2-22 1,0-1 0,0 6 0,-1-4 0</inkml:trace>
  <inkml:trace contextRef="#ctx0" brushRef="#br0" timeOffset="27792">30467 4317 17238,'-2'-7'4896,"0"2"-4370,-4-29 1,1-7 117,5 4-440,-3-12 0,4 1 4,17 12-108,10 7-27,3 9-17,3 9-22,-2 6-51,0 10 0,0 7 28,1 10-33,-3 11 11,-8-4-68,-2 26 40,-14-16 34,-8 16 21,-14-17 29,-10-8 34,-3-8 27,4-8 101,5-5 73,11-6-83,4-5-96,6-5-57,4-4-21,6-3-18,5 2 12,4 4-6,3 3-11,1 8 12,3 7-18,3 10-11,3 10 6,1 8 5,-5 4-5,-10 0 11,-13-5-106,-20-6-348,-22-8-2010,-22-8 1616,-2-6 0,19-4 0,17-4 0</inkml:trace>
  <inkml:trace contextRef="#ctx0" brushRef="#br0" timeOffset="29860">4364 1900 28394,'13'-54'827,"0"-1"0,-1 5 1,-3 6-623,-9 8-217,0 6-18,0 10-62,-1 9-155,0 8-319,-3 16 494,-2 18 82,-5 24-381,3-17 0,-2 2 395,0 7 0,-1 1-103,-1 2 0,0 1-7,2-3 0,0 0 22,3 0 1,0-4-222,0 17-179,5-16-81,5-28-96,3-16 193,6-14 151,7-17-12,8-18 179,-12 17 1,-1-2 9,-1-4 1,-1-1-85,-1-4 0,-2-1 166,-2-1 0,-1-1 84,-1 1 1,-1 1 197,-2 6 1,0 1-189,1-19-32,-3 21-103,0 17-1,0 10 39,2 15 986,5 11-950,7 36-16,-3-9-189,-3-4 1,-1 2 208,-3-9 0,-2 1-1,1 9 0,-1 0 1,0-1 0,-1 0-11,-1-1 1,1-3 32,-1 10 51,0-7 65,0-34-7,-1-5-105,-2-26-42,2-11-7,-2-11 3,3 13 0,2-2 10,1 1 1,1-2 21,1-8 1,1-1 2,0 1 0,0 2 19,-1 1 1,0 3-17,0-7-6,-4 10-22,-2 28-43,-2 5 78,-3 15-9,-4 19 7,1 2 1,0 4 26,-6 22-167,4-11 0,-1 2 123,4-16 1,1-1-6,-2 8 0,1 0-21,2-5 1,1-2-16,0 24 15,4-29 55,1-12-38,0-26-22,1-15 71,3-32-34,-2 22 0,-1-2 413,1-1 1,0-1-420,0-7 1,0 0-6,-1 3 0,1 0-660,-1-9 1,1-1 681,-1 5 1,0 1-449,-1 6 0,1 3 409,-2-5 1,0 14-29,-1 22-6,-1 11 57,-2 31-17,0 18 520,2-24 1,-1 2-513,0 10 1,0 1 58,0-6 1,0 1-57,-1 7 0,1 2-17,0-1 1,1-2 27,0 14 56,2-15-22,1-33 33,0-15 137,3-28-193,2-12-14,0 9 1,0-3-355,2-3 0,0 1 349,-1 6 0,0-1-6,1-10 0,1 0 6,-2 10 0,1 1 11,0-5 0,-1 1-42,3-5-51,-4 17 40,-6 31 39,-1 4-22,-4 24-100,-2 25-137,4-25 1,0 1-35,0 0 1,1 1-4111,2 12 1,2-3 3951,3 8 0,0 6 0,1-39 0</inkml:trace>
  <inkml:trace contextRef="#ctx0" brushRef="#br0" timeOffset="30376">5196 1748 23198,'-21'-44'954,"1"0"0,2 4 0,4 7-724,7 11-174,4 10-51,2 4-44,1 7 39,1 10 6,3 13 27,1 19-22,-1-1-11,-4 0 0,-1 2 6,-1-10 0,-1 0-224,-1 15 0,-1 0 223,2-12 1,1-1-17,0 23 11,5-21 22,14-8 17,2-19 28,18-9-33,4-18 22,9-14-11,-9 0 19,-13 3 1,-1-1-9,-2-1 78,-2 0 0,-2 0 118,-7 5 397,0-5-520,-10 19-90,-3 7-84,-1 3 34,0 10 17,2 8-12,1 16 6,1 15 0,-1-4-62,-1-4 1,0 1-325,2 21-309,0-18 0,2 0-1630,7 18-7506,0-16 9010,-4-19 1,-4-15 0,-4-10 0</inkml:trace>
  <inkml:trace contextRef="#ctx0" brushRef="#br0" timeOffset="30833">5165 1668 25119,'-11'-40'465,"1"0"0,0 4 0,2 9-454,4 21-73,1 10 57,0 11 44,-3 19-6,-5 20-30,4-19 0,-1 2-314,0 3 1,1 2 301,0-1 1,1 1 5,2-3 0,2-2 15,7 25 4,8-16 24,11-18 27,6-15 17,8-16 0,6-15 5,6-18 171,-24 13 1,0-2-191,-2-2 0,0-1 33,-3 1 1,-2 0 199,9-16-6,-11 14-113,-9 13-116,-6 9-52,-1 5-4,-1 22-12,0 5 184,0 25-201,0 6 8,0-24 1,0 1-211,0 2 1,1 1-40,0 1 1,1 0-342,0-1 0,0-2-2964,2 25 3563,-2-20 0,0-19 0,-2-13 0</inkml:trace>
  <inkml:trace contextRef="#ctx0" brushRef="#br0" timeOffset="31367">5105 1677 17708,'-5'-9'5451,"1"1"-4247,4 8 28,0 0-1237,-7-37-35,5 36 57,-3-20 50,8 54-27,2 14 16,-2 14-230,-2-25 0,0 0 182,-1 3 1,0-1-6,0-1 0,0-3 8,7 24 39,4-20 107,10-18 95,9-16-34,11-17-38,8-12 44,2-12-214,-4-5 303,-9 2-21,-11 4 296,-7 9-425,-8 6-46,-2 6-72,-3 5-28,0 3-6,1 5 270,1 11-281,3 9-6,1 19 6,-1 15-42,-7-20 0,-3 2-709,-2 4 0,-1 0-1915,-3 4 0,-1-1 2666,-1-3 0,0-3 0,-3 11 0,3-21 0</inkml:trace>
  <inkml:trace contextRef="#ctx0" brushRef="#br0" timeOffset="49267">8172 4285 12651,'12'-48'1902,"0"1"1,-2 7-1,-5 6-882,-12 11-611,-2 14 106,-4 4-285,-6 13-113,-9 13-75,5 1 0,-1 3-9,-7 11 1,-1 3-462,4-4 1,-2 2 438,2-1 1,-2 3-1,-2 2-21,-3 4 1,-1 3 0,-1 0-725,0 2 1,-1 0-1,0 1 692,6-8 0,0 1 0,0-1 0,2-1-83,0 1 0,3-2 0,1-2-657,-5 14 1,4-5 81,10-13 0,5-3 142,5 27 1,8-40 0,5 4-1</inkml:trace>
  <inkml:trace contextRef="#ctx0" brushRef="#br0" timeOffset="49593">10639 3803 15866,'-1'-4'2050,"0"0"258,1 4-1810,-81-28-257,29 37-522,0-19 1,-5 7 313,21 21 1,0 9 0,1 1-838,-11 9 0,-3 4 774,14-11 1,-4 3-1,0 1 1,2-2-39,1 2 1,1-2 0,-2 4-530,-4 6 1,-4 5 0,0 1-1,4-4-2680,2 0 0,3-3 0,-1 1 2726,4-5 1,-1 1 0,2-1 0,4-4 0,-5 6 0,9-8 0,9-13 0</inkml:trace>
  <inkml:trace contextRef="#ctx0" brushRef="#br0" timeOffset="50459">8161 3441 21853,'-15'35'-2077,"4"9"822,12-13 0,3 2-1484,-2 0 0,-1 0 2739,-3 1 0,1-2 0,0 4 0,-4-8 0</inkml:trace>
  <inkml:trace contextRef="#ctx0" brushRef="#br0" timeOffset="50618">8072 3475 10758,'0'-63'2475,"0"0"1,0 4-1,0 4-2077,0 15 0,0 4-252,0 1 0,1 3-130,5-25-251,7 9-589,11 9-1444,10 11-4246,7 13 6514,-2 15 0,-14 2 0,-11 4 0</inkml:trace>
  <inkml:trace contextRef="#ctx0" brushRef="#br0" timeOffset="50792">8160 3546 22134,'31'-30'-638,"0"1"1,0-1 0,17-12 0,1 4 637,1 11 0,-3 6 0,6-6 0,0 5 0</inkml:trace>
  <inkml:trace contextRef="#ctx0" brushRef="#br0" timeOffset="51143">9868 3289 15967,'-4'-4'2089,"0"0"-7589,4 4 5500,-27-12 0,20 10 0,-20-10 0</inkml:trace>
  <inkml:trace contextRef="#ctx0" brushRef="#br0" timeOffset="51767">9746 3240 14331,'0'-4'4829,"0"1"-1838,0 3-2857,4-15-39,-4 31-44,4 15-63,-3 14-72,-1-6 0,2 1-443,3 16 76,-1-20 1,1 1-833,2 2 0,2-1-3183,4 18 2523,1-9-2695,-8-23 1866,-5-15 2772,-5-4 0,-7-19 0,-3-10 1501,-7-21 179,7 4 111,5 9 1,0-1-507,1 0 1,2-1 293,-1-20 1,1-2-782,2 6 1,2 1-245,3-8 1,2 3-373,-1 20 0,2 1 8,2-2 1,1 1-91,8-13-235,-1 17 1,2 1-179,18-10-527,12 8-23,-11 20-5555,9 14 6418,-15 8 0,-6-2 0,-10 1 0</inkml:trace>
  <inkml:trace contextRef="#ctx0" brushRef="#br0" timeOffset="51926">9741 3573 22699,'26'-49'0,"0"0"0,-5 7 0,2 6-516,6 11 1,4 5 515,1 0 0,-2 2 0,13-8 0,-2 5 0</inkml:trace>
  <inkml:trace contextRef="#ctx0" brushRef="#br0" timeOffset="52626">11153 3361 19042,'37'-32'-27,"0"0"0,-1 0 0,1 2 0,-1 1 0,0 5-337,8 7 0,-1 4-1007,1-1 0,0 1-1942,-4 2 0,-2 2 2683,22-4 0,-26 8 0,-18 3 0</inkml:trace>
  <inkml:trace contextRef="#ctx0" brushRef="#br0" timeOffset="52816">11437 3222 12769,'-3'0'6295,"1"0"-2794,2 0-3243,-6-4 61,11 20-106,-2 11-113,12 33-142,-9-20 0,-1 3-658,-1 7 0,-1 2-1844,-1 7 1,-1-1 2121,-1-6 0,-1-3 1,1-15-1,0-4 1,-1 4-1</inkml:trace>
  <inkml:trace contextRef="#ctx0" brushRef="#br0" timeOffset="53583">12806 3117 19546,'10'-41'-28,"13"3"-151,32 14-682,-16 12 0,7 0 0,-6 2 161,17-7 109,-1 3 0,-15 8-19,-40 8 369,-15 5 202,-15 4 252,-15 4 453,-6 1 656,1-4 201,10-3-195,12-5-236,12-2-196,8-3-241,6-1-291,2-1-178,5-2-74,2 3-45,4 0 34,2 7 45,2 8 5,0 15-28,-3 21-120,-8-15 0,-2 3-678,-2 7 0,-3 1-115,-1 5 0,-1 1 790,-1 4 0,0-4 0,-2 9 0,3-13 0</inkml:trace>
  <inkml:trace contextRef="#ctx0" brushRef="#br0" timeOffset="53983">14177 3110 20058,'38'-32'-335,"1"0"1,-2 2 0,1 6-299,-5 12 1,-1 5-2415,25-7-2252,-19 7 5299,-20 9 0,-11-1 0,-10 4 0</inkml:trace>
  <inkml:trace contextRef="#ctx0" brushRef="#br0" timeOffset="54176">14290 3034 23063,'-40'-19'387,"8"5"-275,32 23 56,3 12 0,-1 31-118,1 7-53,-2-28 1,-1 1-91,0 5 1,0-2-211,0 10-2425,2 4 1,0 2 2048,2 5 1,-2-22-1,0-4 1,1-7 0</inkml:trace>
  <inkml:trace contextRef="#ctx0" brushRef="#br0" timeOffset="54726">15399 3103 18607,'55'-28'4,"0"-1"0,-8 7 0,1 1 1,-5 4-79,-8 6 1,-2 2-89,14-5 0,-1 2-527,9 0-308,-22 6 364,-18 6-638,-24 9-117,-25 9 1393,-10 2 353,15-7 1,-1-2 1271,-19 6 431,8-5-1092,15-5 1078,8-2-1481,14-3-276,0 2 186,4 5 91,0 9-287,0 11-123,1 12-95,1 9-432,1 10 319,-1-26 1,0 1-1421,-1 5 1,0-1 713,-1-6 1,0 0 756,0 15 0,0-4 0,0-12 0,0 16 0</inkml:trace>
  <inkml:trace contextRef="#ctx0" brushRef="#br0" timeOffset="55259">16573 3178 16208,'-3'0'2912,"0"0"-1937,3 0-942,65-50-21,-18 28-574,2-8 0,3 0 514,-20 20 1,-1 3-233,22-5 144,-10 6-492,-15 4 361,-13 2 155,-11 2 151,-12 2 359,-17 5-174,3-2 889,-13 3-425,14-4 169,-3 1-56,6 1-201,5 1-130,3 6-106,2 7-101,2 9-111,1 9-57,2 7-45,1 10-237,2-25 0,0 1 128,1 2 0,1 0-201,0 1 0,1 0-595,-1-1 1,1 0-2347,0-3 0,-2 0 3201,2 18 0,-3-21 0,0-15 0</inkml:trace>
  <inkml:trace contextRef="#ctx0" brushRef="#br0" timeOffset="55950">17904 3275 21758,'28'-34'157,"18"-1"-155,0 20 1,6 2-480,-1-1 0,0 0 482,-2 1 1,-2 0-4,-4 3 1,-3 0 11,-7 1 0,-2 1 435,10-3-1,-18 6 160,-14 1-289,-10 2 23,-4 0-73,-5 1 363,-4 4-587,-3 5 22,-2 10 6,0 12-56,4 10-12,3 7 12,6 5-6,3 4-318,4 1 234,5 0-72,4-2-314,0-4-745,-1-4-3115,-6-6 4319,-11-5 0,5-17 0,-6-6 0</inkml:trace>
  <inkml:trace contextRef="#ctx0" brushRef="#br0" timeOffset="56133">18245 3328 24351,'10'4'-95,"-1"19"-574,-4 10 0,-1 6 669,0 7 0,0-2 0,0 6 0,-1-2 0</inkml:trace>
  <inkml:trace contextRef="#ctx0" brushRef="#br0" timeOffset="57017">20104 3344 20576,'27'-28'73,"-1"0"0,9-2 0,4 6-121,6 11 0,4 3-954,-1-1 0,1 0 350,5 1 0,-2 1-1690,-18 4 1,-3 2-1564,8-1 3905,-18 6 0,-17-2 0,-3 2 0</inkml:trace>
  <inkml:trace contextRef="#ctx0" brushRef="#br0" timeOffset="57193">20375 3192 22066,'-8'19'1160,"5"12"-1071,16 27-92,-6-21 1,0-1-60,-2-5 1,0 1-1348,4 22 0,-1-1-4683,1 5 6092,-1-10 0,0-3 0,-2-19 0,-1-1 0</inkml:trace>
  <inkml:trace contextRef="#ctx0" brushRef="#br0" timeOffset="57626">21992 3103 20851,'48'-32'24,"1"0"0,0 2 0,2 5-16,-1 11 1,1 6-789,1-2 0,-2 2 724,-3 2 0,-2 1-163,-7 2 1,-4 0-494,14 1-3423,-27 6 4199,-31 3 0,4 0 0,-12-1 1</inkml:trace>
  <inkml:trace contextRef="#ctx0" brushRef="#br0" timeOffset="57809">22352 2963 9162,'-6'-4'8961,"0"1"-7163,6 3-101,0 0-1052,-8 8-186,9 9-213,-5 17-111,11 15-85,1 13-448,-5-25 0,0 1 121,-1 4 0,0 2-1353,-1 4 0,0-2-1118,1-7 1,-1-2 2747,0 2 0,1-4 0,1-8 0,-1-2 0</inkml:trace>
  <inkml:trace contextRef="#ctx0" brushRef="#br0" timeOffset="58366">23847 2985 22117,'37'-23'11,"0"-1"0,2 2 1,2 5-10,4 8 1,0 4-6,1 0 1,-2 0-322,-4 2 1,-2 0 150,23 0 143,-21 3-104,-20 1 196,-21 2-79,-15 1 79,-14-2 112,-4 0 399,2-2-163,7 0 150,7 0-292,9 0 169,4 0-342,1 4 73,-1 9 51,-2 10-68,-3 14-56,0 13-70,4-20 1,1 3-305,-1 4 0,1 2 248,0 4 1,0 1-618,1 4 1,2 0-440,2 2 0,2 0 1087,4 4 0,2-4 0,0 6 0,4-10 0</inkml:trace>
  <inkml:trace contextRef="#ctx0" brushRef="#br0" timeOffset="58942">26027 3292 16493,'-11'0'2639,"2"0"-1665,9 0-442,0 0-431,72-20-62,-13 11-711,2-4 0,2 1 672,-16 8 0,-3 1 5,-3-1 1,-1 1 122,-6 1 0,-3 0-105,13-1 173,-19 1 28,-15 0-96,-9-1 80,-6-1 1284,-4-1-769,-2-1 49,1 1-280,4 2-245,3 2-219,1 1-23,1 7 46,-2 10-1,-1 15 1,-4 16-35,-3 13-325,4-26 0,-1 1 227,-1 3 1,0 0-177,0 1 1,0 1-373,1-2 0,1 0-1101,3-3 1,0-2 1730,0 25 0,3-27 0,1-12 0</inkml:trace>
  <inkml:trace contextRef="#ctx0" brushRef="#br0" timeOffset="59126">26314 3479 19977,'-4'-2'3618,"0"0"-3125,4 2-549,-21 53-397,27-9-1234,-9 0 1,2 4 1686,15-9 0,3-4 0,1 5 0,-2-3 0</inkml:trace>
  <inkml:trace contextRef="#ctx0" brushRef="#br0" timeOffset="60250">26442 3532 16633,'11'-54'1547,"1"0"1,-2 8 0,-2 6-696,0 5-510,-5 17 195,0 4-89,-3 5-380,2 3-175,-2 2 141,1 14 39,-1 8-1,-1 20-13,-2-5 0,-1 3-20,0-2 0,-2 2-1109,-3 8 1,-1 0 1091,-6 14 0,4-24 1,0-2 16,-7 15-8,4-16 0,1 0 30,-7 10 79,1-6-22,12-22 229,3-8-56,4-5-184,0-11-51,4-22-23,3-11-19,-1 11 0,2-1 1990,5-17-1985,-3 16 1,0-1 16,-1 1 1,0 1 8,-1 3 0,0 0 90,2-24-74,-6 33 6,-3 11-151,0 7 12,0 4 72,-2 15 5,-3 14-10,-4 17 10,0-4 23,-3 17-33,0-11-4,4-13 1,1 0-54,-3 21-302,3 0 85,6-25-3166,4-3 2597,2-14 0,-1-2 0,1-7 0</inkml:trace>
  <inkml:trace contextRef="#ctx0" brushRef="#br0" timeOffset="60859">28709 3503 23030,'52'-36'-31,"1"1"0,-9 10 0,2 2 1,-5 6-94,-7 10 1,-1 3-239,12-3 1,-1 0-1862,4 1-4050,-21 2 6273,-15 1 0,-10 2 0,-2-1 0</inkml:trace>
  <inkml:trace contextRef="#ctx0" brushRef="#br0" timeOffset="61051">28978 3287 23338,'-6'14'845,"1"17"-581,-1 31-234,2-25 1,-1 1-897,-4 12 1,0 2 697,-2-4 0,1-1-795,0 2 0,1 0 963,1 3 0,2-5 0,0 7 0,3-11 0</inkml:trace>
  <inkml:trace contextRef="#ctx0" brushRef="#br0" timeOffset="61800">30305 3309 13889,'-3'0'4979,"1"0"-1601,2 0-3266,-13 0-39,19-3-34,1-3-50,34-3-73,19-2-143,-24 5 1,2 1 44,1 1 0,-1-1-107,-1 2 1,-3 0-1006,19 0-695,-22 1-442,-25 2 679,-23 0 1544,-13 0 808,-7-3 749,1-1 941,7-3-273,9-1-377,8 0-328,5 1-394,4 2-476,2 2-324,0 3-28,0 3 78,-2 10 22,-1 14-50,-4 16-45,-3 16-586,5-24 1,-1 2 414,0 5 1,0 0-611,0 4 0,0 0 686,1 5 0,0-4 0,-1 8 0,2-10 0</inkml:trace>
  <inkml:trace contextRef="#ctx0" brushRef="#br0" timeOffset="75184">1778 5631 11553,'7'-3'6267,"-1"0"-4401,-6 3-752,0 0-324,-62-36-465,38 25-45,-19-11 0,-2 3-173,19 16-68,-10 7-11,14 10 0,5 12-6,7 7-5,4 6-6,12 4-5,10 5 0,16 3-1090,-11-24 1,1-1 1083,18 16-222,-8-12 1,1-1 221,7 9-2,-14-13 1,-3 0 79,-5 7 45,-25-6 6,-23-4-23,-25-2-61,18-11 0,-2-1 697,-4-2 0,-1-2-709,-1-4 1,2-3-23,4-4 1,3-4 337,-19-19-1111,27-10-2403,22-5 3165,26-6 0,-9 23 0,8 2 0</inkml:trace>
  <inkml:trace contextRef="#ctx0" brushRef="#br0" timeOffset="75391">2181 5524 17983,'0'-3'5349,"0"1"-4111,0 2-1221,-30 26 16,23 14-19,-8-5 0,3 3-346,12 3 0,5 1 281,-1 1 1,1 1-202,1-1 0,-1-1-56,-1-10 0,-1 1-3767,1 9 0,-1-1 4075,-1 2 0,0 4 0,-2-32 0</inkml:trace>
  <inkml:trace contextRef="#ctx0" brushRef="#br0" timeOffset="76334">2146 5905 22907,'12'-30'19,"1"0"1,25-14-32,-5 45 1,4 9-587,0-4 1,1-1 569,-2-1 0,1 0 8,-3-1 1,-1-1 378,24-1-308,-14-6 249,-15-4-188,-15-3 11,-11-2 112,-8 0 721,-4 1-542,-5 3-139,-1 4-202,0 6-12,0 9 1,3 8-51,5 11 0,7 4-11,10 3 6,10-3 11,9-5 16,3-9 79,1-9 62,-4-11 5,-7-11 6,-6-11 11,-8-9 34,-7-5 39,-8-1 16,-9 3-66,-6 6-68,-3 8-39,1 8-84,2 8-34,5 9 1,3 10 33,2 13 0,3 13-84,5 14-65,7-21 1,2 2-425,1 3 0,4 1-52,3 2 1,4-1-331,3 0 0,2-2-342,3-4 1,1-2-231,0-7 1,2-4-591,22 4 1736,-5-25 1249,-5-16-100,-11-5 2407,6-28-2144,-20 23 557,8-24 126,-15 20-953,-2 5-284,-5 6-326,-2 14-156,-1 9 473,-3 14-485,-2 16-16,-2 19 2,4-18 0,-1 3-431,0 6 0,-1 1 411,-1 5 1,1 0 8,-1 0 0,2-2 5,1-6 1,0-2 19,0 15 12,4-27-35,0-22 29,2-22-6,0-19-5,2-22 265,-1 20 0,0-2-263,1-7 1,1-1-627,1-4 0,1 0 629,1 2 1,0 1-4,2 6 1,0 2-97,0 6 0,1 3 93,12-20-16,4 11 17,7 9 5,7 8-5,5 8-18,3 10 7,-1 13 380,-7 11-386,-13 14 11,-15 10-12,-23 5 7,-19 4 2,7-26 0,-4-1 448,-3 1 0,-3-3-647,-2-1 1,0-3-449,0-3 0,2-2-6407,-22-1 7057,22-13 0,19-2 0,13-4 0</inkml:trace>
  <inkml:trace contextRef="#ctx0" brushRef="#br0" timeOffset="76558">3580 5993 25774,'28'-18'-2821,"-1"0"0,12-2 0,-1 2 2821,19 0 0,-5 2 0,-32 9 0</inkml:trace>
  <inkml:trace contextRef="#ctx0" brushRef="#br0" timeOffset="76734">4104 5746 26889,'-13'24'-174,"1"13"-655,10-6 0,2 4-303,-2 10 0,0-2 0,0 6 0,-1 0 0</inkml:trace>
  <inkml:trace contextRef="#ctx0" brushRef="#br0" timeOffset="77008">1876 6752 21164,'-47'6'591,"1"0"0,-1 0 0,-10 1 0,9 0-339,12-3-145,34-3 139,43-3-179,-1-2 0,9-2-984,-2 1 0,6 0 0,4-1 0,-1 0 922,2-1 1,0 1 0,1-1 0,4 1-282,-11 0 0,4 1 0,1-1 0,1 1 0,-3 0 1,-2 0 259,9 0 1,-4 0-1,-1 1 1,4 0-75,-1 0 0,3 1 1,1 0-1,-1 0 1,-2 0-447,-8 1 1,-3 1 0,0 0 0,1 0 0,4 0-647,-3 0 0,3 0 0,2 0 0,1 0 0,-1 1 0,-1-1 0,-4 1 1082,6-1 1,-3 1 0,-1-1 0,-2 1 0,0 0 0,7 0 0,0 0 0,-5 0 0,-8 0 0,-9 0 0,0 0 0</inkml:trace>
  <inkml:trace contextRef="#ctx0" brushRef="#br0" timeOffset="77475">5832 6544 23198,'8'-53'739,"-1"0"1,0 8-1,-3 9-476,-6 25-308,0 10 51,1 10-12,0 14 1,1 17-12,1 16-56,0-8-255,1-15 0,-1 2-3876,1 1 1,0 0 4203,2 28 0,-1-12 0,-2-34 0</inkml:trace>
  <inkml:trace contextRef="#ctx0" brushRef="#br0" timeOffset="77841">6156 6032 19759,'-3'-4'3803,"0"0"-3042,3 4-665,-63 15-40,41 13-48,-12-6 0,3 3 9,29 29 11,15-4 6,13-11 16,13-13 40,5-12 33,-1-12 6,-5-14 28,-6-11 33,-11-12 7,-9-7-7,-16-3 12,-11 2-29,-13 7-50,-7 10-50,-5 10-78,1 9-7,4 12-10,8 10-124,12 13-1030,13 12 1176,22 11 0,-10-22 0,9-2 0</inkml:trace>
  <inkml:trace contextRef="#ctx0" brushRef="#br0" timeOffset="78058">6692 6299 23467,'-8'0'2414,"1"0"-1871,7 0-313,0 0-359,-2-38-482,32 28-1668,14-29 2279,-1 38 0,2 7 0,4-5 0,-1 5 0</inkml:trace>
  <inkml:trace contextRef="#ctx0" brushRef="#br0" timeOffset="78217">6730 6561 24202,'49'-22'-171,"-1"-1"0,1 1 1,0 0-1,-6-1 1,-4 1-1,-2 5 1,-4 8-1,0 0 1</inkml:trace>
  <inkml:trace contextRef="#ctx0" brushRef="#br0" timeOffset="78558">7457 6201 24979,'-8'-49'409,"0"0"0,3 5 0,8 6-309,25 13-49,21 5-43,-18 13 1,3 2-346,3 1 0,2 4 334,1 3 1,1 3-1,-1 3 0,-2 4-8,-3 4 0,-4 5 5,-6 4 1,-6 3-12,-6 4 0,-9 2 0,-11 3 0,-8 0 9,-9 2 0,-6-1-426,-9-1 1,-3-2 447,-2-4 0,0-2-9,5-5 1,3-2-6,-17 10 12,27-13 10,22-10-5,24-10 393,24-10-744,-11 2 1,4 0-2658,10-4 0,2 0 2531,-2 2 1,-2 0 0,17-4 0,-26 7 0</inkml:trace>
  <inkml:trace contextRef="#ctx0" brushRef="#br0" timeOffset="94001">3563 8787 16432,'6'-51'1693,"-1"0"0,0 2 0,-2 5-953,-3-8-448,-1 13 340,-5-5-307,0 23-151,-7-2-124,-6 20-5,-10 19-45,-11 17 5,16-8 1,1 3-20,-2 5 0,1 2-343,2 3 1,2 0 342,4 1 0,2-1-14,4-3 0,4-2-33,3 23 66,13-17 29,9-13 55,5-12 1,3-14-12,1-15 691,0-14-640,-1-14 78,-3-10-228,-3-5 262,-4 1-34,-2 8-61,-4 12-51,-2 13-95,-5 12-17,-1 7 17,1 11-39,3 9 335,5 14-358,5 12-672,2 14-509,-2-8 1243,-3-10 0,-2-2 0,-2-10 0,5 13 0</inkml:trace>
  <inkml:trace contextRef="#ctx0" brushRef="#br0" timeOffset="94191">4474 8688 21982,'-5'0'3327,"1"0"-2570,4 0-1738,-33-26 981,40 22 0,-36-21 0,44 28 0</inkml:trace>
  <inkml:trace contextRef="#ctx0" brushRef="#br0" timeOffset="99883">5977 8764 20649,'1'-45'896,"1"0"0,0 2 1,-1 8-505,-1 21-291,1 1-85,1 14 7,3 14-18,0 6-5,2 28-28,-4 12-649,-5-7 1,-3 4 522,-3-5 0,-3 1-110,1-11 1,-3 1 0,0-3-26,-3 0 1,-2-2-435,-6 6 1,-3-4-1011,0-9 1,-3-4-1514,2-3 0,0-3 3246,-27 9 0,31-26 0,12-5 0</inkml:trace>
  <inkml:trace contextRef="#ctx0" brushRef="#br0" timeOffset="100259">6132 8169 20375,'-33'38'97,"0"0"0,7 2 0,13-2 26,33 3 51,17-1-68,-7-21 174,7-9 28,-8-13 106,9-16-127,-12-7 32,-6-13-140,-13 9 236,-10-5 184,-11 3-330,-4 3-152,-6 5-100,4 16-62,4 5 12,5 7-7,1 10-486,3 23-1995,4 7 1842,7-12 1,1 0 0,0-1 0,7-2-1</inkml:trace>
  <inkml:trace contextRef="#ctx0" brushRef="#br0" timeOffset="100477">6627 8564 23685,'15'-29'-1476,"1"-1"0,24-17-1958,-8 42 1,4 7 2623,19 0 0,-21 0 1,-17 3-1</inkml:trace>
  <inkml:trace contextRef="#ctx0" brushRef="#br0" timeOffset="100633">6705 8847 24508,'53'-17'-1048,"1"0"1,1-1 0,1-1 1047,4-4 0,-3 1 0,-24 9 0,-2 1 0,1 1 0,-1 0 0</inkml:trace>
  <inkml:trace contextRef="#ctx0" brushRef="#br0" timeOffset="104999">8091 8550 21663,'29'-44'796,"-6"8"-729,-26 37-34,-5 3 1,-6 4 0,-5 4 139,-13 1 79,2-6-89,2-2 173,3-13-84,11-7-96,-1-13-16,8-7-5,10-9-113,3 14 12,11-5-34,1 19 0,7 1 0,3 8-11,14 18 22,-12 1-28,18 25-11,-20 4-80,-13-11 1,-5 5 84,-9 15 1,-9 3-1396,-8-2 1,-5 0 1405,-2 0 1,-5-1 13,2-16 0,-3-2 0,-1-3-356,-8 4 0,-2-4 382,-7 6 0,-2-4 72,1-9 1,1-5 129,-15-5-51,14-22-112,33-9 1,15-19 90,16 2-164,11-6 6,24 5-34,-2 17 2324,3 7-2340,5 20-353,-3 8-2346,-12 3 0,0 3 923,-13-7 0,0 1 1826,14 13 0,-5-3 0,-16-9 0,9 7 0</inkml:trace>
  <inkml:trace contextRef="#ctx0" brushRef="#br0" timeOffset="105375">8967 8660 19204,'0'-4'4027,"0"1"-2268,0 3-1709,-19-8-39,9 14-11,-25 9-173,5 25-648,-1-3 1,-3 1-21,2-5 1,-2-1-667,-8 4 0,-1-3 1443,15-13 0,0-5 64,-3-1 0,1-8 163,-10-15 117,9-17 112,14-24-132,19 19 0,4-1 32,4-21 33,0 21 0,2 1 285,9-8 23,7-6-448,-7 21 1953,-1 9-2093,-5 18 91,-2 3-119,15 26-29,-2 3-55,-6-7 0,2 1-553,-1-1 0,2-2-840,2 2 1,0-2-2585,18 13 3230,2-4 1,-28-23 0,-1-2 0</inkml:trace>
  <inkml:trace contextRef="#ctx0" brushRef="#br0" timeOffset="105899">8824 8655 24010,'-1'-41'39,"2"22"-45,3 48-5,-1 5 0,-1 3-17,1 23-448,-2-15 0,0 1 42,-1-10 0,1-1-1796,-1 27-3354,0-15 5584,1-13 0,-1-17 0,0-8 0</inkml:trace>
  <inkml:trace contextRef="#ctx0" brushRef="#br0" timeOffset="106075">8619 8926 10494,'-9'-5'8570,"1"2"-7556,8 3 867,0 0-1752,3-39-78,33 24-48,-11-8 0,3 1-90,16 12 0,4 7-1058,1-4 1,0 1-2670,1 0 0,-2 0 3814,-7 1 0,-3 1 0,9-1 0,-23 2 0</inkml:trace>
  <inkml:trace contextRef="#ctx0" brushRef="#br0" timeOffset="106483">9539 8619 23657,'-12'-47'416,"0"0"0,1 5 1,7 5-305,13 7-51,7 7-72,4 6 28,6 7-23,8 4-5,5 12 6,-7 1-7,11 28 7,-21 1-7,-8-6 1,-5 2-215,-10 1 0,-7 1 215,-5 4 0,-5-1-385,-9 2 0,-4-1 410,-2-2 0,-2-1-31,0-4 1,0-2-14,4-4 0,2-2 64,-15 11-17,18-12 16,17-13 409,23-9-408,18-9-23,21-5-25,-21 5 0,3-2-210,3 0 1,1 0-889,4 1 1,1-1 1111,9-2 0,-3 2 0,6-1 0,-2 0 0</inkml:trace>
  <inkml:trace contextRef="#ctx0" brushRef="#br0" timeOffset="107433">10615 8432 17484,'-5'0'4515,"1"0"-3344,4 0-1154,54-34-29,-25 22-183,13-8 0,4 1-23,1 14-219,5 2-125,-18 11-323,-23 7-50,-29 13 409,-25 8 472,12-15 1,-3 1-385,-4 1 0,-1 0 522,0-1 0,0 0 56,5-2 0,1-1 314,-16 11-140,22-8-73,16-10 509,30-6-531,12-12-107,29-7-62,-16-2 0,-1-1-357,-11 3 1,-1 1 340,13-8 0,-2-1 61,3-10 590,2-12-566,-19-4 43,-28-17-84,-8 21 93,-6 14 0,-4 1 389,-12-2 67,-6-4-67,7 9-5,10 7-466,11 8 668,4 5-729,11 5 281,7 8-332,26 16 18,-9-2 10,-4 1 1,-1 4-6,5 19-361,-15-13 1,-4 2-24,-4 4 1,-7 1-2771,-14 15 1,-6 0 3153,3-12 0,-1-3 0,-2-1 0,0-6 0,2-6 0</inkml:trace>
  <inkml:trace contextRef="#ctx0" brushRef="#br0" timeOffset="108049">11788 8345 19527,'2'-51'999,"0"-1"0,-2 4 0,0 8-769,-2 19 963,0 7-1199,1 22 448,1 3-447,2 24 27,-2 26-11,0-27 1,0 2-96,-1 7 1,-1 1 80,0-7 1,0-2 30,0 28 633,1-19-661,7-7 95,10-20 6,7-7-11,15-19-17,5-18-17,-4-2 228,-14 7 1,0 0 1,21-22-6,-6 5-17,-6 5-82,-22 22-142,-8 6 0,-3 11-45,-5 7 18,-5 24 4,-4 8-22,5-13 1,1 2-17,-3 15-74,5-15 1,3 2-1328,4 5 1,2 2 856,2 5 1,1-1 0,-2-10-1,2-3 1,4 11 0</inkml:trace>
  <inkml:trace contextRef="#ctx0" brushRef="#br0" timeOffset="115408">12940 8409 14118,'0'-4'5361,"0"1"-2841,0 3-2442,-26-28-21,18 29-12,-22-14-17,18 43-6,0 1 11,-5-1 1,-3 2 22,-17 18-320,7-13 1,-1 0 341,2-9 1,1-2 58,4-3 1,0-3 69,-7 6-106,19-13 16,24-10-55,19-3-17,23-2-40,-20 1 1,3 0-315,4-1 1,1 1-342,4 0 0,1 0-2691,2 1 0,-2-1 3341,-4 0 0,-3 0 0,11 1 0,-23-2 0</inkml:trace>
  <inkml:trace contextRef="#ctx0" brushRef="#br0" timeOffset="117183">13609 8298 18941,'-1'-6'3417,"0"2"-2779,1 4-649,17-12-17,0 40-370,12 9 17,-19-7 0,-4 5-2109,1 12 0,-3 3 2490,-3-4 0,0-3 0,0 20 0,-3-9 0</inkml:trace>
  <inkml:trace contextRef="#ctx0" brushRef="#br0" timeOffset="117575">13992 8327 23875,'-12'-33'40,"6"19"-40,8 50 0,6 16-12,2-3 23,-1-14 1,2 0-12,10 17-11,7-3 27,-9-29 113,4-10 39,7-22-67,6-11-31,-12 4 0,-1-4-1048,19-24 1112,-11 9 219,-3-2 253,-14 14-377,-4 7-156,-5 7-73,-5 14 0,0 10 6,1 13-1,-1 2 1,6 34-577,1-8-458,-1-13 0,0 1-3887,0-5 1,0-2 3071,2 15 1,-2-17 0,-5-23 0</inkml:trace>
  <inkml:trace contextRef="#ctx0" brushRef="#br0" timeOffset="125557">14574 3041 13653,'17'-45'1714,"0"-1"0,-1 6 0,-4 6-801,-4 15-173,-4 7-281,-2 7-224,-6 9-22,-9 13 61,-18 20-151,6-7 0,-4 4-776,-9 12 1,-4 2 697,9-8 0,-3 0 0,0 2-540,6-7 1,-1 2 0,0-1 0,-1 1 520,-1 2 1,-1 0 0,-1 0-1,1 0-8,0-1 0,-1 1 1,1-1-1,-1-1-3,-7 10 0,0-1 0,1-1-280,4-5 1,1-2 0,2 0 222,-8 9 0,3-3-393,10-8 1,4-3-3537,-5 14 4215,24-21 0,6-14 0,7-10 0</inkml:trace>
  <inkml:trace contextRef="#ctx0" brushRef="#br0" timeOffset="126041">14141 2412 21478,'12'6'129,"1"16"-132,-5 11 0,-2 7-920,1-1 1,1 2 214,-2 0 0,1 1-1200,-1-2 1,0-2 1907,0-2 0,0-4 0,0 4 0,-1-14 0</inkml:trace>
  <inkml:trace contextRef="#ctx0" brushRef="#br0" timeOffset="126234">14178 2373 14465,'-8'-57'1803,"-1"0"1,2 5 0,2 3-1216,10-11-819,11 7 259,16 6-62,16 7-134,-20 24 0,1 2-583,2 4 1,0 4-5204,29 11 4959,-13 10 1,-19 1-1,-14-4 1</inkml:trace>
  <inkml:trace contextRef="#ctx0" brushRef="#br0" timeOffset="126384">14153 2617 21574,'43'-31'-45,"1"0"0,-1-1 0,2 2 1,-1 1-1,-6 7 0,3 2 1,-2 4-1</inkml:trace>
  <inkml:trace contextRef="#ctx0" brushRef="#br0" timeOffset="136659">3301 10247 15832,'0'-5'2840,"0"0"-29,0 5-2755,-3-52-72,3 39 16,0-35 61,5 63-22,6 30-22,-4 17-1705,-3-15 1,-1 2 1687,-3-11 0,-2 1-6,-1 14 1,-2 1-106,-1-13 0,-2 0 136,-2 16 0,-2 0-6,2-15 1,0-3-9,1-4 1,1-3 347,-3 7 22,8-27 397,-1-1 2891,4-21-3423,5-22-123,2-10-16,6-17-46,-2 16 74,4-8 286,1 11-376,0 4-45,6 7-11,1 18 5,-3 6 17,15 6 1,7 13-18,3 5 23,3 12-6,-22 5-22,-11-5 0,-24 17 13,-10-17 1,-5 1-9,-2 1 1,-4 0-427,-9 7 0,-2-2 387,6-8 0,1-3-291,4-4 0,3-2-963,-12 5 1299,17-12 0,16-11 0,3-2 0</inkml:trace>
  <inkml:trace contextRef="#ctx0" brushRef="#br0" timeOffset="136858">3915 10689 20576,'-5'0'2857,"1"0"-2247,4 0-8860,-20-44 7187,26 29 0,-23-30 0,28 41 1</inkml:trace>
  <inkml:trace contextRef="#ctx0" brushRef="#br0" timeOffset="137892">5855 10588 22867,'-9'-34'87,"1"0"0,1-14-42,29 62-17,7 28 0,-10 13-453,-9-24 1,-3 1 424,-10 10 0,-5 1-28,-2-3 0,-4 1-9,-7 12 1,-3 1-11,2-12 1,-3-1-1,1-1-40,-6 7 1,-1-3-60,2-3 1,1-4-1973,-13 4 1376,19-27 1,5-1 0,8-12 0</inkml:trace>
  <inkml:trace contextRef="#ctx0" brushRef="#br0" timeOffset="138275">5972 10000 21153,'-25'47'235,"14"-2"-151,26-23 95,5-4-44,-8-11 291,0-3 39,-6-6 33,2-13-369,-3 3 263,-2-24-229,-2 19 133,-3-13-66,-3 14-34,-7 1-146,-1 7-33,-6 9-45,0 10 39,5 3 6,-1 14-185,7 0-3646,7 23 3814,5-12 0,3-5 0,-1-21 0</inkml:trace>
  <inkml:trace contextRef="#ctx0" brushRef="#br0" timeOffset="138525">6387 10593 23752,'38'-23'-2616,"-1"0"1,0 3-1,-1 5-2300,-2 13 1,-2 3 3416,12 2 0,-18 1 1,-20-2-1</inkml:trace>
  <inkml:trace contextRef="#ctx0" brushRef="#br0" timeOffset="138666">6492 10850 23125,'54'-30'-4916,"-24"14"1,0 0 2457,22-13 0,-14 10 1,-28 13-1</inkml:trace>
  <inkml:trace contextRef="#ctx0" brushRef="#br0" timeOffset="145557">7573 10622 17204,'0'-5'4442,"0"0"-2862,0 5-1496,-3-50-62,7 45 12,1-30-23,6 56 17,5 17-28,-3 6 5,-5-14 1,-3 4-12,-6 11 1,-4 1-40,-5-4 0,-3-1-329,-8 8 0,-4-2-189,-2-10 0,-1-3 104,4-7 0,0-2-3182,-6 2 0,0-3 3641,0-3 0,-2 0 0,23-17 0</inkml:trace>
  <inkml:trace contextRef="#ctx0" brushRef="#br0" timeOffset="145967">7590 10118 22795,'-34'25'24,"-1"0"0,5 6 0,11 2 32,30 22-48,-1-23 1,1-3-3,10 6-6,8-3 145,0-13 85,0-6 22,-1-13-39,-12-14-129,-5-6 50,-4-13 208,-4-9-85,-7-2-10,-5-6-34,-8 15-118,4 11 73,-7 2-163,10 13-66,-3 0-57,6 11 17,3 8-319,0 11-235,2 1-7876,13 21 8531,1-17 0,2 4 0,-5-20 0</inkml:trace>
  <inkml:trace contextRef="#ctx0" brushRef="#br0" timeOffset="149284">8092 10584 24004,'-9'-9'67,"2"17"-78,11 47-87,-2-23 0,1 0-559,0 1 0,0 1-198,0-2 1,0 0-2288,1 27-1763,-2-12-2533,-8-12 7438,0-13 0,-1-13 0,3-5 0</inkml:trace>
  <inkml:trace contextRef="#ctx0" brushRef="#br0" timeOffset="149474">7949 10867 18913,'-47'-28'1120,"0"1"0,6 1 1,6 8-696,13 14-268,10 2-78,15 2 16,16-1-28,26-1-53,-9-1 0,4 0-560,9-1 0,4-1 394,6-1 1,2-1-1153,2 1 1,0-2-2061,-2 1 1,-2 0 3363,-10 1 0,-4 0 0,10-1 0,-27 3 0</inkml:trace>
  <inkml:trace contextRef="#ctx0" brushRef="#br0" timeOffset="151050">9043 10457 13609,'-1'4'2246,"0"-1"3119,1-3-5309,2-25 56,-1 19-11,2-18 129,-5 30-46,-2 4-32,-5 5 168,-9 3 44,0-6-135,-1-3 236,2-7-107,4-11-100,-3-8 78,3-22-151,5 1-79,5-7-72,4 18 27,6 4-66,5 7 5,4 4 0,8 3-11,5 14 5,-2 2 6,16 18-6,-19-3 1,-1 3-12,0 3 0,-2 4-368,0 9 1,-6 3 342,-12-1 0,-6-1 11,-2-7 0,-4 0-22,-12 10 0,-5-1 36,0-8 0,-5 0 22,1-3 1,-3 1 0,1-3 36,-9 4 0,1-5 28,-4-2 0,3-7 19,-1-11 91,14-39-80,30-11-66,4-10-20,16 15 0,6 2 25,16-6-31,-17 15 1,1 2 36,31-1-51,-19 16-22,19 9-213,-11 13-1035,1 13-4130,-3 9 4735,-8-4 0,-15-10 0,-10-11 0</inkml:trace>
  <inkml:trace contextRef="#ctx0" brushRef="#br0" timeOffset="151641">9758 10490 23114,'28'-45'20,"0"0"1,2 4-1,3 8-185,3 20 0,2 6-968,3 0 0,1 1 13,0 1 0,-1 2-1017,-2 2 0,-3 3-2058,20 9 3147,-26 10 1277,-34 9 942,-28 7 8,5-16 0,-2-1 386,-22 14 149,12-9 0,2-1-112,-8 6-1579,15-10-1,2 0 331,3 0 784,10-2-789,14-11-51,10 1-129,12-7-56,14-8 11,5-5 1121,1-6-1099,-9-6-5,-11-3-44,-11-7-7,-10-10 6,-7-7 96,-3-6 206,0 6-167,3 15 308,2 6-337,3 19-122,1-1-51,2 10-23,5 7 6,4 8 6,6 11-17,2 13 11,-3 11-11,-5 13-235,-7-27 1,-1 1-102,-4 1 0,-1 0-1188,-2 0 0,-1-1 1524,-4 2 0,-1-2 0,-1 3 0,-1-6 0</inkml:trace>
  <inkml:trace contextRef="#ctx0" brushRef="#br0" timeOffset="152674">11152 10376 18257,'-3'-52'1486,"1"0"1,-1 5-1,2 8-954,0 12-274,1 11-230,0 9-34,0 8 6,-1 10 23,3 13-1,1 17-28,0 16 14,-2-24 1,0 2-9,-1 1 0,1 0 0,-1-2 0,1-1 11,3 25-11,3-17 51,2-13 44,4-15 51,3-14-23,8-15-56,6-15 11,5-12-207,0-5 275,-4 1 61,-6 7-62,-7 11-77,-7 11-68,-5 11-12,-1 9 46,1 10 191,4 13-237,2 11 12,4 9-16,-2 8-488,1 3-45,-2 3-1265,-1-4-3933,2-7 5747,-1-13 0,-4-16 0,-3-11 0</inkml:trace>
  <inkml:trace contextRef="#ctx0" brushRef="#br0" timeOffset="152891">11990 10219 17333,'0'-5'4784,"0"1"-2902,0 4-1860,-8-8-11,7 30-22,-2 6-14,5 2 0,2 4-413,0 3 1,1 0-205,0 0 1,0 1-821,0-2 0,0 0-6900,3 25 8362,-4-17 0,-1-19 0,-3-14 0</inkml:trace>
  <inkml:trace contextRef="#ctx0" brushRef="#br0" timeOffset="153057">11773 10531 13620,'-3'-3'6693,"0"1"-5937,3 2-1349,65-57-3134,-13 40 3727,-13-3 0,5-4 0,-6 8 0,10 12 0,-1 2 0</inkml:trace>
  <inkml:trace contextRef="#ctx0" brushRef="#br0" timeOffset="153417">12682 10247 24195,'-33'-15'106,"-1"1"0,-22 2-81,40 39 1,5 9-816,-5 16 793,9-16 0,1 1 14,3 26-26,2-25 1,6 1-11,17 9 1,8-3 18,-9-18 0,2-3 3,9 5 0,2-7 47,9-17 343,-12-22-186,-5-5 101,-7-16-140,-15 11 118,-14-5-67,-12 11 38,-32-1-150,-8 10-206,21 11 1,-2 2 109,5 4 1,1 1-1,-19 8-168,0 9-1311,27 0 1468,2 12 0,15-16 0,9-1 0</inkml:trace>
  <inkml:trace contextRef="#ctx0" brushRef="#br0" timeOffset="159841">12244 10430 9206,'0'-10'3960,"1"3"-1972,-1 7 1754,0 0-3014,-8-40-162,13 18-157,1-35-113,20 24-189,-2 6 150,22-12-128,-14 16-56,15-6-17,-12 16-22,-3 8-23,-9 9 50,7 25-38,-17-6-1,0 13 1,-1 4-15,-8-9 0,-2 2-908,2 16 0,-2 1 911,-3-14 0,-2 1 20,-5 19 0,-4 0-367,1-17 1,-3-1 351,-5 16 1,-2-2-6,0-13 1,-1-3-62,1-5 0,0-2 129,-14 13-11,13-17 133,11-14-128,47-46 11,6 3-28,-2-1 0,3-2 37,-4 8 1,0 2-72,1-2 0,2 2-11,0 0 1,0 2-140,0 2 1,0 1-122,-1 2 0,0 2-1221,-3 3 1,-1 0-3447,-4 4 1,-3 0 3398,11-1 0,-18 5 1,-17 4-1</inkml:trace>
  <inkml:trace contextRef="#ctx0" brushRef="#br0" timeOffset="160283">12398 10461 19949,'-30'-45'451,"0"0"1,5 3 0,14 5-323,41 3 11,12 1-22,8 7-57,-1 9-22,-1 11-11,-6 17 12,-4 14-1,-11 20-581,-16-15 0,-5 4 550,-4 6 1,-5 2-7,-4 6 1,-5 0-9,-5 4 1,-4-1-4,-3 0 1,-3-1-352,0-3 1,-1-2 364,1-5 1,1-2-9,3-7 1,3-3 420,-9 13-424,15-18 62,16-12 45,15-10 486,15-11-536,14-9-37,-17 6 0,1-2 138,4-1 1,1-1-159,3-1 1,1-1-278,3-2 0,1 0-2891,3-2 1,1 1 3173,-5 1 0,-2 2 0,13-7 0,-22 12 0</inkml:trace>
  <inkml:trace contextRef="#ctx0" brushRef="#br0" timeOffset="161067">13514 10223 20255,'42'-27'-7,"-1"0"0,1 1 0,15-11 0,-4 11-139,-2 18 638,-13 12-570,-16 9 320,-23 11-220,-23 11 6,2-13 0,-3-1-225,-6 3 1,-3 0 266,-1 1 0,-1-1 62,1-1 0,3-1 169,4-3 0,3-1-127,-7 8 11,19-12 62,22-6-51,15-9-107,18-7-22,13-8-84,-23 5 0,0-1 50,0 0 1,0-2 73,23-13 61,-14 0 39,-18-2-50,-16-1-51,-18-4-44,-12-2 33,-9-1 179,-3 2 79,5 8-62,8 7-83,9 10 559,8 5-739,5 4-6,8 1-61,10 6 17,11 7 22,10 11-6,5 11-5,-1 10-152,-23-19 0,-2 3-61,-4 2 0,-3 2-348,-2 2 1,-4 1-726,-5 1 1,-2 1-3218,-3-1 1,-2-1 4513,-9 22 0,5-23 0,5-19 0</inkml:trace>
  <inkml:trace contextRef="#ctx0" brushRef="#br0" timeOffset="161474">14712 10071 24839,'-41'8'28,"-1"0"0,-1 11 0,8 5-34,10 26-410,9-11 0,2 1 428,3 17 4,5-21 1,3 0-17,4-2 0,4-1-11,10 2 0,3-3 11,14 10-14,0-19 0,4-4-37,25-7 37,-23-6 0,0-3 14,-3-5 0,-2-2 28,16-11 333,-23-8-237,-22-3-24,-23 0 29,-21-1 148,-18 3-199,16 13 1,-1 2-57,-17-2-17,18 8 1,1 4-62,-8 10-1333,-8 9 645,7 8 1,24-12 0,7-2-1</inkml:trace>
  <inkml:trace contextRef="#ctx0" brushRef="#br0" timeOffset="163924">17009 3017 15575,'20'-51'1603,"1"-1"1,-4 6 0,-3 12-1246,-9 28-128,-8 11 251,-18 27-352,4-5 0,-3 2-1075,-10 15 1,-2 3 976,6-9 1,0 1 0,-2 3-22,1 0 0,-1 3 0,0 0 0,2-3-16,-1 0 0,3-2 1,-2 2-47,2 1 0,-2 4 0,0-2 1,4-3-563,-5 11 1,3-2-1305,5-12 1,1 2 0,1-3 1917,-2 8 0,3-5 0,0 7 0,9-25 0</inkml:trace>
  <inkml:trace contextRef="#ctx0" brushRef="#br0" timeOffset="164400">17342 2193 15614,'-11'-42'1408,"0"1"1,-1-1-1,-1-9 1,0 6-440,-5 10-264,9 19-756,1 6 78,4 20 12,8 20-22,-1 7-20,2-5 0,1 2-176,-1 0 0,0 3-1995,4 23 1,-1 3-2743,0-9 1,-1-2 3691,-1-1 0,0-5 0,0 0 0,-4-33 0</inkml:trace>
  <inkml:trace contextRef="#ctx0" brushRef="#br0" timeOffset="164607">17268 2187 12236,'6'-56'1148,"0"0"0,0-1 0,-2 11 0,1 2 1,0 0-852,4-18 0,2 5-422,-2 19 0,2 3 91,17-19 305,-1 20-680,17 8-572,-1 16-1447,-11 11 1,2 6 2427,21 23 0,-14-8 0,-21 5 0</inkml:trace>
  <inkml:trace contextRef="#ctx0" brushRef="#br0" timeOffset="164783">17265 2266 19879,'43'-35'126,"0"0"1,-1 1-1,-5 4 1,-1 1-1,-3 7-1486,26 1-1710,-21 12 3070,0 6 0,-24 3 0,1 0 0</inkml:trace>
  <inkml:trace contextRef="#ctx0" brushRef="#br0" timeOffset="171366">3393 12192 12640,'-1'-4'5701,"1"1"-1987,0 3-3008,-51-61-465,35 45-185,-12-18 0,-1 8 5,14 35-5,-8 14-44,-1 6 7,-1 5 1,-1 4-12,7-7 1,0 0-296,-8 14 1,2 1 289,8-9 0,5-1-15,4-3 1,3-2 0,8 13-90,27-6-731,2-27 0,5-5-1915,4 1 0,3-3 2107,19-5 1,-2-3 0,0-2 0,-5-3-1</inkml:trace>
  <inkml:trace contextRef="#ctx0" brushRef="#br0" timeOffset="171540">3920 12362 25359,'-18'-31'-7539,"10"10"7539,18 25 0,-1 0 0,-3 0 0</inkml:trace>
  <inkml:trace contextRef="#ctx0" brushRef="#br0" timeOffset="173167">5694 12076 21993,'8'-42'573,"-1"0"0,0 4 1,-2 9-540,-3 22-12,3 21 0,-2 0 29,2 32-23,-3 7-17,-4-14 0,-2 2-484,-2 5 0,-2 1 419,-4 3 1,-3 0-185,-3 1 0,-1-1-420,-1-1 0,-2-2-868,0-3 0,0-2 1526,0-4 0,1-5 0,-3 4 0,6-12 0</inkml:trace>
  <inkml:trace contextRef="#ctx0" brushRef="#br0" timeOffset="173557">5780 11629 13883,'0'-4'4654,"0"1"-2268,0 3-2162,-42 19-212,31-4 4,-22 35 12,47-17 0,4 6 56,11-13 84,-4-13 331,12-7-162,-10-13-41,-2-12-122,-15-1 235,-4-11 22,-6 5 107,-10-15-242,-3 13-100,-8 0-123,5 17 6,-1 4-85,7 6-61,-1 3-370,6 15-2761,4 9 3198,3 8 0,0-12 0,1-9 0</inkml:trace>
  <inkml:trace contextRef="#ctx0" brushRef="#br0" timeOffset="178299">6175 12159 22094,'22'-32'-3277,"1"1"0,3 2 0,2 8 2745,29 15 0,-18 3 1,-18 3-1</inkml:trace>
  <inkml:trace contextRef="#ctx0" brushRef="#br0" timeOffset="178449">6398 12375 22431,'-41'13'904,"-1"0"0,-18 1-937,74-31-471,29-12-2560,-6 10 0,3 0 2213,2 0 1,-1 2 0,17-7 0,-23 11 0</inkml:trace>
  <inkml:trace contextRef="#ctx0" brushRef="#br0" timeOffset="190950">7312 12167 17591,'-8'-43'1405,"0"1"1,0 4 0,-2 9-1002,-10 16-258,1 11-73,0 12-12,0 14-16,-1 18-20,7-6 0,2 2-13,-4 18-312,5-12 0,3 1 311,3 16-11,9-18 0,4 0-11,1-10 0,3-1 8,9 0 0,3-5-2,16 2-133,-10-18 1,2-4 143,26-3 10,-22-5 1,0-3 8,-3-1 1,-2-5-2994,16-22 3007,-23 8 22,-18-13-27,-23 15 396,-13-5-419,2 12 0,-4 1 12,-24-10 193,-2 2-194,6-1 18,14 1 38,-6-9 0,9-5 34,12-15-89,10 15 16,12-15-5,10 22 3380,9-2-3392,7 10-10,5 9-7,12 11-10,-12 7 10,15 17-5,-14 9 5,-11-8 1,-1 3-28,1 9 0,-1 4-1294,-6-3 0,-1 0 811,-2-2 1,-3 1-3428,-5 0 1,-3-2 3840,-4 9 1,2-6 0,-2-19 0</inkml:trace>
  <inkml:trace contextRef="#ctx0" brushRef="#br0" timeOffset="192300">20672 3145 8987,'-8'3'6324,"2"0"-4347,6-3 863,0 0-2756,34-44 51,-25 35 201,22-25 89,-40 57-145,-15 25-199,3-11 1,-4 2-628,2-5 0,-1 1 0,-2 2 566,-4 5 1,-2 2 0,-1 0-655,-3 4 1,-2 1 0,0 0 448,0 0 1,-1 0-1,1 0-1199,2-1 1,0-1 0,2-2 1383,6-7 0,2-1 0,1-4 0,2 1 0,3-4 0,0 1 0</inkml:trace>
  <inkml:trace contextRef="#ctx0" brushRef="#br0" timeOffset="192733">20536 2269 17406,'7'-56'1305,"0"0"0,-1 7 0,-2 12-1249,-1 26 19,-3 20-13,1 17-6,0 27-45,0-15 0,-1 3-849,1 9 1,-1 2 25,-1 6 0,1 2-2118,-1 0 1,1 2 2929,1 1 0,0-5 0,-1-23 0,0-3 0,2 20 0</inkml:trace>
  <inkml:trace contextRef="#ctx0" brushRef="#br0" timeOffset="192907">20544 2564 10699,'9'-56'1417,"-1"0"0,1-1 0,0 5 0,0 1 0,0 2-896,4-11 1,2 3-1005,-1 7 0,2 2 533,-1 7 1,3 2-99,1 8 0,2 2-219,24-10-2510,4 20 2079,1 22 1,-22 0 0,-6 7 0</inkml:trace>
  <inkml:trace contextRef="#ctx0" brushRef="#br0" timeOffset="193074">20518 2702 19354,'45'-35'-415,"0"-1"1,0 1-1,-2 2 1,0 1-1,-3 7 415,-5 10 0,-4 4 0,11-4 0,-18 8 0</inkml:trace>
  <inkml:trace contextRef="#ctx0" brushRef="#br0" timeOffset="197750">3271 14137 9621,'9'-1'5108,"-1"1"-2336,-8 0-973,0 0-607,10-64-296,-12 33-588,5-10 0,-4 1 119,-15 8-114,-6 5-83,-6 7-96,-3 9-55,-3 12-46,-5 14-16,-5 16-344,21-8 1,-1 3 331,-2 5 1,1 3 5,-1 5 1,2 1-7,0 3 1,3 1-9,2-1 0,4-1-3,3-2 1,4-1-41,5-6 0,4-2 18,13 17 6,15-17 27,12-17 7,8-20 10,2-19-5,-24 4 0,-3-4-200,1-4 0,-3-3 208,-2-4 1,-2-2-1,-4-4 0,-2-1-3,-3-4 1,-4 0-1,-3-5 1,-3 0-77,-2-4 0,-2 0 82,-2-1 0,0 0 36,-1 3 1,0 1 33,2 8 0,2 2-9,0 9 1,2 4 104,-1-10-155,6 20-28,4 14 12,9 16 405,6 15-400,5 23-11,-12-12 0,-3 3 46,0 10 0,-2 4-58,-2 8 1,-2 2-428,-2-19 0,-2 2 0,1-1 392,0 0 0,-1 0 0,1-1-259,1 17 1,2-2-1034,2-7 1,1-3-3236,3-10 1,2-4 4556,13 13 0,-9-25 0,-6-14 0</inkml:trace>
  <inkml:trace contextRef="#ctx0" brushRef="#br0" timeOffset="197924">3756 14138 23304,'0'-55'-796,"-2"12"1,8 40 0</inkml:trace>
  <inkml:trace contextRef="#ctx0" brushRef="#br0" timeOffset="198607">5746 13881 20465,'-15'-51'806,"1"0"1,0 5 0,2 9-667,3 20 287,3 12-388,10 22 100,0 4-122,8 31 5,-7-21 1,0 2-235,1 10 0,-2 5 94,-1-4 1,-1 3-1,-2 0-1598,-2 15 1,-2 0 1143,0-1 1,-1 0-1183,-5-5 1,-3-3-1741,2-14 0,-2-2 3494,-4 7 0,1-2 0,-3 3 0,2-16 0</inkml:trace>
  <inkml:trace contextRef="#ctx0" brushRef="#br0" timeOffset="199007">5750 13354 22968,'-18'-43'62,"4"29"-62,11 54-17,9 11 23,2-18 16,13 1-11,0-11 0,15 0 23,-6-11 112,1-8 72,-13-11-95,-8-2 84,-5-12 23,-9-9-68,-4-2-72,-1 1 145,-5 6-201,8 16-17,-2-3-85,3 9-27,3 6-17,0 6-717,5 9-560,2 2 1389,14 13 0,-11-21 0,7 6 0</inkml:trace>
  <inkml:trace contextRef="#ctx0" brushRef="#br0" timeOffset="199240">6306 13520 21315,'-6'0'2980,"1"0"-2582,5 0-460,-2-62-106,34 35-961,-13-11 1,2 3 758,37 19-1006,-17 9 1,-1 5-4987,7 11 6362,11 17 0,-37-10 0,-11 7 0</inkml:trace>
  <inkml:trace contextRef="#ctx0" brushRef="#br0" timeOffset="199374">6411 13749 24172,'41'-12'-2033,"14"-10"-2883,-12 0 1,0-2 2948,-10 6 1,-3 2 0,15-7 0,-33 17 0</inkml:trace>
  <inkml:trace contextRef="#ctx0" brushRef="#br0" timeOffset="203190">7813 13451 19361,'-5'-40'1420,"-1"0"0,-3-22-1403,6 60-40,-1 9 46,0 8-6,-3 19-23,0 17-14,3-16 1,1 3-672,-1 6 1,1 2-565,0 5 1,0 3 1254,1 9 0,0-5 0,1-22 0,1-4 0,0 28 0</inkml:trace>
  <inkml:trace contextRef="#ctx0" brushRef="#br0" timeOffset="203550">8265 13447 23041,'-48'16'11,"1"1"0,9-8 1,8 5-26,21 29 0,12 6-438,13 9 424,14-10 164,6-11-108,3-14 44,-3-12 100,-2-18-43,-2-17 73,-3-18 50,-6-13 89,-9-5 51,-14 4-123,-15 9-140,-13 13-73,-8 13-50,-4 11-79,6 7-108,5 8-1589,11 5 1770,5 10 0,8-9 0,2 2 0</inkml:trace>
  <inkml:trace contextRef="#ctx0" brushRef="#br0" timeOffset="207208">24086 3168 8872,'30'-42'1067,"0"0"1,0-1 0,-1 1 0,6-8 0,-1 1 0,-5 7-233,-8 10 0,-3 4 285,2-10 335,-12 17-1444,-9 16 419,-9 20-362,-17 23-43,4-5 0,-4 5-488,4-6 0,-2 3 0,-1 1 461,-4 7 0,-2 1 0,0 3-450,6-9 1,-1 1-1,0 2 1,0-1-146,-1 3 1,1 0-1,-1 0 1,1 1 596,-2 4 0,1 1 0,0-1 0,3-5 0,-6 11 0,2-4 0,6-6 0,0 0 0</inkml:trace>
  <inkml:trace contextRef="#ctx0" brushRef="#br0" timeOffset="207674">24426 1890 18296,'-11'-45'874,"0"1"0,2 2 0,0 16-880,4 28 45,2 21-11,3 25-17,-1-11 1,1 4-693,0 7 0,0 2 149,1 5 0,2 1-647,0 0 0,2 0-978,1-3 1,1-3 2156,2-1 0,0-4 0,2 3 0,-3-13 0</inkml:trace>
  <inkml:trace contextRef="#ctx0" brushRef="#br0" timeOffset="207858">24443 1957 11949,'6'-54'964,"-1"0"0,0 0 1,0 4-1,0 2 1,2 4-750,6-3 1,2 5-194,7-11-53,0 24 1,3 4 140,19 9-1202,18 6-863,-29 14 1,-2 7 1954,1 10 0,-4 2 0,6 4 0,-12 7 0</inkml:trace>
  <inkml:trace contextRef="#ctx0" brushRef="#br0" timeOffset="208008">24413 2263 15473,'-10'7'4521,"3"-1"-3345,7-6-1042,61-61-2225,-20 31 2082,6-9 1,4 1-1124,-18 22 1,-2 5 1131,28-8 0,-22 9 0,-16 6 0</inkml:trace>
  <inkml:trace contextRef="#ctx0" brushRef="#br0" timeOffset="209491">3052 15556 9649,'0'-6'-521,"0"0"128,0 6-606,0 0 1,0 0-1</inkml:trace>
  <inkml:trace contextRef="#ctx0" brushRef="#br0" timeOffset="209949">3052 15544 9397,'-8'-2'7455,"3"-1"-5725,3-3-643,1 3-577,0 2-236,-1 5 12,-2 8 55,-6 14-55,-2 12-107,-3 8-106,4-1-34,5-4-5,11-7 10,8-7 24,13-8 10,10-9 40,6-10 78,1-12 40,-7-12 10,-8-11-5,-11-11-12,-11-9-416,-8 23 0,-3 1 277,-5-22 33,-6 14 0,-3 2-28,-1 0 14,-5 4 1,-2 5 8,-6 12-62,-13 1-6,10 27-38,6 13-24,5 16 18,10 13-274,9-22 0,4 1 270,1 3 1,3 1-9,2-1 1,3 1-20,3-1 0,2-1-57,4 0 1,3-2-303,3 0 1,3-3-852,3-2 0,3-2-3050,6-4 0,1-3 3755,-3-5 0,-1-3 0,13 1 0,-20-9 0</inkml:trace>
  <inkml:trace contextRef="#ctx0" brushRef="#br0" timeOffset="210124">3714 15797 24553,'-33'-28'-258,"-1"8"1,46 16-1</inkml:trace>
  <inkml:trace contextRef="#ctx0" brushRef="#br0" timeOffset="210741">5791 15236 16532,'-4'-7'5136,"1"1"-4929,-9-22 1,-3-4 296,7 14-431,-8-18 0,4 10-67,11 27 33,8 13-45,4 15-5,5 21-47,-13 3 0,-4 11 0,-1-5-20,1-10 0,-2-1-499,-2 11 1,-2 6 0,-4-7 194,-5-13 1,-4-4-151,0 0 0,-3 0-476,-5 8 1,-2-3-492,0-7 1,-1-4 1498,-1-7 0,2-5 0,-4 3 0,5-15 0</inkml:trace>
  <inkml:trace contextRef="#ctx0" brushRef="#br0" timeOffset="211132">5818 14680 19943,'-16'52'26,"0"0"0,1-5 1,7-4 18,18 3 61,-1-17-90,13 7 42,-12-25 110,7 4 211,-8-12 265,5-13-201,-6-8-11,-1-15-202,-5 5 279,-5-8-38,-4 10-124,-5-3-73,-11 8-201,0 10-56,2 4-40,3 6-66,9 6-29,2 5-1086,6 18-4884,13 4 6088,4 4 0,-1-17 0,-5-8 0</inkml:trace>
  <inkml:trace contextRef="#ctx0" brushRef="#br0" timeOffset="211375">6291 15149 20957,'-9'0'1535,"3"0"-1389,6 0-141,0 0-33,12-65-84,24 32-530,-9-9 1,3 0 279,8 23 1,3 7 22,-10 0 0,0 3-990,4 0 0,0 5-8502,16 13 9463,-11 3 0,-11 2 0,-25-4 0</inkml:trace>
  <inkml:trace contextRef="#ctx0" brushRef="#br0" timeOffset="211525">6418 15332 22151,'24'-13'-74,"-4"2"-4722,17-12 0,3-2-32,6-2 4828,-5 5 0,-2 1 0,-14 9 0,1 0 0</inkml:trace>
  <inkml:trace contextRef="#ctx0" brushRef="#br0" timeOffset="211815">7404 14974 20761,'0'-51'1114,"1"1"1,-1 6 0,0 9-796,-2 23-235,-2 10-45,-4 16-5,-2 14-12,-1 20-22,5-16 0,2 2-330,0 5 1,0 1 40,2 6 1,0 0-1117,1 3 0,2 1-2597,3-1 0,2-2 3598,1-7 0,1-3 1,4 8-1,-2-24 1</inkml:trace>
  <inkml:trace contextRef="#ctx0" brushRef="#br0" timeOffset="212275">7851 14995 23999,'-25'-42'160,"-1"1"1,2 3-1,9 5-109,20 13 33,8-8-68,-2 12-21,8-7 10,2 11-16,9 5 17,9 4 5,10 11-22,6 9-267,0 11 233,-11 12-5,-16 9 27,-16-4-16,-20-5 0,-8 2 19,0-10 1,-3 0-335,-12 15 0,-3-1 370,1-10 1,-1-4 16,0-3 1,1-3 39,3-7 0,2-4 145,-15 3-27,17-18-23,14-10-51,15-7 198,9-2-275,11 1 698,8 4-726,9 7-153,12 6-1387,10 9-1581,-27-2 1,0 0 2726,-3 2 1,-2-1 0,8 3 0,-16-4 0</inkml:trace>
  <inkml:trace contextRef="#ctx0" brushRef="#br0" timeOffset="214208">29044 2846 13597,'28'-32'1218,"0"-1"0,0 1 0,9-10 0,-6 8-629,-10 15-144,-9 12-14,-9 18 42,-14 16-170,-15 23-211,3-14 1,-5 3-646,-8 9 1,-3 2 587,7-9 1,-2 1 0,1-1-610,3-5 1,2-1 0,-2 2 568,1-1 1,-2 1 0,0 3 0,0-1-170,-1 3 1,0 0-1,1 1 1,-1 0-600,1 0 0,1 0 0,-1 1 0,1 0 773,-3 6 0,0 3 0,1-3 0,5-6 0,0 1 0,5-6 0,6-6 0,0-1 0</inkml:trace>
  <inkml:trace contextRef="#ctx0" brushRef="#br0" timeOffset="214765">29043 1879 16465,'0'-5'2538,"0"1"-1161,0 4-1304,-8 69-134,1-11-1133,0 2 0,-1 4-915,1-15 0,1-2 2109,-2 5 0,1-3 0,-1 8 0,2-11 0</inkml:trace>
  <inkml:trace contextRef="#ctx0" brushRef="#br0" timeOffset="214958">28962 1961 9850,'9'-61'2460,"0"-1"1,0 6 0,3 3-2167,0 13 0,2 2-504,1 7 1,3 2 169,3 3 1,2 4-191,4 4 1,2 3-440,4 4 0,2 5-1653,1 6 0,0 5 2322,-1 9 0,-3 2 0,6 4 0,-14 7 0</inkml:trace>
  <inkml:trace contextRef="#ctx0" brushRef="#br0" timeOffset="215099">29003 2153 21472,'52'-24'35,"1"1"1,-1 0 0,-3 4-1548,6 3 96,5 0 1,-37 11 0,0-1 0</inkml:trace>
  <inkml:trace contextRef="#ctx0" brushRef="#br0" timeOffset="224375">3457 17348 14471,'-4'-54'2031,"1"0"1,-1 4-1,-2 3-1051,-12-11-257,-3 11-275,1 16-235,1 16-213,1 16-28,1 20 11,2 25 3,8-9 0,2 4-718,0 12 1,2 4 688,2-11 0,0 1 0,0 2-644,2 5 1,1 2 0,1 1 394,-1 3 1,2 1 0,0 1-908,0-13 1,0 0 0,1-1 0,-1-2 482,2 5 1,-1-2 0,1 2-1743,-1 2 0,2 3 1,-1 0-1,-1-5 1937,-2-7 1,0-3 0,-1 1 520,2 13 0,0 2 0,-5-7 102,-3-9 0,-7-9 150,-18-6 1427,-14-44-1284,17-6 0,2-6 400,-2-12 0,1-5 1092,0-9 1,3-2-1063,8 17 0,1-2 1,2 1 286,-4-19 0,4 2 141,3 6 1,3 3-700,2 9 1,1 3 17,3-21-395,7 12-121,8 7-84,12 3-134,12 0-584,11 2-730,-19 18 1,0 1-3441,2 2 1,-2 1 4538,17-3 1,-17 7 0,-23 7 0</inkml:trace>
  <inkml:trace contextRef="#ctx0" brushRef="#br0" timeOffset="224548">3776 17510 16600,'0'5'4771,"1"-1"-2267,-1-4-2722,-30-8-628,24 6-1630,-15-5 0,33 9 1</inkml:trace>
  <inkml:trace contextRef="#ctx0" brushRef="#br0" timeOffset="225082">5794 16742 19535,'-2'-3'3243,"1"1"-2190,1 2-1042,4 3-6,9 24 29,4 20-34,2 10-939,-12 2 1,-3 3 851,-4-27 0,-4 3-444,-3 18 1,-4 10 0,-3-6-470,-4-3 1,-4-3-747,1-4 0,-1 3 0,-1-6 953,2-4 1,-4-6 415,-8-2 0,1-7 0,12-9 0,-14 0 0</inkml:trace>
  <inkml:trace contextRef="#ctx0" brushRef="#br0" timeOffset="225441">5742 16394 21366,'-8'36'33,"-1"0"1,3 27-34,22-27 6,1-13 128,34-4 96,-22-20 123,19-6 90,-28-17 33,-10-8-68,-5-5-60,-11-6 16,-5 2-213,-2 12 123,-11 3-201,9 17-84,-7 1-34,8 13-151,5 6-767,3 11-5932,7 8 6895,4-2 0,0-8 0,0-9 0</inkml:trace>
  <inkml:trace contextRef="#ctx0" brushRef="#br0" timeOffset="225658">6471 16534 22335,'-6'0'1759,"0"0"-1586,6 0-234,0 0-404,12-66-874,13 46 0,4-1 149,-9-19 0,3 2 1190,24 15 0,1 10 0,-20 4 0,11 0 0</inkml:trace>
  <inkml:trace contextRef="#ctx0" brushRef="#br0" timeOffset="225825">6609 16637 24519,'2'8'-627,"23"-15"-1910,28-23 2537,-13 10 0,-2 0 0,5-3 0,-3 4 0</inkml:trace>
  <inkml:trace contextRef="#ctx0" brushRef="#br0" timeOffset="226408">7525 16435 20537,'-12'-56'1271,"1"-1"1,2 11-1,0 5-436,-5-2-634,8 26 158,-4-7-297,7 19-79,0 4 17,2 15-5,0 2 5,1 27-12,-1-7 1,0 3 2,0 4 1,0 1-975,-1 11 0,2-1 974,-1-17 1,1-3-3,3 1 0,2-2 28,8 6-17,17-3 11,0-22 6,10-22 5,-1-22-16,-7-2 2,-10 7 0,-1-3 34,0-3 0,0-2-20,0 0 1,0 0 10,1-3 1,-1 1-513,5-7 523,-10 17 1843,-7 14-1854,-7 13 6,-2 21-39,-5 12-11,-1 24 2,1-26 1,0-1-36,-1 24-699,2-11 1,1 1-3408,3-11 0,1 0 3608,0 10 0,0-2 0,2 1 0,1-21 1</inkml:trace>
  <inkml:trace contextRef="#ctx0" brushRef="#br0" timeOffset="227215">7056 16620 16829,'-11'-56'1689,"1"-1"1,0 6 0,3 4-849,7-6-293,3 14-245,1 15-236,3 11-22,4 11 22,6 14-33,6 14-1,3 24-28,-12-16 1,-2 3-447,0 8 0,-3 3 374,0 3 0,-2 2-334,-2 3 1,0-1-1819,-1-1 1,0-3 1804,0-7 1,-1-4-1,2 9 1,-2-26-1</inkml:trace>
  <inkml:trace contextRef="#ctx0" brushRef="#br0" timeOffset="227708">9022 16103 17064,'0'-4'5115,"0"1"-3161,0 3-1920,-50-42-6,27 42-23,-10-12 1,-1 5-17,-3 52 16,14-13 1,-2 1-570,-4 5 1,-1 1 571,-1 2 1,1 0-6,1-2 0,3-1-9,6-7 0,3-2 12,0 15-12,26-19 6,22-13-33,22-14-49,-18-3 1,2-2-313,4-2 0,1-2-68,2-2 0,0-1-1324,-1 0 1,-1 0-896,-9 2 1,-2 1 2680,27-10 0,-36 13 0,-3 0 0</inkml:trace>
  <inkml:trace contextRef="#ctx0" brushRef="#br0" timeOffset="227932">9666 15849 25018,'-5'51'-243,"-1"0"0,1-1 1,2-2-1257,8-13 1,1-2 366,0 5 0,-1-3 0,0 6 0,1-6 0</inkml:trace>
  <inkml:trace contextRef="#ctx0" brushRef="#br0" timeOffset="228316">9977 15841 18212,'1'-7'5439,"-1"2"-4643,0 5-242,0 0-476,-26-30-27,12 41-12,-20-11-22,22 52 11,6 6-39,6-1-6,10-6 17,15-8-34,-5-20 57,21-9 27,-8-24-11,13-11 23,3-18 5,-24 15 1,-2-1 66,-1-1 1,-1 0 234,13-24 23,-10 11-67,-10 13-185,-7 13-45,-9 19-50,-1 5 11,-10 26-17,-4 7-28,6-13 1,-1 2-300,0 5 0,1 3 237,1 16 1,1 0-85,2-15 1,3 0-594,1 1 0,1 2 0,2-2 195,6 7 0,1-4 1,-4-11-1,0-2 1,9 23-1</inkml:trace>
  <inkml:trace contextRef="#ctx0" brushRef="#br0" timeOffset="228515">11308 15734 25858,'-35'30'6,"-1"-1"1,1 0 0,-4 9 0,2 3 0,6-2-97,11-3 1,3 2-1355,-2 1 1,-1 5 0,-1-1 1443,-5 11 0,2-4 0,6-13 0,2-2 0,0-3 0,0 1 0</inkml:trace>
  <inkml:trace contextRef="#ctx0" brushRef="#br0" timeOffset="228691">10619 16157 23623,'21'-41'741,"0"0"1,-1 9-1,3 12-623,23 39-1949,-16 3 0,-1 4 1839,-3-1 0,2 2-148,9 12 0,1 3-936,-5-5 1,0 1 1075,-3-5 0,1 2 0,-2-3 0,-3-3 0,-3-2 0,20 19 0</inkml:trace>
  <inkml:trace contextRef="#ctx0" brushRef="#br0" timeOffset="230732">15443 5499 8461,'-3'-7'5058,"2"2"-4196,1 5 1026,0 0-1401,-6 43-307,4-18-4,1 20 0,0 5-109,3-18 1,0 0-672,3 17 0,0 4 646,0-4 0,1 0 0,1 6 0,1 1 17,-1 3 0,1 2-16,-3-19 0,0 1 0,0 0-378,-1 2 1,0 1-1,-1 1 383,0 1 1,-1 1 0,0 1 20,0 2 0,-1 0 0,0 1-11,0 3 0,-1 0 0,0 1-499,0 1 0,0 0 0,0 1 457,0 2 1,0 0 0,0 0-489,0 2 0,1 0 0,0 0 514,0-13 0,1-1 1,-1 2-1,1-1-14,0 1 0,1 1 0,0 0 0,0 1-12,1 0 1,-1 1 0,1 0 0,0 0 15,0 1 0,1 0 1,-1 0-1,1 1 21,-1 0 0,0 0 1,0 0-1,0 0 3,1 1 0,-1 0 0,0 0 0,0-1-225,0 1 1,-1 0-1,1 0 1,-1 0 200,0 0 0,0 0 0,0 0 1,0 0-10,-1 1 1,0-1 0,1 0 0,-1 0-3,-1 0 0,1 0 0,0 0 0,0 1-3,-1-1 0,0 2 0,0-1 1,0 0-1,0 0 0,-1 1 0,1-1 1,-1 1-8,1 1 0,-1 0 0,0 0 0,1 0-218,-1 0 1,0 1 0,0-1 0,0 1 206,0 1 0,1-1 0,-1 1 0,0 0 8,0-1 0,1 1 1,-1 0-1,0 0-110,1 0 0,-1 1 1,0-1-1,1 0 118,-1 0 1,0 1 0,0-1 0,0 1-2,0-2 1,1 1-1,-1-1 1,-1 1-1,1-1 1,-1 0-1,-1-1 1,1 1-1,0-1 0,-1-1 1,1 1-1,-1-1 1,-1-1 1,0 1 0,0-1 0,0 0 56,1-1 1,-1-1-1,-1 1 1,1-1-44,0 0 1,0-1 0,-1 1 0,1-1 11,0-1 0,0 1 0,0-1 0,0 0-43,0 0 1,0 0 0,1 0 0,-1-1 54,1 1 1,0-1 0,0 0-1,0 1 0,1-1 1,0 0 0,0 1 0,0-1 129,0 0 1,0 0-1,1-1 1,-1 1-147,1 0 0,0 0 0,0 0 0,0-1-13,-1 1 0,1-1 0,0 0 1,1 0 45,-1 0 0,0-1 1,0 0-1,0 1-59,-1-2 1,0 0 0,0-1 0,-1 1-12,1-2 0,0 0 1,-1 0-1,1-1 8,-2 14 1,-1 0-1,1-1 4,-1-1 0,1-1 0,-1 0 9,1-2 1,-1-1 0,1 0 1,0-2 0,0 0 1,1-1-12,-1-1 0,1 0 0,0 0 3,1-2 1,-1 1 0,1-1 7,0 1 1,1-1-1,-1 1 272,0-1 0,0 0 0,0 0-268,0-1 0,0 0 0,-1-1-6,1 0 0,-1-1 1,0 0-3,0-1 1,0-1-1,-1 0 22,0 20 0,-1-2 8,1-2 1,0-1 16,1-4 1,1-1-21,0-3 1,0-1 351,2-5 0,1 0-365,0-3 0,0-2-4,2-2 1,0 0-6,0-2 1,-1 0-15,1-1 0,-1 0 808,-1-1 1,-1 1-809,1-3 1,-1 0-108,-4 26-469,-1-10-1069,-1-14 1634,2-13 0,2-11 0,1-7 0</inkml:trace>
  <inkml:trace contextRef="#ctx0" brushRef="#br0" timeOffset="231858">16569 6092 19680,'-19'-43'954,"1"0"0,0 2 1,1 11-474,3 24-402,-3 5-23,-9 10-23,-1 12-16,-8 13-17,7-2 0,8-3 0,1 3 0,-2 13-17,8-14 0,2 0-11,4 10 12,13-10 16,2-12 11,12-3 34,9-6-23,4 0-11,9-2-11,-5-1 0,-9-2-5,2 4-7,-15 6 40,-6 4 17,-17 9 11,-16 0-5,-17 4 5,-10-1-37,23-16 1,-1-1 36,-29 9-6,3-4-44,9-9-79,11-6-784,12-12-5271,12-10 6128,7-9 0,3 9 0,2 4 0</inkml:trace>
  <inkml:trace contextRef="#ctx0" brushRef="#br0" timeOffset="232091">16972 5882 19059,'-2'-3'4245,"1"1"-3030,1 2-1203,-33 4-12,34 26-12,-21 15-5,28-10 1,6 3-359,-3 3 1,-1-1 119,-1 1 1,-1 0-415,-1-2 0,-2-1-1377,-1-3 1,-2-1 2045,1 27 0,-3-29 0,0-7 0</inkml:trace>
  <inkml:trace contextRef="#ctx0" brushRef="#br0" timeOffset="233075">16912 6302 22201,'-11'-42'229,"-1"1"1,2 3 0,8 9-247,18 20-50,13 4-101,14 2-207,11 0-175,10 0 39,-32 1 0,0-1 248,30-3 140,-9-2 330,-15-2 6,-16-1 56,-14 1 95,-13 1 79,-6 0-6,-8 2 372,-4 2-501,0 2-124,1 7-105,5 5-51,6 6-11,5 5 11,10 1 0,10 3 11,11-3-11,9-4 5,4-7 23,0-7 34,-4-12 28,-7-7-6,-9-11 11,-8-7-11,-6-5 0,-11-2 11,-7 2-11,-9 9-50,-5 10 5,-5 10-22,-1 15-23,3 9-5,6 13-12,9 8 7,9 10-24,10 7-4,11 6-251,-3-27-1,4-1 69,3 0 1,3-1-211,3-1 0,1-2-406,3-2 0,2-1-857,1-3 0,1-2-1378,2-5 1,0-3-373,0-3 0,1-4 3422,-2-5 0,0-5-196,22-14 196,-14-13 6805,-18-6-1646,-13-2-2090,-9 0-1287,-4 2-249,-2 7-760,-2 8-65,0 11-579,4 5-40,0 9-77,7 12-35,4 12-38,8 16 49,7 13 15,-11-22 0,-1 2-299,0 5 1,0 0 303,-2 3 1,-2 0 5,-1-1 0,-2-1-9,0-5 1,-3-2 39,-3 16 67,-4-21 6,-5-18-84,0-19-12,-1-12 11,0-17-21,1-15 2,5 20 0,2-2-97,0-6 1,1-1 107,1-2 0,0-1-3,1 0 1,1 1-1,0 3 1,1 1-141,0 5 1,1 1 106,6-24 0,6 13 27,9 12-32,10 11 4,10 11-44,8 10-11,-1 15 39,-4 13-22,-12 13 16,-15 6-11,-17 3 29,-21 3 16,-17-5 688,-11-7-1008,-2-11-772,7-12-2028,12-9 3120,14-16 0,9 6 0,7-8 0</inkml:trace>
  <inkml:trace contextRef="#ctx0" brushRef="#br0" timeOffset="233282">18385 6161 24195,'53'-31'-1639,"1"-1"1,-8 4-1,-5 5 1,-6 12 0,-17 6-1</inkml:trace>
  <inkml:trace contextRef="#ctx0" brushRef="#br0" timeOffset="233648">18780 5950 24279,'5'-49'121,"0"-1"0,4 5 1,5 11-122,12 21 0,17 7 11,-13 14-22,8 10-12,-8 14-10,-9 27 27,-16-14 3,-10-8 0,-7-1 6,-4-8 0,-5-2-457,-5 8 1,-3 0 469,-2-2 1,-3-1 53,-3 1 0,0-3-101,9-8 1,1-3 64,-16 12 5,26-19 23,16-8 11,15-5-57,19-5-41,7 0 0,4-1-17,-10 1 0,2 1-221,5 0 0,6 0 0,-2 2-387,8 0 1,2 2-530,-10 0 1,3 1 0,-1 0 1178,1 3 0,0 0 0,-4 0 0,-4 0 0,-4 0 0,23 4 0</inkml:trace>
  <inkml:trace contextRef="#ctx0" brushRef="#br0" timeOffset="233915">16403 7336 18702,'-45'10'1034,"-1"-1"1,0 0 0,-3 1 0,11-4-895,26-8 5,38-8 1,21-5-75,-8 3 0,4-1 0,6 0-1080,2 0 1,5-2-1,5 0 1,0 1-1,0 0 1019,-1 0 0,1 1 0,0 1 0,2-1 1,2 0-151,-9 2 0,4 0 1,1 0-1,0 0 1,0 1-1,-2 0 0,-4 0 143,6 1 1,-3 0-1,-2 1 1,0 0-1,4 0-72,-2 1 1,2-1 0,2 1 0,0 0 0,-2 0-1,-2 1 65,0-1 1,-3 2 0,0-1 0,1 1 0,3 0-138,-5-1 0,2 1 0,2 0 1,1 0-1,-1-1 0,-1 1 0,-3 1 51,8-2 1,-2 2-1,-2-1 1,0 0-1,0 1-1032,-1-1 1,2 1 0,-1 0 0,-4-1-1,-5 2 1122,2-1 0,-5 1 0,-5 0 0,-2 0 0,-7 0 0,-4 1 0</inkml:trace>
  <inkml:trace contextRef="#ctx0" brushRef="#br0" timeOffset="236498">20615 6108 19787,'-1'-6'2571,"0"1"-1182,1 5-1367,-12 6-28,12 25-27,-9 16-214,11-12 1,4 4-4670,0 11 1,1-1 4666,-2-12 0,0-2 1,5 27-1,-6-40 0</inkml:trace>
  <inkml:trace contextRef="#ctx0" brushRef="#br0" timeOffset="236882">20941 5775 17596,'-5'-5'3047,"0"2"-2559,5 3-354,-64-17-78,42 26-53,-14-9 0,3 6 19,26 46-5,11-2-17,3-1 22,12-8 1,2-17 189,10 1 152,-5-12 29,-1-13-214,-13-7 169,-4-13 10,-5-6-61,-6-10-68,-8-3-5,-7 1-33,-4 6-46,0 7-100,2 10-123,5 7-17,6 13-269,4 8-1356,11 13-912,2-1 2632,19 13 0,-16-25 0,8 7 0</inkml:trace>
  <inkml:trace contextRef="#ctx0" brushRef="#br0" timeOffset="237091">21230 6044 20532,'-7'0'2324,"2"0"-1629,5 0-796,0 0-722,45-38-1099,4 25 648,-14-8 0,2 1 1274,2 16 0,-4 5 0,-10-3 0,7 2 0</inkml:trace>
  <inkml:trace contextRef="#ctx0" brushRef="#br0" timeOffset="237258">21240 6274 21668,'57'-23'-1229,"0"0"0,0 1 0,-6 2 0,-2 0 1,-8 4-1,8-3 0,-22 9 0</inkml:trace>
  <inkml:trace contextRef="#ctx0" brushRef="#br0" timeOffset="237741">21968 5920 16532,'0'-3'5500,"-1"0"-3987,1 3-1216,0-65-213,4 42-23,0-18 1,5 1-23,8 25-28,11-4-27,1 12-7,10 4 12,11 3-401,11 6 378,-28-2 1,1 2-4,-2 2 1,-2 2-71,22 14 7,-21 7 55,-21 4 45,-23 4 5,-15 3-5,-13-3 51,-2-6 89,6-9 145,11-9 96,13-9 451,7-5-680,24-10-18,0 1-11,17-4-44,-4 7-23,1 2-11,1 8-23,3 6-10,1 9-12,-5 8 0,-11 4-6,-13 5 12,-19 2-12,-17-1-44,-18-6-125,-10-6-468,24-16 0,-1-2-1710,0-3 1,1-1 2352,-25 1 0,23-5 0,16 0 0</inkml:trace>
  <inkml:trace contextRef="#ctx0" brushRef="#br0" timeOffset="275811">17877 8093 16404,'0'-6'4463,"0"1"-4018,-6-25 1,-3-7 462,-7-2-721,4-4 1,-4 3 36,-14 10-73,-6 18-89,5 8 5,-2 13 0,-2 4-16,-20 18-315,21-12 1,-1 3 268,-7 10 1,1 2-708,16-11 1,2 0 701,-7 4 0,3 0-17,2 15 17,29-14 5,14-5 18,20-7 22,11-19 39,3-11-12,-12-4 180,5-14 404,-11-12-192,-3-3-65,-7-4-30,-16 18-217,-5 13 419,-2 7-431,-1 9 1476,0 1-1621,1 14-7,0-2 24,4 21-12,3 2-104,-2-2 0,2 2-496,0-1 1,1 1-3817,2 8 0,0-1 4416,9 19 0,-6-21 0,-6-17 0</inkml:trace>
  <inkml:trace contextRef="#ctx0" brushRef="#br0" timeOffset="275994">18429 8213 22562,'-34'-41'-2424,"8"10"0,36 34 0,-5-1 0</inkml:trace>
  <inkml:trace contextRef="#ctx0" brushRef="#br0" timeOffset="276411">19569 8004 24883,'-28'21'-5,"4"16"-21,21 0 1,3 5-660,-5 4 1,-1 2 213,-4 3 1,-1 0-1024,-4 0 0,-3-1-1606,-3-4 0,-1-2 2600,2-9 1,1-5 0,-7 6 0,12-21 0</inkml:trace>
  <inkml:trace contextRef="#ctx0" brushRef="#br0" timeOffset="276801">19589 7575 17372,'-4'-3'3680,"1"1"-2374,3 2-1228,-53 67-866,44-28 827,-15 8 1,8 0 55,41-3 295,13-10-250,9-13-50,-8-10 256,6-14 13,-10-17-118,-6-7 5,-9-14 17,-18 3 438,-13-1-472,-9 5-33,-9 6-33,-4 7-79,0 8-90,5 6-33,8 4-62,9 5-112,6 5-554,11 8-1675,8 10-6004,16 3 8446,1-3 0,-8-10 0,-8-7 0</inkml:trace>
  <inkml:trace contextRef="#ctx0" brushRef="#br0" timeOffset="277027">20176 7857 22201,'53'-32'-919,"-10"8"-2800,13 19 3719,-16 6 0,-1-1 0,-19 3 0</inkml:trace>
  <inkml:trace contextRef="#ctx0" brushRef="#br0" timeOffset="277185">20176 8110 25197,'28'2'-2537,"15"-8"-2379,-4-8 1,1-4 2948,-9 6 1,-2 1 0,12-5 0,-29 12 0</inkml:trace>
  <inkml:trace contextRef="#ctx0" brushRef="#br0" timeOffset="281702">21022 7881 11782,'4'3'3888,"-1"-1"2850,-3-2-6284,-13-63-152,21 32-179,-9-10 1,4 1 44,25 9-68,5 5-44,1 5-67,2 7-22,-2 7-7,-1 12-10,10 18 22,-13-2-34,5 13-10,-16-12-38,-5 11 1,-3 5 25,-3 18 67,-10-5 1,-7 0-290,-12-2 348,-4-19 0,-3-4 132,-17 0 61,-9 0 101,7-13 134,12-20-358,17-4 51,16-22-62,19 4-57,14-6-49,7 4 27,3 10 1,-1 8-23,4 8-17,2 10-11,4 10 11,-4 11-28,-7 8-39,-13 16 56,-18-13-22,-20 15 11,-19-20-1,-17 6-105,-7-8-704,21-18 1,2-2-908,-10 2 1756,-5-15 0,36 1 0,0-7 0</inkml:trace>
  <inkml:trace contextRef="#ctx0" brushRef="#br0" timeOffset="281902">22319 7707 21667,'-41'43'-87,"-1"1"1,1-1 0,9-9 0,2-2-1,-1-2-2073,-19 14 1,4-5-4940,-1-6 7099,6-5 0,3-3 0,14-12 0,2-2 0</inkml:trace>
  <inkml:trace contextRef="#ctx0" brushRef="#br0" timeOffset="282086">21712 8003 16124,'22'-47'2175,"1"1"0,0-1 0,-3 10-1772,-13 24 45,6-3-252,-7 14-117,5 6-35,4 10 24,17 26-102,2 4-582,4 5 386,-16-22 1,0-1-874,19 17-2303,-8-14 0,1 0 3406,16 10 0,-7-10 0,-27-20 0</inkml:trace>
  <inkml:trace contextRef="#ctx0" brushRef="#br0" timeOffset="282293">22278 7765 20968,'0'-5'2958,"0"1"-1816,0 4-1142,28 3 0,-18 11-210,6 12 0,-1 4-411,-14 14-3634,-7 9 1,-4 1 4254,-7-1 0,-4 6 0,10-38 0</inkml:trace>
  <inkml:trace contextRef="#ctx0" brushRef="#br0" timeOffset="282493">21859 8125 22285,'23'-23'-54,"-1"-1"0,7 1 0,5 4-204,18 7 0,4 5-1427,-10-1 1,-1 1 210,12-3 1,0 1-3443,-4 0 1,-2 0 4056,-10 1 1,-3 2-1,-1-1 1,-7 2-1,-19 2 1</inkml:trace>
  <inkml:trace contextRef="#ctx0" brushRef="#br0" timeOffset="283010">22776 7725 24021,'2'-51'270,"1"-1"1,-1 4 0,7 12-254,18 24-23,8 5 1,7 8-12,4 9 0,2 8-39,-2 11-45,-6 6-72,-10 5 16,-14 3 118,-17 1 27,-17-1 18,-14-2 44,-9-6 29,0-8 66,8-9 51,11-9-33,10-9-62,9-7-29,11-5 35,6-3 10,10 1-38,5 2-28,4 5-23,5 4 11,2 8-39,6 8 0,0 11-22,-5 6-29,-11 3 29,-22 1-1,-28 0 12,-25-3-9,14-16 0,-3-1-307,-2-2 0,-2-1-230,2-1 0,-1-2-3546,3-3 1,1-1 4102,-16-1 0,20-4 0,16 0 0</inkml:trace>
  <inkml:trace contextRef="#ctx0" brushRef="#br0" timeOffset="283719">23785 7676 19328,'-11'-1'2867,"3"0"-2043,8 1-858,0 0-919,68-44-1399,-18 34-1349,2-11 0,1 4 3701,3 24 0,-24-1 0,-18-1 0</inkml:trace>
  <inkml:trace contextRef="#ctx0" brushRef="#br0" timeOffset="283860">23761 7849 14096,'-9'4'5680,"3"0"-4796,6-4-822,0 0-1714,77-6-3256,-45-1 0,1 0 4908,27-1 0,-2-1 0,-6-6 0,-23 7 0</inkml:trace>
  <inkml:trace contextRef="#ctx0" brushRef="#br0" timeOffset="284243">24689 7492 22761,'-47'-18'349,"0"1"0,3 3 0,5 9-270,-1 23-40,-1 23-39,16-10 5,1 23 1,18-17-17,4 9 0,15-6 22,19-9 11,-3-15 73,21-8 90,-11-20 207,9-10 230,-4-14-291,-8-9 229,-10-2-67,-8 3-101,-7 11-112,-5 12-168,-4 12-79,-2 11-27,-1 6 279,-3 21-296,-2 17 5,2-11 1,0 5-432,-1 9 0,1 6-4,0-4 1,1 5-1,0-2-1970,1-2 0,0-2 0,1 1 2411,-1 4 0,0 0 0,2-6 0,-1-7 0,2-6 0,-1 3 0</inkml:trace>
  <inkml:trace contextRef="#ctx0" brushRef="#br0" timeOffset="285393">25450 7537 15950,'0'-5'4917,"0"0"-2513,0 5-2382,8-54 6,-7 51 17,2-31 0,-17 71-29,-13 12-2,8-21 0,-2 0-141,-2 0 0,0-1 138,0-2 0,2-1-11,-12 12 11,16-13-61,23-12-588,24-11-2404,29-10-1874,-20 2 1,0-1 3445,-6 1 0,-3 1 0,15-4 0,-32 8 0</inkml:trace>
  <inkml:trace contextRef="#ctx0" brushRef="#br0" timeOffset="285643">26224 7308 21489,'0'-3'3036,"0"1"-2089,0 2-936,-10-2-5,8 21 5,-8 7-22,12 25-247,3 4-826,3 3-1016,2-2-2885,2-6 4985,3-10 0,-7-18 0,0-9 0</inkml:trace>
  <inkml:trace contextRef="#ctx0" brushRef="#br0" timeOffset="286010">26528 7380 18184,'5'-8'2949,"11"-25"1,1-5-1948,-9 10-683,8-10 1,-3 2 33,-15 21-208,-2 8-89,-5 9-28,-3 11 12,-3 12-29,1 14-6,4 9 23,7 4-22,8 0-12,7-3 12,8-5-6,5-10 6,1-10-6,0-11 16,-1-14 1,1-12 39,3-11 39,3-8 45,-1-2 96,-5 5 77,-8 9-78,-8 9-139,-6 5-85,-4 6-17,0 6 12,0 7-6,-1 14 0,0 11-219,3 12-598,5 10-1676,-1-24 1,3 0 2492,-1-2 0,1-2 0,5 11 0,-5-19 0</inkml:trace>
  <inkml:trace contextRef="#ctx0" brushRef="#br0" timeOffset="286436">27361 7359 22879,'-2'-3'2543,"1"1"-1855,1 2-609,7 27-1,-5 4-55,10 27 16,0-5-22,10-5 33,11-10-5,-2-14 95,31-12-34,-10-22-379,-12 1 1,0-4 308,-1-7 1,-2-2-4,3-5 1,-1-2-613,2-3 0,0-1 610,0-1 0,-1 0-6,-1 2 0,-1 1-249,-3 4 1,-1 1 242,-4 7 1,-1 1-8,20-7-12,-8 12 446,-6 7-776,0 14 349,-3 8-4383,-7 16 4364,-10 2 0,-9-10 0,-6-9 0</inkml:trace>
  <inkml:trace contextRef="#ctx0" brushRef="#br0" timeOffset="290060">22781 2778 12584,'26'-39'1183,"0"0"1,-1 2 0,-13 14-787,-44 55-263,9-10 1,-3 4-1542,-15 17 0,-5 5 1440,13-12 1,-2 1 0,0 1-848,-4 6 0,-1 2 0,1-2 812,7-7 0,0-1 0,-1 4-3,0 3 1,-2 5 0,0-1 0,5-4 172,-3 3 1,0 2-270,3-1 0,-5 8 0,0-1 1,6-5-654,-3 6 1,2-3-2524,4-4 0,-2 2 0,5-6 3233,3-6 0,5-6 0,-3 7 0,15-29 1</inkml:trace>
  <inkml:trace contextRef="#ctx0" brushRef="#br0" timeOffset="290560">22484 1857 18778,'-5'-45'1056,"1"0"1,1 0 0,-1 19-1068,2 32 45,1 5 5,4 27-59,2-4 1,2 4-152,0 3 0,1 2-867,4 12 0,-1 1-262,-1-8 1,0-1-846,-2-1 0,0-2 644,-3-10 0,0-2 1501,-2 3 0,0-5 0,-2-8 0,0 3 0</inkml:trace>
  <inkml:trace contextRef="#ctx0" brushRef="#br0" timeOffset="290736">22444 1997 7294,'2'-46'1198,"0"0"1,0 0 0,1-17 0,4 5-377,3 13 1,3 3-812,-1 11 1,3 1 319,5 0 0,2 3-561,26-5-252,8 11-375,3 11 908,-12 10-1093,-16 9 1,-3 6-3922,3 18 4826,4 12 1,-24-19 0,-8-9 0</inkml:trace>
  <inkml:trace contextRef="#ctx0" brushRef="#br0" timeOffset="290886">22526 2005 17838,'34'-26'219,"0"-1"1,0 1 0,10-8 0,-3 7-1413,9 6-8638,-8 14 9233,-12 4 1,-10 3-1,-14 0 1</inkml:trace>
  <inkml:trace contextRef="#ctx0" brushRef="#br0" timeOffset="294403">17583 9997 15038,'-8'-49'1175,"0"0"0,0 0 0,1 1 1,0 1-1,2 3-539,2-1 0,2 3-341,0 0 1,1 2 99,0 6 0,1 2 210,-1-14 14,2 19-501,-2 14 35,2 11-125,1 14 113,5 19-141,6 24 5,-6-16 1,0 4-190,-1 6 0,0 3 170,-2 4 0,-1 2-495,-3-1 1,-1 1 502,-1-4 1,-2-2 8,-2-5 0,-1-3-80,0-7 0,-1-2 94,-8 17 39,1-19 78,3-15 633,4-13-683,3-14 1071,3-11-1093,1-14-29,6-11 1,3-6-6,8-2 5,3 6 150,2 10-200,2 10 23,1 10-17,6 8-23,5 6 6,7 10-56,6 7 11,4 14 36,-26-10 1,-1 1-98,18 26 33,-16 4 40,-26 3-40,-28 1-321,2-27 0,-3-2 162,-5-1 0,-2-2-466,-1-3 1,1-3-2051,2-4 1,2-2 2775,-14-4 0,21-5 0,13-4 0</inkml:trace>
  <inkml:trace contextRef="#ctx0" brushRef="#br0" timeOffset="294610">18357 9964 27645,'-14'-32'-1504,"5"7"0,18 21 0,-2 3 0</inkml:trace>
  <inkml:trace contextRef="#ctx0" brushRef="#br0" timeOffset="296952">19508 9746 19680,'-3'-4'3546,"1"1"-2297,2 3-1182,2-52-39,7 42-17,6-31-11,8 65 39,-3 19-28,-5 15-25,-11-23 0,-4 2-307,-4 2 1,-4 0 261,-3 3 0,-3-2-36,-3 0 0,-3-2-37,-1-2 1,-3-1-12,1-4 0,-2-2-22,0-5 0,0-3-613,-21 10-1491,6-15 2269,7-19 0,16 1 0,5-7 0</inkml:trace>
  <inkml:trace contextRef="#ctx0" brushRef="#br0" timeOffset="297369">19657 9194 18112,'0'-3'4156,"0"0"-3137,0 3-996,-39-22-12,26 28 0,-29-8-22,37 39 5,3 8 23,2 3-6,5-4 1,4-6 27,5-12 118,0-9 117,0-10 6,0-11-22,-1-9 10,-2-10-32,0-8-52,-5-2-21,-2 0 84,-10-2-174,3 14 44,-9-1-61,5 14-61,-3 3-63,-1 3-184,1 8-655,-1 6-3591,3 10 4498,3 1 0,3-7 0,2-8 0</inkml:trace>
  <inkml:trace contextRef="#ctx0" brushRef="#br0" timeOffset="301643">20066 9681 20186,'42'-28'-786,"1"0"1,-1 0 0,-3 3 0,-1 1-1,-3 9 786,24 15 0,-26 1 0,-11 4 0</inkml:trace>
  <inkml:trace contextRef="#ctx0" brushRef="#br0" timeOffset="301793">20014 9944 20356,'42'-24'-660,"1"-1"0,-1 1 0,0 1 1,0 0-1,-3 4 660,1 3 0,-5 3 0,14-4 0,-20 7 0</inkml:trace>
  <inkml:trace contextRef="#ctx0" brushRef="#br0" timeOffset="303453">21348 9535 18081,'5'-51'1023,"0"0"1,1 1 0,-1-14-1,-3 7-732,-10 2 157,-12 20 275,-4 21-532,-14 3-34,-18 28-96,1 13-362,27-11 0,2 3 306,-2 7 1,3 3-12,5-3 1,1 1-1,-2 7 1,2 2-15,3-3 1,6 0-4,9 0 1,4-2 22,6 8 244,29-5-222,0-28 57,15-7 16,-21-12 0,0-4 140,19-19-114,-25 9 1,-2-3 92,2-10 222,-6-7-38,-14 17-112,0 0 528,-11 11-814,0 9 0,-3 9 11,-1 12 12,-1 15-23,-2 16-17,1 16-104,7-18 1,1 1-309,2 20 26,4-17 0,5-1-1205,15 12-28,-5-24 1,2-1 1635,4-6 0,0-3 0,5 2 0,-5-12 0</inkml:trace>
  <inkml:trace contextRef="#ctx0" brushRef="#br0" timeOffset="303669">21935 9396 18593,'0'-6'4885,"0"2"-3172,0 4-1584,-43 15-146,29 21-25,-9-8 0,2 3-425,18 29 156,2-21 0,2 0-927,6 24-1647,-1-17 1,0-1-2032,1-11 1,-1-2 3636,6 22 0,-7-33 0,-4-17 1</inkml:trace>
  <inkml:trace contextRef="#ctx0" brushRef="#br0" timeOffset="303853">21676 9714 23293,'36'-28'-379,"0"0"1,0-1 0,7-8 0,1 7-988,3 16 0,2 5 632,-2-1 0,-3 0 1,-11 4-1,-3-1 0,26-4 1</inkml:trace>
  <inkml:trace contextRef="#ctx0" brushRef="#br0" timeOffset="304353">22429 9457 15928,'-3'0'4973,"1"0"-3387,2 0-730,7-65-452,6 37-197,-3-11 0,2 2 118,14 17-208,-4 8 51,15 1-145,-4 8-23,22 5-51,-2 10-1415,1 12 1393,-14 0-84,-16 1 0,-6 3-50,-6 18 156,-9-12 1,-6 0-55,-8-4 0,-6-2 161,-3-2 0,-3-2 134,-25 16 85,4-14 61,6-11 61,8-7 7,7-11 1239,10-8-1402,6-9-140,6 2 112,11-12 157,4 12-309,9-7-44,3 14-23,5 5 1,-2 6-29,25 16 1,-11 4-115,-13-3 1,-1 2 58,7 17-1,-15 4 40,-18-7-163,-37 15 6,-11-17-31,8-10 0,-3-2-802,-1-6 0,0-4-1837,-2-2 1,-1-2 2362,6-4 0,2-2 1,-10-1-1,21-2 0</inkml:trace>
  <inkml:trace contextRef="#ctx0" brushRef="#br0" timeOffset="304953">23426 9369 25544,'33'-29'-131,"0"-1"1,0 1 0,15-12 0,0 10-126,-11 25 1,-1 5-210,0-1 1,-1 3-914,26 7 104,-19 9-110,-26 10 483,-31 8 654,-29 7-57,10-18 0,-3-1 727,-4 3 0,-1-2 111,1 1 1,0-1-87,5-2 1,3 0 425,-17 11-91,21-9-178,15-11-123,18-7-303,16-10-185,21-8-66,17-11 74,-23 8 0,1-2-58,1-1 0,-2-1 34,-1-1 0,-4-2 217,-5 0 1,-4-2-129,4-24 85,-24 1 161,-20 5 164,-17 8 16,-6 6-17,3 9 5,11 5 581,15 7-905,9 3 56,10 2-174,11 1-45,13 8-22,14 9 31,-17-2 0,2 3-330,2 5 1,0 2 236,-1 5 1,-3 3-121,-4 3 0,-6 3-404,-8 2 1,-8 2-1098,-12 2 0,-8-2 1320,-14 5 1,-3-5-1,14-16 1,0-4-1,-27 17 1</inkml:trace>
  <inkml:trace contextRef="#ctx0" brushRef="#br0" timeOffset="305352">24789 9354 24536,'-1'-46'702,"1"0"0,0 5 0,-2 10-573,-1 25-129,1 11 17,1 13-34,1 17-134,3 16-166,0-19 1,0 1-855,1 3 1,1 2 1170,-1 6 0,-1-2 0,2 6 0,-4-6 0</inkml:trace>
  <inkml:trace contextRef="#ctx0" brushRef="#br0" timeOffset="305736">25104 9311 20610,'0'-8'3837,"0"2"-3499,0-24 1,3-5 15,5 8-256,-2-13 0,4 3 8,15 18-61,9 3-6,8 6-22,6 3-40,5 8-5,-1 9-22,-3 11 16,-10 14 1,-17 13-698,-25 12 686,-10-24 0,-7 0-6,-10 4 1,-6-1 16,-6 2 0,-4-2-383,-2-1 1,0-2 433,3-4 0,1-3 56,7-6 0,2-3 201,-11 5 1,21-15 5,23-14 28,19-10-79,19-8-89,16-4 2,-22 13 1,3 0-168,12 0 0,0 1 148,-13 4 0,0 1-423,16 0 0,2 3-980,-16 4 1,1 1 1279,11 3 0,-1 0 0,5 0 0,-9 3 0</inkml:trace>
  <inkml:trace contextRef="#ctx0" brushRef="#br0" timeOffset="311151">26233 9219 17333,'0'-6'4391,"0"1"-2777,0 5-1485,-4-44 78,3 44 22,-9-24-38,-2 62-79,-12 12-76,8-22 1,0 1-18,-1 0 1,1 0-3,-13 24-23,12-9 0,12-11-22,19-11-291,19-11-739,27-11-574,-19-4 1,3-3-2413,9-3 0,1-1 3513,-3-1 1,-2 1 0,-15 2 0,-3 2 0,5-2-1</inkml:trace>
  <inkml:trace contextRef="#ctx0" brushRef="#br0" timeOffset="311368">27074 9011 16852,'1'-6'5881,"1"2"-3658,-2 4-2144,15-13-23,-18 31-62,9-1-100,-21 40-342,0 4-274,10-29 1,1 0-1554,1 28-2452,15-8 4727,15-12 0,-9-19 0,4-10 0</inkml:trace>
  <inkml:trace contextRef="#ctx0" brushRef="#br0" timeOffset="311728">27491 9065 15664,'2'-7'7220,"0"2"-5870,-2 5 274,0 0-1512,18-50 28,-13 51-5,13-27-18,-25 71-66,-4 13-37,2-26 0,0 0-114,1-1 0,0 0 72,-2 25 0,10-12 11,14-10 23,9-15 22,12-13 22,6-16 79,7-14-23,-22 6 1,-1-3 44,1-2 0,0 0 22,-3 0 1,0 0 134,16-15-45,-12 13 105,-11 13-340,-9 15-16,-3 6 10,1 18 17,1 8-33,2 18-48,-4-22 0,0 4-398,-1 14 1,0 1-297,-1-14 1,-1 0-1833,-2 21 0,-2-2 1973,-6 6 1,2-10 0,0-23-1</inkml:trace>
  <inkml:trace contextRef="#ctx0" brushRef="#br0" timeOffset="320194">17710 11503 23310,'-57'-11'209,"-1"1"0,3 2 0,8 9-170,14 26-8,7 2 0,0 4-42,-6 21 5,12-22 0,3 2-50,6 6 0,7 0-224,13 13-448,2-17 1,4-1-982,7-9 1,5-5 1708,7-1 0,0-3 0,5 2 0,0-8 0</inkml:trace>
  <inkml:trace contextRef="#ctx0" brushRef="#br0" timeOffset="320377">18266 11658 19473,'2'-2'4873,"0"0"-2067,-2 2-2694,-21-10-129,15 7-257,-15-7-1182,21 11 1456,0 6 0,0-4 0,0 4 0</inkml:trace>
  <inkml:trace contextRef="#ctx0" brushRef="#br0" timeOffset="321568">19521 11455 20772,'0'-48'1230,"1"1"1,-2 5-1,0 6-681,-2 13-358,0 11-130,1 14 6,1 15-16,-1 19-6,-1 22-441,0-20 1,0 2 364,-2 7 0,-1 1-608,-1 4 1,-1 0 319,-1 3 0,-2 0-345,0-2 1,-2-2-629,-1-3 1,-2-4-2563,-1-5 1,0-4 3853,-14 14 0,12-23 0,9-16 0</inkml:trace>
  <inkml:trace contextRef="#ctx0" brushRef="#br0" timeOffset="321961">19724 10884 23091,'-47'11'218,"0"0"1,4 0 0,9 4-197,19 14 23,7 4-51,5 2-22,10 0 28,1-8-11,21 4 67,-6-18 50,14 1 57,-9-14 72,-3-10 51,-9-9 33,-6-8-56,-9-5-44,-9-2-12,-6 1-44,-4 6-18,0 7-83,4 10-90,4 5-34,2 5-95,4 8-353,2 9-1299,8 11-6441,10 7 8250,6-3 0,-5-11 0,-4-9 0</inkml:trace>
  <inkml:trace contextRef="#ctx0" brushRef="#br0" timeOffset="322511">19992 11351 17064,'-6'1'5024,"1"0"-2419,5-1-2527,-25-36-50,32 20-145,-9-28-505,49 29-417,-17 8 0,4 1-3877,6 1 1,0 1 4726,-1 1 0,-3 1 1,13 0-1,-23 2 0</inkml:trace>
  <inkml:trace contextRef="#ctx0" brushRef="#br0" timeOffset="322668">20168 11544 20257,'-5'1'4940,"1"1"-3534,4-2-1574,4-24-644,34 2-1474,-7-1 1,3-1 1576,8 5 1,1 3-1,-11 4 1,-4 1-1,8-3 1</inkml:trace>
  <inkml:trace contextRef="#ctx0" brushRef="#br0" timeOffset="324284">21189 11119 22232,'4'-41'838,"1"1"0,0 0 0,-2 11-591,-2 21-236,-1 3 68,0 28-51,0 10-72,-1 29-503,0-27 1,-1 1-107,0 5 1,0-1-113,0-7 1,0 0 764,0 12 0,1-5 0,-1-10 0,2 11 0</inkml:trace>
  <inkml:trace contextRef="#ctx0" brushRef="#br0" timeOffset="324894">21919 10917 24424,'8'-43'219,"-14"15"-175,-29 53-16,-16 4-411,21-14 1,-2 0 424,-2-1 0,-1-2 36,1-3 1,2-2 179,-25 2 215,18-9-271,17-6 73,13-1-224,7-1-29,5 2-16,2 4 417,1 0-379,5 10 9,-4 1-30,5 11-18,-2 5 7,-2 9 10,-3 9-16,-7 7 5,-5 3 11,-6-1 12,-4-4 16,-1-8 1,0-9 10,5-12 46,4-9 100,5-6-22,3-5-101,1-4-6,2-7-22,1-5 0,5-3 11,2-1-39,2-1-5,4 2-18,4 3 1,7 3 5,9 5-28,-4 4 17,31 6-11,-13 9-6,-15-2 0,0 3-55,17 18-102,-18 8-72,-22 4-146,-28 7-280,-22 0-327,11-23 1,-2-2-1710,-1-3 0,0-1 2100,-20 7 1,20-13 0,15-9 0</inkml:trace>
  <inkml:trace contextRef="#ctx0" brushRef="#br0" timeOffset="325102">21816 10942 24727,'37'-23'159,"0"1"1,0-1-1,15-9 1,-6 6-182,-1 10-438,4 4-2760,2 0 2867,-7 4 1,-17 3-1,-13 3 1</inkml:trace>
  <inkml:trace contextRef="#ctx0" brushRef="#br0" timeOffset="325594">22791 11118 17708,'2'-7'5647,"0"2"-5183,5-25 1,0-6 162,-4 12-400,5-13 0,-1 3 20,-8 25-157,-2 6-46,-5 11 24,-10 10-29,-11 16-22,-13 13-421,18-19 1,-1 1 391,-3 1 1,1 0 8,2-1 1,2 0-15,-13 19 17,16-11 6,16-12 16,16-10-11,17-7-123,23-9-104,-14-4 0,2-2-749,9-3 1,3-2-3607,9-3 0,1-2 4187,-5 2 0,-4 0 0,-14 5 0,-6 0 0,7-1 1</inkml:trace>
  <inkml:trace contextRef="#ctx0" brushRef="#br0" timeOffset="327677">23535 11030 21052,'10'-54'1407,"0"0"1,-2 7 0,-1 8-976,-4 17-292,-3 13-106,0 10-34,0 15 5,0 15-10,-3 20-51,0-19 0,0 3-360,-1 3 1,0 3-302,-1 0 0,1 1-1588,1 0 0,1-1 2305,1-2 0,0-2 0,1 4 0,3-12 0</inkml:trace>
  <inkml:trace contextRef="#ctx0" brushRef="#br0" timeOffset="328035">23953 10964 22907,'11'-39'1201,"-1"0"0,5-21-1123,-18 63-32,-2 11-1,-2 14-29,1 13-16,1 6 0,7 4-5,9-3-40,9-6-5,12-11 61,8-12 28,4-15 45,3-16 95,-5-15 68,-3-11 105,-7-9 18,-6 0-40,-6 4-61,-6 9-11,-6 13-51,-4 10-145,-3 7-51,-1 9 11,0 10-39,-1 16 1,0 2-155,-1 4 0,-1 3-456,1-7 0,0 0-3375,-2 18 0,1 1 4002,1-13 0,0-4 0,-1 12 0,3-22 0</inkml:trace>
  <inkml:trace contextRef="#ctx0" brushRef="#br0" timeOffset="328227">25116 10913 23814,'0'-3'2700,"0"0"-2381,0 3-291,-58 47-107,21 1-573,11-19 0,-5 4 0,3 1-275,3 9 0,2 2 927,-3 5 0,2-3 0,-2 6 0,3-7 0</inkml:trace>
  <inkml:trace contextRef="#ctx0" brushRef="#br0" timeOffset="328411">24713 10988 23287,'-1'-7'3355,"1"2"-3075,0 5-84,0 0-196,96 35-1450,-59-12 0,2 4 986,-1-6 1,5 2-1,2 1 1,-4 1 463,7 10 0,-2 2 0,-5-3 0,-2-2 0,-3-3 0,-2-3 0,1 1 0</inkml:trace>
  <inkml:trace contextRef="#ctx0" brushRef="#br0" timeOffset="330844">16588 13246 12640,'0'-4'6738,"0"1"-3865,0 3-2509,-50-40-168,22 30-140,-6-10 0,-1 6 0,-1 29-44,3 14-35,4 10 1,8 7-6,9 1 0,10-3 11,5-12-22,10 7 11,1-12-84,7 14-79,0-6-117,5 1-107,5 0 230,-6-10-162,11 12 269,-22-12 89,-5 11 62,-32-7 16,-25 1-47,16-15 0,-3-2-208,-4-2 0,-1-2 214,2-2 0,1-3-82,-24-11-414,22-15-1383,22-21-8000,23-9 9390,4 12 0,3 11 0,-9 20 0</inkml:trace>
  <inkml:trace contextRef="#ctx0" brushRef="#br0" timeOffset="331035">16956 13107 22901,'-9'45'-3,"0"0"0,1 0 0,-3 20 1,6-5-197,8-19 0,4-3-952,1 2 0,0 1-1888,1-1 0,-1-1 2314,0-5 1,-1-3-1,1 7 1,-3-18-1</inkml:trace>
  <inkml:trace contextRef="#ctx0" brushRef="#br0" timeOffset="331577">16859 13629 22795,'35'-36'-202,"0"1"0,0 2 1,2 7-32,-2 18 0,0 4-414,0-1 1,0-1 363,-2 0 0,0 0-120,23-5 408,-11 1 63,-15 2 426,-14 2 27,-14 0 78,-10 2 85,-6 1 373,-1 2-458,-1 1-140,1 3-190,1 2-174,3 4-89,4 2-12,4-2 6,10 4-22,7-5-6,13 2 5,9-6 18,7-6 27,2-7 45,-4-5 85,-10-7 77,-12-5 51,-9-3 45,-15 0 6,-7 2-17,-11 5-34,-8 6-62,-2 7-89,-2 7-68,5 8-38,5 7-40,7 9-22,8 10-62,7 7-190,12 8-471,11 4-227,-5-22 1,3-1-1211,4 2 1,2-1 1758,7 3 0,0-4 0,3 6 0,1-8 0</inkml:trace>
  <inkml:trace contextRef="#ctx0" brushRef="#br0" timeOffset="332011">17849 13651 19221,'0'-5'5326,"0"1"-3488,0 4-1788,-15-37 1,11 39-18,-8-16-5,18 57-11,2 15-12,-3-23 1,-1 1-423,-1 6 0,0 0 389,-1 2 0,-2 1-23,-2 1 1,-2-1 8,0-5 0,-3-2 19,-11 22 18,1-25-1,2-23 6,4-24-5,4-20 10,3-24-191,2 19 0,2-3 189,1-7 0,1-2-8,0-2 0,2-1 27,0 2 1,2 1 2,-1 3 1,1 2-7,0 4 1,0 2-13,0 3 0,1 2 10,8-27-6,6 10-28,5 12-5,5 13 375,4 12-369,3 15-12,2 14 16,-3 15-38,-11 13-45,-15 9-6,-25 5 17,-1-29 0,-4-1-67,-6-1 0,-2-3-208,-3-2 0,-1-2-434,1-4 1,1-4-2820,-23 3 3612,13-19 0,19 1 0,8-8 0</inkml:trace>
  <inkml:trace contextRef="#ctx0" brushRef="#br0" timeOffset="332244">18287 13595 21948,'-3'1'2874,"1"0"-2561,2-1-1752,68-42-432,-39 27 1871,22-13 0,-1 2 0,-31 19 0,11-3 0</inkml:trace>
  <inkml:trace contextRef="#ctx0" brushRef="#br0" timeOffset="334144">18882 13363 22996,'-11'-47'241,"-1"-1"0,2 5 0,8 7-191,22 18-44,7 4-1,7 4-5,6 5-39,6 8-34,2 9-33,-4 11-79,-10 10 23,-14 11 94,-20 5 52,-20 5 49,-16-4 20,14-27 1,-2-2 136,-23 14 90,5-10 129,9-13 72,9-7-83,7-12-157,9-4-117,4-7-74,10 0-33,7 2-12,10 3 12,10 6-17,11 3 6,9 10-6,5 6-333,-1 11 248,-7 9-55,-17 7-33,-20 5-57,-31 3 39,-1-23 1,-6-2-278,-7 1 1,-5-3-1614,-4-2 0,-2-3 2081,-7-2 0,3-3 0,-6 1 0,8-7 0</inkml:trace>
  <inkml:trace contextRef="#ctx0" brushRef="#br0" timeOffset="335218">16300 14784 20319,'49'-8'230,"0"0"1,0 0-1,1 0 1,3 0-1,1 0 1,-1 0-198,-3 0 1,-1 1 0,2-1-1,2 0-1151,1 0 1,3-1-1,1 0 1,-1 1 0,-3 0 1119,-1-1 1,-3 2 0,1-1 0,3 0-11,1-1 0,3 0 0,2-1 0,-1 1 1,-1 0-243,-6 1 1,-1 0 0,-1 0 0,2 0 0,1 0 208,1-1 0,0 1 0,2-1 0,1 0 0,1-1 0,0 1-117,-1 0 1,0 0 0,2 0 0,0 0 0,0-1 0,-1 1 0,-2 0-2,0 0 0,-1 0 1,0 0-1,-2 0 0,0 0 1,0 0-133,7-1 0,1 0 1,-2 1-1,-1-1 0,-3 1-1470,2-1 1,-2 0 0,-4 0 0,-5 2 1760,10-3 0,-6 2 0,-4 0 0,-6 1 0,-4 1 0</inkml:trace>
  <inkml:trace contextRef="#ctx0" brushRef="#br0" timeOffset="348293">20778 13224 18694,'0'-9'3725,"0"3"-2252,0 6-286,0 0-1175,-5-45 21,1 49-44,-5-22-146,0 70-692,4-9 1,-1 0-51,3-11 0,0 0 220,-2 22 1,1-5 0,2-18-1,0 12 1</inkml:trace>
  <inkml:trace contextRef="#ctx0" brushRef="#br0" timeOffset="348676">21084 12947 23399,'-51'2'37,"1"-1"1,7-2-1,10 8-48,21 41 17,12-5-23,8-13 6,7 3 0,14-9 11,-1-11 95,7-14-11,-14-7 145,1-19 74,-9-5 61,-2-16 28,-8-6 107,-17-3-365,3 21 29,-18 3-107,8 24-40,-5 3-49,4 6-85,6 14 17,7-1-465,3 18-1931,11-1 2497,10 14 0,-7-19 0,6-3 0</inkml:trace>
  <inkml:trace contextRef="#ctx0" brushRef="#br0" timeOffset="348886">21365 13147 26049,'55'-19'-1501,"0"0"1,-7 2 0,-3 4 0,17 10 0,-28 2 0</inkml:trace>
  <inkml:trace contextRef="#ctx0" brushRef="#br0" timeOffset="349043">21344 13536 24995,'46'-30'-947,"0"1"1,7-4 0,-2 4 946,5 1 0,-8 4 0,-20 9 0</inkml:trace>
  <inkml:trace contextRef="#ctx0" brushRef="#br0" timeOffset="350643">22293 13051 19113,'10'-43'1047,"0"0"0,0 0 1,2-14-1,-1 10-582,-3 16-279,-4 16-136,-4 13 68,1 12 16,-2 14-22,-2 18-22,-5 17-68,1-24 1,0 1-208,-1 3 1,-1 0 195,2-2 0,1-1-25,0-4 0,2-1 64,4 15 11,8-16 85,8-17 33,11-18-5,9-15 5,12-18-327,-21 16 0,0-2 282,1 1 1,-2 0 106,21-16 342,-14 12-471,-13 12-50,-10 12 16,-4 14 12,-2 12 11,0 16-59,-3-4 0,0 1-31,0 19-71,-3-10 0,-1 2-285,1-13 1,-1-1-2807,-1 10 1,0-1 3150,1-7 0,1-2 0,-1 7 0,3-20 0</inkml:trace>
  <inkml:trace contextRef="#ctx0" brushRef="#br0" timeOffset="363869">24117 12973 23371,'-39'20'73,"1"0"0,1 3 0,6 4-99,14 9 1,4 4-615,-3 1 1,0 1-549,-2 3 1,-1 0 438,-5 5 1,2-2 0,-3 6-1,0-6 1</inkml:trace>
  <inkml:trace contextRef="#ctx0" brushRef="#br0" timeOffset="364003">23507 13177 17008,'0'-7'4408,"0"2"-3935,28-10 1,12 3-14,11 21-1447,7-11 1,4 6 986,-14 21 0,-1 9-933,-11-10 0,0 2 0,1 2 933,5 4 0,0 2 0,-3-3 0,-3-1 0,-4-3 0,-2-2 0,-1 0 0</inkml:trace>
  <inkml:trace contextRef="#ctx0" brushRef="#br0" timeOffset="370451">16442 15680 11995,'0'-3'6957,"0"1"-4644,0 2-1826,-35-59-122,20 40-264,-7-13 0,-1 4-1,2 26-66,-7 13-23,-8 11 6,-9 16-23,22-16 1,-1 1-49,0 6 1,3-1 9,-6 9 10,9 6 23,25-23-6,11 2 39,18-6-19,-4-8 0,3-2 0,-2 0 0,0-2-110,0 1 0,0-1 95,27 6-10,-22 2-23,1 6 17,-20 11 6,-24 1 11,-10-1 33,-25 5 0,-5-6-231,15-12 1,-1 0 211,-1-1 0,-2-3-63,-2-3 1,1-2-226,-10-2-1524,3-21-4515,35-20 6324,8-9 0,2 12 0,4 13 0</inkml:trace>
  <inkml:trace contextRef="#ctx0" brushRef="#br0" timeOffset="370651">16668 15460 23691,'15'44'11,"0"-10"0,1 2-81,1-2 0,1 1-2377,5 11 0,0 0 2018,-8-15 0,-1-1-1512,2 9 1,-2 0 1940,-5-6 0,-2-3 0,6 15 0,-8-10 0</inkml:trace>
  <inkml:trace contextRef="#ctx0" brushRef="#br0" timeOffset="371177">16758 15953 12836,'-2'-5'6744,"1"0"-4437,1 5-1685,-12-62-381,12 41-205,-5-14 1,6 3-21,17 20-10,3 5-6,16-2-106,17-1-90,5-3 78,1 0 20,-28 3 0,-3 0 98,-3-2 78,15-13 34,-32 12 84,1-5 56,-13 8-39,-3 5-129,-2 2 79,-7 6 89,-3 11-157,1 5-45,-1 10-27,12-1-12,7 0 6,5-8-1,22 0 12,3-12 12,19-2 10,-1-16 34,-3-7-17,-12-3 252,-7-21-44,-19 10 66,-9-17-21,-16 13-57,-11 5-145,3 12 156,-20 8-178,13 13-63,-12 7-27,13 8-6,9 9-6,8-3 1,8 10-35,12 8-27,10 5-67,5-1-620,3-16 1,4-2-567,-3-7 1,1 0-1542,13 8 0,3-2-2055,-4-8 1,-1-3 3863,17 3 1,-18-11-1,-28-7 1</inkml:trace>
  <inkml:trace contextRef="#ctx0" brushRef="#br0" timeOffset="371618">17653 15823 11374,'1'-6'9830,"0"2"-6173,-1 4-3427,1-13-96,-1 31-67,1 3-53,0 9 0,-2 4-31,1 5 1,0 1 16,1 5 0,0-1-320,-1 2 1,0-1 313,1-2 0,-1-3 17,-1-5 1,0-3 16,-6 15 17,-2-21-45,-2-19 34,0-21 16,3-18-50,1-22 11,4 19 1,0-3 109,2-6 0,-1-2-102,0-1 1,1 0-6,0 2 0,-1 2-11,0 6 0,-1 1 30,-3-21-43,-1 12 32,2 5 6,3 2-33,12-1-12,9-1-6,13 3 452,7 9-451,2 12 11,-1 16-17,-3 17 12,-6 16 10,-11 13 34,-14 8-293,-23 4 270,3-29 1,-4-2-12,-4 1 1,-2-2-60,-2-3 1,0-2-547,-24 16-1534,4-14-7578,12-13 9723,12-13 0,13-1 0,7-3 0</inkml:trace>
  <inkml:trace contextRef="#ctx0" brushRef="#br0" timeOffset="371851">18094 15770 21870,'-3'1'3489,"0"0"-3236,3-1-483,43-37-868,-10 18-871,2-5 1,3-1 1611,18 1 1,-26 10 0,-2 3 0</inkml:trace>
  <inkml:trace contextRef="#ctx0" brushRef="#br0" timeOffset="372218">18605 15397 19384,'0'-3'5449,"0"1"-4088,0 2-1355,-22-3 5,12 19-28,-17 6 29,20 21-12,5 1-23,10-2-38,8-9-35,11-10 46,4-10 44,2-12 23,1-13 0,-2-12 17,-1-9 89,-4-2 67,-5 2 129,-7 8 101,-7 8-162,-4 8-152,-3 8-66,-5 12-1,-3 14 17,-5 17-56,-1 14-269,8-23 0,0 1 269,2 5 0,1 2-188,4 4 1,2 2-872,2 4 1,1 1-3858,4 1 1,0-3 3481,-2-13 0,0-3 0,4 11 0,-10-34 1</inkml:trace>
  <inkml:trace contextRef="#ctx0" brushRef="#br0" timeOffset="373651">19524 15550 16437,'-6'1'5231,"1"-1"-3556,5 0-1675,-22-17-11,33 8 22,-18-12-50,69 7-78,-6 5-240,-15 3 1,2 1 196,-8 2 1,-1 2-144,23 3 197,-21 2 50,-17 5 78,-36 8 18,-9 1 49,-22 9 79,1-5-67,11-5 95,-3 1 399,17-4-589,4-3-6,17-3 11,20-7-6,5-3 1,19-8 33,9-11 23,-2-5 95,-1-6 33,-28 0-28,-21-3-50,-9 6 238,-9 4 0,-4 0 255,-12-8-378,8 10 0,0 1 143,-12-1-62,10 8-218,11 9-34,9 3-51,8 2-10,16 12 5,9 5-12,24 17 7,-7-3-43,-3 0 1,1 3-158,-14-5 1,-1 2-864,10 12 0,-4 4-1187,-13-6 1,-7 1 2254,-11 3 0,-4-2 0,1 4 0,-14-6 0</inkml:trace>
  <inkml:trace contextRef="#ctx0" brushRef="#br0" timeOffset="374094">21105 15307 24396,'-8'-44'511,"0"0"1,1 3 0,1 13-529,3 27-5,2 11 39,1 13-23,0 20-44,0 17-183,0-24 0,0 3-984,0 4 1,0 1-1694,0 0 0,0-1 2662,1-6 1,-1-3 0,1 8 0,1-22 0</inkml:trace>
  <inkml:trace contextRef="#ctx0" brushRef="#br0" timeOffset="374444">21402 14923 21730,'-56'-12'422,"0"0"0,5 2 0,8 8-371,15 24-35,13 6-4,12-1-24,12 2 1,9-4 45,13-5 16,10-6 34,3-7 123,-4-11 96,-10-7 89,-14-9 22,-13-6-89,-12-2-73,-8 0-101,-9 2-50,-3 6-44,1 7-52,5 6-38,7 4-58,7 7-222,6 5-1255,10 9-5478,10 6 7046,6-2 0,-6-6 0,-4-8 0</inkml:trace>
  <inkml:trace contextRef="#ctx0" brushRef="#br0" timeOffset="374644">21652 15186 22055,'-8'0'2627,"2"0"-2582,6 0-45,0 0-191,47-46-716,-3 28-505,-4-8 1,2 1-8357,18 18 9768,-18 3 0,-18 4 0,-14 0 0</inkml:trace>
  <inkml:trace contextRef="#ctx0" brushRef="#br0" timeOffset="374794">21634 15390 24615,'53'-27'-483,"1"0"1,-14 6-1,2 1 1,-5 3 0,-7 3-1,-2 2 1,30-13-1</inkml:trace>
  <inkml:trace contextRef="#ctx0" brushRef="#br0" timeOffset="375361">22695 14885 18874,'0'-3'5864,"0"0"-4497,0 3-1328,-30-24-28,1 22 3,-1-8 0,-3 2-8,-24 18-212,0 2 211,8 0-16,15 0 11,14-3 0,9-1 17,6-1-23,3 1-5,2 1 268,3 7-257,-1-5 11,4 6 11,-1-2-22,0 0 6,-2 15 16,-3-5-22,-6 13 11,-6-4 23,-7-1 5,0-3 28,-1-7 90,7-8 140,3-9-6,5-6-112,2-7-67,1-6-61,5-7 10,5-1 18,13-4-74,-4 9-5,14-3 0,-7 11-5,12-1-6,8 6-1,-11 7 1,0 1 6,15 4-15,-12 2 0,-1 4-203,4 10 201,1 14-18,-18 6-88,-32 12 27,-7-19-93,-6-14 1,-6-2-775,-17-3-181,15-9 1,0-2-7982,-26-2 9130,11-10 0,20 0 0,13-2 0</inkml:trace>
  <inkml:trace contextRef="#ctx0" brushRef="#br0" timeOffset="375594">22657 14837 21579,'47'-18'1014,"0"1"0,-5 1 0,-5 2-168,-5 2 144,-8 0-553,-10 3-241,-4 1 133,-4 3-150,-2 1-60,-2 0-113,1 2-140,-2 1-3591,-1 1 3725,3 4 0,-2-3 0,2 3 0</inkml:trace>
  <inkml:trace contextRef="#ctx0" brushRef="#br0" timeOffset="387735">20402 16600 24654,'-14'-33'72,"-1"1"1,-2-8-39,24 71-20,1 5 0,-1 2 8,3 22-1362,-6-18 0,0 6 0,-3-5 1289,0-9 1,-3-1-105,-1 9 0,-1 5 0,-3-4-90,-5 0 1,-5-1-727,-2-2 0,-2 2 0,-1-3-1603,-8 7 1,-4-5 2129,-8 2 1,2-6-1,1-7 1,6-15-1</inkml:trace>
  <inkml:trace contextRef="#ctx0" brushRef="#br0" timeOffset="388126">20520 16329 16364,'-1'-4'3417,"0"2"-2381,1 2-1025,-40 70-11,35-47 3,-11 18 0,8-3 2,47-25-5,4-4 34,10-10 39,-13-9 89,-7-12-27,-13 1 413,-10-25-4,-16 9 56,-6-18-63,-8 10-89,-4 8-274,6 11 106,-3 6-73,4 10-185,4 3-44,4 4-34,6 8-11,3 2-1748,7 21-8016,2-2 9615,2 5 1,-3-14 0,-6-12-1</inkml:trace>
  <inkml:trace contextRef="#ctx0" brushRef="#br0" timeOffset="388319">20910 16510 22117,'39'-21'-1441,"1"1"1,0-1-1,5-5 1,-8 6 0,-13 15-1</inkml:trace>
  <inkml:trace contextRef="#ctx0" brushRef="#br0" timeOffset="388476">20947 16775 24102,'46'-24'-383,"0"0"0,0 0 0,0 0 0,0 0 0,-8 5 1,-2 2-1,0 1 0</inkml:trace>
  <inkml:trace contextRef="#ctx0" brushRef="#br0" timeOffset="402618">21851 16562 15557,'1'-4'6134,"0"1"-4291,-1 3-1625,28-40-89,-18 30-39,23-30-12,-23 41-50,0 2 28,-3 1 34,-1 0 55,-6 1 29,-6 1-29,-7-1 18,-9 0 33,-3-5 28,2-10-61,5-12-102,9-15 7,12-8-40,11 1-17,10 7-6,6 11-44,5 10 28,3 8 5,4 14-16,2 12 16,-1 19-112,-24-12 0,-4 4 115,-3 5 0,-7 3-333,-7 4 1,-8 1 326,-7 4 1,-7 0-539,-10 2 1,-6-2 544,11-14 0,-3-2 0,0-1 5,-1-1 1,-1-1 0,0-2 32,-13 6 1,1-3 14,7-9 1,3-4 133,-12-6 102,26-25-181,27-15 586,20-12-658,17 1-1,10 6 789,4 13-817,3 11-44,2 13-196,-30 4 0,1 1-681,1 3 0,0 2-3167,2 1 0,-1 0 4083,-3 0 0,-2-2 0,8 5 0,-16-8 0</inkml:trace>
  <inkml:trace contextRef="#ctx0" brushRef="#br0" timeOffset="403177">23130 16339 20296,'0'-5'4251,"0"2"-3556,0 3-706,-49-19 39,28 22-23,-12-8 1,0 3 22,-1 23 39,-11 3-10,-7-5 27,-4-5 134,4-7 129,12-4-61,15-3-157,13 0-79,8 0-33,4 1 11,3 6 22,2 7-39,3 8 17,-1 8-39,-3 8 6,-5 6 21,-7 2-16,-4 1 34,-3-5 0,1-6 5,0-8 34,3-8 39,5-9 39,3-7-62,3-10-61,3-8-11,2-11 28,7-6-17,5-1-56,4 3 45,5 7 39,5 9-79,7 6-44,11 4 56,11 5-271,-25 2 0,0 3 259,1 1 1,-2 2-1,-2 2 1,-3 3 11,9 17-151,-26 5-258,-30 3-616,-23 3-562,14-22 0,-3-1-2410,-3-2 0,1-1 3267,-23 7 1,21-12 0,17-7 0</inkml:trace>
  <inkml:trace contextRef="#ctx0" brushRef="#br0" timeOffset="403401">23207 16214 25786,'49'-26'87,"1"0"1,-4 2 0,-3 5-127,5 7-1071,5 3 1110,-19 6 0,-2 0 0,3 0 0,0 2 0</inkml:trace>
  <inkml:trace contextRef="#ctx0" brushRef="#br0" timeOffset="403800">24069 16514 16275,'1'-5'6716,"0"1"-6215,30-33 0,12-9-1104,-2 5 823,-10 8 1,3-5-1,-4 6 581,8-3 15,-18 16-682,-8 8 181,-12 10-320,-8 10 33,-10 14-17,-6 7 0,-4 4-17,-3 2 1,-2 1-176,-2 3 0,-2 0 186,-4 3 1,1-2 2,10-11 1,1-1-6,-4 4 0,3 0 36,-9 16-17,34-23-39,14-13 40,40-21-26,-18 0 0,2 0-224,11-4 0,4 0-374,-7 3 0,3-1 0,-1 2 113,18-3 0,-2 1 1,-14 2-1,-4 2 1,12-1-1</inkml:trace>
  <inkml:trace contextRef="#ctx0" brushRef="#br0" timeOffset="405893">24831 16072 14387,'0'-6'5344,"0"2"-640,0 4-4351,19-4 73,-11 23-190,12 3-152,-16 15 22,-3 14-39,-5-1-361,1-17 1,0 3 304,0-1 1,-1 0-10,-1-1 1,0-1 21,0 0 0,0-3 27,-4 6 100,-1-5 73,7-25-56,0-6-45,4-20 558,7-11-653,0-8-5,15-19-269,-10 29 0,1 0 265,6-8 1,3 0 30,5-4 1,1 2-1,11-10-14,-16 22 1,0 4 2,-1 8-22,2 2-6,-2 16-5,1 16-18,-5 7 1,-2 3-6,9 17-98,-7-6 1,1 1-404,-8-10 0,0-1-857,4 7 0,1 0-3541,3 2 1,-1-3 2457,5 7 0,-2-10 1,-17-28-1</inkml:trace>
  <inkml:trace contextRef="#ctx0" brushRef="#br0" timeOffset="407234">26732 15849 24162,'-33'37'-58,"0"1"1,0-1-1,-1 1 1,2-2-1,0 1 1,1 0-1,3-1-1078,0 3 1,2 0 0,1 0 506,-2 3 1,1 0 0,2-4-1,3-2 1,2-3 0,-12 22-1</inkml:trace>
  <inkml:trace contextRef="#ctx0" brushRef="#br0" timeOffset="407410">26125 16106 19081,'0'-6'4335,"0"2"-2767,0 4-1428,69 44-1587,-37-25 1,3 0 1435,9 5 0,7 4 0,-1-2-797,-2-4 0,0-1 0,2-1 808,-3-2 0,3-1 0,-1 1 0,-4-3 0,10 5 0,-4-1 0,3-3 0,-1 1 0</inkml:trace>
  <inkml:trace contextRef="#ctx0" brushRef="#br0" timeOffset="408160">21251 17790 10095,'-56'5'953,"-1"-1"0,1 1 0,-1 0 0,6-1 0,-1 0 0,3-1 0,3 1-637,-20 1 1,7-1 243,13-2 0,20-2 1135,46-4-396,42-7-660,-7 3 0,9-2-1159,-9 2 0,6-2 0,3 0 0,-1 0 646,-10 1 1,0 1-1,1-1 1,0 1 0,1-1-386,3 0 1,-1 0-1,1 0 1,1-1-1,2 1 327,-3 0 0,3-1 0,0 1 1,0-1-1,1 1 0,-1 0-267,-3 0 0,-1 1 0,1 0 0,0 0 0,1-1 0,3 1 223,-5 0 1,1 0-1,2 0 1,1-1 0,1 1-1,0-1 1,0 1-1,0 0-121,-5 1 0,1-1 0,0 1 1,0 0-1,0-1 0,0 1 1,1 0-1,0 0 0,-1 0 121,3-1 0,-1 1 1,1 0-1,-1-1 0,1 1 1,0 0-1,0 0 0,-1-1 1,1 1-23,0 0 0,0 0 1,-1 0-1,1 0 1,0 0-1,0 0 1,-1 0-1,1 0 0,-1 0 13,-2 0 1,1 1-1,0-1 1,-1 0 0,1 1-1,-1 0 1,0-1 0,-1 1-1,0 0-7,4-1 1,0 1-1,-1-1 1,0 1-1,0 0 1,-1 0-1,0 0 1,-1 0-2,3 0 0,-1 0 0,0 0 0,-1 1 1,0 0-1,-2-1 0,-1 1 85,2 1 1,-2-1 0,-1 1 0,0-1 0,-3 1 0,-1 0-198,14-2 0,-3 1 0,-3 0 0,-6 0 309,15 1 1,-17-3-205,-30-6 0,-33 9 0,-30-1 0</inkml:trace>
  <inkml:trace contextRef="#ctx0" brushRef="#br0" timeOffset="420094">7296 2250 19826,'-4'0'2721,"0"0"2220,4 0-4924,-23-8-680,17 6 329,-14-6 414,27 8 496,6 0-38,19 1-144,-6-1 35,32-1 3,3-3-609,-18 1 0,4-1 673,6 0 1,1 0-96,6 0 0,1 1-331,-18 1 0,0 0 1,1 1-64,-1 0 0,1 0 0,0 1 128,-1-1 1,0 1 0,0 0-1237,19 0 1,0 0 1429,-1-1 1,0 1-40,0-1 0,0 1-65,2-1 0,0 0-73,-19 1 1,1 0-1,-3 0 83,10 0 1,1 0-17,0 0 0,3 0 0,-2 0-90,6 0 1,1 0-125,-12 0 1,4 0 0,2 0 0,-3 0-4,2 0 1,-3 0 0,0 0-1,-1 0 0,-1 0 0,0 0 14,-2 0 0,0 0 1,-1 0 12,11 0 0,0-1 6,-10 1 1,2 0-1,3-1 14,8 0 0,3 0 1,-2 0-50,-6 0 0,-1-1 0,0 1 0,-2-1 0,0 1 0,-1-1 0,1 0 0,-2 0 0,0 0 0,11-1 0,1 0 0,-11 1 0,3 0 0,-1-1 0,-1 1 0,0-1 0,0 0 0,-1 1 0,0-1 0,0 1 0,-2 0 0,1-1 0,-1 1 0,-2 0 0,-1 0 0,0 0 0,-2 0 0,0 0 0,-1 1 0,17-1 0,0 0 0,-4 1 0,1-1 0,-15 2 0,2-1 0,-1 0 0,12 0 0,-2 0 0,-3 0 0,-1 0 0,-4 1 0,-2 0 0,-9-1 0,-1 1 0,6 0 0,1 0 0,1 0 0,-3 1 0,11-1 0,2 1 0,-31 0 0,0-1 0,-7 0 0,0 0 0,7-3 0,-4 1 0,13-4 0,-7 1 0,4 0 0,-5-2 0,-9 3 0,-4-2 0,-7 0 0,-1-3 0,0-7 0,1 1 0,0-1-2075,3-2-52,-2 10 285,2-7 756,-3 8 1252,0-3 119,-12-4-59,-7-1 394,-8-1 245,-15-2 145,4 2-79,-13-4 4,17 5 115,7 3-31,17 7-996,5 2-23,3 2 0,0 0 0,7 5-312,0 2-312,16 9 271,9 7-4,15 10 271,-14-7 0,-1 2-8,-6-1 1,-4 2-435,2 8 0,-6 1-382,-11 18-350,-14-16 1,-8 2 1328,-13 3 0,-2-4 0,13-11 0,1-1 0,-7-1 0,1 1 0</inkml:trace>
  <inkml:trace contextRef="#ctx0" brushRef="#br0" timeOffset="490060">28539 12633 23887,'23'-57'804,"-1"0"1,-1 3 0,-4 15-570,-12 31-185,0 4-38,-2 14 21,0 12-55,0 20-1,-1 16-357,-2-22 1,-1 1-95,0 6 1,-1 0-205,1-9 0,-1 1 678,1 12 0,0-4 0,1-11 0,0 10 0</inkml:trace>
  <inkml:trace contextRef="#ctx0" brushRef="#br0" timeOffset="490934">28746 12110 7531,'-2'-3'4139,"-1"2"2588,3 1-5578,5 20 122,-4-10-582,4 11-359,-4-17 326,0-4-118,1 0-292,2 0-184,2 0-40,2 0 6,-1 2 62,-3-1 190,-2 2 1395,-1-3-1653,-3-3-11,1 2-44,-1-3 5,0 8 39,-3 7-11,0 5 17,0 1-6,1-2-11,4-6 50,-1-1 68,1-4 123,1-3-96,1-3 102,1-4-40,-1-1-50,0-4 0,-4 1-101,-2 3-51,-4 3 1,1 3-12,-5 4 17,1 2 1,-3 4-18,3 3 12,4 0-12,3-2 6,7 0 6,5-4-29,13 3 34,2-6 23,6-1 0,-11-5 61,-1-5 0,-10-7 39,-2-14-89,-9 2 0,-5-2-17,-2 14 0,-4 4-17,1 7 12,-6 5-18,2 7 1,1 6-23,9 4 11,4-2-5,8 4-6,17 1-16,18-1 16,-2-4 39,11-8 18,-29-10 60,3-5 119,-13-14-113,-4-4 6,-11-9-39,-3 7-62,-2 8-61,-1 5-219,4 14-4637,-5 14 4906,2 7 0,3-1 0,2-7 0</inkml:trace>
  <inkml:trace contextRef="#ctx0" brushRef="#br0" timeOffset="494743">29164 12485 22918,'0'-31'78,"0"7"-50,4 24 0,-1 0 28,-2 0 11,1 0-5,-1-2-17,2-2 50,1-2 112,3-3 168,1 1 45,2 1-100,-1 1-113,-1 3-151,-4 1 89,0 7-44,-3 4-17,1 10-28,-6 11-61,-3 8-23,-7 9-12,-7 7-72,9-24 0,-2-1-380,-3 3 1,-1-2-111,-1 0 0,-2-2-1056,-21 18 17,2-15 363,5-16 623,7-19 594,8-14 413,10-20 517,13-14 492,10-8 95,9 5-190,0 14-297,-4 16-448,-7 13 48,-4 7-446,-1 7-17,2 6-22,4 9-44,4 8-12,4 7-23,3 5-78,3 1-251,-1 1-690,-4-6-1288,-9-6-2565,-10-8 4867,-14-10 0,5-4 0,-4-5 0</inkml:trace>
  <inkml:trace contextRef="#ctx0" brushRef="#br0" timeOffset="494926">29129 12617 19563,'4'-47'1725,"0"0"0,-1 5 0,0 6-1047,-2 9-381,-1 12-224,0 9-73,0 9 11,0 10-11,5 14-112,2 16-247,6 14-294,-5-24 1,-1 2-1102,1 10 1,0-1-263,1 17-2003,-6-23 0,-2-3 4019,-7-6 0,3-5 0,-3-14 0</inkml:trace>
  <inkml:trace contextRef="#ctx0" brushRef="#br0" timeOffset="495060">28947 12842 23338,'20'-42'203,"0"0"1,2 3-1,4 8-279,5 21 1,2 6-1381,5-2 0,1 0 1456,10-1 0,-2 2 0,7-2 0,-2 1 0</inkml:trace>
  <inkml:trace contextRef="#ctx0" brushRef="#br0" timeOffset="495434">29815 12641 19385,'1'-47'812,"1"-1"1,0 8-1,-1 5 1266,-1 11-1966,0 12 581,-1 19-704,1 12 359,0 6-365,1 20-106,-1 1-183,1-15 1,0 3-1740,1 8 1,-1-1-2453,0 14 4497,2 9 0,-3-54 0,1-2 0</inkml:trace>
  <inkml:trace contextRef="#ctx0" brushRef="#br0" timeOffset="495793">30075 12189 23304,'-52'1'146,"20"14"-113,46 19 12,13 1 11,-5-17 129,4-6 106,-9-10 208,2-13-135,-9-6-17,-3-14-230,-9 6 102,-3-6 28,-4 4-158,-2 2-33,-1 5-67,1 14 6,1 6-1,-7 12-16,1 7-62,-4 14-1278,0 19-5012,10-1 5526,6 3 0,5-26 0,3-14 0</inkml:trace>
  <inkml:trace contextRef="#ctx0" brushRef="#br0" timeOffset="496083">30796 12309 26351,'-50'26'33,"0"1"1,7-5 0,3 0-20,5 4 0,4-1 3,-6 8-28,17-10 16,14-4 29,25-2-73,10-1-17,25 1-6,-22-10 0,1-2-134,26 4-1252,-4-4 1,2 0-3469,-15-2 1,0-1 3177,8 1 0,-4 0 0,4-1 0,-36-2 0</inkml:trace>
  <inkml:trace contextRef="#ctx0" brushRef="#br0" timeOffset="497109">31334 12580 14577,'0'-11'4240,"2"-29"1,-1-5-2752,0 7-993,1-10 0,-1 3 115,-1 18-326,0 13-195,0 8-79,0 9 6,0 11 11,0 13-23,1 17-21,2 12 2,0-24 0,1 1-334,0 1 0,2 0 368,-1-1 0,1-1-30,4 21 88,-3-13 107,-4-20 257,-2-12-212,2-50-174,1 15-3,2-10 0,4-3-265,17-14 248,-7 19 1,3 1 346,1 2 1,3 2-328,3 1 0,0 2-34,10-4-5,6 6-6,-20 20 23,9 11-40,3 14-33,-9 6 0,0 5-34,13 16-758,-9-3 1,-2 3-173,-9-8 1,-3 1 1002,8 17 0,-3-1 0,-9-23 0,-2-3 0,8 29 0</inkml:trace>
  <inkml:trace contextRef="#ctx0" brushRef="#br0" timeOffset="497509">28461 13655 22727,'53'-6'380,"-1"0"0,1 1 0,4-2 0,4 1 0,0 0 0,-2 0-1333,0 1 0,-3 0 1,7 0 1011,-8 0 1,7 0 0,4-1 0,0 1 0,-1-1 0,-5 2-509,-4 0 0,-3 0 0,-1 0 0,0 1 0,2-1 463,-2 1 1,2-1 0,0 0 0,1 0 0,1 1 0,-1-1-143,1 1 1,1-1 0,1 1 0,-1 0 0,0 0 0,-2 0 140,3 0 1,-1 0-1,-1 0 1,1 0-1,2 0-197,-1 0 1,1 0-1,1 0 1,1 0-1,1 0 1,0 0 194,-5 1 0,2-1 0,1 1 1,-1 0-1,0-1 0,-1 1 0,-2 0-84,0 0 1,-1 0 0,-1 0 0,-2 0 0,1 0 0,-2 0 83,8 0 0,-1 1 0,0-1 0,-2 0 1,-3 0 11,3 0 1,-3 0 0,-2 0 0,-3 0 0,-3 0 0,-4-1 1,0-1 277,5 0 1,-1-1 0,-4-1-312,-3 0 1,-9-4 1123,-8-10-1793,-38 5-6296,-34-7 6974,8 6 0,5 4 0,16 3 0</inkml:trace>
  <inkml:trace contextRef="#ctx0" brushRef="#br0" timeOffset="505876">32437 11887 12326,'-27'-49'614,"0"0"1,-4 6 0,-5-1 0,-2 5-204,-10 0 1,-6 5-1240,15 8 0,-4 0 0,-1 0 1,-1 3 983,0 3 1,-1 1 0,-1 2 0,-1 1-400,-4 0 0,-1 1 0,-1 0 0,-1 2 304,-4 0 1,-1 0 0,0 2-1,2 1-39,8 1 1,2 2-1,0 0 1,-3 1 2,2 1 1,-2 0 0,-2 1 0,0 0 0,-1 2-1,-6 0 1,-2 1 0,0 1 0,-1 1-1,0 0-156,7 1 0,0-1 0,0 1 1,-1 1-1,-1 0 0,-1 0 148,1 1 1,-2 0 0,0 0-1,-2 1 1,1 1 0,1 0 0,1 0-208,-5 3 0,1 0 0,0 1 0,1 1 1,2-1-1,1 1 202,-2 0 0,3 0 1,1 0-1,-1 0 0,-2 3-18,1-1 1,-2 1 0,0 2 0,-1 0 0,0 0 0,0 2 19,8-2 0,0 2 1,0 0-1,-1 0 1,1 1-1,0 0 0,-1 0-32,1 0 0,-1 1 0,1-1 0,-1 1 0,0 1 0,0 0 0,0 1 31,4-1 0,-2 0 1,0 1-1,-1 1 0,2 0 1,0 0-1,3 0 1,2 0 8,-13 8 1,3 0-1,3 1 1,2-1-1,2 0-13,1-1 1,3-1 0,2 1 0,2 5 87,-3 9 0,1 6 0,5 2 0,7-2-58,9-2 0,8 1 1,0 0-9,-6 8 1,0 3 0,12 1 70,15-9 0,9 2 0,5-2 1,2-3 1,8 1 1,5-5-1,2 1-61,-7-4 1,0 1-1,4 0 1,6-3 51,-2-8 0,6-2 0,3 0 0,2-2 1,0-2-1,-2-1-70,2-1 0,-2-3 1,1-2-1,2 1 1,4 0 29,-3 0 0,4 1 0,2 0 1,1-1-1,1 0 0,0-1 0,-2-2-8,-2-3 0,-1-1 0,0-2 1,0 0-1,1-1 0,0-1 1,1 0-12,2-1 1,1 0 0,1-1 0,0-1 0,0 0-1,0-1 1,0-1-1,3 0 0,-1-1 0,1 0 0,0-2 1,0 0-1,1 0 0,-1-2-6,-6 0 1,0-1 0,0 0 0,1-1 0,-1 0 0,0-1 0,0 0-1,1-1-38,-1 0 0,1 0 1,0-1-1,0-1 1,-1 1-1,1-2 1,0 0-1,-1 0 35,0 0 0,1-2 1,-1 1-1,1-2 0,-1 1 1,0-1-1,0-1 0,-1 1 1,0-1 0,0-1 0,0 0 0,-1 0 0,0 0 0,0-1 0,0-1 0,0 1 2,5-3 1,1 0-1,-1-1 1,0 0-1,0 0 1,-1-1-1,-1-1 7,-1 1 0,-1 0 0,0-1 0,-1-1 0,0 0 0,-1 0 0,-1-1 3,5-2 0,1-1 0,-2-1 0,-1-1 0,-1 0 1,-2-1-12,-4 1 1,-1-1 0,-1 0 0,-1-2 0,-3 0 0,-1-2-13,1-4 1,-1-1 0,-3-2 0,-3-1 0,-5-2-20,1-8 1,-4-3 0,-6-2 0,-7-1 4,-9-1 1,-7-1-1,-7-1 1,-5 1-146,-6 9 1,-5-1 0,-5 2 0,-2 0 0,-1 4-191,-5-6 0,-2 3 0,-4 1 0,-6 1 332,4 10 0,-6 0 0,-5 0 0,-1 1 0,2 1 0,3 4 0,9 3 0,-6-3 0,8 5 0,-5-1 0,-9-1 0,-1-1 0,0 1 0,1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54706-453F-1EDA-BEC3-4CE64FCE39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E94B12-5B61-071C-232A-5FD1BC525A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0500D-3808-F944-B398-095214AC3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8378D-4FCD-DB42-8DAA-E2DA23FA92B7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4105A-7ABD-89E5-B360-504AA35F7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45518-BE76-F676-F62F-C3C93442E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F4A9D-8E37-1E42-8428-E878948B9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315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0B2D7-AA0D-AAEB-9F44-BC1BAB30A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22A4C-B53C-37C5-9698-1C4122FBF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F2B46-0938-89D2-E154-93FEDF7C8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8378D-4FCD-DB42-8DAA-E2DA23FA92B7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B42FF-E678-078A-40BB-AE2E7ECF6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1BFCF-6F5D-1BBC-CF4D-FAF31C837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F4A9D-8E37-1E42-8428-E878948B9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495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C17A2-157B-CB2F-B300-248280224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461E9-453B-F95B-B6C1-960540C9E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4BF04-48A1-E35E-7D55-6CF1BBD2C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8378D-4FCD-DB42-8DAA-E2DA23FA92B7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AB122-641A-9749-00ED-E88AA17C7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AB910-71F4-6C64-2B3F-EC363D7D2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F4A9D-8E37-1E42-8428-E878948B9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429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26472-C702-BBB9-5CFD-1044E5FD7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A7117-C47B-6036-6C73-0135E3D03B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BA309F-DB54-19B6-F822-720D8EC657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5EAF3-C01E-ED79-A632-C15BB150F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8378D-4FCD-DB42-8DAA-E2DA23FA92B7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B24EA7-B14F-6B46-3A99-79331629D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ED6CC-75B6-3DFD-0A3F-816E44F6B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F4A9D-8E37-1E42-8428-E878948B9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93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7C567-1AF4-739A-F4CA-26CEE752B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4F673-7992-ACF6-A900-37C372F38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FE9737-5C2B-F26D-5D00-09307AFA0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301F0C-F8BC-F373-F08A-D1B980F451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559FA5-FC4D-E8F4-380A-5B42DBA2E9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5511D4-C596-F0DC-6DEA-A860E6F4F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8378D-4FCD-DB42-8DAA-E2DA23FA92B7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70BA38-49F6-F803-D40F-AABBA596C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10A013-5598-FE91-29FB-1BBAC2F86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F4A9D-8E37-1E42-8428-E878948B9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279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3CA98-5B33-FEDD-FF33-40C8BD6FD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408A8-CE0B-7E9A-564A-0670B5DB5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8378D-4FCD-DB42-8DAA-E2DA23FA92B7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C6007-27CB-942A-25EC-14EBE581F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0B3B28-6BC8-B328-36DE-29A2699E2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F4A9D-8E37-1E42-8428-E878948B9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509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3AF98E-AE41-C57F-C11B-92CB043AC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8378D-4FCD-DB42-8DAA-E2DA23FA92B7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6DC2C5-659C-97B1-8FAC-A8EDF71A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5B70B-2422-96E6-43F4-CB56E2F2A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F4A9D-8E37-1E42-8428-E878948B9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030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D797D-69AF-4BCE-F2A1-674CB40ED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E9307-9D5E-5C79-B4CF-D7F4B478C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2F7780-DD6F-D03E-0991-6F3A560D9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44F2C9-5CE7-2BFD-AB3A-8279AB485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8378D-4FCD-DB42-8DAA-E2DA23FA92B7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A196B8-D150-80E7-61E9-D520D929A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20EFD3-55D6-DE39-B8BE-EBFCC2AE4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F4A9D-8E37-1E42-8428-E878948B9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346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C386B-6EF0-C145-8211-59DA79BA5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FF02A4-E213-2E46-1EC0-2A4574176A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820A73-EC30-A85B-8E4D-D2652DD476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510AC3-610C-75AB-33E0-930456F56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8378D-4FCD-DB42-8DAA-E2DA23FA92B7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BA9366-9B81-D1DC-BCBC-5D20C8219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D54A15-51C8-4E20-07A4-47D539F35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F4A9D-8E37-1E42-8428-E878948B9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146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655E1-911A-E3E9-37C0-E40B8EC1C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20AE7C-25F3-1F5A-1FBC-C41530F0EC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C966D-57D1-9C97-13F6-1D1BF648D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8378D-4FCD-DB42-8DAA-E2DA23FA92B7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8A349-EE3A-2F2E-346B-086F236A4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9CA47-B5A4-8BC5-D6FE-42456D572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F4A9D-8E37-1E42-8428-E878948B9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384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191074-4319-EE05-AA29-482D83D178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C31971-3A45-04DD-3EF4-A674EABFBB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CCB31-023B-07FF-3E6F-702914077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8378D-4FCD-DB42-8DAA-E2DA23FA92B7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8F629-AD97-331C-8EF4-3548B2A18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78B84-EE36-5B26-E08B-03F92D8FD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F4A9D-8E37-1E42-8428-E878948B9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516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02D793-0C91-4F8A-E3C8-8A4D0F87D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09E29F-0324-AB6A-5BBE-20CEEED7EE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6EE37-6781-7DB8-FBDA-7F3EEF90FD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38378D-4FCD-DB42-8DAA-E2DA23FA92B7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180FE-858F-D856-B3D8-5248027B1F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4D2E3-D5BB-0C64-FD21-D5B4E799FF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0F4A9D-8E37-1E42-8428-E878948B9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16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blue and white gradient&#10;&#10;AI-generated content may be incorrect.">
            <a:extLst>
              <a:ext uri="{FF2B5EF4-FFF2-40B4-BE49-F238E27FC236}">
                <a16:creationId xmlns:a16="http://schemas.microsoft.com/office/drawing/2014/main" id="{840D3D97-F622-9507-4D3D-F255565DD7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93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57D01D62-5B37-8547-6553-08BFB3541A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425F166-3EB5-E318-7E17-658841EF52FB}"/>
                  </a:ext>
                </a:extLst>
              </p14:cNvPr>
              <p14:cNvContentPartPr/>
              <p14:nvPr/>
            </p14:nvContentPartPr>
            <p14:xfrm>
              <a:off x="1367640" y="257760"/>
              <a:ext cx="10173240" cy="5292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425F166-3EB5-E318-7E17-658841EF52F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58280" y="248400"/>
                <a:ext cx="10191960" cy="531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5482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2E500C-A6FE-01B2-6185-50AE72579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45E6148-2636-4388-493B-0890F63AB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088A2B8A-4229-F2FE-D551-5E23930299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CDD7872-D424-3B24-AC46-FA22777EC902}"/>
                  </a:ext>
                </a:extLst>
              </p14:cNvPr>
              <p14:cNvContentPartPr/>
              <p14:nvPr/>
            </p14:nvContentPartPr>
            <p14:xfrm>
              <a:off x="1139760" y="555120"/>
              <a:ext cx="9363600" cy="5621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CDD7872-D424-3B24-AC46-FA22777EC9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30400" y="545760"/>
                <a:ext cx="9382320" cy="563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9299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8E5230-A06C-4379-5806-6DA776371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27EDC59-97F2-75F4-4A56-8A24D15137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8BE30081-1653-9240-0CAD-5BED2BA425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BFC3A25-813E-AAF5-5151-7B249840CE35}"/>
                  </a:ext>
                </a:extLst>
              </p14:cNvPr>
              <p14:cNvContentPartPr/>
              <p14:nvPr/>
            </p14:nvContentPartPr>
            <p14:xfrm>
              <a:off x="468720" y="515160"/>
              <a:ext cx="11376720" cy="6212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BFC3A25-813E-AAF5-5151-7B249840CE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9360" y="505800"/>
                <a:ext cx="11395440" cy="623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4790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0</Words>
  <Application>Microsoft Macintosh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2025-12-22T09:31:33Z</dcterms:created>
  <dcterms:modified xsi:type="dcterms:W3CDTF">2025-12-22T10:59:36Z</dcterms:modified>
</cp:coreProperties>
</file>