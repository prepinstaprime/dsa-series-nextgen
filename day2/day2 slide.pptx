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82"/>
  </p:normalViewPr>
  <p:slideViewPr>
    <p:cSldViewPr snapToGrid="0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1:18:24.3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967 2705 18453,'1'-61'1389,"0"-1"0,-1 4 1,-1 6-696,-2-7-106,0 9-84,0 11-196,2 16-201,1 10-107,0 10-23,0 6 51,1 9 0,3 27 6,-1 10-31,-1-13 0,0 1 8,-4 17-9,0-19 1,-1 0 25,-4 27-16,2-5 32,0-8 68,5-30 611,0-12-594,4-36-22,2-5-15,0-7 0,0-3-42,-1 8 1,0 0-126,1-9 0,-1 1 114,1-13 78,-1-1 29,-3 19-62,0 8-78,-2 11-62,0 18 76,0 6 213,0 9-246,0 11-184,-3 28 41,1-11-559,-1 1 1,1 0-434,0-2-2778,1-2 0,0 1 3791,2-1 0,-1-5 0,1-17 1</inkml:trace>
  <inkml:trace contextRef="#ctx0" brushRef="#br0" timeOffset="293">1343 2568 16885,'-4'0'5007,"1"0"-2514,3 0-2448,-14-8-23,15 5 17,-1-9 1,33 5-18,2 0 17,5 0 12,-16 3 105,-9 2 180,-9 1 7,-3 0-1806,-3 1 1463,-4 2 0,3-2 0,-2 1 0</inkml:trace>
  <inkml:trace contextRef="#ctx0" brushRef="#br0" timeOffset="1293">2901 2228 23959,'-51'34'24,"-1"0"0,18-7 0,2 2 0,5 5-38,9 10 1,7 6 0,1 1-1443,-4 5 1,0 1 0,1 1 1364,3-11 0,1 1 0,-1 1 0,1 0-49,0 2 0,0 0 0,0 0 0,0 1 28,0-2 0,1 0 0,-1-1 0,1-1 64,-3 9 0,0-1 0,-1-3 171,-4 9 0,-2-8 501,2-18 0,-2-11-327,-17-19-107,4-43-117,18 3 0,3-6-23,2-9 1,4-3 401,6-7 1,4-1-444,0 19 0,2-2 1,3 1-24,3 0 1,2 0 0,2 1-13,3 1 0,1 1 0,2 1-10,1 1 1,2 2 0,2 2-44,15-13 1,2 4 101,1 6 0,1 3-116,-1 6 1,0 3 10,-3 3 1,0 3 28,-5 2 0,-2 1 56,-5 1 0,-3 0 69,20-13 57,-13-1 146,-8-1 139,-11 3 40,-9 4 1331,-7 4-1258,-6 4 952,-3 3-1199,-3 5-191,1 4-89,-1 9-5,0 9-23,1 12-12,1 12-49,4 7-158,5 6-375,4 1-862,2-1-5276,1-4 6760,-3-12 0,-2-15 0,-1-12 0</inkml:trace>
  <inkml:trace contextRef="#ctx0" brushRef="#br0" timeOffset="1467">3277 2187 18442,'-3'-5'3495,"0"1"-3741,3 4-650,-22-13-1121,22 31 2017,-14 5 0,21 6 0,-1 2 0</inkml:trace>
  <inkml:trace contextRef="#ctx0" brushRef="#br0" timeOffset="2234">3429 2483 19081,'0'-4'5466,"0"0"-4838,0 4-617,-7-14 0,8 30-5,-5-3-1,8 37 1,-1 0 5,-3-5 0,0-9 275,0-15 62,2-16-248,0-11-21,7-22 33,4-9 45,8-17-99,-9 24 1,1 0-12,5-6 1,0 2-36,7-12-18,13-4-16,-11 31-79,9 4-67,2 11-56,-1 15-286,6 21 274,-15-5-363,7 24-409,-11-11-9,-8-14 1,2 2-2706,9 4 0,2-2-657,0-7 0,1-2 4213,0-1 1,2-3 165,2-9 0,1-5 0,18-12 1333,-18-4 0,-2-5 4224,13-22-3748,-24 12 0,-4-2-537,0-11 564,-2-12-497,-7 11-291,-2-7-331,-7 10-135,-22 14-453,3 11 720,-26 18-725,8 12-80,-8 13-55,6 10-9,22-12 1,3 2-48,-2 21 28,5-3-57,17-9 24,7-15 27,22-2 84,3-18 28,10-18-253,-14-8 275,5-23 90,-11-5-17,-10 4 1,-1-4-655,-3 4 0,-3-2 640,1-10 0,-1 2-47,-5 18 0,-1 2 103,1-2 1,0 2 181,-2-10 57,0-1-365,-5 23-3,-2 16 152,0 15 145,-4 22-106,-3 19-160,2-1 1,-1 5-134,1-1 0,1 4-84,3-9 0,-1 2 0,2 0-365,2-2 0,0 0 0,2-2-449,1 13 1,2-2 946,2 7 0,2-7 0,0-11 0,1-1 1</inkml:trace>
  <inkml:trace contextRef="#ctx0" brushRef="#br0" timeOffset="3167">5601 2250 22727,'-31'-39'463,"-1"0"0,7 2 0,1 12-306,-9 30-101,6 11-22,-10 22-34,10 6-6,14-15 0,3 2-38,2 23-7,9-2 6,10-6 29,9-8 49,8-14 51,2-9 0,0-13 28,-4-9 67,-6-7 68,-8-4-40,-8 0-73,-11 2-38,-9 5-23,-12 5 0,-8 10-23,-6 9-33,1 12-23,8 6-38,10 7-68,11 1-46,18 0-139,14 2-128,21-3-120,-13-19 1,2-3 99,3-1 0,1-2-245,-1-4 1,0-2-1237,27-6 178,-7-12 908,-8-13 773,-5-6 364,-5-6 347,-4-4 415,-1-1 403,-7 1 90,-7 6-281,-8 6-370,-7 9-273,-5 6 238,-2 6-753,-2 4-26,3 10-92,-1 6-23,4 15-6,3 8-34,6 6-10,8 2-6,8-4 33,6-8 91,0-10 21,-1-12 34,-6-15 29,-3-12 22,-5-15 55,-5-10-10,-4-9-302,-4-7 228,2 0-56,1 5-38,2 11-102,0 11-195,2 14-438,3 9-1002,8 13-4016,11 7 5730,2 6 0,-10-5 0,-8-5 0</inkml:trace>
  <inkml:trace contextRef="#ctx0" brushRef="#br0" timeOffset="3826">6471 2482 21338,'-4'0'4436,"2"0"-3461,2 0-981,-9-23 6,21 10 28,-3-19-5,20 14 10,-4-1 1,-6-5-1,-7-5-10,-6 0-1,-7 1 17,-5 7-11,-6 7-5,-6 7 16,-3 7-11,-1 8-17,0 10-28,2 12-16,4 10-1,4 8-44,6 3-101,9 2-180,11-2-223,12-4-130,12-7 107,5-13 202,3-12 173,-3-18 230,-3-12 174,-7-15 123,-6-9 117,-6-6 40,-5-2 39,-3 5-17,-3 8-56,-3 9-173,-2 11-225,-3 8-39,0 5 12,3 7 10,3 8 1,3 10-12,3 7 12,-1 2-1,-1 0 1,-1-3-6,-1-9 73,-2-8 28,1-11-23,3-15-5,8-14 5,6-14 45,8-6 1,3 1-40,2 8-56,4 10-34,1 13-16,-1 10-29,-4 16-72,-1 12-157,1 15-1049,0 12-52,-20-20 0,-1 1 577,9 25 0,-11-20 1,-9-15-1</inkml:trace>
  <inkml:trace contextRef="#ctx0" brushRef="#br0" timeOffset="4250">3214 3357 15048,'-62'14'1633,"0"0"1,9-2 0,10 0-760,19 3-578,18-6 448,23 3-301,29-8-303,-5-3 0,7-1-900,-4-3 1,4-1 0,6-1 781,-4 0 1,6-1-1,3-1 1,2 0-1,-2 0-452,3 0 0,0 0 0,1 0 1,0 0-1,0 0 430,-8 0 0,0 1 0,1-1 0,0 1 0,1-1 0,0 1-253,-2 1 0,1 0 0,1 0 0,0 1 0,0-1 0,0 1 1,-2 0 253,4 0 1,-1 0 0,-1 1 0,1 0 0,1 0 0,2-1-159,-7 2 0,2-1 1,1 0-1,1-1 0,0 1 1,0 1-1,0-1 0,-1 0 157,-1 0 0,0 1 0,-1-1 0,0 1 0,1-1 0,0 1 0,0 0 0,0-1-49,5 0 1,1 1 0,0-1 0,1 0-1,-1 0 1,-1 0 0,-3 1 0,-2-1 51,9 0 0,-3 0 1,-2 0-1,-1 0 0,3 0 25,-3 0 1,3 0-1,1 0 1,-2-1-1,-4 1 1,-6 1-22,8-1 1,-7 0-1,1 1 211,4-1 1,1 0 0,-5 1-345,4 0 0,-8 1-9705,-4-1 9401,-31 2 1,-21 0-1,3 0 1</inkml:trace>
  <inkml:trace contextRef="#ctx0" brushRef="#br0" timeOffset="8758">3045 2603 11901,'-61'13'249,"0"0"1,0 0-1,0 0 1,0-1-1,0 1 1,4 0-1,0-1 1,1 0-1,1 0 1,1-1 0,2 1-491,-1 0 0,2-1 0,1 1 1,1-1-1,1 1 512,-6 0 1,1 1 0,2 0 0,3-2-123,-1 1 1,3 0-1,2-1 129,0 1 0,0 0 1,9-1 1434,-1 2-1192,22-1-50,75-22-281,-4-2 1,8-3-454,-21 3 1,2-1 0,1 0 0,2-2 286,-2 1 1,2-1 0,0 0-1,2-1 1,1 0-297,6-3 1,1 0 0,2 0 0,0-1 0,1 0 280,-7 3 0,0-1 1,2 0-1,-1 0 0,1 0 1,0 0-75,2-1 0,0 0 0,0 1 1,1-1-1,-1 1 0,1-1 72,-1 1 1,1 0-1,0-1 1,-1 1-1,1 0 1,-1 0-171,-2 1 0,1 0 0,-1 0 0,0 0 0,-1 0 0,0 1 166,-2 0 1,-1 0 0,0 0-1,0 0 1,-1 1 0,0-1 2,6-1 1,-1 0 0,0 0 0,-2 1 0,0-1 2,8-2 1,-2 0 0,-2 0 0,-1 0 80,-7 3 1,-1 0 0,-2 1 0,-1 0-97,4-2 1,-3 1-1,-3 1 553,5-2 0,-7 3-1454,3-1-4824,-45 16 5731,-20 6 0,-2 1 0,6-3 0</inkml:trace>
  <inkml:trace contextRef="#ctx0" brushRef="#br0" timeOffset="9585">5930 1201 32767,'-35'-38'-346,"-1"1"1,2 5 0,2 13-331,-11 39 2388,-3 18-1712,23-11 0,1 2 0,1 4 0,2 2 0,3 2 0,4 1-323,2 0 1,6 0-350,5-2 0,6-2 459,4-4 1,5-2-379,7-6 1,4-3-630,4-5 1,2-6 44,4-6 1,0-5 338,2-6 0,-1-5 244,1-6 0,-2-4 497,-2-4 1,-2-4 335,-2-3 1,-3-1 254,-4-4 0,-3-1 126,-5-1 0,-2-2-153,-3 0 0,-2 0-233,-2 2 0,-1 0-285,-1 5 1,-2 2-271,2-18 595,-3 21-884,-3 17 23,0 10-21,3 32 95,2 10 368,0-3 1,0 4 321,-1 1 0,1 1-225,-1 3 0,-1 2-306,0 1 0,-1-1 307,-1-2 0,1-2 45,-1-5 0,0-3 79,1 15 352,2-22 67,4-22-240,8-23-45,9-18 27,8-18-240,-14 24 0,1 0 98,-1 0 0,1 1-39,-2 0 0,1 2 705,13-18-764,-2 11-34,-5 14-27,-3 11-23,-1 14-18,-2 11 591,2 13-746,0 12-287,2 5-430,4 3-1350,8-3-1748,13-7-90,-18-24 1,2-3 4161,27 4 0,-20-11 0,-16-3 0</inkml:trace>
  <inkml:trace contextRef="#ctx0" brushRef="#br0" timeOffset="9925">7046 1267 10472,'0'-4'9668,"0"1"-6313,0 3-3339,-57-27-16,42 28 12,-42-18-7,63 35 6,9-1 12,11-3-12,8-6 11,7-7 18,4-11 38,-3-9 51,-6-11 16,-11-6-21,-12-6 4,-7-2 18,-10 1 16,-4 5 1,-8 9-23,-6 10-23,-4 9-38,-3 10-40,-3 12-33,-1 12-6,1 14 0,2 9-45,5 8-123,7 4-741,9 1-424,20 1-1054,1-31 1,6-3 2386,12 2 0,3-5 0,4 5 0,6-7 0</inkml:trace>
  <inkml:trace contextRef="#ctx0" brushRef="#br0" timeOffset="10359">7820 1118 22145,'-49'1'313,"0"0"1,3 0 0,7 7-281,3 23-44,6 9-62,6 4-106,12 4-218,15-2-422,15-5-788,19-9-1182,17-12 579,-21-15 1,1-4-278,2-5 1,1-4 1931,0-4 1,0-3 1030,-3-3 0,-1-4 1501,0-9 1,-4-2-416,8-14-165,-17 10 1,-5-3-289,-6 9 0,-1 0-151,1-7 0,0-2 125,0-2 1,-2 3-87,2-16-278,-3 16-260,-6 25-160,0 12-332,0 3 10,0 10 46,-1 30-1,1-5-19,-2 1 0,1 2-70,-1 23-131,1-22 0,0 2-214,0-2 1,3 0-869,5 4 0,2-3-534,5 12 1814,6-25 0,0-6 0,-7-12 0,9-2 0</inkml:trace>
  <inkml:trace contextRef="#ctx0" brushRef="#br0" timeOffset="10602">8467 1041 17882,'-12'-43'1396,"1"-1"1,4 6-1,-4 9-644,-14 21-400,4 9-83,-13 15-95,2 9-23,-6 19-67,11-5 0,10-12 0,1 2 90,-7 18-62,8-12 0,1 0 22,-1 17-519,14-1 502,14-27-217,35-8 111,-16-14 0,5-2-112,16-1 1,4-3-801,-12 2 0,1-2 0,3 0 901,8 0 0,3-1 0,-7 0 0,-3 1 0,-3 1 0,-3 0 0,1 0 0</inkml:trace>
  <inkml:trace contextRef="#ctx0" brushRef="#br0" timeOffset="17275">12080 2373 21937,'-54'-4'978,"1"1"1,6-2-1,6 0-255,-6-7-247,22 1-369,14 4-79,10 1-107,22 1 51,14-1-6,-3 3 1,3 0-781,10-2 0,0 1 755,-5 1 0,3 0-82,3-1 1,4 1 0,-3 0-14,-3 0 0,-2 2-59,15 0 1,-5 3-102,-13 12 258,-45 12 67,-18 1 17,-9-5 0,-7 0-1397,-12 7 0,-3 0 1408,11-6 0,-2 1 60,-3 3 0,-3 2 0,7-3-514,12-6 0,2 0 426,-7 4 0,4-1 852,9 3-807,47-14-22,21-5-37,-1-9 0,4-3-385,7-5 1,2-2 387,6-5 0,-1-2 14,-1-1 0,-2-2 983,-8-1 1,-4-2-951,-10 0 1,-6-2 556,-9 0 0,-7-3-517,-8-2 0,-7-1 33,-6-2 1,-5 1 35,-5-1 1,-2 1 30,-3 2 1,0 2 25,1 5 0,0 3 157,-11-12-141,11 14-150,11 10 1160,7 7-1267,3 7 736,12 25-702,5 14 10,-4-7 1,1 3-950,-1 4 0,-2-1 927,-2-6 1,-2 0-32,-1 9 1,-3 1-570,-8 0 0,-2-1-305,1 0 1,-3 0 910,-4 6 0,-1-5 0,-1-5 0,4-12 0</inkml:trace>
  <inkml:trace contextRef="#ctx0" brushRef="#br0" timeOffset="17702">14650 2311 26329,'-48'3'84,"-6"26"-149,26 15 1,2 9-1059,4-16 1,1 0 0,-1 1-365,-2 4 1,0 0 0,0-1 1486,-8 15 0,3-4 0,9-15 0,2-5 0,-2 6 0</inkml:trace>
  <inkml:trace contextRef="#ctx0" brushRef="#br0" timeOffset="18075">14110 2259 16958,'-1'-6'5663,"0"1"-4554,1 5-1064,-50 3-23,29 16-16,-35 6-23,46 14 6,13-6 55,10-7 158,10-9 235,6-10 117,0-14-27,-1-11-101,-5-11-101,-5-5-57,-7 0-60,-6 4-63,-5 5-50,-3 7-67,-2 9-100,0 4-108,0 6-167,1 10-661,0 11-2084,2 15 3092,11 13 0,-6-21 0,6-2 0</inkml:trace>
  <inkml:trace contextRef="#ctx0" brushRef="#br0" timeOffset="18392">14871 2637 23819,'-3'0'1967,"0"0"-1351,3 0-549,-50 62 50,46-38-30,-17 12 0,7-3 120,42-23 79,2-5 67,-2-11-51,-6-7-39,-4-11-56,-8-6-78,-5-2-34,-6-1-44,-6 3-33,-6 4-115,-6 7-659,-4 9-5080,-2 12 5836,3 7 0,8-1 0,7 0 0</inkml:trace>
  <inkml:trace contextRef="#ctx0" brushRef="#br0" timeOffset="21109">7982 5500 21048,'20'-50'860,"-1"-1"1,-1 9 0,-5 6-132,-9 7 388,-4 17-955,-5 2 115,-13 18-255,-11 17-11,-5 8-3,10-5 1,0 3-59,4-2 1,2 2 57,-6 18 0,4 4-391,6-9 0,5 2 389,7 6 0,5-1-9,2-18 0,6-3-8,12 5 0,7-3-377,2-9 1,4-3 387,12 4 0,4-2 14,3-5 0,3-6 0,7-5 0,-3-7-3,-15-4 1,-4-3-7,-4-1 1,-6-4 22,-3-25 0,-22 2-42,-14 5 0,-4-1 14,-8-13 11,-14 3 0,-4 2 6,-3 3-204,-1 1 1,-2 1 197,15 14 0,-1 1 20,-9-9 0,-1 1 317,11 6 0,1 1-320,-18-24-22,28 18 762,9-8-773,15 6-1,16-9 23,9 11-6,14 7 698,-11 14-720,6 8 410,-9 12-405,10 28-22,-15 11-293,-15-15 0,-5 3 287,-5 0 1,-4 0-26,-1-8 0,-1 2-669,-4 20 0,0 0-911,5-19 1,2 1-3278,2 13 1,2-3 3617,9 1 1,2-21 0,-9-20 0</inkml:trace>
  <inkml:trace contextRef="#ctx0" brushRef="#br0" timeOffset="21335">9459 5325 25853,'-26'36'4,"0"1"1,1 0-1,-1 1 1,2-1-1,1 1-150,-2 13 1,2 1-1591,0 3 1,0 1-1631,3-1 0,2-1 3366,5-8 0,1-4 0,-2 9 0,10-26 0</inkml:trace>
  <inkml:trace contextRef="#ctx0" brushRef="#br0" timeOffset="21709">9096 5274 23926,'-45'-4'80,"0"0"0,3 4 1,8 9-53,15 42-34,5 6-16,7 0 10,14-5 12,7-9 34,11-12 112,0-13 117,-1-11 11,-1-16-128,-6-2 375,4-27-230,-11 7-44,1-15-23,-11 10-123,-4 11 100,-10-1-173,2 15-95,-5 0-56,6 14-224,3 11-735,3 12-2822,11 11 3904,4 0 0,1-13 0,-3-9 0</inkml:trace>
  <inkml:trace contextRef="#ctx0" brushRef="#br0" timeOffset="22075">9907 5641 25517,'-50'-5'197,"0"0"1,5 1 0,7 7-170,12 21-16,10 8-12,10 4 5,15 2 1,10-2 5,11-6 34,5-6 28,0-10 39,-1-11 28,-3-13 22,-7-11 12,-8-11-34,-8-5-51,-14-2-5,-9 1-22,-12 5-51,-4 8-17,-1 7-128,8 10-331,9 4-952,12 9-4363,16 3 5780,6 1 0,-2-2 0,-6-4 0</inkml:trace>
  <inkml:trace contextRef="#ctx0" brushRef="#br0" timeOffset="22425">10234 5347 21926,'-3'-5'3484,"2"1"-2946,1 4-303,14-70-72,8 40-324,-3-12 0,5 2 183,25 20 6,5 8-28,0 9 11,-8 14 96,-11 13-101,-15 18 11,-20 14-371,-8-22 1,-6 1 359,-5 4 0,-4-1 5,-5 3 0,-3-1-6,-1 1 1,-1-1 2,1-3 1,2-2-4,5-4 1,2-2-17,-8 12 73,20-15 310,24-14-282,23-14-68,-5-3 1,2-3-583,11-3 1,2-3 321,8-1 0,3-1-1509,-15 4 0,1 0 0,0 0 1747,17-4 0,-3 1 0,-18 4 0,-3 2 0,6-2 0</inkml:trace>
  <inkml:trace contextRef="#ctx0" brushRef="#br0" timeOffset="24158">12062 5333 20385,'-31'-15'722,"0"0"1,7-13-636,54 12 0,16 2-70,-7 3 0,3 1-845,2 1 0,4 1 1,0 1 832,-3 2 1,0 0-1,2 0-16,10-1 0,2 1 0,0 1-2,-4 0 0,-1 1 0,-1 2-40,-6 0 1,0 1 0,-5 2 26,-2-1 1,-7 3 1029,2 16-982,-72 6 17,2-6 1,-5 0-62,-14 3 0,-6 0 128,7-4 1,-4 1 0,0-1 51,-3 1 1,0 1 0,3-2-145,12-4 1,2-1 0,2 0 5,-16 5 0,16 0 231,35-7-144,45 1-96,-5-10 0,3-2 429,6-1 1,3-1-451,-3-3 1,3 0 0,-1-2-800,17-2 0,1-3 822,-12 3 0,3-2 0,-1-1 28,1-2 0,-1-3 0,-4-1 63,4-6 0,-6-2-48,-7 3 0,-9-5 748,-18-34-580,-32 1-59,4 21 0,-4-3-168,-11-5 1,-3 1 190,6 8 0,-1 3-40,-2-1 0,2 5 543,-3 0-545,9 10 1599,15 14-1751,11 9 139,17 15-144,17 18 0,1 3 86,-10-8 1,-1 4-85,-3-2 1,-3 2-79,5 20 0,-4 4-120,-8-8 0,-6 1-1273,-8 8 1,-8-3 927,-2-20 1,-4-3-3496,-10 6 0,-3-3 3421,-9 8 0,5-7 0,14-19 1</inkml:trace>
  <inkml:trace contextRef="#ctx0" brushRef="#br0" timeOffset="24725">14513 4968 24452,'-18'-44'515,"0"0"1,2 3-1,-1 14-492,-1 33 5,-7 17 0,-9 19-23,14-12 1,1 2-425,1 4 1,1 2 418,3 1 0,3 0-3,4 1 1,4 0 4,7-2 1,5-2 5,5-1 1,5-2-6,6-3 0,6-4 11,3-5 0,2-4 33,1-3 1,0-6 30,-1-5 1,-2-5 16,16-6 345,-1-22-267,-30 4 1,-3-4-90,0-3 0,-2-2-314,-2-10 1,-4-1 296,-8 5 1,-4 0-10,-2 3 1,-5 1-151,-2 2 0,-4 3 131,-21-18 417,-2 17-814,3 16-600,0 18-2587,-1 17 3545,4 9 0,11-7 0,9-5 0</inkml:trace>
  <inkml:trace contextRef="#ctx0" brushRef="#br0" timeOffset="26159">7755 6383 14740,'-52'11'650,"1"1"1,-1-1 0,7-1 0,2 0 0,0-1 396,-12 4 1,5-2 425,-10 1-873,35-7-449,42-10-45,37-7-81,-10 1 1,7-2-1345,5 0 0,6-1 1,-3 1 1325,-14 2 1,-3 2-1,4-2-3,5 0 0,5-1 1,-1 1-1,-4 0-160,-3 2 0,-3 0 0,0 1 157,7-2 1,1 0 0,-3 0-72,9 0 1,-6 0 349,9-2-95,-46 8-134,-43 8 16,-36 4-28,16 0 0,-4 1 366,10-2 0,-1 1 0,-2 0-375,-5 0 0,0 1 0,-1 0 20,-2 1 1,0-1-1,1 1 170,2-1 0,0 0 1,2 0-151,-14 2 0,5 0 112,14-3 1,5-1-110,-4 1 17,38-7-51,15-5-33,40-7-74,-16 4 1,3-1-227,19-3 1,6-1-570,-13 3 0,2 0 1,2 0 670,-5 1 0,3 0 0,-1 0 0,-5 0 1,12-1-1,-4 0 0,-1 1 0,1-1 1</inkml:trace>
  <inkml:trace contextRef="#ctx0" brushRef="#br0" timeOffset="26842">10677 6120 14370,'-57'9'1539,"0"0"0,0-1 0,-7 2 0,2-1-1153,16-3 1,-1 1-1,4-1-437,4-2 1,3 0 518,-2 0 0,4-1 538,-3 1-961,35-4 149,32-6-177,10 0 5,2-1 1,4-2-537,3 0 0,5 0 497,4-1 0,6 0 1,-1 0-385,-8 1 0,0 1 1,0 0 372,7-1 0,1 0 0,-6 2 5,-5 1 1,-6 1 2,-6 1 1,-7 2 19,-13 1 11,-26 6 28,-26 3 0,-12 0-5,-6 3 0,-2 0-366,-6 2 1,-2-1 355,13-2 0,-1 0 0,2 1 32,-11 2 0,0 0 11,7-2 1,-2 2-1,4-2 355,1 0 0,4 0-417,0 0 1,8-2 11,21-3 1743,13-2-1564,30-6-104,16-5 1,5-1-77,-11 2 1,3-1-505,3-2 0,7-2 0,3-1 0,-6 2 499,-2-1 0,-4 1 0,2 0-9,9-2 0,1-1 0,-1 1 186,-10 2 0,-2 0 0,-3 1-224,-2 2 0,-4 0-1073,21-5 1109,-46 14 0,-12 0 0,-16 5 0</inkml:trace>
  <inkml:trace contextRef="#ctx0" brushRef="#br0" timeOffset="32519">8281 8951 18964,'-5'-62'1570,"1"1"0,-2 2 0,-3 5-1226,-2 14 1,-4 3-1150,-2 4 1,-1 2 977,-14-11 687,-15 12-680,-16 28-149,29 7 0,0 5-71,-8 8 0,2 5 57,7 7 0,4 3-15,6-6 1,3 3 5,-1 9 1,5 3-15,8-2 1,4 0-15,4-2 1,4-1-36,6 0 1,6-6 66,29 0 49,7-20-16,-8-14 92,-11-13 0,0-6 0,-10 0 1,-2-4 211,11-10 0,-1-4-181,-8 2 0,-2 0-3,-3 2 0,-2 0-8,6-17 285,-7 3 238,-10 31-590,-1 0 62,-4 22-130,-4 17 696,0 6-707,-5 32-28,4-27 0,1 3-668,-2 22 0,1 4 427,1-4 1,1 2-270,1-11 1,1 3 0,1-4-371,0 5 1,2 0 896,2-4 0,0 3 0,0-8 0,1 8 0,0-14 0,0-1 0</inkml:trace>
  <inkml:trace contextRef="#ctx0" brushRef="#br0" timeOffset="32768">9363 8659 22531,'0'-5'2761,"0"2"-2083,0 3-616,-43 18-51,4 28-36,0-10 0,-2 4-852,8 10 0,5 3 429,-1 0 0,3 1-1006,4-3 1,3 1 1453,4-1 0,2-3 0,0 5 0,5-13 0</inkml:trace>
  <inkml:trace contextRef="#ctx0" brushRef="#br0" timeOffset="33118">8952 8688 22386,'-54'-7'489,"0"0"0,5 0 0,8 8-411,12 22-33,9 5-22,10 5-46,8 0 6,12-2 85,9-5 44,12-7 128,4-8 158,-1-11 11,-4-13-5,-8-10-18,-9-8-95,-7-4-106,-12 1-79,-5 3-33,-10 9-50,0 7-57,0 9-33,5 12-247,4 12-745,6 16-2072,11 11 3131,14 10 0,-6-24 0,4-4 0</inkml:trace>
  <inkml:trace contextRef="#ctx0" brushRef="#br0" timeOffset="33475">9487 9064 22660,'0'-3'3120,"0"0"-2448,0 3-655,-40-16-23,28 27 1,-30-6 10,39 33 6,8 2-11,6-1-22,11-6 28,7-9 22,4-11 22,-1-12 73,-1-13 45,-4-11 39,-7-9 23,-8-4-17,-10-2-84,-13 4-62,-8 4-17,-11 7-27,-5 7-35,-1 8-55,3 4-241,8 9-812,11 4-5220,19 8 6340,10 0 0,-1-7 0,-1-4 0</inkml:trace>
  <inkml:trace contextRef="#ctx0" brushRef="#br0" timeOffset="34169">10260 8703 21472,'4'-52'1053,"1"1"0,-1 6 0,2 5-845,9 5-113,9 11-56,10 8-28,11 9-16,7 16-18,-2 16 40,-11 21-292,-25-16 0,-6 4 278,-7 5 0,-8 2-385,-6 4 0,-7 1 398,-6 0 1,-6 0-6,-2-2 1,-2-3 10,1-4 0,1-2-2,4-6 0,2-2-4,-12 14 12,20-14 186,27-11-158,8-9-11,38-11-110,-18-3 1,3-2-546,16-4 1,7-3-2668,-3 0 0,3-1 0,-3 1 2335,1-1 1,-3 2 0,6-3-1,-12 4 1,-29 8 0</inkml:trace>
  <inkml:trace contextRef="#ctx0" brushRef="#br0" timeOffset="34825">11713 8542 23300,'43'-28'-2,"-1"0"1,1 0 0,4 1 0,3 2 0,-4 7-50,2 8 1,-2 6-590,6-1 1,-4 3 409,5 5 198,-18 14-421,-32 8 251,-19 0 0,-9 1 199,-4 0 0,-3-1-248,-17 8 1,-1-2 308,14-10 1,1-2 115,-6 4 0,1-2 272,-11 8-143,-3 3 373,27-14-222,18-7-325,18-9-6,26-8-84,19-7-86,-4-1 0,4-3 55,-5 2 1,0-2 5,10-4 0,-4 0 8,-21 7 1,-3-1 44,-3-3 0,-4-3 107,-5-17 8,-17 2 0,-7-4 5,-4 3 1,-5-1-225,-8-9 1,-4 0 336,1 9 0,0 3-163,6 9 0,-1 1 356,-16-16-17,18 21-381,5 6 910,9 6-1016,15 14 11,3 2 8,11 10 1,2 6-1,-4-1 0,0 3-83,11 14 1,-2 4 29,-9 0 1,-6 3-1028,-5 4 0,-7 0 837,-4-9 0,-6 0-614,-9 10 0,-6 1-4067,-8-2 1,-1-2 3785,7-10 1,1-2 0,-2-1 0,3-7-1,13-19 1</inkml:trace>
  <inkml:trace contextRef="#ctx0" brushRef="#br0" timeOffset="35392">13346 8607 21020,'-4'-60'719,"-1"0"0,1-1 0,0 6 1,-1 2-1,0 4-406,-3 4 1,0 4-107,-1 8 0,0 2 62,-7-11 560,3 19-835,5 13 229,5 16-217,2 16 0,2 25-12,-1-14 0,1 4-186,1 7 1,-1 2 191,1 4 0,1 0-166,0 0 0,0-1 166,0-5 0,1-3 8,-1-7 1,0-4 69,3 8 57,-4-23-40,0-26-67,-2-19 5,1-24-8,0 19 1,1-3-115,-1-6 1,0-1 108,-1-3 0,1 0 5,-1 1 0,-1 1 6,0 7 0,-1 2 733,-2-13-776,-1 24-16,1 22 6,2 23-79,1 25-168,3-12 1,1 5-1060,3 8 0,2 1 834,1-1 0,0-4 0,6 16 0,-5-24 0</inkml:trace>
  <inkml:trace contextRef="#ctx0" brushRef="#br0" timeOffset="37827">8290 6257 17889,'-48'6'491,"0"1"1,0-1 0,1 1 0,-16 1-1,2 2 1,2-1-205,13 1 0,3-1 0,-1 1-673,2 0 1,0 0-1,1-1 576,-14 5 0,3 0-88,11-3 0,4 0 620,-11 5-938,25-7 618,21-5-404,23-3-184,29-9 6,-7 2 1,5-1-478,-7-1 1,3-1-1,1 1 503,8-2 1,2 0 0,0 0-188,4 0 0,1 0 0,-1 0 379,-1 1 1,0-1-1,-2 1-17,-6 2 1,0-1 0,-4 1 4,10-1 0,-6 0 147,8 0 66,-53 7 10,-52 10-103,3-1 0,-7 2-195,8-1 1,-2 0 0,-2 1 90,-7 1 0,-2 1 0,0 0 6,-4 2 0,0-1 1,-1 1 11,0 0 0,-1 0 1,2 0-67,2 0 1,1-1 0,2 1-8,5-2 1,3 0-1,1-1 569,-10 2 1,6 0-678,16-5 1,7-1-34,4 0 22,43-11-58,40-10 69,-12 1 0,7-2-356,-10 4 1,3-2 0,1 0 461,5-1 0,2 0 0,1-1 15,1 0 0,1 1 0,-1 0 5,-3 0 1,-1 1 0,-2 0 10,-7 1 1,-1 1 0,-3 0 890,5-1 0,-6 1-633,3-5 189,-48 9-362,-37 5-31,4 4 0,-6 2 22,-11 1 1,-4 2-570,15-1 0,-2 2 0,-1 0 537,-3 0 0,0 2 0,-1-1-18,2 2 1,-1-1 0,1 1 290,4 0 0,0-1 0,2 1-313,-11 3 0,4 0-29,14-4 1,4 0 93,-2 1 49,36-7 34,33-10-109,-1-1 0,6-1-440,13-5 0,4-1 401,-11 2 1,0 1 0,2-1 151,1-1 1,0 0 0,0 0-155,-2 1 1,-1 0 0,-2 0-8,13-3 1,-4 1 205,-15 3 1,-4 1-817,4 0-2824,-31 9 3423,-17 9 0,1-3 0,0 1 0</inkml:trace>
  <inkml:trace contextRef="#ctx0" brushRef="#br0" timeOffset="41043">15269 4250 14031,'-45'-43'90,"1"-1"1,0 0 0,-3 4 0,0 3 0,0 8-642,-1 10 0,-1 7 644,1 5 0,-3 1 1,1 4-569,3 4 1,0 2 0,-3 2 524,5 0 0,-3 0 1,-1 3-1,-1 3 14,3 3 0,-2 3 0,-1 2 0,1 1 0,3 1 31,-6 4 0,3 2 0,0 1 0,1 4-246,5-2 0,0 3 1,0 1-1,3 0 1,4 0 198,-5 7 1,6-1-1,3 4-1,7-3 1,3 2 0,2 3 0,4 1 13,4 5 1,4 2-1,3 1 1,1 1-29,0 1 1,2 0 0,2 2-1,3 0-22,1-4 0,2 1 1,3 1-1,1-2 0,4-2-22,5 2 0,5-1 0,2-4 0,0-2-6,4 5 0,1-4 0,7-3 4,-1-9 1,5-1-1,4-3 1,2-5 66,8-3 1,3-4-1,2-4 1,1 0-7,-12-4 0,1 0 0,0-2 1,1-1-1,2-2 8,7-1 0,2-2 0,1-3 0,-1-2 1,-2-3 36,4-5 1,-3-4 0,-1-2 0,-3-1-24,-10 2 0,-2-1 0,-1-2 0,0-3 123,5-5 0,0-2 0,-1-3 1,-2-3-199,-5-2 0,-2-3 0,-2-3 0,-1 0 159,0-1 0,-1-1 0,-1-2 1,-3-2-41,0-8 1,-1-3 0,-4-1 0,-6 0-45,-9 5 0,-5 0 0,-3 0 0,-3 2-42,0-7 0,-3 3 0,-7-1-7,-4 5 0,-4 0 0,-5 0 0,-5 3-89,-11 0 1,-7 3 0,-3 2 0,-2 1-164,10 7 0,-1 2 0,-1 0 0,-2 2 1,-3 1 154,-2 3 1,-4 0-1,-1 2 1,-1 1-1,4 3 1,5 2-1,-8-2 1,6 4-1,1 3 1,2 6 0,1 0-1,0 0 1</inkml:trace>
  <inkml:trace contextRef="#ctx0" brushRef="#br0" timeOffset="44326">7745 9887 13091,'-51'1'504,"1"0"0,-1 0 0,0 1 0,-7-1 0,1 0 0,7-1 490,2 1 0,8-1-159,-4-4-417,38-3 30,45-8-199,2 4 0,8 0-1146,-1 1 1,4 1-1,3-1 961,-3 1 1,2 1-1,2-1 1,2 1-413,-5 1 1,2 0 0,1 0-1,1 0 1,1 0 349,-5 1 1,0 1 0,1-1 0,1 0 0,0 0 0,0 1-301,3-1 1,1 1 0,0-1 0,0 1-1,1-1 1,-1 1 244,2-1 1,0 1 0,-1 0 0,1-1 0,0 1 0,0 0-234,-2 0 1,1 0 0,0-1 0,-1 1 0,0 0-1,-1 0 162,-2 1 0,0-1 0,-1 0 0,0 0 0,-1 1 0,0-1-56,6 0 1,0 1-1,-2-1 1,0 1 0,-1-1 48,6 1 1,-2-1 0,-1 1 0,-1 0 211,-5 1 0,-2 0 1,-1 1-1,-5 0-28,12-1 0,-6 1 784,-6 1 0,-20 0-534,-42 1-34,-35 4-138,6 0 1,-9 1 13,10-1 1,-5 2 0,-2-1-1,4 0-72,-3 1 0,2-1 0,-4 0 3,3 0 0,-5 1 0,-2 0 0,0-1 0,3 1-19,-2-1 1,1 0-1,0 0 1,-3 0-28,1 0 0,-3 0 0,-1 1 1,-1-1-1,0 1-61,0-1 1,-1 0 0,0 0 0,0 1 0,0-1 51,1 0 0,1 1 0,-1-1 1,1 1-1,0-1-24,4 0 0,0 0 0,1 0 0,1 0 0,0 0 14,-7 1 0,0 0 1,2 0-1,2 0-3,7-1 1,2 1-1,0-1 1,3 0 4,-4 1 0,2-1 0,3 1-25,-4-1 1,6 0-45,-4 0 1803,38-4-1691,40-7-28,4 0 0,7-1 290,-1 0 1,4 0-1,3-2-339,-4 2 0,3-1 0,2 0 0,4 0-28,-5 1 1,4 0-1,1-1 1,2 1 0,0 0-1,-2 0-210,7-1 1,0 1 0,0 0-1,-1-1 1,1 1 215,0 0 1,1 0-1,-1 0 1,0 0-1,-1 0-42,-3 2 0,0-1 0,0 1 0,-3 0 0,-2 1-219,-1-1 1,-4 1 0,0 0 0,1 0 238,5 0 1,2-1-1,-2 1 1,-3 1-123,3-1 1,-3 0-1,-8 3-396,9 4 467,-53 4 141,-43 4 1,-24 0 54,16-3 0,-5 0 1,-3 1-117,11-2 1,-2 0-1,-3 1 1,-1 0-1,-1 0 187,4 0 0,-2-1 0,-1 1 1,-1 1-1,-1-1 0,-2 1 52,4-1 0,-2 1 0,-2-1 0,-1 1 0,0 1 0,1-2 0,2 1 0,3-1-129,-2 1 1,3-1 0,2 0 0,0 0 0,-1 0-1,-3 1-54,-1-1 0,-4 2 0,-2-1 1,1 1-1,2-1 0,4-1 1,6 0 91,-15 2 0,9-1 0,0 0-156,-1-1 0,1 1 0,8-1 55,3 0 1,21-3 301,77-17-263,-21 6 1,6-2 26,6-1 1,8-3-1,4-1 1,-1 1-67,-1 1 0,1-1 1,2 1-1,2-2-31,-8 3 0,2-1 1,2 0-1,1 0 1,0 0-1,1 0-105,3 0 1,0 0 0,1 0 0,1 0 0,1 0 0,1 0-1105,-9 1 0,3 0 0,0 0 0,1-1 1,0 1-1,-2 1 0,-3-1 0,-2 1 942,8-1 1,-4 1 0,-1 0 0,-2 0 0,0 0-1,15-3 1,1 0 0,-6 2 0,-16 2 0,-6 1 0</inkml:trace>
  <inkml:trace contextRef="#ctx0" brushRef="#br0" timeOffset="44993">12981 9097 10780,'-4'1'3629,"0"-1"2040,4 0-5417,31-12-202,-9 5-14,11-3 1,4-1-264,-4 3 0,3 1 241,23-4 0,3 1-1328,-7 2 1,-2 0 1316,1 1 0,-4 2-3,-9 2 0,-7 1 202,-2 0-62,-20 3-101,-40 4 3,-7-1 0,-5 1-468,-15 3 0,-3 0 479,6-1 0,-3 0 72,6 0 0,-3 0 0,0 1 147,-1 0 1,-1 1 0,2-1-152,3 1 1,0-1-1,1 1-91,1 0 0,1 1 0,6-1 173,-11 8-214,31-5 2521,35-2-2488,14-7 1,8-2-35,8 0 1,5-1-541,-2-2 1,5 0 0,-1-2 537,3 0 1,0 0 0,-1-1 11,-8 0 0,-2 1 1,2-1-5,6-1 0,2 0 1,-3 0 272,8-1 0,-3 0-206,-7 0 1,-4 1 0,13-5-101,-76 7 33,-18 2 20,-7 2 0,-9 2 27,3 1 0,-3 2 0,-1 0-42,-3 0 1,0 1 0,-1 0 75,7-1 1,-1 2 0,0-1 0,4 0-22,0 1 0,3 0 0,3-1 126,-3 2 1,6 0-204,-1 2-50,60-4-823,31-5 896,3-4 0,2 0 0,4-1 0,-26 0 0,0 0 0</inkml:trace>
  <inkml:trace contextRef="#ctx0" brushRef="#br0" timeOffset="358730">17256 843 18599,'14'-49'888,"0"0"0,0 0 0,3-16 0,-2 16-328,-8 34-353,-6 20 0,0 16 23,-1 28-116,1-11 1,-1 4-1073,0 14 0,-1 3 986,1-13 0,-1 3 0,0 0-435,1 7 0,-1 1 1,1 1 414,-1-11 0,1 2 1,-1-1-1,1-1-6,-1 5 0,1-1 0,0 4 10,0-6 0,0 5 1,1 1-1,-1 0 0,0-3 0,1 1 1,-1-3 0,0 1 0,1 4-381,-1-6 0,0 4 0,1 1 0,-1 1 0,0 0 0,0-2 377,0 5 0,1-1 0,-1-1 0,0 1 0,-1 0-303,1 3 1,-1 1 0,1-1 0,-1 1 0,0 1 309,0-9 1,1 0 0,-1 0 0,0 1 0,0 0 0,0 0-102,0 1 1,0 1 0,0 0 0,-1 0 0,1 0 0,0 1 103,0 1 1,0 1 0,-1 0-1,1 0 1,0 1 0,0 0-3,0 1 1,0 0 0,0 1-1,0-1 1,0 1 0,0 0-56,0-7 1,1-1 0,-1 0 0,1 1 0,-1 0-1,1 0 1,0 0 54,-1 1 1,1 0 0,0 1-1,0-1 1,0 1 0,0-1-1,0 1 3,1 0 0,-1 1 0,1-1 0,0 1 0,0-1 0,0 1 0,0 0 4,0 0 1,0 1 0,0 0 0,1-1 0,-1 1 0,1 0 0,-1 0-5,1 0 1,0 0 0,0 1 0,0-1 0,0 0 0,0 1 0,0-1-1,0 1 0,0 0 0,0 0 0,1 0 0,-1 0 0,0 0 0,0 1 0,0-1 1,0 0 0,0 0 0,0 0 0,0 1 0,-1-1 0,1 0-1,0 0 0,-1 1 0,1-1 0,-1 0 0,1 0 0,-1 1 0,1-1-4,-1 0 1,0 0 0,0 1 0,0-1 0,-1 0 0,1 0-1,0 0-4,-1 0 0,1 0 0,-1 0 0,1 0 0,-1-1 0,0 1 0,0 0-2,0-1 1,-1 1-1,1-1 1,-1 0-1,0 0 1,0 0-1,0 0-2,0 0 1,0-1 0,0 0 0,0 1 0,-1-1 0,1 0 0,-1 0-3,1-1 0,-1 0 1,0 0-1,0 0 1,-1 0-1,1-1 1,0 1-3,0-1 0,0 0 0,-1-1 0,1 1 0,0 0 0,-1-1 0,1 0-3,0 9 1,-1-1 0,0 0 0,1 0 0,-1 0 0,0-1-10,1 0 1,-1-1-1,0 0 1,1 0-1,-1 0 1,0-1-1,1-1 1,-1 0-1,0 0 1,0-1 0,1 1-1,-1-1-15,0-3 1,0 1 0,1 0-1,-1-1 1,0-1 0,0 1-73,0 7 1,-1-1-1,1 0 1,-1-1-1,1 0-702,0-5 1,-1 1-1,1-1 1,0-2-1,0-1 797,-1 2 0,1-2 0,0-2 0,0-3 0,-1 16 0,1-9 0,-1 2 0</inkml:trace>
  <inkml:trace contextRef="#ctx0" brushRef="#br0" timeOffset="359997">18951 2042 19210,'-6'-46'1256,"0"-1"0,0 0 0,-2-13 0,0 5-797,3 20 0,0 5 7,-3-5-332,3 19-100,2 24 5,2 21-22,1 31-6,0 1-509,0-19 0,0 6 0,0-2 425,0 10 1,0 1-498,0-2 1,0 4 0,0-3 440,0-10 0,1-1 1,-1-1-46,0 15 0,1-4-70,0-11 0,0-4 182,0 10 90,-1-29-28,0-29 56,0-26 0,-2-29 248,0 20 1,-1-2-260,-2-11 0,-1-2-28,2 16 0,-1-2 0,-1 0 39,1-2 0,-1-1 0,-1-1 15,1 1 0,-1 1 0,1-1-12,0 3 1,1-1 0,0 2 7,-1-17 1,2 3-12,2 7 0,3 2 38,3 8 0,2 3-72,13-19-28,10 17-10,7 15 4,11 12-16,9 13 14,-23 6 0,-1 4-3,2 5 1,-3 4-1,-1 6 0,-5 5-175,-5 2 1,-7 4 191,-9 1 0,-9 1 8,-11 2 1,-8-3 7,-13 2 1,-6-3 0,-7 0 0,-3-3-171,-1-2 1,1-3 153,6-6 0,4-2-303,-14 5 1309,31-19-1006,61-40 0,-23 21 0,31-22 0</inkml:trace>
  <inkml:trace contextRef="#ctx0" brushRef="#br0" timeOffset="360681">19549 1575 25853,'17'36'-4,"-1"1"0,1-1 1,0 0 0,2-5 0,-2 0 3,-3-1 0,-5 0 0,-4 22 22,-17-10 68,-14-14 22,-4-13 22,2-15-22,8-16-78,11-13-56,29-24-23,11 4 22,-11 24 1,3 2-257,6 3 0,1 2-85,27-9 120,-20 13 0,2 0-106,-2 3 0,2 2-286,8 1 1,-1 2 181,15-1 81,-19 4 1,-1 1 159,4 1 443,1-1 302,-21-1 485,-18-7-587,-10 2 360,-13-8-73,-4 4 172,-9-1-531,-4 4-134,-1 4-140,2 11-126,4 7-19,6 13 56,6 8-74,11 14 34,14-7-16,11 2 61,1-21-6,10-5 73,-7-13-5,6-9 22,-3-12 162,-1-22-150,-11 10 133,-1-17 46,-11 18 27,-1-3 68,-7 5-225,1 11-128,-2 6-23,3 8-5,0 8-45,0 9-224,2 24-196,7 4-616,9 16-73,2-19-6111,13 11 7276,-7-19 0,-4-5 0,-7-13 0</inkml:trace>
  <inkml:trace contextRef="#ctx0" brushRef="#br0" timeOffset="361130">20838 1632 19300,'-2'-4'5628,"0"2"-4905,2 2-303,-66-33-313,44 26-60,-17-9 1,0 9 2,14 36-11,0 9-31,12-10 1,1 2-283,-2 30 234,9-28 1,3 0-11,4 18-73,15 6-9,4-33 0,4-3 42,3-1 1,3-2 44,10-2 1,1-5-255,-2-11 1,-1-5 304,23-8 16,-26-4 1,-1-5 35,-8 2 1,-1-5 72,9-17 1,-2-5-40,-8 3 1,-3-3-431,-7 8 1,-2-2 0,-2 2 421,-1-4 0,-3 1 131,-1-11 1,-1 0-273,-4 10 0,0 0 264,-2 3 0,-1 1 51,0 5 1,-1 5-158,-5 3 360,4 15-461,0 9 1241,2 10-1241,1 12 0,3 20 0,1 19 106,1-18 0,-1 0-106,0-5 0,0 1-225,0 15 1,1 3-445,0 6 0,0 0 260,-1-12 0,1 1-1457,-1-4 1,1 2 0,-2-7 1865,-4 11 0,4-1 0,-6-34 0</inkml:trace>
  <inkml:trace contextRef="#ctx0" brushRef="#br0" timeOffset="361447">21179 1853 18700,'-3'-6'6609,"1"1"-6239,-7-25 0,-1-6 22,5 8-2437,-4-13 1,3 2 2061,12 21 792,22-4-938,7 10-67,23-5-390,5 7 412,-32 6 1,1 1-6,24-3 196,-14 1 50,-16 0 330,-10-5 12,-11 0 3294,-1-6-3183,-3 1-245,-1 2 397,-3-7 34,0 10-542,-2-3-164,2 9 0,2 6 0,-1 10-35,2 13-4,0 3-286,4 34-201,4-14-592,-2-11 0,0-1-389,5 8 1507,-1 9 0,-6-35 0,-2 5 0</inkml:trace>
  <inkml:trace contextRef="#ctx0" brushRef="#br0" timeOffset="361630">21768 1310 23271,'-7'-4'2162,"2"1"-2095,5 3-219,-60-23 18,45 23-1199,-36 1-3064,70 27 4397,7 10 0,-6-17 0,-7-9 0</inkml:trace>
  <inkml:trace contextRef="#ctx0" brushRef="#br0" timeOffset="361847">22178 1454 21170,'1'-9'4016,"0"2"-3310,-1 7-34,0 0-521,-71 1-95,38 16-51,-12-7 1,1 5 0,15 28-40,7 5-89,11-1-286,15-1-773,18-3-2688,21-4 3191,-8-20 1,0-4 0,5 4-1,2-6 1</inkml:trace>
  <inkml:trace contextRef="#ctx0" brushRef="#br0" timeOffset="362221">22653 1576 20632,'0'-3'5294,"0"0"-3519,0 3-1736,-54-30-33,36 32-18,-40-16 12,52 43 0,10 3-16,14 0 10,16-4 12,10-9 10,1-8-10,-3-14 22,-9-12 0,-7-13-6,-8-9 46,-7-6 16,-6-3 11,-8 1 56,-5 7 0,-7 10-33,-7 13-29,-8 14-61,-7 15 17,-4 15-21,-1 15-24,22-18 0,3 3-163,3 2 1,2 1 80,4 2 1,5 0-196,7 3 0,6-1-714,7 2 1,6-1-968,11 2 1,3-2 1458,1-3 1,-1-4 0,-9-9-1,-3-2 1,6 0 0</inkml:trace>
  <inkml:trace contextRef="#ctx0" brushRef="#br0" timeOffset="362547">19253 2766 19174,'-60'18'422,"-1"0"1,1 0-1,0-1 1,9-2-1,1 0 1,3-2 0,6 0-59,-10 1 0,18-1 1344,30-4-1498,33-11 0,21-9-108,3 1 1,7-2 0,4-1-757,-13 3 0,2-2 0,3 1 0,1-2 0,2 1 675,-1 0 1,1 0-1,2 0 1,1-1-1,1 1 1,1 0-159,-12 3 1,2-1 0,0 1-1,1 0 1,1 0 0,0 0-1,0 0 1,1 1 135,3-1 0,0 0 1,2 1-1,-1 0 0,1 0 1,0 1-1,1 0 0,-1 0-137,-5 1 0,0 0 0,1 1 1,-1-1-1,1 1 0,0 0 0,0 1 1,0-1-1,-1 1 133,0 0 0,0 0 0,1 0 0,-1 0 0,0 1 0,-1 0 0,1 0 0,-1 0 0,0 0-125,4 0 0,1 0 1,-2 0-1,1 1 1,-1-1-1,0 1 1,-1-1-1,-1 1 122,2 0 0,0-1 0,0 1 0,-2 0 0,0 0 0,-1 0 0,-2 0 17,1 0 1,-1 0-1,-1 0 1,-1 1-1,-2-1 1,-2 0-117,10 0 1,-2 0-1,-4 0 1,-4 0-958,19-1 0,-11 0 1064,-1-3 0,-41 3 0,-14 1 0</inkml:trace>
  <inkml:trace contextRef="#ctx0" brushRef="#br0" timeOffset="375120">23669 1522 17115,'1'-9'3108,"3"-29"1,-3-6-1966,-5 8-757,3-11 0,-1 3-105,-7 19 223,-1 5-409,6 13-100,-2 1-7,2 14 12,-1 9 28,-4 15 0,-2 9-22,1 5-6,2-3-11,5-8 11,8-12 33,4-10 1,9-11 50,4-11 50,4-9 23,-4-7 39,-7-1 28,-7 2-45,-11 4-83,-6 6-46,-7 5-22,-4 4-45,0 5-16,1 6 5,3 3-56,6 4-191,4 5-386,11 3-874,10 3-2704,17 3 4239,16 2 0,-20-14 0,0-2 0</inkml:trace>
  <inkml:trace contextRef="#ctx0" brushRef="#br0" timeOffset="375413">23761 1681 10766,'-43'22'2270,"1"0"1,4-3-1,10-2 407,23-3-2531,13-4 1335,2-4-1307,28-2 797,-5-8-853,18-6 39,-8-10 112,-5-5 3509,-10-2-3397,-10 2-79,-14 4-106,-14 4-89,-11 6-40,-13 4-39,-7 6-39,-2 5-185,4 6-980,10 4 1176,13 7 0,8-10 0,7 2 0</inkml:trace>
  <inkml:trace contextRef="#ctx0" brushRef="#br0" timeOffset="376264">19932 4432 22055,'-11'-53'1110,"0"0"1,0-1-1,0-2 1,0 6-845,-1 11 0,-1 10-70,0 16-163,2 5-16,2 40-34,6 21 17,2-7 0,0 7-1138,1-2 0,1 5 0,0-3 1110,0 6 0,-1 2-30,1-15 1,0 3 0,0 1-1,-1-4-338,0-1 1,0-4-1,-1 2 366,0 8 0,0 1 1,0-3 29,-1 13 0,-2-5 25,0-14 0,-1-7 31,-9 0-28,-4-41 28,-2-34-25,9 3 0,1-5-449,0-13 1,1-3 424,2 12 1,1-1-1,1-4 3,0 0 0,0-5 0,1 1 0,1 3 194,-1 0 0,1 4 0,1-4-209,1-2 1,0-4 0,2 0 0,2 6 2,2 5 0,1 4 1,1-1 159,2-8 1,1-1-1,2 2-166,2 1 1,2 1 0,1 4 1,4-4 1,1 3-7,-1 7 1,1 6-33,26-1-174,-3 22 213,18 9 7,-31 9 1,0 5-20,8 13 1,-3 4 13,-12-7 0,-2 2-8,5 18 0,-6 4 2,-16-12 1,-6 1 286,-4 8 1,-8 0-268,-7-1 0,-8-3 3,-19 3 0,-5-4-6,16-12 1,-2-3 5,-17 4 0,2-5-31,-1-9 1617,1-11-3751,29-24 2151,35-26 0,-5 19 0,14-5 0</inkml:trace>
  <inkml:trace contextRef="#ctx0" brushRef="#br0" timeOffset="376754">20540 3737 26290,'49'40'-9,"-18"-15"1,1-1 10,-6-6 1,0 1 5,4 4 1,-3 2 2,11 20 51,-25-5 128,-38-6-94,2-15 139,-28-6 39,20-15 124,-4-12-236,17-5-100,12-11-51,13 5-11,22-10 11,13 3-6,-3 7 1,2 0-6,-11 8 0,0 0-11,21-9 0,-2 2 11,-9 6 11,-6 2 0,-2 1 45,-6 3 163,-4-1-6,-13 6 67,-9 2-195,-1 2-85,-3-1 0,1 3 0,0-1 0,1 4 0,-1 8 0,1 12 0,-1 2 0,0 21-3392,1 15 3392,0-9-641,3-8 1,1-2-1152,4-1 44,3 6 1748,9-24 0,-11-16 0,5-2 0</inkml:trace>
  <inkml:trace contextRef="#ctx0" brushRef="#br0" timeOffset="376930">21268 3557 20291,'-5'-7'4424,"1"1"-4065,4 6-342,-36-59-79,27 47-134,-21-37-84,35 61-2599,18 30-650,-9-17 3529,10 23 0,-16-33 0,0 0 0</inkml:trace>
  <inkml:trace contextRef="#ctx0" brushRef="#br0" timeOffset="377487">21462 3738 21377,'5'-11'4571,"-1"2"-3765,-4 9-290,0 0-516,24-37 11,-14 38 17,27-1-11,-23 46-12,-4-13 1,-2 2-6,-1 20 0,-3-14 22,-3-1 85,-1-26 21,2-5-60,4-25 16,7-16 16,9-11 46,4-7 11,4 2-45,0 7-56,-1 9-39,-4 12-6,-1 10-11,-1 13 11,2 9 6,5 12-28,4 5 16,7 4-16,-7-9-12,-5-10 1,2-2 39,12-4 0,19-7 22,-16-20-333,-7-19 322,-21 11 0,-2-3 8,-1-7 1,-3-3-12,-2-7 0,-2-2-444,-1-3 1,-2-1 418,-1 2 0,-1 1 0,-2 6 0,1 2-70,-1 9 1,-1 3 69,0-7 0,-2 13 0,0 18 299,0 7-299,1 18 921,0 20-921,4 21 0,-1-21 0,0 3-443,2 6 1,0 1 442,2 5 0,1 2-23,3 2 0,3 0-462,3-1 1,4-1-392,4-4 0,2-3-1385,2-8 1,1-5 2260,-5-9 0,-1-5 0,4 2 0,-14-16 0</inkml:trace>
  <inkml:trace contextRef="#ctx0" brushRef="#br0" timeOffset="377647">22239 3559 24351,'-43'-25'885,"0"0"0,4 4 0,12 1-795,24 7-90,27 3-56,31 0-1345,-11 5 1,5 0-188,11-1 0,3 0 1339,-3 1 1,-4 0-1,-15 1 1,-5 0 0,6-1-1</inkml:trace>
  <inkml:trace contextRef="#ctx0" brushRef="#br0" timeOffset="378537">24494 3403 22979,'-15'-57'1068,"0"-1"0,1 10 0,-1 7-799,-9 5-191,2 31-33,3 30-6,3 35-22,7-12 0,2 5-836,1-9 0,1 2 0,-1 1 798,0 8 1,0 1-1,0 1-48,1-11 1,0 1-1,0 1 1,0 1-147,1 1 1,-1 1 0,1 1 0,0 0-403,0 2 1,-1 0 0,2 0 0,-1 1-1762,0 0 0,1 0 0,0-1 1,0-1 2377,-1 10 0,0-3 0,1-4 0,-1 2 0,1-8 0,-2 5 0</inkml:trace>
  <inkml:trace contextRef="#ctx0" brushRef="#br0" timeOffset="378837">23981 5001 18913,'-16'-50'1026,"1"1"0,-1-1 0,3-1 0,1 0 0,5 0-899,4 0 0,5 0 0,4-2-1502,4 5 1,5-2 0,1 1-1,-1 3 1380,1 1 1,1 3 0,3-1-6,3 1 0,4-2 0,2 2 0,0 6 134,14-8 1,3 6-154,-9 8 1,2 0-1,1 2-7,-1 5 0,1 1 0,1 3-19,18-6 0,0 3 193,-3 3 1,0 2-149,-6 2 0,-3 0-36,-6 1 1,-4 0 231,13-10 2746,-23 3-1850,-18 1 548,-11 9-1046,-7-1 877,-1 7-1202,-2 0 210,0 3-474,3 5 1,3 2-6,3 13-6,2 8-61,0 15-151,5 6-964,4 14-1238,2-12-621,1-5 3041,-2-16 0,-5-20 0,-1 0 0</inkml:trace>
  <inkml:trace contextRef="#ctx0" brushRef="#br0" timeOffset="379004">25040 3289 24144,'1'57'-1823,"-8"-20"1,20-21 0</inkml:trace>
  <inkml:trace contextRef="#ctx0" brushRef="#br0" timeOffset="379754">25343 3508 27690,'25'-32'-40,"12"28"-32,2 49 55,-2 3-17,-10 1 34,-12-15 45,-3 6 0,-12-16 0,-6-10-12,-7-10-10,3-7-1,-1-5 17,3-7 28,0 1 12,2-1-62,2 8-12,1 4-22,1 2 17,0 2 0,-1 1 0,0 2-5,0 0-1,2-1 6,-1-1 17,2 0-11,0-1 10,3 0-4,-2-1 44,2-6-40,-2 3 57,-1-11-45,-4 1-11,-2-8 5,-5-1-27,2 4 10,-1-4 12,1 0 0,1-2 33,-1-3 12,3 5-12,1 7 23,1 0 22,1 7-61,1 2-51,1 3 17,1 10 0,3 1-5,10 25-1,5 0-28,10 21-10,1-2-1115,0 4 1159,-7-12-295,-8-13 0,-3-1 295,-2 7 0,0 11 11,-15-24 6,-6-12 0,-3-11 1084,-1-14-1078,2-12-7,4-11-4,4 3-1,5-22-34,9 15 1,8-21-140,14 14-92,11 3-463,-15 25 0,2 2-1204,5 0 0,1 3 1297,-1 2 0,-2 2 1,11-4-1,-16 8 1</inkml:trace>
  <inkml:trace contextRef="#ctx0" brushRef="#br0" timeOffset="380037">26184 3230 28671,'-33'-22'0,"0"1"0,-18-4 0,56 52 0,7 15 0,8 9-368,-8-21 1,2-1 367,0 3 0,1 0 0,2 1 0,0 0 0,0 0 0,-1-1-20,0-2 1,-1-1-88,8 22-72,-15-13-168,-18-10-264,-20-10-492,-18-7-1059,-15-8-1969,29-8 1,0-1 3690,-26-7 0,23 0 0,18 6 1</inkml:trace>
  <inkml:trace contextRef="#ctx0" brushRef="#br0" timeOffset="380347">26108 3277 26816,'-30'49'-162,"7"2"-684,23 2-3389,6 4 3465,2-9 0,0-16 1,-4-15-1</inkml:trace>
  <inkml:trace contextRef="#ctx0" brushRef="#br0" timeOffset="380670">26515 3684 25719,'23'-49'285,"0"1"1,0 0 0,-1 0-1,-2 0 1,-2 2-213,-4-10 0,-4 0-776,-2 15 1,0-2-1,0 0 733,-1-1 0,0-1 0,-1 0 41,0 2 0,-1 0 0,-1 2 139,0-14 0,-2 4-210,-3 10 0,-3 5 612,-7-13-612,-3 24 167,1 14-167,4 14 1354,-1 19-1354,1 25 0,4-11 0,1 4-362,1 10 1,1 3 361,3 9 0,2 2-506,2-18 0,0 1 0,3 1 506,1 1 0,2 1 0,1 0-81,2-1 1,1 0-1,1-1-552,0-3 1,1-1 0,0-2-169,7 12 1,-1-3-1161,-4-13 1,-2-4 1960,4 6 0,-12-22 0,-7-14 0</inkml:trace>
  <inkml:trace contextRef="#ctx0" brushRef="#br0" timeOffset="380821">26488 3350 26833,'1'-43'29,"-1"-1"1,10 3 0,9 8-327,21 19 1,8 8-2162,10-4 0,4 2 2458,-11 3 0,2 0 0,-5 0 0,-3 1 0,-4 1 0,-1 0 0,-1 0 0</inkml:trace>
  <inkml:trace contextRef="#ctx0" brushRef="#br0" timeOffset="381187">28183 3203 22296,'31'-51'1467,"0"-1"1,-5 8-1,-7 5-823,-11 6-358,-13 16-236,-7 11-50,-6 20 12,-6 18-40,-3 23-191,13-10 1,3 3-848,3-2 0,2-1 483,3 1 1,3-1-3426,7 2 1,4-3 4007,10 15 0,-2-9 0,-7-23 0</inkml:trace>
  <inkml:trace contextRef="#ctx0" brushRef="#br0" timeOffset="381530">28818 3139 24867,'-9'-45'644,"-1"1"0,4 5 0,-3 12-599,-8 29 11,6 20-22,7 14-23,0 20-28,3-23 0,3 2 28,4 8 1,4 2-516,1-8 0,2-2 495,1-2 1,3-2 8,24 9 272,-7-25-233,7-9 152,0-34-29,-15-13-328,-6-10 244,-17 19 1,-4 0 94,-11-23-81,4 21 1,-3 0 22,-4-2 0,-4 1 53,-14-13-101,0 9-17,-2 22-106,10 11 548,-1 6-2301,11 19-8022,18 6 9132,2 2 1,6-11-1,-7-11 1</inkml:trace>
  <inkml:trace contextRef="#ctx0" brushRef="#br0" timeOffset="382413">30147 3228 26340,'-15'-40'56,"27"17"-28,33 43-20,-13-9 1,1-1 8,27-1 402,-13-5-329,7-17-45,-26-6 184,3-19-184,-20-5-17,-15-8 17,-8 2-17,-5 11 138,-17 2-99,6 22 210,-15 1-255,9 23-11,1 15-11,10 4 3,10 4 0,3 3 25,3 21-332,6-15 1,4 2 280,4-7 1,6-1-31,6-1 0,3-2 2,-4-7 1,4-2-143,18 7 0,3-6 47,-12-11 1,0-4 7,12 5 1,1-6-128,16-19 248,-13-20 45,-14-20-6,-22 19 1,-3-2-165,-3-3 0,-2-1 234,-3 1 1,-2 0 142,-5-27 34,-4 18-84,0 17 424,4 16-603,3 16 166,4 12-150,8 15-16,6 10-1,11 5-5,7 1 0,5-5 6,3-7-6,-1-12 425,-4-12-397,-6-18-11,-10-5 27,-2-21 35,-8-16-57,-2-3 6,-5-10-5,-2 20-35,0 8-105,6 12-348,8 9-963,14 7-2386,13 8 3814,14 9 0,-23-3 0,-1 2 0</inkml:trace>
  <inkml:trace contextRef="#ctx0" brushRef="#br0" timeOffset="383063">31474 3134 22739,'0'3'4178,"0"-1"-3165,0-2-1001,3-50 4,14 36 1,6-38 0,11 48 17,-4-1-18,-6-4 18,-9-3-12,-7-7-5,-8-6 6,-7-2 5,-6 2-6,-6 8 17,-7 8 12,-4 7-18,-3 9-16,2 9-17,5 10-11,8 12 0,9 9-1,13 7-380,13 1 235,15-4-78,14-7-84,7-10-1,3-14 96,-4-12 140,-6-20 107,-10-13 27,-10-16 23,-8-10 50,-9-3 73,-5 3 23,-4 9-29,-1 14-78,0 13-78,1 9 291,8 27-291,1 5 16,5 24-28,-5 1 6,-4 5-5,-6-1-40,-2-7 28,-1-10 62,2-15 39,4-15-28,9-19-6,9-16 62,11-17-78,-13 18 1,1-1-63,1-1 0,-1 1 0,20-23 0,-2 11 0,-4 13 0,-2 12 0,-3 16 0,1 13 0,4 18 0,3 16-875,-16-18 1,0 4 874,5 8 0,-3-1 0,4 6 0,-1-1 0</inkml:trace>
  <inkml:trace contextRef="#ctx0" brushRef="#br0" timeOffset="384087">20340 5998 25422,'-11'-52'726,"0"1"0,2 5 0,2 10-552,1 21-141,4 12-5,3 17-5,6 19-12,3 22-14,-4-19 0,-1 3 6,0 4 0,-2 1-9,0 12 1,-2-2-272,-2-17 1,0-1 281,-2 10 1,-2-3 22,-4-7 123,-2-5 34,5-22-84,6-29-17,12-21-56,-1 10 0,2-3 8,5-6 1,2-1-479,4-3 0,1 2 445,0 0 0,1 1-3,2 1 0,0 4 0,7-8 496,2 7-496,-20 32 0,4 11 0,0 14 0,1 15 0,2 11-124,1 8-22,-11-25 0,0 0-36,0 0 0,0-1-249,16 20 62,1-12 206,1-17 146,1-18 1110,-1-17-1009,-1-12 78,-3-10 17,-4 1 124,-4 2-225,-9 15-5,-4 6-45,-6 19-17,1 8-16,2 10 10,15 16 1,10-7-12,7 0 1,23-14 7,-28-14 1,2-2 14,18-2 0,0-3-253,-9-3 0,-1-3 286,1-5 1,-4-3 16,-2-12-63,-11-18 103,-18 4 5,-7-15-28,-9 25 0,-4 1-38,-12-18-46,-3 7 0,7 18-24,12 16-267,1 0-755,15 13-3082,11 8-1905,5 4 5215,10 6 0,-20-12 0,1-2 0</inkml:trace>
  <inkml:trace contextRef="#ctx0" brushRef="#br0" timeOffset="384680">21861 5953 28671,'-19'12'0,"5"23"0,18 8-7,-3-6 1,0 1 12,1 1 1,0 7-7,0-21 0,-1-17 0,3-12 0,2-14 0,6-22 0,1-12 0,-1 4 0,-5 17 0,1-1 0,8-29 0,2 2 0,3 1 0,1 25 0,-4 12 0,10 9 0,12 12 0,5 11 0,11 15-1361,-10 14 1361,-11-4 0,-1 15-100,-15-3 100,-5-1 0,-14-3 0,-12-21 0,0-12 0,-5-8 0,2-21 1345,1-9-1345,2-18 0,10-3 0,11 0 0,1 10 116,12 1-116,0 13 0,7 0 0,11 10 0,-1 12 0,0 7 0,-11 11 0,-1 5 0,11 16-195,-11-9 0,-1 3 195,8 22 0,-7-1 0,-10-14-2222,-6 8-7322,-9-24 9544,-3 2 0,-1-18 0,0-6 0</inkml:trace>
  <inkml:trace contextRef="#ctx0" brushRef="#br0" timeOffset="385147">22796 5550 24755,'0'-7'3248,"0"1"-2800,0 6-228,0 0-220,20-37 0,-4 50 0,20-14 0,-20 30 0,-4 11 0,2 0 0,-1 2 0,-1 5 0,-2 1-1155,-1 1 1,-2-1 1154,-3-10 0,-1-1 0,-1 12 0,-3-4 0,-3 5 0,-1 9 0,0-39 0,3-16 0,8-32 0,2-10 0,8-23 1876,0 0-1876,2 3 0,1 4 0,1 10 0,2 10 0,3 11 0,4 9 0,5 8 0,6 11 0,4 12 0,2 18 41,-23-12 1,-1 3-42,-4 2 0,-3 2 0,5 29 0,-17-14 0,-34 9 0,-8-24 0,8-11 0,-2-4 0,-23-2-35,10-12-670,14-12-774,16-9-2940,23-9 4419,10 1 0,1 9 0,-4 8 0</inkml:trace>
  <inkml:trace contextRef="#ctx0" brushRef="#br0" timeOffset="385970">23640 5819 22436,'4'0'4111,"0"0"-2324,-4 0-1720,-37 19 22,33-9 7,-20 16-11,51-15-85,11-5 0,10-6 0,0-8 0,-7-7 0,-11-7 0,-11-5 0,-10-1 0,-6 0 0,-9 3 0,-2 5 0,-6 7 0,-3 6 0,-4 3 0,-5 10 0,-5 5 0,-2 10 0,2 10 0,4 8 0,8 7 0,9 2 0,12 0 0,15-3 0,17-6 0,15-8-344,8-11 344,0-12 0,-3-16 0,-10-11-89,-9-11 89,-10-8 0,-9-6 0,-6-2 0,-2-1 0,0 5 0,2 8 0,-1 8 0,3 4 341,1 6-341,4 5 92,5 6-92,7 13 0,6 12 0,6 16 0,-20-13 0,0 2 0,-2 2 0,-1 1 0,14 25 0,-9-3 0,-5-11 0,-4-11 0,0-10 0,3-13 0,6-12 0,6-11 0,4-14 0,2-11-302,-17 16 1,-2-2 301,0-4 0,-1-1 0,-2-3 0,-2 0-96,-1 0 0,-1 1 96,-3 1 0,0 1 0,0-23 0,-4 9 0,-2 12 0,0 11 0,0 10 0,0 8 591,0 6-591,0 12 204,0 15-204,5 27 0,0-14 0,4 4-741,5 10 1,5 2 740,-3-12 0,3 0 0,0 0 0,4 3 0,0 1 0,1-1 0,-1 0 0,1-1 0,-4 1 0,-2-4 0,-3 0 0,-5-1 0,-7 16 0,-12-3-199,-16-3 0,-12-5 199,-3-13 0,-7-3 0,4-4 0,3 0 0,2-3 0,-5-4 0,-1 0 0</inkml:trace>
  <inkml:trace contextRef="#ctx0" brushRef="#br0" timeOffset="387330">25384 6506 22201,'-18'-26'0,"3"5"0</inkml:trace>
  <inkml:trace contextRef="#ctx0" brushRef="#br0" timeOffset="388197">17756 4503 22823,'1'-56'838,"0"0"1,-1 4 0,1-3 0,0 5-456,0 2 1,0 2-535,1-16 0,-2 5 481,1 1 70,-1 26-349,0 21-40,2 53 0,1 12-465,-2-5 0,1 5 451,-1-2 0,0 0 8,-1 4 1,1 1 2,-1-3 1,0-1-9,0-7 0,0-2-25,0-9 0,0-3 109,0 9 545,0-21-411,0-25-144,0-21-74,0-25 0,0 15 0,0-3 121,-1-6 0,0-1-121,0-4 0,0-1 0,0 0 0,0 1 0,0 4 0,0 3 26,0 5 0,1 3-26,-1-13 0,1 19 0,-2 15 0,2 15 0,0 14 847,1 18-847,1 20 0,-1-20 0,1 1-852,1 4 1,1 2-718,0 2 1,0 0 944,1-5 0,0-2 0,2 10 0,-3-21 0</inkml:trace>
  <inkml:trace contextRef="#ctx0" brushRef="#br0" timeOffset="388863">18311 4472 25214,'-2'-3'2246,"0"0"-1826,2 3-426,4-36 12,8 27 5,8-26 17,9 35-33,0 0-7,-6 0 35,-8 0-6,-9 0 11,-9 2 16,-10 3 29,-13 6 17,-14 4 27,-8 3-5,4-2-56,13-4-39,14-7 6,12-3 16,11-2 6,9 0-6,13 0-28,7-5 24,3-3-35,-3-5 0,-7 0 0,-8 0 0,-8 3 0,-7 0 0,-3 4 0,-6 3 0,-3 2 0,-6 5 0,-6 6 0,-4 9 0,-2 6 0,1 7 0,10-12 0,5 3 0,7-15 0,4 0 0,7-4 0,4-5 0,2-3 0,3-8 0,-4-2 0,1-3 0,-5 2 0,-4 2 0,-5 6 0,-2 2 0,-2 4 0,0-1 0,0 2 0,1-1 0,0 1 0,1 0 0,1 2-875,-1 5 875,4 4 0,-3-4 0,3 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1:25:22.5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971 2528 20686,'-1'-61'1109,"1"-1"0,-1 6 0,0 8-532,-5 12-54,3 14-456,1 10 34,1 10-95,1 12 33,2 10-6,0 16-16,-1 12-6,-1 8 119,-4 2-130,-3-3 5,-1-9 23,3-12 73,2-13 319,2-11 107,1-10-219,0-11-124,0-14-83,1-16-17,1-13 0,-1-6-279,1 1 240,-2 4-28,0 19 56,0 6-73,0 22-23,-1 3 23,1 16 6,1 12 256,2 14-262,0 11-11,2 4 16,-1 0-16,2-6 0,-1-9 17,0-11 50,-2-11 67,-1-9-17,-2-12-27,-3-11-40,-1-14-22,-1-13 22,2-8-22,1-4-6,5 2-6,1 7-10,3 13-1,0 13-22,-3 12 23,-1 10 21,1 13-10,0 13-23,-1 14-28,-1 10 34,-5 6 39,1-1-33,-1-9 16,2-10 0,1-15 0,0-12 84,0-11-67,1-12 0,0-13-5,-1-14-12,0-10 28,-1-4-28,-2 10 17,-3-16-5,1 28-12,0-8-22,1 26-68,2 8 35,0 10 27,2 10-6,-3 15-33,0 15-386,-4 12-682,3-24 0,-1 2 1124,2 4 0,-1-2 0,-1 5 0,4-5 0</inkml:trace>
  <inkml:trace contextRef="#ctx0" brushRef="#br0" timeOffset="916">1477 2438 24749,'-26'-17'-45,"11"4"56,22 13-22,17-1 11,5-1-5,11-1-18,4-1 34,-16 0 6,-8 2-6,-21 2 23,-15 3 5,-18 3 23,-19 6-29,22-6 1,-1 1 27,-5 2 1,1 0-17,-12 3 22,0 3-44,33-9-12,4-1 90,17-2-29,12-3-32,6 1 27,16-5-5,-1-2 22,19-9-56,-12 1 6,2-4-34,-24 7-129,0 0-2084,-12 6 2213,-1 0 0,-5 3 0,-5 1 0</inkml:trace>
  <inkml:trace contextRef="#ctx0" brushRef="#br0" timeOffset="2483">768 2434 17860,'6'-6'8786,"-2"2"-6542,-4 4-279,0 0-3156,8-22 421,-7 16-45,6-16 599,-7 27-566,-4 6-476,-2 2-10,-6 5 1445,-1-5 43,-1-1-9,0-4 210,2-3-91,1-9-122,4-8-85,3-14-62,4-14 7,8-10-18,7-1-11,7 3 34,3 12-34,2 10-22,-5 10 5,14 5-22,-10 8 6,13 8-6,-9 11 0,-3 12-11,-8 2-15,-11 2 1,-5 4 39,-6-5 0,-3 2-556,-5 18 0,-5 2 533,-7-1 1,-6 0-380,8-16 1,-1 1 0,-2-1 404,-12 16 0,-2-2-12,3-7 1,0-5-64,5-8 1,1-5 152,-17 0 56,13-21 12,10-20 913,10-13-1003,6 0 1361,7-17-1384,9 16 160,6-9-210,10 19 0,7 10 0,9 12-11,9 11-468,8 13 423,-26-9 0,0 1-202,2 3 1,-1 0-897,1 1 0,0 0-3762,-3 1 1,-1-2 3095,12 8 0,-17-10 0,-18-14 0</inkml:trace>
  <inkml:trace contextRef="#ctx0" brushRef="#br0" timeOffset="213576">4904 3198 27266,'-3'-16'-332,"1"21"229,3 54 46,-1-7 71,-1-12 0,1-1 19,-1 11-20,-1-17 0,1-1 19,-2 4-64,-1-12 278,2-11 90,0-10-117,0-13-85,1-12-22,0-20-17,4-21-334,0 26 0,2-2 275,2-2 1,2 1-12,1 2 0,2 3-3,1 4 1,0 3 16,14-17-11,0 17-16,3 12-12,8 13-23,8 16 6,9 15-19,-26-7 0,0 2-405,0 5 1,-2 1 45,-1 4 0,-3 2-678,-2 2 1,-3 1-2692,-3 0 0,-3-1 3764,-3-5 0,-1-2 0,0 7 0,-4-19 0</inkml:trace>
  <inkml:trace contextRef="#ctx0" brushRef="#br0" timeOffset="213919">5752 3265 27432,'-15'-41'-11,"4"38"-12,13 44 23,0-5 0,3 0 0,7 16-6,-2-21 1,2-1 0,18 20-7,16-19 52,-2-23-18,-1-12-5,-6-26 33,-8-8 0,-12 11 1,-1-2 64,-2-7 0,-2 0 47,2-24-112,-6 5 62,-9 14-56,-2 15-39,-2 0-291,-1 10-297,3 9 123,1 6-1076,9 11-2543,9 6 4067,16 11 0,-14-12 0,4-1 0</inkml:trace>
  <inkml:trace contextRef="#ctx0" brushRef="#br0" timeOffset="214452">6411 3220 27404,'-20'30'2,"-1"0"0,2-2 0,5 1-2,13 27 0,1-20 11,2 6 17,-1-26 67,1-3 62,-1-11-40,-1-15 68,0-26-62,0-9-83,0-5 83,4-6-6,2 13-33,5-8 6,11 3-68,1 16-27,12 6 5,-7 17 11,14 7-22,-2 10-20,-7 5 0,0 3-14,21 19-198,-24-9 0,-4 1 215,3 11 22,-11 7 12,-13-12 44,-10 3 23,-3-14-6,-6-13-50,5-13 447,-1-16-440,5-5-24,1-24 0,9 8 0,7-6 0,4 22 0,14-1 0,15 9 0,6 4-176,-18 9 0,0 4 176,26 9 0,-1 9 0,-13 2-35,1 14-1247,-17 10-5372,-6 6 6082,-9 3 1,-13-24-1,-1-13 1</inkml:trace>
  <inkml:trace contextRef="#ctx0" brushRef="#br0" timeOffset="214685">7696 2951 25690,'-7'0'1787,"2"0"-1658,5 0-85,0 0-374,64-33-129,-34 27 0,4 0-284,4-5 0,6-3 0,-2 5-3027,10 6 1,-1 3 3146,-8 2 0,-3 0 0,9 0 0,-24 2 0</inkml:trace>
  <inkml:trace contextRef="#ctx0" brushRef="#br0" timeOffset="214842">7974 3211 23215,'-8'2'3467,"2"0"-2364,6-2-834,0 0-645,45-9-788,7-5-3752,-4 2 1,1 0 3911,-15 3 1,-4 0 0,16-4 0,-33 10 0</inkml:trace>
  <inkml:trace contextRef="#ctx0" brushRef="#br0" timeOffset="215476">9272 2888 25231,'-14'-61'362,"-1"0"0,-1 18 1,10 4-358,28 6 1,11 6-1052,23 5 1048,-18 10 1,3 1-9,3 3 1,2 3-26,1 1 1,0 3-29,-3 5 0,-1 2-34,-6 2 1,-4 3 260,11 23-246,-28 9 72,-28 8 51,-14 1-113,-11-4 242,-1-12 167,5-11 102,6-12 5,8-9 413,4-9-643,7-2-117,3-3-62,4 0 304,8 2-355,9 2 7,16 2-6,14 7-12,11 8-163,-26-1 0,-1 2 149,-1 2 1,-2 2-68,17 20 20,-16 4 5,-17 0 57,-22-2-73,-16-2-135,-17-6-347,-8-7-33,10-12-4818,-15-17 5428,31-6 0,-5-1 0,24 3 0</inkml:trace>
  <inkml:trace contextRef="#ctx0" brushRef="#br0" timeOffset="215942">10324 2615 21489,'-10'-1'3249,"3"0"-2263,7 1-465,0 0-213,-61 22-17,37-2-224,-12 0 0,2 4-11,21 18-5,5 7-29,8 4 12,11 0-262,12-3 233,17-8 29,14-11-29,-23-21 1,2-2 5,0-3 0,-1-3 23,29-9 11,-10-9 39,-13-9 22,-14-4-27,-15-4-63,-21-1-10,-19-5 11,7 18 0,-3 0-294,-4-1 1,-2-1 282,0 0 0,0 1 10,1 0 1,3 1 281,-18-16-220,17 5-33,16 3-17,15-1-28,12 2 23,11 1 588,11 5-611,7 8 6,6 7-6,2 13-6,0 15-5,-7 21-187,-28-12 0,-4 4-93,-4 8 0,-7 2-3906,-8 7 0,-4 1 4197,-2-4 0,-1-3 0,2-13 0,1-4 0,-3 5 0</inkml:trace>
  <inkml:trace contextRef="#ctx0" brushRef="#br0" timeOffset="224719">8752 6666 20212,'-8'-10'1490,"2"2"-173,6 8-410,-5-76-521,11 39-427,-2-12 1,4 1 147,22 12-63,12 6-16,6 6 0,3 8-28,2 7 0,0 9-11,0 13-6,-6 13 12,-14 14 5,-16 12 45,-23 6-12,-15 1-30,4-30 0,-2-2 30,-17 22 18,3-12 199,9-11 109,8-12-168,8-7 229,5-12-314,3-6-44,7-9 211,8-2-251,13 0-16,10 5-29,10 7 6,3 5 1,2 11-7,-3 8 12,-7 10 0,-13 8 22,-17 6 11,-24 4-10,-17 1 4,-17-2-30,18-21 0,0-2-154,-29 11-571,3-9-1451,10-13 2190,11-19 0,15 7 0,8-10 0</inkml:trace>
  <inkml:trace contextRef="#ctx0" brushRef="#br0" timeOffset="225202">9863 6339 25824,'-42'30'89,"0"0"1,0 0-1,-7 1 1,7 3-71,17 4 1,9 2 14,6 12-17,11 11-1,25-9-2,-3-30 0,6-4-404,8-2 0,5-5 395,7-2 1,3-4-461,3-3 0,0-4 480,-3-3 1,-2-4-4,-9-2 1,-3-3 63,-8-5 1,-6-3-42,0-7 450,-19-12-456,-25 14 26,-20-4-40,2 13 0,-4 1-25,3 3 0,-2 0-170,-8-2 1,2 1 197,-13-5 0,3-6 852,24 1-791,3-8-49,19-10-35,12 13 1,18-10-6,8 18 11,13-3-17,18 6 6,-17 8-8,-5 9 0,-1 5-4,-4 5 35,21 21-46,-31 9-2,-10-10 0,-5 2-499,-9 17 1,-5 2-2084,-1-3 1,-2-1 2606,-5 6 0,1-4 0,-2 2 0,9-23 0</inkml:trace>
  <inkml:trace contextRef="#ctx0" brushRef="#br0" timeOffset="225636">11150 6488 21663,'0'-8'3719,"0"1"-3080,-3-53-309,0 44-257,-2-44-62,1 65-5,-11 23-6,-6 14 11,4-8 0,-1 4-1169,-1 2 0,0 1 973,3-6 0,0 1-1059,-4 11 1,0 2 797,2-4 1,1-3 0,4-11 0,2-2 0,-10 23 0</inkml:trace>
  <inkml:trace contextRef="#ctx0" brushRef="#br0" timeOffset="225992">10831 6324 24094,'-43'-7'54,"0"0"0,4 3 0,9 9-31,24 50-18,4-10 1,16 16 11,3-28 55,10 9 192,-4-26 217,-6-10-43,-5-15-74,-5-8-23,-4-11-201,-1 2 191,-9-11-197,-2 14-50,-7-6-34,1 15-50,2 8-22,1 4-40,2 9-134,3 6-744,2 12-327,4 0 1267,12 18 0,-7-28 0,7 9 0</inkml:trace>
  <inkml:trace contextRef="#ctx0" brushRef="#br0" timeOffset="226369">11490 6687 26054,'-11'28'56,"8"0"-5,11-18 117,2 0 145,-6-7-55,0-5-112,-1-7 33,1-7 6,-1-7 5,0-1-28,-3 0-22,-5 5-33,-3 5-102,-5 7 23,-5 4 28,-4 8-56,-3 4-61,2 6-230,7 5-1126,12 3-6845,22-1 8262,10-3 0,-4-8 0,-6-7 0</inkml:trace>
  <inkml:trace contextRef="#ctx0" brushRef="#br0" timeOffset="226576">11951 6391 25057,'-3'-4'2229,"0"1"-1512,3 3-711,-22-1-12,16 31-100,-20 15-292,21-6 1,3 6-3286,-3 3 0,0 1 3683,-1-4 0,1-3 0,-2 14 0,3-26 0</inkml:trace>
  <inkml:trace contextRef="#ctx0" brushRef="#br0" timeOffset="226959">12358 6397 23136,'0'-5'3327,"0"0"-2431,0 5-873,-30 15-7,13 20-10,-4-8 0,0 4-6,11 4 0,3 3-204,0 0-1,3 1 199,4-4 1,3-1-23,16 24 28,14-15 39,9-20-5,1-17 22,-1-22 34,-4-16 33,-6-16-51,-18 19 1,-2-1-6,-3-3 1,-3 0-160,-1-2 1,-2 0 158,-3 2 1,-2 0 88,-8-27 345,-7 13-445,-8 13-56,-3 12-11,-5 11-146,-1 8-873,-3 11-6039,4 7 7069,9 2 0,10-4 0,9-5 0</inkml:trace>
  <inkml:trace contextRef="#ctx0" brushRef="#br0" timeOffset="227742">13632 6395 26446,'27'-29'-13,"0"0"0,3 3 0,5 7-26,12 15 0,3 8-648,-3-1 0,-2 3 519,-6 1 0,-3 3-95,16 17 513,-25 10-256,-33 6 18,-27 6-206,6-23-1,-4-1 237,-2 0 1,-2-2 7,0-2 0,2-1 0,4-4 1,3-1 11,-12 7 545,19-11-483,16-5-7,18-12-72,19-6-39,23-14 172,-22 10 1,2-2-168,1-2 1,-1-1 18,-4-1 1,-2-1 22,-7 0 1,-4-2 7,3-25-75,-22-2 199,-15 1 100,-12 3 113,-5 5-34,3 7-67,7 8-79,7 10-123,7 8-67,3 7 252,6 9-286,7 12 17,10 17-16,10 16-259,-12-18 0,-1 1 253,-1 4 0,-2 2-28,-2 4 0,-4 1-149,-5 3 0,-5 1-915,-4 2 1,-5 0-1156,-5 0 1,-3-2 1684,0-6 1,0-4 0,-7 10 0,11-23 0</inkml:trace>
  <inkml:trace contextRef="#ctx0" brushRef="#br0" timeOffset="228418">15212 6549 18733,'4'-2'3078,"20"-29"0,4-11-2204,-4 2-966,4-3 1,0 0 684,-9 3 68,-11 18-280,0 1-97,-5 12-239,-5 9-23,-6 15 1,-6 15-1,-7 18-11,9-18 1,1 2-15,1 2 0,2 1 11,4 6 1,3 0 265,4 13-285,6-20 0,6-2-23,19 1-155,-9-14 1,3-2 171,2-3 0,2-3 8,7-3 1,0-4 8,13-2 23,7-14 10,-36-9-5,-4-12-16,-13-10-7,-14 11 1,-5-1 8,-1 1 0,-2 0-202,-2 0 0,-3 1 205,-3 0 0,0 1 11,-18-14-12,17 18 1,0 0 17,-17-18-6,12-1-28,16 17 330,11-7-341,15 12 11,12-2 11,29 0-11,-1 12-6,4 4-5,-3 15-6,-15 10 6,5 18-3,-25-3 0,-3 5-9,-5-1 1,-4 1 8,0 1 0,-4 1-109,-7 5 0,-4-1-423,-1-6 0,-2 1-1997,-5 19 0,-1 1-2373,4-11 1,1-3 3614,0-2 1,3-5-1,3-2 1,5-25 0</inkml:trace>
  <inkml:trace contextRef="#ctx0" brushRef="#br0" timeOffset="228892">15347 7076 22615,'-45'16'651,"0"1"1,3-2 0,18-5-367,34-11-145,21-6-95,4-3-40,6-1 1,5-1-73,-9 2 0,2 0-692,18-5 1,2 1 217,-9 3 1,-1 0-343,-6 4 1,-3 0-165,15 0-908,-21 10-240,-43 17 1769,-20 6 555,0-7 0,-5 1-564,-4-1 0,0-1 801,6-4 1,0 0 594,-6 3 0,0 0 533,6-2 0,1 0-934,1 0 0,1-1 168,-22 14-241,27-12-285,13-7 599,8-4-252,14-5 1595,15-8-1959,22-10-127,-16 4 1,3-1 96,5-2 1,2 0-106,1-1 1,0 1-825,-2 1 0,-2 2 797,19-7-191,-5 1-2078,-32 14 2246,2-1 0,-18 6 0,-3 1 0</inkml:trace>
  <inkml:trace contextRef="#ctx0" brushRef="#br0" timeOffset="230635">9390 7425 11082,'-46'2'1963,"0"1"0,0-1 1,-15 1-1,1 0-1112,7 0 1,5 0-140,14-1 1,4-1-215,-2 1 1,27-3-364,27-5-34,33-6-68,-11 2 1,5-2-555,-9 4 1,3-2 0,2 1 529,4-1 0,2 0 1,0 0-7,2 1 1,1-1 0,0 1-14,-2 1 1,-1 0 0,0 0-14,-5 1 1,-1 1 0,-1 0-118,12-1 1,-5 2 99,-12 1 1,-4 1 17,6 1 44,-33 6 6,-34 7-22,-34 8 8,14-5 0,-5 1-60,9-4 0,-3 1 0,-2-1 66,-5 3 1,-2-1 0,-1 0 20,-3 0 0,0 1 0,0-1 7,3-2 1,1 1-1,1-1 12,8-3 0,2 1 0,2-2 22,-6 0 0,6-1 192,-6-2-145,29-10-95,24-4-6,21-11-17,29-5-300,-15 10 1,5-1 282,10-2 1,3 1 69,-15 5 1,1 0-1,0 1-90,2 0 0,0 0 0,0 1-10,-1 2 1,-2 0-1,0 0-6,15-1 0,-4 2 252,-11 3 1,-5 2-267,8 1 84,-38 11-6,-38 6-8,-1-3 0,-6 1-306,-14 2 0,-6 2 316,12-4 0,-3 0 1,-1 1 29,-6 1 0,-1 1 0,-1 0 20,0 0 1,-1 0 0,2 0-8,4-2 0,1 0 1,3 0-10,-10 2 1,7-2 1429,-9 2-1399,44-10-49,41-14-15,4 1 0,5-2-3,17-5 1,5-1-623,-10 3 1,3-1 0,0 0 589,7-1 1,0-1 0,1 1-238,0-1 1,0 1-1,0 1-1456,-4 0 1,0 2 0,-3 0 1451,11-1 0,-7 1 1,-19 5-1,-6 1 0,0 1 1</inkml:trace>
  <inkml:trace contextRef="#ctx0" brushRef="#br0" timeOffset="232168">9288 9422 19557,'-3'-6'1610,"0"-23"1,2-8-698,8-6-1206,-3-5 1,3-1 437,5 18 1,4 3-54,1 2 1,3 1 329,25-15-399,5 13-6,4 13-153,3 10 130,1 15-16,-3 11 0,-8 15 10,-17 11 1,-17 9 25,-16-26 0,-5 0-3,-4 2 1,-4-1-7,-6-2 1,-2-1 10,1-2 1,-2-2 118,-18 12 234,11-14 607,11-13-662,9-12-152,7-8-67,6-9 303,9-2-375,8 0-12,13 3-11,9 4 0,8 7-17,5 8 17,1 11-11,-5 9-12,-7 11 18,-13 5 10,-13 5-10,-19 2-12,-15 1-45,-18-4-162,-13-6-341,20-20 1,0-3-1060,-32 6-3568,5-10 5192,16-10 0,18 1 0,14-4 0</inkml:trace>
  <inkml:trace contextRef="#ctx0" brushRef="#br0" timeOffset="232668">10349 9103 25124,'-46'37'125,"0"0"1,5-1-1,8 0-41,21 19-39,6 5-23,7 2-5,11-2-808,14-4 808,-6-31 0,4-2 5,5-3 1,4-3-15,5-4 1,2-3-4,3-5 1,0-4 30,-1-5 1,-3-4 5,-6-3 0,-3-3 42,11-24 248,-23-6-287,-24-5-28,-22-2-87,6 24 1,-5 2 99,-3 1 1,-3 1-20,-3 3 1,-1 3 7,1 2 1,0 2 33,2 3 0,1 0 93,-23-5 16,15 0-27,16-4 295,13-5-453,18-6 35,13-1-7,17 1-5,10 6 11,8 5 1,0 9 43,1 10-94,-1 16 11,-4 19 2,-28-9 1,-5 4-112,-2 8 0,-6 2-600,-7 7 1,-6 3-3803,-6 6 1,-4 0 4538,-3-4 0,-1-4 0,4-13 0,1-5 0,-3 6 0</inkml:trace>
  <inkml:trace contextRef="#ctx0" brushRef="#br0" timeOffset="232959">9517 10373 19533,'-50'23'533,"-1"0"0,0-1 1,7-2-1,2-2 1,10-4 306,11-2-717,46-23 0,19-9-70,3 1 0,6-3-910,-10 5 0,5-3 0,2 0 0,0 0 869,-1 1 1,1 0 0,0 0-1,1 1-12,2-2 0,1 1 0,1 0 0,-1 1-122,0-1 0,0 2 1,0 0-1,-1 0-296,-2 2 1,0 0 0,-1 1 0,-1 1-1497,12-2 1,-2 1-1,-2 1 1710,-11 3 1,-1 2-1,-5 0 1,0 1 0,-7 2-1,-1 0 1</inkml:trace>
  <inkml:trace contextRef="#ctx0" brushRef="#br0" timeOffset="233292">9863 11122 19960,'20'-46'1371,"0"0"0,1 0 0,0-1 0,-2 2-976,-1-1 0,-3 5 226,-6 6-212,-2 3-286,-5 17-117,-7 24 22,0 7-17,-10 33 0,-1 10-679,5-17 0,0 3 654,-1 4 0,2 3-171,3-10 0,1 2 1,1-2-155,-1 3 0,2-1-1165,5 14 0,6-4-7802,18-1 9306,9-3 0,-8-25 0,-9-17 0</inkml:trace>
  <inkml:trace contextRef="#ctx0" brushRef="#br0" timeOffset="233609">10485 10936 21691,'1'-51'1120,"1"1"0,0 3 0,-5 15-912,-16 33-158,1 17-16,0 5-6,0 25 11,6 4-33,6-9 0,1 3-15,1-6 1,3-1-848,3 5 1,3-3 867,5 6 407,17-9-369,2-23 118,21-13-17,-8-19 51,4-20-73,-20 2 257,-5-17 23,-13 7 1207,-7-14-1501,-10 26 0,-5 1-37,-22-17-81,9 26 0,-2 4-25,-15 5-162,-12 11-5910,12 17 6100,7 0 0,11 2 0,20-8 0</inkml:trace>
  <inkml:trace contextRef="#ctx0" brushRef="#br0" timeOffset="234152">9668 11608 16676,'-52'35'665,"1"0"0,0 0 1,2 0-1,1-2 1,8-5 225,-3 2 970,28-24-1357,46-35-345,9-3 1,6-4-608,-4 4 0,6-3 532,-1 2 0,7-2 0,2-2 0,-2 2-568,-10 5 0,-2 2 0,0 0 0,4-2 499,4-3 1,3-2 0,2-1 0,-1 0 0,-2 1-69,-6 4 0,-2 1 1,0 1-1,-1-1 0,0 0-679,0-1 1,-1 1 0,0-1-1,0 1 1,-2 0 529,4-2 1,-1 0 0,-1 1 0,-4 2 0,15-12-1,-7 5 1,-21 16 0,0-1 0</inkml:trace>
  <inkml:trace contextRef="#ctx0" brushRef="#br0" timeOffset="234552">8905 10288 17423,'-46'9'1641,"1"1"0,5-2 1,14-7-1396,36-18 6,37-21-165,-2 7 0,7-2-1405,-4 3 1,3-1 0,4 0 1338,-6 3 0,3 0 0,2-1 0,1 0-301,-5 3 1,1-1 0,2 0-1,0 1 1,1-1 294,-7 3 1,2 0 0,-1 0 0,1 0 0,0 0 0,1 0-3,0-1 0,1 0 0,0 0 0,0-1 1,0 1-1,0 0-260,-2 0 0,1 1 0,0-1 1,-1 0-1,0 0 0,-1 1 260,7-5 1,0 1-1,-1 0 1,-1 0-1,-1 1-157,-5 2 0,-1 0 0,0 1 1,-2 0-1,-1 1 179,2-2 0,-1 0 0,-1 1 0,-4 1 373,2-1 1,-3 1 0,-4 1-261,0 0 1,-7 2 1422,-4-3-2546,-25 14-1269,-14 12 2244,-6 6 0,5-1 0,6 0 0</inkml:trace>
  <inkml:trace contextRef="#ctx0" brushRef="#br0" timeOffset="237935">12359 9123 23898,'39'-25'-21,"1"0"1,3 2-1,3 4-91,5 10 0,2 4-683,-2 0 1,-2 3 542,-7 2 0,-4 4-90,12 12 621,-33 14-279,-37 13 25,-2-16 0,-6-1-269,-8 4 1,-5 0 377,-3 0 0,-1-1 12,0-1 0,2-1-40,5-4 0,4-1-16,-16 11-56,25-12 585,20-8-463,20-9-27,20-7-84,26-9-485,-23 1 1,2-1 430,4-3 1,0-1-3,-1-2 0,-1 0 310,-4-1 0,-3 0-252,-6 0 1,-4-1 92,6-20 28,-23-1 101,-21-3 45,-13 0 95,-9 5 62,-2 6-74,6 10-100,9 7-151,9 8 846,8 3-1004,11 4 256,10 5-221,16 10-34,13 14-9,-19-7 0,-1 4-145,0 5 1,-3 4 116,-4 4 1,-4 2-632,-5 3 0,-5 2-988,-6 3 1,-4-2 1056,-2-5 0,0-3 0,-6 11 0,6-24 0</inkml:trace>
  <inkml:trace contextRef="#ctx0" brushRef="#br0" timeOffset="238576">14109 9146 22839,'-27'-50'530,"1"1"0,1 3 1,10 4-430,33-10-90,-3 18 6,28-8-29,-1 24 12,17 1-8,-17 13 0,1 3-1112,-4 5 0,-1 1 1112,-1 0 0,0 3 80,-4 5 1,-2 3-118,11 16-17,1 13-44,-19 8 47,-24-18 0,-5 1 37,-17 22 33,-8-3 23,-10-16 83,12-19 247,-7-2-112,14-15-5,6-11 1500,11-4-1612,4-6 380,6 4-487,5-3-28,7 5-34,16 5 23,-10 6 17,18 10-1,-10 9-27,8 11 5,-5 6 39,-7 15-10,-14-15 4,-17 15-4,-19-20-147,-19 7-1061,6-19 0,-2-3-3720,5-5 1,1-1 2958,-27 4 0,32-11 1,20-2-1</inkml:trace>
  <inkml:trace contextRef="#ctx0" brushRef="#br0" timeOffset="240752">15711 9005 21007,'12'-47'1391,"0"0"0,0 6 0,-6 9-1161,-14 23-146,-9 21-16,-14 20-52,9-6 1,0 4-534,-5 6 1,0 2 521,0 3 1,1 2-104,1 1 0,2 0-541,3 0 1,1 1-2496,3-3 0,2 0 3134,4-6 0,1-4 0,-1 9 0,6-21 0</inkml:trace>
  <inkml:trace contextRef="#ctx0" brushRef="#br0" timeOffset="241109">15350 8886 23584,'-41'-8'13,"1"1"0,2 2 0,10 10-7,21 35 16,4 4-10,11-2 32,7-7 29,8-9 73,2-12 95,1-13 16,-1-14 90,-4-12 23,-4-7-89,-7-4-46,-8 0-50,-7 4-73,-6 8-79,-4 8-72,-1 9-45,1 7-106,2 11-304,4 10-1012,5 11-3485,15 9 4991,4-3 0,0-13 0,-5-10 0</inkml:trace>
  <inkml:trace contextRef="#ctx0" brushRef="#br0" timeOffset="241459">15937 9277 20140,'4'1'3181,"0"0"-1703,-4-1-1450,-51 44-16,43-22-1,-15 7 0,8-1 39,34-12 12,2-5 140,3-12 89,-5-11 12,4-8 218,-3-20-337,-10 12 169,-5-12-118,-13 20-117,-5-2-73,-6 8-56,-2 7 5,8 4-22,0 8-84,10 6-398,0 8-1176,10 6-8145,12 5 7373,-3-10 0,2-3 1,-14-14-1</inkml:trace>
  <inkml:trace contextRef="#ctx0" brushRef="#br0" timeOffset="241669">16395 8995 24340,'3'-44'926,"0"0"0,0 2 0,-3 9-550,-5 22-287,-1 1-117,0 12 6,-5 26-1,4-2-117,-5 35-352,9-6-659,3-18 0,2 2 1151,2 7 0,2-3 0,0 5 0,4-4 0</inkml:trace>
  <inkml:trace contextRef="#ctx0" brushRef="#br0" timeOffset="242276">16905 8943 27118,'-21'-7'12,"-2"24"-35,14 17 1,4 5 5,-5 22-6,7-11 1,5 0-409,9-2 431,-2-17 0,2-1-6,6-3 232,9-11-147,-10-19 107,8-12-52,-5-12 40,-3-10-90,-3 7 56,-3-10-17,-6 0-78,0 2 232,-4-2-205,-1 15-44,0 9 40,-1 1-35,1 9-5,0 1-11,1 4 95,-1 1-90,0-2 1,1 0-29,-1-2 6,0 0 0,1 1-17,-2-1 17,0 0 17,-1-3-6,1 1 17,-3-5 6,3 5-28,-2-3-62,1 7 44,1 0 12,1 2-44,-2 0 32,-1 0 18,-2 2-6,-4 2-62,-1 1-83,1-2-1636,-2 0-3619,6-5 5400,-1-2 0,6 0 0,0 1 0</inkml:trace>
  <inkml:trace contextRef="#ctx0" brushRef="#br0" timeOffset="243068">16155 8904 18565,'-1'-47'1628,"1"-1"0,0 5 1,-1 4-957,1 7-179,0 7-163,0 9-156,0 6-152,0 5-240,0 4 229,2 9-11,1 2-6,2 9-11,0 0 29,-2 0 21,-1-4-44,-2-2-23,0-5-257,0-1-1495,0-2 1786,7 1 0,-5-3 0,5 0 0</inkml:trace>
  <inkml:trace contextRef="#ctx0" brushRef="#br0" timeOffset="244268">16256 8953 19337,'4'-59'1376,"0"-1"0,0 5 0,4 7-659,14 6-117,-1 10-135,-7 13-214,-6 9-190,-4 7-47,-4 10 42,1 11 5,0 17-21,1 16 4,0-4-33,0-6 1,1 1-488,2 18 484,-1-17 1,1 0-15,3 20 6,0-11 28,-3-13 62,-2-12 201,-2-12 230,-1-8-113,-2-8-234,-6-14 330,2 3-426,-8-22-38,6 1-1,-1-17 0,4-9-22,3 22 0,1 1 11,0-13 56,1-8 5,0 34-50,-1 3-50,1 11-34,-1 9 34,1 6 6,0 15-1,2 14 6,-2 21-110,1-22 1,0 2 109,-1 12 0,1 1-404,0-7 0,1-1 401,0-2 1,0-1-32,5 18 17,0-25 45,0-2 107,-3-16 83,-1-11 122,-3-17-295,1-15-6,-1-22-11,-1 17 0,0-2-92,0-6 1,-2-2 54,0-5 1,-1-1 24,0-2 1,0 1-251,-1 4 1,0 1 238,0 8 1,-1 2 22,-3-14-6,0 22-78,4 20 23,1 13 946,1 24-930,-1 20-5,1-11 0,0 2 29,1 7 1,-1 2-11,2 14 0,0-1 6,1-19 0,1-2-9,2 13 1,3-4-6,6-1 22,2-3 34,-4-20 179,-2-20-152,-2-24-55,1-4 12,2-33-29,-1-3 56,-3 19 1,-1-4-57,1-10 0,-2 0-884,0 11 0,-1 1 884,0 2 0,0 3 0,-1-7 0,-1 27 0,-1 2 0,-2 16 331,-1 13-331,0 3 1840,-1 20-1914,1 3-733,0 22-2420,5-25 0,2 0 3227,1-1 0,1-2 0,3 11 0,-1-20 0</inkml:trace>
  <inkml:trace contextRef="#ctx0" brushRef="#br0" timeOffset="244935">18072 8971 21170,'-8'-6'3036,"3"1"-2807,5 5-150,0 0-62,79-61-1638,-50 50 1,3 1 1618,2-11 0,4-4 0,1 7-147,14 12 0,-3 9 60,11 6-34,-21 0 0,-4 4 5,-5 22 84,-29 10 51,-27 6 2,2-24 1,-3-1 14,-5 0 0,-1-1-15,6-6 1,0-1 16,-5 3 1,1-1-37,3-1 2229,-3 3-2179,24-15-11,11-4 1300,28-9-1317,12-7-5,-10 2 0,3-2-854,-1-2 0,-1-2 856,-8 3 1,0-2-107,6-9 0,-5-3 299,-2-18-97,-10 11 1,-5-1 66,-10 3 0,-4 1 67,-4 0 0,-2 1 9,-8-15 345,-18-6-339,14 28-91,-8-4-100,16 19 1712,7 6-1841,3 9 602,7 11-513,7 16-66,11 14-9,-7-19 0,2 2-323,2 4 1,0 2 101,1 1 0,-2 2-491,-2 2 1,-4 1-1591,-3 0 0,-6 1 2344,-9 3 0,-4-3 0,0 5 0,-10-8 0</inkml:trace>
  <inkml:trace contextRef="#ctx0" brushRef="#br0" timeOffset="245442">19504 8749 22867,'-5'-5'2336,"1"1"-1613,4 4-499,-19-70-140,25 38-65,-9-11 1,7 2-26,34 14 12,13 7-12,9 8 1,-10 6-7,-13 9 1,0 5-22,13 10-164,-14-2 0,-2 4 174,-10 1 1,-2 2 0,9 15-15,-18-6 1,-4 1 8,-8 11 51,-11 17 5,-16-23 16,-8-8 57,0-9 123,6-9 112,8-7-17,8-9 344,7-3-501,2-5-95,8 1-22,3 1-51,9 4-5,9 3-11,10 8 16,8 7 23,4 14-51,-2 7 6,-11 5 28,-13 0-39,-19-2 45,-23-5-68,-24-2-235,13-16 1,-4-1-1460,-7-2 0,-1 0 1077,3-3 1,3-1-1,-14 1 1,23-4 0</inkml:trace>
  <inkml:trace contextRef="#ctx0" brushRef="#br0" timeOffset="247717">19597 9635 22901,'-5'1'1641,"1"0"-1221,4-1-403,73-38-1081,-43 27 0,2 1 1064,7-7 0,5-1 0,-1 2 0,8 3 0,-3 3 218,-12 3 0,-2 0-257,23-2 33,-37 7 394,-13 1-360,-17 4 28,-26 8-28,1 0 6,-13 3 0,-3 0-1,-2 1-338,0 1 1,-2-1 363,20-4 0,2-1 36,-10 2 1,1 0 971,-8 3-1079,15-6 178,36-7-133,10-2-10,28-6-29,0-1 1,5-1-9,4-2 0,3-1-42,-9 3 1,2-2 0,-2 1 46,11-2 1,-3 0 2,-13 3 1,-2 1-12,25-5 23,-37 8 10,-9 2 7,-47 15-1,-22 5-17,21-7 1,-2 1-215,-12 3 1,-3 1 241,-2 0 1,-1 0-346,2 0 0,1-1 331,0 0 1,5-2-20,5 0 854,23-8-770,24-5 106,39-11-159,-15 3 0,4 0-383,15-6 0,3-1 382,-1 0 1,-1-1-37,0 1 1,-1-1-502,-7 1 0,-2 1-4409,-8 2 1,-4 1 3344,6-3 0,-21 8 1,-13 6-1</inkml:trace>
  <inkml:trace contextRef="#ctx0" brushRef="#br0" timeOffset="249651">9665 3596 20414,'-48'4'1073,"0"-1"1,4 1 0,12-2-817,24-3-134,9-3-44,7-3-51,9-5 1,11-5 3,15-3-10,10-4-17,-22 12 1,0 0-107,1-1 0,-1 1 106,24-9 12,-14 4 22,-17 8-11,-12 5 23,-10 3-12,-15 8-32,-9 5-1,-22 9 11,-11 6 195,8-5-212,-9 4-173,21-8-455,8-4-1159,20-6 1787,33-10 1,-12 1 0,11-2 0</inkml:trace>
  <inkml:trace contextRef="#ctx0" brushRef="#br0" timeOffset="249985">10447 3333 22783,'-48'5'769,"0"0"0,6 0 1,8-1-445,21-4-247,8-1-94,5-1 27,9-1-17,12-5-16,18-3 33,17-6-6,-22 7 1,0 0 5,0 0 1,-1 0 27,24-8 28,-18 4 101,-18 7 17,-13 3-101,-6 2-269,-2 1-1070,0-1-8576,4-2 9352,-2 1 1,2 1-1,-2 1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1:40:02.1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9581 2737 20291,'-12'-48'267,"1"1"0,0 3 0,6 6 1175,15 7-1414,9 2 493,11 5-527,8 6-10,11 6-1,6 6-34,6 13 23,-29 1 0,-2 1 839,19 12-890,-18 1 1,-3 4-17,-4 14 78,-9-9 0,-6 0 51,-21 18 66,-15-2 29,-11-9 50,-1-7 129,5-10 118,8-10-40,7-6 230,8-10-420,5-4-140,4-1 11,4-9-84,6 6-22,8-4 6,12 8 21,14 5 7,12 8-7,-22 1 1,0 2-6,-1 4 1,-1 2-46,20 19-11,-20 5 29,-21 4 16,-26 2-118,-19 0-51,10-22 1,-2-2-227,-2-2 1,-1-2-1763,-25 7 2185,8-12 0,24-5 0,8-6 0</inkml:trace>
  <inkml:trace contextRef="#ctx0" brushRef="#br0" timeOffset="466">10489 2497 24027,'-26'57'115,"0"0"1,2-3 0,9-6-49,23 2 0,12 0 17,16-6-59,-11-24 1,2-2-4,4-2 0,2-4-5,0-3 0,1-2 22,-1-2 0,-1-3 73,22-9 45,-10-9 95,-14-11-22,-14-8-67,-19-5-34,-18-5-62,-22 0-278,14 22 1,-3 1 299,-2 1 1,-2 2 56,1 1 0,0 2 100,-21-13-173,21 11 16,17-6-89,18 9 0,9-5-5,16 8-6,13 4 11,8 5-34,6 11 273,1 8-228,2 15-23,-28-10 1,-3 2-20,-2 5 1,-3 2-194,-4 6 0,-5 2-1235,-2 6 1,-6 1 1458,-5 8 0,-2-3 0,0 10 0,-6-9 0</inkml:trace>
  <inkml:trace contextRef="#ctx0" brushRef="#br0" timeOffset="1833">8691 2631 13194,'0'-55'2082,"-1"0"0,1 9 0,-1 5-800,0-2-969,0 24-335,0 16 106,4 23-50,1 5-4,3 20 1,1 8-17,-2-3 0,0 4-1104,0 1 0,0 5 1,0 1 1014,-2-1 0,1 1 1,-2 0-101,0-12 0,0 1 0,-1 1 0,0-2-380,0 1 1,0-1 0,-1 0 0,-1-1 130,-1 11 0,-1-1 0,-2-4-89,0-8 0,-2-3 0,-3-3-543,-6 6 0,-5-8 1056,-4-13 0,-1-6 0,-3 0 0,2-12 0</inkml:trace>
  <inkml:trace contextRef="#ctx0" brushRef="#br0" timeOffset="2283">8938 2038 15038,'20'49'628,"1"-1"0,2-4 1,6-8-446,4-19 0,3-5-55,-3-3 0,2-2 41,21 0 1,7-4-1759,-4-1 0,6-1 0,1-2 1613,-12 1 1,2-1 0,1-1 0,3 1-249,0-1 0,2-1 0,1 1 0,1-1 0,-1 0 314,-3-1 1,0 0 0,-1-1-1,1 1 1,-1-1 28,3 0 0,-1-1 1,1 1-1,0-1 0,-1 0-125,0 0 0,0 1 1,0-1-1,-1 0 1,-1 0 93,-2 0 1,0 1 0,-1-1 0,-1 1-1,0 0-198,8-1 0,0 0 0,-1 1 0,-2-1 272,-6 2 1,-2 0-1,0 0 1,-2 1 349,7 0 1,-1 0-1,-3 1 17,9-1 1,-5 2 706,-15 2 0,-6 1 164,4 5 2290,-27 7-3336,-23 5 2713,-13 6-2450,-9 7-371,-4 11-204,17-17 0,2 2 410,1 4 0,3 2-530,2 5 1,3 0 5,2-7 0,4 1 169,10 18 1,7 0-570,3-14 1,4-2-680,13 14 0,7-2-3765,4-12 1,3-5 4643,-3-6 1,-2-4 0,-13-6 0,-3-3 0,6-1 0</inkml:trace>
  <inkml:trace contextRef="#ctx0" brushRef="#br0" timeOffset="3076">8028 3085 10024,'0'-8'3710,"-1"-24"1,-4-7-1845,-7 4-1231,3-8 1,-3 1 254,-13 11-380,-2 9-274,1 12-107,-1 10-40,-1 17 12,-4 16-73,14-9 0,0 4-11,-6 13 0,1 2-17,7-13 0,1 2-203,-4 13 1,3 0 191,6 6 0,7 6 45,12-18 128,7-16 152,5-16 5,4-17-39,4-16 28,6-18-174,-17 17 1,1-2 63,1-5 1,0 1-42,5-10 179,-1-1 259,-18 34-561,-2 2-23,-3 15 23,1 26-23,0 13-17,1 9-385,-2-18 1,0 1 255,-1 1 1,0 1-1121,0 14 1,0 5 861,-1-14 1,0 3 0,1-5 0,-1-3 0,1-3 0,-1-2 0,0 1 0</inkml:trace>
  <inkml:trace contextRef="#ctx0" brushRef="#br0" timeOffset="4876">12829 2443 28021,'9'-53'1445,"-1"0"0,0 6 1,-4 4-1136,-7 1-537,-3 14-335,-2 11-583,3 9 32,1 13 2305,1 16-1480,-2 22 265,1-12 0,1 2-219,-1 5 0,0 0 367,1 1 1,2 0 41,0-5 0,2-1 437,8 20 59,6-17-2077,4-16 907,3-14 739,4-20 1027,8-15 71,9-18-1320,-20 21 1,1-1-11,-1 0 0,-1 2 0,16-19 0,-11 13 0,-11 13 0,-10 10 0,-2 17 0,-2 2 0,2 26 0,-3 10-1055,-1-11 1,-1 5 329,-2 13 0,-2-1 0,2 8 0,-1-30 0,0 1 0</inkml:trace>
  <inkml:trace contextRef="#ctx0" brushRef="#br0" timeOffset="5583">10168 4103 20737,'-27'-33'287,"0"1"0,0-1 0,-11-9 0,12 6-281,26 12 141,21 0-180,9 2-7,21 1-28,5 13 24,-9 8-57,11 15-365,-13 13 445,-19-7 1,-2 5-5,-4 12 0,-6 3 33,-6-4 1,-4 0 2,-3 1 0,-5-1 29,-7-3 1,-6-2 24,-3-4 1,-3-1 28,1-1 1,0-2 28,-3-1 0,0-5 189,-6-3-112,9-9 226,3-12-178,8-9-260,2 1 28,5-13-124,11 11 19,9-5 53,3 10 399,17 1-387,23 7 32,-26 4 0,1 2-184,8 2 1,-1 3 152,-8 3 1,-3 2-13,14 10-121,-14 15-40,-25-2 36,-16-5 0,-6-1-233,-22 19-902,8-21 1,-1-5 282,-11 1-3981,-2-10 5000,21-11 0,4-1 0,11-3 0</inkml:trace>
  <inkml:trace contextRef="#ctx0" brushRef="#br0" timeOffset="5966">10985 3646 15946,'0'-3'5130,"0"0"-3264,0 3-1341,-78 64-260,61-36 0,1 3-1440,-14 7 1,-5 4 0,8-1 1222,14-2 1,7 1-36,-2 8 1,4 2 258,6-5 1,3-1-259,2-1 0,4-1-164,6 1 1,4-6 74,3-14 0,1-5-185,20 4 332,-9-17 0,0-6 157,12-12-84,-16 1 1,-1-4 419,7-22 2740,-16-4-2670,-15 3 561,-21 4-1174,-17 8-169,-18 9-129,-12 9 80,28 8 0,0 2-355,-29 9-143,11 9 104,19 0-2354,10 28 2937,25-5 1,-5-4 0,11-11 0</inkml:trace>
  <inkml:trace contextRef="#ctx0" brushRef="#br0" timeOffset="6259">9876 5384 19641,'60'-18'123,"0"-1"0,0 0 0,0 0 1,-11 4-1,1-1 0,0 1 0,0-1 1,-1 1-1398,10-4 1,-1 0 0,0 1 0,1-1 1285,-10 3 0,1 1 1,-1 0-1,1-1 1,0 1-1,-1 0 0,0 1 1,1-1-1,-1 1 0,0-1-56,11-1 1,0-1 0,-1 0 0,-1 2-851,-3 0 0,0 1 0,-2 0 0,-2 2 894,7-3 0,-2 2 0,-6 1 0,1 0 0,-8 2 0,1 0 0</inkml:trace>
  <inkml:trace contextRef="#ctx0" brushRef="#br0" timeOffset="8667">10801 5795 22588,'0'-17'-709,"2"7"517,1 19 160,-1 4 104,0 2 32,-5 2 103,-4 0 154,-3-3 14,-2-5 183,1-4-142,3-11-148,1-8-140,3-17-27,1-11-15,5-5-68,6 1-39,6 9-25,4 11-15,4 9 10,2 9 16,5 10 11,4 12-27,4 12-16,-1 16-259,-20-14 0,-4 2 318,-4 8 0,-5 2-12,-7 8 0,-6 3-734,-8 7 1,-5 2 747,3-19 1,-2 0-1,-2-1 23,0-3 0,-2-1 0,0-3-117,-11 7 1,1-6 194,6-12 1,1-6 89,-15-6-57,17-21 455,12-12-577,16-11 1444,16-3-1495,15 0-11,18 5 78,-19 18 0,3 1-70,6 2 0,2 1-623,6 2 1,3 1 404,4 0 0,2 1-488,4 2 1,1 1-536,-20 1 1,1 1 0,0 1 1288,3 1 0,-1 2 0,-3 0 0,-4-2 0,-4 1 0,26 5 0</inkml:trace>
  <inkml:trace contextRef="#ctx0" brushRef="#br0" timeOffset="8900">10599 6791 15894,'-39'13'1725,"-1"1"0,-19 2-1489,75-28-102,22-13-159,-4 7 0,5-1-1202,12-4 1,3-1 1059,-10 7 1,1-1 0,2 0-49,3 0 1,2 1-1,0 0-291,2 0 0,0 2 1,0 0-1178,-2 3 1,0 1 0,-2 1 1287,12-2 1,-5 3-1,-19 4 1,-6 2-1,1 0 1</inkml:trace>
  <inkml:trace contextRef="#ctx0" brushRef="#br0" timeOffset="9116">10741 6931 15704,'-45'20'1689,"-1"1"1,8-4-1,8-4-1011,22-12 28,22-12-247,19-10-319,-5 3 0,5-1-767,8-4 0,3 0 714,6-3 0,3-1-26,-8 5 1,2 0 0,-1 1-48,-6 3 1,-1 0 0,0 2-18,18-9 1,-2 2-88,-6 5 1,-3 2-874,-12 6 1,-1 1 962,6-1 0,-2 2 0,3-1 0,-14 6 0</inkml:trace>
  <inkml:trace contextRef="#ctx0" brushRef="#br0" timeOffset="13717">19678 2032 21867,'8'-56'1126,"0"-1"0,0-1 0,-1 11-583,-3 24-259,0-1-256,-3 18 43,1 30-83,0 18 4,-2-4 0,0 5-459,-3 7 1,-1 3 236,-1 7 1,-1 2-681,2-17 1,0 0-1,0 0-472,1 0 1,0 1 0,2-1 1381,4 1 0,1 0 0,0-4 0,-2-3 0,1-4 0,11 19 0</inkml:trace>
  <inkml:trace contextRef="#ctx0" brushRef="#br0" timeOffset="14084">20274 1841 20201,'11'-50'1553,"0"0"0,-2 7 1,-2 8-1184,-2 13-342,-4 16-51,-3 11 46,-3 37 5,-1 15-437,1-9 1,0 3 408,1 3 0,0 1-381,1 1 1,1 0 380,4-3 0,2-2-3,2-9 0,3-2-8,18 14 72,5-25 52,4-31-23,1-25-12,2-21-237,-19 19 0,-1-2 245,-1 0 1,-1 1 115,10-26-90,-9 19 751,-6 4-796,-9 23 881,0 1-964,-3 20 4,3 12-44,1 18-229,5 15-294,-4-22 0,2 2-1158,2 4 1,2 3 1736,6 7 0,1-2 0,1 8 0,6-5 0</inkml:trace>
  <inkml:trace contextRef="#ctx0" brushRef="#br0" timeOffset="14868">21758 1789 25562,'-48'-28'59,"0"1"1,3 3 0,6 14-32,8 40 11,-5 9-5,-4 8-424,20-22 1,0 0 397,0 1 1,2 0 13,-17 27 23,7 2-39,5 2-1,9 4-11,12-29 1,2 0-40,15 29 305,13-7-221,11-14 96,2-18 244,-6-14-166,-6-19-90,-4-11-39,-2-14 33,0-6-27,-3-2-45,-4 3-6,-2 1 397,-2 2-419,1 0-28,1 0 33,0 0 23,0 4 45,-3 5 89,-4 6-28,-2 7-44,-4 5-29,0 5-44,-1 0-12,0 2 17,0-2 6,0-3 17,2-1-18,-1-2 24,0-1 4,0 3-27,-1 1 11,0 3-22,0 3-17,-1 0-23,1 1 6,0 1 0,0-1-62,-1 6 93,-2 6-6,-2 14 5,-4 19-24,-7 18-461,5-22 1,-1 4 448,-2 6 1,0 2 7,-1 7 1,0 2-42,5-17 0,0 1 0,1 0-624,0 2 0,0 1 0,1-1 5,0 1 0,1-1 1,0 0-2225,1-3 0,1 0 0,0-2 2478,0 8 0,0-4 1,1 9-1,2-31 1</inkml:trace>
  <inkml:trace contextRef="#ctx0" brushRef="#br0" timeOffset="15434">22370 1988 20380,'1'-9'2022,"3"-23"0,-4-3-1249,-11 15-571,5-14 0,-5 5 16,-25 31-128,-7 19-65,19-1 0,0 5-414,0 8 1,1 4 399,0 8 1,2 3-7,1 6 1,4 3-9,1 4 0,4 1-603,4 0 0,5 0 617,6-2 1,6-1-12,7-6 0,6-4-3,7-5 0,5-5-253,4-7 1,2-6 283,-1-6 0,-1-7 8,-4-6 1,-3-5 148,17-18 16,-18-16 68,-15-12-34,-15-4-111,-17-1-85,-16 5-87,8 23 1,-3 3-312,-9 0 0,-3 5-1770,-11 2 1,-4 3 1891,0 3 1,2 2 0,13 2-1,4 1 1,-11 2 0</inkml:trace>
  <inkml:trace contextRef="#ctx0" brushRef="#br0" timeOffset="16818">23225 1987 22235,'57'-26'-5,"-1"0"1,1 0-1,-8 5 1,-2 0-1,3 7-44,3 6 0,2 6 1,-3 2-1929,3 5 0,-7 2 1973,-14-2 0,-6 5 945,1 25-1049,-47 5 169,-13-6 1,-8 0 44,-4-2 0,-3-1-140,6-6 1,-2 0-1,2-1 215,-11 4 0,3-1-76,12-7 1,2 0-28,3-3 1,5 0 219,10 1 1908,20-5-2057,36-15-105,-4-5 0,3-3-404,-4 0 0,1-1 377,16-7 0,3-2 12,1-3 1,0-2 24,-2-1 0,-1-2 137,-1-3 1,-6-3 9,-22 6 0,-7 0 102,-3-18-94,-24 12 0,-9 0 146,-22-11-74,10 14 1,-2 2 534,5 9 0,1 3-359,-15-11-508,17 12 139,12 4-139,11 9-77,20 10 408,10 12-229,-3 1 1,3 3-227,2 7 1,-2 2 16,-3-4 1,-2 4-2523,1 25 0,-6 3 2676,-14-22 0,-3-2 0,4 7 1,-2-4-1,-11-6 0</inkml:trace>
  <inkml:trace contextRef="#ctx0" brushRef="#br0" timeOffset="20217">25141 2058 8679,'-2'-3'3709,"1"1"4614,1 2-7926,22-20-150,-14 15-68,14-15-22,-19 20 89,-3 1 57,-2 2-56,-3 2 5,-5 3 61,-2-2-122,1-2 385,0-4-296,7-7-67,0-7-31,7-11 45,6-8-20,8-2-14,3 2 23,4 10 14,1 11 43,0 7-57,4 14-146,0 12-35,0 17-144,-6 12-246,-14-19 0,-3 1 218,-7 3 0,-4 2-27,-5 5 1,-6 0-379,-8 4 0,-4-1 430,-5 1 0,-3-2 96,-2-3 0,-2-3 109,3-7 0,0-5-47,5-8 0,2-4 115,-15-6-47,16-21-55,16-15-58,18-13-17,15-4-45,16 1-281,12 4 225,6 10-91,6 8-16,-29 15 0,1 3-277,2 2 1,1 1-831,3 2 1,-1 2-1734,4 1 0,-2 0 2662,-3 1 0,-3 0 0,10 2 1,-19-4-1</inkml:trace>
  <inkml:trace contextRef="#ctx0" brushRef="#br0" timeOffset="20541">25927 2185 14975,'0'-4'6206,"0"1"-4111,0 3-2028,-44-11-33,34 22-12,-27-5 12,54 23-12,14 0 1,11-3 10,9-5 18,4-10 44,-1-10 51,-4-14 89,-8-11 56,-9-10 67,-13-5-5,-10-3-78,-15 2-84,-13 1-68,-14 6-39,-13 6-34,-9 7-27,-6 8-29,8 6-112,16 5-420,20 10-2435,29 6 2973,11 3 0,-2-5 0,-5-6 0</inkml:trace>
  <inkml:trace contextRef="#ctx0" brushRef="#br0" timeOffset="21118">26965 2035 24256,'-43'-18'513,"0"0"1,2 3 0,15 0-469,30 2-68,19 2-78,24 3-11,-13 5 0,3 2-613,7 0 1,2 2 469,4 2 0,0 2-42,-1 1 0,-1 1 73,-5 1 0,-2 2 104,-8-1 0,-5 1 317,7 11-135,-33-1 50,-31 2 84,-28 2 47,10-9 1,-1 1-149,13-6 1,1 1-47,-13 3 0,3 0 125,5 0-107,5 0 17,25-6 828,30-4-884,26-6-42,-11-3 0,3 0-152,-6 0 1,3-1 148,20-7 1,1-1 10,-22 3 0,-1 0 37,13-5 0,-4-3 42,0-13 33,-23-6-33,-18 7 180,-28-23-18,-5 17-95,8 10 0,-2 1 201,-15-8 234,9 8-306,11 10-101,11 7-168,6 6 71,17 21-18,-4-4-7,25 31-162,-4 0-141,-10-16 0,2 3-820,4 9 1,-1 0-1475,-5-7 1,-1 0 2553,0 2 1,-2-4 0,-3 0 0,-9-16 0</inkml:trace>
  <inkml:trace contextRef="#ctx0" brushRef="#br0" timeOffset="21491">28130 1855 25614,'3'-50'225,"0"0"0,2 4 1,5 7-183,24 11 95,23 6-33,0 11-1001,2 8 893,1 19-76,-16 14 97,-19-6 0,-4 5-70,-6 14 0,-8 4-2,-9-3 1,-5-1-9,-2 1 0,-6-2-24,-13-3 0,-5-4 23,5-10 1,-2-1 15,-5 4 1,0-1 26,5-6 1,2-1-105,-10 10 131,20-15 405,23-6-363,24-13-13,30-5-36,-3 0 1,6-2-817,-1 1 1,2-1 411,-8 3 1,2-1 0,-4 1-1427,6-1 1,-4 1 1829,8-1 0,-8 1 0,-11 1 1,-2 0-1</inkml:trace>
  <inkml:trace contextRef="#ctx0" brushRef="#br0" timeOffset="23001">20601 5605 22229,'-1'-57'967,"-1"0"0,1 7 0,0 7-519,1 8-364,-1 16-106,1 13-28,0 21 33,0 44-11,-2-19 0,0 4-607,0-3 0,-1 3 0,0 1 204,-1 2 0,-1 1 0,0-1-483,-2 12 1,1 1 913,-1-4 0,1 3 0,1-9 0,-1 8 0,2-16 0,0 0 0</inkml:trace>
  <inkml:trace contextRef="#ctx0" brushRef="#br0" timeOffset="23401">21130 5581 20065,'1'-50'914,"1"-1"1,-1 7 0,0 11 94,-1 27-970,0 18 293,-4 20-299,-5 23-36,2-19 1,0 1-1,0-6 0,1 0-11,0 6 0,3 0 3,12 21 22,8-6 23,14-15 33,4-29-6,-6-13 218,10-20-123,-17 3 1,0-4-8,0-1 0,-1-1 5,4-6 0,-3-1 165,7-16 39,-7 9-184,-10 16 511,-5 9-612,-6 11-90,0 7 6,-1 12-6,1 15-95,3 17-263,5 13-393,-2-24 1,1 2-275,2 1 0,2 1-1955,3 3 1,2-2 2522,0-5 0,0-2 1,7 9-1,-7-20 0</inkml:trace>
  <inkml:trace contextRef="#ctx0" brushRef="#br0" timeOffset="23784">22383 5549 22201,'-22'-48'832,"0"-1"1,-9 1 0,-4 13-492,-11 28-268,13 6 0,-1 5-28,-19 21-34,6 18-14,27-17 0,2 1-3,4 3 1,2 1-17,-1 30-6,19-4 5,14-9 12,14-13 11,4-15 56,2-16 50,-3-16 74,-2-14 123,-4-13 128,-6-5-207,-9 8 414,-5-10-296,-7 23-118,-2-4-129,-3 17-106,0 8-17,-2 12 5,-3 14-27,-2 19-135,-2 15-479,4-22 0,2 0-322,-1 5 0,2 0 986,0 8 0,1-3 0,-1 7 0,3-4 0</inkml:trace>
  <inkml:trace contextRef="#ctx0" brushRef="#br0" timeOffset="24158">23031 5341 21573,'0'-7'3686,"0"2"-3159,0 5-208,0 0-241,-73-4-39,34 37-792,-10-13 0,0 6 750,25 17 1,8 7 4,-1 2 1,4 1-6,3 1 1,5 1-12,7-1 0,5-2 2,6-3 1,5-3-144,7-5 1,4-4 154,3-5 0,2-6-87,-1-8 0,0-4 148,23-6 57,-14-25 27,-16-17 68,-12-14 0,-13-6-45,-13 0-34,-14 5-61,-13 10-34,-9 16-5,-5 14-112,1 21-214,5 16-721,9 21-1525,23-18 1,2 2 2131,4-1 1,2-2 0,-1 12 0,5-18 0</inkml:trace>
  <inkml:trace contextRef="#ctx0" brushRef="#br0" timeOffset="25275">19581 6160 15708,'-4'-49'1266,"0"0"0,-1 0 0,2 4 0,-1 2 0,1 2-664,1-6 0,0 3-188,1 11 0,0 3 46,-2-13-274,1 22-236,1 16 73,2 21-34,4 25-12,0-6 1,0 4-580,2 11 0,-1 2 464,-1 9 1,-1 2-20,-2-20 0,-1 1 1,-2-1-49,-4 18 1,-3-2 134,-1-7 0,-4-5-99,-3-9 0,-4-6-262,-25 10-146,-13-25 431,25-18 0,-1-5 146,-2-5 0,1-6 47,0-7 1,3-5-390,1-8 1,4-3 391,3-9 1,4-2 30,3-5 1,5-2 49,4 0 1,4 0-23,5 3 0,3 1-42,3 5 1,3 3-32,3 4 0,4 2-54,1 4 0,5 2 7,11-1 0,5 4-3,0 6 0,2 4 113,0 1 1,2 3-123,6 6 1,1 4-1,-6 2 1,2 3-337,-5 0 0,2 0 1,1 0 358,4 2 0,2-1 0,1 1-6,5-1 0,2 1 1,2-2-2,-12 1 0,2-1 0,0 0 0,1-1-354,3-1 1,1 0 0,1 0 0,0-1 358,3-1 1,0-1-1,1 0 1,1-1-11,-11 2 1,0-1 0,1-1 0,0 1 0,0-1-374,1-1 0,1 0 1,0 0-1,1 0 1,-1-1 384,2 1 0,-1-1 0,1 0 0,-1 0 0,1-1 3,0 1 0,0-1 1,-1 0-1,1 1 1,0-1 3,-2 1 1,1-1 0,-1 1 0,0-1 0,0 1 4,-2 0 0,1 0 1,-1 1-1,-1-1 1,1 1-66,8-3 1,0 1 0,0-1 0,2 1 75,-6 1 1,1 0-1,1 0 1,-1 0-1,-2 0-190,7 0 1,-2-1 0,-1 1-1,0 0 175,-2 1 1,-1-1-1,0 1 1,-1 1 2,-1 0 0,-2 0 0,0 1 1,-2 0 96,3 0 1,-2 1-1,2 0-88,8-2 1,2 1 0,0 1 7,1 1 0,0 0 0,-4 2 14,-1-1 0,-2 1-3,-10 2 0,1 2 0,-9 0 588,0 2-403,7 7 1832,-42-3-1899,-8 1 1391,-3 0-1380,-5-2 3269,6-2-3364,-1 1-17,6-4-23,-1 2 18,2 3 16,-3 5-22,-2 4 84,-7 21 39,-10 21-581,4-12 0,-2 7 435,-1 1 0,-3 6 1,2 0-738,2-4 0,0 0 1,2 2 716,3-6 1,0 2 0,2-1 0,2-3-11,2-5 1,2-2 0,6-1-131,4 5 1,7 0 0,7-4-56,11-5 1,7-4 0,3-2-480,2 0 0,1-3 0,3-2-2605,10-2 0,3-2 0,-4-6 2104,0-6 0,-5-5 1,13-4-1,-44-2 1</inkml:trace>
  <inkml:trace contextRef="#ctx0" brushRef="#br0" timeOffset="25834">19326 5823 23808,'-6'-42'605,"0"0"0,0 4 0,8 10-493,13 24-22,13 18 27,10 18-106,-13-5 1,-2 5-861,3 11 1,-3 4 856,0 10 1,-4 4-456,-8-15 1,-3 3 0,-3 0 206,-4 4 1,-3 0 0,-4 1-2391,-4 3 0,-4 0 1,-2-2 2629,-1-6 0,-2-1 0,0-4 0,-2 2 0,1-5 0,-7 6 0</inkml:trace>
  <inkml:trace contextRef="#ctx0" brushRef="#br0" timeOffset="26717">17959 6440 17630,'6'-62'1829,"0"0"1,-1 3 0,-2 2-1318,-5 12 1,-2 2-138,-2 5 1,-2 4 83,-18-18-279,-5 21-91,-7 18-16,-8 25-23,-6 19-548,24-5 0,2 4 495,1 5 0,3 3-14,4 2 1,4 2-1,4-2 0,6 0-16,5-4 1,6-2 21,20 19-6,17-21 45,11-19 84,4-25-14,-28 0 0,-1-4 31,-1-5 0,-1-3-1,-2-2 1,-2-1 3,-3 0 0,-3 0 164,12-20-44,-14 13-140,-8 15-134,-5 15 5,-3 20 28,2 20-5,0 25-143,0-19 0,1 3 44,-2 10 1,1 4-173,-1-14 0,-1 2 0,1 1-811,-1 5 1,0 2 0,-1 2 766,1-9 1,-1 3-1,0-2 1,0-4-1,0 11 1,0-4-1,0-3 1,-1 0-1</inkml:trace>
  <inkml:trace contextRef="#ctx0" brushRef="#br0" timeOffset="28367">20917 4378 14533,'-2'-3'5719,"1"1"-2297,1 2-3058,-1-43-263,1 33 229,-1-27-128,-5 82-102,-2 5-86,1-8 0,0 3-300,0-8 0,2-2 286,1-1 0,1-1 11,2 22 12,6-15 55,2-14 236,-1-14 112,-1-8-163,-1-15-117,0-10 555,-1-13-595,-1-10-5,-5-2 11,-2 2 0,0 9-50,0 11-68,3 11-140,0 8 130,5 26-46,1 6-369,3 28-608,-4-23 0,-1 1 545,-2 10 1,-1-1-1,-1 7 1,-2-1 0</inkml:trace>
  <inkml:trace contextRef="#ctx0" brushRef="#br0" timeOffset="28917">21395 7348 19716,'-6'-44'842,"0"0"1,1 0-1,-6-1 1,-1 0-1,-1 7-528,-17-16-90,4 24 0,-2 5-34,-13 9-139,-10 7-54,21 18 0,0 5-14,-14 21 224,5 10-202,19 11-16,14-10 5,13 12-5,14-6 74,18-10-66,-10-25 0,2-4 37,13 2 101,14-14 77,-25-16 161,3-13 42,-8-8 83,-8-9-380,-9 15 162,-5-4-185,-4 21-84,-1 3-39,0 7 28,0 25-6,0-2-27,0 37-180,0 2-781,-2-17 0,-2 4 134,1 5 0,-1 3 860,-1-9 0,-1 2 0,1-4 0,0-5 0,1-2 0,-1 1 0,0 0 0</inkml:trace>
  <inkml:trace contextRef="#ctx0" brushRef="#br0" timeOffset="29201">20669 9101 21793,'47'-27'16,"1"1"0,-1-1 0,0 1 0,1 0 0,0 0 0,1 1 0,2 2-46,7 1 1,3 2 0,0 0-1,-2 1-964,-5 0 1,0 1-1,-2-1 1,1 1 761,-1 0 1,0 0 0,0-1 0,-1 1 74,0-2 0,0-1 0,-2 1 0,-8 4 0,-7 2 0,-3 2 0,15-8 1,-1 1-1</inkml:trace>
  <inkml:trace contextRef="#ctx0" brushRef="#br0" timeOffset="30191">21905 9508 19378,'-3'-6'3058,"2"1"-2537,1 5-331,0 0-139,-42-15 10,12 30-30,-5-12 0,-2 4-9,7 13 1,4 4 5,-23 11 44,11-11 1,0-2 101,-7 0 16,-11 5-78,30-18-100,14-6-1,7-1 56,5 0 28,0 2 6,1 3 11,3 4-50,1-1 44,4 8 28,2 11-94,-3-5 44,3 27-6,-7-19 17,0 16-22,-3-20 196,-10 6-22,0-17 106,-6 2-1,2-13-66,3-9-84,2-7-79,3-9-56,8-6-33,9-4 16,10 0-39,11 2-33,10 6 33,6 6-17,4 7-5,2 10-17,-3 12 0,-5 11-33,-12 13-40,-15 9-28,-24 7-101,-18 4-340,3-29 0,-4 0 158,-2-1 1,-3-1-536,0-2 1,-1-3-5882,-25 11 6828,14-16 0,18-10 0,13-7 0</inkml:trace>
  <inkml:trace contextRef="#ctx0" brushRef="#br0" timeOffset="30617">22500 9481 18067,'0'-6'4543,"0"2"-3132,0 4-1030,-69-30-1368,20 38 1099,-7-12 0,-1 6-31,17 21 0,4 7-22,-1 1 0,3 2-57,5 0 1,3 0-17,8-2 0,4-2 437,6 20-434,22-12 240,17-12-167,14-13 56,8-15 50,3-13-240,-6-12 453,-6-8 45,-11-2 636,-10 0-721,-10 4-105,-6 4-63,-4 8-83,-2 7-57,0 8 320,-1 8-359,4 12 40,2 18-45,-1 21 2,-2-15 1,-1 2-632,-1 9 0,0 3 449,-1 9 1,0 2-322,1-16 1,0 1 0,1 0-1909,2 3 0,0 0 0,0-1 1923,4 16 1,0-6-1,-2-18 1,1-5-1,1 2 1</inkml:trace>
  <inkml:trace contextRef="#ctx0" brushRef="#br0" timeOffset="33235">21712 4286 23684,'-56'-12'130,"1"0"1,-1 15 0,9 12-109,17 40-655,11-7 0,4 1 641,9-13 1,2 0-20,0 7 0,4 1-3,5-3 0,5-2 0,4-3 0,5-2 13,6-4 1,4-3-9,2-5 1,2-3 36,-1-6 0,0-5 491,22-7-289,-16-19 128,-14-16-26,-12-7 719,-10-5-827,-16 4-101,-12 5 330,-18 10-476,10 17 1,-1 5-67,-15 1-172,13 8 1,4 5-2630,-1 17 2299,2 5 0,15-8 0,11-8 0</inkml:trace>
  <inkml:trace contextRef="#ctx0" brushRef="#br0" timeOffset="34167">22024 11077 17647,'1'-3'5528,"0"0"-4335,-1 3-1092,-2-30-62,-7 22-16,-6-17-12,-4 29 17,-15 11-11,-5 2 8,5-1 0,-2 1-11,6-4 0,1 0-8,-29 12-12,24-12-16,22-7-51,2-1 45,8-1 45,2 1-1,2 5 12,1 7-11,1-1 17,1 13 11,-1 3 44,-1 22-33,-1-6 17,-2 6-28,-2-23 50,-1-1 56,1-11 259,-1-3 71,2-8 18,1-5-309,0-4 68,0-8-230,0 1 5,6-18-50,5 4 6,14-12 11,-1 12 0,5 3 0,2 6 0,2 3-11,16 0-119,-9 2 1,1 3 113,11 16-29,-8 8 22,-15 3-38,-11 14-141,-24 12-106,-12 6-250,2-21 1,-4 1 5,-1-7 0,-1-1-529,-14 13-8750,-8-5 7539,26-22 1,-3-2 0,18-9 0</inkml:trace>
  <inkml:trace contextRef="#ctx0" brushRef="#br0" timeOffset="34558">22516 11012 25646,'-32'36'24,"1"1"0,2-3 0,9-1-24,15 2 28,13 14-5,6-19 5,13 7 106,11-21 23,7-20 17,6-16 89,-1-16-309,-6-9 360,-8 0-68,-10 1 18,-10 9-152,-7 11 78,-5 9-173,-3 12-17,-6 28 0,-1 9-12,0-2 1,0 4-328,0 1 0,0 3 171,0 6 0,0 3-704,0 6 0,1 3-402,1 4 0,1 1 952,1-15 0,0 1 0,1-5 0,0-4 0,1-3 0,0-3 0,1 0 0</inkml:trace>
  <inkml:trace contextRef="#ctx0" brushRef="#br0" timeOffset="34817">21533 12637 24514,'43'-21'30,"0"0"0,0 1 1,1-1-1,4-1 1,0 0-1,2 1 1,1 0-26,6 0 1,1 1-1,2 0 1,0 0-1138,-8 3 0,1-1 0,0 1 0,1-1 0,0 0 1101,2-1 1,1 1 0,1-1 0,-1 0-1,1 0-371,1 1 1,0-1 0,0 0 0,0 0-1,0 0-558,1-1 0,-1 1 0,1-1 0,-2 1 1,-1 1 915,6-3 0,-1 1 0,-2 0 0,-5 2 0,-2 1 0,-4 1 0,-5 1 0,-7 2 0,0 1 0</inkml:trace>
  <inkml:trace contextRef="#ctx0" brushRef="#br0" timeOffset="36425">22870 13044 14633,'3'-6'6626,"-2"0"-5510,-1 6-719,0 0 314,-3-59-571,-8 44-67,-7-41-22,-9 66-18,-4 7 1,-3 8-12,-4 5 1,2 1 5,1-3 16,8-7 85,10-8 123,8-8 17,6-3-39,3-2-202,0 2 44,0 3 57,0 4-28,1 7-6,0 4 6,-1 4-22,-1 2-17,0 3-1,-2 2 1,0 2-17,0-2-1,1-4 12,1-8 62,1-8 212,0-6 96,3-6-185,3-10-146,10-8-45,6-10 1,8-3-29,5 1-11,0 6-5,-1 9-6,-1 8-6,-1 10 12,2 11 11,11 20-12,-15-4-8,-8-5 1,-3 1-43,-1 17-45,-3 13-10,-18 3-94,-13-24 1,-5-2-275,-3-6 1,-3-2-252,-2-1 0,-2-4 719,-10-7 0,4-4 0,9-3 0,-13-2 0</inkml:trace>
  <inkml:trace contextRef="#ctx0" brushRef="#br0" timeOffset="38768">23606 12937 14281,'0'-8'3366,"-1"-24"0,-3-4-2094,-6 9-841,4-10 0,-4 3 101,-8 19-392,3 8 73,-10 20-112,3 12-17,-13 25-415,19-16 0,1 1 337,-1 7 0,1 1-1,1 4 1,2 1-4,1 1 1,2-1-6,3-1 1,2-1-15,5-3 0,4-1-113,3-6 0,4-2 135,24 19 91,6-21 111,2-19 84,-5-22 0,-9-14-16,-11-14 22,-10-4 667,-11 0-773,-10 6 153,-12 7-294,-10 10-50,-7 7-263,-7 9-1384,-3 10 1647,-6 10 0,26-7 0,4 3 0</inkml:trace>
  <inkml:trace contextRef="#ctx0" brushRef="#br0" timeOffset="45408">22447 4359 18319,'-9'-47'1589,"1"0"0,0 6 0,-2 6-956,-6 12-471,2 11-5,-12 16-101,0 18-17,-13 20-381,20-12 1,1 2 344,2 5 0,2 1-6,3 3 0,4 1-6,2-2 1,5 0 2,5-2 1,4-2-1,3-3 1,4-2 2,4-4 0,4-4 103,24 13 29,0-17 145,-8-15 34,-11-16-162,-10-4 235,-8-23 353,-14 9-561,-10-14 19,-14 15-153,-9 8-28,-5 10-106,-2 7-432,5 11-2974,9 9 3501,12 6 0,11-6 0,4-6 0</inkml:trace>
  <inkml:trace contextRef="#ctx0" brushRef="#br0" timeOffset="46467">23335 14010 24195,'-40'-20'80,"0"0"0,-2 2 0,4 9-35,0 19-17,-14 10 3,17-5 0,1 2 25,-19 13-56,6-3 5,22-7-16,15-7 22,2 0 1,5-4-1,3-4 45,3 0-39,-2-1 33,4 4 23,-2 4 11,1 7-17,-1 6-22,-1 15-51,-1-11 12,-1 14-1,0-16 35,-1 7 32,0-5 198,-2-6-91,1-10 308,0-7 23,1-6-247,1-6-207,2-8 0,7-14-56,-1 6 0,10-6-11,-1 14 11,7 0 5,5 4-49,15 5 32,-1 9-21,2 1 5,3 15-11,-11 4-40,6 14-44,-26-9 0,-6 4-247,-10 26-276,-10 1 245,-10-30 0,-3-3-1105,-21 12-3048,12-19 0,-1-3 4554,-11 1 0,9-11 0,24-11 0</inkml:trace>
  <inkml:trace contextRef="#ctx0" brushRef="#br0" timeOffset="46867">23576 13967 25875,'12'15'90,"-2"14"-68,-10 12-22,0-9 0,0 1 17,1 20-17,3-2 11,0-27 45,4-11 95,-1-11 73,12-16-100,1-7 38,9-14-22,-1-2-50,0-2-34,-6 8 22,3 0-22,-6 14-17,2 1-28,-6 12 1,-4 8-7,-2 15 1,-2 30-29,0 13-510,-4-16 0,1 2 197,0 2 0,1-1-96,0-7 1,0 1-2846,2 2 0,2 4 0,-2-6 1788,4 19 1,-3-16 0,-1-8-1,-4-23 1</inkml:trace>
  <inkml:trace contextRef="#ctx0" brushRef="#br0" timeOffset="47118">22482 15456 23164,'-46'20'641,"0"1"1,2-1-525,72-31 1,24-8-66,-9 1 0,4-1 1,3-1-1448,-3 1 1,2-2 0,1 1 0,2-1 1406,-5 2 0,2 0 1,0-1-1,1 0 1,1 1-221,4-2 0,0-1 1,1 1-1,1 0 1,0 0 202,2 0 1,0-1-1,0 1 1,1 0-1,0 1-125,-1 0 1,0 0 0,1 1 0,-1 0-1,-1 1-95,-2 1 0,0 1 0,0 0 0,-2 0 0,-3 2-288,1-1 1,-4 2-1,0 1 1,0 0 512,3-1 0,2 1 0,-3 1 0,-9 2 0,-8 2 0,-3 0 0,9 0 0,0-1 0</inkml:trace>
  <inkml:trace contextRef="#ctx0" brushRef="#br0" timeOffset="47717">23804 15661 22688,'-1'-4'2846,"0"0"-1810,1 4-1025,-5-49-11,4 38 11,-3-34-5,8 54-6,-1 7 28,1 5-12,-7 5 12,-8 1 62,-7-3 28,-5-7 66,0-7-32,3-15-68,4-11-40,9-12-32,8-9-18,15-4-28,13-2 6,11 5 17,6 5 6,3 10 10,1 11-5,2 13-11,-4 13-6,-8 16-16,-14 15-492,-19 18 511,-15-24 0,-6 2-772,-7 10 0,-6 1 786,3-11 0,-1 0 0,-2 1-4,-3 3 0,-1 1 1,-1-2 3,0-1 0,-1-1 0,0-2 7,4-6 1,-1-2-1,2-3-14,-7 0 0,2-6 74,-11-8-50,23-29 5,20-19-5,21-18-6,0 21 0,4 0-129,7-3 1,4 1 97,5 1 0,2 3 23,3 2 0,2 2-20,0 4 0,2 2-179,1 3 0,0 2-656,0 2 1,1 3-1871,-2 1 1,-1 2 2607,-7 2 0,-4 1 0,8 0 0,-22 2 0</inkml:trace>
  <inkml:trace contextRef="#ctx0" brushRef="#br0" timeOffset="47934">23419 16644 23565,'45'-33'40,"1"0"0,-1 0 1,0 2-1,0-1 1,-1 3-56,-6 6 0,0 2 0,0 1-1212,19-10 0,-1 2 692,-3 2 0,-1 3-958,-4 3 1,-1 3 940,-5 3 1,-3 3-1,4-2 1,-14 8-1</inkml:trace>
  <inkml:trace contextRef="#ctx0" brushRef="#br0" timeOffset="48151">23705 16637 21629,'-51'24'1161,"0"-1"0,8-3 1,8-4-893,18-9 62,18-7 33,19-9-95,24-11-149,-9 4 0,3-2-773,10-5 0,3-1 712,-13 7 1,2 0 0,1-1 3,1 0 1,0 0 0,1-1-42,0 1 0,-1 0 1,-1 0-4,17-7 1,-2 0-17,-9 2 0,-4 0-97,-9 4 0,-4 1-2762,7-11 2856,-19 10 0,-12 8 0,-5 6 0</inkml:trace>
  <inkml:trace contextRef="#ctx0" brushRef="#br0" timeOffset="48717">24479 15543 15793,'9'-42'1711,"0"0"0,-1 0 0,-1-14 1,-7 6-1217,-10 14 1,-8 5-532,-9 5 0,-6 6 251,-8 2 1,-5 5-637,-9 3 1,-2 4 463,16 4 0,-2 2 0,0 1-353,-3 3 1,0 2-1,1 2 334,-3 3 1,0 3-1,0 3-17,-2 5 1,0 3 0,0 3-3,10-2 1,-1 1-1,1 3 1,0 1-588,-4 4 1,0 3-1,1 1 1,0 2 576,7-6 1,1 2-1,0 1 1,1 0-1,0 2 5,1 1 0,0 0 0,1 2 0,1 0 0,1 1-252,2 0 0,1 0 0,2 1 0,1 0 0,2 0 247,-3 11 1,3 0 0,2 0 0,3-1-136,3-2 0,2 0 0,3-1 0,3-1 127,3 13 0,6-1 0,5-3-19,4-6 1,6-3-1,6-4 17,7-5 0,6-5 0,5-5 9,9-5 1,6-6 0,4-7 7,-8-6 1,4-6 0,1-3 0,1-3 9,-4-1 1,1-3 0,1-2-1,1-1 1,1-2-7,-6 0 1,1-2-1,0-1 1,1-1 0,-1-2-1,1 1-42,2-3 0,0 0 1,1-2-1,-1 0 0,0-1 1,-1-1 45,0-1 0,0 0 0,-1-2 1,0 0-1,-1-1 0,-2-1 7,-3 1 1,-1-1 0,0 0 0,-2-2 0,-1 0 0,-3-1 12,4-5 0,-2 0 1,-3-2-1,-2-1 1,-3-1 59,0-7 1,-3-1-1,-5-2 1,-6 0-66,-5 2 0,-4 0 0,-6 0 1,-5 0-7,-5 2 1,-6 1-1,-4 0 1,-5 2-130,-5 2 0,-5 1 0,-4 2 1,-4 3 44,-8 1 1,-6 3-1,-3 3 1,-2 3-434,3 7 0,-4 2 0,-1 2 1,-1 2-1,1 2 498,0 1 0,0 2 0,0 1 0,2 1 0,3 1 0,-15 0 0,4 2 0,6 1 0,1 3 0,0 0 0</inkml:trace>
  <inkml:trace contextRef="#ctx0" brushRef="#br0" timeOffset="57717">6813 10268 26112,'-42'-21'-197,"1"1"1,-6 19 0,7 15 278,21 17 0,6 9-1206,-9 14 0,1 4 1024,6-8 1,3 0 38,5-3 0,4-2 10,2-11 1,5-3 6,7 2 0,7-3-238,13-7 0,6-4 240,4 0 0,4-5-48,15-2 1,3-6-265,-4-10 0,-1-6 384,-1-2 1,-1-4 56,-8-3 0,-4-3 55,-11 2 1,-7-3 121,1-18-141,-36 2-73,-25 5-31,5 16 1,-2 2 308,3 2 1,-2 1-273,-22-9 0,-2-1-10,18 7 1,1-1 9,-13-7 0,2-2-8,18 6 0,5-1 1328,-4-22-1348,17-1-22,18 0-29,13 0 7,16 3-12,9 6 0,7 11 17,0 10-1,0 16 1,0 17-216,-27-1 1,-1 3 215,0 7 0,-2 3-284,-2 7 0,-4 2-129,-3 5 1,-3 2-972,-3 2 1,-3 1-1533,-2-3 1,0-1 2470,-1-8 0,-1-4 0,2 7 1,-2-22-1</inkml:trace>
  <inkml:trace contextRef="#ctx0" brushRef="#br0" timeOffset="57925">7723 10046 25051,'-13'-45'670,"0"-1"1,1 6-1,2 9-586,4 22-140,3 8 28,6 15 34,7 20-6,0-5 0,0 3-521,3 10 1,1 4-152,3 10 0,-1 2-2605,-5-14 0,-1 2 0,1-2 3136,3 20 0,-1-4 0,-5-18 0,-1-4 0,2 7 1</inkml:trace>
  <inkml:trace contextRef="#ctx0" brushRef="#br0" timeOffset="58242">6718 11979 18028,'-10'3'2957,"2"0"-2369,8-3-157,0 0-251,68-86-1641,-23 54 0,6 0 1475,-9-1 0,3-5 0,3-1 0,1 5-442,0 5 0,3 4 1,0 0-1,1 1 404,3-3 0,1 1 1,1-1-1,-1 2-68,-10 4 0,0 1 0,0-1 0,-1 1 0,1 1-642,9-4 1,1 1 0,-1 0 0,-2 1-416,-4 2 1,-1 1 0,-2 1 0,-1 1 1148,6 0 0,-1 1 0,-7 2 0,-3 1 0,-6 2 0,6 3 0</inkml:trace>
  <inkml:trace contextRef="#ctx0" brushRef="#br0" timeOffset="58458">7029 12072 18175,'-49'37'422,"0"-1"0,0 0 0,9-6 1,2-1-1,6-5 184,-8 10 732,38-24-772,27-21-426,3-3-1,5-3-896,14-9 0,4-4 809,-7 5 1,1-2-1,3 0-431,-8 3 0,1-1 1,1-1-1,0 1 411,4-3 0,0 0 1,2 0-1,-1 0-10,2-1 1,1 0-1,0 1 1,0-1-9,0 1 0,-1-1 0,0 1 0,0 1-5,-3 2 1,0 0 0,0 1 0,-2 0-234,8-3 0,-1 0 0,-3 3-138,10-4 1,-6 3-3111,-16 10 0,-5 3 3472,0 4 0,-21 8 0,-10 3 0</inkml:trace>
  <inkml:trace contextRef="#ctx0" brushRef="#br0" timeOffset="60784">8815 9657 23450,'42'-33'-103,"1"-1"0,-1 1 1,0 0-1,7-5 0,-2 2 1,2 5-20,3 9 1,1 4 0,-4 4-408,-2 0 0,-5 4 254,-3 4 0,-6 6 146,-10 20 101,-43 40-389,-12-7 530,-2-16 1,-11 4 0,1-4-581,-3-1 1,-2-1 660,4-2 0,-4 1 1,3-3-50,2-2 1,1-3 94,0-1 1,4-2 460,0-2-556,18-11-61,39-22-67,7-3 0,6-3-12,-2 1 1,2-1-91,17-8 0,5-3 79,-14 7 1,2 0-1,-1-2 53,0 1 0,-1 0 0,1-1-32,2-2 0,0-1 0,-5 1 57,-2-2 1,-7 0 28,3-10 196,-34-8-56,-22 16 112,-20-11 101,-6 12 22,5 6-286,15 9 107,8 2 605,15 6-902,3 0 1408,12 3-1391,12 4-1,17 9-16,-2 1-14,-4 5 0,0 5-42,5 17-101,-12-6 1,-3 3-1047,-10 1 1,-5 2 1202,-6 11 0,-2-3 0,1 7 0,-8-3 0</inkml:trace>
  <inkml:trace contextRef="#ctx0" brushRef="#br0" timeOffset="61634">12853 9058 18571,'-18'-40'1179,"0"-1"0,0 1 0,-9-13 0,-5 7-812,2 16 0,-4 7-509,-2 8 1,-1 8 241,0 7 1,0 7-62,1 5 1,3 5-24,4 6 1,4 5-14,5 3 0,4 2 2,5 4 1,4 2-6,6 1 0,5 0 0,4 0 0,4-2-3,5-4 0,3-1 0,4-6 1,3-3 27,1-6 0,2-5 166,29 0 156,-6-25 57,-11-20 16,-8-20-205,-21 23 1,-1-3-9,-1 1 0,-3-1 146,6-24 177,-7 12-312,-4 17-46,-2 14-200,-1 11 28,1 15-6,3 15-11,4 24-6,-3-17 1,2 3-429,0 9 1,2 4 61,1 8 0,0 3-584,-2-17 0,0 2 0,1 1 973,2 8 0,1 1 0,-2-5 0,0-4 0,-1-5 0,0-2 0,0 0 0</inkml:trace>
  <inkml:trace contextRef="#ctx0" brushRef="#br0" timeOffset="62158">12905 8464 18514,'-44'-22'480,"0"1"1,0-1 0,0 1 0,-14-4 0,-1 3-1,2 6-299,8 8 0,1 6 1,0 4-536,-2 2 0,0 5 0,1 3 399,-1 5 0,1 3 0,2 4-412,0 7 0,1 4 0,4 4 395,-1 5 0,4 5 0,2 2-242,10-8 1,2 1 0,2 2-1,2 1 233,1 3 1,2 2 0,2 0 0,3 1-5,1 2 0,2 2 1,2-1-1,4 1-4,2 0 0,3 1 1,2-1-1,3 0-10,3 0 1,1 0-1,4-1 1,2-2-12,4 0 0,2-2 0,2 0 1,4-3 0,2-1 1,2-3-1,4-1 1,1-3 1,4-2 0,2-3 0,3-2 0,2-4 9,4-4 1,1-2 0,3-4 0,1-3 12,2-4 1,2-2-1,1-5 1,0-3 3,-11-3 0,0-3 0,0-2 0,0-1 0,-1-3 18,10-4 1,0-3 0,-2-2 0,-2-4 30,-3-1 1,-1-2 0,-3-3 0,-2-3 17,-5 0 1,-2-2 0,-3-2 0,-2-2-196,-4 0 1,-2-2-1,-3-2 1,-2-2 141,-3-1 1,-2-2-1,-3-2 1,-2 0-13,-2-4 0,-2 0 0,-2-2 0,-3 0-159,-3-2 0,-2-1 0,-3 0 0,-2 0 168,-2-1 1,-3 0 0,-2 1 0,-3 2-95,-4 1 1,-2 2-1,-3 1 1,-3 3 68,-1 2 1,-4 3-1,-2 2 1,-3 4-36,-4 3 1,-2 3 0,-4 4-1,-1 3-108,-5 3 1,-3 4 0,-2 3 0,-1 5-472,5 4 1,-1 4 0,-1 2 0,0 1 0,1 2 573,2 0 0,0 2 0,1 1 0,2 0 0,2 1 0,-12 3 0,4 0 0,4 1 1,5 2-1,-1-1 0</inkml:trace>
  <inkml:trace contextRef="#ctx0" brushRef="#br0" timeOffset="83933">2387 7934 17361,'-4'6'1299,"0"-2"-346,4-4 856,0 0-1277,13-6-195,-6 5-136,11-3-5,-11 7 34,0 3 50,-3 2 61,-1 3-5,-5 5-33,-8 3-34,-8 3-34,-8-2 39,-3-4-44,0-11-113,3-17-49,5-21-45,5-25-388,11 21 0,2-2 379,2-2 0,4-1-17,2 2 0,4 1-77,2 5 0,4 4 85,19-18 1,7 16-34,4 15-35,7 9-9,7 16-241,-28 3 1,-2 3 245,0 9 0,-4 5-1,-5 9 1,-5 6 0,-7 10 0,-8 4 42,-5-13 1,-3 2 0,-3 1-593,-3 5 0,-2 0 0,-2 0 617,-3 1 0,-1 0 0,0-2 32,-1-5 0,1-1 0,-2-3 236,-7 10 0,-1-7-179,6-15 1,1-7 50,-16-5 90,15-28-162,10-17 401,14-17-391,18-7-33,16-2-76,-7 26 0,3 2 580,6 0 0,4 1-686,6-2 0,3 2-764,7-1 1,3 0 41,-15 8 0,1 1 0,0 0 859,6 0 0,1 0 0,-5 2 0,-2 0 0,-5 3 0,-3 1 0,0 1 0</inkml:trace>
  <inkml:trace contextRef="#ctx0" brushRef="#br0" timeOffset="84208">3111 7413 23113,'-17'-55'644,"0"1"0,4 4 0,9 5-482,30 0-89,20 5-537,-16 21 1,3 2 466,5 3 0,2 3-1,5 3 1,1 4-14,4 7 0,1 5-23,4 5 1,-1 5-666,2 8 0,-2 4 419,-3 7 0,-4 3-350,-5 4 0,-3 3-1305,-8 1-1,-4 4 1936,-4 3 0,-5-3 0,3 6 0,-9-8 0</inkml:trace>
  <inkml:trace contextRef="#ctx0" brushRef="#br0" timeOffset="84376">3459 7586 23775,'0'-52'-501,"0"1"1,11-1 0,12 4 500,11 20 0,10 5 0,-4 2 0,-4-1 0,-2 3 0,2 0 0,1-1 0</inkml:trace>
  <inkml:trace contextRef="#ctx0" brushRef="#br0" timeOffset="87566">4150 6883 24200,'39'-36'817,"0"-1"1,-1 0 0,1 0 0,-1 2 0,0 0 0,-1 1 0,-3 4-262,13-6 0,-2 3-595,3-1 0,0 2 57,-2 2 1,-1 4-169,-7 5 0,-2 5-205,14 0 387,-28 27-635,-33 22 344,-6-6 1,-5 2 250,-8 4 1,-4 0-543,-3 3 0,-2 1 743,-1-1 0,0-1 66,3-1 1,1-1-84,5-4 0,4 0 276,-11 16 989,20-18-822,15-9-951,26-17-549,13-12 642,-4-2 0,2-4-780,6-7 0,-1-2 915,-4 4 0,0-3 45,2-2 1,1-4 0,-2 2 294,1-3 0,-2 0-143,-4 3 1,2-2 0,-5 1 240,-4-1 1,-6 1 293,-9-18-765,-37 14-956,-30 13 794,18 13-1,-3 2 710,-4 3 0,-2 1-568,1 0 1,0 1-20,5 1 0,2 0 852,-17-2-967,28-3 133,29-3 833,22-2 285,21 2-505,18 4-541,-23 7 1,0 3-130,3 2 1,0 5-77,1 5 0,-3 5-400,-2 4 1,-5 5-355,-4 6 0,-5 3-417,-6 4 0,-4 2-2362,-4 4 0,-4-1 3129,-1-5 1,-2-4 0,-1 12 0,0-24 0</inkml:trace>
  <inkml:trace contextRef="#ctx0" brushRef="#br0" timeOffset="87975">5649 5706 21191,'-55'-1'1188,"0"0"1,-3 3 0,6 6-591,4 23-597,21-10 0,2 3 479,-10 28-299,20 1-75,20-3-358,16-9 12,13-10-136,8-13 257,4-12-44,0-20 256,-3-14 57,-5-18-113,-7-9 569,-8 0 282,-10 6 499,-7 12-739,-5 12-552,-3 14-564,-1 10-9,1 15 192,3 15 345,7 16-693,8 13 115,-3-25 0,4 0-816,2 2 1,3 1-491,5 2 1,1 1 1767,7 5 0,-1-2 0,4 6 1,-1-5-1</inkml:trace>
  <inkml:trace contextRef="#ctx0" brushRef="#br0" timeOffset="88192">5350 7195 22999,'29'-41'291,"0"-1"1,1 0 0,4-1 0,2 0 0,4 2-202,6 3 1,3 3 0,2-1-1256,-9 7 0,0 0 0,2 0 0,-1 0 983,1 0 0,1 0 0,0 1 0,-1 0-287,-1 2 0,-1 0 0,0 1 0,-1 0-1457,8-3 0,-2 1 1,-3 2 1923,8-3 0,-5 3 1,4-2-1,-29 17 1</inkml:trace>
  <inkml:trace contextRef="#ctx0" brushRef="#br0" timeOffset="88392">5714 7031 12501,'-42'37'1338,"-1"-1"0,1 1 0,-8 7 1,9-5-23,14-8 800,40-29-1129,25-23-753,-7 2 1,4-5-921,9-7 1,3-4 810,-11 8 1,1-1 0,1-1-48,2-3 0,2 0 1,-1 0-51,1-1 0,1 0 0,-1 0-8,-2 1 1,1 1-1,-1 0-50,-2 3 0,-1 0 1,-1 2-341,11-8 0,-3 3-2390,-8 7 1,-3 4 2759,10-5 0,-22 15 0,-15 8 0</inkml:trace>
  <inkml:trace contextRef="#ctx0" brushRef="#br0" timeOffset="99049">8222 14441 21103,'-18'-59'1062,"-1"0"0,1 6 1,-1 3-719,1 11 1,-1 4-118,1 7 0,-2 5 14,-21-7-163,0 20-72,0 23-6,1 21 5,20-6 1,2 4-560,0 7 0,1 3 554,2 4 0,2 2-3,1 0 1,2-1-4,3-2 1,2-1 125,3-6 0,2-3-131,13 18 33,8-21 28,12-21 46,5-23 55,6-22-62,-21 7 1,-1-2 334,0-4 0,-2-2-264,-2 0 0,-2 1-15,-4 3 1,-1 1 128,3-14-167,-7 19-12,-4 14-106,-2 14-1,2 14 7,3 22-6,3 23-485,-2-21 1,-1 3 332,2 6 1,1 2-703,3 4 0,3 0-3216,5 1 0,2-2 4081,1-8 0,0-4 0,10 10 0,-11-29 0</inkml:trace>
  <inkml:trace contextRef="#ctx0" brushRef="#br0" timeOffset="99475">9347 13949 23065,'-31'-45'804,"-1"0"1,0 6 0,-3 10-662,3 23 0,-1 8-575,-3 4 1,0 4 464,0 5 1,1 3-26,2 5 1,3 2-36,3 3 1,4 3 32,3 0 0,3 2-9,5 0 0,4 0-19,4 28-6,20-9 329,17-14-301,18-16 5,10-17-160,-28-9 0,-2-5 174,0-3 1,-3-4 48,19-27 44,-11-6 95,-13-1 661,-8 6-515,-8 7 326,-5 11-477,-4 11-107,-1 7-61,-1 8 366,-1 10-400,0 11-12,0 16-49,2 13-146,10 12-486,1-27 0,3 2-1049,5 3 0,5 2 1241,9 6 1,1-3-1,-13-17 1,-1-3-1,21 22 1</inkml:trace>
  <inkml:trace contextRef="#ctx0" brushRef="#br0" timeOffset="99876">10337 13687 23039,'-43'-29'309,"-1"-1"0,0 1 1,3 2-1,0 2 1,3 10-210,4 16 1,2 7-73,0 1 0,1 4-11,2 5 0,3 4-12,0 10 1,5 3 0,-5 14-9,13-11 0,6-1-14,12 10 492,13 6-509,18-12 23,17-16 19,-22-17 1,1-5 2,0-4 0,1-5 45,26-17 6,-12-15 72,-12-12 62,-12-2 73,-9 1 427,-8 7-399,-5 10 89,-3 12-280,0 11 319,0 14-391,-1 17 114,1 21-154,1-1 1,0 3 2,1-12 0,0 2-318,2 18 0,3 4-628,5-4 0,4 0-3967,1 0 1,2-1 3669,-1-2 1,1-5-1,5-1 1,-16-32 0</inkml:trace>
  <inkml:trace contextRef="#ctx0" brushRef="#br0" timeOffset="100266">11206 13504 23351,'-32'-33'627,"1"1"0,-1-1 1,-2-6-1,-1 7-496,2 18 1,0 7 8,-12 9-67,-10 14-39,4 17-5,28-8 0,3 4-43,1 13 0,3 2 5,5-13 1,3 0-172,2 14 1,7-3 174,18 5-7,17 2 18,19-20 19,-15-23 0,0-5 20,16-8 25,-20-6 0,-3-6 188,-1-18 167,-1-11 51,-15 3 73,-12 8-431,-5 16 110,-6 7-183,2 14-1,-2 13-44,-2 29 0,2-4-110,3 0 1,2 5 94,2-5 1,2 2-688,2 15 1,3 5 40,0-16 0,0 3 1,3 1 303,3 9 1,2 2 0,-1-6 0,-2-3 0,0-5 0,2 0 0,0 0 0</inkml:trace>
  <inkml:trace contextRef="#ctx0" brushRef="#br0" timeOffset="104041">11971 13269 25165,'-17'-50'-84,"21"4"-9,30 27 1,11 7-35,-6-1 1,2 3-1344,7-1 0,-2 2 1325,10 3 872,-12 11-777,-34 11 95,-37 30-6,5-20 0,-6 1-161,-13 10 0,-5 1 183,2-2 1,0-1-28,9-7 0,1 1 13,-3 2 1,4-1-9,-6 12-33,10-10 158,30-13-91,28-33-57,10-4-2,-6-4 0,4-6 147,9-8 0,1-4-152,-15 13 1,0-1-1,0-1 19,5-5 0,0-1 0,-4 0 45,1-9 1,-4 2-21,-9 11 0,-4 0 118,-5-4 0,-7 2 423,-26-15-264,-11 7-179,4 24 1,-2 5 111,-26 3 732,15 8-894,7 3-90,24 3 11,8 5 1270,17 7-1292,20 7-11,15 13 0,-5-4-45,-8 1 0,-3 2-863,-1 8 194,-4 4 0,-4 6 277,-15-1 0,-5-3 1,3-15-1,-2-2 0,-5 1 1,0 1-1</inkml:trace>
  <inkml:trace contextRef="#ctx0" brushRef="#br0" timeOffset="106851">13337 12681 16717,'-5'0'6335,"1"0"-4817,4 0-1389,-29-70-40,39 35-53,-14-11 1,7 1-1,24 19 1,8 7-23,-4 1 0,-1 2-12,1 0 1,0 3-3,29-1-28,-13 11 23,7 10 5,-11 12 5,-18 15 18,-17 13 10,-20 6 1,-14 3-202,9-28 1,-2-2 223,-18 20 61,5-8 394,6-12-293,12-12 124,3-10-141,7-12-100,1-4 318,4-11-408,6 4-22,0 2 17,12 6-12,3 4-11,18 1 6,13 4-3,-13 7 0,1 2 31,17 4-37,-17 2 1,-3 5-99,-3 13-16,-4 15-124,-30 5-213,-16-18 1,-7-2-174,-12 13-578,2-17 1,-1-2 617,-15-5 0,15-3 0,5-10 0</inkml:trace>
  <inkml:trace contextRef="#ctx0" brushRef="#br0" timeOffset="107251">14373 11948 19753,'0'-3'3966,"0"0"-2622,0 3-1008,-64 30-151,30 9-361,-6-12 1,2 3 205,18 8 1,6 2-12,4-6 1,2 3-3,1 17 0,4 2-358,7-11 1,4-1 340,6 3 0,7-3 0,7-13 0,4-6 14,-5-6 0,3-4-9,13-1 1,5-5-29,6-7 1,0-6 41,-1-2 1,-2-3-6,-1 1 0,-6-8 87,-13-10 0,-8-3 0,-7-1 89,-10-26 40,-45 19-135,-13 4-383,13 17 0,-4 3 316,0 6 0,1 3-34,8 2 1,-1 2 13,-9 3 1,-1 6-23,3 7 0,1 4-65,1 0 1,1 5-312,0 7 1,5 3-2042,12-3 0,6 2 2431,-6 24 0,12-21 0,7-17 0</inkml:trace>
  <inkml:trace contextRef="#ctx0" brushRef="#br0" timeOffset="108008">15156 11922 24323,'47'-39'17,"0"0"0,0 2 0,2 9-54,-2 17 1,1 6-379,-4 0 1,-3 2 361,-7 1 0,-3 3 238,5 11-163,-36 10 101,-14 3-95,-17 1 0,-7 0 8,7-5 0,-3 1-210,-13 9 1,-1 1 201,10-6 0,2-2-23,8-3 1,3-2 333,-5 9-278,25-13 23,23-14-33,24-16-40,-9 2 0,2-2-3,8-6 1,0-3-488,4-1 1,-2-3 528,-3 0 1,-3-2 52,-8 3 1,-4-3-151,-9 1 1,-4 1 152,-5-17-39,-17 9 1,-6 0 335,-13-14-193,5 15 0,0 1 104,-11-9-79,7 14-78,11 13 811,7 7-957,8 9 753,13 7-775,14 12 17,20 14-20,-16-11 0,0 4-183,2 4 1,-2 4-174,-1 3 0,-3 3-3857,-6 5 1,-4 2 4226,-5-4 0,-4-3 0,-1 14 0,-7-24 0</inkml:trace>
  <inkml:trace contextRef="#ctx0" brushRef="#br0" timeOffset="109317">16976 11004 15177,'0'-6'6452,"0"2"-3534,0 4-2542,-17-60-141,1 44-171,0-16 1,-3 6-9,-17 36-56,-7 11-17,-6 17-141,21-13 1,2 3 180,-1 3 0,2 1-9,2 2 0,2 0 2,4-2 1,4 0-6,-1 25-5,20-12 33,16-12 17,16-15 28,11-16 146,6-17-146,0-16 179,-30 10 1,-1-3-40,-2-4 0,-2-1-26,-2-3 1,-2-1-39,-2 0 0,-2 1 114,7-29-5,-6 16-184,-5 16 239,-4 15-324,-3 10 0,1 10 0,4 10-52,6 17-306,9 16-754,-7-17 1,1 1-3228,3 7 1,1 1 3832,-2-2 1,-1-1 0,7 12-1,-10-20 1</inkml:trace>
  <inkml:trace contextRef="#ctx0" brushRef="#br0" timeOffset="110017">16715 12114 21971,'43'-29'196,"1"0"0,-1 0 0,11-5 0,2 1 0,-3 3-1057,1 3 1,-1 1 921,-3 3 1,3-2 0,-5 3-6,-4 2 0,-2 1-37,8-4 1,-1 0 298,-10 5 1,-3 1-157,16-10-83,-27 14 332,-25 13-366,-30 20-26,1-2 1,-4 2-416,-13 7 0,-5 3 465,2-2 0,-3 2 0,0 0-239,5-3 1,0-1-1,1 0 215,1 0 0,-1 0 0,4 0 39,-11 6 0,7-2-224,18-9 1,4-1 145,-22 22-12,25-12 62,34-13 703,3-10-725,38-18-26,-24 0 0,1-4 280,14-7 0,2-2-285,6-4 0,3-2-5,-11 6 0,3-1 0,-4 2 5,3-1 0,-2 0 11,10-3 0,-8 2 417,-19 11-431,-17 4-28,-65 33 25,17-6 0,-2 2-316,-8 3 1,-1 2 321,10-4 1,-2 1 0,2 0-535,-12 6 1,0 2 545,11-7 0,-2 2 0,1 0-4,-16 9 1,5-1-21,17-11 1,5-2 1036,-10 7-966,40-23 50,23-14-56,22-13-42,0-4 0,4-3-359,-1 1 1,1-1 331,-8 5 0,2-3 0,-4 3-66,2-2 1,-1 1-661,7-6 0,0-2-3359,-13 7 1,-1-1 4097,3-3 0,-3 2 0,8-8 0,-23 17 0</inkml:trace>
  <inkml:trace contextRef="#ctx0" brushRef="#br0" timeOffset="110741">17158 11005 14723,'0'-3'7253,"0"1"-3942,0 2-3255,-49-44-68,37 36 12,-33-24 0,49 45 28,7 18 7,4 15-24,-1-7 3,-2 0 0,0 0 8,4 14-365,-4-13 1,0 0 342,2 11-91,-3-17 0,-1-2 91,4 4 16,5 9 12,-10-27 476,-1-6-151,-7-10 252,1-2-353,-6-20 503,-4-9-699,-6-23-31,5 21 0,0 0 211,-6-21-194,5 12 0,1 1-19,-1-9 16,-2-11-28,7 32-67,3 14 45,2 12 5,0 26-5,3 12 5,-2-4 1,0 2-321,1 4 1,-1 0 322,1 3 1,-1-1-7,2-1 1,0 0-1577,0-5 1,2-1 1573,3 12-42,5-5 216,-7-27 77,3-4-72,-4-27 306,-1-4-396,-1-11 1,0-4 67,-1-28 1221,-3 17 0,-1-2-1303,-1 9 1,-1 2-62,-2 4 1,-1 2 82,-4-12-86,2 19 0,3 15 0,3 11 0,2 13 0,0 14-102,0 19-385,2-2-4429,4-3 1,1-1 2856,1-3 0,5 15 0,-9-44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1:47:28.7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6211 3328 15552,'22'-43'2423,"0"0"1,-5 0 0,0-3-2143,1 1 1,1-3 0,-3 2-559,-2-3 1,-3 1 528,-4 1 0,-4 1 5,-5 4 1,-3 1-205,3 7 1,-3 1 72,-11-7 0,-7 7-81,-15 14-37,7 13 0,-1 4 4,-16 16 16,5 18 0,1 8-588,11-5 0,1 3 573,1-1 0,0 3 0,2 1-10,-2 12 0,5 0-141,6-2 1,5-1 120,5-6 0,7-2-3,7-7 1,5-4 2,27 12 45,18-22 14,-23-22 0,1-5 3,3-8 0,-1-5-26,-6 1 1,-1-4 25,8-13 0,-1-7-421,-13 7 0,-1-4 1,-1-2 393,1-2 1,0-2 0,-1-1-6,1-11 0,0-2 0,-3 1-2,-5 7 0,-1 1 0,-2 0 7,0 4 1,-2-1 0,-1 4 1,2-6 1,-3 2 54,-2-1 1,-4 5 19,-5 5 1078,-2-4-1173,-1 34 243,0 20-221,-1 22-19,2-4 0,1 5 375,-2 11 1,1 3-382,0 10 0,0 3-387,3-16 0,0 1 0,2 0 373,-1 1 0,1 1 1,2 0-16,2-3 0,1 0 1,1-1-394,5 15 0,4-4 372,3-11 0,4-5-35,0-10 1,3-7 48,25 3 34,-2-31 21,-12-9 4,-9-14 0,-2-5-6,-7 5 0,-1-1 195,9-15 0,-2-1-179,-6 5 1,-2 2 25,-2 1 0,-2 1 1313,1-23-1274,-12 17-44,-14 20-29,-2 12 926,-20 22-937,10 7 96,-9 20-90,13 5-28,9 7 701,6-13-707,14 13-11,8-24 17,11 5 28,5-21 33,-1-12 12,-3-15-1,-4-12 63,-5-10 21,-6-4 6,-6 0 29,-4 8-40,-5 10-73,-1 11-50,-4 13-6,-2 13 0,0 11 6,2 12-6,6 8-11,10 5-11,12-2 0,13-6 5,13-9-5,12-14-195,-27-13 0,1-5 214,0-5 0,-1-4-2,0-4 0,-3-4 5,-1-6 0,-4-3 17,-1-6 0,-3-2-17,-5 6 0,-2-3 6,1-26 0,-3-5 8,-5 15 0,-1-2-380,0 3 0,0-2 0,0 1 394,-1-10 0,0 4 11,-1 6 1,0 4 128,0-19-33,-4 28 264,-2 20-388,-5 19-5,-4 17-17,-5 23-9,7-13 1,2 3 115,1 8 1,2 3-145,1 6 1,2 2-118,5 6 0,3 1-513,-1-17 0,3 0 0,1 0 305,3-1 0,3 0 0,2-1-431,13 15 0,3-3-1321,2-11 1,3-5-1808,-4-11 1,0-5 3920,11 1 0,-22-14 0,-16-9 0</inkml:trace>
  <inkml:trace contextRef="#ctx0" brushRef="#br0" timeOffset="466">7381 2894 20907,'-45'-30'1157,"0"0"1,4 3-1,10 8-966,23 14-180,10 4 11,12 1-22,19 1-28,23-1-14,-18-1 0,3-1-526,7-1 0,1-3 476,3-1 0,-1-2 50,-1-3 0,-2-2-170,-6 0 0,-3-1 273,-7-1 1,-3 0 235,9-14 157,-19 1 62,-15 5-1,-14 4 820,-11 6-1011,-13 6 427,-6 11-577,-4 11-68,1 10-38,6 12-12,11 8-28,14 2-28,22-1 0,17-7-6,20-10 12,7-13 33,0-10 28,-5-15 23,-7-14 22,-8-13 61,-6-8 62,-8-1 29,-9 6-35,-6 10-177,-6 11-52,-1 9 0,-2 7 0,-1 11 0,-2 13-18,0 18-553,3 17-423,6-23 0,3 1 771,6 8 1,2-2 0,2 5 0,6-4 0</inkml:trace>
  <inkml:trace contextRef="#ctx0" brushRef="#br0" timeOffset="1143">8475 2520 17216,'-6'-54'1098,"0"0"1,0 0 0,0 5 0,-1 2 0,0 1-606,-4-18 0,-1 5 303,0 15 1,1 5-383,-9-12-129,9 29-313,5 19 213,7 28-151,9 23-34,-2-8 0,3 5-337,-2-6 1,2 2 0,0 4 180,1 4 1,0 4-1,1 1 1,-2-3-740,1 1 0,-1-3 0,1 4-38,-1 4 0,1 4 1,0 0-1,-3-4 933,-1 1 0,-1-4 0,-1-4 0,2 9 0,0-4 0,-4-8 0,0-1 0</inkml:trace>
  <inkml:trace contextRef="#ctx0" brushRef="#br0" timeOffset="1650">8461 2906 20285,'-20'-49'1273,"0"0"0,1 6 1,2 9-1201,5 21-90,4 14 23,12 5-34,13 13-174,28 3-11,15-3-432,-17-9 1,4-4 423,-2-6 0,0-4 156,-8 1 1,-1-2 39,5-5 0,-3-5 148,-9-2 1,-3-2 397,18-20 156,-14-5 68,-27 12-370,-7 10 259,-8 1-158,0 11-230,-4 2-240,4 12 835,2 12-836,5 5 67,3 19-72,8 1-3,4-9 1,3-1-10,17 19 6,-8-24 1,3-4-6,19 0 22,-8-11 17,5-16 39,-13-14 118,11-29 28,-13-2-235,-14 19 1,-2 0 200,-2-7 157,-5-1 34,-6 16-281,0 3-89,-2 9-22,0 20 22,1 3 357,-3 28-388,4-4 0,0 3-151,1 5 0,0 2-947,0 14 1,3 3-242,2-1 1,2-3-258,-2-10 0,3 0 1627,2-6 0,1 2 0,0-7 0,0 5 0,8 15 0</inkml:trace>
  <inkml:trace contextRef="#ctx0" brushRef="#br0" timeOffset="2109">9569 2923 22431,'8'-48'1394,"0"1"1,-2 6-1,-1 7-974,-2 11-302,-2 16-73,-1 21 0,2 19-6,-1 23-20,0-20 1,0 2-842,0 6 0,-1 2 816,-1 5 1,0 2-18,-1 5 1,-1 1-450,-2 1 1,0 0 443,-1-6 0,0-2 25,0-11 0,-1-4 37,-5 5-6,2-36-23,2-32 23,3-31-11,2 15 0,1-4 266,-1-10 1,0-3-284,1 14 0,0-1 0,0-1-139,0-2 1,0 0-1,1-1 141,-1 2 0,1 0 0,0 0 0,0 4 0,1 0 0,0 2-249,2-13 1,2 2 263,-1 9 0,3 2-92,2 6 0,3 4 64,14-21 11,11 13-22,10 13-6,9 13-6,3 19 839,-12 7-831,-16 12 1,-5 6-14,-3 24 428,-9-13 0,-6 2-392,-13-5 1,-6-2-15,-6 0 0,-6-2-25,-5-3 0,-4-3-53,-2-4 0,-2-4 78,3-4 1,0-5-1272,-20 0-1610,22-20 2898,22-21 0,8 11 0,7-6 0</inkml:trace>
  <inkml:trace contextRef="#ctx0" brushRef="#br0" timeOffset="2443">10219 2441 25539,'-21'39'317,"0"1"1,2-4-1,12-10-93,32-28-95,14-12-23,9-12 46,0-11-377,-6-7 365,-16-2 104,-14 2-43,-12 7 7,-9 10-91,-6 9-72,-6 11-11,-2 13 260,-4 11-277,0 16-6,0 15-460,7 11 418,13-24 0,4 1-215,5 1 0,5 2-880,6 1 0,6-2 1126,14 4 0,3-5 0,4 7 0,8-9 0</inkml:trace>
  <inkml:trace contextRef="#ctx0" brushRef="#br0" timeOffset="4867">11841 2453 23271,'-11'-40'291,"0"-1"0,-6-20 813,17 71-1054,2 36-16,-1 17-36,0-27 0,-2 1 13,-1 9 1,-3 0-133,0-8 1,-1 0 136,-1 6 1,0 0-14,0-8 0,1-4 813,-4 12-480,5-26-179,3-16 22,8-26-39,5-19-87,-2 12 0,2-3 34,1-4 1,2-1-69,6-9 1,-1 1 6,-5 15 0,0 1-21,5-8 1,0 4 11,4 1-11,3 0-29,2 14-10,-3 19 16,0 6 250,4 24-273,-2 11-41,-9-12 0,1 2-230,5 10 0,2-1-576,-2-6 0,1-3 677,-1 0 0,2-4-912,28 6 125,-8-21 370,14-12 596,-25-12 0,-1-4 115,11-12 70,-16 2 0,-3-3 266,-1-15-171,-11 16 1,-2-1 304,4-29 57,-9 5-29,-7 10-162,-8 11-212,-7 14-147,-7 10-33,-5 17-22,-4 9-23,-1 14 17,0 21-6,13-15-22,5 21-11,16-23 1588,9 4-1566,10-10 177,9-13-143,6-15 16,0-15-22,-2-15 62,-6-11 84,-9-7 22,-7 0 6,-7 2 22,-3 6 12,-4 7-96,-1 12-118,0 8-66,1 8-23,1 13 84,0-1-11,1 21-62,1 3-106,2 15-572,9 15-111,5-12 424,3-3-295,10-20 106,-1-18 235,11-11 358,-2-15 359,4-24-129,-17 9 263,3-19 67,-18 16 35,3-7-51,-4 5-51,-3 8-386,-3 14-68,-2 6 18,0 16 5,1 9-12,3 13 12,5 20-5,0-2-29,-1-1 6,0-4 0,-3-15 67,2 0 96,-3-12-23,2-18-107,-2-6 23,5-21 12,-1-5-1,5-14 11,4-10-44,-1 13-23,-2 6 11,1 14-33,-4 11 0,11 1 11,-6 7-11,19 10 11,-13 9 0,6 4 11,-5 13-22,-8 0-23,2 16 23,-6-10 5,-3-1 1,-4-19 27,-2-8 29,0-8-18,5-15-22,1-7 1,1-5 16,4-7-28,0 9-6,6-10-5,-3 14 0,0 3-1,-2 14-4,-4 3-1,9 8 22,5 11-10,-5-2-12,17 17 17,-13-16 0,12 5 6,-9-12-1,8-4 29,8-17-6,3-6-14,-18 2 0,-1-3-179,12-20 210,-13 7 72,-9-9 63,-14 1-40,-7 2 16,-5 1-21,-4 17-79,2 9 277,1 3-300,2 6-9,0 2-31,0 8 1,1 9 1,2 2-1,1 14-33,7-1-454,17 19-912,9-7-2002,-5-19 0,2-2 3407,22 8 0,-16-13 0,-10-9 0</inkml:trace>
  <inkml:trace contextRef="#ctx0" brushRef="#br0" timeOffset="5393">15085 1916 24895,'-18'-50'502,"-1"0"0,2 4 1,-1 10-335,-5 17-118,-1 9-44,1 5-18,-5 9-4,-10 12 16,-10 12 5,21-8 1,0 2-248,-1 2 1,0 1 241,3 0 0,1 0 0,-13 23-38,12-7 49,12-3-5,12 0-17,11 1 5,8 4 17,8 2-5,4 1 39,1-2-29,0-7-77,2-7-197,3-8-722,9-10-1826,14-7-2110,-22-8 1,2-2 4872,-1 1 0,-1-2 0,13-5 0,-20 4 0</inkml:trace>
  <inkml:trace contextRef="#ctx0" brushRef="#br0" timeOffset="5793">15645 1835 22531,'-3'-5'3227,"2"1"-2376,1 4-823,17-51 5,-3 38 12,18-39 28,-5 51-23,5-1-10,4-1 55,3-2 28,2-3 51,-1-1 38,-6 0 68,-10 3-5,-10 3-141,-8 2-117,-5 1 11,-1 6 0,0 7 0,0 15-6,3 14 1,3 15-298,0-25 1,1 2 268,2 1 1,0 1 2,1 0 0,0 1-8,-2-2 0,-2 1-20,-4 0 0,-4-1-53,-9 0 0,-3-1-146,-17 18-991,-7-18 1,-7-5 1220,8-11 0,1-3 0,1 3 0,3-3 0,-11-4 0</inkml:trace>
  <inkml:trace contextRef="#ctx0" brushRef="#br0" timeOffset="7167">15065 1895 17641,'0'-4'4834,"0"1"-2980,0 3-1496,19-51 6,-13 37 79,13-38-67,-19 51-169,0 1-123,-4 0-45,-5 0-22,-10 0 33,-10 3 22,-11 3 7,-7 2 14,1 1 5,4-3 5,11-2-9,9-3-17,8-1-60,3 0-11,5 1 140,-2 1 27,1 1 56,-1 4-37,0 2-39,0 4 0,2 1-42,2 4-42,2 4-151,1 2-18,1 5-33,3 3 85,-1 5 71,1 5 93,-1 5 24,-3 6 38,-2 2-147,0 0-11,1-5 4,3-7-114,4-9 3,3-8 27,5-7-6,0-7-8,6-3 74,-7-5 40,5 0-12,-5-4 6,6 2 16,7-6 0,20-7-38,-8 0-1,-6 1 0,0-1 23,15-7 16,11-3-22,-2 1 6,-18 8-18,-9 3-10,-19 6 33,-7 2 101,-2 0-140,-3 6 11,-3 0-5,-15 7 5,-5-3 0,-5 1-5,-16 2 5,2-2 0,-16 2 6,28-6 0,1-2 22,-18 0-22,9-1-10,14-4-7,7-3 0,-10-5 0,4-2 0,-6-2 0,11 4 0,-5 0 0,8 3 0,-2-2 0,7 0 0,6-2 0,6 3 0,2-10 0,5-3 0,5-11 0,7-13 0,1 3 0,0-9 0,-6 17 0,0-12 0,-3 9 0,2-17 0,-5 12 0,-2 1 0,-4 20 0,-1 3 0,0 9 0,0-2 0,0 5 0,0 2 0,0 2-24,0 0-609,4-1-285,1-1 918,19-7 0,-15 6 0,9-3 0</inkml:trace>
  <inkml:trace contextRef="#ctx0" brushRef="#br0" timeOffset="11517">16996 1935 21360,'45'-27'-380,"1"0"0,0 0 0,7 3 0,2 1 1,-5 8-1,-3 9 0,-4 6 0,0-1 1,0 1-1</inkml:trace>
  <inkml:trace contextRef="#ctx0" brushRef="#br0" timeOffset="11684">17176 2195 22662,'-45'12'815,"0"0"0,0 0 0,-14 5 0,14-7-720,32-13-179,34-12 39,14-4-56,5 0 0,6 1-1263,6 0 0,5 0-1094,-10 3 0,5 1 1,1-1-1,-5 1 1229,-3 1 0,-3 2 0,1 0 0,4-2 1,0 2-1,-11 2 0,-12 3 0</inkml:trace>
  <inkml:trace contextRef="#ctx0" brushRef="#br0" timeOffset="12417">19355 1474 20937,'-47'-16'509,"-1"1"1,0-1 0,-10-6 0,3 8-261,11 15 0,2 7-160,6 2 1,1 4-90,3-1 0,2 3-39,-18 24 370,34-4-319,25 0 114,6-10-98,14-7 0,7-4-20,-5-5 1,3-2-374,15 5 0,3-1 376,-8-4 0,-2-2-5,-5 0 0,-3-1 171,17 3-121,-24-1 84,-18-1 34,-18 2-17,-12 4-34,-15 4-67,1-2 855,-14 8-849,-5 4-51,3 5-6,0 6 7,24-5 3,12-7-20,9 2-1,16 0-5,5 0-6,15 1 17,-2-9 6,-1-4 5,-7-3 11,-10-2 29,-8 1 0,-14 5 5,-12 5 22,-15 7-39,3-3 12,-14 11-51,25-12 0,-3 10 0,25-12 17,17-2-62,20-5-376,22-7-1865,-19-5 1,1-2-715,-4-2 1,0 0 2999,9-1 0,-5-1 0,-6 0 0,0-1 0</inkml:trace>
  <inkml:trace contextRef="#ctx0" brushRef="#br0" timeOffset="13293">24975 1248 28155,'43'-15'-382,"-1"0"1,1 0-1,0 3 1,-1 0-1,0 6 52,20 7 0,-3 6-166,-8 0 0,-5 2 395,-12-2 0,-6 1 230,2 8-138,-35 2 39,-27 0-217,2-8 1,-4 0 96,-7 0 0,-3 0 185,-5 0 0,0 1-319,0-1 0,1 2 282,4-2 1,3 2-34,8 0 1,4 1 283,-8 12-309,23 2 17,23 0 17,17 2-23,18 0 108,13-1-119,-26-14 0,0-1 0,-1-1 0,0 0 6,21 10 685,-12-4-658,-17-4 35,-18-1-1,-26-1-17,-25 4-33,14-5 0,-4 0-298,-5 3 1,-1 1 291,0 1 0,2 1-17,5-1 1,4 1-6,-9 15 330,30-3-297,29-3-5,23-4-12,-10-11 1,2-2-804,6 1 0,0-2 795,-6-1 0,1 1 9,13 4 0,-2 0-12,9 6 3,-19-6 0,-4 2 26,-6 8 499,-20-5-505,-39 11-6,-11-7-34,8-5 1,-4-1-315,0-2 0,-1-2-313,-4 0 0,-1-1-2665,-4-1 0,1-1 3315,5-3 0,3 0 0,-12 0 0,25-3 0</inkml:trace>
  <inkml:trace contextRef="#ctx0" brushRef="#br0" timeOffset="13767">20186 1968 22924,'-5'-57'885,"1"0"0,1 7 0,-1 11-678,-2 21-96,3 12-184,1 14 90,-2 29-28,1-2-59,-1 4 0,1 4-1252,0-6 0,0 2-1635,0 13 0,0 2 2439,2-5 0,-1-3 0,2 14 0,0-27 0</inkml:trace>
  <inkml:trace contextRef="#ctx0" brushRef="#br0" timeOffset="13950">20552 2337 22615,'0'-4'3311,"0"0"-3261,0 4-442,-26 27-1804,16 7-1646,-19 13 3842,22 0 0,5-29 0,0-1 0</inkml:trace>
  <inkml:trace contextRef="#ctx0" brushRef="#br0" timeOffset="14493">21301 1810 25623,'0'13'0,"-1"3"0,5 11 62,-1-1 179,-5-11 89,0-3-184,-2-12 27,-1-10-61,-1-9-33,1-26-68,4-1-22,11-14-1,3 22-10,12 1 22,0 17-39,17 2 16,-5 12 7,12 14 10,-16 6-44,10 22 36,-23-6 0,-2 4 5,-2 1 1,-4 3-330,-3 11 1,-7 0 342,-14-5 1,-5-2-1,0-9 1,-3-1 8,-12 4 0,-4-3 25,0-9 1,-1-3-15,7-2 0,-1-2 101,-8-1 0,4-8 48,9-14-62,-1-8-90,21-4 12,11-9-51,7 7 675,25-7-692,3 8-117,19 6-11,-16 8-726,-6 7 0,2 1-4427,23 6 4636,-21-4 1,-2 1 0,4 3-1,-19-5 1</inkml:trace>
  <inkml:trace contextRef="#ctx0" brushRef="#br0" timeOffset="14660">22182 2102 22599,'-3'-2'3825,"1"0"-3629,2 2-308,-31 21-627,24 4-471,-24 13 1210,37 9 0,-3-29 0,2 7 0</inkml:trace>
  <inkml:trace contextRef="#ctx0" brushRef="#br0" timeOffset="15134">22576 1697 23063,'-3'-6'1540,"2"0"-1445,8-25 1,9-6-51,6 13-40,0-15 1,3 3-1,7 27-10,19 6-12,-21 12 17,11 11 6,-19 15-1,-10 14 12,-7 8-238,-12 4 232,-6-6 23,-7-9 28,-3-13 61,-4-12 95,-1-10 74,0-9 16,2-11 6,7-8 181,6-5-355,7-2-84,9 2-34,9 3-11,12 2-5,12 5-23,9 5 6,8 9 5,4 11-172,-28-2 0,0 4 175,-1 3 0,-2 2-14,15 26-5,-16 2 11,-20-1-34,-21-5-179,-16-7-694,-12-6-2141,-6-6 3059,0-9 0,22-7 0,5-4 0</inkml:trace>
  <inkml:trace contextRef="#ctx0" brushRef="#br0" timeOffset="15333">23345 1926 21584,'9'6'1563,"-2"-2"-784,-7-4-118,0 0-695,-35 65-924,25-36-2856,-9 11 0,5-3 3721,17-18 0,-1-9 1,3-7-1</inkml:trace>
  <inkml:trace contextRef="#ctx0" brushRef="#br0" timeOffset="15726">23624 1538 22459,'0'-6'3467,"0"1"-2801,0 5-649,-13 11-6,2 27 0,-11 20-17,14-17 1,1 1-217,1 0 0,1-1 219,1-3 0,2-2 3,7 20 34,3-19-23,8-19 11,6-19-5,9-17 5,10-16-2,-17 12 0,0-3-169,1-1 0,-1-1 216,-2 0 1,-1 1 539,14-19-344,-9 9 34,-9 13-157,-8 10-101,-6 7-28,-2 15 387,-1 11-364,-2 19-12,0 14-25,0-22 0,0 2-313,0 2 1,0 0-500,0 1 0,1 0 815,-1 5 0,1-3 0,0 5 0,1-5 0</inkml:trace>
  <inkml:trace contextRef="#ctx0" brushRef="#br0" timeOffset="17167">26202 1854 25466,'-4'-32'-6822,"0"8"6822,5 28 0,-1-1 0,1 1 0</inkml:trace>
  <inkml:trace contextRef="#ctx0" brushRef="#br0" timeOffset="17333">26266 2312 21926,'0'4'2442,"0"0"-2050,-32 27 0,-12 9-291,7-1-608,7-8 0,-5 4 1,6-2-396,-3 18 902,15-22 0,2-1 0,1 2 0,-2-1 0</inkml:trace>
  <inkml:trace contextRef="#ctx0" brushRef="#br0" timeOffset="23009">7191 6123 20274,'-6'-45'1230,"-1"-1"1,1 1 0,-4-15 0,0 3-889,1 16 0,0 4 117,-7-19-190,6 21-269,4 16-56,4 18 50,4 19 29,4 21-18,-1-8 1,0 3-501,0 8 1,-1 2 491,0 6 0,-3 2 6,-2 2 0,-2-1-315,-1-2 0,-2-2 334,-1-6 1,-2-4 83,-5 15 107,3-25-11,4-28-102,2-23-16,2-29-48,2 13 1,0-4-93,1-10 1,1-3 80,2-7 0,1-2-14,-1 20 0,2 0 1,0 1 24,5-18 0,2 1-8,1 9 0,1 3-6,-2 11 1,1 3 603,10-12-631,-3 22-12,4 12-34,8 19 29,11 16 8,-15-2 0,0 4-461,4 7 0,-1 3 447,3 6 0,-2 3-76,0 4 1,-3 2-275,-2 2 0,-4 1-706,-3-1 0,-4-1-3005,-5-2 1,-4-1 4088,-3-10 0,-2-3 0,-2 8 0,-3-23 0</inkml:trace>
  <inkml:trace contextRef="#ctx0" brushRef="#br0" timeOffset="23533">7210 6010 18257,'-10'-4'5198,"3"1"-4764,-22-14 0,-2-5-103,15 4-329,-16-7 1,12-1-182,73-5 58,-23 18 1,2 2-585,21-6 1,3 1 270,-6 5 0,-1 2-737,1 0 1,0 0-2293,-2 1 1,0-1-742,-6 1 1,-1 0 4203,-6-1 0,-3 0 0,15-8 4419,-20 2 2879,-16 3-3461,-16 0-796,-5 0-1686,-4-2 57,0 1-757,3 0-240,4 3-225,3 4-212,2 3-62,2 2 39,9 5 34,12 5-6,18 8-28,18 9-131,-24-10 1,1 1 166,1 2 1,-1 1-14,-4 1 0,-2 0-29,13 20 51,-19-7 39,-24-9 12,-15-10 50,-11-11 33,0-13-11,6-9 284,8-9-340,7-4 1,5 0-40,7 1-34,6 4-50,8 1-106,10 4-270,11 0-665,12 0-242,-21 11 1,2 1-2373,3-1 1,0 1 3100,-2 1 0,-2 0 0,9-1 0,-18 5 0</inkml:trace>
  <inkml:trace contextRef="#ctx0" brushRef="#br0" timeOffset="24509">8574 5461 27264,'-31'-43'39,"19"12"-50,51 43-6,15 10 6,-25-7 0,0 3-151,0 2 1,-1 2 141,-5 0 1,-2 3-15,5 26 6,-20-1 34,-19-7 93,-13-10-65,-5-13 16,1-12 29,5-15-7,6-9-21,8-11 189,7-6-240,12-5-28,13-1-45,16 0-575,14 4 443,-19 19 1,1 1-124,3 2 1,2 1-251,4 0 1,1 3-752,4 0 0,0 2 497,3 1 0,1 1 28,-1 0 1,-1 2 344,-5-1 0,-2 0 741,-8 1 1,-4 0 933,9-5 425,-21-2-297,-18-4 43,-11-3-580,-9-4 570,-5 0-1058,-5 4-146,-3 7-94,-3 7-68,-1 14-5,1 12-6,-4 21 0,15-10 0,0 19-23,19-16-16,3 7-6,15-5 6,10-9 50,13-12 23,5-11 11,2-17 55,-3-14 35,-5-11 162,-6-17-191,-13 16 112,-3-14-5,-10 21 0,0-1-28,-2 9-180,0 11-10,0 8-6,0 12-6,0 10 22,2 13-16,5 6-62,13 11 6,6-10 0,5-6-23,16-13 46,0-14 60,12-11-4,-5-14 7,-26-2 1,-4-2 30,7-10 23,0-14 28,-22 23 78,-2-1-157,-8 11-27,-3 9 10,-1 7-5,-2 7 12,4 5-24,0 3-10,14 5 5,7-7 12,8-4 16,17-10-22,11-10-119,-16 2 0,2-2 166,5-7 1,0-3 35,-12 3 1,-2-2 72,-3-3 1,-4 0-49,-9-6-97,-9 3 0,-4 10 0,-4 2 0,-1 11 0,-2 7 0,-5 23 0,-2 17 0,4-10 0,1 7-831,3 4 1,1 5 0,2 2 366,2 1 1,2 1 0,1 4 463,0-10 0,1 3 0,1 2 0,0-2 0,0-7 0,0 0 0,0-5 0,1 0 0,0 1 0,0 0 0,0-1 0</inkml:trace>
  <inkml:trace contextRef="#ctx0" brushRef="#br0" timeOffset="30126">7141 5995 29525,'-53'6'21,"0"0"1,0 0 0,0 0 0,-10 2 0,2 0 0,2 1 191,6-1 0,1 0 0,3 0 119,-6 1 0,6-2 701,-13 1-258,47-15-987,70-17 282,-11 8 1,7-2 0,6 0-513,-8 2 1,4 0-1,3 0 1,2-1-1,2 0 477,-7 2 0,3 0 1,1 0-1,1 0 1,1-1-1,2 1 0,0 0-283,-8 1 0,2 1 0,0 0 0,1 0 0,1-1 0,0 1 0,0 0 0,1 0 1,0 0 237,-3 1 1,1 0 0,1 0-1,-1 0 1,1 0 0,0 1 0,0-1-1,1 0 1,-1 1 0,0-1-144,0 1 1,1 0-1,0-1 1,0 1 0,0 0-1,0 0 1,0 0 0,-1 1-1,1-1 1,-1 1 92,6-2 1,-1 1 0,1 0 0,-1 0 0,0 0-1,0 1 1,-1-1 0,0 1 0,0 0-297,-3 1 0,0 0 0,0 0 1,-1 0-1,0 0 0,0 1 1,-1-1-1,-2 1 0,0 0 313,6-1 1,0 1 0,-1 0 0,-2 0 0,-1 0 0,-3 1 0,-3 0 0,14-2 0,-3 2 0,-5 0 0,-6 1 0,8-1 0,0 1 0</inkml:trace>
  <inkml:trace contextRef="#ctx0" brushRef="#br0" timeOffset="160412">3918 8778 18050,'10'-62'849,"-1"-1"1,1 1 0,0-1 0,0 0-1,-1 1 1,4-3 0,3-2 0,-2 3-1,-6 11 1,-11 15-598,-31 8-201,13 34 21,-16 25-38,20-3 0,1 7-843,-1 8 1,-1 6-1,1 2 827,1 1 1,2 1 0,0 4-575,2-3 0,-1 3 0,2 1 0,1-4 535,0 2 1,2-2 0,1 1-42,1-2 0,1 1 1,1 1-1,1 2-556,2 3 1,0 1-1,1 1 1,0 0 527,0 0 0,0 1 1,0-1-1,-1 1 57,2-8 1,-1 1 0,1-1-1,-2-1 1,0-3 50,-2 8 1,-2-3 0,-1-6 23,0 3 1,-5-7 159,-28 5 881,-1-53-985,9-18 0,2-9-51,6-5 1,5-5 437,4 2 1,2-3 0,4-1-484,7 0 0,3 0 0,3 2 14,0-12 1,5 1-21,2 10 1,4 0-1,4 1-11,3 5 0,4 1 0,1 1 9,0 0 1,2 0 0,2 1-10,6-1 0,2 1 0,0 3 12,15-4 0,-2 5-8,-11 6 0,1 1 3,-2 2 1,2-1-1,-3 1 1122,-1 0 1,-1 0-1110,12-8 1,-2-2 30,-21 10 1,-5-1-191,4-16 244,-16 11 179,-8 1 223,-8 7 1022,1 2-1329,-5 6 547,4 7-738,2 3 359,2 8-347,2 9-45,3 28-90,1 5-173,-1-16 1,0 1-494,0 27-976,-3-1-4087,-5-10 5356,0-15 0,-1-17 0,3-10 0</inkml:trace>
  <inkml:trace contextRef="#ctx0" brushRef="#br0" timeOffset="160578">4605 8434 20436,'-3'-7'4106,"2"1"-3658,1 6-392,0 0-297,-51-22-56,40 29-5999,-28 18 6296,49 19 0,2 6 0,-6-29 0</inkml:trace>
  <inkml:trace contextRef="#ctx0" brushRef="#br0" timeOffset="161262">4805 8614 21002,'0'-6'4403,"0"2"-3166,0 4-1220,2-24-11,1 29 16,5 11-39,-2 32 9,-2-14 0,-1 1-4,0 15 29,-3-14 67,0-15 11,0-13 17,-1-16 12,1-12 91,11-24 1,5-3-199,10 0-17,-1 1 0,5 6 11,17 24-73,3 10-95,0 14-100,-2 10-208,-2 10-448,0 7 5,-22-14 1,2-1-537,2 2 1,1-1 521,4-2 1,1-2 509,2-2 0,1-5 376,-1-3 0,1-4 198,-1-5 1,0-4 190,-3-4 0,-1-2 204,-3-4 0,-2-2 698,20-22-301,-14-1 71,-9 3-124,-12 6-278,-11 11-287,-18 11-112,-17 18-73,-17 13-40,23-5 1,0 3-107,2 1 1,3 2 0,-10 21 118,17-5-158,20-9 12,10-12 5,12-13 17,8-17 39,4-18 6,-16 7 0,0-3-157,0-7 1,-2-3 211,0-6 1,-1-4-724,-2-6 1,-1-3 773,-2-5 0,-1-1 0,-1 0 0,0 1-294,-2 5 0,-1 3 302,-1 8 1,-1 5 54,1-18-214,-5 26 554,-2 18-554,-2 16 1469,-5 36-1469,-2 19 0,1-6 0,0 4-99,1-10 0,-1 3-179,3-5 1,-2 6 0,1 2-1,1-2-63,1 10 1,0 0-1,0-3 1,-1-3 0,0-2-1,1-3 1,2 5 0,1 1-1</inkml:trace>
  <inkml:trace contextRef="#ctx0" brushRef="#br0" timeOffset="161812">8489 8449 24727,'-18'-52'536,"1"1"0,-15-1 0,-4 13-419,-4 28-5,-10 5 0,-2 4-50,4 9-20,0 6 0,2 6-42,8 15 2,14-8 1,6 3-14,11 25-11,30 2 16,-2-27 0,6-3-1461,12 1 1,3-3 1460,-5-5 1,2-1-3,4 1 1,5 0-1,-3-1 102,0 0 1,-2 1-93,15 7 1,-4 0 738,-7 9-730,-49-3-44,-42-3 35,4-12 1,-4-1-498,-9 0 0,-2-1 503,-5 1 1,0-2-9,1-2 0,0-1 500,6-3 1,2-1-641,10-2 0,3-2-250,-11-5-4063,29-9 4453,20-2 0,4 2 0,3 3 0</inkml:trace>
  <inkml:trace contextRef="#ctx0" brushRef="#br0" timeOffset="162405">8922 8477 23769,'0'-4'3176,"0"1"-2476,0 3-650,0 22-33,-5 8-28,-4 24 16,-7 0 7,0-2-7,1-9 23,4-11 45,6-15 33,3-12-38,2-17-7,3-12-10,3-18-18,6-11 6,4-4 29,5 2-1,3 6-45,4 10-5,3 10-11,5 9-18,4 9 7,3 8-6,9 20 11,-17-2-17,7 23 22,-24-3 18,-2 12-23,-12 2 33,-19 1-33,2-20 12,-11-2 72,12-23-12,1-9-10,7-23-23,8-10-15,4-6-24,11-7 0,3 11 0,7-7 0,3 8 0,9 7 0,-6 15 0,-1 5 0,-4 15 0,-5 9 0,8 11 0,-1 12-130,-13-8 1,-1 0-129,7 14-260,-9-10 0,1 0-1694,12 12-1057,-8-18 1,3-2 2420,22 12 0,-15-15 0,-12-14 0</inkml:trace>
  <inkml:trace contextRef="#ctx0" brushRef="#br0" timeOffset="163778">10230 8568 19994,'0'-7'4581,"0"1"-3990,-1-28 1,-1-7 214,-2 5-518,1-10 1,-3 2 181,-11 21-296,-5 16-62,-14 17-90,4 7 51,-16 21-39,9 2-46,16-8 1,2 3 34,-3 22-374,15 2 345,14-27 80,15-9-57,1-16 17,9-12 11,9-23-6,-7-9-22,-3-4 55,-7-3 395,-6 6-248,-2 5-201,-4 8-18,-7 18 0,-3 7 0,-3 19 0,0-3 0,-3 36 0,4-14 0,6 16 0,8-14 0,2-12 0,14-5 0,2-14 0,29-12 0,-4-20-597,-18 0 1,-3-3 596,-10 4 0,-2-4 0,1-8 0,-1-6 0,-1 1 0,1-11 0,-2-3-550,-1 1 0,1-4 0,-2 0 550,-3 5 0,-3 0 0,-1 0 0,0-1 0,-2-1 0,0 4 0,1-10 0,-2 2 0,-1-5 0,-4 2-179,-6 15 1,-2 2 178,1 4 0,-2 3 0,-9-21 0,3 41 928,4 14-928,-11 38 0,-2 21 144,4-5 1,-2 5-145,6-12 0,1 1 0,0 3-494,-1 5 0,1 2 0,1 1 494,1 5 0,1 0 0,2-1 0,0-12 0,1-2 0,5 3 0,4-1 0,3 3 0,2-1 0,2-4-353,1-5 0,3-3 0,1 1 353,5 14 0,3 1 0,3-6-246,7-2 0,2-8 246,-4-11 0,2-7 730,26-2-730,-2-35 0,-28-3 0,-2-7 424,3-11 0,-1-6-424,2-10 0,-1-5-470,-9 13 0,0-2 0,-1 2 470,5-13 0,-2-1 0,-4 12 0,0-3 0,-2 1-123,-3 5 1,-1 0 0,-1 1 122,-1 0 0,-1 1 0,-1 0-72,3-21 1,-4 5 71,-9 20 0,-2 6 0,-1-13 590,-8 15-590,7 21 2711,-6 9-2711,-3 24 0,-12 28 379,9-12 1,-1 3-380,-2 11 0,1 2-317,7-14 0,1 1 1,1 1 316,1 2 0,2 1 0,2-1 0,4 1 0,2-1 0,3 0-172,3 0 0,3-1 0,2-3-108,4 7 0,5-3-518,5-9 1,5 0 0,0-7-619,-1-7 1,2-4 420,11 7 1,1-9 464,10-29 670,-13-25 207,-23 10 0,-4-2 244,0-4 0,-3-1 280,0 0 0,-3 1 557,3-30 1146,-6 12-1740,-11 13 204,-5 14-847,-2 11 220,-4 7-322,7 10 313,-2 7-352,7 12 55,2 7-100,10 5 1,2-6-12,26 5 1,-3-19-1,15 2 29,-7-23-1,-5-12 0,-3-16 6,-8-9 0,-7-6-11,-9 0 22,-5 4-26,-6 10-13,-6 11 0,-7 11 0,-7 9 0,-3 12 0,-4 11 0,0 14 0,3 12 0,7 9-222,12-23 1,4 2 221,2 0 0,5 0 0,5 0 0,4-1 0,5-1 0,3-4 0,19 12 0,-6-21 0,2-5 0,10-7-96,-13-7 1,-1-5 95,16-23 0,-25 7 0,-1-4 0,0-4 0,-2-1 0,-1-4 0,-1-1-257,-3-1 0,-1 0 257,-3 1 0,-1 1 0,1-26-32,-5 11 32,-6 14 410,-2 10-410,-1 11 188,1 7-188,0 6 546,1 8-546,0 9 36,0 16-36,1 14 0,7 17-409,-1-26 1,3 2 262,2 5 0,1 2-636,2 5 1,-1 1-2551,-1 3 0,-2-1 3332,-1-6 0,-2-3 0,1 12 0,-5-28 0</inkml:trace>
  <inkml:trace contextRef="#ctx0" brushRef="#br0" timeOffset="164154">12351 8703 27308,'37'-29'193,"-1"0"0,1 0 1,14-12-1,-3 3-129,-17 16 1,-3 2-872,-1-6 0,-1 0 807,12-21 0,-16 3 0,-4-5 0,-7 8 0,-3-3 0,0 2 0,0-4 0,-1 0 0,-1-17 0,-1 2 0,-2 2 0,0 2 0,-1 9 0,-2 4 640,-7-17-640,-5 26 339,-4 19-339,0 11 89,1 17-89,-2 16 0,-2 30 133,8-17 1,1 4-134,1 12 0,2 3-566,2-15 1,2 2 0,2 1 565,2 4 0,3 0 0,2 1 0,2 2 0,2 0 0,3-1-16,4 1 1,3-2 0,3-1-293,1-2 0,3-3 0,0-1-230,1-4 1,1-3 0,1-2-3774,12 7 1,0-5 4310,-10-13 0,-2-4 0,5 0 0,-19-17 0</inkml:trace>
  <inkml:trace contextRef="#ctx0" brushRef="#br0" timeOffset="164312">12560 8381 26913,'34'-30'-161,"1"0"1,0 0 0,0 1 0,0 3 0,2 5-3405,15 8 0,0 6 2663,0-2 0,-4 1 1,-12 3-1,-4 1 1,10-3-1</inkml:trace>
  <inkml:trace contextRef="#ctx0" brushRef="#br0" timeOffset="166005">14383 8499 23317,'1'-45'820,"1"0"1,0 1-1,0-17 1,0 10-664,-1 13 427,-2 16-567,0 30 173,3 18-170,2 10 0,2 4-20,2 1 0,2 2-584,6 15 1,2-2 583,-4-18 0,2-2-8,7 7 0,3-4-219,14 9 249,-17-23 1,0-3 78,11-1 39,-8-45-96,-12-2-10,-3-8 0,-1-5-280,-1 4 1,-1 0 242,3-9 0,2-2-31,4-7 1,1 2-40,-2 12 0,1 3 11,-1 2 1,2 4-320,20-4 834,2 21-1316,16 4 101,-14 14 0,1 4 412,-5 0 0,0 2 263,-1 1 1,0 2 27,-4-1 0,-2 0 110,10 2 780,-3-1 188,-16-14-229,-18-11-409,-6-5 932,-10-13-775,-4 3-73,-7-6-174,-12 5-207,0 13-28,-8 17-39,12 8-23,-6 22 18,13 5 2,13-6 0,3 1-14,13 23 0,9-1 11,30-14 6,-1-16-29,14-3 18,-7-15 39,-3-26-12,-18-9-5,-6-8 51,-12-11-1,-7 8 2,-1-16-80,-3 18 0,-1 8 0,-1 20 0,-1 7 0,-2 12 0,-2 10 0,-1 28 0,3 2 0,10 13-233,5-21 233,26 5 0,12-17 0,-4-13 0,4-5 0,-5-6 0,1-5-900,8-6 1,-3-7 899,-17 1 0,-3-5 0,3-11 0,-5-4-181,-8-1 1,-3-5 180,-3-4 0,0-4 0,-3-2 0,-2 3 0,-2 0 0,-1-3-867,0-10 1,-2-3-1,-1 5 867,0-4 0,-2 1 0,-1 6 0,-2-1 0,-1 5-104,-1 6 0,0 1 104,-3-12 0,-1 5 1105,-6 3-1105,5 23 282,3 16-282,0 21 0,1 4 0,1 20 0,-1 8 0,2-3 0,1 4 567,0-1 1,0 5-1,1 0-567,2-1 0,1 0 0,1-2 0,1 12 0,2 0 0,1-12 0,4 2 0,2-2-212,5-5 0,3 0 1,1-2 132,-2-1 1,1-1-1,2-2 12,14 16 0,1-8 17,1-11 50,-7-26 11,-8-43 17,1-13-331,-10 8 0,0-2 323,-2 2 0,-1-1 30,-1 1 0,0 2 18,4-17 1355,-3 7-1423,-8 26 1247,-3 6-1247,-5 17 0,-3 14 0,0 15 0,3 9 0,8 6 0,10 2 0,14-4 0,13-8 856,11-12-856,6-14 0,-1-21 0,-8-17-369,-11-19 369,-13-11 0,-16 27 0,-4 0 0,-1-30 0,-10 8 0,-1 11 0,-2 13 0,3 11 0,4 11 0,2 9-12,8 11-152,11 11-771,17 13 201,-10-15 1,3 0-611,5 2 1,2 0-228,3-1 0,0-1 868,-8-5 0,1-2-63,6 1 0,-1-3 2268,-1-4 1220,7 0-375,-30-15-812,-10-4-488,-6-3 289,-2 1-911,-3 3-164,-1 4-194,2 2-39,1 3-22,4 3-17,8 0 39,8 0-23,12-2-10,9-8 33,6-6-6,-2-11 12,-5-6-1,-8-7 12,-11-2 56,-8 2 5,-13 5-54,-10 9-52,-9 9 0,-4 8 0,-1 11 0,1 10 0,3 15 0,5 11 0,4 11 0,8 8-250,10-28 0,3 1 34,5 1 0,5-1-955,8 1 1,6-1 632,15 3 0,2-4 1,6 5-1,-21-22 0,0 0 1</inkml:trace>
  <inkml:trace contextRef="#ctx0" brushRef="#br0" timeOffset="166438">19092 8055 24239,'-11'-42'662,"0"0"1,-1 0-1,-6-11 1,-5 8-476,-3 18 1,-4 10-327,-2 7 1,-1 9 180,-1 11 0,2 7-279,0 10 1,5 8 244,1 13 1,4 8-572,9-11 0,1 4 0,2 2 548,1 8 0,1 3 0,1 2-583,2-11 1,1 1 0,1 2-1,1-1 420,1 5 0,2 0 1,0 1-1,1-1-395,2 2 0,0 1 1,2-1-1,0-1-1794,1 1 0,1-1 0,0-1 1,-1-2 2366,0-8 0,0-1 0,0-2 0,-1-3 0,3 17 0,-1-9 0,-4 3 0</inkml:trace>
  <inkml:trace contextRef="#ctx0" brushRef="#br0" timeOffset="167228">18476 9773 19130,'-9'-57'506,"0"1"1,0-1-1,1 1 1,1 0-1,0 1 1,3 0-1,2 2-364,4-8 0,5 2 0,1 2-694,2 0 0,1 1 0,3 1 598,1 5 1,2 0 0,2 3-44,1 4 1,1 1 0,1 3-33,15-14 0,2 4 9,4 6 1,4 3-23,5 4 0,2 5-46,-14 10 0,0 2 0,2 2 65,0 0 0,1 2 1,1 0 16,-2 1 1,1 0-1,0 1-150,16-7 0,-2 0 187,-9 1 1,-4-2 516,-9 1 1,-6-1-415,7-18 1013,-22 7-766,-19 5 1273,-8 6-1329,-10 3 1026,-3 3-1155,4 5 235,7 4-392,8 4-11,7 7-28,11 7-11,10 13 0,13 14 11,-11-14 0,0 1-142,3 4 0,0 0 139,0 1 0,-2 2 20,-2-1 0,-3 0-23,-5-2 1,-4 0-18,-6 20 51,-17-13-17,-13-16-5,-8-13 61,0-18 17,5-10 11,10-14 268,9-6-324,16-5-22,12 0-6,16 0-418,12 3 398,-20 22 1,2 1 0,1 2 0,0 2 2,1 0 0,0 2-76,28-9 116,-8 4-12,-12 4 113,-15 5 66,-13 4-61,-6 4-61,-7 1 362,-4 6-418,-7 6 98,-3 8-121,-1 9 0,4 15 0,6-11 0,9 16 0,11-19 0,11 8 0,10-6 0,12-8 0,-13-11 0,11-12 0,-17-16 0,5-12 0,-6-12 0,-6-9 0,-10-4 0,-12-2 0,-11 4 0,-11 6 0,-6 11 0,-4 9 0,-6 11 0,12 7 0,-8 10 0,15 10 0,-4 15-52,7 13-687,16-9 0,5 1-1048,20 25 589,-9-29 1,5-3-3606,13-4 0,4-5 4803,16 1 0,-7-3 0,-19-10 0</inkml:trace>
  <inkml:trace contextRef="#ctx0" brushRef="#br0" timeOffset="167762">20576 8100 24344,'-15'-41'106,"9"19"1524,24 54-1579,3 12 5,-2 5 5,-4-1 635,-5-3-618,-10-19 278,-2-8-295,-8-17 974,1-11-991,-1-10 35,2-25-40,6-5-17,4-2-9,9-1-13,5 14 0,19-13 0,4 17 0,14 6 0,-15 19 0,8 10 0,-11 14 0,6 13 0,-5 15 0,-21-9 0,-3 2 0,2 14 0,-9-14 0,-6-2 0,-11 4 0,-14 2 0,0-19 0,-2-19 0,15-23 0,7-6 0,15-22 0,2 18 0,3 0 0,1-1 0,2 0-207,5-3 1,1 1 206,17-11 0,-9 16 0,19 1 0,-24 19 0,23-4 0,-11 18 0,0 7 0,-4 5 0,-7 16-656,-13 3-3102,-4 0 0,-1 1 3758,2 19 0,-3-4 0,-3-30 0</inkml:trace>
  <inkml:trace contextRef="#ctx0" brushRef="#br0" timeOffset="168788">22971 8191 25780,'-8'-49'205,"0"0"0,0-1 0,1-1 0,0 0 0,2 1-41,3 3 0,1 0 1,1 2-975,-1-13 1,0 0 909,0 8 1,1-1 0,0-1-645,-1-5 1,1-2 0,0 1 585,0-3 1,0 0 0,0-2-11,0 11 0,0-1 1,0 0-1,0 4 3,-1-3 1,0 4 0,-1 1 151,-1-10 1,0 6-166,0 17 0,-2 5 34,-10-5-72,-2 38 4,-12 26-5,11 4 1,0 7-116,4-2 1,0 3 0,1 3 131,-2 10 0,1 4 0,1 2-174,3-9 1,0 3 0,2 1 0,0 0 139,1-6 1,1 0-1,1 1 1,0 0-1,0 1-337,1 2 1,0 0 0,1 1 0,1-1 0,0 1 273,1-1 1,0 1 0,1-1 0,1 0-1,1-1-34,1-1 0,0 0 0,2 0 0,0-2 0,0-2 9,2 14 1,2-3 0,3 0-318,3-7 1,4 2 0,0-3 0,1-6-1830,4 3 1,1-5-2099,7 14 0,-1-13-1006,-6-35 5372,-29-43 0,-7-13 0,-5 5 0,-4-4 2168,5 8 0,-2-2 0,0-1-553,-1-2 0,1 0 1,-1-2-511,-2-7 0,0-2 0,1 1-452,4 8 1,2 1-1,1 0-209,1 0 1,2 1 0,0-1 423,2 1 1,1 0 0,1 0-514,0-19 1,3 1-155,3 4 1,4 2-82,3 5 1,3 3-28,5 5 0,4 3-88,3 5 1,5 2-6,2 5 0,5 2 5,4 2 1,4 3-382,4 1 0,1 1 384,5-1 0,0 1 20,0-2 0,-1-1 20,-3-2 0,-3-1-18,-12 6 1,-3-2 805,0-6 0,-6-1-383,-5 1 898,0-3-1200,-16 21 508,-10 18-575,-8 19-17,-11 25 41,11-16 1,0 2-79,-1 9 1,3 2-14,4 5 0,2 1-6,2 2 0,3 1-5,3-1 0,2-2 10,0-5 1,1-2-12,0-7 1,0-4 1,3 17 94,-3-26 28,0-22-40,2-24-33,5-18-39,3-18 17,4-6 22,2 4 11,1 9-17,-2 14 942,-1 13-970,-1 9-22,4 10 28,6 9-22,7 7-17,5 9 28,1 2-1,-2-1-21,-6-7 5,-7-7 67,-7-10 34,-3-11-40,-2-8 40,-4-10 7,-3-4-108,-4-1 0,-3 3 0,-2 4 0,0 7 0,-1 6 0,1 6 0,1 8 0,0 10 0,0 12-175,3 14-1158,10 9-3383,11 5 3944,6-6 1,-8-19 0,-6-13 0</inkml:trace>
  <inkml:trace contextRef="#ctx0" brushRef="#br0" timeOffset="169321">25303 7132 27303,'44'-11'149,"0"0"1,-5 4-1,-7 7-31,-15 20-17,-9 19-45,-6 17-439,-5-23 1,-1 3 404,-2 3 1,-1 2-20,-3 1 0,0 0 11,-1 0 0,0 0-12,1-3 1,-1-1 61,1-5 0,1-3-47,-7 14 39,5-19 22,6-19-28,3-22 1,7-22-40,-1 6 0,0-2-231,4-10 0,2-3 226,0-8 0,2-2-9,2-4 0,0-1 8,2 1 1,0 1 11,0 3 0,0 3-6,0 7 0,1 4-106,-2 8 0,-1 3 89,12-13-5,-5 22-6,2 18 6,6 21 16,9 21-25,-15-6 1,0 3 127,2 8 1,0 3-179,0 6 0,-2 2-644,0 3 0,-2 0 190,-3 2 1,-2-1-906,-2-2 1,-1-2 884,-1-3 1,-2-3-1,2 5 1,-2-16 0</inkml:trace>
  <inkml:trace contextRef="#ctx0" brushRef="#br0" timeOffset="169845">25618 7332 22744,'-5'-5'3036,"0"1"-2829,5 4-151,7-65-78,27 42-514,-8-14 1,6 4 395,12 24 0,5 9-141,5-3 1,1 2-238,0 2 0,1 0-611,-3 0 1,-1 0-707,-7 1 1,-1-1-309,-9 0 1,-2 0 313,10-3 3773,-23-3 2050,-20-4-365,-9-5-1288,-8-4-851,2-3 290,1-1-1024,5-1-196,3 3-173,2 2-180,3 4-140,2 5-56,5 5-11,6 9-11,20 19 5,-6-1 0,-3 0 1,1 3-6,10 17 5,-14-16 1,1 2 5,-4-2 0,-1 0-17,7 20 28,-12-11 17,-11-14-11,-12-12 22,-8-13 12,-6-11 72,-4-20-62,10-1-33,4-2 12,15 0-46,11 7-44,11-6-51,14 6-140,-6 15 0,3 2-39,15-3-505,-7 8 1,2 2-191,-9 3 1,1 2-1914,10 0 1,1 0 2887,-5 1 0,-4 0 0,12 0 0,-23 0 0</inkml:trace>
  <inkml:trace contextRef="#ctx0" brushRef="#br0" timeOffset="170795">27057 6946 27835,'-17'-38'67,"5"10"-61,44 55-6,0 8 0,-5-2 0,0 2-301,-6-4 0,-1 1 276,1 4 0,-3-1 25,-2 5 134,-10-6-128,-13-16 44,-13-5-16,-5-15 5,-9-13-16,13-4 33,1-10-17,13 2 417,7-8-462,16-1-190,33-4 107,-8 14-26,-3 11 0,3 3-428,-7 7 1,2 3 225,11-2 1,5 2-87,-10 3 0,3 2 0,-1-1-413,12 1 1,-1 0 126,5 1 1,-4 0 340,5-1-72,-12-9 1070,-30-10 414,-9-4 230,-18-8-241,-11 4-638,0 6 257,-6-2 737,-1 6-1224,-2 4-157,-5 8 11,5 16-16,6 2 16,-3 21-17,8 1-5,1 23-17,12-11-5,12 1 5,5-25 0,10-8 22,-1-12 6,15-13 6,-4-11 61,7-15 45,-11-6 28,-5-3-51,-7 9 141,-5 0-223,-8 14-35,-1 5 0,-3 7 0,0 11 0,0 2 0,3 20 0,2-1 0,7 13-57,6-5-117,1-8-336,15 4-374,15-13 570,7-3 95,-22-12 1,1-4 257,18-14 11,-15-4 303,-4-23-23,-21 13-156,1-7 347,-11 5-258,-2 18-145,-1-1 269,0 12-410,0 7 18,0 5-7,0 7 1,0 7-28,4 1 5,3-1 34,8-7 28,8-8 6,6-16 39,5-15 57,2-14-130,-8 4 0,8-15 0,-18 23 0,4-5 0,-15 21 0,-4 15 0,-3 7 0,-5 50 0,3-27 0,-1 4-448,1 1 0,0 4 1,0 1 447,1 3 0,1 0 0,0 3-1913,3 6 1,1 3 0,0-1 1912,1-3 0,-1-1 0,1-3 0,2 5 0,-1-7 0,2 11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00790-A6EB-EBD3-FB76-EDFAF5A4B0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160C2C-0C46-E4E7-AB27-8FA5A2DC69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8A36A-CEC7-10F5-CE9F-E5E0E6A66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2F6E0-8776-1845-AD1B-67157A8A250A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6E6496-FF01-A98E-4245-A289219CE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C763E-DA36-EE90-BF14-0F03D8DC3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8209C-C214-224C-9FE4-7CE941629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551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5E133-0AFB-977D-D270-E7962FE9B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D0A97-5713-BF11-ED71-639FCEABA8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C31C6-C40E-025F-A64F-7AAE6383C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2F6E0-8776-1845-AD1B-67157A8A250A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ADCFF-E530-3D94-8CF3-45DB9C8D8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0FFA3-0177-E8A3-A36E-05E58964E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8209C-C214-224C-9FE4-7CE941629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726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5E450-3893-BA40-8731-E8F3C61B8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4D03ED-BCD7-435E-0DB3-BA2420FBE2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2E713-2EA8-D640-1EE1-79D0EC37F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2F6E0-8776-1845-AD1B-67157A8A250A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0144CC-C07B-5308-5453-C023FDB02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BFF09-D063-21C5-1A78-7E3658C29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8209C-C214-224C-9FE4-7CE941629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199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09014-FB71-444F-A410-A7F4EB5D8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4A9D7-623B-3E99-7D7B-B5D7319A65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CD6903-884E-862B-B436-7AB2EE69ED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C9ADE9-F341-BA8D-D20E-238D6A237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2F6E0-8776-1845-AD1B-67157A8A250A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4D69F-DA46-3C3A-6565-A59EE1E62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39C34A-9A75-728B-5A84-E6B0FF75B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8209C-C214-224C-9FE4-7CE941629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874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1D548-CD93-1FF5-3917-DF0E1C16D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257D95-464F-0833-91BA-AF0083250C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0E1318-C729-56BD-FF2F-D129531E75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E37A22-0F82-436B-E567-6291D035E9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8DD1FC-FD59-EFD6-93DE-11FD23FFFD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FC2463-6AD9-4962-1B5E-DBAB3C9F4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2F6E0-8776-1845-AD1B-67157A8A250A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053158-0861-5D03-929D-310CE59F4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505D70-E7EA-6411-CBD6-492964B77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8209C-C214-224C-9FE4-7CE941629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616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17799-9DA2-B5AE-5FEE-EA312DC6E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952B13-91A3-AD1D-DEDB-576DF77B0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2F6E0-8776-1845-AD1B-67157A8A250A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CE18B6-9EA9-F2D8-BA4B-7BCE075BA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61C33E-F563-2294-6773-CBD1CABFA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8209C-C214-224C-9FE4-7CE941629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242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D401AB-0A18-FBC1-7F59-99DCBCAF6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2F6E0-8776-1845-AD1B-67157A8A250A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49980C-7620-6198-F0A5-353D72817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0CDB66-3E3E-C9B6-2874-B81E4B0BA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8209C-C214-224C-9FE4-7CE941629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89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67106-7436-5399-F128-7B2FEFCA0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77075F-AD31-8D0E-CAA6-21871CB70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19159A-9418-5A3C-2C6F-A09C81852C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95ABA6-ACE9-17E3-BF69-A4E8EEFD4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2F6E0-8776-1845-AD1B-67157A8A250A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C0FC4D-3039-3681-0155-D17799BA0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AD72DE-BE73-1F88-9E6F-56BCDEBFA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8209C-C214-224C-9FE4-7CE941629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740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69966-DAD7-6963-8BA1-DD9F98589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4010F6-0011-1ADC-5BF2-04BD3C16C7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58B60D-FDDF-A06A-099F-FC687B025C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A8F2A0-ED51-7C73-63C5-8AA62D9A2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2F6E0-8776-1845-AD1B-67157A8A250A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B6DBC6-5657-76B2-41D4-16DD43821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C49957-ED53-2CE0-A85F-7CCEDCA36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8209C-C214-224C-9FE4-7CE941629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443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44C9E-C88C-D807-DFC1-1F4E38888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5D0D96-079C-08E9-9564-A285A1122A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434CAD-3F1E-ED7F-7CDE-9097A6A1C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2F6E0-8776-1845-AD1B-67157A8A250A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C607E1-8A40-CFFE-D3F7-4896F36DE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E3F52-D692-0218-8CD1-4CB38BDB5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8209C-C214-224C-9FE4-7CE941629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759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8AC38A-D2EE-D517-87C2-F4E46DFFBB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5943EF-F66E-8857-ED1A-8E625B94A4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BE653B-A885-87B0-7354-1F65920CD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2F6E0-8776-1845-AD1B-67157A8A250A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44E4C4-37B1-7F8F-DBDF-A56D9C638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03EED5-6065-3DE2-B81B-9FBF75E6D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8209C-C214-224C-9FE4-7CE941629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048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4CFB68-743F-AE37-1D7D-9F1DB86C6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3C53DD-BE8D-0553-BD28-DFC1E5EDC3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5749D5-74B3-7A5F-7768-4F3C8E8D22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D2F6E0-8776-1845-AD1B-67157A8A250A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A4414A-6CE8-4DCD-4C0A-AC0520D2D2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C06625-24D9-ABDE-F1ED-E25547EC74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A8209C-C214-224C-9FE4-7CE941629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686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blue and white gradient&#10;&#10;AI-generated content may be incorrect.">
            <a:extLst>
              <a:ext uri="{FF2B5EF4-FFF2-40B4-BE49-F238E27FC236}">
                <a16:creationId xmlns:a16="http://schemas.microsoft.com/office/drawing/2014/main" id="{7E61DE09-6310-35E3-0601-278FF09FAF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501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72C40B6-609D-9D85-4664-72D961C670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096671C-F0B1-CA50-6F7F-E337A373355F}"/>
                  </a:ext>
                </a:extLst>
              </p14:cNvPr>
              <p14:cNvContentPartPr/>
              <p14:nvPr/>
            </p14:nvContentPartPr>
            <p14:xfrm>
              <a:off x="340560" y="204120"/>
              <a:ext cx="11320920" cy="42465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096671C-F0B1-CA50-6F7F-E337A373355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1200" y="194760"/>
                <a:ext cx="11339640" cy="4265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35652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2822C1-3403-7789-5A96-10DE8E8C8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CB3C4F4-DC22-A12A-B784-B3F5B04AC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8572E97-D5F1-D12C-D3D8-0FCF0EA8E3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430D615-C86E-D45E-319F-360F3E34936B}"/>
                  </a:ext>
                </a:extLst>
              </p14:cNvPr>
              <p14:cNvContentPartPr/>
              <p14:nvPr/>
            </p14:nvContentPartPr>
            <p14:xfrm>
              <a:off x="188640" y="768960"/>
              <a:ext cx="7067880" cy="34956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430D615-C86E-D45E-319F-360F3E34936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9280" y="759600"/>
                <a:ext cx="7086600" cy="3514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19818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DBB3CE-714E-68E4-F30F-4F33336D0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17DFDA2-CA29-B771-C54B-992D3556DA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1A1B2F9-26FE-40F6-3FF8-905B01E677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D029BBA-A2E6-0AE3-2280-0A5F9E172771}"/>
                  </a:ext>
                </a:extLst>
              </p14:cNvPr>
              <p14:cNvContentPartPr/>
              <p14:nvPr/>
            </p14:nvContentPartPr>
            <p14:xfrm>
              <a:off x="810720" y="578160"/>
              <a:ext cx="9633960" cy="55886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D029BBA-A2E6-0AE3-2280-0A5F9E17277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01360" y="568800"/>
                <a:ext cx="9652680" cy="5607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16757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428165-7B99-384F-B16C-C36E779D0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5862E80-6C9F-9DE7-683A-71C17DCAD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AE107E-D714-4443-CFF4-AD93E5BB3F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6B27BC2-55BD-4C77-3548-983C242FA1C0}"/>
                  </a:ext>
                </a:extLst>
              </p14:cNvPr>
              <p14:cNvContentPartPr/>
              <p14:nvPr/>
            </p14:nvContentPartPr>
            <p14:xfrm>
              <a:off x="1247400" y="422280"/>
              <a:ext cx="9074880" cy="32137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6B27BC2-55BD-4C77-3548-983C242FA1C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38040" y="412920"/>
                <a:ext cx="9093600" cy="3232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310468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0</Words>
  <Application>Microsoft Macintosh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1</cp:revision>
  <dcterms:created xsi:type="dcterms:W3CDTF">2025-11-25T11:12:31Z</dcterms:created>
  <dcterms:modified xsi:type="dcterms:W3CDTF">2025-11-25T12:19:36Z</dcterms:modified>
</cp:coreProperties>
</file>