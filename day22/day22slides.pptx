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9:52:05.4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3699 2850 20162,'11'-51'1616,"0"0"1,0-7 0,-2 6-916,-4 10-136,-1-10-234,-4 29-253,0 13-100,0 7 72,0 37-16,-4 10-20,0-4 0,-2 3-301,-2 1 0,-2 1 273,-1 3 0,0-1 0,1-2 0,1-1-3,3-5 1,1-2-12,0 19 16,5-22 96,0-16 90,2-13-73,0-14-62,1-11 579,2-12-601,-1-7 28,0-1-28,1 5-12,1 6-16,2 10-11,8 6-1,11 6-38,12 4 27,-1 0-31,-5 3 1,2 0-64,15-2 55,-14 0 0,2 0-61,19-7 66,-6-4 74,-10-9 16,-8-7 46,-8-8 27,-4-3 50,-4-3 12,-3 3-11,-2 2-12,-2 4-27,-3 6-7,-1 6-49,-2 9-57,-2 7 17,0 14-5,0 10 5,1 17-28,0 12-111,-1 10-273,-2-26 0,0 2-19,1 1 0,-1 1-451,3 2 0,0 0-815,3-1 0,2 1 1686,5 0 0,1-3 0,2 5 0,4-10 0</inkml:trace>
  <inkml:trace contextRef="#ctx0" brushRef="#br0" timeOffset="640">4736 2949 16868,'2'-6'5417,"-1"2"-4880,6-29 1,1-6 285,-4 8-495,4-12 0,-1 1 153,-8 21-99,-4 7-153,-4 8-139,-7 10-23,-8 11-17,-10 16 1,-7 13-35,20-19 1,1 1-28,-14 22-6,13-6-16,13-11 33,14-9 33,9-11 12,7-8 45,5-12-12,1-8 29,-1-11 44,-3-4-11,-4-4 0,-5 2-23,-4 0 7,-2 6 4,-4 6-55,-1 8-50,-1 7-12,-3 7-11,2 8 17,0 10 5,0 10-11,0 8-33,-2 3 22,3 1 0,4-4-28,7-5 22,7-7 6,6-9 17,2-7 5,-1-12-5,-4-7 62,-2-9 33,-4-8-23,-3-8 29,-3-8 39,-3-8 16,-3-2-27,-1 1-12,0 8 34,1 11-144,-3 12-24,0 11 0,-1 6 0,1 9 0,5 6 0,6 10 0,3 10 0,5 8 0,2 9 0,1 5-119,-1 2-223,-8 1-346,-8-4-556,-21-4-2189,-18-3 3433,-9-9 0,10-13 0,12-11 0</inkml:trace>
  <inkml:trace contextRef="#ctx0" brushRef="#br0" timeOffset="1373">5461 2635 22071,'6'-61'1268,"-1"0"0,1 1 0,-2 10-635,-3 23-191,1 0-218,-2 12-106,0 11-101,1 22 0,0 13 16,0 29-14,0-12 1,-1 2-14,0-13 0,0 1 1,-1 8 0,0 4 1,-1-6-646,-1 16 652,1-9 0,-1-1 3,0-5-12,0-1 264,2-20-134,0-14 72,2-15-140,2-11-22,4-15-2743,9-23 2720,-2 11 3,-1 11 1,2 0-15,9-10-22,11-4 22,4 13-22,9 15 11,-9 17 11,6 15-11,-11 16 0,-9 0-51,2 18-128,-9-2-238,-8-15 0,0 2-2322,0 10 0,0 1 2285,-3-10 0,-1-2 1,5 26-1,-7-36 0</inkml:trace>
  <inkml:trace contextRef="#ctx0" brushRef="#br0" timeOffset="2540">6220 2883 21601,'0'-5'3523,"0"1"-2307,0 4-1177,4-44 45,1 44-22,1-27-12,-2 50 118,-2 29-129,-3-20 9,-2 7 0,-2 3 2,-3 7-147,2-15 1,0 0 141,-3 10 22,3-14 146,2-13 50,1-10-123,3-11-84,0-10-28,1-14 243,1-10-254,2-11-3370,0-13 3370,-1 9-12,-1 5 1,-1-2-185,1 15 1,1 1 178,0-14 0,2 2 11,6-13-190,4 16 190,3 12 0,2 11 6,3 8 3106,2 5-3128,1 6 525,-5 5-526,4 11 314,-1 22-319,-4 9 19,-10-14 1,-2 3-621,-5-3 1,-1-1 623,1 20-55,-3-18 0,-1-2 37,-1 3 6,-1 6 17,1-24 50,2-10-11,3-12 1182,2-10-1199,4-13-17,2-12 1,4-10-134,3-4 122,3 1 0,-3 16-11,10-1 0,-8 21 0,3-2-11,7 11 11,-9 8-11,10 5-23,-7 9 1,-2 9 192,-2 9-305,0 7-207,-2 5-487,-2 4-498,-1 1 531,-4-11-1187,7 6 1344,-2-26 252,9 3 342,-1-23 146,-6-2 510,9-14-35,-9 3 46,8-12 16,-5-1-56,3-8-33,-1-5-34,-1-1 12,-3 3-46,-8 7-140,-5 10-128,-8 11-112,-9 8-46,-8 13-21,-7 9-1,-2 13-11,2 9-5,6 3-6,6 0-6,7-5-5,10-8 6,5-9 16,9-10 6,4-6 11,3-12 5,1-5 166,-5-25 0,-3-3-143,3 6-26,-7-4 1,-1 1 115,-1 13-96,-3 10-5,4-4-34,-6 15-16,0 12 10,-2 2-21,1 31 4,-2-4-83,2 20-302,0-8-712,5-5-1042,5-2-3423,4-7 5574,0-9 0,-6-12 0,-5-9 0</inkml:trace>
  <inkml:trace contextRef="#ctx0" brushRef="#br0" timeOffset="2974">7466 2902 24939,'7'-43'700,"-1"1"1,-1 4-1,0 11-504,-3 21-123,-1 11 16,2 10-5,0 13 6,0 15 11,-2 13-68,-2-21 1,-1 3-377,-2 5 1,1 1 353,-2 5 0,-1 1-31,-1 1 1,-2 0-1,1-1 1,-2-2-9,-2-5 0,0-4-25,-1-6 1,-1-4 41,-10 8 11,5-22-11,8-22 5,5-19 17,7-20-8,0 15 0,1-2-17,1-7 0,1-3-270,1-8 0,0-2 278,3-6 1,0-1 8,-1 18 1,1-1 0,1 0 1,1 1 1,1 0 0,2 1 2,8-18 1,2 3-370,1 6 1,2 3 374,0 8 0,0 4-67,-1 8 0,0 3 64,18-10-22,-4 16 22,-5 9 1115,-3 13-1131,-4 14 923,-6 14-912,-11 12 10,-20 7-16,-21 4-28,5-26 0,-4-2-472,-7 0 1,-3-2-327,-3-2 0,-3-2 826,-6-2 0,2-3 0,-6 1 0,8-6 0</inkml:trace>
  <inkml:trace contextRef="#ctx0" brushRef="#br0" timeOffset="3473">3451 3978 15697,'-52'7'569,"-1"-1"1,1 0-1,-1 1 1,-2 0-1,2-1 1,4-1 354,-13 0 0,8-2 667,-8-1-695,5-6-370,37-4-297,67-13-111,8 5-1023,-9 4 0,11 0 0,1 0 944,-10 4 0,1 0 1,2 1-1,3-1-333,-6 1 0,3 0 1,1 0-1,2 0 0,1 0 1,1 1 299,-2 0 0,0 0 1,1 0-1,1 1 1,1 0-1,2 0 1,2 0-184,-3 1 0,4-1 1,1 1-1,2 0 0,0 0 1,0 0-1,-1 0 0,-3 1 1,-2-1 178,1 1 0,-3 0 1,-2 0-1,-1 0 1,1 0-1,2 0 1,3 1-129,-1-1 1,3 0 0,3 1 0,0-1 0,1 1 0,-1-1 0,-1 1 0,-3-1 0,-3 1 129,5 0 1,-4 0 0,-2 0-1,-1 0 1,1 1 0,3-1-43,0-1 0,1 1 0,1 0 1,1 0-1,0-1 0,-1 1 1,-1 0 36,-4 0 0,0-1 0,-1 1 0,-1 0 1,1 0-1,0 0 0,1-1-127,4 1 0,1 0 0,1-1 0,-1 0 0,-1 1 0,-2 0 0,-3-1-171,2 1 0,-4 0 0,-2-1 0,1 1 0,3 0 299,3-1 0,5 1 0,1-1 0,-2 0 0,-7 1 0,-9 0 0,3 0 0,-5 0 0,-2 0 0,-1 0 0,1 0 0</inkml:trace>
  <inkml:trace contextRef="#ctx0" brushRef="#br0" timeOffset="4083">9003 2657 23937,'-22'-41'485,"0"-1"1,1 3 0,2 13-442,6 29 46,-7 11-28,-6 15-18,3 0 24,-10 24-74,18-16 23,-2 8 33,17-10 57,10-19-7,2 0 197,20-17-185,-12-5 174,28-20-34,-22 1 73,6-13-185,-20 12 95,-8-2 0,-17 3-157,-3 1-10,-13 3-35,2 12-22,6 4-33,-8 12 0,16 1-208,-9 17-1730,19 18-3003,13 7 4335,9 7 1,-1-25-1,-5-15 1</inkml:trace>
  <inkml:trace contextRef="#ctx0" brushRef="#br0" timeOffset="4424">9130 3049 23943,'-5'0'2173,"2"0"-2005,-26 1 0,-6 2 17,5 8-132,-10-4 0,2 3-25,19 9 6,6 7-23,14 3-11,10-2 28,14 0 17,12-16 28,7-8 33,4-10 90,0-10 112,-7-9 45,-12-6 5,-14 0-95,-17 2-138,-15 4-125,-15 7 0,-11 8 0,-3 6 0,2 10-948,7 6-8883,12 10 9164,12-4 1,7-3 0,6-10 0</inkml:trace>
  <inkml:trace contextRef="#ctx0" brushRef="#br0" timeOffset="5016">10977 2846 23304,'2'-43'841,"-1"1"1,1 0 0,0-14-1,-1 7-320,-1 4-196,0 19-207,-1 15-90,-1 12 11,-4 16-17,-5 17-5,-2 23-20,6-20 0,0 2-459,0 7 0,3 0 308,-1 5 0,3 0-501,2 2 0,3 1-860,2 0 0,2-1 1515,5 4 0,0-5 0,3 7 0,0-12 0</inkml:trace>
  <inkml:trace contextRef="#ctx0" brushRef="#br0" timeOffset="6067">11388 2859 19854,'0'-8'4447,"0"1"-3758,0 7 17,0 0-616,-51-33-23,21 39-37,-9-15 1,-1 3-204,-9 43 218,21-18 0,0-1 42,1 1 0,0-2 92,-20 12-50,15-10-57,14-5-60,11-2 38,8 2 6,9 5-6,10 5-10,13 3-18,11-2 17,11-4-70,-24-12 0,0-3 48,1-1 0,1-3-6,0-3 0,0-2-22,-1-2 0,-1-2 11,0-3 0,-2-2 0,24-13-57,-8-2 96,-10 1-22,-10 2 27,-10 2 46,-7 4 22,-5 2 356,-4 3-351,-2 3 89,-2 3-89,-1 4-66,0 1-12,1 2-28,1 4-17,1 3 12,1 6-28,5 2-1,6 2 12,9-2 5,10-3-16,10-6 22,3-6 34,1-9-12,-6-7 17,-10-7 40,-8-5-12,-10-5 11,-7-2 1,-9-1-1,-6 3 34,-7 6-50,-2 8-40,-3 9-5,0 10 0,-1 12-17,2 10 11,3 12-6,4 10-33,8 3 28,8 4-11,12-3-62,24 3 62,-3-19-175,-2-13 1,4-5 135,19-5 33,-18-7 0,0-3-8,0-4 0,-1-4 14,24-17 9,-12-10 30,-14-4 17,-14-2 0,-8 0-11,-7 5 10,-4 7 1,-1 11 303,-1 9-342,0 10 12,-1 14-6,0 12-1,0 12-22,6 14 5,3-17-5,15 9 0,12-23-12,22 0 6,-20-14 1,2-3 2,11-8 0,-2-3 14,18-4 5,-25-4 1,-4-5 5,-4-14 17,-2-14 11,-13-4 34,-10 3 28,-9 9-83,-2 12-18,-4 12 0,0 16 0,-3 16 0,-5 36 0,4-8-377,4-3 1,-1 4 376,4-7 0,0 1-610,-2 15 0,2 3 610,2-14 0,2 0 0,2 3-467,3 0 1,2 3 0,2 1 0,0-2-2811,2 9 0,2 0 0,0-2 1881,1 0 1,2-2 0,-1-5-1,1-5 1,-2-9 0,-4-13 0</inkml:trace>
  <inkml:trace contextRef="#ctx0" brushRef="#br0" timeOffset="7584">13767 3225 24234,'-4'-45'596,"-1"-1"1,1 1-1,-3-17 1,0 11-474,-1 23-106,3 12 433,3 19-439,2 18 28,5 41-45,-1-26 1,-1 3-483,3 13 0,2 1 488,1-6 0,2-3-3,-3-9 1,3-2 2,4 1 0,3-3 353,22 8-308,1-11 22,8-24 1,-10-29-35,-9-6 17,-10 5 1,-2-2 95,8-21-68,-9 11 0,-2-1-61,-4 9 0,-1 0 5,5-31 188,-9 32-221,-3 11-73,-3 15-28,3 10 780,7 13-1290,11 13 102,2-4-931,21 9-305,-14-20 0,2-1-584,1-1 0,3-1 844,6 0 1,1-4 1332,-9-7 1,0-4 1805,25-12-170,-17-2 2857,-3-22-2443,-23 6-637,2-15-421,-13 5-275,-4 1-330,-1 9 979,-4 0-788,-7 12-83,-6 4-265,-10 14-11,-6 16-33,2 5-12,5 5 0,1 3-28,-9 16-182,12-12 1,2 1 193,0 19-12,12-9 11,16-9 6,11-12 6,12-11 22,8-12 11,2-15-5,0-12 33,-3-11-6,-7-5-5,-7 0 414,-8 4-346,-7 9-67,-6 12-57,-5 10 0,-1 9 0,-7 12 0,-8 22 0,2 7 0,-1 14 0,12-7 0,5-12 0,13 5 0,7-23 0,19 2 0,11-25 0,-18-4 0,0-3-133,3-6 1,-1-3 132,1-5 0,-1-4-385,-3-3 0,-3-4 385,-1-3 0,-4-4 0,-2-4 0,-4-2-634,-1-7 1,-3-1 633,-2-5 0,-2-1 0,-3 20 0,-1 0 0,0 0 0,2-18 0,-1 1-213,-2 9 0,0 2 213,0 11 0,-2 4 200,-2-11-200,-3 23 645,-1 13-645,-6 28 0,-1 14 0,2-2 0,0 3 189,0 8 0,1 2-189,0 7 0,0 2 0,2 4 0,2 2 0,0 0 0,2 0 0,3 0 0,4-2 0,1-4 0,3-1-18,4-6 1,2-3-104,0-7 1,2-3 279,16 8-511,-3-23 178,-3-26 140,-1-18 57,-3-15 10,-5-9-10,-3-1 22,-5 4 1060,-3 12-1016,-2 12-61,-4 14-11,-3 15 0,0 11-12,0 15 7,7 8-29,7 0 22,12-6 35,9-10-12,11-10 22,6-12 6,3-15-11,-4-11 22,-7-11 0,-10-9 12,-8-5-7,-9-2 7,-5 2 16,-6 8 0,-3 9-71,-6 10-24,-2 10 0,-2 6 0,0 9-29,1 8-156,3 10-319,7 9-695,12 4-1276,12 4 60,3-8 2415,17 7 0,-30-25 0,9 5 0</inkml:trace>
  <inkml:trace contextRef="#ctx0" brushRef="#br0" timeOffset="7924">16106 3044 19333,'3'-9'5360,"-1"2"-4111,-2 7 627,0 0-1741,-20-45-107,11 40-6,-16-27-22,18 52 6,3 5 16,12 2-27,8-3-7,13-6 12,5-7-5,5-12 33,-1-11 11,-4-11 0,-8-9 40,-10-7 21,-12-6 24,-13-5 10,-9 2-15,-9 3-119,-5 10 0,-1 12 0,1 11 0,4 18 0,4 15 0,3 20 0,4 18 0,11-24 0,2 2-353,5 4 1,4 0-961,6 2 0,5-1 680,3-4 1,1-4-1,10 11 1,-8-22-1</inkml:trace>
  <inkml:trace contextRef="#ctx0" brushRef="#br0" timeOffset="8657">18166 3544 21042,'4'-53'879,"0"-1"0,0 1 1,0 2-1,-2-1 1,0 2-498,-2 0 1,-1 1 0,-1 2-657,-3-11 1,-4 6 502,-1 13 1,-3 6 11,-15-3 289,1 28-491,-1 35-14,14 0 1,1 6-483,-1 13 1,1 5 450,5-11 1,0 2-1,1 2 11,1 5 1,1 2 0,0 1 5,2 2 0,0 2 1,0 0-532,1 2 1,1 0 0,0-1 513,1-1 1,1 0-1,0-2-15,0-4 1,1-2 0,0-1-70,1 12 0,1-5 28,-1-14 1,-1-5-57,1 2 40,-6-34 72,-6-46 6,2 2 91,0-2 1,1-4-95,2 6 0,1-2 127,0-18 0,0-5-124,2 17 0,0-2 0,2-3 2,2-2 1,1-3 0,1 0 0,-1 3-350,0 1 1,0 3-1,2-4 341,2 0 1,1-5-1,1 0 1,1 6-1,1 7 0,0 4 1,2-1-5,3-8 1,2-2 0,1 3-154,0 7 1,1 1 0,4 3 143,4 2 0,3 3 1,-1 3 4,0 2 0,2 4-9,13 2 1,0 9 367,10 19-365,-21 6 1,0 5 2,-4 8 0,-3 5-5,-3 7 0,-4 5 2,-5 5 0,-6 3 14,-6 3 1,-7 0 270,-9 0 0,-8-1-257,-7-2 1,-8-4-9,1-11 0,-5-3 0,1-2 3,-2 2 0,-1-4-7,-4-1 0,-3-1 0,7-4-18,-9 2-85,9-5 1,4-3 961,14-5-2519,7-2-5371,39-5 7035,5 0 0,4-1 0,-14 0 0</inkml:trace>
  <inkml:trace contextRef="#ctx0" brushRef="#br0" timeOffset="9224">18757 3053 14241,'38'-22'2443,"0"0"1,0-1 0,14-10-1,-8 1-1188,-12-3-784,-13 6 223,-16 8-246,-10 12-151,-6 0-112,-11 8 11,-15 18-118,-2 9-59,15-4 1,1 2-8,-7 13 21,0 12-27,18-9-12,11 13 23,16-16 17,15-6-1,-2-20 51,9-10 6,-5-13 78,15-18-45,-8-4-862,1-10 795,-19 14 39,-1-5 12,-6 7-101,2-5-6,-6 13 0,-3 6 0,-5 12 874,0 4-874,-2 8 0,-6 19 0,1-4 0,-2 32 0,7-21 0,4 6 0,12-8 0,14-10 0,3-6 0,9-7 0,-5-19 0,-7-1 0,6-15 0,-4-9 0,-2-1 0,-2-8 0,-13 15 0,-6 8 0,-2 7 0,-5 8 0,1 2 0,-3 8 0,-3 6 0,-1 10 0,0 6 0,4 5-836,10 4-1253,10-1 2089,14-1 0,-13-16 0,2-5 0</inkml:trace>
  <inkml:trace contextRef="#ctx0" brushRef="#br0" timeOffset="9440">19508 2613 27555,'34'-2'-1141,"-6"15"0,-19 12 0,-4 1 0</inkml:trace>
  <inkml:trace contextRef="#ctx0" brushRef="#br0" timeOffset="9767">19714 2836 24990,'-2'-5'2420,"1"1"-1900,1 4-508,65-5 10,-27 30-372,7-13 1,-1 5 349,-22 12 0,-6 4-9,-2-1 1,-4 1 157,-3 29-160,-19-12 11,-11-18 45,-5-20-6,7-23 34,13-20 67,20-20-53,1 19-1,2-1 5,6-1 1,2 1-34,0 2 1,1 1-46,20-16-76,-10 17-1253,-9 16-8515,-7 19 8690,-8 2 0,-4 4 0,-4-8 0</inkml:trace>
  <inkml:trace contextRef="#ctx0" brushRef="#br0" timeOffset="671750">2104 6824 20442,'1'-39'2198,"-1"0"1,1 4-1729,-1-8 1,1 3-5605,-1 23 5252,0 4 1291,0 11-1365,0 14 905,0 16-898,0 19-6,-1 15-23,0-9-14,-1-12 1,0 0 13,-1 12-14,0-17 1,0 0 64,0 4 3571,0-16-3280,1-15-157,0-18-89,0-13-29,1-19-10,2-11-12,6-8-22,7 1-17,9 4-6,6 9-22,6 12-11,5 11 5,5 12-11,-8 7 12,21 21-18,-19 6 9,-11-4 0,-1 3-19,11 21-62,-7 2-57,-7-1-27,-7-5-56,-3-5 117,-5-13-100,2-3 196,-3-13 33,5-8 6,1-10 27,2-11 7,0-6-12,-1-2 17,-3 2-6,-3 8-33,-2 8-22,-3 8 21,0 10 18,2 10-12,2 11-10,3 10-12,0-4 11,7 9-11,17-3 11,8-6 0,5-6 14,-14-21 1,-1-6 35,11-15-11,-13 4 1,-1-5-138,9-28 199,-9-8-17,-10-6 6,-9 0-29,-6 0-27,-5 7 6,-4 10-23,-2 15-45,0 12-134,1 10-213,0 6-364,2 12-796,1 12-1946,10 13 3470,8 11 0,-5-20 0,3-4 0</inkml:trace>
  <inkml:trace contextRef="#ctx0" brushRef="#br0" timeOffset="672584">3458 6798 27494,'-6'-21'-23,"3"13"57,11 47-34,-1 3 11,-2-2-11,-1-4 11,0-7 17,-1-9 23,0-11 33,0-11-28,1-13-17,2-10 39,3-14-27,1-7 5,3-5 0,2-2-12,4 6 1,4 6-28,6 9 0,9 11-12,-5 9-11,-1 7 1,0 4 11,15 7-15,-14 0 1,0 4 14,13 19 5,-12 8-22,-10 6 11,-12 1-17,-8-2 11,-9-1 12,-4-7 27,-2-8 96,3-11-11,4-13-68,6-12-22,5-13-28,7-10 28,7-7 0,4 1 0,3 4 6,1 5-12,1 9 23,0 6-38,2 8-7,-1 11 0,0 8-7,-1 9 1,-2 7-5,-2 4-6,-1 0 12,-1-3 16,-2-6 11,-1-9-9,-3-8-13,1-12 0,-1-10 0,0-15 0,-3-11 0,-5-12-284,-5-4 284,-3-4 0,-6 7 0,-1 6 0,-2 12 0,1 11 0,2 9 0,2 11 0,1 3 0,4 11 284,6 9-284,8 16 0,6 13 0,3 9-257,-14-24 1,-2 0 256,-1 2 0,-3 0 0,0-1 0,-4 0-35,-6 28 35,-8-8-270,-12-11-1561,-3-11 1831,0-14 0,11-8 0,6-7 0</inkml:trace>
  <inkml:trace contextRef="#ctx0" brushRef="#br0" timeOffset="672811">5140 6579 27438,'44'-10'-1405,"0"-1"1,-1 0 0,8-4-1,-7 5 1,-2 9 0,-31 1-1</inkml:trace>
  <inkml:trace contextRef="#ctx0" brushRef="#br0" timeOffset="672994">5326 6834 24189,'-6'1'3170,"1"0"-2078,5-1-1557,35-19-873,12 12-491,-4-3 1,2 0 977,-5 8 1,-1 2 0,11-1-1,-21 1 1</inkml:trace>
  <inkml:trace contextRef="#ctx0" brushRef="#br0" timeOffset="673934">7408 6445 26200,'-3'-29'168,"-6"6"-196,-9 27 34,-14 2-23,-13 4 28,-14-1 11,26-4 1,1-2 16,-32 1 11,13-6 23,14-4 22,13-4 6,9 1-22,6 2-29,5 4-61,2 1 5,-1 8 57,-2 11-1,-6 18-44,-5 18-12,7-20 0,1 3-302,-1 4 0,2 2 327,1 1 1,2 1 5,1 1 0,2 0-11,4-3 0,2 0-11,2-4 0,3-3-12,3-3 1,3-3-87,25 14-387,13-16-769,-22-19 1,3-4 1250,8-7 0,-1-2 0,6 1 0,-2-9 0</inkml:trace>
  <inkml:trace contextRef="#ctx0" brushRef="#br0" timeOffset="674494">8153 6500 22834,'4'0'2576,"-1"0"-1041,-3 0-1339,-4 9 50,-2-1-33,-6 9-67,-5-4-23,-6-2-22,-6-4-1,-2-2 12,-2-9-11,5-5-17,3-9 0,7-9-22,5-6-1,6-4-33,10 1-16,9 4-7,12 7-5,0 8-11,20 6 11,-9 10-6,15 9-5,-11 13 11,-4 14-17,-11 12-695,-13 11 707,-13-8-30,-18-13 0,-13 9 0,-4 0 0,6-7 32,4-6 0,-1 0-258,-4 3 1,-5 7-1,-1-2 1,5-9 268,4-9 1,3-6 52,-21 10-10,-1-5-6,17-24 5,15-14-28,10-14 620,14-6-642,10-3 0,13 2 0,9 3 0,8 9 0,5 9 756,7 14-1040,-28 6 1,0 4-630,0 3 1,0 2-1962,0 4 1,-1 2 2873,20 14 0,-21-11 0,-13-9 0</inkml:trace>
  <inkml:trace contextRef="#ctx0" brushRef="#br0" timeOffset="674885">8793 6970 25791,'11'-52'745,"-1"0"0,0 6 0,-1 7-432,-1 13-178,-3 12-96,-2 8-45,0 13 6,0 11-112,-1 18-459,-3 15-657,-3-19 1,-1 2 1227,-3 7 0,0-1 0,-3 6 0,0-3 0</inkml:trace>
  <inkml:trace contextRef="#ctx0" brushRef="#br0" timeOffset="675411">9321 6489 27107,'-11'-41'246,"0"0"1,3 3-1,10 7-100,37 16-43,-9 6 1,2 2-48,13-2-28,-12 4 0,-1 3 23,7 5-35,5 9 1,-7 13-12,-17 3 1,-3 2-6,5 15-14,-11-5 0,-2 3-39,-6-11 0,-2 0-502,-3 10 1,-1 1 156,-1-1 1,-3 1-1438,-5 7 1,-2-2-3082,1-10 1,0-3 3495,0-2 0,1-4 1,-1-3-1,8-20 1</inkml:trace>
  <inkml:trace contextRef="#ctx0" brushRef="#br0" timeOffset="675577">9464 6777 19944,'0'-6'4094,"0"0"-3114,0 6-616,16-69-252,-2 44-143,5-14 1,5 4-469,19 27-1848,19 10 101,-13 3 2246,-14 3 0,-3 0 0,-9-1 0,10 3 0</inkml:trace>
  <inkml:trace contextRef="#ctx0" brushRef="#br0" timeOffset="675784">10261 6756 28502,'8'19'-264,"-3"6"-604,-5 22-1798,-4 3-1764,-1-8 3367,-3 2 0,4-28 0,1 0 0</inkml:trace>
  <inkml:trace contextRef="#ctx0" brushRef="#br0" timeOffset="676234">10873 6614 25091,'7'-54'601,"1"0"1,0 0-1,-1 5 1,0 1-1,-2 9-270,0-4-135,-1 15-150,-1 13-46,-1 11 0,-1 12 0,4 12 0,2 16 0,1 14-108,-1 11-57,-4-27 0,0 1-687,0 1 0,-1 1 112,1 2 1,1-1-891,-1 1 1,1 0 1629,2 2 0,0-4 0,0 7 0,2-10 0</inkml:trace>
  <inkml:trace contextRef="#ctx0" brushRef="#br0" timeOffset="676434">11477 6521 23763,'25'-54'1036,"0"0"1,-4 9-1,-4 8-302,-8 15-628,-7 15-84,0 6-10,-3 15-12,-2 15-40,0 16-318,-3 12-491,5-25 0,0 1-1350,0 1 1,2 0 1758,3 24 1,-2-23 0,2-16 0</inkml:trace>
  <inkml:trace contextRef="#ctx0" brushRef="#br0" timeOffset="676651">11966 6760 23847,'1'-5'2739,"-1"1"-1893,0 4-818,19 9-101,-14 15-459,9 14-1949,-26 17 2481,-4-7 0,3-18 0,4-13 0</inkml:trace>
  <inkml:trace contextRef="#ctx0" brushRef="#br0" timeOffset="677618">11506 6417 16936,'-1'-4'6559,"0"0"-4274,1 4-1703,-5-65-134,8 41-294,-4-14 0,2 4-47,4 24 78,0 4-152,-3 5 6,2 7 6,-1 7 22,0 13-16,-1 11-12,-4 7 11,-1 7-38,-2 0 16,1-2 16,2-9-16,1-11 62,2-12 156,-1-9-10,2-8-130,1-9-11,2-10-43,0-10-52,2-9 0,-1-3 0,1-2 0,0 5 0,-1 10 0,-2 11 0,-2 11 0,-1 7 0,-2 11 0,-3 11 0,0 13 0,-3 10 0,3 5-836,2 6-3325,3 3 3313,2-8 0,-1-19 0,0-15 0</inkml:trace>
  <inkml:trace contextRef="#ctx0" brushRef="#br0" timeOffset="681001">12699 6348 25674,'7'-41'453,"-1"-1"1,0 0-1,-2 18-397,-4 30-16,0 3 66,0 20-44,-1 11-40,-2-2 0,1 2-50,-1-2 0,0 2-412,0 7 1,0 1-32,1-7 1,1-2-533,4 21-3913,5-19 1,3-4 3674,1-3 1,7 8 0,-15-36 0</inkml:trace>
  <inkml:trace contextRef="#ctx0" brushRef="#br0" timeOffset="681584">13583 6346 21926,'0'-5'2728,"1"2"-488,-1 3-2189,12-41 5,-13 33 11,2-28-17,-24 45-22,-16 4 6,-8-2 5,-7-1 6,5-6 5,10-3 18,14-2 21,12 0-55,8-1-17,3 2 27,1 2-4,0 4 21,1 7 18,-1 8-1,-1 8-11,-2 7-5,-2 7-45,1-8 16,-5 18-10,6-21-12,-3 7 17,3-9 22,2-16 40,0 1 111,2-11 1,0-6-139,3-5-63,3-7 0,8-8 0,4-3 0,8-1 0,5 0 0,7 7 0,0 6 0,2 7 0,-4 13 0,-3 9 0,-6 9 0,-8 7 0,-8 3 0,-13 2-130,-13 2-105,-2-9-1210,-25 13-1406,13-20 2851,-11 4 0,23-17 0,7-7 0</inkml:trace>
  <inkml:trace contextRef="#ctx0" brushRef="#br0" timeOffset="682000">13988 6176 22453,'1'-7'3400,"1"2"-2913,-2 5 45,0 0-409,65-46-39,-30 30-34,8-10 1,0 2 55,-6 14-10,-6 3 4,-5 1 7,-7 3-34,-5 1-23,-4 5 23,-3 4 5,0 9-11,1 11-33,1 18-12,1 14-443,-4-23 0,1 2 435,1 4 0,1 1-6,1 2 0,3 1-22,2 1 0,2-1-17,2 1 1,1-2-46,-2-2 1,-2-2-259,-2-3 1,-6-2 98,-14 24-28,-29-15-76,7-27 0,-6-4-524,-5-4 1,-4-4 862,-7-4 0,3-2 0,-8 0 0,6-6 0</inkml:trace>
  <inkml:trace contextRef="#ctx0" brushRef="#br0" timeOffset="682960">17252 6271 20052,'2'-49'795,"0"0"1,0 0-1,0-16 1,-1 7-488,-3 19 0,0 5 1701,-5-7-1981,-1 31 633,2 17-628,0 41-22,4-13 1,0 5-460,-1 6 0,1 7 0,-1-1 433,1-2 0,1 0 0,-1 2-25,1-6 1,0 3 0,0 0 0,0-2-120,1 9 1,-1-2-1,1-2-48,1 11 0,-1-1-286,2-13 0,-1 1 1,1-2-1801,1 16 1,0-2-1539,0-6 0,-1-2 3337,1-5 1,-1-8-1,-2-12 1,0-20 0</inkml:trace>
  <inkml:trace contextRef="#ctx0" brushRef="#br0" timeOffset="684810">17106 6836 17517,'-27'-44'1379,"0"0"0,0 1 0,-5-11 0,6 7-1132,4 8-225,21 23 676,20 3-715,20 8-17,-7 2 1,4 0-690,21 2 0,5 0 678,-5 0 0,1 0 26,-11-1 1,1 0-1,-3 0 11,0-1 0,-2-1-5,13-3 1,-3-3 74,7-6 126,-22 5 0,-3-2 75,-3-7 73,-17-1-146,-9 5 1521,-16-2-1543,3 10 760,-29 0-760,4 17-73,-19 8-56,14 4 130,-5 13-169,12 8 0,8 0-11,10 4 5,20-17 23,0-11 56,17-5 67,-4-14-11,12-9 22,-2-12 62,0-8 27,-2-6-139,-11 8 78,-2-5 107,-8 7-118,-1 3-62,-3 7-78,-3 12-16,-1 4 4,-5 21-16,0 1-5,-4 21-23,3-3 17,1-9-23,9 12 23,8-16 33,10 11-11,10-14-11,7-7 0,-7-8 6,6-8-6,-10-11 39,8-13-5,-12-4-16,-2-10-18,-11 3 0,-2-3 0,2-1 0,4 2 0,4 2 0,3 7 0,2 6 0,3 6 0,1 7 0,-1 6 0,0 7 0,-4 6 0,1 6 0,-6 0 0,8 17-35,-6-6-88,9 15-96,-3-8-105,3-1-152,1-5-118,4-7 252,-7-8-705,20-7 587,-13-11 337,15-4 190,-16-10 96,-5-4 73,-8-7 105,-5-4 124,-6-4 50,-5-1-22,-7 4-101,-5 6-123,-6 7-124,-2 8-83,-2 6-45,-1 6-23,0 9 29,0 7-7,3 7-16,2 4-11,7 2 0,3 1-17,9-4 22,4-5 46,6-6-1,-1-8 162,13-9 12,-7-8-105,9-6-108,-9-4 0,-6 2 0,-6 4 0,-4 6 0,-3 5 0,-1 7 0,-3 14 0,-2 19 0,-4 22-503,3-20 0,1 2 503,-1 5 0,0 3 0,2 4 0,0 1 0,1 4 0,2 1 0,3 1 0,0-1-40,0-1 1,-1-2-185,-4-5 0,-4-3-60,-4-9 1,-6-4 280,-5-9 0,-4-7-14,-29-1-5,1-30-12,8-22-5,26 6 0,3-3-20,3-8 0,5-2-11,3-7 0,6-1-618,8-3 1,7 0 586,5-1 1,6 2-40,6 2 0,5 3-429,1 4 0,3 3 426,-2 4 0,1 3 17,-2 4 0,-1 2 294,-3 5 0,0 2-199,-3 3 0,-1 1 290,25-9-175,-9 5 145,-11 6 1373,-14 3-1210,-11 5 898,-7 3-1172,-4 3 369,-1 4-335,-3 4-24,0 4-89,1 4-5,3-2 28,6 0 38,3-4 7,7-3-1,4-4-22,5-7 6,0-5 16,1-9-33,-3-7-11,-4-7 16,-3-3 13,-5 0-91,-5 4 0,-4 7 0,-3 8 0,-1 8 0,-2 4 0,0 5 0,-1 3 0,-13 16 0,1 3 0,-6 15 0,10-2 0,7 3 0,13-1 0,11 0 0,18-2 0,16-5 0,-20-19 0,3-3-135,2-1 0,1-4 135,1-6 0,0-4-233,-3-1 1,-2-5 232,-3-4 0,-3-4 0,-2-4 0,-3-2 0,-3-5 0,-1-2 0,-1-7 0,-1-2 0,-1-7 0,-1-2-607,0-6 1,-2-1 606,-3-1 0,-2 0 0,-1 4 0,-4 3-158,-3 8 1,-3 4 157,-6-16 215,-2 25-215,2 17 401,2 19-401,-3 19 0,-3 22 0,6-13 0,0 4-39,1 7 0,1 2 39,0 6 0,2 1 0,0 4 0,3 0-131,2 1 0,2 0 131,2-1 0,3-2 0,3-2 0,2-1-74,1-5 1,3-2-286,0-8 1,1-2-941,17 16-1753,0-25 3052,0-22 0,-15-4 0,-3-8 0</inkml:trace>
  <inkml:trace contextRef="#ctx0" brushRef="#br0" timeOffset="685010">19685 6317 27354,'57'-24'220,"-1"0"0,3 1 0,-7 4-147,-7 7-50,5-3-102,-14 3-1030,-13 0-431,-12 5 1540,-9-4 0,-3 7 0,-3-2 0</inkml:trace>
  <inkml:trace contextRef="#ctx0" brushRef="#br0" timeOffset="685610">20771 6043 26067,'54'-31'-159,"0"0"1,3 2-1,-1 9-1303,-14 18 1,-1 6 523,4-1 0,-2 0 0,-9-1 0,-3 0 0,5 4 1</inkml:trace>
  <inkml:trace contextRef="#ctx0" brushRef="#br0" timeOffset="685777">20939 6285 26805,'57'-22'-1117,"1"0"1,-4 1-1,-4 3 1117,4-1 0,-21 8 0,-15 4 0</inkml:trace>
  <inkml:trace contextRef="#ctx0" brushRef="#br0" timeOffset="686400">21991 6307 20220,'26'-43'838,"1"0"0,-1 0 0,-1 1 0,-2 1 0,-6 2-466,-7-4 1,-4 4-70,-2 7 1,-1 0 43,-1-9 1,-3 2-13,-8-3 1,-7-10-185,-10 33-45,-7 14-66,3 10 52,-16 16-56,20-1 1,0 3-32,-1 2 1,1 3-216,-3 6 1,4 3 206,8-5 1,3 0 2,4 0 0,3 0-12,7 28-16,15-8 39,16-12 45,13-13 22,7-15 34,2-17 28,-3-12 56,-6-15 17,-5-7-72,-5-4-141,-5 3 0,-7 8 0,-6 11 0,-7 10 0,-4 11 586,-3 13-586,-1 15 0,0 2 1,-4 24-1,-1-21 0,-1 2 0,0 4 0,0 2-967,-1 10 0,1 2 967,2 6 0,1-4 0,0 8 0,2 0 0</inkml:trace>
  <inkml:trace contextRef="#ctx0" brushRef="#br0" timeOffset="690344">7826 7432 20559,'-46'11'745,"-1"0"0,4-1 1,13-3-410,28-6-51,11-1-173,2-1 107,34-6-124,-2-2-59,-8 2 1,1 0-7,-3 0 1,-2 0 53,28-5 11,-14 2 174,-17 4 73,-16 3-202,-20 2-112,-17 2 0,-21 5 22,-16 5-535,26-3 0,0 0 518,0 1 1,-1 1 5,2 0 0,1 0 15,-22 8-32,15-2-16,18-4 10,13-2 40,12-3-10,9-3 1053,14-1-1049,12-5 1,15-5-287,-21 2 1,2-1 252,3-3 0,1 0-6,1 0 0,0 0-3,-1-1 1,-2 1 8,23-7 73,-19 6 10,-21 4-55,-23 7 6,-25 7-35,-28 8-2,18-5 0,-1 2-117,-5 1 0,0 1 117,1 1 0,2 0 3,7-2 0,4 0-12,-12 9 85,24-8 56,27-7 5,21-7-22,24-12-96,-18 2 1,2-3-548,6-2 0,1-2 362,2-1 1,-1-1-1331,-2 2 1,-3 0 1481,-7 3 0,-4 1 0,5-1 0,-19 7 0</inkml:trace>
  <inkml:trace contextRef="#ctx0" brushRef="#br0" timeOffset="715785">8354 6448 13514,'6'-48'983,"1"0"0,0 0 0,0-1 0,0-10 0,1 0 0,-5 5-560,-5-3 0,-3 5-446,-2 6 0,-3 3 241,-2 8 1,-4 3 106,-19-12 230,-9 22-376,-11 26-101,21 9 1,-1 6-6,-8 10 0,-1 6-469,9-5 0,0 2 1,0 2 451,-3 7 0,0 2 0,0 3-380,8-9 0,0 2 0,1 1 0,1 0 324,0 4 0,1 0 0,1 1 0,2 1-12,0 0 1,2 1 0,2 1 0,1-1 8,3 0 0,2 0 1,2 1-1,1-1-216,0 13 0,3-1 1,4 0 205,3-5 0,4-1 0,3-1-157,2-6 1,2-2-1,4-2 159,11 13 0,6-6 11,7-10 0,5-7 19,8-7 1,4-9 8,-14-10 0,3-4 0,1-3 13,3-5 0,2-4 0,-2-1 12,12-4 1,-1-7 42,-18 1 1,2-4 0,-2-3-1,-3 0-9,-4-1 1,-4-2 0,0-3-29,1 0 1,2-4 0,-2-2 0,-5 1-15,-2-10 0,-5 0 0,-3-2-17,-4-3 0,-2-1 0,-5-1-13,-4-1 0,-3-1 0,-4 1-4,-4 1 0,-2 0 1,-4 2-18,-4 4 0,-3 1 1,-3 3-44,-1 7 0,-3 3 1,-3 4 240,-17-5 1,-2 8-944,-2 11 1,1 7-4166,2 10 1,3 4 4367,13 0 1,3 2-1,-10 6 1,32-7 0</inkml:trace>
  <inkml:trace contextRef="#ctx0" brushRef="#br0" timeOffset="718402">10018 7416 11753,'-49'5'1287,"-1"1"0,0-1 0,3 1 0,0-1 0,1 0-853,-10 1 1,1 0 192,11-2 0,-1 1 1,4-1-194,3 0 0,2 0-332,-13 1 0,1 1 418,-10 1-72,12 0-263,16-3 468,1 2-553,17-2 87,-1 1-97,10 2 213,7 0 5,11 2 40,19-2-101,28-3-714,-17-5 0,4-2 498,-7 0 1,2-1 0,2 0-673,7-1 0,3-1 0,1 0 646,-9 1 1,0-1-1,2 0 1,1 1-6,3-1 0,1 1 0,1-1 0,0 1 11,4-1 0,0 0 1,2 0-1,-1 1-449,-9 0 0,0 0 1,0 1-1,0-1 1,1 1 442,1-1 1,1 1-1,0-1 1,0 1 0,0-1-1,1 1 1,0 0-1,1-1 1,-1 1 0,0 0-1,2-1 1,-1 1-1,1 0 1,-2 0 0,-1 0-5,0 0 0,-2 0 1,0 0-1,4 0 13,3 0 1,3 0 0,2-1-1,-1 1 1,-5-1 1,-5 2 1,-4-1 0,0 1 0,3-1-15,3 1 0,4-1 1,1 0-1,-1 0 0,-4 1-280,0-1 1,-2 1 0,-2 0 0,0 0 289,-2 1 1,-1-1 0,-1 1 0,0 0 63,11-1 1,-2 1-1,-1 0-52,-5 0 1,-2 1-1,-2-1 35,15 0 0,-3 1 13,-12-1 1,-2 1 526,-10-1 0,-3-1-425,17 0 2289,-15-3-2318,-7 2 2123,-6-1-2201,-3 0 911,-2 0-944,-1-1 98,0 2-193,-2-1-415,-3 2-2347,-3 1 2823,-3 2 0,-3 0 0,-1 0 0</inkml:trace>
  <inkml:trace contextRef="#ctx0" brushRef="#br0" timeOffset="752642">23899 8825 21892,'-52'-14'474,"0"1"1,-1 3-1,5 8-65,5 24-639,15-7 0,0 3 325,0 0 1,2 3 15,0 3 0,3 0-100,-3 8 170,8 8-148,25-19 51,10 1 17,15-4 17,24-6-85,-15-6 419,22-4-345,-26-2 198,2-1 48,-14-1 106,-12 0-78,-8 0-95,-3 2-281,-14 3 1,-9 8 67,-33 17-34,1 4-184,25-15 0,1 0 151,-16 18-62,19-6 28,2 10 0,16-8 11,13-2 17,4-13-11,12-2 312,0-7-296,6 0 29,2-2-28,-12-3-12,-5 0 6,-12 1 45,-7 4 22,-8 8 0,-24 18-50,-5 5 0,-4 2-3,20-17 0,2-1 19,-12 14 7,-6 8-63,8 1-5,17-10-56,16 1-106,12-16-1200,24 3 1390,12-6 0,-17-5 0,3-4 0</inkml:trace>
  <inkml:trace contextRef="#ctx0" brushRef="#br0" timeOffset="753818">24481 13881 24727,'-3'-32'193,"0"0"0,3-19-154,21 40-5,-4 4-1,4 4 7,-3 2-1,-3 5 22,-3 4 18,-11 8-17,-12 7 0,-12 8-18,-12 4-21,-7 2-12,-1-3 17,7-3 0,10-4-11,10-5-6,9-4 0,5-2 0,7-3 12,4 0-1,6-2-11,3-2 29,2-1 10,2-2-11,-1 0 0,0-1-33,-5 2 5,-5 3 0,-4 5-27,-5 6 27,-10 6-22,-6 5-6,-10 4 39,-1-1-11,2-3-16,9-6 5,6-6 5,10-3-5,7-1-11,8 1 6,6 4-1,5 5 12,0 3 10,-3 1-4,-9-1 4,-10-3 18,-15-4 11,-7-3-34,-10-6-17,-4-5-178,0-3-1631,2-12 1815,6 0 0,10-1 0,6 2 0</inkml:trace>
  <inkml:trace contextRef="#ctx0" brushRef="#br0" timeOffset="759194">7143 9284 21975,'-60'-3'315,"0"-1"1,6 3 0,3 9-271,7 20 0,5 8-37,6-3 1,3 1-9,4 1 0,3 1 382,5-1 0,3 0-413,5-3 1,4-1 523,11 24-666,22-10 66,-3-25 0,4-4-153,7-1 1,4-3 116,4-4 0,3-3 22,3-3 1,1-3 50,-1-4 0,-2-3 62,-2-2 0,-2-3 58,-6-2 0,-3-2 79,-5 1 0,-3-2 914,14-17-679,-13-1 314,-10 2-208,-8 5-33,-4 7-180,-5 11 473,-6 7-719,-5 11 0,-7 8 6,-4 11-34,0 9 12,5 3-12,9 1-11,12-3-17,11-7-50,13-8 16,10-9 57,6-9 50,4-10 50,0-8 29,-1-12 44,-6-6 39,-10-6 23,-8-3 11,-13-1-28,-7 0-11,-10 6-51,-7 7-89,-8 10-22,-3 8-12,-4 8-34,0 11-21,0 7-63,3 11-128,5 7-275,9 5-419,10 2-360,15-2-296,16-4-555,19-6 1180,-19-16 0,3-3 423,2-2 0,-1-2 554,0-5 0,-1-3 712,23-10 699,-10-11 275,-9-7-186,-8-4-335,-6-1-409,-6 3-173,-6 7-130,-5 8-190,-3 10-185,-1 4 121,-2 6-222,0 8 40,-3 7-17,-2 12 11,-1 7-39,-1 2-12,2-2-5,2-5 0,2-7 39,1-8 45,1-6 84,1-7-39,1-9-67,4-8 11,2-10-29,2-7-4,2-5 10,2 0-33,0 2 33,2 4-16,1 3-23,3 8 17,3 6-11,5 8 0,0 11-12,1 9-5,-3 11 6,-6 7-12,-7 4 12,-4 2 5,-5-2-33,-3-4 27,-5-8 34,0-8 40,-1-8-6,1-10-73,3-10 33,0-12 23,6-12 23,5-8-18,8-3-16,5 4 22,0 10-22,-2 13 5,-3 10-22,-2 10-11,0 11 22,0 10-22,-2 1-106,6 27-40,-7-20-773,3 5 1,3 2-4197,9 10 4447,-10-17 1,-1 0 0,2-1 0,-10-12-1</inkml:trace>
  <inkml:trace contextRef="#ctx0" brushRef="#br0" timeOffset="759677">8942 9749 23769,'3'-5'2901,"0"2"-2038,-3 3-751,27 29-84,-19-7-3,7 8 0,-1 4-300,-13 21 292,0-18 0,-1 1 15,-1 0 1,0 1-101,-3 4 1,-1-1-5,-3 10-52,-8 1 63,4-39 78,-5-4-17,-1-19 187,-2-15-198,-5-24 11,10 15 0,2-3 5,-2-9 1,1-4-240,2-5 1,4-3 244,4 9 0,2-3 1,2 1-418,2 7 1,2 2 0,1-1 419,2-5 1,1 1 0,1 3-4,2 3 1,2 4-23,1 0 0,2 3-6,11-7 17,10 1 17,4 17 0,18 20 0,-19 9-20,-10 6 0,-1 4-25,4 17 11,5 14 11,-24-16 1,-4 1-6,-6 20 16,-11-2-5,-28-14-22,-7-15-101,5-10 0,-3-2-49,5-3 1,0-3-353,-6-4 1,2-2 400,-7-5 123,8-20 0,26 17 0,0-9 0</inkml:trace>
  <inkml:trace contextRef="#ctx0" brushRef="#br0" timeOffset="759917">9535 9415 26973,'51'-33'-2458,"0"0"0,-12 12 1,0 1-1,-2 7 2098,0 9 1,-4 4-1,26-2 1,-39 2 0</inkml:trace>
  <inkml:trace contextRef="#ctx0" brushRef="#br0" timeOffset="760076">9755 9611 28671,'53'-27'-1704,"-11"7"1704,5-2 0,-28 13 0,1 2 0</inkml:trace>
  <inkml:trace contextRef="#ctx0" brushRef="#br0" timeOffset="761276">11288 9312 18235,'4'-43'1126,"-1"0"0,0 0 0,1-16 0,-1 3-771,-5 20 1,-3 2 198,-6-21-195,-8 17-163,-7 18 28,-10 20 117,-14 22-204,19-2 1,1 3-475,-4 7 0,1 2 373,-1 4 1,2 2-26,4 1 0,2 0-5,5-1 0,4 1-69,5-5 0,4 0 86,14 24 21,18-14 40,17-15 90,9-16 78,4-20 50,-3-15 40,-3-18-202,-27 15 0,-1-2-34,-2-2 1,-2-2 10,-2 1 1,-1-1 100,7-28-38,-5 9-24,-5 13-88,-5 15 16,-2 11-101,-3 8 17,-2 18 5,-3 10 802,-5 25-784,-4 10-21,5-26 1,1 2-206,-1 0 1,1 2 168,1 0 0,1 1-145,2-1 0,1 1-434,1-1 0,3 0-1345,3-2 1,2-2 1155,5 20 0,-1-24 1,-4-15-1</inkml:trace>
  <inkml:trace contextRef="#ctx0" brushRef="#br0" timeOffset="761600">11901 9376 27141,'35'-30'173,"4"5"-117,6 19-5,0 0 16,-1 0-5,-2 0 5,-3 0-22,-2 1-6,-7 0-22,-8 3-107,-10 0-616,-7 2-1876,-4-2 2582,-1-3 0,0 3 0,-2-2 0</inkml:trace>
  <inkml:trace contextRef="#ctx0" brushRef="#br0" timeOffset="763143">12861 9080 25007,'18'-6'835,"-5"2"-595,-11 8-100,-1-1 146,-2 1 56,-8 1-180,-2-1-11,-9 0-16,2-4-57,4-2 124,-2-11-51,10-7-90,-2-5 102,13-20-74,7 12-66,2-8 16,11 8-17,-1 13-38,15 0 21,-3 9 1,6 13-6,-14 5 17,9 17-12,-5 22-5,-6 9-17,-8 5-25,-27-17 0,-8 0-420,-1-9 1,-2-1 452,-5 8 1,-2-1 0,-6 1 0,-3-3 16,2-5 0,-1-2-93,4-2 0,0-3 132,1-4 1,2-6 8,4-11-6,11-11 34,6-11 23,6-10 859,6 1-932,6 0 244,7 13-272,-1 7 0,17 11-29,-3 8-55,18 12-348,0 6-3633,2 4 4059,-7-3 0,-16-12 0,-13-9 0</inkml:trace>
  <inkml:trace contextRef="#ctx0" brushRef="#br0" timeOffset="764860">14259 9129 19451,'-4'0'3635,"0"0"-2140,4 0-1473,17-53 1,15 35-21,-6-11 1,3 2-34,3 21 1,2 6-46,-1-2 1,0 1-245,23 5-167,-15 5-112,-21 6-51,-28 9 235,-28 5 370,6-12 1,-4 0 86,-4 0 0,-2 0-194,-1 0 1,0-1 346,4-2 1,1 0 236,-21 10-164,20-6-94,18-5 285,21-6-330,8-3 28,22-2-73,8-6-51,19-4-281,-26 2 1,1-2 266,1 0 1,0-1-6,-1-1 0,-1-1 549,25-11-344,-13-4 61,-19-3 11,-17-7-21,-21-7 21,-4 14 0,-3 0-67,-11-11-23,7 13 1,0 2 128,0-1-72,-1-2-45,12 9 453,6 8-632,6 6 90,5 5-113,9 9 0,13 9-5,10 16-1711,-10-3 1,0 1 1693,10 18-17,-13-9 0,-2 1-715,-5 19 600,-8-23 0,-3 1-269,-6-3 1,-6-1-1639,-6 4 0,-4-4 2050,-14 15 0,1-12 0,17-27 0</inkml:trace>
  <inkml:trace contextRef="#ctx0" brushRef="#br0" timeOffset="765393">15271 8942 25797,'1'-54'543,"0"1"0,-2 6 0,8 9-363,28 11-80,-1 15-72,-7 6 34,7 15-23,-6 11 12,8 18-46,-14-5 1,-3 4 10,-2-3 1,-2 3-674,1 9 0,-2 1 654,-6-15 0,-1-1-11,-1 8 0,-2 0 263,-1 18-454,-1-18 1,-2 0-720,-5 17-1423,-2-6-403,-1-27 2750,0-10 0,5-9 0,0-2 0</inkml:trace>
  <inkml:trace contextRef="#ctx0" brushRef="#br0" timeOffset="765563">15311 9239 20761,'-1'-4'3977,"1"1"-1983,0 3-1675,75-58-1766,-32 35 1489,10-11 0,0 2-64,-11 21-9809,18 3 9241,-38 6 1,12 0 0,-31 2 0</inkml:trace>
  <inkml:trace contextRef="#ctx0" brushRef="#br0" timeOffset="776033">24106 10730 20856,'0'-4'3630,"0"1"-2414,0 3-1138,-12-27-67,9 20-5,-9-18 11,12 27-1,0 3 46,0 0 56,0 1 78,0-1 28,-4-1-17,-3-1-11,-5-1-45,-1-5-39,0-5-17,0-11-11,5-10 6,4-9 5,9-2-61,6 2-23,10 7 11,4 8-16,3 9-34,3 7 28,16 12 0,-15 1 17,20 17-23,-19 6 23,5 17-297,-12 9 263,-18-24 1,-5 3 7,-7 3 1,-8 1-6,-7 5 0,-6-1-731,-11 4 0,-4-2 748,10-14 1,-2-1 0,-1-1 1,-16 10 1,-2-4 44,-2-7 1,1-5-20,19-7 0,1-4 47,-3-6 1,4-6 83,5-12-33,3-12 0,11-9 5,23-16-106,2 16 34,24-11-12,-1 25-16,11 2-12,1 13-33,8 24-40,-10 8 18,-4 7-180,-2 5-802,-2-9-30,-11-12 0,3-1 1045,5 0 0,0-3 0,5 2 0,-1-4 0</inkml:trace>
  <inkml:trace contextRef="#ctx0" brushRef="#br0" timeOffset="776293">25125 10697 22733,'-4'-2'2201,"1"0"-997,3 2-1411,72-53-1163,-22 40 199,-10-3 0,6-3 1,-4 7-3746,-7 14 1,-2 4 3427,27 3 1,-36-2-1,-18-4 1</inkml:trace>
  <inkml:trace contextRef="#ctx0" brushRef="#br0" timeOffset="776484">25171 10921 27824,'46'-20'23,"-1"0"1,0 0-1,-3 2 1,0 0 0,-6 4-75,17 1-694,3 4-9086,-14 6 8631,-10 2 1,-10 1-1,-19 0 1</inkml:trace>
  <inkml:trace contextRef="#ctx0" brushRef="#br0" timeOffset="779093">26477 10664 17176,'3'-5'5260,"-2"2"-2785,-1 3-2032,4-49-185,-6 37-101,0-35-6,-11 56 0,-8 9-44,-8 12-68,-5 11 17,-1 5-23,7 3-33,10-3 6,9-4-23,12-6-11,10-5 28,12-8 23,7-8 61,5-8 50,1-10 28,-1-9 57,-2-9 55,-4-6 29,-5-3-18,-6-3-33,-6 0-45,-4 1-11,-6 2-50,-2 3-51,-4 4-71,-2 2-24,-2 2 0,-1 0 0,-1 2 0,0 2 0,-2 2-147,-2 3-939,-4 3-2936,-1 3 4022,0 2 0,6 2 0,5 0 0</inkml:trace>
  <inkml:trace contextRef="#ctx0" brushRef="#br0" timeOffset="786133">7137 11681 15333,'0'-8'5943,"1"1"-4335,-3-56-712,-6 42-655,4-14 0,-3 5-6,-11 26-95,-6 13-78,3 3 22,-2 9 0,0 4-56,-4 5-23,-2 9 1,0 2 5,4 11-17,9-21 1,3 0-4,6 2 1,6-3-37,11 7 0,12 11 1,16-25-35,14-11 62,-20-12 1,0-3-233,3-4 0,0-3 268,2-4 1,-1-2 27,-3-3 1,-1-2 5,-3-1 0,-3-1-2,16-22 111,-13 4 57,-13 7 50,-8 9-112,-10 11-84,-7 7 465,-7 13-510,-9 12 0,-4 13-12,-1 9-21,5 6 5,11 1 66,11-3-105,14-7-11,10-7 22,11-8 39,6-9 0,7-9 56,2-12 56,0-8 40,-5-12 33,-10-8 17,-9-7 33,-11-3 23,-7-3-28,-11 3-62,-8 2-62,-10 7-38,-5 7-68,-5 11-39,-3 11 17,-3 19-45,-1 14-45,5 18 34,12-4-129,14-5 0,4 0-11,6 0-188,10 3 0,7 0-406,26-1-182,-7-11 1,6-2 419,3-8 0,4-3 53,4-3 1,1-3 240,3-2 0,-1-4 190,-3-3 1,-1-4 139,-7-1 1,-4-3 156,-7-2 1,-5-2 628,8-16 37,-20 2-94,-10 1-101,-5 3-101,-2 5 782,0 6-1157,0 6-184,-1 5-1,-1 17 0,1 4-11,-2 17-23,1 2 1,0 1-7,0-1-10,1-5 22,0-6 62,0-10 106,1-9-28,0-10-101,3-11-11,0-9-6,3-10-16,1-8 11,3-5 22,4-3 11,2 3 12,4 6-23,4 9-33,6 9-6,7 8-6,5 7 0,2 12-16,-2 10 16,-5 13 34,-8 9-39,-11 6-11,-9 0 22,-12-1-17,-6-5 17,-7-8 34,0-10 33,3-10-11,3-15-39,5-4 61,5-29 6,12-10-45,-3 0 23,15-9 22,-6 27-6,7-3-22,0 10-28,0 8-22,-5 8 5,13 7-11,-7 8-34,12 9-111,-9 10-359,-4 8-941,-6 7-1826,-4 5 3271,-2 6 0,-6-23 0,-2-5 0</inkml:trace>
  <inkml:trace contextRef="#ctx0" brushRef="#br0" timeOffset="786628">9055 11991 22800,'2'-4'3837,"-1"0"-3160,-1 4-626,22 23-23,-15 14-9,5-5 1,0 2-389,-10 5 0,-2 1 366,-1 1 1,0 1-4,-1 1 1,-1 1-4,-1-1 1,0 0-9,0-2 0,0-2 55,1-6 1,0-2-28,-1 12 23,2-22 5,0-24-5,0-19 11,1-23-37,0 12 0,0-3-218,2-9 1,0-3 223,2-7 0,0-4-7,1 8 1,1-3 0,0 3-3,0-3 1,1 0 7,-1 6 0,2-2 0,-1 4 4,2 3 0,0 3-1,4-10 1,3 1-14,0 6 0,3 3-194,6 2 1,0 5 184,11-8-16,13 9 5,-15 25-34,8 8 23,-2 15 17,2 24 6,-17-6-7,2 24-49,-22-18-1,-8 7 62,-17-5 14,-4-20 0,-2-3-3,-15 6-19,7-11 0,-1-4-82,-10-6-319,-10-4-1809,10-20 2218,21-13 0,8 9 0,16 1 0</inkml:trace>
  <inkml:trace contextRef="#ctx0" brushRef="#br0" timeOffset="786876">10032 11740 27286,'30'-19'-1070,"0"0"1,19-10-225,-15 25 0,-1 4-644,7-2 1938,-6 4 0,-3-1 0,-9 0 0,5 2 0</inkml:trace>
  <inkml:trace contextRef="#ctx0" brushRef="#br0" timeOffset="787017">10033 11979 25634,'36'-7'-327,"0"0"1,-1 1 0,5-4 0</inkml:trace>
  <inkml:trace contextRef="#ctx0" brushRef="#br0" timeOffset="787677">11884 11667 20588,'4'-44'1249,"0"0"0,0 0 0,-2-10 0,-4 3-1064,-1 10 0,-4 4 459,-22-18-213,-2 25-207,-24 4-179,3 24-275,20 10 1,0 5 223,5 6 0,3 3-5,0 5 0,2 1 2,2 3 1,2 0 14,-8 20-23,12-11 0,3-1-28,2 13 23,4-16 0,4-1 94,13 10-78,11-14 79,11-15-6,7-18 23,7-19 16,0-17-295,-24 13 1,-1-1 277,-2-2 1,-2 0-17,-1 0 0,-2 0 67,11-21-62,-10 16 157,-2 3 218,-9 20-425,-1-1-56,-4 11-6,-1 5 547,0 10-479,-1 16-34,-1 17 6,-5 14-332,1-25 0,0 0 317,0-6 1,-1 2-34,-8 22 0,-1 3-123,5-15 0,0 0-573,0-2 1,0 2-1,2-1-1502,0 7 0,2-4 1666,3-7 1,0-5 0,3 7 0,1-22-1</inkml:trace>
  <inkml:trace contextRef="#ctx0" brushRef="#br0" timeOffset="787934">12341 11722 27930,'-17'-21'-218,"16"2"95,24 16-426,10-1 0,4 0-1495,26-2 614,-24 2 0,1-1 1430,22-2 0,-39 4 0,-1 1 0</inkml:trace>
  <inkml:trace contextRef="#ctx0" brushRef="#br0" timeOffset="788334">12984 11500 22268,'-3'-3'3747,"0"1"-3248,3 2-135,-7-65-224,9 43 5,2-20 1,5 3-51,19 23-56,18-3 0,0 10-27,2 6 4,-2 8-10,-3 8-17,-13 5-12,-1 26-21,-19-4 4,-7 23 40,-11-32 0,-5 1-346,-5 3 0,-5-1 340,-5 3 1,-4-1 5,-3 1 0,-1-2 0,0-2 0,-1-3 5,5-4 1,2-2 11,-18 12-17,20-14 50,14-10 90,20-9-22,16-1-73,24-5-40,-13 1 1,2-1-168,-3 1 0,2-1-44,7 1 1,5-1 0,-2 1-1507,10 0 1,1 0 1711,4-1 0,4 0 0,-7 1 0,-12 0 0,-4 1 0,-1-1 0,0 0 0</inkml:trace>
  <inkml:trace contextRef="#ctx0" brushRef="#br0" timeOffset="789160">14482 11349 20610,'-2'-3'3937,"0"0"-2995,2 3-892,69-56-824,-22 39 760,7-13 0,2 3-20,-20 24 0,-2 5-25,-1 1 0,-2 2-126,18 12 138,-20 11-306,-20 6 90,-25 6 190,-7-9 59,-9-7 0,-5 0-123,9-8 1,-1-1 147,-12 6 1,1 0 32,-11 6-21,17-9-6,17-7 602,13-6-328,14-4-218,2-2-23,46-10-33,-27 3 229,4-1 1,-1-1-152,2-5 67,6-6 57,-10-5 0,-7-7-40,-11-6-17,-6-8 163,-6-2 157,-4 1-68,-3 8 62,-3 6-258,1 15-139,2 5 27,4 9-89,0 5-185,1-1 151,7 22 12,0-5-18,14 29 18,-1-7-18,7 12-5,0 1-109,-15-19 0,-2-2-154,3 12-997,-12 17-2471,-20-21 3759,-6 3 0,4-16 0,8-12 0</inkml:trace>
  <inkml:trace contextRef="#ctx0" brushRef="#br0" timeOffset="789567">15468 11136 26865,'-41'-29'285,"1"0"1,4 0-1,14 2-201,36 7-44,6-2 55,21 3-6,7 6-36,-7 6 1,2 1-29,-6 2 0,-1 2-3,7 4 1,-4 3-6,7 4 5,-1 23-11,-13 7-11,-10-2 0,-2 5 11,-6-4 1,-1 1-1554,-1 9 0,-3-1 1542,-3 14-9,-5-27 1,-1 0 762,-4 18-824,1-21 0,-1 1-347,-2 3 0,0-2-1112,-3 18 72,2-7 1457,3-18 0,2-18 0,1-1 0</inkml:trace>
  <inkml:trace contextRef="#ctx0" brushRef="#br0" timeOffset="789800">15598 11479 26962,'42'-29'217,"-1"0"0,0 0 0,12-10 0,-4 7-156,-16 20 1,-3 4-17,15-5-40,-10 6-33,-12 4-599,-5 7-1423,-13 6-7781,-4 5 9155,-4-2 0,-2-5 0,4-6 0</inkml:trace>
  <inkml:trace contextRef="#ctx0" brushRef="#br0" timeOffset="794143">13081 11349 21825,'-28'-23'972,"0"1"0,-15-20-642,46 33-106,3-3-84,6 5-16,4 3 27,11 2-22,8 2-62,5 4 11,3 6-22,-8 5 6,-2 6 5,-2 4-11,-3 4-17,-8-4 79,5 24-6,-16-4-264,-2-9 1,-2 2 277,-7 1 0,-3 1-37,-2 4 1,-2 0-23,-4 5 1,-2-1-40,-1-1 0,0 1-17,0-2 0,1-1-3,1-2 1,0 0-15,3-4 1,0-2-63,2-2 1,0-2-566,-6 24-1680,3-12 2313,3-9 0,4-17 0,2-7 0</inkml:trace>
  <inkml:trace contextRef="#ctx0" brushRef="#br0" timeOffset="794784">13031 12026 20476,'-5'0'4021,"1"0"-2374,4 0-1613,-29-11-18,29 5 12,-12-11 0,43 6-22,13-2-34,7-2 34,2 0-6,-4 2-6,-8 3 23,-12 3 28,-11 4-1,-10 2 57,-7 1-56,-8 2-28,-5 2 11,-14 4-23,-9 2 12,-7 2 11,-4-1-17,12-3 40,-12 3-29,22-6 12,-3 0-40,18-3-156,7-2 151,17-5 44,11-3-22,23-7 12,7-2-1719,-22 7 0,0 0 1696,10-3 0,1 1 5,-29 10 7,-5 0 10,-8 2 28,-19 7-27,1-1 10,-31 14-16,-2-3-194,16-6 1,-1 0 170,1-2 0,0-1 3246,-28 5-3291,24-7-55,11-3-499,21-7-527,11-8-1181,13-9-2603,5 3 1,3-1 2816,8-7 0,6 1 0,-34 20 0</inkml:trace>
  <inkml:trace contextRef="#ctx0" brushRef="#br0" timeOffset="795183">12896 11426 26424,'-32'-13'25,"-1"0"0,-14-8 65,64 19-45,18-2-20,-1 2 0,3 0-11,-1 0 0,0 1-6,1 0 1,0 1-4,-3 1 1,-2 2 5,17 6 6,-16 3 0,0 4-11,15 19-816,-23-7 1,-4 3 831,0 19 0,-12-11 1,-5 3-320,-5-4 1,-3 2 332,-2 12 1,-3 1-12,-4 0 0,-2 0-14,-4 8 1,-1-3-18,7-19 1,0-1-65,-2 9 0,1-3-944,3 1-8817,-1 8 7522,7-23 1,1-9-1,4-18 1</inkml:trace>
  <inkml:trace contextRef="#ctx0" brushRef="#br0" timeOffset="796067">15455 11244 24267,'-9'-52'504,"0"0"1,2 1-1,9 6-286,29 6-178,-3 8 4,8 9 1,3 5-11,17 6-341,-14 5 1,0 3 317,-7 7 0,-2 4-11,-1 3 0,-2 5 0,-3 4 0,-3 5 0,-3 6 0,-5 3 11,-3 7 1,-7 2-446,-6 6 1,-8 2 424,-6 4 1,-7 0-421,2-17 0,-2 1 0,-3-2 429,-2 0 0,-1 0 0,-1-2 0,-6 6 0,-1-2 15,6-7 0,-3 0 0,4-4-79,-16 16 75,17-18 1,3-2 472,11-9-294,24-17 903,21-12-1060,-4 1 1,3-1-12,26-12 11,-6 3 1,3 0 221,-15 6 1,1 0-239,17-6 0,2-1-56,-11 6 0,-2 1-213,-2 1 0,-1 2-556,-5 1 1,-2 1-3589,20-6 4396,-20 4 0,-18 6 0,-12 4 0</inkml:trace>
  <inkml:trace contextRef="#ctx0" brushRef="#br0" timeOffset="796484">15374 11209 25195,'30'-32'107,"1"-1"1,0 0 0,15-12 0,0 11-80,-12 23 0,0 5-17,3 1 0,0 3 8,-1 4 1,-1 4 0,-3 1 0,-1 5-26,21 23 23,-14 12-232,-25-18 0,-4 2 201,-6 4 0,-4 2-6,-7 1 1,-5 1-29,-5 3 1,-5-1-320,-4 0 1,-3-2 374,-2 0 1,0-1-7,0-4 1,1-2 5,3-4 1,2-2 373,-12 13-371,16-15 136,13-13 66,10-7 512,11-5-462,20-7-196,19-4-53,-18 2 0,2 0 2,4-1 1,1 0-681,1 0 1,1-1 663,6-1 0,-3 2 0,7-2 0,-6 1 0</inkml:trace>
  <inkml:trace contextRef="#ctx0" brushRef="#br0" timeOffset="802250">13054 11370 6966,'-5'-7'2772,"1"2"-806,4 5 2672,0 0-3596,-33-13-1,13 15-150,-29-7-263,18 20 16,1 0-51,2-1-61,8-3 102,10-5-147,6-4-78,6-1 5,4-3-72,9-2-208,13-6-56,11-1 12,7-2 11,0 2-12,-3 4-16,-5 3-28,-7 2-17,-6 5 39,-6 4 28,-1 6-44,1 6-18,-1 4-10,1 4 27,1 3 6,1 3-5,2 2 10,2 5-10,-1 8-665,-4 7 659,-12-22 0,-2 1 22,-1 3 1,-3 1-4,-1 3 1,-2 0-23,-2 2 0,-1-1-17,0 0 0,0-1-6,-1-2 1,2 0-20,0-5 0,1 0-241,5 26-443,4-10-2934,4-9 3618,0-12 0,-5-13 0,-3-9 0</inkml:trace>
  <inkml:trace contextRef="#ctx0" brushRef="#br0" timeOffset="802850">13156 12104 16902,'-3'0'3932,"1"0"-1126,2 0-2307,-63-2-130,42 2-123,-14-1 1,3 1-96,25 1 96,3 0-34,4-1-213,11-4 45,-2 1 61,24-8-89,7-1 0,18-6-6,-19 7 0,2-1-901,-5 3 1,-1 0 892,-1 0 0,-1 1-61,29-6 64,-16 6 11,2 0 33,-15 3-16,-17 3 22,-10 2-28,-9 0-12,-6 3 7,-11 1 1750,-24 7-1745,-3-1-20,15-3 1,1 1-4,-12 1 6,-6 3 64,13-2-64,-8 2-16,-3 2 22,8-3-6,5-2 11,9-3 1,15-5-29,2 0-84,10-2 34,9-4 56,3 0-28,19-8 0,6 1-134,14-5-432,-20 9 0,0 0-3030,17-5 3459,-5 1 1,-26 7-1,-12 2 1</inkml:trace>
  <inkml:trace contextRef="#ctx0" brushRef="#br0" timeOffset="803650">13213 11548 25920,'5'-21'297,"7"19"-180,4 30-83,10 20-12,-12-19 1,-1 0-1,7 21-8,-8-6 0,-1-1-8,0 5 5,-3 5 0,-2 3 22,-4-23 1,-1-1 11,-1 14 0,-2-1 22,-3 11 42,-4-20 1,-2-3-43,0 0 118,-15 23-135,15-37 112,-6 9-100,12-23 196,1 2-96,3-10-112,1-5-38,0-9-12,0-10-12,0 0-27,6-30 6,2 8-182,-2 11 0,1-1 220,-1 7 1,0 0 0,5-28 5,-2 9-6,-1 10 12,-2 11 11,-2 11-33,-3 10 16,1 5 223,-2 4-447,-2 12 224,-1 11 6,-3 19-6,-4 10-5,-1 5-3382,1-3 3371,4-13 22,1 5-1,4-21-32,-1 4 60,2-16 91,0-8 302,0-3 3011,1-19-3420,1-6 0,3-22-28,0-6 16,1 3-16,0 7 17,-2 16-34,-1 13-246,-3 8 252,1 20 45,-3 9-23,-3 31-45,-3-5 12,-3 10-376,0-17-1713,3-3 2111,5-6 0,3-16 0,2-7 0</inkml:trace>
  <inkml:trace contextRef="#ctx0" brushRef="#br0" timeOffset="807092">13240 12751 13861,'-59'11'2423,"-1"0"0,7-1 1,6-2-1158,-1-3-264,18-4-408,16-2-348,11-3-156,12-2-40,11-3-33,18-2 11,18-1-23,-21 5 1,2 1-284,3-1 1,0 1 285,2 0 0,0 0 0,-3 1 1,-2 1 2,25-3 57,-22 4 55,-20 1-84,-26 2-17,-22 4 40,-25 4-34,16-1 0,-3 1-249,-4 1 0,-2 1 254,-1-1 1,2 0 16,4-1 1,3 0 67,-19 1 5,24-5-101,20-3-22,15-5-33,14-3-79,17-8-252,24-3-292,-19 7 1,3 0-2462,9 0 1,1 0 3116,-2 0 0,-2 1 0,-14 3 0,-4 1 0,8-2 0</inkml:trace>
  <inkml:trace contextRef="#ctx0" brushRef="#br0" timeOffset="807742">15965 12371 9884,'-7'1'6536,"2"-1"-3796,5 0 519,0 0-2867,-60-11 269,39 5-404,-14 0 1,4-2 213,23 2-398,3 3-17,14-8-62,13 1-16,7-3-18,32-4-449,-29 10 1,2-1 482,10-1 0,2 0 6,5-1 0,-1 1-153,-13 3 1,-2 1 175,22-4 27,-38 7-11,-29 6-16,-23 6 16,-9 3 0,-6 1 0,-1 1 0,-2 1 189,-2 0 1,-1 0-140,-1 1 1,3-1 198,15-4 1,1-1-93,-3 2 1,2-1 4,-3 0 600,25-6-588,22-9 95,13-6-62,2-4 513,6-4-596,-1 1-46,4-3-83,-2 4-23,-2 1 6,8 2 0,0 2 33,23-7-55,-11 4-12,-2 0 6,-25 7-197,-12 3-945,-7 2-3261,-4 0 4414,-2 1 0,0 0 0,1 0 0</inkml:trace>
  <inkml:trace contextRef="#ctx0" brushRef="#br0" timeOffset="833733">27193 5053 22167,'12'-52'985,"-1"1"1,0 6 0,-5 10-734,-12 26-50,-11 20 39,-14 17-138,8-5 1,-1 4-550,-4 6 0,0 2 471,0 2 0,1 2-17,5 0 1,3 1-4,5-3 1,5-1 0,4 17 9,17-21 0,7-3 13,23 4-6,-8-12 1,4-3-292,-1-9 1,3-4 341,2-4 0,1-5 33,2-4 1,-1-4 10,1-6 1,-2-4 13,-1-5 1,-3-4 8,-4-3 0,-3-2 17,-6-1 0,-5-3-17,-5 1 0,-7 0-251,-7 1 0,-7 1 172,-5 1 1,-5 3-9,-6 2 0,-3 2-31,-1 4 1,-2 3 668,-25-10-814,3 13-577,1 13-2179,-6 18 2879,3 6 0,17 0 0,14-6 0</inkml:trace>
  <inkml:trace contextRef="#ctx0" brushRef="#br0" timeOffset="836126">28143 5479 26598,'7'-8'22,"-10"14"-240,-23 43-466,10-21 1,-1 1-3789,-1 2 1,1 0 4471,-12 22 0,12-20 0,9-16 0</inkml:trace>
  <inkml:trace contextRef="#ctx0" brushRef="#br0" timeOffset="836593">28857 5055 21024,'1'-3'4851,"0"1"-3753,-1 2-1059,8-7-17,-7 26 1,4 5-23,-10 34-62,1-26 1,0 2-491,0 1 0,-1 0-1367,-1 2 1,-1-1 1146,-5 23 1,4-23-1,3-17 1</inkml:trace>
  <inkml:trace contextRef="#ctx0" brushRef="#br0" timeOffset="837227">26900 4694 23041,'-46'-14'166,"1"-1"0,1 2 0,5 6 53,-3 21-12,-4 0-39,-3-2 0,0-3 28,3-4 118,6-5 78,6-5-39,7-5-95,7-3-113,7 1-89,6 5-56,4 3-17,1 6 34,-3 10 11,-2 12 6,-6 18-1,-3 17-488,6-21 0,1 2 455,-1 6 0,0 2 5,1 4 1,1 2-17,0 3 0,1-1-1,2-2 1,3-1-6,2-4 1,4-2-35,2-6 1,4-2-282,4-5 1,4-2-159,3-3 0,5-3-1098,7-4 0,2-3 1588,-1-3 0,-1-4 0,14 1 0,-17-8 0</inkml:trace>
  <inkml:trace contextRef="#ctx0" brushRef="#br0" timeOffset="837800">29274 4913 18756,'-2'-3'4319,"1"1"-2662,1 2-1466,6-63 5,18 39-121,2-12 1,4 4-54,17 22 3,-3 9 1,0 3-4,4 4-19,-14 0 0,0 1 8,12 10-22,-14-1 27,-7 5 108,-16 3-17,-2 4-40,-10 7 11,-4 0-44,-1-6 16,-2 12-27,3-1-12,4-4 0,1 3 6,2-3 0,2 2-936,2 9 0,2-1 913,-1-13 1,1-1-586,3 6 0,-1 0 591,1 18 5,-4-22 1,-3 1-57,-6 0 1,-4-1-393,-18 18-150,-8-8-2589,4-26 1,-1-3 2578,-20 3 0,8-2 1,15-8-1</inkml:trace>
  <inkml:trace contextRef="#ctx0" brushRef="#br0" timeOffset="840700">25031 5558 14135,'-9'-51'1246,"0"-1"1,0 1 0,0 0 0,1 0 0,0 1-870,1 3 0,1 1 0,0 0-759,0 1 0,1 1 1,0 1 736,-1-18 1,1 3-116,1 7 1,1 4 270,0 8 0,2 3-287,-1-12 130,1 22-460,1 15 89,2 15 62,6 16-12,4 20-27,-2-9 0,-1 3 351,1 9 0,0 4-357,2 9 0,-1 4-611,-4-14 0,0 2 0,0 1 607,0 4 0,0 2 0,-1 0-7,0 3 0,-1 1 0,0 1 3,0-1 1,-2 1-1,1-2 8,-1-1 0,0-2 0,-1 0 0,0-5 0,0 0 0,-1-2-395,1 14 0,-1-3 389,0-9 1,-1-4-62,0-11 1,-1-4 346,1 10 412,-2-26-580,2-28-96,0-28-10,2 6 0,1-5 120,1-12 1,2-6-135,0 13 1,1-2 0,1-2 10,1-5 1,0-2 0,1-2-1,1-3 1,0-1 0,0 0-246,-3 13 1,1 1-1,0-1 1,-1 0 252,-1 1 0,1 0 0,-1 0 0,0 1 0,1-14 0,0 1 1,-1 1-3,-1 4 0,-1 2 1,0 0-268,-1 5 0,-1 1 1,0 2 265,1-18 0,0 2-274,0 7 0,1 2 252,1 6 0,2 2 360,2 6 0,4 3-391,1 4 0,5 4-67,26-14 75,-16 25 1,2 5 5,4 2 1,3 4 481,8 1 1,1 4-491,8 1 0,2 1-226,-13 0 0,2 1 1,1-1 245,6 1 0,1-1 1,3 0 4,-10 0 0,1 0 0,2-1 0,0 0 8,5-2 0,1 0 1,1 0-1,0-1-340,-7 0 0,0 0 0,0-1 0,1 0 0,1 0 337,2-1 0,1 0 0,0 0 0,0-1 0,1 0-275,2-1 1,1 1 0,-1-2 0,1 1 0,0 0 276,2-1 0,0 1 1,0-1-1,0 0 1,1-1-2,-10 2 1,0 0-1,0-1 1,1 0-1,-1 0 1,1 1 3,0-1 0,0-1 0,0 1 1,-1 0-1,1-1 0,0 1-145,0 0 0,-1-1 0,1 1 0,0 0 0,-1-1 0,0 1 147,9-1 1,1-1 0,-1 1 0,-1-1 0,0 1-49,-2 1 1,-1-1-1,0 1 1,-1 0 0,-1 0 44,-2 1 1,-2-1-1,0 1 1,0 0-1,-2 1 76,9-1 0,-2 0 0,-1 0 0,-1 1-66,-5 1 1,-2-1 0,0 2 0,-1-1 243,7 1 0,0 0 0,-3 1-242,-7 0 1,-2 0 0,-1 2 673,9 1 0,-4 1-684,-10 1 0,-4 1 1937,12 10-1928,-20 4 2064,-13 7-2059,-7 9 12,-2 10-12,4 13 488,0-24 0,1 2-471,2 5 0,2 2-338,3 5 0,0 2 299,2 5 0,1 2 5,-5-16 0,-1 1 1,1 1-516,0 2 1,0 0 0,-1 2 531,0 1 0,-1 1 0,0 1-8,-2 2 1,-1 1 0,-1 1-6,-1 1 0,-1 2 1,-2-1 4,-3 2 1,-1 1 0,-2-1-2,0 1 0,-2-1 0,-2 1 1,0-1 1,-2 0 0,-1-1-4,0-1 0,-1-1 0,0 0-8,0-3 1,-1 0-1,-1-1 4,1-3 1,-1-2-1,-1 0 12,-7 15 1,-3-2-293,-1-8 1,-2-4 339,-3-5 0,-3-4-9,-6-5 1,-3-4-20,-7-1 0,-5-4-2,13-8 0,-2-1 0,-2-2-431,-7 0 1,-3-1 0,-1 0 415,8-4 0,-1 0 1,-1 0-1,-2-1-297,-6 1 0,-1-1 1,-2 0-1,-1-1 296,7 0 0,0-1 0,-1 0 0,-1 0 0,0 0-2,5-1 1,0 1-1,-1-1 1,0 0-1,-1 0 1,0 0-7,-4 1 1,0-1 0,0 0 0,-1 0 0,0 0 0,0 0-123,5 0 0,1 0 1,-1 0-1,0-1 1,-1 1-1,0 0 1,0 0 100,-2 0 1,0 0-1,-1-1 1,0 1 0,0 0-1,-1 0 1,1-1-169,-3 1 0,1 0 1,-1 0-1,0 0 1,-1-1-1,1 1 1,-1 0-6,7-1 1,-1 0 0,1 0 0,-1 0 0,0 0 0,0 0 0,-1 0 0,0 0 171,-5-1 0,-2 1 0,-1 0 0,0-1 0,0 1 1,3-1-1,3 0 0,4 1 0,-4-1 0,4 0 1,3 1-1,1-1 0,-1 0 0,-9-1 0,-1 1 0,1 0 1,0 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10:06:15.0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3701 3557 23780,'0'-51'838,"-1"0"1,1 6-1,0 6-642,1 2 118,-1 12-314,0 18-23,0 6 46,0 15 10,0 14 1,0 15-28,-3 9 10,-4 6-330,-4 2 342,-3-4 0,-1-7 61,1-13 124,4-17-90,5-10 85,3-13-102,2-12 0,7-32-78,-1 7-11,3 3 0,3-2 5,3 3 1,1 1 47,-3 7 1,1 0-60,9-9 1,1 5-12,-4 12 5,24-3 1,-16 25-17,16 9-23,-5 15 17,2 13-27,-3 8-12,-10-6-135,-12-9 1,-2 1-499,1 14 274,-5-13 1,-1-1-925,3 14-229,1-14 790,4-14 748,3-22 2,5-19 214,5-19 200,0-11 186,-2-3 128,-5 4-12,-6 10-128,-4 10-195,-4 12-203,-4 9-94,1 8-18,1 9-22,4 8-17,4 12-5,4 8-6,2 6 5,6 2-5,5-1-11,8-5 22,4-10 29,-1-12 44,-5-18 78,-4-15 84,-6-15 18,-3-11-12,-8-6-28,-6-4-17,-5 0-28,-4 5-28,-3 9-28,-3 10-67,-1 11-67,-2 9-101,4 7-123,-1 8-454,2 8-1103,1 12-2616,8 11 4408,0 0 0,2-12 0,-3-10 0</inkml:trace>
  <inkml:trace contextRef="#ctx0" brushRef="#br0" timeOffset="866">5048 3395 21920,'0'-4'4146,"0"1"-3166,0 3-969,13-26 22,-2 31-33,10-12-22,-6 40 5,-3 4 0,-2 1-11,-4-2 6,-3-4 22,-6-8 39,0-11-16,-4-12 10,0-13 1,1-12-45,3-13 27,1-13 29,7-7-419,4-3 413,9 5-22,4 12 0,4 11-12,2 14-5,3 9-5,3 10-23,3 11 22,3 10-16,0 9 11,-6 6 16,-12 3-16,-11 2 17,-17 1 5,-7-3 408,-6-7-380,2-12-5,4-11 16,6-13 12,5-11-23,0-13-6,8-9 1,5-3 0,9 1 10,3 6-16,4 7 0,2 6 0,3 7-33,4 6 10,2 12-5,-1 7-16,-3 11 10,-6 7 6,-9 4 6,-6 2-6,-2-1-6,0-4 12,4-10 5,3-8 6,5-13 5,3-12 28,4-12 29,-1-15 22,-5-10-417,-5-11 360,-12 28 1,-1 0 73,1-32-99,-2 6 132,-3 7-38,-2 10-113,1 10 0,0 10 0,-1 8 0,1 6 417,0 4-417,2 9 138,5 8-138,4 13 0,6 14 0,5 10 0,-10-22 0,0 0 0,0 1 0,0 0 0,-2 0 0,-1 1 0,2 27 0,-12-3-343,-14-6-553,-13-10-1507,-8-10 2403,0-14 0,14-8 0,8-7 0</inkml:trace>
  <inkml:trace contextRef="#ctx0" brushRef="#br0" timeOffset="1107">6749 3228 24799,'-4'0'2280,"1"0"-2134,3 0-510,43-43-303,9 30-441,-7-10 0,3 2 108,-6 19 0,-1 5-1456,-3 0 0,-4 2 2456,17 6 0,-23-2 0,-17-3 0</inkml:trace>
  <inkml:trace contextRef="#ctx0" brushRef="#br0" timeOffset="1257">6839 3382 26659,'47'-7'-1316,"1"0"0,-10 2 0,-1-1 1316,-4-1 0,-3-1 0,-6 3 0,0 0 0</inkml:trace>
  <inkml:trace contextRef="#ctx0" brushRef="#br0" timeOffset="1857">8900 2969 20576,'0'-7'4212,"0"1"-3214,0 6-422,-25-67-206,8 46-309,2-16 1,-2 4 73,-4 26-35,-2 5-72,-3 0-5,-9 4-1,-3 3-22,3 1 11,-15 3-5,-6-1 11,11-1 39,-14-1-34,38-3-5,-5 1-11,16-1-18,1 11 24,4-4 10,-5 30 6,4-2-3,1-5 0,1 1-346,-1 19 349,2-15 0,-1 3-6,0 5 1,1 1-15,-1 3 1,1 1-499,-1 7 1,2 0 478,5-12 0,2-4 2,-2-9 1,4-3-143,13 6 0,6-6-852,21-2-1744,-7-12 0,3-5 2747,-6-9 0,-3-4 0,14-1 0,-18-3 0</inkml:trace>
  <inkml:trace contextRef="#ctx0" brushRef="#br0" timeOffset="2607">9273 3111 26250,'26'-21'516,"-2"4"-304,-19 17-44,2 0-16,0 0 4,-2-3-27,1-2-39,2-5 22,1-6-67,1 2 44,11-20-55,-2 7-23,12-13 0,-3 11 6,2 6-17,-7 8 22,11 4-10,-9 9-12,12 8-6,-5 8 0,0 14 6,-2 7-11,-7 8-6,-10 4 1,-15 2-1,-14 1 22,-12-3 7,-8-5-18,-1-8 45,4-10 12,9-10 10,6-10 6,8-12-16,3-9-1,4-5 1,2-3 5,6 2-28,3 4-28,8 6 16,7 6-16,5 8-22,8 9 16,4 9-5,3 9 6,-2 4-18,-4 0-27,-9 1-6,-10-4-101,-14-2-235,-17-5-353,-11-3-649,-12-7-2259,-5-5 3653,5-7 0,13 0 0,11-3 0</inkml:trace>
  <inkml:trace contextRef="#ctx0" brushRef="#br0" timeOffset="2841">10203 3287 23959,'3'-1'2387,"-1"0"-1626,-2 1-811,30 45-510,-25-19-961,9 6 0,-3-1 1521,-16-3 0,1-11 0,3-7 0</inkml:trace>
  <inkml:trace contextRef="#ctx0" brushRef="#br0" timeOffset="3407">10733 3041 22957,'2'-3'3215,"-1"1"-2196,-1 2-946,16-3 28,-12 10-12,11 1 1,-23 10-12,-4 1-22,-7-3 45,-2-5 11,0-5 6,3-6 11,5-9-17,4-10 11,5-11-34,7-9-77,10-3 10,10 1 17,10 8-22,3 9-6,3 10 0,-1 8-22,2 12 6,-1 9 16,-2 15-17,-5 12-22,-10 8 23,-12 8-18,-21 4 9,-2-28 0,-5-1-565,-8 4 0,-4-2 562,-5 3 0,-4-1 9,-1-2 0,-2-2 22,-3-3 0,0-4-6,16-10 0,1-2 48,-29 1 12,38-23-1,4-6-33,8-6-34,12-4 0,7 1 0,3 8 1131,22 0-1131,-5 10 0,20 2-220,-1 10-446,5 4-891,2 4-530,-27-7 1,1 0 1238,23 3 0,-20-3 0,-14-5 0</inkml:trace>
  <inkml:trace contextRef="#ctx0" brushRef="#br0" timeOffset="3600">11449 3330 28255,'-28'24'-67,"6"2"-347,18 7-3367,4 10-1036,2-15 4817,5 4 0,-4-24 0,1-1 0</inkml:trace>
  <inkml:trace contextRef="#ctx0" brushRef="#br0" timeOffset="4017">11848 2992 28003,'8'4'123,"-9"37"-129,-5-3 1,-2 4-4,1-2 1,0 0 11,2-2 0,1-2-25,5 17 10,6 5 63,11-16-12,4-23 0,8-19-11,-6-12 34,11-19 55,-5-6-19,-7 8 0,0-3-29,14-20-69,-18 24 0,-1 3 0,0-2 0,-3 10 0,-9 11 0,0 7 0,-2 19 0,-2 9 0,1 8 0,-5 12 0,-3-3 0,-2 16 0,3-30 0,0 0-558,0 7 0,1-1-752,0 13 631,-1-17 1,1-4-1,1-13 1,-1 4 0</inkml:trace>
  <inkml:trace contextRef="#ctx0" brushRef="#br0" timeOffset="4450">12625 2876 24178,'0'-6'2235,"0"2"-998,0 4-1214,28-53 5,-14 41-23,8-14 1,3 3 5,19 30 6,2 1-28,9 1 16,-16-3 23,-14-2-5,-5 0 27,-10 0-27,-2-1 27,-1 7-5,-2 1-17,1 11 11,-1-3 107,1 27-85,-2-2-324,-2-9 0,0 1 268,-2 1 1,1 0-6,0 5 0,0-1 0,0-7 0,1 1-8,3 23 0,3 2-18,-2-19 1,0 1-40,2 16 1,-1-1-34,-5-16 0,-5-3-62,-8-6 1,-5-3-121,-17 12-1076,-14-18 1,-9-5-3561,12-8 1,0-1 3118,-9 2 1,3-1-1,-6-4 1,40-5 0</inkml:trace>
  <inkml:trace contextRef="#ctx0" brushRef="#br0" timeOffset="4966">15386 3579 26749,'6'-46'362,"1"1"0,-1 0 0,-2 19-356,-4 28-17,-3 18-40,-5 23-112,-1-10 1,-2 4-1299,-3 6 0,-2 4 1461,-4 10 0,0-3 0,7-22 0,2-2 0,-11 27 0</inkml:trace>
  <inkml:trace contextRef="#ctx0" brushRef="#br0" timeOffset="5424">16969 3394 18537,'9'-61'1274,"0"0"1,0 0 0,-2 8 0,0 2 0,-3 4-802,-1-2 1,-4 7 91,-4-12 73,-3 28-610,-1 22 146,2 26-118,0 26-42,3-11 0,0 4-584,1 11 0,0 2 564,0 8 1,1 2-422,0-17 0,-1 0 1,1 1 392,-1 3 1,1 0-1,-2 0-168,1 1 1,-1 1-1,-1 0-413,2 0 1,-1 0 0,0 0-1014,0-2 0,0-1 0,1-1 1628,-2 12 0,2-5 0,0-19 0,1-5 0,0 0 0</inkml:trace>
  <inkml:trace contextRef="#ctx0" brushRef="#br0" timeOffset="7300">16766 4035 18263,'-7'-50'1004,"1"0"1,0 0 0,0 2 0,1 2 0,0 1-529,1-11 0,1 4-444,1 7 1,2 3 70,3 7 1,4 3-26,15-11-38,19 17-46,20 14 3,-22 9 0,1 2-461,7 2 1,1 3 432,3-2 1,2 1 2,0 1 0,0 0 2,-1-1 1,-2-1 8,-4 0 1,-3-1 27,-6-2 0,-2-2 415,16-6-236,-19-7 52,-16-6 94,-13 0 321,-11 1-265,-7 3 737,-8 6-978,-5 5-55,-5 13-35,-5 10-33,-2 13-5,4 11-12,9 5-17,12 3 6,12-1-17,12-5 17,7-10 28,6-11 28,2-11 23,1-16 22,1-11 33,1-12 12,-2-7-1,-3-2 12,-4 2-23,-4 1-16,-2 8-28,-3 5-29,-4 11-50,-2 5-5,-3 6 11,1 5-6,0 5-17,0 10 12,0 8 5,-1 8-22,0 3 22,3 1-16,4-3-18,7-8 18,8-6 21,3-11-4,3-5 10,5-16-22,-11 2-6,8-18 12,-13 2-6,3-10 11,0-1 17,4-9-17,-7 14 6,10-9-6,-8 17 6,2-2-6,-1 9 2,-4 6-20,0 5-4,2 8 5,0 5 1,1 13-1,0 8-22,5 19 6,-8-14-51,8 18-157,-4-20-341,11 7-347,8-8-578,18-9 645,-3-14 243,-1-10 389,-2-12 259,-14-8 128,5-10 364,-4-18-45,-11 1-218,-6-2 314,-8 2 10,-7 11-22,-4-5 23,-14 8-370,-1 13-134,-6 8 16,0 8-44,5 7 260,-4 6-345,1 18 23,7-4 34,-3 30-34,8-28 11,1 26-11,13-11-22,4-3 50,9-3 39,1-22-17,-6-8 90,4-13-50,-4-6-55,6-11-35,-5 3 0,-4 3 0,-9 11 0,-3 6 0,-1 12 0,-8 31 0,-2 15-1153,-1-13 1,-1 1 1152,2-11 0,-1 0 0,-3 8 0,-1 1-305,3-7 1,0 0 304,-1 8 0,0 2 0,0 5 0,1 0 0,0-10 0,-1-3 0,-1 2 0,-2-5 0,-8 1 0,-6-16 0,10-21 0,-4-29 0,12-14 0,9 10 0,4-1 1731,8-20-1731,4 18 0,5 0 0,2 7 0,4-1 0,3 2 0,5-3 0,0 3-274,13-9 0,3 3 249,-9 8 1,1 1 0,-2 3 18,2 1 1,-1 2-32,7-4 1,-2 1-214,-11 6 0,-1-1 247,5-2 1,-2-2-46,-5-1 1,-5 1 75,4-13 0,-13 5 384,-17 9-333,-5 10 1197,-2-2-1276,-6 7 559,1 4-559,-3 8 106,4 2-106,-7 20 0,9-1 0,-2 14 0,15-4 0,10-3 0,3-8 0,20 1 0,-8-16 0,14-1 0,-9-17 0,-2-8 0,-10-2 0,3-18 0,-13 6 0,4-12 0,-8 9 0,-4 5 0,-3 11 0,-2 6 0,-4 9 0,-7 8 0,-8 12 0,-6 17 0,-4 13 0,15-20 0,1 3-763,1 2 1,2 0 762,-4 20-149,12-15 0,5 0 149,16 10 0,0-14 0,5-3 0,9-9 0,3-4 0,-5-3 0,2-4 0,11 1 0,4-7 0,-2-13 0,4-8 0,-4 2 0,-2 4 0,-2-3-285,6-9 0,4-7 0,-10-2 285,-13-3 0,-6-2 0,9-15 0,0-4-419,-11 15 0,-1-2 1,0-1 418,-2-2 0,0-2 0,-1 1 0,-1-1 0,-1 1 0,-1 0 0,-1 2 0,-1 0 0,-1 2 0,3-16 0,-2 2 0,-3 8 0,-1 1 481,-2 10 1,-2 2-482,0-17 258,-3 20-258,-2 17 851,-2 11-851,-5 18 0,-6 19 0,3-3 0,-1 3 266,-4 9 0,0 4-266,-4 7 0,0 3 0,6-15 0,1 1 0,0 1 0,1 2 0,-1 1 0,2 0-421,1 3 1,2-1 0,1 1 420,1 0 0,2 0 0,1 0-131,2-2 0,1-1 0,1 0-853,3 17 0,1-2-1523,1-8 1,1-4 2506,0-11 0,-1-4 0,2 4 0,-4-21 0</inkml:trace>
  <inkml:trace contextRef="#ctx0" brushRef="#br0" timeOffset="7567">19877 3330 22929,'0'-3'3142,"0"0"-2151,0 3-666,79-52-1540,-34 37 1285,11-13 0,1 3 65,2 20 264,-4 1-315,-8 0 239,-13 1-284,-13 0-78,-12 2-409,-7 0-471,-11 1-7247,-9 1 8166,-4 1 0,5-1 0,6 0 0</inkml:trace>
  <inkml:trace contextRef="#ctx0" brushRef="#br0" timeOffset="8890">20795 3303 23175,'-3'-3'2420,"1"0"-1961,2 3-526,72-52-1218,-42 45 0,3 2 868,9-10 1,4-4 0,-2 7-1262,8 14 0,-1 7 1678,3 1 0,-5 2 0,7 0 0,-12 1 0</inkml:trace>
  <inkml:trace contextRef="#ctx0" brushRef="#br0" timeOffset="9057">20801 3576 25461,'47'-8'-12,"0"0"1,0 0 0,-1 0 0,0 1 0,-1-1-340,10-2 1,0 1-1566,1 0 1,0-1-1098,0 0 0,-1 0 2390,-7 1 1,-4 0 0,12-3-1,-26 5 1</inkml:trace>
  <inkml:trace contextRef="#ctx0" brushRef="#br0" timeOffset="9374">22168 3052 19204,'0'-3'5203,"0"0"-3522,0 3-1239,-78-10-122,34 22-225,-10-7 0,0 6-679,26 11 0,4 6 612,0 2 0,2 4-14,3 3 0,2 3 2,5 2 1,3 1-3,3 2 0,5-1-9,6 1 1,6-1 0,4-2 0,6-3 2,5-2 0,4-4-11,2-4 1,3-5 21,-1-5 1,0-5 496,28 1-392,-11-21 16,-9-13 56,-12-14 0,-13-7 170,-19-5-282,-19-1-23,-25 5-471,14 22 1,-5 4 294,-6 3 1,-2 4-1257,-7 3 0,-1 3 1371,5 4 0,3 1 0,-14 2 0,26 1 0</inkml:trace>
  <inkml:trace contextRef="#ctx0" brushRef="#br0" timeOffset="12666">6227 5438 25416,'-43'-36'214,"1"0"1,0 7 0,3 15-114,-10 47-637,23-9 1,2 3 543,0 5 1,3 2-1,1 4 1,3 2-4,4 1 1,3 2-12,2-1 1,4 0-15,5-2 1,6-2-43,3-3 0,4-3-56,8-4 1,5-5 0,5-3 1,5-5 24,4-4 0,2-6 4,3-5 1,1-5-58,-2-3 0,-1-5 167,-3-4 1,-4-3-1,-4-3 1,-3-2-11,-4 0 0,-4-2 83,-3 1 1,-3-2 133,7-25 23,-10 4-5,-9 9 466,-11 10-589,-7 14 275,-8 13-354,-6 13 610,-1 9-616,0 5 87,6 2-120,9-1-12,7-1-10,8-3-7,6-1 6,5-4-5,4-4 5,1-4 28,0-5 40,-4-5-23,-4-5 0,-4-3 11,-2-2-11,-2 1 0,-3 3-6,-1 3 1,-1 1-6,-1 1-6,1 1 11,0 0-5,1 1-11,0 0 16,1 1-11,1 0 73,0 0-61,-1 0-12,0 0 0,0 2-5,0 1-12,-1 5 17,0 1-16,-1 6 33,0 3 44,0 6-60,2 0-7,1 2 23,5-1-17,4-4 29,7-3 21,6-6 18,6-5-1,7-8 6,6-11 62,3-9-51,0-10-6,-5-6 91,-8-4-35,-15-1-33,-14 1-88,-18 5-24,-16 6 0,-12 7 0,-4 4 0,4 6 0,8 6 0,9 3 0,7 8 0,7 8-293,6 11-1269,3 10-4521,13 10 6083,2-5 0,2-12 0,-4-13 0</inkml:trace>
  <inkml:trace contextRef="#ctx0" brushRef="#br0" timeOffset="13275">6989 5681 28222,'11'-40'56,"-3"20"-23,-6 67-10,-4 3 10,0 0-33,-3-5 0,0-12 51,1-12 49,2-11-21,1-15-46,1-10 8,1-12-41,3-10 0,3-9 0,4-5 0,2 0 0,3 5 0,8 5 0,-6 17 0,14 6 0,-5 15 0,12 10 0,15 14 0,-7 8-297,-2 2 297,-9 2-23,-13-6 23,0 3 0,-10-3 0,-12-5 0,-4-10 0,-9-4 296,1-12-296,-3-7 24,1-9-24,5-17 0,4 11 0,5-12 0,7 18 0,6-3 0,7 6 0,10 7 0,-2 9 0,1 5 0,0 12 0,0 16 0,2 4-282,-13-10 1,-1 0-862,15 24 124,-5-8-1947,-8-16 1,0-1 2144,9 8 0,-5-6 0,-10-13 0</inkml:trace>
  <inkml:trace contextRef="#ctx0" brushRef="#br0" timeOffset="13742">7982 5832 24570,'0'-5'2795,"1"1"-1489,-1 4-1306,12 20 0,-10 42 0,2-25 0,-1 2-508,-6 16 0,-2 0 508,0-7 0,1-4 0,0-8 0,2-1 0,0 2 0,0-2 244,-9 11-244,0-10 0,-3-15 0,6-29 0,5-4 0,2-21 0,1-7 0,0-2 0,0-4-239,0 0 0,0-2 239,0 6 0,0-3 0,0 2 0,1-4 0,-1 1 0,1-12 0,3-1 0,4 4 0,4 2 0,1 1 0,3 1 0,4-1 0,5 5-123,-2 18 1,2 6 122,23-10 0,-12 18-2,8 16 2,-18 15 0,8 15 0,-16 11 0,-10 6 0,-16 4 0,-15-3 1216,-6-11-1216,-6-16 0,-3-3 0,-7-1-144,-9-4 1,-1-3-144,8-6-4629,2-7 1,3-2 2813,18-3 0,-5-5 1,26 9-1</inkml:trace>
  <inkml:trace contextRef="#ctx0" brushRef="#br0" timeOffset="14225">8840 5600 23567,'-4'0'857,"1"0"-6624,3 0 5549,79-35-731,-35 28 0,5 1-1044,-3-6 1,5-2-1,-3 4 1993,11 8 0,-6 4 0,3-1 0,-29 3 0</inkml:trace>
  <inkml:trace contextRef="#ctx0" brushRef="#br0" timeOffset="14375">8989 5809 22419,'-57'15'1484,"0"0"1,10-4-1,6-1-823,1-3-325,25-8-207,23-9-85,21-6-44,4-1-258,10 1 1,4 1-1124,-7 5 1,1 0 827,12-3 0,-1 1 0,4 1 0,-25 6 0</inkml:trace>
  <inkml:trace contextRef="#ctx0" brushRef="#br0" timeOffset="15708">11009 5499 22314,'-19'-60'1066,"0"0"0,-1 8 0,-5 12-735,-26 26-130,-8 27-126,27 3 1,1 5-23,-2 7 1,1 5-1079,0 5 1,1 4 1046,2 4 1,4 2-21,3 1 1,4 2 48,5-1 0,5-1-51,7-3 0,6-1 0,5-4 0,4-4-3,6-4 0,5-3-8,3-5 0,3-5 25,0-5 0,2-4 577,29-3-479,-8-19 90,-12-15-1,-13-12 1,-14-6-12,-16-2-55,-15 3-40,-16 5-56,-11 8-5,-6 10-1,-4 10-27,2 15 16,1 9-61,9 13-29,10 5-632,17 5-306,24-1 1006,29-4 0,-14-14 0,9-6 0</inkml:trace>
  <inkml:trace contextRef="#ctx0" brushRef="#br0" timeOffset="16016">11466 5769 24122,'-5'0'2694,"1"0"-1568,4 0-1031,59-19-67,-17 9 25,0-2 0,2-1 143,10 1-134,-22 4 61,-2 0-50,-18 3-34,-1 1-39,-3-1-151,-4 3-107,-1 0-1220,-2-1-3306,-6-2 3936,1-1 0,0 2 0,1 0 0</inkml:trace>
  <inkml:trace contextRef="#ctx0" brushRef="#br0" timeOffset="17925">12258 5548 25091,'9'-47'405,"-1"1"0,2 2 0,4 6-304,24 4-45,8 6-22,5 12 5,1 12-11,-3 17-6,-3 12 1,-7 15-18,-6 8-10,-12 4-337,-10 3 347,-17 1 12,-13-2 28,-16-4-6,-6-8 50,-2-10 1,8-10 67,9-11 33,12-10-50,8-10 6,7-7 253,6-5-281,4-2 10,6 5-67,4 4-38,4 8-12,5 9 0,5 9-11,2 11-22,0 7 10,-4 5 35,-8 2-23,-10 2-28,-12 1 22,-20-4-100,-17-6-152,-16-9-235,-6-10-733,-2-6-1608,4-12 2834,13-3 0,17 1 0,12 2 0</inkml:trace>
  <inkml:trace contextRef="#ctx0" brushRef="#br0" timeOffset="18682">13759 5495 22285,'-2'-2'3349,"-1"1"-2167,3 1-1143,0-68-56,19 44 0,-5-14 1,5 3-35,11 27 1,4 8-45,4 0 0,2 3-37,0 2 0,0 3 31,-4 3 1,-2 3 27,12 18 56,-26 4 62,-33 3-6,-26 2-22,9-21 0,-4-1-162,-3 1 1,-1-2 214,0-1 0,2-1-12,3-1 1,4-1 20,-14 11-57,22-11 68,20-2-40,24-9-39,24-5-3,-14-2 1,3-1-12,4-2 1,1-2 10,1-1 0,-1-2-304,-3-1 0,-3-2 310,-5 0 0,-3-3 42,10-23 370,-22-7-387,-19 13 0,-6-1 6,-6-16 14,-2 14 0,-2 2 193,-6-4 67,-2-2-73,11 17-117,8 13-95,5 8 640,7 13-652,7 13 0,9 19-5,8 15-26,-12-24 1,1 2-6,3 9 0,-1-1-372,-5-12 0,-1 0 274,3 13 0,-4 0-734,-4 17-535,-9-20 1,-2 0 1380,-3-5 0,-1-3 0,-1 1 0,4-22 0</inkml:trace>
  <inkml:trace contextRef="#ctx0" brushRef="#br0" timeOffset="19282">15140 5574 20319,'-11'3'4620,"3"0"-3919,8-3-225,23-75-280,-12 50-42,6-21 0,4 2 20,3 23-46,20-3-77,-1 11-29,13 4-11,-3 16-11,-12 0 12,11 16-12,-14 4-12,-11-5 1,-1 3 0,8 20 0,-8 7 11,-24-18 5,-22 4 23,-26-7 23,-4-3-9,19-16 0,0-4 103,-10-1-44,13-8 106,8-7 68,9-8-146,3 0-51,4-1-28,7 8-38,1 5 16,12 3-23,19 14-5,8 4-264,-10-2 0,0 3 264,0-2 0,-1 2-12,1 0 1,1 2 0,-2-2 0,-1 0-62,19 18-173,-19-4-381,-22-3-583,-28-3-1283,-24-4-2423,13-12 1,-1-3 3385,-18 4 1,14-7 0,26-3 0</inkml:trace>
  <inkml:trace contextRef="#ctx0" brushRef="#br0" timeOffset="19642">15521 6147 22471,'-56'-2'614,"-1"-1"0,1 1 0,13 0-407,30 0-42,9-1-92,29-1-26,27 0-58,-15 1 0,3 0-43,8 1 1,2 0-677,6 0 1,0 1 435,3 1 0,0 1-418,-2 1 1,-2 2-983,-5 0 0,-4 3-2423,-11 0 0,-5 2 4117,6 5 0,-23-4 0,-11-5 0</inkml:trace>
  <inkml:trace contextRef="#ctx0" brushRef="#br0" timeOffset="19891">15374 6356 26911,'31'-17'773,"19"0"-670,-5 7 1,6 2-918,0 0 0,-1 0 901,-1 1 0,-2 0 240,-12 2 1,-1 0-208,6 0 1,-4 0-19,-3-1 192,5-1-294,-29 4 0,-7 2-2000,-2 1 2235,1 2 0,-1-1 1,1 1-1</inkml:trace>
  <inkml:trace contextRef="#ctx0" brushRef="#br0" timeOffset="21399">24855 5321 20862,'-3'-5'2879,"1"2"-2129,2 3-234,-66-47-152,31 34-682,-10-12 1,0 4 401,3 29 238,5 8-300,7 9 131,14 6-120,12 0 6,17-1 29,13-3 406,15-3-457,12-3 0,4-3-17,-2-2 5,-11-1 23,-16-2-5,-15 1 38,-17 1 18,-17 4-6,-21 4-57,13-10 1,-1 0-170,-4 1 0,0 1 164,0-1 0,0 0 0,2 0 1,2-1-1,-17 13 45,16-4-28,16-3-17,18-1 23,15-3-18,16-1-16,13-2-16,7-1 10,1 1 23,-7 2-17,-8 2 317,-15 3-322,-14 2-23,-23 6 33,-20 4 18,-20 5-396,21-16 1,0 0 369,-1 0 0,0 0 6,4 0 0,1 1-81,-16 18 72,16-7-11,12 0-16,16-2-191,14 3-1340,19 6 1564,-6-15 0,0-2 0,5 4 0,3-1 0</inkml:trace>
  <inkml:trace contextRef="#ctx0" brushRef="#br0" timeOffset="22532">25534 11426 23091,'59'-17'130,"0"-1"1,-11 3 0,-4 4-41,16 9-12,-15 3-10,-10 1 100,-12 3 28,-32 4-112,-6-1 61,-24 7 51,-19 7-140,26-10 0,0 0-141,-6 4 1,1-1 219,-19 12-63,13-1-32,15-6 55,9 9-28,13-9 6,1 9-40,9-8 29,8 0-34,3-6 332,12 2-310,10 0-44,2 0 16,6 1-22,-15-3 6,-11-4-6,-10 3-6,-18 4 40,-11 1 0,-17 5-23,-9-4 28,7-6 11,-15 6-38,24-7-1,-6 6-39,21-3 33,8 4-5,5 4 12,6 8 10,5 7-67,9 4 17,9 4-217,8-2 250,2-2 12,-6-6-39,-11-11 44,-10-4-11,-23-9-454,-7-2-2861,-20-4 3304,3-6 0,11-1 0,11 0 0</inkml:trace>
  <inkml:trace contextRef="#ctx0" brushRef="#br0" timeOffset="25542">9692 3754 24144,'-10'8'532,"18"-2"-470,44-10-34,8-3-17,0-2 0,-15 2 6,-3 1 5,-28 4 6,-6 2-22,-27 6 5,-18 5 0,-19 6-339,22-7 0,0 1 342,-3 0 0,0 0 0,2 0 0,1 0 25,-23 9 6,16-4-28,18-4-6,14-5 34,14-2-6,12-3 662,15-2-684,11-5 17,9-5-1,1-5 1,-3-2 50,-9 1 112,-13 2 17,-15 5-123,-15 3-40,-16 3-5,-18 2 0,-17 6-6,21-1 0,1 0 11,-1 1 1,0 1 50,-19 6-34,18-5-33,17-2-1,11-3 29,11-2-12,9 0-27,13-1-35,12-2-268,11-3-1400,9-2 1345,-26 3 1,-1 1 0,4-1 0,-5 1 0</inkml:trace>
  <inkml:trace contextRef="#ctx0" brushRef="#br0" timeOffset="27082">24548 7383 21192,'-6'-5'3019,"2"2"-2565,4 3-185,-3-68-68,25 41-139,-10-13 0,5 4 61,39 21 1,1 8-454,-2 4 425,-5 9-33,-4 7 70,-5 9-121,-3 10 1,-9 5 10,-8 4 17,-11 1 12,-18-2-1,-12-4-16,-14-6 38,-7-7 338,3-7-247,5-7 117,10-5 0,9-3-62,9-5-78,5-1-78,5-5-1,7 2-16,6 1 22,18 8-55,-12 2 10,24 20-16,-19 3-1,12 18-16,-6 0-28,-2 4 39,-8 0-34,-9-3-95,-30-1-67,-13-14 34,-12-8-286,-10-14-263,10-11-595,-7-8-3118,7-14 4424,14-4 0,11 7 0,9 7 0</inkml:trace>
  <inkml:trace contextRef="#ctx0" brushRef="#br0" timeOffset="27332">25575 7332 22722,'-6'1'2587,"0"0"-1886,6-1-225,0 0-448,77-45-562,-41 32 422,0-2 0,8-3 0,-4 5-801,-5 10 1,0 4-1242,10-1 1,1 2 1538,-5 0 0,-3 1 0,11 1 0,-23 0 0</inkml:trace>
  <inkml:trace contextRef="#ctx0" brushRef="#br0" timeOffset="27515">25789 7539 26648,'51'-19'-1276,"0"-1"0,-1 0 0,-1 1 0,-1 2 0,-5 3 1276,-7 8 0,-4 2 0,10-2 0,-17 3 0</inkml:trace>
  <inkml:trace contextRef="#ctx0" brushRef="#br0" timeOffset="28058">26859 7262 11402,'4'0'9830,"0"0"-4263,-4 0-5040,55-65-147,-41 45-316,18-16 1,-10 5 70,-28 27 27,-18 11-112,-10 7 6,-15 13 6,-1 10-45,11-2-1,16-11 1,3 2 11,-4 33-17,15-29 1,4 2-130,7 4 1,7-2 117,5-6 0,6-2 22,4-3 1,3-3 10,18 7 40,-13-17 0,-1-7-39,9-12-34,13-13 0,-22-19 0,-11-12 0,-10 6 0,-7 16 0,-3-2 0,-2 0 0,-1 0 0,0 0 0,1 1 0,-2-2 0,-1 1 0,-4-7 0,1 15-510,-18 3-2582,-6 15 3092,-12 1 0,15 6 0,11 2 0</inkml:trace>
  <inkml:trace contextRef="#ctx0" brushRef="#br0" timeOffset="31208">6115 8153 22722,'1'-45'952,"1"-1"0,-3 5 0,-3 8-761,-12 17 106,-9 5-96,-2 10-66,-18 19-113,2 10-1030,16-4 1,2 2 996,-8 16 248,14-15 0,1 3-248,4 0 0,2 1 13,1-1 1,3 0 14,1 3 0,5-2-17,14 11-6,14-12-5,3-12-11,22-9-1,3-14-100,-17-1 0,2-3 148,9-8 0,0-3 277,-7 0 0,-2-1-291,-1 1 1,-3-1 13,-6 0 0,-2-2 82,12-17 66,-6 3 23,-10 4-61,-17 21 147,-6 6-248,-9 14 949,-4 8-966,-7 16-17,3 10 5,6 7 53,6-10-98,22 15 24,8-22-12,23 6-317,7-21 357,8-11 38,-2-15-16,-17-1 9,3-26-9,-26 3 67,3-20 33,-18 4 17,-13 0-78,-3 10 67,-13-5 17,-11 8-95,-2 4-40,-1 8 0,-3 19-27,19 9-29,-21 23-5,20 5-90,-4 21-252,14 1-418,15 2-988,17-1 168,-2-29 1,5-1 1291,10-1 1,1-3 0,5 3 0,3-6 0</inkml:trace>
  <inkml:trace contextRef="#ctx0" brushRef="#br0" timeOffset="31774">7081 8274 20056,'1'-6'4710,"-1"1"-3825,0 5-207,9-63-264,-6 45-344,2-20 0,-1 12 42,-3 27-84,-2 25 0,-1 3-39,-1 20 39,-2-6 39,1-2-61,1-11 22,1-2 67,1-15 101,0-2-39,1-13-96,2-10-16,1-11 0,5-7 39,2-6 28,4-4-39,4-1 0,2 2-29,3 3-38,5 7 5,5 6-22,6 9 17,2 7 16,2 12-16,-3 9 33,-4 11-39,-8 8-34,-9 3 34,-10 1-17,-7-1 17,-9-4 28,-5-5 17,-3-10 39,2-7-56,4-12-5,3-10 33,2-11-23,4-13 12,8-8-17,6-3 6,7 3-6,7 6-12,2 10 25,2 9-41,4 9 0,3 6-24,4 8-93,1 6-203,-3 12-570,-9 13-40,-13-1 930,-11 2 0,-4-1 0,0-11 0,-1 22 0</inkml:trace>
  <inkml:trace contextRef="#ctx0" brushRef="#br0" timeOffset="32299">7998 8231 23993,'4'-6'2969,"0"2"-2544,-4 4 146,0 0-347,63 30-28,-40 17-944,15-7 0,0 6 784,-24 3 1,-5 3-37,5 3 0,1 1 8,1 2 1,0 1 7,0 0 1,0 0-12,-1-3 1,-1-1-14,-1-5 0,0-2 173,-1-7 0,-1-3-143,8 18-11,-7-23-11,-4-20 23,-11-23-29,-8-20 0,-8-24 362,7 18 1,-1-2-366,-1-6 1,1-3-479,-1-4 0,2-1 487,0-3 0,1 0-6,2-1 1,1 1-9,2 0 0,2 0-9,3 3 1,1 0-315,5 0 0,2 2 325,4 1 1,4 3 11,2 2 0,4 2 14,1 7 0,1 2-28,1 7 1,0 3 2,19-5 447,-5 17-487,-7 18 993,-6 17-970,-7 17 6,-7 12 821,-14 4-799,-16 0-16,-16-8-131,11-26 0,-3-2 136,-2-3 0,-3-2 8,-1-3 0,-2-2-3,0-3 1,0-2-91,1-2 1,1-4-732,-23-10-1223,13-12 1230,16-15 1,14 15-1,8-1 1</inkml:trace>
  <inkml:trace contextRef="#ctx0" brushRef="#br0" timeOffset="32549">9043 7979 27527,'14'-42'11,"1"0"0,2 3 1,6 8-483,36 13-663,-20 11 1,3 2-1200,5 1 0,0 2 1573,-4 1 1,-2 1-1,11 1 1,-26 0-1</inkml:trace>
  <inkml:trace contextRef="#ctx0" brushRef="#br0" timeOffset="32709">9227 8248 22414,'-5'2'4010,"2"-1"-3170,3-1-1428,66-51-31,-31 37 1,0 0 0,6-15 0,-2 2 0,14 12 0</inkml:trace>
  <inkml:trace contextRef="#ctx0" brushRef="#br0" timeOffset="34225">11096 7404 23478,'0'-49'788,"1"-1"0,-2 3 0,-5 11-413,-13 27-78,-26 19-73,-6 20-2290,13-2 0,1 3 2091,8-3 0,0 1 0,-7 12 1,0 5 72,3 6 1,3 3-92,10-18 1,1 2-1,1 0-3,1 4 0,1 2 0,5-2 1,3 6 1,6-3-12,3-12 1,5-3 366,7 0 0,5-4-361,26 3-3,-13-15 0,2-5 25,9-6 1,0-6 10,-8-4 1,-1-5 22,3-5 0,-4-3 6,1-13 72,-7-16 62,-18-8-39,-9-1-23,-15-4-50,-15 25-44,1 16 38,-31 10-28,13 16-30,13 1 0,-1 3-18,7 4 1,3 3 0,0 3 0,3 1-3,-11 17-45,16-8 0,3 1-218,5 13-739,12 15-1351,30-19-779,-2-24 0,4-4 3132,1-3 0,-1-1 0,16-1 0,-19-6 0</inkml:trace>
  <inkml:trace contextRef="#ctx0" brushRef="#br0" timeOffset="34515">11443 7713 22071,'-8'0'3832,"2"-1"-3109,6 1-231,0 0-430,31-27-28,9 18-15,-7-7 1,3 2 2,-3 10 1,1 2 16,26-4 22,-7-2 29,-10-2 5,-9-1-33,-7 0-68,-8 2-44,-6 3-2353,-3-2 2403,-5 2 0,-1 1 0,-3 2 0</inkml:trace>
  <inkml:trace contextRef="#ctx0" brushRef="#br0" timeOffset="35758">12614 7469 26592,'5'-15'330,"-5"8"-206,-10 23-7,-6 2 1,-7 2-17,-2-2 39,-2-3 44,3-6 24,5-6-18,6-7-84,4-7-10,5-8-1,2-9-45,7-5 1,4 0-29,7 3-22,2 8 17,5 9-17,0 8 0,4 11-23,0 10-5,1 13 17,-3 8-6,-3 8 17,-10 3 12,-12 7-24,-21 4-386,2-25 1,-6-1 377,-7 4 1,-4-1-435,-4 0 1,-2-2 458,2-3 1,-1-4 5,5-7 1,2-4 44,-16-1 5,19-22-10,17-11-12,12-10 694,11-3-727,6 4 964,7 10-970,0 11 0,1 17-13,2 15 13,1 16-33,4 9-63,-14-24 1,2 0-415,4 1 1,3-1-1226,5 2 0,5-1 1735,11 2 0,0-3 0,7 5 0,1-6 0</inkml:trace>
  <inkml:trace contextRef="#ctx0" brushRef="#br0" timeOffset="36258">13480 7516 24642,'49'-21'-277,"0"1"0,0 0 1,6 1-1,2 2 0,-5 6-963,-2 7 0,-1 4 358,11 3 1,-5 0 0,-5 0 0,-15 4 0</inkml:trace>
  <inkml:trace contextRef="#ctx0" brushRef="#br0" timeOffset="36632">13662 7756 25612,'52'-12'151,"8"-6"-151,-26 6 0,1-2-584,8-4 1,-2-1 574,-9 4 1,-2-2-3,5-4 0,-3-3-3,-4-4 0,-6-3 31,4-22 56,-18-7 282,-13 22-182,-11-3 301,-1 12 41,-8-10-196,7 13-33,1 2 398,11 15-589,2 5-15,3 6-69,5 8 17,6 11-17,10 14-11,0-1 23,13 18-18,-1-2-39,-9-9 1,0 3-387,-7-6 1,-3 0 38,-2 8 0,-5-2-419,-11 12-1783,-8-22 1,-4-2 2582,-13 9 0,4-7 0,9-16 0</inkml:trace>
  <inkml:trace contextRef="#ctx0" brushRef="#br0" timeOffset="37242">15249 7456 23892,'11'-42'773,"0"0"0,0 0 0,4-12 0,-2 7-297,-2 6-308,-6 22-11,-2 10-62,-3 15 6,-2 12-17,-3 19-23,-6 17-39,5-20 1,-2 1-939,0 4 0,1-2 944,-5 25-9,7-13 1,1-2 14,1-7-15,2-3 1,4-4 53,5-15-6,3-5 119,17-17-186,-1-14 0,19-16 0,-12 2 0,-7 5 0,-1 1 0,-2-1 933,0 3 0,-2 2-933,-8 10 0,3 1 0,-13 25 0,-2 19 0,-2 20 0,-2-18 0,-1 2-468,1 6 1,-1 2 467,-2 4 0,0 2 0,0 4 0,2 1-879,0 4 1,1 1 878,2-14 0,1 1 0,0-5 0,-1-4 0,0-3 0,2-1 0,-1 0 0</inkml:trace>
  <inkml:trace contextRef="#ctx0" brushRef="#br0" timeOffset="40999">25189 8959 20369,'-2'3'2734,"0"-1"-735,2-2-1742,6 23-60,-1-10-18,3 18 40,-5-16 27,-6-2-56,-4-1 6,-8-3-50,-6-4-40,-6-3 18,-3-7-7,-1-7 62,5-10-22,5-8-78,10-9-7,6-7-16,12-2-16,6 3-1,10 8-34,4 12 1,2 10-17,2 9 22,2 7 23,0 12-40,1 11 6,-5 14-11,-6 12-12,-11 8 31,-14-25 1,-6 1-370,-5 1 0,-7 0 369,-9 2 1,-5-1-702,-9 2 1,-4-1 683,-4-1 1,-3-1 22,2-3 0,0-2 2,5-6 1,2-3-6,10-7 1,3-3 55,-11-4 17,20-15-28,15-10-28,14-9 668,12-3-651,11 0-17,10 6-6,5 7 6,6 8-28,7 12 630,-25 2 1,1 3-654,2 4 1,1 1-318,1 3 1,0 1-14,1 1 1,0 2-615,-2 0 1,1 0 966,4 3 0,-3-2 0,4 2 0,-4-3 0</inkml:trace>
  <inkml:trace contextRef="#ctx0" brushRef="#br0" timeOffset="41242">25810 9042 21887,'-1'-5'3299,"0"0"-2991,5-56-201,22 35-105,-16-9 1,4 3-901,47 18 758,1 10-286,-21 4 1,3 0 176,1 3 0,0 2-695,3 4 0,-3 2-697,13 6-4644,-7 13 6285,-40-12 0,-3-2 0,-7-8 0</inkml:trace>
  <inkml:trace contextRef="#ctx0" brushRef="#br0" timeOffset="41425">25914 9227 17759,'-5'2'7001,"1"0"-4519,4-2-2348,26-14-78,6 3-28,14-10-611,13 6 476,-5 3-266,-19 5 1,2 1-3742,5 0 0,0 0 4114,20-2 0,-14 2 0,-30 4 0</inkml:trace>
  <inkml:trace contextRef="#ctx0" brushRef="#br0" timeOffset="41891">26823 9196 23336,'17'-57'646,"0"0"0,1-1 1,-3 8-1,0 2 1,-2 2-504,0-2 0,-1 3 99,-1 6 1,-1 2 272,6-15-291,-1 10-139,-6 15-40,-6 21-28,-3 10 11,0 13 12,0 31-24,0-7-10,-1 6 0,-1 3-1221,1-16 0,-2-1 1221,1 7 0,-1 1-12,-1-2 0,-1 0-277,1-2 1,0-1-315,-1 1 1,-1-1-4320,1 1 1,-1-4 4226,-1 2 0,3-16 0,3-15 0</inkml:trace>
  <inkml:trace contextRef="#ctx0" brushRef="#br0" timeOffset="45465">6542 10543 24693,'-8'-39'521,"0"0"0,-10-16-454,4 64 34,-13 23-28,5-5 0,-2 4-54,-6 10 1,-1 2-555,4-6 0,1 1 535,-2 7 0,5-3 237,6-1-290,10-5 0,5 0-20,20 3 23,21 8 36,-10-36 0,5-7-298,4-4 0,2-5 328,3-3 1,-1-3-14,-8 0 0,-1-3 22,5-3 0,0-4 20,-5-2 0,-1-3 2,0 1 1,-1-2 36,-1-3 0,-3-1 185,6-13 129,-14 8 33,-9 12 574,-7 11-910,-6 7-95,-3 10-23,-7 10 699,-6 13-687,-1 11-39,5 4 10,9-1 1,15-7 17,10-8 11,4-11-40,27-11 51,-7-15 19,-12 2 1,1-3 53,18-21-11,-7-6-23,-15 6 112,-10-20-50,-14 17-6,-10-18-44,-11 16-7,-9 5 7,-5 8-18,1 9-21,2 8-24,2 10 1,5 10-11,2 10-62,3 10-101,6 5-224,5 3-470,14 0-151,11-3-85,21-4 473,-13-18 1,3-4-23,4-2 0,1-3 442,2-3 1,0-3 241,-3-4 0,-1-3 462,22-15 321,-14-8 177,-12-4-79,-8-1-172,-7 1-158,-2 5-173,-5 4 274,-2 7-442,-2 8-103,-2 5-139,-2 4-49,0 6 83,1 7-11,2 13 1,-1 11-7,1 9-27,-3 4 50,-1 1-6,-2-6-16,1-11 55,0-14 74,2-11 10,3-13-94,2-10-6,4-12 27,3-12-60,3-7 16,1-5 44,3 0-66,4 3-28,5 4 38,7 7 18,6 8-12,4 12-44,3 10-17,-3 16 33,-3 10 1,-10 14 5,-8 5-12,-12 4 1,-6-4 0,-9-2 0,0-7 44,-4-9 29,3-8 0,2-10-18,1-11-32,1-11 16,1-12-6,4-7-5,4-3 50,5 3-33,3 7-29,2 8-5,1 9-11,2 8-6,2 10-50,3 9-51,4 10-190,3 13-498,1 10-85,-17-19 1,-1 3-2327,0 2 0,0 1 3217,10 24 0,-12-20 0,-6-16 0</inkml:trace>
  <inkml:trace contextRef="#ctx0" brushRef="#br0" timeOffset="45966">8650 11030 24895,'2'-5'2341,"0"1"-1591,-2 4-682,47-40-18,-33 48-28,33-19-10,-49 64-1,-2-22 0,-3 1-6,-3 3 1,-2 0-227,-2 1 1,-2-1 228,0 0 0,-1-2-13,-13 22-1,5-17 1,9-19-7,7-14 24,5-17-1,2-14 17,0-18 17,2-17-237,0 22 1,0-1 213,-1-7 1,2-3-7,0-4 1,2-3-683,1-4 1,2-1 661,0 18 1,1 0-1,1 0 7,1-1 1,1 1 0,1 0 11,1 2 0,0 0 0,1 1-7,6-13 1,2 3-195,-2 10 1,1 5 213,17-14-135,-1 24 107,-2 17 660,0 19-683,1 17 1,0 21 452,-19-17 0,-1 1-436,-2 3 0,-2 2-5,-3-1 0,-3-1 0,-5-2 0,-5-1 401,-15 24-396,-19-12-38,-11-12-285,-9-14 27,0-10-673,4-16-2397,13-10 3372,17-8 0,14 7 0,9 7 0</inkml:trace>
  <inkml:trace contextRef="#ctx0" brushRef="#br0" timeOffset="46199">9306 10374 26480,'50'-23'-1297,"-1"1"1,1-1 0,-4 1 0,-1 2 0,-2 8 1296,1 13 0,-4 5 0,5-4 0,-10 6 0</inkml:trace>
  <inkml:trace contextRef="#ctx0" brushRef="#br0" timeOffset="46341">9536 10572 25814,'-39'16'662,"-1"0"1,2 0 0,15-7-647,37-19-156,1 1-1232,38-15 1372,-19 11 0,-1 2 0,11-5 0,4 1 0</inkml:trace>
  <inkml:trace contextRef="#ctx0" brushRef="#br0" timeOffset="47341">11194 10065 21944,'-22'-54'1000,"1"-1"1,4 9 0,0 9-536,-6 22-76,1 12-333,-2 11 16,-11 18 1,-3 24-398,5 0 344,10-12 1,0 5-9,3 4 0,3 1-351,0 2 0,2 2 345,2 5 1,4-1-9,9-14 0,5-3-6,3-4 1,3-3 47,13 12-28,1-20 0,3-4 51,11-4 106,17 2 84,-16-26 259,-9-13-253,-7-14-12,-11-9-28,-9-4-61,-13-1-39,-10 4 823,-9 7-880,-4 11-44,-1 12-6,-1 12-11,9 6-61,-9 18-1,16 3-117,-3 16-454,15 0-1047,20 0-3305,19-6 4985,12-8 0,-11-13 0,-11-7 0</inkml:trace>
  <inkml:trace contextRef="#ctx0" brushRef="#br0" timeOffset="47608">11691 10220 27606,'-2'-37'100,"22"5"-106,17 23 1,10 4-587,-4-2 0,0 0 603,-2-1 0,-3 0-3,-4 0 1,-1 0 375,17-8-580,-11 2-1006,-10 0 1202,-7-1 0,-10 8 0,-5-1 0</inkml:trace>
  <inkml:trace contextRef="#ctx0" brushRef="#br0" timeOffset="48725">12790 10093 21264,'31'-51'1520,"1"0"0,-3 3 0,-5 4-831,-2-8-146,-8 9-17,-7 12-235,-3 13-94,-3 10-164,-1 6 23,-7 25-33,-5 11-18,1-2 1,-1 3-102,-1 3 1,-1 1 98,1 2 0,0 1 16,1 0 1,3 0-9,1-3 0,3-1-19,3-4 0,3-1 2,10 19 28,9-18 23,9-18 17,7-24-1,7-16-30,-18 3 0,0-1-227,1-3 1,0-1 212,-1-1 1,-1 0-18,-2 2 0,-2 1 0,11-17 0,-10 13 246,-10 13-246,-7 12 0,-3 17 0,-2 13 482,-3 16-482,-1 7 0,0 3 0,2-2-175,9-3-2642,17 4-275,-1-19 2744,16 1 0,-25-26 1,1-2-1</inkml:trace>
  <inkml:trace contextRef="#ctx0" brushRef="#br0" timeOffset="48915">13794 9932 24335,'-2'-5'2285,"0"1"-2285,2 4-823,69-58-3295,-10 42 1631,-20-3 0,5-4 0,-2 7 1857,0 14 1,-3 5 0,13-2 0,-24 1 0</inkml:trace>
  <inkml:trace contextRef="#ctx0" brushRef="#br0" timeOffset="49308">13995 10158 27818,'39'-26'-95,"1"0"0,-9 4 0,0 3 53,4 5 0,-1 1-31,18-10 25,-19 3 1,-1-2 64,10-20-1,-12-12-16,-22 15 12,-17-13 32,-9 9-2108,0 12 0,-2 2 2131,-8-9 577,-9-4-543,25 31 100,-4-3-49,13 11-52,0 2-55,2 8 3160,2 8-3194,3 4 661,8 15-666,8 2 2,-2-5 0,1 3-8,-1-4 0,-1 1-224,4 6 0,-1 1 120,-7-4 0,-2-1-265,3 18-1860,-15 9 1415,-18-12 1,8-14-1,-7-6 1</inkml:trace>
  <inkml:trace contextRef="#ctx0" brushRef="#br0" timeOffset="49741">15281 9757 26382,'-7'-44'364,"1"0"0,0 1 0,0-12 0,6 6-302,25-8-23,15 23-17,-1 13-603,18 8 592,-5 16 3,-15 10 0,0 6-26,-8 1 1,-3 5-969,0 12 1,-6 2 984,-3 21 1,-16-22 0,-6 1 187,-5-8 0,-4 0-191,-15 15 1,-6 1 11,2-9 0,-3-1-912,-8 4 1,1-4 897,14-14 0,1-2-3,1-1 0,2-2 204,2 1-95,7-3 1302,28-10-1336,28-9-52,-6 0 0,1-1-66,-2 0 1,2-1 28,4-2 0,5 0 0,-1 0 127,5-1 1,2 0-1540,-2 1 1,3-1 0,-3 1 952,7 0 1,-5 0-1,-15 3 1,-5 0 0,5 0-1</inkml:trace>
  <inkml:trace contextRef="#ctx0" brushRef="#br0" timeOffset="50325">15226 10267 27533,'25'-10'397,"11"-1"-380,-2 3 0,3 0-634,2 1 0,2 1 600,1 0 0,0 2 17,1 0 0,0 2-20,-4 0 1,-1 1 152,-4 1 1,-4 1-414,14 3 19,-21 2-287,-24 2 49,-25 4 135,-25 2 215,15-6 1,-2 1-54,-5 1 1,-2 1 203,-4 0 1,0 1 70,1 0 0,1 0 45,3 0 0,1 0 41,8-2 1,3 0 148,-13 6 157,23-5 179,21-6-151,20-5-169,22-6-212,-11 1 0,4 0-799,6-3 0,1-1 734,-5 1 1,1 1 6,19-5 0,2 0-355,-19 4 0,0 0 301,15-2 0,-2 0-4,-17 3 1,-3 0 3,15-1 0,-19 2 0,-15 3 2218,-8 2-3596,-6 1 1574,-6 0 1,5 0 0,-5 0-1</inkml:trace>
  <inkml:trace contextRef="#ctx0" brushRef="#br0" timeOffset="62098">27438 2134 19288,'7'-50'1013,"0"-1"1,0 0 0,-1 6 0,0 0 0,0 3-563,0-6 0,0 6 132,2-19-303,-5 29-208,-1 19-21,-3 19 33,-5 16 11,-2 21 11,-4 16-84,5-23 1,0 1-250,1 3 1,0 0 234,1 0 1,1 0-15,2-2 1,0-3 27,0 26 40,3-18 229,0-18 168,1-15-207,-1-19-140,0-15-33,2-18-46,2-14-11,0 23 1,0 1 458,3-23-445,1 14 1,0 1 13,4-8-22,3-10-17,-8 33-27,-5 17-1,-3 11 11,-3 25-16,-3 10 16,0-7 1,0 2-227,-2 0 0,1 0-40,-1 3 1,1 1-519,2 0 1,2 1-1883,2 2 0,2 0 2097,2-4 0,2-3 1,2 10-1,0-19 1</inkml:trace>
  <inkml:trace contextRef="#ctx0" brushRef="#br0" timeOffset="62299">28070 2299 25203,'1'-3'2240,"0"0"-2016,-1 3-229,-4 42-359,-9 3-1252,2-1 0,-4 3 1099,0-9 1,-2-4 0,-6 14 0,8-20 0</inkml:trace>
  <inkml:trace contextRef="#ctx0" brushRef="#br0" timeOffset="66615">28762 2074 23020,'7'-42'406,"-1"0"0,1 0 1,0-11-1,2 7-109,19-9-191,0 18 632,9-3-693,11 13-29,-6 15-27,8 17 6,-18 6-23,4 23 16,-14 9 26,-10-14 0,-5 4-25,-9 10 0,-8 1-416,-3-5 1,-5-1 423,-2-1 0,-4-2 39,-6-2 1,-1-4-4,5-6 1,0-1 140,-4 3 1,1-1-153,-20 16-33,23-18 391,10-7-285,19-12-33,20-2-107,14-3 14,-7 0 1,3-1-500,4-1 1,-1 0 193,25-4-570,-24 4 0,-1 0-7008,14-3 7914,-1 0 0,-23 2 0,-15 3 0</inkml:trace>
  <inkml:trace contextRef="#ctx0" brushRef="#br0" timeOffset="67148">26905 1623 23623,'19'-44'648,"0"0"0,0 5 0,-9 9-480,-14 22-134,-7 5-1,-11 4-5,0 2 56,-34 8-33,4 0-385,12-2 1,-2 0 355,3-2 1,1 0 7,-3 0 1,2-1-206,1-1 1,1-1 269,-25 0 62,18-7-12,16-5-33,14-8-11,9-4-84,4 4 674,6-5-679,2 14 413,4 2-447,1 20 50,-3 18 21,-11 9 0,-4 16 0,-2 4 0,1-8-44,3-10 1,0-3 0,-1 4-376,-1 3 1,-1 7-1,-1 2 1,2-3-1,1-7 359,1 15 0,3-8 22,2-12 0,4 1-583,13 13 0,7-2 4,2-19 0,5-2-1305,0-3 0,5 2 1,0-5 1455,14 0 1,-2-5 0,-12-7 0,-4-3-1,10-1 1</inkml:trace>
  <inkml:trace contextRef="#ctx0" brushRef="#br0" timeOffset="67698">29962 1718 25573,'44'-43'57,"1"-1"1,-1 4 0,2 11-38,-6 22 0,1 8-329,-2-1 1,-1 2 314,-3 1 0,-3 1 10,19 10 179,-13 4-183,-14 4 157,-10 4-130,-9 7 12,-10 9-1,-6 8-39,2-19 0,0 2-5,-1 3 0,1 1-383,0 5 0,2 1 380,1 2 0,1 2 5,2 1 1,1 1-7,5 1 1,1-1-3,1-2 0,-1-1 6,2-4 0,-1-1 93,-5-7 1,-5-3-100,-20 18-56,-26-17-59,16-23 1,-3-3-471,-6-4 0,-1-3-908,-1-4 1,0-3 1013,6 1 0,3-2 1,-9-4-1,23 5 1</inkml:trace>
  <inkml:trace contextRef="#ctx0" brushRef="#br0" timeOffset="68098">26487 2976 22341,'-47'2'56,"0"-1"0,0 1 0,-7-1 0,12 2 1210,26 3-1104,45-4-914,11-1 1,12-2-1,2 0 785,6 0 1,2-2 0,5 1-471,-14 0 1,4 0-1,2 1 1,2-1-1,0 0 443,-3 1 1,1-1 0,2 1 0,0 0-1,1 0 1,1 0-113,-4 0 1,0 0 0,1 0 0,1 0 0,0 1 0,1 0 0,0 0 103,-4 0 1,0 0-1,0 1 1,1 0 0,1 0-1,-1 0 1,1 0 0,-1 0-147,3 1 1,-1-1 0,1 1 0,1-1 0,-1 1 0,0 0 0,1 0 0,-1 1 144,0-1 0,1 1 0,0 0 0,-1 1 1,1-1-1,-1 1 0,1-1 0,-2 1-65,-1 0 0,0 0 1,0 0-1,0 1 0,-1-1 1,0 1-1,-1-1 0,0 1 56,3 0 1,1 0 0,-2 1 0,0-1 0,0 1 0,-2-1-1,-1 1-77,3 0 0,-1 0 1,-1 0-1,-2 0 1,-1 0-1,-2 0-523,13 1 0,-2 0 1,-3 1-1,-5-2-1086,-2 1 0,-5 0 0,-6-1 1698,-5 0 0,-9-1 0,-10 1 0,-20-5 0</inkml:trace>
  <inkml:trace contextRef="#ctx0" brushRef="#br0" timeOffset="68425">26404 3519 22009,'-55'12'912,"1"0"1,7-1 0,20-3-229,53-8-469,9-3 1,8-1-115,-2 0 0,6 0 0,2 0-1025,-2 0 0,3 0 0,2 1 0,1-1 965,-2 1 1,1 1-1,2-1 1,2 1 0,0 0-15,-3 0 0,1 1 0,1-1 0,0 1 0,2 0 0,0 1-222,-5-1 1,2 1 0,0 0 0,1 1 0,0-1 0,0 1 0,1 0 206,2 0 0,0 0 0,1 1 0,0-1 0,0 1 0,0 0 0,1 0-218,-1 0 0,0 0 1,1 1-1,-1 0 1,1 0-1,-1 0 1,-1 0 227,-1 0 0,-1 0 1,0 0-1,0 0 1,0 0-1,-1 0 1,-1 0-135,3 1 1,1-1 0,-2 0 0,0 0 0,-1 0 0,-2 0 132,2-1 0,0 1 1,-2 0-1,-1-1 0,-3 0 25,17 0 1,-4 0 0,-4-1 85,2 0 0,-8 0 1191,4-1-1183,-35-1 1437,-16 1-2450,-9 0 873,-13 4 0,9-3 0,-8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10:13:36.0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4053 2839 22996,'0'-8'3176,"0"1"-2829,-4-24 0,-1-5 107,1 12-323,-2-15 1,1 5-53,3 26-63,0 9 29,3 11 6,2 14-18,2 16-16,1 10 0,1 5 0,-4-2-23,0-5 12,-3-8 16,-2-11 51,-1-10 134,1-11 6,-1-8-124,3-14-38,0-11 22,0-13-12,8-12-37,6-10-708,-3 26 1,2 1 683,10-19-47,-4 20 0,1 2 47,6 2 0,15-3 0,-7 21 0,5 12 0,6 10 0,1 11 0,-1 11 0,-5 8 0,-7 5-124,-8 2 1056,-9 1-1626,-7-4-141,-4-5 104,2-9 108,2-14 304,6-13 235,7-18 151,4-12 73,4-14 90,0-8 90,-2-3 117,-2 1 27,-5 3-49,-4 9-62,-4 10-157,-5 9-152,-4 9-32,-1 7-12,1 9 5,2 10-10,2 13-7,4 9 18,0 3-17,6 0 0,6-5-40,8-6 29,7-11 61,0-10 0,-2-14 17,-5-13 6,-5-12 11,-5-8 61,-6-6-28,-4-6-27,-4-3-29,-2 1-44,-1 4 5,-1 8-5,-1 17-90,-1 7-510,-1 12-201,0 20-455,3 2-822,4 18-2767,5-3 4839,3-7 0,-5-10 0,-3-9 0</inkml:trace>
  <inkml:trace contextRef="#ctx0" brushRef="#br0" timeOffset="774">5422 2775 27471,'18'-59'252,"-1"30"-168,-10 63-50,-1 3 5,0 5-28,-2-8-16,0 7-1,-2-5 34,-1-7 6,-1-12 33,0-7-6,0-16-16,-1-8 0,-1-24-34,0-5 23,0-17-17,4 17 22,3-7 0,5 19-17,10-7-16,3 17 5,8 7-16,-7 12-1,9 8 6,-7 6 0,7 10-22,0 17 16,-11-2 6,-4 2 6,-12-2-6,-5-8-6,-3 4 17,-2-7 34,-1-10 5,2-9-27,1-9-1,3-8 1,7-15-7,1-2 1,9-9 0,-1 8-17,-2 9 11,2 0-16,-3 9-7,2 1 12,6 10 12,-2 9-7,2 1 1,4 10-6,-2-4-6,12 7 1,-4-7 10,2-3-5,-13-9 17,4-6 56,-2-16-27,-1-7-46,0-20 0,-7-4 0,-4-5 0,-4 11 0,-1-15 0,-4 25 0,0-9 0,-1 21 0,-1 10 0,0 6 0,5 10 0,4 7 0,8 13 0,3 9 0,2 7 0,-4-6 0,-4-6 0,-2 0 0,4 16 0,-6-15 0,-2 2 0,-6 17-1491,-16-10-789,-2-13 1432,-9-7 0,14-14 0,1-1 0</inkml:trace>
  <inkml:trace contextRef="#ctx0" brushRef="#br0" timeOffset="1016">6754 2562 25130,'-5'0'2627,"1"0"-2386,4 0-589,61-20-721,-7 15 131,-9-6 1,1 1-1088,-3 11 0,0 3 2025,-5-1 0,-2 2 0,16 1 0,-8 1 0</inkml:trace>
  <inkml:trace contextRef="#ctx0" brushRef="#br0" timeOffset="1190">7009 2851 28479,'10'-11'-5684,"14"2"-4147,38 7 8607,-14 1 0,-12 1 1,-26 0-1</inkml:trace>
  <inkml:trace contextRef="#ctx0" brushRef="#br0" timeOffset="1740">8946 2320 26670,'-31'-41'256,"0"0"0,2 4 0,-1 8-167,-7 20-61,-7 4-17,-4 5-5,-9 7 5,26 0 0,-1 1-236,-1 4 0,0 1 208,1 2 0,1 1 20,2 1 0,3 0 2,-11 9 137,9 5-114,19-6-6,0 1 124,12 18 16,3-5-73,-2-9 1,1 3-213,0-1 1,0 0 194,-1 4 1,0 0-26,-1 2 1,-1-1-17,1 0 0,0-1-20,0-4 1,1 0 321,6 23-333,7-13-18,9-10-88,13-13-398,20-11-699,-20-9 0,4-4 1203,14-2 0,-1-2 0,-23 3 0,-1 0 0,-1 0 0,1-1 0</inkml:trace>
  <inkml:trace contextRef="#ctx0" brushRef="#br0" timeOffset="2157">9751 2426 25130,'-5'-47'939,"0"1"0,-1 4 0,0 8-569,-2 11-180,0 12-145,2 8-23,2 14-5,0 14 0,-2 19-28,-2 19-48,3-25 0,0 3-839,-1 5 1,1 1-58,-1 5 1,2 2 954,1 10 0,0-4 0,1-25 0,1-2 0,1 30 0</inkml:trace>
  <inkml:trace contextRef="#ctx0" brushRef="#br0" timeOffset="2374">10188 2797 28334,'-2'8'-280,"0"9"-812,-1 27-3860,2 0 4952,0-7 0,1-15 0,0-10 0</inkml:trace>
  <inkml:trace contextRef="#ctx0" brushRef="#br0" timeOffset="2949">10668 2564 24374,'1'-3'2957,"-1"1"-2324,0 2-627,7-24 16,-5 23-11,5-17 0,-7 25 40,-3 4-12,-3-4 17,-3 0 39,-4-6-22,2-9-34,1-3 34,2-17-11,5-5-12,5-14-5,6 0 29,16 0-74,-5 19 0,16 1 0,-7 20-24,13 3 24,12 21 11,-6 9-128,-21-4 1,-2 2 122,3 13-12,-10 17 18,-21-2-18,-4-16 0,-7 1-5,-14 13 0,-5-2-481,-1-6 0,-1-3 492,-1 0 0,-1-4 11,4-11 0,1-5 12,-11-3-23,-4-12 0,22-14 0,11-11 211,18 1-211,9-5 996,15 2-996,4 2 0,10 4 0,-3 14 0,-6 7 0,14 12 0,-4 3-293,11 8-1090,-1 0 704,-15-9 1,-2-2 0,-2 1-1,12 2 1</inkml:trace>
  <inkml:trace contextRef="#ctx0" brushRef="#br0" timeOffset="3140">11401 2725 28619,'13'-10'-263,"-3"14"-23,-10 34-2951,-1 21-6594,1-22 7373,0 4 0,0-22 1,0-15-1</inkml:trace>
  <inkml:trace contextRef="#ctx0" brushRef="#br0" timeOffset="3616">11905 2477 23198,'-2'-6'3215,"0"1"-2577,2 5-352,8-68-113,6 39-151,-6-10 1,3 3 22,21 17-11,0 11 10,21 2-44,-10 11-5,8 10 10,-15 10-5,-8-1 0,6 22-5,-19-11-12,4 19 17,-22-11-6,-12-4 23,-9-5 17,-6-9 11,2-8 61,3-9 56,5-6 23,4-8-90,8-1 169,0-12-151,6 5-113,2-7 0,7 4 0,6 3 0,1 4 0,20 2 0,-2 8 0,18 8 0,-3 10 0,0 11 0,-5 6-315,-10 3-463,-12 1 128,-11-8-5668,-36 14 6318,1-20 0,-6 2 0,15-17 0</inkml:trace>
  <inkml:trace contextRef="#ctx0" brushRef="#br0" timeOffset="3874">12770 2652 23220,'5'4'3294,"-1"-1"-2326,-4-3-923,-12 56-549,7-24-2795,-3 8 0,-1 1 3064,1-7 1,3-12-1,0-10 1</inkml:trace>
  <inkml:trace contextRef="#ctx0" brushRef="#br0" timeOffset="4333">13418 2556 24060,'8'-57'1200,"-1"-1"1,0 8 0,-3 4-686,-1-10-207,-5 25-235,-1 17-68,1 21 29,1 21-23,1 22-8,1-16 0,0 1-20,1 3 0,-1 1-84,2 1 0,-1 1-606,1-1 1,0 1-1003,-1 0 1,0-2 1113,0-5 0,0-3 1,0 8-1,-1-20 0</inkml:trace>
  <inkml:trace contextRef="#ctx0" brushRef="#br0" timeOffset="4767">13886 2227 24620,'-2'-5'2230,"1"1"-1586,1 4-628,40-49 1,-6 38-6,0-14 1,4 3-7,19 24 1,0 0 22,-9 0 0,-9-1-6,-11-1 29,-8 0 44,-6 0 17,-4 0-28,-3-1-23,-1 1-5,0 3 0,1 5-5,4 9-6,2 12 16,4 13 34,1 18-445,-9-22 0,0 2 350,0 5 0,0 3-3,0 2 1,-2 2-24,0 1 1,-1-1-79,-1-2 1,-3 0-99,-2-5 1,-4-1-99,-5-5 1,-4-2-287,-7-4 1,-4-4-1011,-8-4 0,-3-3 1596,1-5 0,1-2 0,-12 1 0,20-9 0</inkml:trace>
  <inkml:trace contextRef="#ctx0" brushRef="#br0" timeOffset="5307">16179 3021 25584,'-3'-2'588,"2"0"-101,1 2-1131,-23 63 644,6-9 0,4-17 0,0-1 0,2 2 0</inkml:trace>
  <inkml:trace contextRef="#ctx0" brushRef="#br0" timeOffset="5774">17879 2633 24531,'10'-44'872,"-1"0"0,0-1 1,2-14-1,-3 9-598,-7 18-195,-4 18-62,-2 30-6,1 4-6,-1 14 1,1 4-12,-1 8-75,1 15 0,0 4-683,2-22 1,2 1 208,0-2 1,0 3 0,1-3-230,1-1 0,0-1 784,5 11 0,0-5 0,-1-14 0,4 12 0</inkml:trace>
  <inkml:trace contextRef="#ctx0" brushRef="#br0" timeOffset="6066">18335 2595 21086,'2'-10'3803,"0"3"-3044,2-26 0,0-3-227,-3 14-392,4-17 0,-6 7-61,-9 31-63,-3 7 40,-35 23 6,-3 7-512,10-8 1,-1 3 465,3-1 1,1 1 3,3 1 0,2 2 5,6-3 0,5 0 42,-5 24-5,25-12-29,10-14 40,37 1-34,1-14-31,-10-7 1,3-2-330,0-3 0,1-2 164,4-2 1,1-2-455,5-1 1,1-1-3122,5-2 1,0-2 3731,-4 1 0,-3 0 0,-15 2 0,-4 0 0,8-1 0</inkml:trace>
  <inkml:trace contextRef="#ctx0" brushRef="#br0" timeOffset="6266">19076 2473 24979,'-3'-5'1826,"1"2"-1770,2 3-370,73-61-935,-35 53 0,4 1-1840,0-11 0,3-4 0,-1 8 3089,8 14 0,-7 7 0,4 0 0,-25-2 0</inkml:trace>
  <inkml:trace contextRef="#ctx0" brushRef="#br0" timeOffset="6450">19387 2693 27090,'39'-23'-1843,"1"1"0,2 0 1,3 4 1842,11 6 0,-1 4 0,6-2 0,-4 0 0</inkml:trace>
  <inkml:trace contextRef="#ctx0" brushRef="#br0" timeOffset="6916">20494 2402 25382,'-7'-45'396,"0"0"0,2 3 0,7 7-262,24 8-72,8 4 16,5 7-44,3 7-1,4 6-10,1 9-23,2 8 11,-1 13-257,-3 9 185,-8 9-12,-9 3-11,-14 2 17,-20-2 50,-16-5 51,-16-7 38,-9-8 29,1-10 118,8-9 122,13-8 6,12-5-67,9-3-95,9-4-56,7 2 206,12 1-268,8 3 12,8 11-12,3 10-49,-1 13-18,-7 10 0,-12 5-35,-15 2-833,-26 0 868,-8-20 0,-3-4 0,-4 3 0,-13-3 0</inkml:trace>
  <inkml:trace contextRef="#ctx0" brushRef="#br0" timeOffset="10783">25878 3779 22750,'-2'-4'1344,"0"0"527,2 4-1434,-45-64-230,24 44-179,-8-15 0,-3 5 33,-4 32-5,-14 13-31,18-2 1,-1 4-314,-2 3 1,1 3 298,1 2 1,3 1-10,6 0 1,5 2 168,1 24-188,30-3 12,24-5-205,-9-25 1,3-2 229,4-2 0,1-1-4,1-3 1,-1-1 5,-3-3 1,-1 0-6,10 1 106,-7-3 95,-24-3 472,1-1-460,-11-1-197,-9 0-16,-2 2 485,-14 5-480,-3 7-16,-6 8-6,-2 5-6,4 3-5,9 0 11,11-1-5,16-3 16,16-2-6,18-4-16,13-3 6,8-2 5,-5-2 0,-15 0-6,-20 2 17,-26 4 28,-22 7-33,-21 8-12,19-15 1,-1 1-295,-3 2 1,0 0 299,0 2 0,0 0 3,2 1 0,1 1-6,5-1 0,2 2-3,5-1 1,4 2-12,-3 26-393,20 1-89,20 0-929,-1-28 0,4-2 813,1-2 1,0-3 0,12 6 0,-13-13 0</inkml:trace>
  <inkml:trace contextRef="#ctx0" brushRef="#br0" timeOffset="12083">26354 9848 18134,'-5'-2'2224,"1"0"1103,4 2-3209,79-17-23,-39 14-62,10-6 1,-2 4 50,-20 9 90,-15 4 16,-21 3-56,-19 4-22,-21 1-62,18-6 1,-2-1-15,-2 1 1,-1 0-120,2-1 0,1 1 189,-25 11-55,13-3-1,11 1 12,12-1-17,10-1-6,6 2 6,9-1-1,7 1-9,16 4-30,-6-8 290,14 6-289,-14-7-1,-1 0 34,1 6 29,-12-3-29,0 0 67,-13 4-33,-9-4-39,-11 7-18,-10 2-10,-2 2 0,-2 6-1,15-13 6,3 6 1,15-14-1,3 5 6,9 1-17,15 13 11,-2-9 6,18 19 5,-10-9-33,6 11 22,-7 2 95,-8 5-61,-10-18 50,-14 4-89,-16-21-409,-19-1-4862,-15-7 4417,0-7 0,19-2 0,15-1 0</inkml:trace>
  <inkml:trace contextRef="#ctx0" brushRef="#br0" timeOffset="17565">6560 5047 22991,'0'-48'1045,"-1"0"1,1 5-1,0 6-832,0 8 89,1 8-223,0 14-51,3 10 11,2 12 11,2 14-22,-1-2 40,-1 16-1,-4 8-34,-7 4 1,-4 5 28,-7-18 83,0-14-38,4-12 128,2-16-151,7-15-17,3-13-17,8-17 1,7-8-1,10-3 12,3 4-40,4 9-55,1 11 38,0 13-5,0 10 0,-9 7 6,16 17-1,-11 4 23,11 16-39,-10-1 6,-8 1 10,-7-8 1,-7 6 11,-6-16 33,-1 1 34,-2-11 11,0-14-22,-1-5-39,1-12-6,6-4-34,3 0-11,8 3 6,4 5-11,4 8 16,4 6 12,3 11-12,3 7-39,1 11-50,0 7-123,-1 4-236,1 2-358,9-3-2263,10-5 2347,-3-8-244,-14-12 1,3-2-904,6-4 0,1-2 1317,-1-3 1,-1-2 537,-1 1 0,-3-4 686,-9-8 0,-7-4 897,-2-12-34,1-15-218,-18 6 1430,-9 1-1929,-5 5 484,-7 8-960,-3 11-140,-5 11-107,-5 14-55,-5 9-28,-2 13 33,1 9-34,7 4 1,8 1 5,10-5-22,11-7 22,8-10 12,11-10 16,9-12 11,6-14 34,4-12 67,0-12-5,-2-5 33,-8-2 23,-7 4-23,-7 6-17,-6 8-65,-4 10-97,-3 9 0,-3 7 0,0 10 0,-2 9 0,0 11-74,0 11-408,0 8-722,4 6-1759,9 6 2120,4-7 1,-2-19 0,-3-15 0</inkml:trace>
  <inkml:trace contextRef="#ctx0" brushRef="#br0" timeOffset="18025">8277 5209 23741,'0'-6'3484,"0"0"-2359,0 6-1063,2-12-17,-4 42 0,-1 6-20,-1 3 0,-1 6-346,0 1 1,0 1 325,0 1 1,1 1 5,2-1 0,0 0-6,1-4 1,0-1-14,0-8 0,0-4 8,-3 11 11,0-25-17,1-17-11,-3-29 17,1-11 6,1 6 0,1-4-379,0-3 1,1-3 366,0-6 1,0-2 16,1-4 0,0-2-6,1 0 1,1 0-254,3 1 1,2 1 253,3 3 0,2 2 2,6 4 0,3 2-312,3 5 0,3 3 298,3 6 1,2 4-47,1 5 1,2 5 42,-1 6 1,0 4-9,26 11-5,-10 16-12,-15 18 6,-15 10 34,-23 7-1,-23 1-8,4-28 1,-4-2 36,-6-1 0,-3-3-59,-2-1 0,-2-3-71,-1-4 1,1-3-294,2-2 0,2-4-4103,-19-8 4492,23-10 0,17 2 0,13 0 0</inkml:trace>
  <inkml:trace contextRef="#ctx0" brushRef="#br0" timeOffset="18232">8823 5079 23366,'-3'-24'0,"2"4"0</inkml:trace>
  <inkml:trace contextRef="#ctx0" brushRef="#br0" timeOffset="19632">9859 4856 25685,'-12'-41'485,"0"1"0,1 1 1,-1 13-408,1 27-50,-6 11 17,-15 31-31,15-16 0,1 1-242,-2 2 1,1 2 224,0 5 1,3 1-1,6-7 0,2 1-6,-2 7 1,5 0-20,9 3 0,6-3 0,2-10 0,3-2 6,26 18-6,16-26 11,-4-20 22,-21-4 1,1-4 8,0-4 0,-1-4 33,3-8 1,-2-2-3,10-11 0,-18 9 0,-4 1 84,-2-9 33,1-5 234,-9 6-267,-9 17-62,-11 10-56,-2 13 56,-13 12-50,0 7 0,-11 21-17,12-6 356,4 0-356,17-10-17,11-11 34,10 0-17,14-9 50,22-17-16,-4-7-12,0-8 62,-12-7 39,-17 0-43,-2-21-80,-12 5 0,-10-4 0,-5 20 0,-8 3 0,-1 12 0,-12 2 0,8 7 0,-17 18 0,11 7 0,-5 7 0,4 12-3392,8 9 3392,4-7-834,15 23-532,18-30 660,6 4-448,26-14 255,-16-17 0,2-4 692,0-2 0,0-2 155,6-4 0,-2-3 444,12-18-67,-20 3 498,-4-10 516,-6-4-952,-5 7 3831,11-18-3792,-16 27-236,5-5 112,-8 15-134,-7 9 194,1 1-239,-5 12-33,1 7-23,-2 15-56,-1-4 12,-3 14-12,-3-4-17,1 14 23,1-12-17,4-3 11,1-20 51,1-8 39,1-9-56,4-8-23,3-8 6,9-7-17,-2 2 17,15-13 6,-7 14-12,7-6-11,-8 16-5,-5 7-12,-4 7 6,2 16 0,-3 2 0,3 11-11,-3-7-17,-1-4 11,3-8 17,5-6 12,10-8-12,9-11-6,6-12 23,1-11-371,-6-10 371,-10 5 16,-15 12 1,-2-3-14,0-8 0,-1-1-20,0-1 0,-1-1 0,1-6 0,-2 1 0,-3 14 0,-1 4 0,0-11 0,-1 11 0,-4 20 0,1 1 0,-2 18 0,-1 11 0,-5 17 0,-5 18-121,3-23 0,-1 3 121,-1 4 0,0 0 0,0 4 0,1 0-387,2 2 0,2 1-1492,2 3 0,3-1 1879,5-5 0,1-3 0,2 13 0,3-24 0</inkml:trace>
  <inkml:trace contextRef="#ctx0" brushRef="#br0" timeOffset="20125">11322 5102 21629,'-6'-5'3765,"2"2"-3387,-28-21 0,-9-4 81,4 10-328,-9-12 1,2 4-65,19 20-61,13 4 11,9 2 5,11 4 34,6 1-22,9 2-12,5-1 0,6-1-33,2-3 34,3-1 5,3-2-12,2-2-32,3-2-477,2-2-3254,6 1 3362,-7 1 0,-17 2 1,-12 1-1</inkml:trace>
  <inkml:trace contextRef="#ctx0" brushRef="#br0" timeOffset="20808">11949 4880 22991,'4'7'2156,"0"-2"-985,-4-5 313,0 0-1417,-36-43 17,10 41-65,-5-14 1,-1 5 14,-18 42-20,22-12 0,-1 2-200,1 4 0,1 0 188,2 1 1,2 1-8,-11 26 5,15-8 0,13-12 33,21-2 18,8-18-12,20-1 17,5-19 17,4-9-12,0-13 12,-6-5-11,-7-4 38,-7 0-54,-7 2 349,-5 5-395,-6 7 0,-7 10 0,-3 7 0,-4 5 0,-2 9 0,-5 5 0,-6 14 0,-5 7 0,-1 8 0,5 1 0,5 0 0,10-2 0,10-6 0,10-3 0,9-9-7,6-10 14,0-12-7,0-13 0,-1-11 0,-1-7 0,-2-5 0,-2 0 0,-4 2 0,-6 5 0,-8 8 0,-5 10 0,-5 7 0,-2 4 0,-1 7 0,-2 5 0,-2 12 0,-2 7 0,2 3 0,2 1 0,4-1-91,6-2-1931,3-6 2022,4-7 0,-6-9 0,-1-5 0</inkml:trace>
  <inkml:trace contextRef="#ctx0" brushRef="#br0" timeOffset="20999">12464 4852 22436,'0'-7'3876,"0"2"-3389,0 5-436,0 0-270,-26-25-324,20 36-1580,-14-3 505,25 25-7798,10 17 9416,-4-25 0,-3-3 0,-3-12 0</inkml:trace>
  <inkml:trace contextRef="#ctx0" brushRef="#br0" timeOffset="21591">12634 5034 20576,'4'-3'6083,"-1"1"-4319,-3 2-1641,58-55-44,-42 47-56,16-17 0,-5 10-23,-25 43 0,-7 13 0,-5 9 0,-5 1-3392,-6 8 3392,8-23 0,0 4 0,8-26 0,2-2 0,4-13 0,7-12 0,11-18 0,-2 6 0,14-17 3392,-8 15-3392,5-6 0,-2 7 0,0 8 0,-12 9 0,3 11 0,-9 9 0,0 8 0,1 12 0,-4-9 0,0 8 0,0-15 0,2 1 0,4-6 0,12-9 0,4-11 0,12-9 0,-11-1 0,8-12 0,-9-2-1696,-9 7 0,-1-1 1696,5-10 0,-1-20 0,-17 37 0,2-13 0,-6 22 0,1-1 0,-1 6 3392,0 8-3392,0 3 0,2 11 0,1 9 0,4 11 0,2 7 0,4 17 0,-4-19 0,-1 19 0,-12-21-441,-14-9 1,-6-1-4476,-4-5 1,-2-3 3775,-3 0 1,1-4-1,-12 0 1,31-12-1</inkml:trace>
  <inkml:trace contextRef="#ctx0" brushRef="#br0" timeOffset="22074">13888 4945 22576,'5'-50'1092,"0"-1"0,0 1 1,-2-16-1,-3 6-773,-5 21 0,-4 4 157,-13-10-342,2 22 48,-2 21-143,7 24-39,-5 24 5,10-11 1,2 3-477,-2 9 1,2 1 470,1-7 0,0 2-38,1 4 1,0 5 0,1-2-207,1 4 0,0 1-700,0-3 1,1 3 0,1-2-838,2 6 0,4-3 1781,3-7 0,0-4 0,3 5 0,3-21 0</inkml:trace>
  <inkml:trace contextRef="#ctx0" brushRef="#br0" timeOffset="23025">14207 4965 23562,'-5'-55'886,"0"0"1,4 7 0,-5 10-472,-18 23-79,-7 16-168,-7 13-28,-13 15-664,24-7 1,2 0 568,-19 17 16,10-4 1,1 1-40,11-10 1,1 0 70,-7 9 0,2 0-71,1 13 23,18-13 22,27-9-16,24-9-23,-11-12 0,4-1-369,7-1 0,0-2 349,4-3 0,1-1 0,-2-1 1,0-1-9,-2-2 0,-1-2 0,-3 1 0,-2-2 295,-4 1 1,-2-2-279,21-9 139,-17-2-128,-13 1 67,-13 0 12,-6 5 781,-6 3-787,-3 5 193,-5 4-261,-1 4-22,-2 6 6,1 5-11,2 9-6,2 3 17,4 0-17,9-3 0,10-5 0,12-7-23,10-5 12,6-10-6,4-6 28,-1-10 17,-5-8-16,-13 6 32,-3-21-10,-16 12-27,1-16-7,-14 13 0,-7 7 0,-8 11 0,-7 9 0,-5 16 0,-3 9 0,1 16 0,2 12 0,7 9 0,8 8-242,11-2 242,15-2 0,18-7 0,21-11 0,-18-22 0,2-5 0,3-2 0,1-5 0,0-4 0,-1-5 0,-2-2 0,-2-3 0,-3-5 0,-2-2 0,21-23 0,-7-4 0,-9-3 0,-8 3 0,-8 8 0,-9 12 0,-4 13 0,-6 11 0,-4 12 0,-4 11 242,-2 10-242,4 2 0,7 0 0,14-3 0,14-8 0,15-8 0,14-8 0,-24-8 0,0-3-141,1-2 0,-1-3 141,25-14 0,-16-5 0,-16 2 0,-14 6 0,-9 7 0,-10 10 0,-10 17 0,-14 19 0,10-7 0,-2 4-438,-3 8 0,-1 3 438,-2 7 0,2 4 0,10-13 0,1 1 0,2 2-554,1 4 0,2 1 0,1 2 554,2 5 0,2 1 0,1 1 0,0 5 0,3 0 0,1 1-656,2-14 1,1 0 0,2 0-1,-1-2 312,2 11 0,0-2 1,0-5-1,3 3 1,-1-7-1,4 5 1</inkml:trace>
  <inkml:trace contextRef="#ctx0" brushRef="#br0" timeOffset="23525">16363 4920 24570,'-14'-61'849,"-1"0"0,4 7 1,-3 15-302,-5 28-470,2 29 17,-2 28-769,6-6 0,1 5 727,-3 14 1,0 5-311,5-14 1,-1 2 0,0 0 263,1 6 1,0 1 0,1 0-510,0 2 0,2 1 0,2-1 421,1-2 1,2 0 0,4-1-213,3-5 0,5 0 0,3-3-1082,5-5 1,4-2 0,6-3 1374,8-3 0,5-3 0,-3-5 0,-2-1 0,-2-5 0,3-6 0,-1-1 0</inkml:trace>
  <inkml:trace contextRef="#ctx0" brushRef="#br0" timeOffset="24599">16965 5179 22867,'-11'-51'1206,"-1"1"0,2 7 1,1 8-877,2 15-274,2 15-6,2 16 12,0 13-6,-1 18 17,0 14-301,3-23 0,-1 2 245,1 0 0,0 1-6,0-1 0,1 0 17,3 26-5,1-14 61,2-17 224,0-14-34,-1-16-184,0-17 494,3-16-466,2-18-54,-5 20 0,-1-1-113,2-1 0,-1-1 102,0 1 1,-1 1 53,4-21-107,-1 20 0,-4 16 0,-1 17 0,-1 17 0,1 17 0,0 17 0,0-19 0,1 0-68,0 3 1,0 1-504,2 0 0,0 0-715,3-1 1,1 1 1285,3-1 0,0-2 0,2 5 0,0-8 0</inkml:trace>
  <inkml:trace contextRef="#ctx0" brushRef="#br0" timeOffset="24832">17309 4917 27432,'50'19'67,"0"0"0,-2 6 1,-8 6-57,-16 15 0,-7 7-1411,1 4 1,-3 3 1238,-7-18 1,-2 1-1,-3 0-446,-3 1 0,-4 1 1,-4-1 276,-6 4 1,-5 0 0,1-5 0,2-4 0,-1-4 0,-5-3 0,-1 1 0</inkml:trace>
  <inkml:trace contextRef="#ctx0" brushRef="#br0" timeOffset="27882">25727 6031 20364,'2'-48'1012,"1"-1"1,-1 1 0,2-18-1,-1 7-696,0 23 1,0 5 165,4-16-432,-4 23 671,1 15-665,-3 24 233,0 17-233,-2 4 0,0 5-45,-2 0 1,-1 1-69,0 2 0,0 0 71,-4 2 0,1 0-69,1-10 0,0 0 66,-1 7 0,1 0-11,1-2 0,0-3 12,0 8 116,2-9 108,2-30-40,1-12-135,3-16-2976,3-33 2926,1 7-393,-2-3 1,0-2 403,-1-1-246,0 2 1,0-1 239,-2 17 1,0 2-838,3-13 1,-1 2 842,1-11 1392,1 3-1414,-4 40 998,0 1-1009,-2 18 521,0 23-522,0 12 12,-2-10 0,1 0 3157,-2 18-3141,0-18 1,-1 0-22,-1 18-4,2-13 1,0-1-14,0 18 705,0-9-594,1-22-16,2-16 73,-1-7-72,1-25-74,0 4 0,0-39 0,0 20-29,0-8-397,0 8-1360,-2 16 1786,-2-2 0,1 14 0,-1 6 0</inkml:trace>
  <inkml:trace contextRef="#ctx0" brushRef="#br0" timeOffset="30091">26597 5801 22291,'-5'0'3495,"1"0"-2359,4 0-1136,-32-43-50,46 27-202,-6-34-109,26 42 0,10 8-1153,7-3 0,1 0-780,7 3 1,0 1 1878,-6 1 1,-4 1 0,-15-1 0,-4 0-1,2 3 1</inkml:trace>
  <inkml:trace contextRef="#ctx0" brushRef="#br0" timeOffset="30241">26643 6093 26732,'53'-4'-489,"-1"0"1,-7 0 0,-3 1 0,14-5 0,-26 5 0</inkml:trace>
  <inkml:trace contextRef="#ctx0" brushRef="#br0" timeOffset="31499">27900 5882 18257,'3'-8'3148,"6"-27"0,0-4-2577,-5 15-162,5-16 0,-3 3 84,-10 28-246,-5 2-68,-11 17 56,-21 25-117,-1 12-328,20-22 1,0 2 231,2 3 0,3 0-5,-1 17 0,3 11 17,28 2-23,14-15 0,11-8 34,18-18-357,-4-17 351,-19-4 1,0-5 63,3-7 1,-1-6 2,-10 0 1,-2-3-18,15-26 74,-24-10-63,-20 7 168,-1 20 1,-3-1-216,-8-2 0,-4 3-47,-18-16-23,-1 9-190,-2 18-1311,2 10 1518,-21 1 0,28 5 0,-1 3 0</inkml:trace>
  <inkml:trace contextRef="#ctx0" brushRef="#br0" timeOffset="34758">8018 7100 26917,'17'32'-3910,"17"14"3910,-1-9 0,-2-4 0,-18-20 0</inkml:trace>
  <inkml:trace contextRef="#ctx0" brushRef="#br0" timeOffset="35232">12151 7225 25696,'-42'-6'753,"1"-1"0,-10-5-674,91 1-51,10 1-14,0 4 0,8-1-1433,-5 2 0,5-1 0,-3 1 1413,-9 1 0,-1 0 1,4 0 3,10 0 1,8-1 0,-1 0-1,-6 1-472,-7 2 1,-5 0 0,2 0 475,9-1 0,1 0 0,0 0-173,-2 1 0,-1 1 0,-1 0 193,0-1 0,-2-1 1,1 1-16,-5 1 1,0-1-1,-2 1 19,-2-1 0,0 0 1,-8 1 25,10 0 10,-34 1 1940,-28 1-2069,-21 2 1968,-2 0-11732,-4 1 9285,20-3 0,11 0 0,8-1 1</inkml:trace>
  <inkml:trace contextRef="#ctx0" brushRef="#br0" timeOffset="35965">16180 7257 23265,'4'-58'1284,"-1"-1"1,1 9-1,-2 6-808,-5 9-308,0 18-140,-3 21 40,-4 20-29,-3 22-25,5-14 0,-1 2-364,0 6 0,0 2 355,1 2 1,1 1-29,1 1 1,3-1-160,3-1 0,5-2-487,6-2 0,5-2-1171,9-3 0,6-5 1840,15 0 0,1-6 0,8 4 0,3-10 0</inkml:trace>
  <inkml:trace contextRef="#ctx0" brushRef="#br0" timeOffset="36365">16779 7226 26105,'-28'-46'306,"-1"1"0,4 2 0,12 8-239,31 11-11,8 4-39,8 7-22,4 7 16,3 13-22,0 11 16,-4 14 1,-9 14-508,-12 10 504,-13-24 1,-4 1 3,-6 1 0,-5 0 13,-4 0 1,-3-2-9,-3-2 0,-1-1-20,0-5 1,1-1 25,-14 13 0,13-13 0,12-9 16,18-9-27,18-6-23,22-9-34,-16 3 1,3-1-233,4-2 0,2-1-67,1-1 0,1 0-289,-1 0 1,0-1-426,-3-1 0,-1-2-858,-2-1 1,-2-1 1921,-1-5 0,-2 1 0,3-3 0,-8 0 0</inkml:trace>
  <inkml:trace contextRef="#ctx0" brushRef="#br0" timeOffset="36558">17376 6990 23758,'-29'-45'1329,"1"0"0,3 6 1,5 6-871,15 17-241,3 8-106,2 5-101,8 21 17,10 13-31,-2-2 1,1 5-488,3 7 1,-1 2 463,1 7 1,-2 2-191,-3 5 1,-4 1-550,-4 1 1,-5 0-2306,-7 1 1,-5-2 3069,-2-7 0,0-5 0,-11 13 0,8-27 0</inkml:trace>
  <inkml:trace contextRef="#ctx0" brushRef="#br0" timeOffset="38758">25513 7314 22778,'1'-8'2520,"1"2"-1517,-2 6-18,0 0-934,-19-21-6,15 15-29,-15-16 29,23 27-22,-1-1-29,1 5 73,-2-1 28,-5-1 1,-6-1 4,-7-3-49,2-1 94,-11-10-72,10-4 0,-4-13-39,9-8-46,4-7 40,5-2 0,9 6-11,8 8 0,14 11-28,8 9 16,-2 7-27,-3 8 0,2 4 16,16 16-294,-14-5 1,-2 4 285,-8 0 0,-6 3 8,-3 1 0,-7 3 9,-5 0 0,-6 0-3,-11 22 11,-9-20 0,-7 0-765,-14 2 0,-4-2 751,-2 0 1,-1-1 9,11-11 1,-2-1-1,2-3-84,-3-2 1,3-6 110,-17-1 498,21-18-482,19-10 6,15-9-33,15-1 1530,11 2-1542,11 6 175,7 7-186,8 7-6,-21 5 1,1 1-511,5 2 0,2 1 216,6 1 1,2 1-592,4 1 1,3 1 890,8 1 0,-2 1 0,-26-4 0,-2-1 0,-1 1 0,-1 0 0</inkml:trace>
  <inkml:trace contextRef="#ctx0" brushRef="#br0" timeOffset="38991">26844 7381 25029,'-4'-4'2005,"1"0"-1915,3 4-555,74-59-1157,-44 51 0,3 1 455,8-11 0,4-5 0,0 9 536,9 16 0,-5 7 1,9-1-1,-11 2 1</inkml:trace>
  <inkml:trace contextRef="#ctx0" brushRef="#br0" timeOffset="39175">26841 7526 20532,'-3'1'5086,"1"-1"-3972,2 0-1030,82-29-706,-51 22 1,2 0-29,17-5 0,9-2 0,-6 2-2278,-10 7 0,-3 1 2928,15-1 0,-7 2 0,-18 1 0,-3 0 0</inkml:trace>
  <inkml:trace contextRef="#ctx0" brushRef="#br0" timeOffset="40458">27960 7407 22688,'11'-42'1097,"0"0"1,0 0 0,4-14 0,-3 9-790,-2 6 263,-4 15-447,-6 20-68,-5 12-12,-5 20-21,-4 20-4,5-16 1,1 3-20,0 5 0,0 1-394,1 4 0,1 1 114,-1 2 0,2 0-787,-1 0 0,2 1 1067,0 2 0,0-3 0,0 5 0,2-7 0</inkml:trace>
  <inkml:trace contextRef="#ctx0" brushRef="#br0" timeOffset="41982">16134 8818 23528,'4'-7'1784,"9"-27"0,0-4-1398,-9 18-296,7-18 0,-5 11-29,-17 41 40,-10 22-54,6-7 1,-1 4-445,-4 9 0,-1 2 425,-1 5 0,0 2-34,0 4 1,1 0-43,4 1 1,3 1-116,6-2 1,5-2-59,3-11 0,8-2-1226,13-4 0,8 1 0,0-5 1447,5-4 0,1-3 0,6 7 0,-3-4 0,0-10 0</inkml:trace>
  <inkml:trace contextRef="#ctx0" brushRef="#br0" timeOffset="42499">16723 9016 26816,'-1'-44'171,"0"0"1,0 4 0,6 6-105,21 13-33,3 6-34,4 7 0,-5 7 6,22 14-1,-12 4-5,-10-2 0,-1 2-39,12 18 33,-7 3 18,-12 3-52,-12 0 7,-18-1 5,-13-4 28,-14-6 28,-6-8 11,3-8 56,6-6 56,7-10 34,8-6 0,9-5-56,5-1-28,7-2-51,5 3-22,7 3 17,8 4-45,6 11-11,7 10 33,9 14-25,-19-9 0,0 0-8,2 3 0,0 1 2,-1 0 1,-1 0-20,13 21-33,-17-8-119,-20-8-268,-19-10-420,-14-8-790,-12-8-2582,-7-8 3630,7-1 1,15-1-1,13 3 1</inkml:trace>
  <inkml:trace contextRef="#ctx0" brushRef="#br0" timeOffset="42765">17441 8705 28513,'41'18'25,"0"-1"1,0 1 0,-1 2 0,-2 3 0,-5 3-21,3 21 1,-7 6-852,-8-15 0,-2 0 0,-1 1 759,5 20 1,-5 0-231,-8-2 1,-10-3-950,-14-3 0,-8-4 1266,-5-8 0,-3-6 0,-18 8 0,15-21 0</inkml:trace>
  <inkml:trace contextRef="#ctx0" brushRef="#br0" timeOffset="43648">25709 8349 24822,'30'-25'138,"0"0"0,-1 2 0,2 7 31,31 26-141,-20-1 28,8 17-45,-29 1-17,0 11 18,-11 3 32,-19 8-21,-10-11-1,-7-4 23,-12-11 28,6-9 33,-8 2 225,3-8-40,14-4-129,6-5 107,13-6-39,4-3-62,6-5-6,10-1-89,6 6-45,2 2 22,8 7-33,0 6-11,14 7-4,-14 3 1,-1 3 5,-2 0 1,-1 0-12,-1 2 0,-1 0-13,19 20-24,-21-9-21,-4 3-303,-36-3-252,-17-11-476,-28-4 251,15-10-2368,-9-5 3209,13-11 0,12 6 0,6-5 0</inkml:trace>
  <inkml:trace contextRef="#ctx0" brushRef="#br0" timeOffset="43908">26695 8513 27090,'43'-35'-338,"-1"0"0,3 4 1,0 8-120,-13 19 0,1 6-2575,13 0 0,-2 1 3032,16 3 0,-9 0 0,-25-1 0</inkml:trace>
  <inkml:trace contextRef="#ctx0" brushRef="#br0" timeOffset="44092">26855 8714 26316,'41'-21'-238,"0"0"1,1 0-1,-2 2 1,0 1 0,-1 4-1435,6 6 0,-1 3 1163,-6 1 1,-3 0 0,8 0-1,-21 1 1</inkml:trace>
  <inkml:trace contextRef="#ctx0" brushRef="#br0" timeOffset="44608">28054 8535 12965,'-1'-3'7203,"0"1"-4173,1 2-1305,-29-84-1137,27 49-401,-10-17 1,8 3 36,29 22-50,12 4-40,7 10-16,4 6-34,-2 11-45,-2 8-16,-8 12-18,-7 11 12,-11 11 5,-13 10-28,-10-25 1,-5 0-244,-4 1 1,-4 0 253,-6 0 1,-4-1-1,-2 0 1,-3-3 5,2-2 1,-1-2-21,2-3 1,2-3 14,-11 6 22,9-3 39,23-13 67,15 1-50,24-6 6,25-6-51,-20 0 0,3 0-414,4-2 1,2-1 371,2-1 1,1 1-155,1-1 0,-1 0-681,1 1 1,-1 0 837,4 1 0,-3 0 0,5 0 0,-7 2 0</inkml:trace>
  <inkml:trace contextRef="#ctx0" brushRef="#br0" timeOffset="51158">9852 1315 25371,'-6'-33'327,"0"1"1,-21 5-221,10 57-57,-11 26-44,14-15 11,4 11 27,8-13-10,8 5 28,13-7 44,3-17 51,7-8-107,-10-16 135,3-14-6,-8-10 73,2-26-89,-8 1-254,-9 21 0,-1 1 141,-6-10 18,-12 1-1,-2 12-62,-10-1-105,8 13-208,4 7 11,14 10-709,5 11-3022,15 9 4028,5 4 0,-2-7 0,-4-7 0</inkml:trace>
  <inkml:trace contextRef="#ctx0" brushRef="#br0" timeOffset="51531">10696 1511 25714,'3'-49'591,"1"0"1,-1 2 0,-1 8-258,-2 21-414,0 4-34,0 5 26,2 21 35,0-1-466,10 38-340,-3-18 859,8 12 0,0-1 0,-6-16 0,12 21 0</inkml:trace>
  <inkml:trace contextRef="#ctx0" brushRef="#br0" timeOffset="51932">11577 1291 22599,'0'-5'2688,"0"2"-2290,0 3-157,24-65-146,-3 41-73,2-14 1,3 3-1,17 23-11,5 6-11,-2 11-5,-5 8 5,-8 12-28,-8 8 22,-9 3 6,-8-5 17,-11 16 16,-4-23 74,-27 28-18,3-26 18,-15 9-57,18-17 57,2-2-79,18-8 16,1 1 12,16-6-50,3-1-779,40-3-4123,8-5 4217,-18 2 1,-1 0 0,9-3 0,-19 1-1</inkml:trace>
  <inkml:trace contextRef="#ctx0" brushRef="#br0" timeOffset="52625">13405 1296 29243,'11'-47'-158,"1"1"0,-2 3 0,3 10-255,8 19-123,5 5 240,7 4 89,5 4 42,2 8 45,-2 7-433,-5 10 423,-11 5-47,-10 5 177,-14 2 45,-12-1 5,-13-5 45,-4-5 79,-1-9 100,6-6 40,8-5-56,6-5-107,7-3-39,4-3-84,4-2 0,6 1 5,9 1-27,9 2 5,8 7-11,6 7 6,2 9-23,1 10 23,-2 6 44,-9 2-95,-11-1-168,-16-4-548,-23-6-1995,-24-5 2756,-8-6 0,14-8 0,13-3 0</inkml:trace>
  <inkml:trace contextRef="#ctx0" brushRef="#br0" timeOffset="54365">13564 11593 20755,'-5'-8'2271,"-12"-27"1,-1-7-1611,10 5-471,-5-10 1,5 1 50,28 9-152,5 10 40,24 2-68,-17 17 1,2 3-45,2 0 0,1 2-511,8 4 1,-1 5 493,-6 3 0,-4 2-6,19 12 3,-24-6 1,-2 4-17,9 30-43,-9 4 23,-17-20 0,-7-1-6,-20 21 34,-4-14 257,-25-1-173,-8-12 39,3-7 62,2-7 72,24-18-117,13-2 61,5-13 6,7-7 404,4 1-538,6-3 232,7 15-277,8 7-6,-1 5 6,32 15-17,-5 6-299,-14-3 0,2 2 282,-7 1 0,-2 0-11,-1 2 0,-2 0-17,10 13-308,-13 17 6,-34-19-167,-19 13 44,-27-17 117,22-18 0,0-2-190,-23 3-2821,15-10 1,2-2 3363,-3-4 0,-5 1 0,32-2 0</inkml:trace>
  <inkml:trace contextRef="#ctx0" brushRef="#br0" timeOffset="55857">14954 11614 27242,'-24'-8'532,"22"-3"-510,26 1 0,13 3-8,-2-2 0,1 1-11,0 0 0,0 0 5,-2 2 1,0 0 8,26-3 5,-12 5 28,-12 3-38,-14 1-12,-11 0 0,-8 0-1272,-3 0 1272,4-3 0,-3 3 0,2-3 0</inkml:trace>
  <inkml:trace contextRef="#ctx0" brushRef="#br0" timeOffset="61058">16132 11580 20476,'20'-56'1489,"-1"0"1,-2 6 0,-3 7-773,-6 5-213,-7 15-319,-3 11 73,-12 14-135,-7 15-5,-14 18-82,14-11 0,1 2-19,-1 5 0,1 1-229,0 2 1,2 1 211,5 0 0,3 0 6,2 28 5,22-10-162,17-13 174,19-14 2,-20-18 0,3-3 22,2-5 1,1-4-204,1-3 0,-2-4 271,0-4 0,-3-3 11,-4-5 0,-3-2-28,-5-2 0,-5-3-28,-3-3 0,-6-1-14,-6-1 0,-5-1-20,-3 1 1,-4 0-7,-5 1 1,-3 1-9,-3 2 1,-2 2-6,0 4 0,-2 3-1,-26-11-38,4 18-56,9 14 233,12 15-1130,13 12-1950,18 13 2925,23 11 0,-10-22 0,9-2 0</inkml:trace>
  <inkml:trace contextRef="#ctx0" brushRef="#br0" timeOffset="61658">17386 11470 25326,'-39'-19'427,"0"1"0,1-1 0,-16-4 0,20 0-399,42 4-78,30 2-48,-4 9 0,5 3-1093,12-1 1,2 1 1022,7 3 0,1 2-48,1 3 1,-2 3-77,-4 1 1,-4 3-71,-9 2 1,-5 2 494,9 19-335,-36 4 152,-41 3 15,1-18 0,-6-2 122,-9 2 0,-2-3-308,-5 1 1,-1-1 441,2-2 1,1-1 52,5-2 1,3-1-34,7-3 0,4-1 985,-8 1-1086,22-5-28,27-8-56,23-5-39,25-8-12,-22 5 1,2 0 5,13-5 0,-1 0-91,-16 5 0,-1-1 97,10-6 0,-4-2 72,-4-11 51,-3-16 17,-20-10 135,-14 24 1,-3-2-139,-3-1 0,-3 0-40,-2 2 0,-2 0 26,-1 5 0,0 2 90,-12-12-73,7 15-101,10 14 609,5 12-659,10 17 11,6 20-15,-1-10 1,3 3 3,3 5 0,2 1-20,7 13 0,1-1 90,-8-15 1,1 1-91,6 12 0,-2 0-374,-11-15 1,-4-1-227,2 7 1,-6 1-1538,-8-2 1,-6-1 2150,-2-6 0,-2-3 0,-10 7 0,7-17 0</inkml:trace>
  <inkml:trace contextRef="#ctx0" brushRef="#br0" timeOffset="62308">18791 11347 19899,'-9'0'4559,"3"0"-3949,6 0 192,0 0-18,22-91-465,-1 47-1511,-1-15 0,3 3 1259,5 23 537,11 1-548,-3 16-45,-5 6 0,3 4-16,26 7 5,-23 5 0,0 3 0,11 12-9,-19-2 1,-2 3-9,10 21-11,-17-7 0,-4 4 8,-7-7 1,-5 0-111,-7 6 1,-8-2 129,-7-7 0,-4-5 6,-21 14 5,12-20 0,-2-2 25,0-6 1,0-3 75,-27 8 17,5-16 1950,33-12-2011,13-3 116,11-7-83,8 3-28,17-5-34,6 8-17,13 3-16,-13 9 340,14 5-344,-16 5 1,0 3 3,3 1 0,1 1-262,8 7 0,-2 1 239,-7 1 0,-4 0 11,15 13-44,-11 7-45,-25-6-549,-25 16-207,-18-10-13,4-19 1,-4-3-484,0-7 1,0-3-1662,-24 1 2320,-1-6 0,37-3 0,1 0 1</inkml:trace>
  <inkml:trace contextRef="#ctx0" brushRef="#br0" timeOffset="62624">18946 11998 23702,'-56'-1'1041,"1"-1"1,7 1 0,8-2-734,10-4-190,21 0-113,15 0-27,45-1-23,12 3-723,-12 1 0,3 1 743,0 1 0,0 0-9,2 0 1,-1 1-57,-1 0 0,-2 1-67,-3-1 1,-1 2-328,-5 1 1,-3 1-2496,22 3-6852,-26 5 9264,-19-4 0,-14-2 0,-3-4 0</inkml:trace>
  <inkml:trace contextRef="#ctx0" brushRef="#br0" timeOffset="62841">18877 12205 26903,'55'-13'94,"1"1"0,-1-1 0,-2 0 0,-2 1 0,-3 1-55,2-1 0,-4 0-399,0 1 0,-1 1 366,-4 0 0,-1 1-1,-6 1 1,-3 1 508,16-7-850,-21 3-673,-14 1-4195,-17 2 5265,-2 2 1,-2 2 0,3 2-1</inkml:trace>
  <inkml:trace contextRef="#ctx0" brushRef="#br0" timeOffset="63358">20409 11142 26990,'-46'0'42,"0"1"1,0 3 0,2 6-26,8 13 0,4 6-374,0-3 1,2 0 367,5-2 0,4-1 23,-5 17 260,19-7-266,19-8 119,14-5-130,19-7-67,14-6-500,-24-5 0,2-1 295,4-3 1,1 0-517,3-1 1,1 0-2658,2-2 0,-1 0 3428,-5 0 0,-3 1 0,12-3 0,-24 4 0</inkml:trace>
  <inkml:trace contextRef="#ctx0" brushRef="#br0" timeOffset="63575">20932 11134 22375,'-5'-4'2867,"1"1"-2032,4 3-802,67-57-1325,-12 40 1109,-18-2 0,4-4 0,0 7-751,6 12 1,-1 6-582,2 0 0,-2 2 1515,0 2 0,-3 0 0,5 2 0,-14 2 0</inkml:trace>
  <inkml:trace contextRef="#ctx0" brushRef="#br0" timeOffset="63765">21162 11332 20733,'-5'1'5680,"1"0"-3922,4-1-1803,15-6-55,17-1-203,26-5-229,-22 6 0,2 1-1017,2 0 1,1 0 1548,2 0 0,-3-1 0,5 1 0,-8-2 0</inkml:trace>
  <inkml:trace contextRef="#ctx0" brushRef="#br0" timeOffset="64908">22093 11046 21399,'-6'-59'1262,"-1"1"0,5 8 1,5 7-1140,16-5 40,24 16-85,0 15-44,-7 9 0,1 4-6,24 7-309,-26 5 0,-3 4 303,11 24-16,-14-2 5,-8 18-28,-18 7-5,-14 3 2,-1-25 1,-5-2-1,-6-7 1,-1-2-462,-17 13 495,13-17 0,0-3 59,-14 5 555,-12 0-270,19-15-106,9-14-162,18-4 367,6-10-334,11 1 461,7-4-539,13 4 0,18 5-34,-12 6 6,18 9-28,-16 10 16,11 11 12,-1 12-28,-21-10 0,-1 3-34,8 20-33,-6-3-180,-31-3-162,-26-9 81,4-11 0,-6-1-1380,-21 4 1,-7-3 435,5-4 0,-1-2-456,-1-1 0,1-3 1739,8-5 0,7-3 0,9-1 0,1-1 0</inkml:trace>
  <inkml:trace contextRef="#ctx0" brushRef="#br0" timeOffset="65275">19031 11921 22453,'-43'1'152,"0"0"1,0 0 0,-4 1-1,8-2 89,5-9-168,51-1 78,26-6 0,13-1-37,-8 4 0,4 1 0,6-2-734,-9 3 0,5-1 0,4-1 0,2 0 0,0 0 0,-1 1 669,0 1 1,0-1-1,1 1 1,0 0 0,0 0-1,1 0-233,-8 1 0,1 0 1,0 1-1,0-1 1,0 1-1,1 0 1,0 0 210,3 1 0,0 0 0,2 0 0,-1 1 1,0 0-1,-1 0 0,-2 1-268,2 0 0,-2 1 1,0 0-1,-1 1 0,1-1 1,3 1 238,-2-1 0,1 1 1,1 0-1,0 0 1,2 0-1,1 0 1,1 0-360,-6 1 0,4 0 0,1 0 0,1 0 0,0 1 0,-2-1 0,-2 1 0,-3-1 0,-5 1 89,7 0 1,-6 0 0,-2 1 0,-1-1 0,3 0-176,15 0 0,9-1 1,-3 1-1,-14 0 1,-27 1-2646,-26 2 3423,-21 2 0,1-2 0,-3 2 0</inkml:trace>
  <inkml:trace contextRef="#ctx0" brushRef="#br0" timeOffset="65591">18724 12426 24024,'56'-29'91,"0"0"1,0 0 0,-1 1-1,-6 5 1,1 1 0,0 0 0,2 3-1,1 2-942,4 3 0,2 4 0,1 2 0,0 0 0,-2 0 857,-7 0 1,-2 0 0,0 1 0,1 0 0,5-1 5,2 1 0,3 0 0,4-1 0,1 1 0,-1 0 0,-1 1 0,-3 0-147,-5 0 0,-2 1 1,-2 0-1,0 1 0,2-1 1,4 0 143,-3 1 1,4-1 0,3 0 0,0 0 0,0 0-1,-2 0 1,-2 0 0,-3 1-76,7 0 0,-3-1 0,-2 2 1,-1-1-1,2 0 89,6 0 1,0 0-1,1 1 1,-2-1 0,-4 1-5,-5 0 1,-4-1-1,-1 1 1,3 0-80,7-1 0,2 0 0,-1 0 1,-6-1 100,-6 2 0,-4-1 0,-3 0 396,8-1 0,-12 0-812,-22 1-3120,-37 0 3495,0 3 0,-5-1 0,13 2 0</inkml:trace>
  <inkml:trace contextRef="#ctx0" brushRef="#br0" timeOffset="66765">20686 13571 23590,'40'-25'198,"-1"1"0,1-1 0,0 1 1,0 2-1,0 4-181,10 4 0,-1 4-974,5 0 1,1 3 939,0 1 0,-1 2-50,-4 1 0,-2 2-31,-7 3 1,-2 1-603,18 6 296,-26 8-218,-35 6 252,-34 7 322,4-11 1,-5-1-313,-8 4 1,-4 0 513,-2 0 0,-1 0 67,2-1 1,1-1 44,6-2 0,2 0 364,9-4 1,4-1-340,-8 6 425,24-7-347,26-8-246,24-5-95,26-7-552,-21 1 0,2-1 507,5-1 0,2-1 23,2-2 0,-1 0 5,-1-2 0,-2-2 11,-4-1 1,-3-2 334,-7-1 0,-4-4-237,-8-2 1,-4-2 72,-8-2 0,-4-1 76,-7-2 0,-5 0 11,-3 0 0,-4 2-28,-4 1 0,-1 2 157,-19-19-32,5 12-147,11 14-124,10 10-78,7 6 1090,7 12-1107,9 10-5,13 17 0,11 17-248,-13-20 0,2 2 230,1 2 1,0 2-31,1 1 0,-2 0-182,-2 1 0,-3 0-702,-5-1 0,-4 1-1122,-5-3 1,-4 0 2047,-9 21 0,3-31 0,0-17 0</inkml:trace>
  <inkml:trace contextRef="#ctx0" brushRef="#br0" timeOffset="67015">22281 12983 27267,'26'44'10,"1"-1"0,0 0 0,-1-1 0,-1 0 0,-4-2-102,-4 5 0,-3-1-1053,3 3 1,-1 0-304,0 0 0,-2 0 1448,-2 3 0,-3-3 0,2 5 0,-6-9 0</inkml:trace>
  <inkml:trace contextRef="#ctx0" brushRef="#br0" timeOffset="67198">22217 13514 24161,'-2'-6'2252,"1"0"-2222,8-26 1,9-5-31,19 9-776,-4-14 0,6 3 473,4 26 1,4 7-765,3-1 0,2 1-409,1 1 0,0 0-2652,-3 2 0,-3 0 4128,-8 1 0,-5 0 0,7-1 0,-22 1 0</inkml:trace>
  <inkml:trace contextRef="#ctx0" brushRef="#br0" timeOffset="67832">22813 13202 26122,'-23'-39'270,"0"-1"1,2 3 0,13 11-249,33 27 17,13 6-16,20 14-18,-2 7 6,-1 2-27,-7 7-35,-14-5-44,2 11-11,-12-4 50,-13-5 39,-21-10 56,1-11 101,-15-6-11,10-13 5,-2-3 73,6-14-78,7 0-73,4 0 34,10 0-45,9 3-57,13-6 24,9-1 16,-9 10 0,0 1-17,14-5-17,-12 5 1,0 1 21,7-3-10,6-4 50,-12 3 67,-17 7-28,-9 5 62,-9 5 50,-1 2-134,-14 8-73,0 4 11,-10 12-22,9-5 22,5 10-22,8-4 0,15 13 28,8-7-23,19 0 17,-7-15-27,14-3-12,-8-10 28,11-7-6,1-17 0,-14-9 1,-6-2 55,-11-7 51,-9 6 18,0-16-119,-6 10 0,-2 2 0,-3 18 0,0 7 0,0 7-29,0 5-307,4 7-432,4 8-447,5 7 358,1-2-1999,9 7 2856,7-1 0,-11-8 0,2-2 0</inkml:trace>
  <inkml:trace contextRef="#ctx0" brushRef="#br0" timeOffset="68165">24059 13147 28104,'3'-17'106,"10"2"-94,21 7 4,-3 0-16,14-3-11,-1-5 22,-1-1 1,-1-6-7,-21 8 12,-7-2 17,-11 4 5,-8-2 11,-15 2 23,-9 6 5,-11 7-50,9 4 69,-15 13-97,17 3 0,-11 12 0,19 5 0,9 6 0,10-6-54,11-8 0,6 1-528,22 14 152,-15-17 1,4 0 429,10 0 0,6-1 0,-7-4 0,3 3 0,2-2 0,0 0 0</inkml:trace>
  <inkml:trace contextRef="#ctx0" brushRef="#br0" timeOffset="68475">22322 13957 21439,'-37'6'1462,"1"1"0,6 1-1124,56-10 1,17-4-185,-4 1 0,3-1-903,4 0 0,4-1 0,3-1 819,-3 2 0,3-1 0,2 1 0,1-1-645,3 0 0,2 1 0,1-1 0,2 0 569,-3 1 1,2 0-1,2 0 1,-1 1-1,-2 0-78,-5 0 0,-1 2 0,0-1 0,-2 1 0,-2 0-40,2 0 1,-2 0 0,0 1 0,1 0-509,-1 0 0,2 0 0,1 1 0,-3 0 1,-5 0-809,-1 0 1,-4 1-1,1-1-1475,9 1 1,1-1-1,-10 0 2915,3 1 0,-35 0 0,-14 0 0</inkml:trace>
  <inkml:trace contextRef="#ctx0" brushRef="#br0" timeOffset="68691">22561 14166 26029,'47'-8'169,"0"0"1,0 0 0,0 1 0,3 1 0,0 0 0,0 0-96,11 0 1,-1 1 0,3 1-1258,-4 0 0,3 0 1,0 1-1,-5 0 1200,2 1 0,-4 0 0,0 0-4,-2 1 0,-1 0 0,4 0-39,-3-1 0,4-1 1,-1 1-1,-5 0 26,-5-1 0,-5 1 0,4-1 270,19-1 1,4-1 0,-16 1-1655,-12-3 1414,-44 2 1,-10 4 0,-6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10:14:53.5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3586 2304 24794,'-38'-8'141,"0"0"1,1 2 0,3 4-74,-7 8-29,-4 4-17,0 1 1,4-1-12,7 0-22,8 0-12,7 0 18,6 0 10,3 3 12,2 2-6,0 6 7,-1 5 15,0 8 18,-1 8 5,-2 10-26,6-20 1,-1 2-236,-1 3 0,1 2 241,0 3 1,1 0-21,1-1 1,1 0 5,2-2 1,3-1-9,2-4 0,5-2-244,15 24 230,16-10-61,13-12-96,-20-22 0,2-4-871,3-1 0,3-4 1028,9-5 0,-2-2 0,5 1 0,-1-6 0</inkml:trace>
  <inkml:trace contextRef="#ctx0" brushRef="#br0" timeOffset="674">4365 2617 20979,'0'-11'3815,"0"2"-3249,2-26 0,-1-6 150,-1 12-498,1-14 1,0 3-40,-2 28-167,-1 13-18,2 7 12,0 19 5,2 14-107,1-2 1,0 4-359,0 0 1,2 1-2385,1 12 0,2 0-19,-2-16 0,1-2 2857,3 3 0,-1-3 0,-1-8 0,0-3 0</inkml:trace>
  <inkml:trace contextRef="#ctx0" brushRef="#br0" timeOffset="883">4842 2839 23943,'0'-6'2895,"0"1"-2715,0 5-169,-1-2-95,5 23-437,-1 6-1395,8 27-689,-3-10 2605,3 1 0,-6-27 0,0-1 0</inkml:trace>
  <inkml:trace contextRef="#ctx0" brushRef="#br0" timeOffset="1433">5466 2479 26771,'10'-37'56,"-1"7"-11,-8 44 5,-3 2 62,-1 0 96,-3-4 38,0-10-84,1-11-38,0-9-18,3-15-44,4-9-18,9-7-10,9 4-23,7 9-16,-3 15-1,15 10 17,-9 15-11,15 9-5,-10 15-12,-4 13 11,-12-3-5,-10 19 0,-16-20 0,-7 2-542,-1 4 1,-4 2 548,0-9 0,-3 2 1,-1-1-3,-10 10 1,-3-4 21,1-2 1,-1-5-3,5-7 0,1-6 9,-19 4 61,16-25-6,12-15-16,11-12-12,7-5-33,6 4 1099,15-6-1122,5 15 0,15-2-55,5 18-107,5 12-157,2 12-717,-1 11-1296,-2 6-1936,-22-19 1,-2 0 3563,17 16 1,-14-13 0,-12-12-1</inkml:trace>
  <inkml:trace contextRef="#ctx0" brushRef="#br0" timeOffset="1616">6147 2745 25511,'-1'-3'1641,"1"1"-1596,0 2-504,7 55-1597,0-20 2056,1 7 0,0 0 0,-1-16 0,1-2 0</inkml:trace>
  <inkml:trace contextRef="#ctx0" brushRef="#br0" timeOffset="2133">6661 2412 24262,'-2'-7'2257,"0"2"-2072,4-26 0,3-6-28,8 9-96,-3-14 1,5 3 33,19 18-84,10 6 6,8 7-11,3 8-639,2 13 628,-2 11-46,-5 12-21,-10 10-1,-16 5 62,-18 5 22,-24-1 0,-14-3 3,11-27 0,-2-3 53,-24 16 56,1-11 90,6-13 212,8-11-229,7-10 80,9-7-147,6-6-40,5-2-33,11 1 285,5 2-330,11 4 11,9 5-16,6 6-12,8 11-11,7 7-364,4 12 367,-28-10 0,-1 1-20,20 23 12,-15 6-207,-19 5-23,-26 2-90,-19-1-160,7-29 1,-3-3 67,-3-2 0,-1-3-378,-2-4 0,1-3-4104,0-4 1,1-3 3759,-11-2 0,14-2 1,22 1-1</inkml:trace>
  <inkml:trace contextRef="#ctx0" brushRef="#br0" timeOffset="2384">7782 2866 26838,'-4'57'-529,"0"1"1,-1-7 0,0-6 0,-2-11-1,1-14 1</inkml:trace>
  <inkml:trace contextRef="#ctx0" brushRef="#br0" timeOffset="2850">8544 2512 22267,'-2'-58'987,"0"-1"1,-1 1 0,0 9-450,-1 17 615,0 5-1092,2 15 280,2 20-341,3 5-28,5 29 17,0-9-26,1 9 1,0 4-230,-3-9 0,0 1-1191,2 18 0,1 3 1457,0-2 0,-1-4 0,0 7 0,2-6 0</inkml:trace>
  <inkml:trace contextRef="#ctx0" brushRef="#br0" timeOffset="3067">9157 2749 27650,'-6'-2'-856,"2"29"-147,5 22-129,2-8 0,-1-3 0,0-15 0,2 9 0</inkml:trace>
  <inkml:trace contextRef="#ctx0" brushRef="#br0" timeOffset="3633">9778 2458 27387,'4'-34'45,"0"8"17,-2 32 72,-1-3 96,0 0-113,-2-3 51,-1-7 11,-2-13-111,-1-7 10,1-11-28,5 4-16,3 9-23,7 2 0,11 9-16,9 4-40,17 6 34,5 15 11,-6 2-12,-17 1 1,0 3-33,12 17 16,-16-6 0,-3 3-23,3 24-751,-23-20 1,-6 0 773,-15 13-20,-8-16 1,-6 0-121,0-5 0,-2-1 168,-14 8 0,-1-3 36,11-9 0,1-4 17,2-2 1,3-6 58,1-16-51,16-4 74,8-19-79,11 8 1467,6-9-1523,10 12 310,7 6-321,-2 7-85,24 10-195,-10 9-655,18 12-1244,-12 8-4761,-1 6 6500,-7-4 1,-15-12 0,-9-11 0</inkml:trace>
  <inkml:trace contextRef="#ctx0" brushRef="#br0" timeOffset="3840">10474 2698 26133,'-4'-5'1982,"1"1"-1730,3 4-285,15 14-40,-4 15-543,10 16-1742,-10 12 2358,-4 0 0,-4-26 0,0-5 0</inkml:trace>
  <inkml:trace contextRef="#ctx0" brushRef="#br0" timeOffset="4324">10903 2404 26108,'8'-46'99,"-1"0"0,2 4 0,5 11-93,25 23 584,8 8-590,2 12-11,1 12-53,-4 13 31,-7 9 33,-9 6-12,-12-12-21,-7 9-34,-17-1 50,-6-3 34,-13-2 175,-3-22-164,-2-10 357,3-8-273,3-10 22,5-5 62,7-6 220,5 0-242,6 1-124,8 2-50,7 4 22,11 2-22,10 5-11,9 7 6,8 9-1,6 10-159,-29-9 0,-1 2 137,21 18-39,-16 1-62,-19-1-202,-27-1-346,-23-2-26,8-17 0,-3-1-1921,-5-1 0,0-3 2624,2-1 0,2-1 0,-9 0 0,18-4 0</inkml:trace>
  <inkml:trace contextRef="#ctx0" brushRef="#br0" timeOffset="4967">11826 2232 24995,'-3'-40'263,"0"-1"1,3 4 0,7 8-124,35 20 16,9 1-32,6 3-24,0 0-32,0 1-1,-4 0 6,-7 0 5,-10 0 73,-13 3 17,-11 0-73,-7 1-67,-7 1 23,-2 5-1,-2 6-5,-2 9 11,-1 12-11,1 15-31,6-17 0,0 2-145,1 8 1,1 3 144,3 3 0,1 3-491,2 3 1,2 1 481,2 1 1,2-1 5,-1 0 1,1-1-24,-2-4 1,-3 0-37,-4-5 1,-6-2-82,-7-4 1,-7-3-581,-9-3 0,-5-5-322,-9-3 1,-5-4 1030,-10-4 0,2-4 0,-9 2 0,6-9 0</inkml:trace>
  <inkml:trace contextRef="#ctx0" brushRef="#br0" timeOffset="5474">14004 2996 25259,'0'45'-835,"0"0"0,4 15 1,-11-39-1</inkml:trace>
  <inkml:trace contextRef="#ctx0" brushRef="#br0" timeOffset="5933">15617 2539 23741,'13'-52'943,"1"0"0,0-2 0,-2 4-31,-3-9-721,-1 14 5,-7 14-207,-1 34 22,1 17 6,0 8-17,0 30-6,-1 3-666,0-8 0,0 4 193,0-7 1,0 1-889,0 12 0,0-1-1686,0-21 0,1-1 3053,1 3 0,0-5 0,0-8 0,2-1 0</inkml:trace>
  <inkml:trace contextRef="#ctx0" brushRef="#br0" timeOffset="6217">16172 2390 22811,'0'-8'3070,"0"2"-2807,0 6-185,0 0-33,-77-28-50,30 43-447,-9-15 1,0 5 465,25 20 0,4 6-12,3-1 1,2-1-3,-8 17 189,14 3-178,17-16 17,17 11-11,10-14-23,20-3-27,-7-16-60,-10-8 1,3-1-396,9-5 1,3-1-1466,4 0 1,1-1 1952,6-3 0,-4 0 0,4-1 0,-23 3 0</inkml:trace>
  <inkml:trace contextRef="#ctx0" brushRef="#br0" timeOffset="6424">16771 2384 22979,'-3'-3'2420,"1"2"-2123,2 1-869,94-43-78,-63 37 1,2 2-686,12-9 0,6-3 0,-3 6 1335,-2 13 0,-5 5 0,8-2 0,-12 4 0</inkml:trace>
  <inkml:trace contextRef="#ctx0" brushRef="#br0" timeOffset="6590">17038 2570 20918,'-6'1'4974,"0"0"-4515,6-1 174,0 0-930,18-21-683,24 8-334,-8-2 1,4 0 934,14 5 1,-1 4-1,7-2 1,-3 2 0</inkml:trace>
  <inkml:trace contextRef="#ctx0" brushRef="#br0" timeOffset="6957">17778 2365 23629,'-7'-6'1434,"-14"-25"0,3-7-1009,19-2-307,-10-5 0,7 0-1283,45 0 1188,2 14-1,-3 15 1,4 3-4,-14 7 1,0 1-12,14-2 1,0 3-26,-10 6 1,-3 4 21,-2 3 1,-2 4-20,-2 5 0,-4 5 20,-5 5 0,-4 3-4,-6 3 1,-7 3-3,-9 2 0,-7 0-351,-9 2 0,-6-1 348,-8 1 0,-5-2 8,-4-2 1,-1-1 16,2-3 1,0-2-151,8-7 0,2-1 145,-13 9 546,24-17-479,27-8 349,24-14-355,31-2-47,-13 1 0,5 0-186,-9 3 0,3 0 0,2 1 119,7-1 1,2 1-1,1 1-1400,7 0 0,1 1 0,-2 0 1436,-3 1 0,-2-1 0,-4 1 0,5 1 0,-8-1 0,9 1 0</inkml:trace>
  <inkml:trace contextRef="#ctx0" brushRef="#br0" timeOffset="12024">25120 4159 24631,'-42'-16'386,"1"0"1,2 0 0,8 5-275,21 11-50,-2 7-51,4 5-11,1 10 0,3 3-6,2-4 12,7 5-28,10 2 22,8 1 0,9 2-6,-2-7 6,-7-7 28,-3 0-17,-14-10 45,-14 10 11,-36 3-31,14-8 1,-1 1-217,-5-1 1,0 0 237,-6 1 1,0 1 56,1 0 0,3 0-96,6-3 1,2 1-1,-4 2 1,9 2 36,18 5 0,15 1-3239,26 1 3200,4-8 2,-8-5 1,2 0 2,23 8-14,-18-4 1,0 2 36,12 11 246,-13-2-252,-31 0 17,-36 7-45,-9 3-141,7-12 1,-1-1 143,3-2 0,2-1 3241,-16 11-3272,10 5-319,28 5-868,17 0-2773,28 11 3440,8-16 0,-13-13 0,-12-9 0</inkml:trace>
  <inkml:trace contextRef="#ctx0" brushRef="#br0" timeOffset="12999">25429 12041 24919,'40'-20'14,"-1"1"0,0-1 0,16-7 0,-6 11 3,-4 26 138,-11 4-77,-15 4 115,-21 5-64,-25 3-17,-25 3-369,19-14 0,-3 0 313,-1-1 0,0 0-20,3 0 1,2 0 96,-20 12-94,18 1 0,17-4 17,12 1 56,15-2 34,10 2 619,14 0-748,4 2-12,3 0 12,-3 1-6,-4 1 1,-7 0 10,-12-1 17,-16 1 17,-16 2 6,-14 4-45,-11 0-6,-2 1 6,6-6-1,9-4-27,14-4 11,8 0-22,12-1 33,5 4 23,8 2-34,5 3 0,-1 2-12,-1 0-4,-5-2-29,-8-5-146,-15-5-335,-17-5-1278,-20-3 1804,10-7 0,0-1 0,-5 0 0,0-2 0</inkml:trace>
  <inkml:trace contextRef="#ctx0" brushRef="#br0" timeOffset="16475">5070 4723 24290,'8'-37'2145,"-1"1"-1742,-8 3-61,0 5-40,0 7-206,-1 10-108,1 7 24,1 27-24,0 5 12,0 25 0,0-1 6,-1 2 11,-2-1 22,-2-8 28,-2-11 96,0-12 44,1-13-78,1-15-17,0-13-40,0-17-21,1-17-32,5 21 1,1 0-241,4-4 1,1 1 239,4 1 1,2 2-12,3 3 1,1 3-31,18-13 27,-2 17-10,-2 11-6,0 16 5,3 10 0,2 13 23,0 6-17,-4 5 447,-8 0-459,-7 1-4,-8-8 27,-5-6 22,-4-9 7,-2-9 10,-1-9-11,1-9-15,1-7-24,5-8 0,6-4 0,9-1 0,5 3 0,5 6 0,5 9-41,4 7-3,4 13-7,2 8-50,0 12-61,1 8-975,3 4 750,-23-19 1,1-1-155,3 1 1,1-2-312,3 0 1,2-2-516,0-2 0,1-2-1475,0-4 0,0-2 497,-2-2 1,-2-5 1493,26-14 2251,-8-11 1899,-7-15 415,-7-8-975,-10-4-835,-9 0-638,-9 4-437,-12 8 430,-7 10-884,-10 12 210,-9 11-445,-7 13-56,-8 13-54,17 0 1,0 3-25,-9 9 11,-2 17-29,29-17 12,3 5-5,14-7 33,16-9-17,0-10 51,19-14 27,-8-11 68,7-13 39,-5-7 151,-4-11-229,-14 13 95,0-9-44,-13 19-169,0 0 0,-4 7 0,0 8 0,-2 7 0,-4 14 0,-4 13 0,-3 18 0,3 13-133,5-25 1,2 1-179,4 2 1,4 0-267,3 1 0,5 0-2697,8 2 0,4-2 3274,2-4 0,0-3 0,12 10 0,-13-20 0</inkml:trace>
  <inkml:trace contextRef="#ctx0" brushRef="#br0" timeOffset="16932">6904 4853 27734,'3'43'104,"-2"-11"0,0 2-104,-2 23 0,0-7 0,0 0-6,-4 9 3,3-25 0,-1-1-19,-7 14 16,2-27 34,-7-9-28,2-23 12,-5-22-7,3-4 3,4 7 1,-1-4-441,1-1 1,1-3 439,-3-13 1,1-4 11,5 8 1,1-4-1,2 1-3,1 6 0,1 2 0,1-1-1,1-20 1,2 3 25,5 7 0,3 4-6,0 15 1,2 2-26,6-6 1,2 2-1,12-5 11,7 19-16,-16 24-6,6 19-11,-4 11 16,-5-2 1,0 4-12,-3-4 1,-2 2 10,1 4 1,-3 1-6,-3 17 0,-13-15-11,-23 1 16,-18-12-84,2-11 1,-5-2-182,5-4 0,-2-3-1344,-9 0 0,2-3-580,-10-4 2184,10-3 0,36 1 0,2-1 0</inkml:trace>
  <inkml:trace contextRef="#ctx0" brushRef="#br0" timeOffset="17142">7319 4746 27118,'-21'-50'0,"5"10"0</inkml:trace>
  <inkml:trace contextRef="#ctx0" brushRef="#br0" timeOffset="17949">8044 4517 23999,'-8'-44'764,"-1"-1"1,1 0-1,-4-15 1,-2 15-653,-4 31 17,-10 16-101,5 18 0,-10 21-12,17-12 1,3 3-202,-1 5 1,3 2 189,2 3 1,4 0-258,3 1 1,4-1 248,6 0 1,6-1 7,6-1 1,5-3-9,7-3 0,4-4 14,3-5 1,3-6 24,-1-5 1,0-6 5,-3-8 0,-2-6-138,-2-3 0,-1-5 152,-3-5 0,-2-3 19,-3-1 1,-1-1 5,-3-2 0,-3 0 65,10-23-79,-11 13 152,-5-6-130,-11 24 215,-6-2-304,-10 21 598,-11 13-598,-5 13 0,0 11 0,8 6 309,11 0-309,10-4 0,12-8 0,9-8 0,10-13 0,5-9 0,-5-7 0,16-20 0,-17-2 0,9-17 0,-18 2 0,-8-2 0,-8 0 0,-10 3 0,-5 5 0,-6 8 0,-3 9 0,-1 9 0,-2 14 0,0 9 0,-1 11 0,4 7-231,8 5-805,10 3-935,15 0-2141,14-1 3264,20-5 0,-20-14 0,3-6 0</inkml:trace>
  <inkml:trace contextRef="#ctx0" brushRef="#br0" timeOffset="18532">8909 4650 27107,'9'-42'414,"-1"1"1,0 2-1,-2 13-341,-6 24-50,-7 32 5,0 3-23,-7 27 34,2-8-33,0 1-51,3-4 45,2-6 0,4-11 51,2-14 27,1-11-15,4-14-63,3-11 0,6-12 0,4-6 0,4-3 0,3 4 0,2 5 0,1 8 0,3 8 0,0 7 0,3 11 0,-1 7 0,0 10 0,-2 5 0,0 1 0,0 0 0,5-3 0,4-7 0,3-10 0,0-15 0,-1-13 0,-2-14 0,-2-13-253,-20 20 0,-3-3 253,-1-5 0,-2-2 0,-2-5 0,-2-1 0,-1-3 0,-1 0 0,-3 2 0,0 1 0,0 7 0,-1 3 0,-1-14 0,0 22 0,0 16 0,-1 14 0,-1 16 0,1 19 0,-2 19-204,0-22 1,1 2 203,-1 4 0,0 3 0,0 1 0,1 1 0,1 3 0,2 1 0,5 1 0,3-1-99,2 1 1,1-1-863,4-2 1,0-2-2065,-2-5 1,0-4 3024,4 19 0,-9-28 0,-6-16 0</inkml:trace>
  <inkml:trace contextRef="#ctx0" brushRef="#br0" timeOffset="19232">9510 4715 21607,'-4'-3'4369,"1"1"-3759,3 2-587,60-30-34,-4 20-693,0-8 1,3 0 635,-10 13 1,-1 1-17,1-2 0,0-1 11,-3 0 1,-2 0 7,-4-1 0,-2-1 82,21-9 72,-20-1 85,-18 0 61,-13-1 45,-15 1 1027,-10 2-976,-13 3-34,-8 5-12,-7 7-78,-1 9-100,3 9 357,6 11-419,9 6-17,10 5-17,9 11-11,9-17 12,12 10 4,9-20 18,11-2 11,4-9 29,9-19-74,-15-3 0,9-19 0,-18 0 0,4-10 0,-7 0 0,-4-1 0,-7 17 0,-3 5 0,-4 16 0,0 6 0,-3 8 0,-1 18 0,-2 3 0,2 3 0,2-1 0,6-7 0,5 5 0,17-3 0,2-11 0,4-5 0,4-15 0,-8-10 0,5-7 0,-6-7 0,-5-9 0,-10 10 0,-2-5 0,-8 16 0,1 0 0,-3 7 0,13 64 0,-5-36 0,7 21 0,3-1-461,0-22-2238,20 12 2699,-8-17 0,-8-3 0,-4-6 0</inkml:trace>
  <inkml:trace contextRef="#ctx0" brushRef="#br0" timeOffset="19408">10612 4340 27930,'-16'-35'-5253,"12"35"5253,20 46 0,0-4 0,-11-24 0</inkml:trace>
  <inkml:trace contextRef="#ctx0" brushRef="#br0" timeOffset="20049">10912 4535 24475,'3'-4'3584,"0"1"-2972,-3 3-612,-4 35 0,-2-13 0,1 8 0,-1 4 0,-3 12 0,5-14 0,1 1 0,3 15 0,6-5 0,5-27 0,-1-11 0,6-22 0,-5-8 0,4-19 0,-3-5 0,-2-1 0,-1 12 0,6-5 0,-6 26 0,15-6 0,-3 24 0,12 8 0,-9 6-3392,13 21 3392,-20-15 0,15 25 0,-18-21 0,4 8 0,-9-16 0,0-4 0,2-12 0,3-6 0,8-12 3392,4-9-3392,4-8 0,0-4 0,-2 1 0,-5 3 0,-6 6 0,-6 4 0,-7 3 0,-2 3 0,-2 4 0,-1-1 0,0 7 0,-1-2 0,-1 6 0,1 2 0,-1 2 0,3 8 0,-1 6 0,6 12 0,7 9 0,2-4 0,4-5 0,3 2 0,10 12-112,-8-12 1,-2 2 111,1 16-426,-24-4-3881,-38-4 4307,-14-9 0,9-11 0,15-9 0</inkml:trace>
  <inkml:trace contextRef="#ctx0" brushRef="#br0" timeOffset="20525">11933 4528 25438,'4'-48'705,"0"1"1,0-1 0,1-14 0,-1 13-583,-3 31-5,-1 21-62,0 20 5,0 24-42,0-12 1,-1 2-558,1 8 1,-1 1 525,1 4 1,-1 1-62,3 3 1,1 0-306,1-1 0,2 1-835,3-2 0,2-1 1213,3 1 0,0-5 0,3 6 0,1-13 0</inkml:trace>
  <inkml:trace contextRef="#ctx0" brushRef="#br0" timeOffset="21458">12289 4633 22218,'0'-10'1954,"-5"-24"1,-4-4-1283,-2 12-493,1-11 1,-2 3 10,-6 22-56,-5 14-38,-9 13-1,-15 14-56,19-9 0,-2 2-264,-2 1 1,0 2 238,2 1 0,3 2-3,5-3 0,4 0 28,0 24 17,31-8 17,26-5-323,-7-21 0,3-3 272,6-1 1,2-4-6,3-1 0,1-3-9,-2-4 1,1-3-9,-2 0 0,-1-3 2,-3-3 1,-2-1 2,-3-1 1,-2-2-150,20-16 166,-14-3 442,-17 2-442,-12 4-5,-11 4-34,-8 5 631,-7 6-569,0 4 150,1 4-144,3 3-23,2 5 5,3 4-5,3 8 6,6 3 16,9 3-38,13-2 16,14-5 16,10-5-31,8-7-13,-3-9 0,-8-9 0,-16-1 0,-9-19 0,-14 9 0,-8-14 0,-6 9 0,-7 5 0,-3 7 0,-3 9 0,-3 12 0,2 4 0,-21 30 0,12 1 0,-8 9 0,13 6 0,22 0 0,6-9 0,18-13 0,7-4 0,9-7 0,16-3 0,6-3-341,-18-8 0,0-4 341,18-1 0,-1-3 0,-20 1 0,-3-4 0,1-6 0,-2-5-148,-8-3 1,-3-3 147,19-25 0,-24 20 0,-4-1 0,-2-13 0,-8 12 0,-7 11 0,-2 10 660,-5 10-660,0 9 317,0 8-317,3 9 0,4 3 0,7 2 0,9-2 0,15-5 0,18-7 0,17-9-254,-25-10 0,0-2 254,0-3 0,0-3 0,-3-3 0,-2-3 0,-5-2 0,-2-3 0,14-19 0,-16 8 0,-9 0 0,-12 21 0,-10 8 0,-15 24 0,-17 24 0,13-13 0,0 4-309,-3 7 1,1 3 308,0 7 0,2 4-585,10-14 0,2 1 0,1 2 585,0 4 0,2 3 0,1 1 0,1 4 0,1 2 0,2 1-1593,3-13 1,0 1 0,0-1 0,2-1 1243,-1 11 1,0-1 0,2-5 0,0 4 0,1-7-1,0 7 1</inkml:trace>
  <inkml:trace contextRef="#ctx0" brushRef="#br0" timeOffset="21949">14299 4464 25214,'9'-45'666,"0"0"1,1 0-1,0-12 1,-1 2-272,-1 7 1,-3 5-396,-3-1 0,-5 23 0,-4 41 0,-4 31 0,2-9 0,-1 6-435,1-8 0,1 2 0,0 4 435,0 1 0,-1 4 0,1 0 0,1-4-529,0 1 0,0-2 0,1 3 529,1 1 0,-1 5 0,2 0 0,2-5 0,2-4 0,2-3 0,2 1-122,2 9 1,3 0-1,4-2-1015,5-7 0,3-1 0,3-5 1137,13 7 0,1-7 0,-9-14 0,-2-6 0,9-2 0</inkml:trace>
  <inkml:trace contextRef="#ctx0" brushRef="#br0" timeOffset="22866">15038 4756 22828,'-2'-43'1190,"0"0"0,0-1 0,-1-14 1,1 6-726,6 7-152,0 15-162,1 13-95,-1 14 17,-1 18-49,1 17-24,-1 19 0,0-3-4,-4-14 1,-1 2-526,-2 5 0,1 2-1250,2 2 1,0 0 1470,1 3 0,1-5 0,4 2 0,1-22 0</inkml:trace>
  <inkml:trace contextRef="#ctx0" brushRef="#br0" timeOffset="23098">15479 4355 26205,'2'-46'564,"0"-1"0,0 1 1,1-14-1,1 9-564,6 13 104,-1 22-104,16 30 0,9 24 0,-5-1 0,-1 4-358,-3-6 0,-2 5 358,0 9 0,0 6 0,-4-1-567,-6-12 0,-3-2 1,-1 4 553,1 1 0,0 3 0,-2 2 1,-3-2-420,-4 8 1,-4 0 0,-5 0 431,-1-9 0,-4 1 0,0-1 0,1-5 0,-3 12 0,-1-6 0,-5-2 0,0 0 0</inkml:trace>
  <inkml:trace contextRef="#ctx0" brushRef="#br0" timeOffset="24232">25153 5841 25623,'0'-8'2055,"0"2"-1831,0 6-95,0 0-95,-7 39-34,-5 18-775,1-8 1,-1 5 567,-2 2 0,-1 0-731,1 2 0,1-1 938,2 4 0,2-4 0,3-23 0,1-4 0,2 23 0</inkml:trace>
  <inkml:trace contextRef="#ctx0" brushRef="#br0" timeOffset="24475">25613 5918 24475,'-6'-3'2571,"1"1"-2247,5 2-212,0 0-145,34-37-298,18 28-249,-7-9 1,5 3-985,4 16 1,1 7 1563,7 2 0,-5 0 0,-22-4 0,-3 1 0,23 9 0</inkml:trace>
  <inkml:trace contextRef="#ctx0" brushRef="#br0" timeOffset="24649">25712 6309 28474,'50'-28'-297,"-1"0"0,0 2 0,-1 6-1669,-6 11 0,-2 4 1502,-3 0 0,-4 0 0,11-1 0,-21 4 0</inkml:trace>
  <inkml:trace contextRef="#ctx0" brushRef="#br0" timeOffset="25258">26974 6067 26018,'25'-46'681,"0"0"1,-4 5-1,-5 10-474,-12 23-93,-11 9-30,-9 14 0,-14 12-12,-14 17-524,19-16 0,0 2 452,-1 4 0,3 1 0,2-1 0,3 1 0,5-1 0,4-1 224,12 25-224,22-12 0,21-14-207,10-13 207,1-17 0,-5-16-22,-9-14 22,-10-13 0,-11-11 694,-10-9-694,-10 22 0,-2 0 0,-4-23 5,-1 7-5,-2 22 104,2 20-5514,-3 2 5416,-1 12 0,3 0 0,1 2 0</inkml:trace>
  <inkml:trace contextRef="#ctx0" brushRef="#br0" timeOffset="27834">24668 7652 22279,'1'-6'3893,"1"0"-3143,-2 6-117,0 0-549,13-42-56,-9 33 6,11-28-1,-13 47-5,0 3-5,0 3 10,-7 1 46,-6 1 5,-10-1-17,-6-5 28,-5-4-28,0-10-22,3-10 17,8-11-34,10-14-11,14-9 16,14-9-434,15 2 401,-13 28 0,3 2 28,26-13-74,0 13 40,0 12-5,-3 19 6,-2 16-1,-3 21-3,-22-15 1,-3 2-1,-2 5 1,-5 1-305,-6 3 1,-6 1 320,-7 2 1,-6 0-1266,-11 3 1,-5-2 1245,5-8 0,-5-1 9,-5-1 0,-6 2 0,2-4-245,-2-1 1,-1-2 246,4-4 0,-2 1 0,4-4 5,-1-5 0,4-6 18,-11-6 428,23-16-412,23-10 23,33-12-62,-2 10 957,2 6 0,5 2-965,-5 6 0,2 1-20,12-1 0,3 1-90,4 1 0,3 2-360,4 2 1,2 0-653,-18 1 1,0 1-1,-1 0 671,15 0 1,-4 0 0,-15 0 0,-6 0 0,5 0 0</inkml:trace>
  <inkml:trace contextRef="#ctx0" brushRef="#br0" timeOffset="28050">25569 7542 24615,'0'-4'1507,"0"1"-1468,0 3-140,78-50-471,-38 43 1,2 0-279,-4-9 0,1-5 0,1 7-1231,16 12 1,-2 7 2080,-17-1 0,-3 1 0,17 1 0,-12 2 0</inkml:trace>
  <inkml:trace contextRef="#ctx0" brushRef="#br0" timeOffset="28224">25732 7810 25281,'47'-19'-159,"0"0"0,0 0 0,-2 2 0,0 0 0,1 3-1537,-2 5 1,1 3 0,-2 1 906,7-3 1,-3 2 0,-3-1 0,-6 2 0,-8 1 0</inkml:trace>
  <inkml:trace contextRef="#ctx0" brushRef="#br0" timeOffset="28824">26940 7397 22038,'-8'-4'4078,"2"0"-3356,6 4 230,0 0-593,18-53-191,-13 39-90,13-39-22,-17 53 164,-1 0-220,3-5 0,-2 3 0,5-6 0,-4 5 0,3-3 0,0 2 0,0 0 0,1 0 0,-3 2 0,-1 1 0,-1 1 0,-1 7 0,-1 9 0,-3 16 0,1 2 0,-6 20 0,4-21 0,0 1 0,1 1 0,1 2-220,-1 4 1,1 1 219,3-8 0,1-1-110,1 1 1,0-1-894,2 18 1003,0 7 0,-3-37 0,1 3 0</inkml:trace>
  <inkml:trace contextRef="#ctx0" brushRef="#br0" timeOffset="30525">24651 8720 23378,'14'-44'258,"1"-1"0,-3 7 0,4 7 750,26 9-941,-5 12-22,2 4 290,-1 8-307,-3 9 138,-5 10-177,-6 11 522,-7 9-534,-9 5-21,-14 0 16,-14-2 44,-17-6 1,-11-9 11,-6-7 39,1-8 73,7-7 112,12-7 56,11-7-39,11-3-84,8-4-73,8 0-39,7 2-34,10 4-17,9 2-5,5 6-6,6 9 1,-8 1-7,15 24-33,-17-3 14,-10-7 0,-1 1-14,2 18-39,-11-1-123,-18-5-180,-15-6-184,-17-8-387,-9-10-1053,-1-7 1994,2-10 0,23 3 0,5-6 0</inkml:trace>
  <inkml:trace contextRef="#ctx0" brushRef="#br0" timeOffset="30775">25571 8724 27460,'41'-21'-574,"1"-1"1,-1 1-1,0 2 1,0 1-1,-1 8-1720,8 10 1,-1 7 1161,3 1 0,-3 0 0,6 2 0,-12 1 0</inkml:trace>
  <inkml:trace contextRef="#ctx0" brushRef="#br0" timeOffset="30925">25660 8878 22531,'-4'0'3932,"0"0"-3596,4 0-498,75-20-634,-44 16 1,3-1 86,11-3 0,5-1 1,-6 1-1,15 3 1,-6 0-1</inkml:trace>
  <inkml:trace contextRef="#ctx0" brushRef="#br0" timeOffset="32458">26790 8711 10931,'5'5'7977,"0"-1"-6885,-5-4 3584,0 0-4144,2 12-318,-2-8 161,0 10-6,-3-12-33,-2 1 0,-3-1-179,0-1-84,1-1 50,-2 0-5,3-1 89,-4-7-157,5 1 85,0-17-85,5 8 34,7-21-11,9 2-17,13-9-14,-7 20 0,2 2-14,17-7-6,5 8-10,-19 16 4,4 6-27,0 11 28,0 7-11,0 16 5,-15 10-11,-7-4 11,-14 16 11,-14-8-30,-4-13 0,-3 0-232,1-7 1,-1-2 241,-6 2 1,1-3 8,-6 3-11,6-5 6,17-15 0,2 0 16,9-6 34,5-3 457,2 1-491,11-1-5,22 0-40,16-4-609,-12 2 1,3-1-192,4-2 0,2 0 823,11-1 0,-2 0 0,-24 3 0,-2 0 0,29-5 0</inkml:trace>
  <inkml:trace contextRef="#ctx0" brushRef="#br0" timeOffset="36358">8506 3247 14135,'-3'0'6016,"0"0"-3994,3 0-1871,-7-26-72,20 14-40,3-21-39,27 19-11,7 1 5,3 2-39,-1 3-44,-9 3-74,-12 4 56,-15 5 113,-16 2 33,-14 4 12,-15 2 22,-9 1 50,-7 0 45,-2 1 17,7-3-28,9-2-85,14-4-38,10-2 56,9-3 50,6 0-62,10-2-39,8-2-11,7-4 23,5 0-29,-1-3 17,-3 1 129,-10 1 90,-9 4-152,-13 1-117,-13 3 17,-26 5 5,6 1-6,-1 1 1,-2 1 28,-17 6-9,20-4 0,0 0 25,-17 6-33,19-5 22,16-6 118,16-3-28,12-5-17,13-3-17,12-8-61,8-4-62,-15 7 0,-1 0-163,13-4-1752,11-1-7888,-32 14 8224,-3 0 0,-11 3 1,-8 0-1</inkml:trace>
  <inkml:trace contextRef="#ctx0" brushRef="#br0" timeOffset="39225">8487 6954 22615,'-4'-5'2627,"1"2"-2201,3 3-180,7-64-111,14 36-99,-6-10 1,5 2-4,31 19-16,3 8 11,0 12-28,-5 12-22,-7 11 22,-9 11-12,-10 6 7,-13 5 16,-16-1 6,-13 1 33,-13-8 29,-7-7 89,3-9 112,4-9 28,10-7-45,7-8-95,9-7-84,4-4-28,11-4-39,7 1-6,13 2-11,10 6 5,8 4 7,5 12-29,1 8 17,-4 10-309,-1 5 275,-9 3-16,-9 2-34,-17-1-17,-21-4 0,-20-4-45,-20-5-201,-11-7-12,26-11 1,0-2-491,1-2 1,1-3 848,-27-14 0,26 9 0,11-7 0</inkml:trace>
  <inkml:trace contextRef="#ctx0" brushRef="#br0" timeOffset="39532">9595 7161 27697,'46'-30'1,"-1"1"1,1-1-1,-3 3 1,-2 0-1,-3 6-1,-6 8 0,-3 3 0,23-7 471,-9 7-471,-13 5 163,-10 4-163,-10 1 82,-6 0-324,-4 0-1669,0 2 1911,6-1 0,-4 2 0,3-3 0</inkml:trace>
  <inkml:trace contextRef="#ctx0" brushRef="#br0" timeOffset="43608">10845 6841 10791,'1'-4'8873,"0"0"-4415,-1 4-3999,23-61 690,-16 39-869,5-12 0,-2 5 33,-8 22-139,-8 12-34,-9 9-67,-3 3 22,-5 7 0,-3 4-5,-13 19-388,10-12 1,1 3 308,8-6 0,4 0 12,-5 26-12,12-17 6,24 2 22,7-23 0,22 2 12,7-18-1,5-13-191,2-9 191,-15-3 37,-16-1 0,-4-3 36,0-15-65,-9 11 1,-2-2 53,-7-23 17,-13 2-17,-9 2-28,-9 5 6,-4 10 581,0 11-671,3 12 0,4 12-91,3 11-151,4 12-1443,6 12 1685,5 11 0,5-20 0,1 0 0</inkml:trace>
  <inkml:trace contextRef="#ctx0" brushRef="#br0" timeOffset="44476">12151 6852 23030,'-42'0'853,"-1"0"0,3 1 1,16-3-787,33-3-11,16-1-45,25-1-6,-15 3 1,2 1-447,7 0 1,1 2 440,1-1 0,1 2-6,-4 2 1,-1 1-12,-8 1 1,-2 2 206,9 12-179,-26 6 6,-32 8 11,-27 8-530,11-17 1,-4-1 532,-4 0 0,-1 0-3,8-5 0,0-1 61,-7 3 1,2-1-17,3 0 575,-3 4-558,35-14 39,22-6-62,22-9-53,-9 1 0,2-1 310,6-3 1,1-2-314,1-2 1,1 0 13,-3-2 0,-1-1 20,-5-2 0,-3-2 8,-5 0 0,-4-3-45,4-29 132,-16-4 84,-18-3 62,-11 2-1,-12 8 1,1 8-51,0 13-78,9 11-79,8 9-60,8 6 511,4 6-529,8 7 122,7 11-122,15 11-13,13 10-286,-17-18 0,1 1 237,2 2 1,-1 2-79,-2 1 0,-2 2-336,-5 1 0,-3 1-289,-4 0 1,-6 0 764,-10 2 0,-3-3 0,1 4 0,-11-7 0</inkml:trace>
  <inkml:trace contextRef="#ctx0" brushRef="#br0" timeOffset="45099">14019 6856 26077,'0'-55'317,"1"1"0,1 5 1,4 7-184,16 8-44,3 9-40,5 8-5,4 9-23,8 7-10,5 10-7,5 10-22,-2 12-611,-6 8 583,-9 5-17,-13 1 185,-13 0-134,-17-2 11,-15-3 22,-12-5 18,-4-9 32,1-9 40,7-9 56,9-8-5,8-8 404,8-4-505,4-5-34,10 2-11,7 3-1,13 6-10,10 4-12,9 11 18,5 9-1,3 12-14,-23-7 0,-1 1-17,-6-3 1,-2 1 8,18 18-6,-23-4-28,-24-10-61,-19 4-124,-26-6-330,7-12 0,-3-3-162,13-4 0,-1 0-751,-17-1 0,3-1 684,-2-5 1,8 2 0,22-1 0</inkml:trace>
  <inkml:trace contextRef="#ctx0" brushRef="#br0" timeOffset="45566">15213 6821 24641,'34'-25'403,"0"0"0,1 0 1,8-7-1,-7 7-341,-14 18 148,-11 10-64,-5 7 94,0 6 96,-15 21-146,-10-1-92,0-10 0,-2-1-381,-18 12 314,10-14 0,-2 1-3,5-6 0,0 0 0,-4 4 0,-1-1 39,-19 14-33,23-13-18,12-8 12,16-8-16,9-2 4,14-2-47,7-1 1,5-2-298,3 0 1,3-2-127,2 1 0,3-1-1591,10-2 1,0 0 1504,-16 2 1,-2-1 0,-3 1 0,-4 1 0,6-1 0</inkml:trace>
  <inkml:trace contextRef="#ctx0" brushRef="#br0" timeOffset="45775">16050 6780 24508,'-4'-4'1989,"1"1"-1900,3 3-1108,96-55-1506,-47 42 1289,-3-5 0,9-4 0,-3 8 680,-5 16 1,-4 5 0,-9-6 0,-3 1-1,22 6 1</inkml:trace>
  <inkml:trace contextRef="#ctx0" brushRef="#br0" timeOffset="45948">16192 6995 22335,'-4'1'5209,"0"-1"-4884,4 0-605,92-26-978,-48 18 1,5 0 649,4-3 1,5-3 0,-6 3-1,-7 5 1,-6 1 0,15-3-1</inkml:trace>
  <inkml:trace contextRef="#ctx0" brushRef="#br0" timeOffset="46325">17017 6655 25870,'10'-56'392,"1"1"0,1 4 0,5 9-286,28 10-67,7 14-61,0 12 33,-1 15-11,-3 13-17,-2 14-11,-6 9 11,-13-6-33,-16-6 0,-4 0-79,-15 18-277,-2-14 0,-6-1 375,-6-5 0,-5-4 34,-4-2 0,-2-3 30,0-3 1,0-2 11,3-3 0,0-1 95,-21 5 182,13-5-233,14-6-38,11-3-7,16-3-66,18-1-236,22 0-198,-11 0 0,3-1-1128,9 0 0,3-2 1584,12-1 0,-3 0 0,-23 1 0,-2 0 0,31-3 0</inkml:trace>
  <inkml:trace contextRef="#ctx0" brushRef="#br0" timeOffset="46558">18357 6723 23293,'-2'-2'3254,"-1"1"-2397,3 1-829,-72 70-2066,41-24 2017,2-13 1,-5 4-1,6-1-130,9-4 0,1-1-174,-3 0 1,-2-1-1298,-2-1 1,-3-2 1621,-4-3 0,1-2 0,-5 3 0,5-9 0</inkml:trace>
  <inkml:trace contextRef="#ctx0" brushRef="#br0" timeOffset="46708">17898 6702 27628,'53'18'63,"0"0"1,0 3-1,-3 6-844,-10 8 0,-4 4-163,0-3 1,-2-1 0,-10-10-1,-3-2 1,5 5 0</inkml:trace>
  <inkml:trace contextRef="#ctx0" brushRef="#br0" timeOffset="60816">26774 6157 12107,'-4'0'7568,"1"0"-2920,3 0-4345,-24-30 195,20 15-83,-15-25-135,28 23-50,14-9-169,5 3-21,12-5-12,-7 11 0,13 0-12,-5 9-10,13 1 11,8 5-34,-13 7 11,-4 1-27,-11 12 10,-12 4-5,3 13-11,-10 19 28,-9-15-17,-13 19 39,-13-23-5,-12 8 27,-9-8 23,-3-6 68,-7-5-52,18-10 124,-5-4 51,22-7 44,3-2-73,7-1-83,6-4-124,6 0 0,2-1 0,8 0-11,3 4 6,16 5-12,0 7 6,6 10-5,-13 0-29,2 14 1,-10-1-35,0 24 24,-13-8 38,-18 4-11,-7-25-16,-28-2-12,-7-13-25,8-7 0,-1-1-260,6-3 1,0-1 60,-2-4 1,2-1-337,-1-5-3624,18-12 3419,19 3 1,2 3 0,5 3 0</inkml:trace>
  <inkml:trace contextRef="#ctx0" brushRef="#br0" timeOffset="61458">26810 6173 20929,'-6'-4'2907,"2"0"-1910,4 4-672,-22-60 123,30 25-378,-12-4 0,6 2 9,38 4-40,8 12-1030,8 5 1008,-9 9-2,-13 5 0,1 3-10,10 6 185,16 9-206,-20 10-18,-11 9 28,-10-3-22,-10 15 6,-20 5 22,-11 4-21,3-25 0,-5-1 18,-1-5 1,-2-3 269,-17 11-259,11-13 1,-1-2 58,-7 1 79,-14 2 139,25-13 34,10-4-45,10-4-167,6-1 595,1-4-539,6-5-124,3-1-61,7-3 27,5 6-5,-1 3 6,9 3-6,-2 9 11,7 6-33,8 23-1,-11 4 18,-3 4-18,-14 6-10,-17 2 27,-11-2 0,-16-1-16,-13-21 5,7-12-78,-12-6-734,4-10-2531,-1-8 2926,3-4 1,24 1-1,9 4 1</inkml:trace>
  <inkml:trace contextRef="#ctx0" brushRef="#br0" timeOffset="63299">9963 3203 24861,'21'-38'39,"13"6"-56,25 20-332,-27 7 1,0 1 264,25-1 160,-14 4-188,-19 5 194,-18 4-54,-22 7 17,-20 4 11,-22 2-289,23-10 1,-3 0 274,0-1 0,-1 0 28,3-2 0,0 0 452,-21 4-202,18-5-35,19-4-161,14-4-85,16-5-22,11-4-6,18-5-6,13-1 154,10 1-164,0 3-6,-9 5 11,-15 3 11,-18 3 34,-13 2 16,-18 3-33,-17 4-5,-18 3-1,-16 1-14,28-5 1,0-2 10,1 0 1,1 0 47,-18 1 352,18-3-403,18-3-55,17-3-196,16-4-1110,23-4 1345,-5 4 0,0 0 0,5 0 0,7 0 0</inkml:trace>
  <inkml:trace contextRef="#ctx0" brushRef="#br0" timeOffset="66683">11857 9247 22167,'6'-49'1366,"0"1"1,0-2 0,-3 8-857,-1 20-309,-2 0-156,-1 22 17,-1 16-45,0 5 50,-4 29-34,1-12 1,0 2-15,0 3 1,0 1-384,-1 9 1,2 0 366,0-10 0,3-3 13,2 20 12,8-4 12,14-23 38,5-11 17,9-21 28,0-26 29,3-19-68,-20 16 0,0-1 214,0-1 0,-1 0-217,0 0 0,-1 2 43,17-22-40,-2 12-51,-5 14-38,-8 12 49,3 20-21,-10 14-6,3 20 5,-9 11-1682,-2 9 1632,-3-10-389,1-11 0,3-1-1409,7 14 185,-1-14 0,3-1 1641,13 10 0,-7-18 0,-8-14 0</inkml:trace>
  <inkml:trace contextRef="#ctx0" brushRef="#br0" timeOffset="66983">12759 9511 27706,'31'-17'50,"0"-1"1,3 1 0,3 3-43,8 7 0,1 2-600,-1-1 0,0 1 606,-6 1 0,-2 0 53,21-2 485,-22 3-356,-17 1 133,-13 1-351,-5 1-1326,-1 0 0,0 0 0</inkml:trace>
  <inkml:trace contextRef="#ctx0" brushRef="#br0" timeOffset="68499">14167 9554 19798,'7'-50'1151,"0"0"1,0 0 0,-2 6-1,0 1 1,0 3-752,0-3 1,-2 6 187,1-13-325,-4 25-201,-2 17 10,-2 20 18,-4 16 0,-3 20-68,5-17 0,-1 2-322,1 5 1,0 1 310,0 2 1,1 1-12,1-1 0,1 0-6,1-3 1,0-2 21,3 23 24,3-18 133,0-20 51,0-15-106,-1-20-57,-1-17-5,3-23-34,-2 19 1,-1-1 109,1-6 0,0 0-115,0-1 0,0 0 5,0 2 1,0 1-9,-2 7 0,1 1 3,0-12 5,-2 19 0,0 17-22,-2 16-39,-1 15-34,-1 19-156,1 17-389,4-23 1,2 1-478,2 4 0,4 1 1095,6 6 0,1-4 0,2 8 0,4-7 0</inkml:trace>
  <inkml:trace contextRef="#ctx0" brushRef="#br0" timeOffset="69057">15117 9204 26388,'31'-31'26,"-1"0"1,0-1 0,17-9 0,1 9-22,-1 24 1,0 8-479,-2 1 1,-1 4 466,-4 0 1,-3 3-23,17 17 326,-23 2-287,-26 4 185,-26 1-174,-24 1-3,14-15 1,-4-1-156,-4 1 1,-2 0 202,-2 0 1,0 0-1,1-1 0,1 0-31,6-2 1,2-1-3,-12 9 456,23-6-479,28-5 17,24-4-5,29-4-21,-21-5 1,2-2-290,4 0 0,1-3 292,-2-1 1,0-3 8,-4-1 0,-2-2 11,-7-1 0,-2-4 449,14-24-368,-19-9 17,-16-8-328,-19-1 390,-11 3 5,-7 10 101,-1 8-235,12 18 565,5 8-615,11 11-6,2 6 0,4 9 384,6 12-356,9 12-73,9 9-42,-9-20 1,2 1-293,1 1 0,1 1-1081,4 9 1,-2 2-3457,-7-6 1,-2-1 3648,0-2 1,-4-2 0,-5 0 0,-5-21 0</inkml:trace>
  <inkml:trace contextRef="#ctx0" brushRef="#br0" timeOffset="69591">16814 9231 26749,'-29'-52'250,"1"0"0,6 1 0,10 7-233,21 19 0,25-3-23,3 18 23,18 1-9,-17 11 1,0 3-9,15 3-9,-7 5 1,-2 4-3,-7 1-3,-5 1 0,-1 3-31,-2 12 28,-2 23 6,-19-5 0,-21 6 22,-7-23-237,-26 1 231,1-14 29,13-9 0,-2-2 61,-17 1 56,4-4-78,26-10 50,8-4-17,10-4-33,10-7-28,9 4-34,15 1-16,-4 8 5,14 2 5,-4 8 238,9 7-249,-18 1 1,0 3 5,18 19-9,-20-12 1,-2 2-14,3 10 5,-8 9-5,-21-12-314,-36 13-376,-17-14-610,12-16 0,-2-4 431,13-5 1,-1-2 890,-11-3 0,4-2 0,11 0 0,-10-2 0</inkml:trace>
  <inkml:trace contextRef="#ctx0" brushRef="#br0" timeOffset="70083">18005 9106 26710,'39'-42'188,"-1"1"1,-3 3-1,-3 11-115,0 22 22,1 10-61,-19 1 95,5 18-23,-25 1-11,-11 16-33,-21 0-37,12-17 0,-3 0 6,-6 1 0,-1 1-465,-3 0 1,0-1 458,1 0 0,1-2-8,6-3 0,2-1 217,-10 9-217,19-8 22,17-7 0,20-5-33,19-5-12,25-4-360,-20-1 1,3-2 278,9-1 0,1-1-585,7-1 1,2 0 44,-18 1 0,1 1 0,0-1-660,1 0 0,0 1 1,0-1 840,15-2 0,-5 0 0,-18 3 0,-5 1 1,5-2-1</inkml:trace>
  <inkml:trace contextRef="#ctx0" brushRef="#br0" timeOffset="70307">18800 9028 24946,'55'-20'-489,"1"1"1,-1 0 0,-2 1-1,-1 1 1,-4 7-1016,1 11 0,-3 6 1504,-3 1 0,-3 1 0,5 3 0,-16 1 0</inkml:trace>
  <inkml:trace contextRef="#ctx0" brushRef="#br0" timeOffset="70457">18922 9297 27046,'45'-13'-964,"0"0"1,0-1 0,-1 1-1,0 0 1,-3 2 963,1 1 0,-4 1 0,13-2 0,-23 4 0</inkml:trace>
  <inkml:trace contextRef="#ctx0" brushRef="#br0" timeOffset="71000">19794 8931 26081,'-1'-56'295,"-1"0"0,7 2 0,10 9-231,17 21 1,8 8-907,2-2 1,1 3 903,0 4 0,1 3-12,-3 2 0,0 4 68,-5 4 1,-1 4-91,23 15-11,-16 18 5,-19 13-16,-25 10 5,-8-27 0,-7 1-300,-8 2 0,-4 0 286,-6 2 1,-2 0 2,-3 0 0,-2-2 14,3-2 0,0-1-192,4-5 1,1-2 174,8-6 0,2-2 767,-6 8-747,17-12 340,21-9-318,17-5-6,23-9-25,-16 2 1,2-1 211,8-3 1,3 0-325,6 0 0,3 1-627,-12 3 0,1 0 1,1 1-1169,6 1 0,0 0 0,0 2 1640,-3-1 0,-1 2 0,-3 0 0,4 0 0,-6 0 1,8 1-1</inkml:trace>
  <inkml:trace contextRef="#ctx0" brushRef="#br0" timeOffset="71524">21121 8519 19837,'0'-4'140,"0"0"-121,-27 6 1,-11 8-20,-1 21-1090,-8-5 1,1 4 1075,19 6 0,4 5-11,-7 10 0,1-1 19,9-15 0,0-1 12,-7 10 0,1-3 634,-3 0-365,-1-4 410,10-18-904,15-31-162,7-2-3287,15-29 3668,0 13 0,-3 4 0,-5 11 0</inkml:trace>
  <inkml:trace contextRef="#ctx0" brushRef="#br0" timeOffset="71941">21150 8683 23091,'1'-5'3154,"-1"2"-1978,0 3-1143,-27 11 12,-2 18-51,0-7 1,-2 3-409,1 7 0,0 3-27,0-4 1,-1 2-1,2-3 46,-4 3 0,1-1-231,2-2 1,-2 2 0,2-4-510,5-5 1,2-2 104,-3 0 0,1-3 420,-12-5 1170,19-26-50,8-10 890,17-24 281,7-6-1021,-4 16 0,1-2 253,3-10 0,0 0-488,-2 9 1,0 2-129,1-2 0,0 4-73,1 3 489,-3 12-652,-5 18-27,9 18-54,8 7 1,4 6-46,6 3 1,2 2-792,4 3 0,3 1 238,-7-9 0,2 0 0,0 0 618,-1 1 0,1-1 0,-3-2 0,5 3 0,-3-3 0,-3 0 0,1 0 0</inkml:trace>
  <inkml:trace contextRef="#ctx0" brushRef="#br0" timeOffset="74199">26945 7423 21812,'29'-32'687,"1"1"1,-1 0 0,11-10-1,-10 8-283,-22 20 691,-5 7-1045,-4 5 333,-4 10-305,-10 21-50,3-3 40,-13 31 27,5-5-281,7-17 0,0 1 197,1 2 1,0 0-1,3 1 0,2-1-6,1-2 1,3 0 177,4-3 0,2-2-183,10 22 39,11-12 50,7-15 102,24-13-74,3-16-417,3-6 356,-26-3 0,-2-2 84,19-14-78,-22 9 0,0-2 55,17-15-37,-13 4-80,-16 15 0,-7 7 0,-10 10 600,0 9-600,2 9 157,2 14-157,4 13-96,4 11-425,-4-24 0,0 3-727,2 4 1,-1 2 1247,-1 10 0,-1-1 0,2 6 0,-5-1 0</inkml:trace>
  <inkml:trace contextRef="#ctx0" brushRef="#br0" timeOffset="81882">12679 11095 19966,'0'-4'4066,"0"2"-2486,0 2-1395,-41-15-34,21 18-11,-35-9 28,28 22 11,-7 0 23,-10 0 55,-7-4 51,-7-6-16,-2-4-46,7-9-44,12 0-62,17-2-84,14 4-23,6 3-5,4 8-11,0 7 17,-2 16-12,0 11 6,-2 12 17,-1 5-23,0 1-33,-1-2 33,0-4 6,-1-2 6,0-8 0,1-9-12,2-12 84,2-11-37,5-8-69,9-11 0,12-8 0,13-9 0,8-2 0,2 2 0,-3 8 0,-6 6 0,-5 9 0,-3 9 0,4 10 0,-4 3 0,-1 0 0,-3 3 0,-11-1 0,-2 10-242,-19 2-1018,-35 12 638,6-13-525,-1-10 0,-1-2-2202,-17 4 3349,18-12 0,1 0 0,-4 0 0,9-6 0</inkml:trace>
  <inkml:trace contextRef="#ctx0" brushRef="#br0" timeOffset="82141">13257 11503 24979,'-5'0'1411,"1"0"-1287,4 0-505,70-56-1741,-39 44 1,3 0-547,9-9 0,4-4 1,-2 5 2071,5 10 1,-4 4-1,16-3 1,-28 5 0</inkml:trace>
  <inkml:trace contextRef="#ctx0" brushRef="#br0" timeOffset="82525">14045 11256 26570,'-12'-45'322,"-1"1"1,11-1 0,9 7-278,35 9-34,9 5-5,-18 15 0,0 4 38,27 0-24,-15 9 0,1 5-29,-10 1 1,-1 4-1043,1 8 1,-4 4 1044,-2 16 226,-19-12 1,-7 2-232,-17 6 0,-7 1-9,-3 1 1,-4 1-322,-1-8 1,-3-1 0,-1-1 345,-13 6 1,-1-3 14,2-2 0,2-3 2,11-8 0,1-2 26,1-1 0,3-3 1402,7-4-1377,4-1 1,47-22-57,13-6-12,-16 7 1,1-2 450,10-2 0,2-2-649,10 0 0,4 0-828,-16 5 0,1 1 0,2 0-1281,9-2 0,3 1 0,-2 1 1835,11-1 0,-5 3 1,-17 2-1,-5 2 1,7-1-1</inkml:trace>
  <inkml:trace contextRef="#ctx0" brushRef="#br0" timeOffset="83448">15536 11128 26245,'-6'-47'87,"0"-1"1,5 5 0,9 8-88,53 21-765,-24 9-1,1 1 671,4 2 0,1 2-68,-1 3 1,-1 1-26,-3 2 0,-2 3-401,17 15 398,-27 8-83,-40 7 243,-7-16 0,-8 0-568,-13 3 1,-5-1 721,-8 1 0,-3 0 26,19-9 0,-1 0 1,1-1 88,-16 6 0,2-2-42,11-3 1,3-1 10,-12 6 634,30-11-611,29-6 100,23-11-313,23-5-17,-19 0 0,2-1-282,4-3 0,0-1 282,1-4 0,-1-1 2,-2-2 1,-2-2 2,-3-1 1,-4-1 8,-4 1 0,-3-1 1297,10-24-1238,-17 5 39,-15 6 56,-13 6 61,-8 3 68,-5 4 50,2 4-184,6 6 846,4 1-863,9 9-75,0 1-65,6 6 16,9 8-27,11 9-12,12 12 28,8 14-515,-18-16 0,-1 2 487,1 5 0,-2 2-25,-1 4 0,-3 1-527,-3 3 1,-5 0-381,-5 0 0,-7 0 949,-9 1 0,-3-4 0,-3 6 0,-8-11 0</inkml:trace>
  <inkml:trace contextRef="#ctx0" brushRef="#br0" timeOffset="84032">16904 10916 25175,'14'-55'429,"-1"0"1,0 5-1,3 6-233,10 8-89,3 7-68,3 8-6,1 10 7,3 10-24,3 11 7,6 10-12,6 11-17,-23-12 1,0 1-124,0 2 0,-2 2 109,-3 0 1,-2 1-32,5 24 18,-20-4 44,-25-4 0,-17-6 0,-11-7 51,2-8 95,8-9 50,13-10 6,11-9-40,7-5-66,7-4-29,7 3 202,7 4-246,12 5-6,10 6 6,11 8-23,8 10-11,-26-6 0,0 3-12,0 2 1,-1 2 3,-2-1 0,-1 1-15,13 20-50,-18-4-39,-28-4-44,-24-4-119,-25-6-349,22-13 1,-1-2-125,-1-2 0,0-3 748,0-3 0,3-2 0,-5 2 0,11-5 0</inkml:trace>
  <inkml:trace contextRef="#ctx0" brushRef="#br0" timeOffset="84349">18298 10642 24956,'-5'-1'2381,"2"0"-2084,3 1-113,-72-3-49,36 13-294,-11-4 1,0 3 197,8 23 81,7 5-98,10 3-44,13-3-1,16-3 46,12-6-6,15-5-1,11-8-10,12-7-233,-24-6 0,1-1-193,3-3 0,1-1-2322,4 0 0,0-1 2742,-4-1 0,-2-1 0,12 0 0,-20 1 0</inkml:trace>
  <inkml:trace contextRef="#ctx0" brushRef="#br0" timeOffset="84632">19014 10600 23159,'-3'0'2940,"0"0"-2296,3 0-599,50-34-51,-6 25-173,10-9 0,5 4-686,-15 15 0,-2 4 503,0-2 1,0 2-1191,-4 3 1,-3 1 1551,10 8 0,-11-5 0,-14-1 0</inkml:trace>
  <inkml:trace contextRef="#ctx0" brushRef="#br0" timeOffset="84792">18969 10872 27354,'43'-9'-45,"1"0"0,0 0 0,10-2 0,-3 1-958,-8 4 1,-2 1-130,0 0 0,-3 1 0,16-2 0,-5 2 0</inkml:trace>
  <inkml:trace contextRef="#ctx0" brushRef="#br0" timeOffset="85598">20107 10587 19994,'-6'-9'3887,"2"2"-2582,4 7-644,-5-72-319,13 34-292,-9-5 1,6 1 117,34 3-118,2 21-188,-9 8 0,2 3 161,27 14-34,-3 16-1,-11 18 12,-20 14 12,-25 8-7,-13-30 1,-8 0-488,-8 3 0,-6-2 496,-7 1 0,-3-2-3,8-7 0,-1 0 6,-12 6 0,3-3-93,-1 2 143,-5 5 73,42-23 68,31-10-57,28-9-107,-12 0 1,3-1-410,8-1 0,3-1 329,5-2 0,1 0-544,1 0 0,2-1 409,-16 3 0,0-1 1,-4 1-1,-4 1 1,-4 1-1,-1 0 1,-1 0-1</inkml:trace>
  <inkml:trace contextRef="#ctx0" brushRef="#br0" timeOffset="86899">21944 10406 24771,'0'-5'1888,"0"1"-1339,0 4-409,-78 84-1731,52-55 1,-3 3 1564,-11 11 0,-7 6 0,5-4-61,8-7 0,1-2-285,4-5 1,-3 2 0,2-1-1497,-7 8 0,0-1 1868,-5 6 0,4-4 0,0 0 0,25-26 0</inkml:trace>
  <inkml:trace contextRef="#ctx0" brushRef="#br0" timeOffset="87058">21198 10706 23688,'25'-36'625,"1"-1"1,-1 1 0,10-10 0,1 15-542,-3 32 0,2 12-53,6 5 0,1 5-944,-4-1 0,2 2 771,-1-1 0,4 3 1,1 2-3136,7 4 0,1 3 0,-2-2 2109,-11-8 0,-1 0 1,0-1-1,1 3 1,1 0-1,-11-7 1,-9-6-1</inkml:trace>
  <inkml:trace contextRef="#ctx0" brushRef="#br0" timeOffset="89415">27292 8584 21719,'6'-5'3584,"0"1"-2838,-6 4-141,60-45-180,-44 33-308,19-13 1,-11 5-34,-32 18-39,-13 5-11,-17 3 11,-18 4-197,21-4 0,-1-1 146,-5 2 1,0-1-294,-3 0 0,0-1 313,2 0 0,0-1 0,4-1 0,2-1 3,-22 2 5,19-4-22,16 0 0,12 1 307,7 4-285,0 4 657,2 6-662,-2 8 11,1 7 50,0 6-16,0 3-40,2 1 12,1 0-6,1-1-39,1-9 55,4 8-10,-1-16 5,3 5 34,-2-14 95,3-7 0,4-4-73,8-7-28,7-8-54,10-8-13,6-2 0,5 0 0,1 6 0,-1 6 0,-7 7 0,-5 13 0,-9 9 0,-6 16 0,-8 11 0,-6 10 0,-11 6-261,-1-29 1,-3 0 260,-4 0 0,-3 0 0,-3-1 0,-4-2-144,-5-2 1,-2-4 143,-5-1 0,-3-5 0,-1-4 0,-1-3-74,-1-3 1,1-4-549,1-5 1,2-3-4104,2-4 1,2-3 4724,-15-15 0,21 6 0,13 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10:24:12.5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3273 2481 24883,'-15'-19'493,"5"13"-123,19 38-190,-2 12-119,-3-10 1,-3 2-351,-3 1 0,-3 1 314,-1 3 0,-2 1-8,-2-1 0,0-2 155,-7 20-141,6-25 0,2-4-9,2-4 275,-3 8 157,9-28-264,0-5-11,5-15 456,3-12-455,8-27-91,2-1-725,-7 20 1,1 1 663,4-13 44,4-3 29,2 10-73,4 6-11,6 7-17,-1 18-6,-5 5-5,9 10-39,5 15-12,-1 11-25,-17-9 1,-1 2-357,4 28-492,-7 5-958,-6 2-1692,0-4 46,-2-16 3539,4-9 0,-7-23 0,0-2 0</inkml:trace>
  <inkml:trace contextRef="#ctx0" brushRef="#br0" timeOffset="324">3889 2807 21254,'16'-44'1553,"1"0"1,1-2-1,-5 9-897,-7 22-438,0-2-196,-5 16 62,-1 14-56,0-1 23,0 34-29,1-5-17,0-9 1,1 0-11,5 25-1,8-6 29,10-10-18,11-16 29,6-13 61,0-20-28,-1-13 34,-2-16 28,-4-10-17,-3-8-324,-8-3 312,-6 3-4,-7 6-18,-5 12-16,-3 11-46,-6 12-139,0 7-241,-4 13-739,0 9-1138,2 13 2241,3 11 0,1-17 0,2-1 0</inkml:trace>
  <inkml:trace contextRef="#ctx0" brushRef="#br0" timeOffset="1224">4625 2704 23343,'0'-5'3445,"1"0"-2678,-1 5-767,14-18 17,-6 32 0,9-5-6,-10 38-5,-3 2 5,-2-3-22,0-5 11,-2-10 56,0-12 5,0-11-10,0-16 5,0-9 5,0-15-22,2-12 23,3-10 16,5-5-38,7 4-18,7 10-16,6 14-6,4 14 11,7 8-11,5 13 22,5 10-22,1 13-6,-25-9 1,-2 3 10,0 1 1,-2 2-6,-2 1 0,-2 1 0,8 24 0,-13-2-17,-13-7 23,-7-8 33,-5-11 28,-2-12 6,3-11-22,4-10-18,3-9-10,7-4-23,3-1 16,7 1 12,2 5-16,-2 6-12,9 4 11,-5 7-17,11 1 1,-9 3 21,11 5-21,-10-1 5,11-1 5,-4-3 1,1-7 33,0-5 6,-3-10 5,-4-8-37,-3-6-13,-3-2 0,-3-1 0,-2 1 0,-1-1 0,-3 2 0,-1 2 0,-3 6 0,0 4 0,-3 6 0,1 6 0,-1 6 0,0 3 0,0 1 0,-2 7 0,2 4 0,-2 9 0,6 7 0,5 6 0,13 7 0,16 4-207,-13-21 1,2 0 206,3 1 0,0-1 0,-1-1 0,-2 0 0,17 19 0,-18-6 0,-17-4 0,-18-5 0,-16-4-52,-19-4-978,-15-6-882,23-7 1,-1-1 1911,3 0 0,1-1 0,-11 0 0,19-1 0</inkml:trace>
  <inkml:trace contextRef="#ctx0" brushRef="#br0" timeOffset="2067">6539 2563 23114,'-6'0'2901,"1"0"-2251,5 0-779,22-34-565,38 22 24,-23-6 1,2 1 109,3 14 0,1 5-1874,-1 2 0,-3 1 2434,8 4 0,-7 1 0,-22-4 0</inkml:trace>
  <inkml:trace contextRef="#ctx0" brushRef="#br0" timeOffset="2200">6673 2814 26458,'54'-33'-1054,"0"-1"0,-6 5 0,-4 4 0,6 9 0,-21 7 0</inkml:trace>
  <inkml:trace contextRef="#ctx0" brushRef="#br0" timeOffset="2749">8246 2417 19182,'2'-7'4951,"-1"2"-3741,-1 5-863,0 0 169,-9-65-192,-1 45-181,-1-16 0,-4 5-42,-12 27-28,-11 4-12,-2 4-22,-5 4-11,-2 2 6,-1 3-23,-1 2-22,4-1 39,8-2 28,9-4-11,12-5-12,7-1-16,6-1 0,0 3 5,-1 6 6,-2 8 23,-2 13-6,-2 10 16,-1 14-382,5-21 1,0 1 348,0 7 0,-1 0-20,2-7 1,1 2 7,-2 19 1,3 0-14,2-19 0,2 0-6,3 14 0,4-2-187,4-15 1,4-5 133,5-3 0,4-3-174,5-5 1,1-4-281,24 2 510,1-16 0,-2-4 0,-17 1 0,-1-3 0,0 0 0</inkml:trace>
  <inkml:trace contextRef="#ctx0" brushRef="#br0" timeOffset="3157">9216 2519 26872,'-28'-41'349,"1"-1"0,2 4 0,6 11-338,11 25 6,2 24-11,3 12 5,1-3 0,0 3-555,1 5 0,0 3 401,1 5 0,0 3-627,1 4 0,0 2 770,0 7 0,1-4 0,-1-23 0,1-4 0,0 28 0</inkml:trace>
  <inkml:trace contextRef="#ctx0" brushRef="#br0" timeOffset="3366">9597 2839 27404,'-10'33'-669,"0"0"1,0 0 0,3-1 668,3 21 0,1-24 0,3-3 0</inkml:trace>
  <inkml:trace contextRef="#ctx0" brushRef="#br0" timeOffset="3916">10118 2750 22128,'1'-4'3243,"-1"2"-1608,0 2-1601,6-34-17,-4 26-6,4-25 39,-6 33 57,-3 0 16,-2-3 34,-3-3 11,-2-9-28,0-9-11,3-7-23,4-4-39,8 3-16,5 4-35,8 7-16,9 6 6,7 8-6,8 8-6,5 14 6,2 13 0,-6 15-11,-10 11 5,-24-23 1,-3 1-1,-6 22-16,-17-6 0,-9-1-756,1-12 1,-2-1 780,-4 8 0,-4-1 8,-6-5 0,0-6-90,-7-3 112,17-10 1,2-5 67,-2-13 45,14-12-17,8-10-50,10-6 1420,8 0-1499,10 2 146,7 8-146,4 8 0,3 10 0,3 13 0,2 11-130,0 11-789,1 3-2184,2 3 3103,-15-17 0,-1-3 0,3 3 0,1-2 0</inkml:trace>
  <inkml:trace contextRef="#ctx0" brushRef="#br0" timeOffset="4100">11005 2932 25830,'-2'-2'1608,"0"0"-1256,2 2-318,-36 36-264,23 3-11,-6-13 1,1 1-2914,14 24 3154,6-24 0,-2-5 0,2-11 0</inkml:trace>
  <inkml:trace contextRef="#ctx0" brushRef="#br0" timeOffset="4633">11439 2637 20996,'-7'-3'3344,"2"0"-2190,5 3 644,0 0-1619,-3-36-50,5 16 5,1-34-61,8 20-22,3-8-18,3 1-16,3 7-6,2 10-33,3 11 27,0 7 12,5 11-17,0 11 0,2 14 0,-6 13 11,-8 10-452,-10 8 418,-11-28 1,-3 1 5,-4 3 1,-4 1-4,-6 2 0,-3 0 3,-4 1 1,-3-2 30,2-4 0,-1-3 0,3-5 0,1-5 36,-12 4 51,15-15 11,12-10-28,9-8-50,10-4-34,11-8 424,13-2-519,16-1-149,-17 13 1,2 0-822,5 1 0,2 2 314,3 1 1,2 2 750,9 0 0,-3 2 0,5 0 0,-2 1 0</inkml:trace>
  <inkml:trace contextRef="#ctx0" brushRef="#br0" timeOffset="4800">12297 2883 24413,'-4'0'3338,"1"0"-2890,3 0-465,-33 67-436,23-22-2828,-10 8 1,2 2 3280,11 4 0,2-19 0,1-17 0</inkml:trace>
  <inkml:trace contextRef="#ctx0" brushRef="#br0" timeOffset="10083">12764 2538 23710,'13'-55'418,"-1"1"1,-5 10-1,3 6-278,30-2 239,-20 25-328,16-6-12,3 12-34,3 4 115,8 11-120,-9 10-5,-10 3-40,2 21 17,-19-7-34,-2 17 29,-21-8 38,-11 0 18,-3-12 163,-18 3 10,15-18 112,-11 3 186,17-13-198,7-9-60,6-3-96,3-6-96,2 3 7,6-4-57,5 8 1,7-1 27,7 9-5,8 7-17,6 9 11,4 6-11,0 7-50,-3 3 10,-8 3 24,-11-8-12,-12 5 11,-32-6 0,-9-3-33,-23-4-90,1-13 16,12-7-1012,-8-13-1570,27-5-7125,-2-11 8771,19 7 0,7 5 1,1 12-1</inkml:trace>
  <inkml:trace contextRef="#ctx0" brushRef="#br0" timeOffset="10300">13725 2672 23013,'-7'0'3545,"2"0"-3164,5 0-106,0 0-292,-30 59-78,19-34-339,-7 15 0,0 4 434,7 10 0,4-23 0,0 7 0</inkml:trace>
  <inkml:trace contextRef="#ctx0" brushRef="#br0" timeOffset="10550">14109 2342 28126,'14'34'191,"-4"10"-189,-11-11 1,-3 2-14,0 23-406,0-10 0,-1 2-681,2-14 0,1 0 247,-1 18 1,0-1 0,1-4 0,2-10-1</inkml:trace>
  <inkml:trace contextRef="#ctx0" brushRef="#br0" timeOffset="10957">14570 2390 23696,'1'-4'3322,"0"0"-2359,-1 4-918,12-8 5,-13 29-44,7 5 5,-15 35-3,6-28 1,1 0-15,-1 0 0,3-1 6,8 23 0,5-11 17,9-16 39,2-15 11,2-19 12,2-12 38,4-12 51,3-4-99,1 0-69,-3 4 0,-8 7 0,-7 11 0,-10 7 0,-2 11 0,-4 9 0,-1 13 0,0 11 0,-2 7 0,1 5 0,1 1-1709,6 1 1709,7 1 0,-4-23 0,2-6 0</inkml:trace>
  <inkml:trace contextRef="#ctx0" brushRef="#br0" timeOffset="11140">15226 2834 24435,'1'-3'3288,"-1"0"-2649,0 3-611,4 37-51,-6-12-352,2 32-1395,-7-21 1770,2-1 0,1-15 0,3-5 0</inkml:trace>
  <inkml:trace contextRef="#ctx0" brushRef="#br0" timeOffset="11774">14377 2860 22369,'0'-3'3025,"0"0"-1306,0 3-1714,-10 25-609,3 0-747,-5 16 1351,6 4 0,5-28 0,0 6 0</inkml:trace>
  <inkml:trace contextRef="#ctx0" brushRef="#br0" timeOffset="12567">15083 2215 19036,'-3'-1'4201,"0"-1"-1182,3 2-2868,-24-21-67,17 15-61,-16-15 21,29 20 1,12 1-34,-2 0 40,22 0-34,-14 1-17,7 1 28,-2 5-6,-14 4-16,5 6 33,-8 3 28,-5 6-39,-2-3 45,-3 11-6,-1 11-17,1 10-298,-2-20 1,1 1 275,0-1 0,-1-2 0,1 24 8,0-13 1,-1 0 19,-2 15-213,1-18 1,-1 1 207,-1 15 22,-1-8-17,2-7-34,2-8 556,-2-4-510,-1-5 27,-2-1 11,-4-3 448,-5-2-481,2-5 45,-13 2-85,8-9-5,-7 2-28,9-6-184,1-3-813,-2-3-5473,-8-1 6470,-1-1 0,8 1 0,6 2 0</inkml:trace>
  <inkml:trace contextRef="#ctx0" brushRef="#br0" timeOffset="19657">23192 2094 17490,'-2'-3'5176,"0"1"-3031,2 2-1860,-56-32 24,24 34-155,-10-11 0,-2 4-291,-8 38 187,24-14 1,2 1-17,-17 22-12,17-2 87,21-1-92,22-4 39,19-3 5,17-4-284,-22-15 0,1-2 242,1 0 1,-1 0 14,25 8-12,-17-2 274,-17-3-162,-14-2 23,-16 1-28,-11 2 475,-17 1-537,-8 1-28,-3 0-11,5-1-28,11-1 11,13-2 1,9-1-18,9 2 6,5 1-6,5 1 6,2-1 6,1 1 5,-2-2 0,-3-1-5,-3 0 0,-4 2 10,-7 3 7,-9 5-1,-16 5 1,-15 3-18,18-15 1,0 1-6,-26 11-6,11-2 1,18-7-40,17-3-218,19-4-902,17-2 1165,26-4 0,-22-3 0,3-3 0</inkml:trace>
  <inkml:trace contextRef="#ctx0" brushRef="#br0" timeOffset="21900">23447 7664 14790,'-4'0'4974,"0"0"-2027,4 0-2919,-24-6 50,18 5 185,-13-5 23,30 6-51,17 0-162,-5 0 56,18-2-29,-13-1 18,8-1 5,-4 0-50,-11 3-23,-8 0 158,-10 3 111,-5 4-45,-4 4-39,-7 5 52,-12 10-198,6-7 146,-16 12-50,7-6-45,-10 8 0,-1 0-5,-2 1-107,17-12 11,2 1 34,18-15 50,3 1 174,9-5-169,1-1-21,7-2-57,-5-1 51,2-1-56,-5-1 67,4-2-28,-3-1 45,-1 0-68,-5 2 12,-2 0-51,-1-1-5,-2 0-11,-5-1-1,-1 2 7,-1 0 4,1 2-10,3 0 11,1 1-28,1 0-34,3 1-45,-2 0 96,2 1 33,-2 2-33,0 0-1,2 2 34,-2-4-50,2 0 34,0 1-12,-1-2 0,1 2-11,-2-1 34,1 2 22,-8 4-56,1 0 11,-5 3 0,4-4 23,-3 3-29,5-3-5,-2 1-28,5-2 28,2-3 500,2 0-500,2-2 0,-1 0 0,2 0 0,3 0 0,6 0 0,11 0 0,3 0 0,-1 2 0,-7 1 0,-3 3 0,-4 3 0,0 3 0,-1-1 0,-1 3 0,-2-3 0,1 9 0,-4-4 0,1 10 0,-4-4 0,-1-4 0,-4 9 0,-3-10 0,-6 6 0,-2-7 0,-1-1 0,-1 1 0,1 4 0,0 5 0,0 5 0,0 6 0,0 2 0,3 1 0,5-5 0,4-5 0,5-6 0,4-5 0,3-6 0,1-4 0,-2-2 0,-1 0 0,-2 1 0,-3 2 0,-3-1 0,-5 0 0,-4-2-192,-3 0-2322,1-3 2514,4-1 0,5-1 0,3-1 0</inkml:trace>
  <inkml:trace contextRef="#ctx0" brushRef="#br0" timeOffset="41715">23850 3628 18182,'2'-50'1218,"1"1"0,0-1 1,-1-7-1,1 7-205,5 1-867,-7 38 546,5-1-479,2 27 108,3 7-215,3 24-33,0 12-434,-9-24 0,0 2 367,1 23-12,-4-14 1,-1 1-138,-2-13 0,0-1-462,-1 13 0,1 1-1720,-1-11 1,1-2 2324,-1 21 0,2-23 0,1-15 0</inkml:trace>
  <inkml:trace contextRef="#ctx0" brushRef="#br0" timeOffset="41992">24546 3518 24032,'44'-15'-412,"1"0"1,-1 0-1,18-5 1,-4 5-505,-22 14 0,-3 3-663,17 1-4633,2 6 6212,-14 5 0,-12-6 0,-5 2 0</inkml:trace>
  <inkml:trace contextRef="#ctx0" brushRef="#br0" timeOffset="42175">24772 3743 24251,'-36'22'526,"13"-4"-873,43-21-1008,17-1-3519,19-3 4874,1 1 0,-17 2 0,-16 2 0</inkml:trace>
  <inkml:trace contextRef="#ctx0" brushRef="#br0" timeOffset="42458">25897 3508 27292,'-5'-34'95,"-1"0"0,-2-11-61,8 64-23,0 20 0,0 17-440,0-22 0,0 2 387,-1 3 0,0 2-297,-1 1 0,0 1-1011,0 0 1,-1 2 1349,0 3 0,1-3 0,-1 6 0,2-6 0</inkml:trace>
  <inkml:trace contextRef="#ctx0" brushRef="#br0" timeOffset="44199">10044 3451 21304,'40'-26'-808,"1"-1"0,10 0 0,-2 6-1870,2 15 213,8-2 2465,-18 10 0,-28 0 0,2 2 0</inkml:trace>
  <inkml:trace contextRef="#ctx0" brushRef="#br0" timeOffset="44349">10026 3658 21500,'59'-17'-597,"0"-1"0,-16 6 0,-8 2 0,-7-2 0</inkml:trace>
  <inkml:trace contextRef="#ctx0" brushRef="#br0" timeOffset="54317">23927 4904 23304,'4'-25'639,"-1"5"-539,-2 20 63,-1 0-57,-8 3-5,-2 1-6,-8 3 17,-1-2 28,1-2 45,3-1 11,5-5-39,3-4-28,4-8-50,2-9-18,5-7-16,3-1 0,5 2-17,4 7-17,0 7 0,0 6-16,1 6 10,1 5 6,1 7-22,2 9-22,-2 9 5,-6 9-34,-8 7 6,-18 9-145,0-22 1,-4 0 175,-8 4 0,-3-1-410,-5 2 0,-3-1 435,-2-2 0,-1-1 19,1-4 1,1-3-47,4-5 1,2-3 105,-16 1 50,17-11-29,14-13 306,10-8-333,8-7 835,7 0-880,7 2 105,3 7-144,4 6-1,4 9-16,8 10-84,10 11-252,-11 0 0,1 3-531,17 11-489,-12-6 1,2 2 724,-7-9 0,-2-1 0,13 10 1,-5-6-1</inkml:trace>
  <inkml:trace contextRef="#ctx0" brushRef="#br0" timeOffset="54567">24651 4940 21237,'-6'-4'1838,"1"1"-942,5 3-308,0 0-650,17-53-229,24 38-20,-9-13 0,4 2-587,6 22 1,3 6-1554,1 1 0,-2 1 2016,-7 0 0,-3 0 1,9 4-1,-22-3 0</inkml:trace>
  <inkml:trace contextRef="#ctx0" brushRef="#br0" timeOffset="54750">24736 5136 24458,'43'-21'-2743,"0"0"1,1 2-1,-1 5 2743,15 10 0,-19 2 0,-16 2 0</inkml:trace>
  <inkml:trace contextRef="#ctx0" brushRef="#br0" timeOffset="55017">25676 4877 27533,'-13'-31'5,"4"23"1,13 62-1,-2-20 1,0 2-6,-1 4 0,-1 0-403,-2 2 1,-1 0 203,0 1 0,-2-1-717,0-1 0,0-2 916,0 2 0,0-4 0,0 4 0,2-8 0</inkml:trace>
  <inkml:trace contextRef="#ctx0" brushRef="#br0" timeOffset="56074">11307 3348 21926,'0'-35'-773,"19"4"-6,19 19 1,7 4-754,-6 1 0,1 1 931,9 0 0,-3 0 1,-3 2-1,-9 3 1</inkml:trace>
  <inkml:trace contextRef="#ctx0" brushRef="#br0" timeOffset="56241">11328 3576 19532,'45'-20'-207,"0"0"1,-1 0 0,-1 0 0,-5 2 0,10 1-1</inkml:trace>
  <inkml:trace contextRef="#ctx0" brushRef="#br0" timeOffset="65600">25505 5095 11144,'-2'-3'4318,"1"1"-839,1 2-2437,-7-70-258,9 41-608,-5-10 0,2 0 715,14 12-465,-1 10-123,7-5-102,1 8-89,3 4-50,2 4-17,0 3-6,-1 7-17,-2 5 6,-1 15-22,-9-4 11,-2 18 22,-12-3-6,-9 15-387,-10 10 357,7-28 0,-3 0 5,-1 2 1,0 0-1,2-1 1,-1-1-12,3-2 0,1-1 9,-6 22 5,7-10-6,2-5 7,5-14-12,0-2 11,4-13 67,0-1 135,1-4 393,4-2-494,7-5-78,10-5-23,13-3-67,13-4-151,10 0-561,-17 9 1,1 0-2074,-6 3 0,0 0 2841,1 1 0,-2 2 0,-2 0 0,-17 2 0</inkml:trace>
  <inkml:trace contextRef="#ctx0" brushRef="#br0" timeOffset="66191">25353 5103 19266,'16'-49'922,"-1"0"0,-4 6 0,3 7-400,12 11-343,-11 12 56,2 2-128,-4 6-46,7 1-38,0 7-18,4 8 1,-7 3-1,4 14 1,-7 5-12,0 13-8,-10-13 0,-3 1-8,-7 27-393,-1-23 1,-2-2 414,-11 10-6,-8 6 12,-1-7-1,6-8 29,-10 12 11,17-24-12,-4 3 57,3-5 106,1-3-67,1-4-45,3-1 857,7-10-823,4-3 167,11-1-94,29-8-158,15-2-394,-13 1 1,3 0 362,0-1 1,-2 1-11,-8 1 0,0 1-107,5-2 0,-1 1-7340,23-6 7455,-9 1 0,-15 3 0,-26 6 0</inkml:trace>
  <inkml:trace contextRef="#ctx0" brushRef="#br0" timeOffset="71857">23540 6121 22677,'41'-46'382,"0"-1"1,-4 4 0,-3 8-187,-6 12-84,2 4-90,6 4 1,5 5-18,8 6-10,3 7-1,-2 8-27,-6 9 10,-10 5-10,-10 2-12,-11 2 6,-6-2-1,-8-2 24,-8-1 49,-6-2 23,-4-4 17,1-4 89,2-6 96,6-4 0,4-3-34,3-5-6,3-2-16,0-2-67,1 1-46,3 2-61,1 2 17,8 2-34,3 6-5,9 5-1,5 6-33,4 6 17,1 4 6,-2 2-35,-7 0 7,-11-4-1,-9-2 6,-16-5 34,-11-4-12,-12-3 6,-6-2-28,-2-4-33,4-2-181,4-2-822,7-3-4660,7-4 5724,8-2 0,6 3 0,5 2 0</inkml:trace>
  <inkml:trace contextRef="#ctx0" brushRef="#br0" timeOffset="72124">24494 6079 24732,'41'-19'-675,"1"1"0,-1-1 0,18-7 0,-4 8-826,-20 17 1,-2 3-6286,29 5 7786,-16 3 0,-19-2 0,-15-3 0</inkml:trace>
  <inkml:trace contextRef="#ctx0" brushRef="#br0" timeOffset="72283">24672 6293 18880,'-5'2'5387,"1"0"-4165,4-2-1760,23-3-1372,17-4 1910,-2 2 0,0 0 0,7-3 0,-1 2 0</inkml:trace>
  <inkml:trace contextRef="#ctx0" brushRef="#br0" timeOffset="72567">25481 6062 28294,'-10'-60'377,"1"13"-377,9 48 0,0 16 0,-2 0 0,-2 32 0,-4 5-366,1-18 1,-1 1 365,-2 2 0,-1 1-345,-4 7 0,-1-2-511,-5 14-3185,7-20 0,1-2 4041,2-4 0,1-5 0,6-15 0</inkml:trace>
  <inkml:trace contextRef="#ctx0" brushRef="#br0" timeOffset="74424">14096 3352 8629,'-4'0'5024,"1"1"-403,3-1-4117,-37 0-162,27 0-101,-27 0-90,40 0-50,5-1-78,8-1-40,7-2 6,6 0-34,1 0-34,-4 3-33,-5 0 40,-9 1 150,-7 2 28,-16 5-55,-15 7 55,-21 7-14,15-8 1,-1 0-27,-4 1 1,0 0 302,2-2 1,2 0 302,-17 5-229,23-8 431,19-5-594,44-20-162,8-1-102,-5 0 1,2-1-483,-4 3 0,1 1-1523,0 0 1,-1 1 1988,-4 3 0,-3 2 0,8-1 0,-17 5 0</inkml:trace>
  <inkml:trace contextRef="#ctx0" brushRef="#br0" timeOffset="79040">25581 3779 21534,'-3'-36'536,"0"1"0,3-1 0,4 4-139,12 6-21,18-19-214,1 5-1440,-13 16 0,1 2 1312,9-5 795,10 2-768,-5 9 7,24 1-46,-9 7-16,7 11-1,-15 13 439,-13 2-444,1 18-11,-13 1 0,-2 17 22,-15 8-11,-14-20 0,-5-1-421,5-11 0,-2-1 423,-13 13 1,-5 1 8,1-8 1,-1-1-1,2 1 0,0 0 635,1-4 1,1-1-641,6-3 0,4-3-6,4-2 49,-3 13-32,15-21 33,4-2 34,7-5 973,12-10-1029,14-7-28,2-1-34,4-2 1,4-2-152,-6 3 0,2 0-677,-1 0 1,4-1 0,0 1-1091,17-4 0,-1 2 1652,-5 2 0,-3 1 1,-17 3-1,-3 2 0,4 0 1</inkml:trace>
  <inkml:trace contextRef="#ctx0" brushRef="#br0" timeOffset="81090">23767 6961 13448,'20'-56'1407,"0"0"1,-2 4 0,-1 6 1250,1-1-2002,-2 9 673,-6 11-965,-4 11 180,-3 9-532,-4 7 1336,-5 13-1275,-8 13-17,-11 21-28,9-18 0,0 2-319,-2 5 0,1 1 299,0 0 1,1 1 10,4-2 1,1 0-15,3-3 1,2-2 17,3 20 27,9-15 180,10-12-113,-2-13 46,14-12-45,0-13-23,12-10 12,6-10 33,2-4-73,-21 14 0,-1 0-22,9-6 698,4-5-693,-24 24-11,0 1-27,-8 9 16,-1 15-23,-4-1 1,2 20 5,0-5-95,0 9-263,4 1-522,4 1-1130,8 1-5170,6-2 7169,1-6 0,-9-14 0,-7-9 0</inkml:trace>
  <inkml:trace contextRef="#ctx0" brushRef="#br0" timeOffset="81324">24431 6931 19232,'-5'-2'2330,"1"0"-2089,4 2-1798,92-42-3753,-33 31 5310,-15-2 0,7-3 0,-8 6 0,2 11 0,-7 3 0</inkml:trace>
  <inkml:trace contextRef="#ctx0" brushRef="#br0" timeOffset="81507">24548 7154 17120,'-3'2'6156,"0"-1"-4610,3-1-1725,28-14-437,3 7-101,17-9-3422,9 9 4139,-15 4 0,-6 1 0,-15 1 0</inkml:trace>
  <inkml:trace contextRef="#ctx0" brushRef="#br0" timeOffset="84249">25270 7156 21608,'5'-51'914,"1"0"1,-1 6 0,-1 7-381,0 16-371,-1 10-103,0 5-4,-2 7 31,0 8 59,-1 20-50,-1 9-34,-5 17-40,-1-14 1,-7 11 16,1-12-5,-2 10-1,1 0-27,5-19 16,3-1 85,4-21 189,0-2-27,2-6-78,6-19-57,3-6 23,9-22-90,-3 7 39,6-18-33,-9 26 0,0-1-23,-1 2 1,1-1-1,0 0 1,-1 2 21,1-1-49,-6 15-6,-3 11-23,-3 8 56,-1 19-27,-4 10-6,-6 19-12,-1-8 1,-8 13-1,2-9-8,6-12 1,1-1-4,-3 11 34,1 9 0,11-38 73,0 1 134,8-23-196,0-2 51,18-32-51,-3 0-14,-4 8 1,-1 0-276,6-16 295,0-6 106,-8 16-28,-3 5-61,-4 11-34,-7 18-28,-3 7-12,-10 18 262,-4 7-435,-10 18-1080,3 4 906,11-18 0,2-3 1,-1 5-1,2-2 1</inkml:trace>
  <inkml:trace contextRef="#ctx0" brushRef="#br0" timeOffset="97024">6118 5614 19059,'0'-8'3579,"0"2"-3148,-10-27 0,-2-5 62,4 11-398,-4-13 0,1 4-39,9 25-39,9 10 0,-1 6 0,12 13 5,-1 7-5,3 13-34,-4 9 22,-9-14 1,-1-1 11,1 14-11,-3 16 22,-3-31 67,-1 0 286,0-13 100,0-10-217,-2-11-57,-3-9-22,-4-11-56,-1-11-17,-1-13-56,3-8-22,3-4-6,9 1-23,7 9 1,9 9-17,17 9-1,0 15 1,10 7 11,-14 12 6,8 11-12,-9 8-11,7 8 6,-4 6-6,-6 11 17,-12-14-5,-6 12 5,-11-20 17,-3 1 106,-2-10-34,0-12-55,0-7 5,1-13 0,3-9-5,-1-12-6,9-15-11,2 9-12,5 4 12,4 12-22,-1 13-12,4 1 0,3 7-56,11 16-56,-3 4-11,0 8-386,-2 8-315,-4-2-360,-1-5 0,1 1-1474,0-4 1,1 0 2201,4 1 1,-2-2 0,4 1-1,-14-11 1</inkml:trace>
  <inkml:trace contextRef="#ctx0" brushRef="#br0" timeOffset="97433">7367 5363 22509,'-13'-44'722,"1"0"1,1 4-1,-3 12-498,-12 33-117,-1 14-29,-8 17-61,10-2 5,0 12-16,12-9-12,6 10 6,8-19 34,20-1-1,-6-22 68,18-3 12,-8-14 21,9-10 124,4-22-29,-9 2-105,-3 0 133,-11 4 124,-8 7-135,-1 6-66,-2 5-108,-4 14-60,0 5 4,-2 10 7,-2 9-12,-8 27-11,-1 3-177,5-16 1,2 1 70,-1 24-57,3-12-722,8 11-1039,3-24 1,1 2 1923,3 3 0,1-1 0,5 19 0,-1-21 0</inkml:trace>
  <inkml:trace contextRef="#ctx0" brushRef="#br0" timeOffset="97640">7996 5141 18655,'0'-3'3988,"0"0"-2336,0 3-1607,-48 72-1989,25-15 1941,-6-8 0,0 4-230,14 0 1,3-1-636,3-14 0,0 0 868,-5 22 0,2-4 0,1-4 0,2-7 0</inkml:trace>
  <inkml:trace contextRef="#ctx0" brushRef="#br0" timeOffset="97840">7748 5415 23803,'1'-6'89,"7"9"-94,18 26-40,-1-4-969,23 14-2677,-6-12 2959,-15-9 1,0-2-1,2 0 1,-12-8 0</inkml:trace>
  <inkml:trace contextRef="#ctx0" brushRef="#br0" timeOffset="98057">8452 5297 21231,'-4'-2'2913,"1"1"-4475,3 1-516,55-45-2151,-16 33 3899,4-8 1,-1 4 0,-10 18 0,-7 7 0</inkml:trace>
  <inkml:trace contextRef="#ctx0" brushRef="#br0" timeOffset="98217">8530 5597 20638,'-3'1'4587,"1"1"-4379,2-2-830,80-64-3982,-28 31 4604,-12 5 0,6-4 0,-7 7 0,2 3 0,-3 5 0</inkml:trace>
  <inkml:trace contextRef="#ctx0" brushRef="#br0" timeOffset="98690">9464 5118 21377,'0'-5'3837,"0"2"-2246,0 3-1535,-4-36-17,0 34 6,-7-19-12,-4 50-10,-4 13-6,-3 8-12,2 6-235,6-2 225,7-3-7,13-9 1,6-10 11,11-10 6,6-11 16,5-7 45,3-13 23,0-10 269,-4-13-197,-3-9-5,-7-8-11,-6-5-34,-7-1 5,-4 3 12,-8 9-45,-7 12-45,-9 9-61,-11 11-101,-11 7-465,-5 12-1597,1 6 2185,11 12 0,16-11 0,11 0 0</inkml:trace>
  <inkml:trace contextRef="#ctx0" brushRef="#br0" timeOffset="99216">5908 6660 17602,'-51'9'1333,"-1"-1"0,5 1 0,18-7-730,33-10 125,32-8-476,2 1 0,6 0-1053,-3 2 1,3-2 0,3 1 835,-3 1 0,2 0 0,2-1 0,1 1-532,8-3 1,3 1 0,1-1 0,2 1 512,-6 2 1,0-1 0,2 2 0,1-1 0,0 1-295,-5 1 1,0 0 0,0 1 0,2 0 0,1 0 0,3 1 278,-5 0 0,3 1 1,2 0-1,0 0 1,1 0-1,-1 1 1,-2 0-1,-3 0-211,2 0 0,-2 0 0,-2 1 0,-1 0 1,3 0-1,3 0 207,-1 0 0,2 0 0,4 0 1,0 1-1,0-1 0,-1 1 0,-3 0 1,-3 0-90,9 1 1,-3-1 0,-3 2 0,1-1 0,3 0 79,-11 1 1,2 0 0,1 0 0,0 0 0,0-1 0,-1 1 0,-1 1 0,6-1 1,-2 1 0,1-1 0,-2 1 0,0 0-1,-1 0 1,5 0 0,0 1 0,-1-1 0,-2 0 0,-1 1 70,6-1 0,-1 0 0,-2 1 1,-3 0-86,6-1 1,-3 0 0,-3 0 463,7 0 0,-7 0-428,-20 0 0,-5 0 1563,0-1-3821,-21-1 2864,-9 0 1,-2 0 0,-1 2-1</inkml:trace>
  <inkml:trace contextRef="#ctx0" brushRef="#br0" timeOffset="117000">8016 7789 23775,'-36'-41'44,"18"22"-44,38 46-28,7 10 51,-6-3-18,-7-7 51,-3 14 45,-8-16 56,0 7 173,-5-16 68,-2-9-90,-4-9-95,-1-10-78,-2-14-18,3-17-55,3-12 0,10-8-23,8 1-34,11 8 12,7 13-22,5 13 16,2 14-17,2 9-11,-8 7-11,19 17 23,-15 4 5,13 15 39,-15-1-28,-7 1-22,-9-1 17,-6-4-1,-6-6 34,-4-9 45,-2-9 17,0-8-34,-2-10-27,-1-10-24,-1-1 63,2-22-68,4 11 11,5-12-33,7 14 0,-1 10-28,16 3 16,-4 11 1,16 2-23,0 9-28,5 7-111,4 8-220,1 3-584,2 2-42,-1-1 61,-1-4-342,1-5-1248,4-7 732,2-13 1486,3-12 237,-30 2 1,-2-3 215,-1-3 0,-2-2 243,-2-1 1,-3-3 669,13-25 416,-12 1 155,-11 6-357,-10 8-343,-10 9-347,-8 11-241,-7 7 172,-2 14-368,-5 8 40,1 12-101,1 9-12,6 4-39,9 2 0,10-2 6,10-4 16,7-6 0,8-10 1,2-8 72,2-10 39,-2-12-10,0-11 22,-2-12-12,-2-8 6,-3-3 34,-5 2 33,-3 7-22,-4 12-107,-2 10-55,-2 12-12,-1 12-6,-1 12 18,0 17-6,-2 10-34,2 11-524,4 3 143,1-30 0,1 0-820,2 1 0,1-1 1218,4 2 0,0-3 0,1 4 0,1-5 0</inkml:trace>
  <inkml:trace contextRef="#ctx0" brushRef="#br0" timeOffset="117216">10240 7316 25035,'-17'34'52,"0"0"0,-1-1 0,1 1-108,2-3 0,0 0-616,0 1 1,-2 0-281,1 0 0,0-1-1919,-1 0 1,0-2 2870,-10 19 0,9-21 0,9-13 0</inkml:trace>
  <inkml:trace contextRef="#ctx0" brushRef="#br0" timeOffset="117400">9828 7453 23679,'52'12'532,"-1"7"-481,-11 26-516,-17-22 1,1-1 248,2 0 0,1-1-1109,3-1 1,3-2 1324,6-1 0,-1-3 0,4 1 0,-2-4 0</inkml:trace>
  <inkml:trace contextRef="#ctx0" brushRef="#br0" timeOffset="117640">10677 7184 22822,'45'-24'-1358,"-1"0"0,1 0 0,-4 3 1,0 2-1,-3 9 1358,3 15 0,-5 6 0,7 0 0,-12 4 0</inkml:trace>
  <inkml:trace contextRef="#ctx0" brushRef="#br0" timeOffset="117817">10858 7590 18134,'-4'1'4845,"1"-1"-4329,3 0-673,71-50-1644,-21 20 1392,-16 8 0,6-4 0,-3 4-1865,0 3 0,0 3-2093,2-1 1,0 1 3724,-3 3 1,-2 2-1,11-4 1,-19 8 0</inkml:trace>
  <inkml:trace contextRef="#ctx0" brushRef="#br0" timeOffset="118183">11561 7132 24424,'-10'-58'330,"0"0"1,2 7 0,8 6-253,28 7-78,-4 15 12,17 2-35,-11 16-44,10 6 33,-2 12-28,-1 23 29,-14-5-51,-4 27-101,-22-8 67,-4-16 1,-3 1 27,-4 0 0,-4-1-155,-3 0 0,-3-2 245,2-3 0,-1-3-11,-14 17 50,16-14 17,12-14 308,28-7-163,17-15-162,-3 0 1,4-2-29,6-4 0,3-2-477,8-3 1,1 0 88,-14 5 0,1 0 0,2 0 6,8-2 0,2-1 1,-5 2-1,-5 2 0,-4 0 1,2 2-1,-1-1 0</inkml:trace>
  <inkml:trace contextRef="#ctx0" brushRef="#br0" timeOffset="145966">11820 6682 11144,'0'-4'5282,"0"1"-1641,0 3-2762,-15-60-17,2 37-745,3-11 1,-1 3 292,-10 20-68,2 7-85,-11 2-61,-6 8-39,-9 6 0,-7 12-71,24-8 1,-2 2-3,-1 3 0,1 3-609,-2 4 1,2 2 602,1 3 1,1 2-29,2 3 1,3 2-365,3 1 0,3 1 347,4 3 1,3 0-3,3 0 0,3 0-9,3 1 0,2-2-11,3-2 1,3 0 4,5 4 1,5-2-17,1-9 0,3-3 17,7 3 0,3-5 5,18 2-14,-14-18 1,3-4 5,-3-4 0,2-3-1388,23-3 1,1-2 1370,-19 1 0,1-4 5,3-4 0,3-3 0,-6 0-383,12-10 381,-6-1 0,0-4 11,-19 6 1,-1-2 4,7-6 1,1-5 25,5-10 0,-2-3-3,-6 2 1,-2 0-21,-2 1 1,-1-1 33,-5-4 0,-3 1 17,-5 7 0,-3-1 34,3-8 0,-2-3 72,-6-7 1,-4 3-124,-2 19 0,-4 1 39,-6-10 1,-7 3 19,-23-2 152,10 19 1,-4 4-243,-5 3 0,-3 4-165,-13 2 1,-3 5-674,7 4 0,0 3 816,-14 7 0,4 3 0,6 0 0,5 9 0</inkml:trace>
  <inkml:trace contextRef="#ctx0" brushRef="#br0" timeOffset="148750">22912 4042 16936,'-24'-54'1586,"0"0"1,3 7 0,2 5-589,-1 4-449,7 15-398,5 11-134,4 9 61,2 12 34,0 12 6,-1 16-46,-2 11-38,3 8 5,0-2 12,9-5 33,4-12 89,8-11-38,0-12 335,21-15-263,3-16-157,-8 1 1,2-3-515,3-4 1,-1-2 482,6-4 1,-1 1-15,-9 6 1,0 0 14,12-7 0,-1 1-249,5 0 150,-17 10 1,-2 3-572,0 4-1136,-11 15-2796,-11 14 4582,-7 8 0,-3-6 0,-1-6 0</inkml:trace>
  <inkml:trace contextRef="#ctx0" brushRef="#br0" timeOffset="149207">22583 5681 19977,'-4'-44'915,"-1"1"1,0-1 0,-1-14 0,1 9-401,-1 12-296,2 16-191,2 12 11,1 12 51,1 10-12,0 11 0,0 12 6,1 10-22,0 5-12,5 3-10,4-5 4,5-7 46,8-13 61,6-12 35,9-16-24,11-18-95,-19 2 0,0-4-418,6-6 0,-1-3 373,4-2 1,-1-2 2,0-1 0,0-1 0,-3 3 1,-1 0-15,-5 3 0,-2 2-22,17-16-84,-14 14-314,-9 15-992,-7 16-4396,-3 12 5797,-2 7 0,-4-6 0,-1-6 0</inkml:trace>
  <inkml:trace contextRef="#ctx0" brushRef="#br0" timeOffset="150934">26148 2951 10086,'0'-6'4783,"0"1"28,0 5-4391,-72-34-28,29 39-1098,-9-14 1,-3 5 884,21 21 0,3 7-17,-5 2 1,0 2-26,-2 4 0,-1 4-25,0 4 0,0 3-582,-1 5 1,1 2 547,14-14 0,0 1 1,2 0-18,0 1 1,2 1 0,1 0-79,2-1 0,1 2 1,1-1 86,-4 19 0,2 0-3,2-1 0,2 1-14,1-1 1,1 2-4,0 0 0,1 1 17,-1 0 1,1 2-26,0-1 0,0 1-9,1-2 1,0-1 11,0-2 0,1-1-1,0-3 1,0-1 14,0-3 0,1-1 27,-1-1 1,1-1-117,-1-2 0,1 0 94,0-2 1,1 0-9,0-2 0,1-1-11,1-1 0,2-1-6,0-1 0,2 0-6,1-1 1,2 0 5,2-2 1,2 0-10,4-2 1,1-1 20,18 22 16,8-4-11,4-5-17,3-4 0,0-3 639,0-6-611,-3-6 0,3-9 17,4-10-27,9-16 365,-23 0-1,2-3-410,6-5 1,1-3-58,7-2 0,0-1 51,4-2 1,0-1 2,0 1 1,1-1-1,-4 0 1,0-1-4,-3 1 1,-2-1 5,-3-1 0,-3 0 0,0-1 1,-2-1-1,-2-2 0,-1-1 0,2-2 1,-2-1 4,2-3 1,0-1 0,1-1 0,0-3-10,-8 9 1,0-2-1,-2 3 4,2-3 1,-2 1 4,-4 3 1,1-2 0,-4 2 8,-3-2 0,-3 1 0,4-10 1,-1-2 2,-3 0 0,-1-2-12,-3 9 1,-1-2 0,0 3-14,-1-3 0,1 1-15,5-19 1,0 1 19,-4 22 1,-1 2-194,3-9 0,0-1 196,-2 5 1,-1 0 16,-2-4 0,-2 0-6,1-14-92,-7 19 0,-4 1 98,-6-10 0,0 17 0,-1 0-12,-1 1 1,-2 0-6,-5-6 1,-1 2 4,-7-13-8,7 17 1,-2 2 2,-9-4-16,-12-5 5,-6 5 0,22 19 0,-4 1-9,-12-2 1,-2 2 5,13 4 0,-2 0-86,-17-2 1,-1 1 15,15 4 0,0 1-34,-10-1 1,-1 1-168,2 0 0,-2 4-4642,-5 4 1,2 2 3544,-12 2 1,10 6 0,44-10-1</inkml:trace>
  <inkml:trace contextRef="#ctx0" brushRef="#br0" timeOffset="161165">7863 11192 13754,'0'-8'3120,"-6"-32"0,-3-4-2504,4 16-129,-5-19 0,0 1 192,3 25-215,-1 1-150,-2 7-241,-2 9-79,-13 18 6,5-2-17,-24 28 17,0-1-113,15-13 0,-3 3 91,-8 6 0,-1 1-1135,6-5 0,0 0 1157,2-2 0,2 0 0,4-4 0,2-2 6,-10 9-1,-8 10 7,12-8 16,-1 7 28,5 1-17,5-4 56,-9 14-1276,17-21 0,1-1 1237,-9 19-58,10-8 1,4 1 96,4 6-62,3 12 63,11-1-12,7-9-65,-2-14 1,4 1-26,-1-8 1,2-1-35,20 21-206,8-18 1095,-2-16-2009,-15-8 1,1-3 1159,7-5 0,-3-3 0,4 2 0,-1-8 0</inkml:trace>
  <inkml:trace contextRef="#ctx0" brushRef="#br0" timeOffset="161825">8638 11160 22397,'-2'-2'1926,"0"0"-912,2 2-969,5-36-28,1 28 28,5-25-11,-2 38-23,-3 2 118,-3 8-34,-6-2 22,-7 9 1,-9-4-28,-7-2 33,-4-7 22,-1-7-10,2-14-62,5-12-51,9-14 28,13-7-27,6 7-1,15-4 1,10 10-29,3 4 40,7 8-34,-6 17-17,-6 6 11,16 23-5,-14 8-224,-10-7 1,-2 4 231,-8 3 1,-5 2-18,-5 6 1,-6 1-540,-5 8 0,-4-1 542,1-8 0,-3 0-13,-4 2 0,-3 4 1,0-5 31,-2 2 1,-1-3 8,3-4 0,-2 1 1,1-5 35,-1-3 1,1-6 86,-15 2-72,17-21 140,4-25-90,14-6-17,2-17 375,13 3-442,6 2 0,11 5-39,6 5-23,8 8-117,9 5-476,7 8 57,5 4-2682,-29 2 1,1 2 3251,24-1 0,-21 1 0,-16-1 0</inkml:trace>
  <inkml:trace contextRef="#ctx0" brushRef="#br0" timeOffset="162024">9326 11256 27174,'-2'38'-1343,"0"1"1,1-3 0,3-2 1342,12 9 0,-6-20 0,-2-3 0</inkml:trace>
  <inkml:trace contextRef="#ctx0" brushRef="#br0" timeOffset="162608">10083 10879 26295,'-24'28'219,"-4"-2"-163,-5-2-6,-3-7 23,-2-7 39,2-10 17,1-11-6,6-15-11,6-11-23,10-10-21,10-1-35,12 3-10,10 6-7,12 8-21,9 10-1,6 10 17,6 18-11,3 15 0,-27-4 0,-2 4-219,-1 3 0,-2 4 213,-5 3 0,-4 3-14,-5 4 1,-7 1-20,-7 5 0,-6 0-314,-6 4 1,-5 0 346,-6 1 1,-4-1-428,-2-3 0,-2-3 466,1-6 1,-1-4-4,3-9 1,1-4 59,-23 2 56,12-22 379,13-12-334,10-12 622,11-4-673,9-2 945,10 1-1034,9 4-7,11 6-32,10 7-35,9 7-22,7 2-371,6 4 26,-29-1 1,0 1-687,1-1 1,0 1-2529,0-1 0,0 0 3604,24-1 0,-23 1 0,-16-2 0</inkml:trace>
  <inkml:trace contextRef="#ctx0" brushRef="#br0" timeOffset="162782">10794 11051 24727,'-9'-1'2425,"2"0"-1887,7 1-186,0 0-380,-10 73-599,13-32-1826,-6 10 1,2 1 2452,12-9 0,-5-15 0,-2-12 0</inkml:trace>
  <inkml:trace contextRef="#ctx0" brushRef="#br0" timeOffset="163049">11570 10742 25674,'-5'-5'1820,"1"1"-1434,4 4-240,0 0-107,-13-14-6,17 34-16,-8 6-26,8 7 1,4 6-560,-4 4 1,0 2-245,-2 5 0,-1 1 812,-3 6 0,0-2 0,1 7 0,-3-7 0</inkml:trace>
  <inkml:trace contextRef="#ctx0" brushRef="#br0" timeOffset="163275">12124 11138 27611,'-35'38'-807,"13"-9"1,3 0-1059,1 18 1865,4-15 0,3-3 0,4-11 0,0-1 0</inkml:trace>
  <inkml:trace contextRef="#ctx0" brushRef="#br0" timeOffset="163615">12617 10603 23007,'1'-8'3333,"-1"2"-2241,9-55-756,-7 41-224,8-42 22,-9 59-38,3 14-18,5 14-25,0 6 0,-1 5-28,1 3 1,-1 0-201,0 4 1,-1 1 151,0 6 1,-2 1-735,-2-7 1,0 1-910,0 13 0,0 0 1066,-1-8 0,-1-3 0,1 12 0,-2-28 0</inkml:trace>
  <inkml:trace contextRef="#ctx0" brushRef="#br0" timeOffset="164115">13014 10272 25531,'32'-43'173,"1"-1"1,0 3 0,2 7 67,18 18-851,5 1 640,-22 8 1,0 1 20,24 1 224,-14 4-253,7 6 12,-16 6 27,15 20-10,-15 7-161,-19-10 0,-3 2 138,-4 1 0,-4 2 0,-1 6 0,-2 1-20,-1 3 1,-1 0-314,0 4 0,-2-1 305,-1-1 0,0 1 8,1-3 1,-1 0 5,-1-3 0,1-2-42,0 18 373,1 3-536,5-8 57,-3-9-678,-3 15-902,-14-28-201,-4 5 1915,-25-4 0,27-19 0,-11 3 0</inkml:trace>
  <inkml:trace contextRef="#ctx0" brushRef="#br0" timeOffset="165357">8354 12214 21595,'27'-39'118,"7"1"-152,15 13-400,-18 11 1,1 0 239,7 0 1,0 0-424,5-1 0,1 2 6,0 1 1,-1 1-287,-4 2 1,-3 2-1232,18-1 271,-28 10-904,-32 12 111,-28 10 2171,5-6 1,-3 0 298,-7 4 1,-1 0 926,-4 2 1,0 0 649,-1 0 1,2-1 75,2-1 0,2-2-328,5-2 0,2-1 120,-15 7-148,19-10-1162,13-7 107,16-7 151,14-8-297,17-8-28,18-9 209,-20 9 1,2 1-98,3-2 0,0-1-3,0 2 0,0 0-22,-3 2 0,-2 1-31,17-4-40,-20 9 113,-25 15-67,-25 12 44,-26 17 70,16-15 1,-3 2-233,-4 1 1,0 1 559,-1-2 1,1 0 198,4-3 0,3-1 1051,-18 11-824,23-14-174,14-9 0,18-10-207,11-9-286,17-11-78,15-9-52,-17 11 0,1 0-80,4-2 0,3-1-647,3-2 1,2-1 705,9-2 0,-2 1 0,-22 11 0,-1 1 0,26-11 0</inkml:trace>
  <inkml:trace contextRef="#ctx0" brushRef="#br0" timeOffset="166232">12457 6759 14741,'-19'-56'1133,"0"0"1,-1 0-1,0 5 1,-2 2-1,-3 7-735,-11 3 0,-5 7-777,-4 6 1,-4 6 537,-5 4 1,-3 7-803,-5 8 0,-2 8 734,17 1 0,1 3 1,-1 4-25,-3 4 0,0 3 1,1 4-18,-2 3 0,1 3 1,1 3-23,-1 3 0,2 3 0,2 3-20,13-10 0,1 1 1,2 2-1,1 1-8,-7 14 0,3 3 0,4 1-6,4 0 1,4 2 0,3 0-5,4-1 1,2 2 0,5-1-6,4-2 0,3 0 0,4 0 2,1-4 0,4 0 0,3-1-62,3-4 0,3 0 0,4-3 71,2-4 1,4-1-1,3-4 19,4-3 0,4-3 0,2-4 5,7-3 1,3-3 0,4-4 5,3-6 1,5-3-1,1-2 1,-4-1-521,2-1 0,-4-2 0,4-2 514,-8-1 0,4-2 0,1-2 0,-2-1 0,-3-2 25,9-5 0,-5-3 0,2-3 1,-7 2 0,1-1 0,-1-2 1,-2-2 24,-5 0 0,-3-1 1,-1-3-1,-3-1-130,7-10 0,-4-2 1,-5-3 136,-6-1 1,-5-2-1,-3-1-2,-5-3 1,-3-1 0,-4-2-19,-3-2 0,-3-1 0,-4 0-14,-3-3 1,-3 0 0,-3 1 1,-2 1 1,-3 0 0,-4 0 13,-3 12 0,-4-1 1,-2 2-1,1 4-42,1 1 1,0 4 0,-4 1 3,-14-7 1,-6 2-1,-1 8-28,-7 7 1,-3 8-23,8 3 0,-3 1 0,-1 5-60,-1 3 0,0 4 1,0 4-138,-1 2 1,1 4 0,-1 5-1711,9 3 0,-1 5 0,1 1 0,2 0 1844,-1 3 1,3 0 0,2 1 0,4-1 0,2-1 0,5-1 0,-6 11 0</inkml:trace>
  <inkml:trace contextRef="#ctx0" brushRef="#br0" timeOffset="167541">16908 11228 23293,'-50'-19'392,"1"1"0,3 3 0,15 0-353,29 5-44,22 1-29,21 2 23,-10 5 0,1 0-23,26 0-28,-8 5 1,1 4-7,-17-1 1,1 2-235,13 3 0,-2 4 212,-15-1 1,-4 3-12,6 21 84,-23 5 45,-29 3-11,-19 1-199,13-24 0,-2-1 210,0-1 0,1-1-16,-20 15-26,15-8 14,15-9 435,17-5-402,15-10-33,17-8 0,14-11-5,-5-2-1,-7-1 1,-1-2 33,13-15-74,-14 8 1,-3-4 70,-8 2 0,-5-3 42,-4-2 0,-2-2 23,-5-1 0,-3 0 36,-4-21 87,-7 23 0,-4 4 128,-8-3-4,-9-7-46,7 25-39,6 6-117,5 6 449,6 3-584,2 6 0,8 7 5,7 10-10,15 11-1,14 8-5,-13-17 0,1 0-277,3 2 1,1 2 228,0 1 0,-1 2-154,-4 1 0,-4 2-364,-6 1 0,-8 1-896,-8 1 0,-8-1 1473,-10 2 0,-3-3 0,-6 6 0,-5-9 0</inkml:trace>
  <inkml:trace contextRef="#ctx0" brushRef="#br0" timeOffset="167965">18449 10917 22492,'0'-5'2442,"0"1"-2117,0 4 162,-91-57-291,33 39-522,17-1 1,-7-4 0,4 7 364,8 15 1,4 5-12,-23 5 236,20 9-258,18 6-29,20 4 18,13 4 33,16 3-28,11 1-542,-15-17 1,0-1 547,21 12-1,-3-7 1,2-1-36,-12-5 0,0-1 16,16 7 0,0 1 19,-14-6 1,-3-1 16,16 12 40,-24-7 11,-30-6-51,-25-4-39,-25-5 6,2-2-56,6-5 0,-2-3-85,14-1 1,-1 0-197,-13-3 1,1 0-1148,-15-10-3798,20 1 5293,20 4 0,13 5 0,6 3 0</inkml:trace>
  <inkml:trace contextRef="#ctx0" brushRef="#br0" timeOffset="168349">18757 10856 20005,'2'-3'4330,"-1"1"-2683,-1 2-1608,9-9-17,-8 20 23,6-2-17,-8 24 0,3 1 0,7-1-6,11-3 18,14-5 4,11-7 40,7-9 17,3-14-6,-5-12-264,-7-14 376,-10-8-5,-12-7 39,-11-2-45,-5 0-56,-9 4-62,-3 7-44,-5 9-40,0 9-190,3 8-381,4 5-643,2 6-773,6 8-5160,5 6 7153,3 2 0,-2-5 0,-3-4 0</inkml:trace>
  <inkml:trace contextRef="#ctx0" brushRef="#br0" timeOffset="168899">19484 10739 26878,'9'-23'123,"1"15"-129,-1 43 29,3 6-35,3 4 1,0-1 0,-1-5 17,-4-9 50,-5-11 22,-3-11-22,-6-14-6,-4-12-38,-4-14 16,-2-13 11,3-11-25,6 24 0,2 0 16,2 0 1,1 0 42,8-26 0,6 11-51,9 14-22,7 12-50,19 13 39,-13 9-12,23 15 23,-18 9-215,-15-7 0,0 2 207,-2 1 0,-1 1 16,0 6 0,-2-1-19,4 10 6,-8 9-23,-22-23 33,-8 1 12,-8-11 0,0-13 16,4-24 403,8 1-419,10-29 39,14 6-356,11-11 328,-9 30 0,2 1-62,6 1 0,1 4 51,10-6 5,16 6-16,-17 17-1,11 10-19,-16 6 0,-2 3-42,11 10-241,-13 0 1,-4 3-1867,-5 18 2163,-12-13 0,-2 0 0,-2 4 0,-7-4 0</inkml:trace>
  <inkml:trace contextRef="#ctx0" brushRef="#br0" timeOffset="170141">20993 10677 16028,'2'-4'5349,"-1"1"-3478,-1 3-1641,34-62-146,-8 33-461,3-11 1,5 1-170,-6 22 0,3 5-2048,7-1 1,2 1 2593,-1 2 0,-2 3 0,15-2 0,-23 6 0</inkml:trace>
  <inkml:trace contextRef="#ctx0" brushRef="#br0" timeOffset="170342">21244 10847 21887,'-3'0'2840,"1"0"-2622,2 0-252,48-66-1894,2 33 1672,-19 5 0,4-4 1,1 6-653,13 6 1,0 5-1796,5 0 1,0 1 2051,-5 2 1,-5 1 0,15-1 0,-28 6 0</inkml:trace>
  <inkml:trace contextRef="#ctx0" brushRef="#br0" timeOffset="170708">22084 10386 23629,'-8'-58'608,"0"0"1,3 5 0,7 6-474,23 3-85,16 6-39,-14 20 0,2 2-382,4 3 1,1 3 378,2 2 1,1 3-9,1 3 0,-1 4-20,-3 3 1,0 4 2,-4 4 0,-2 3-22,15 27-34,-18 11-11,-21 8 42,-11-27 0,-4 0 8,-6 1 1,-4 0 30,-4 0 0,-3-2 11,0-1 1,0-2-4,2-5 1,0-1 22,-12 15 248,13-13-180,14-10 134,17-9-157,14-6-17,23-10-54,-12 0 1,1-1-493,9-3 1,2-2 74,7-2 1,2 0-1807,6-2 0,0 0 2221,-3 2 0,-4 0 0,-15 6 0,-4 0 0,8-1 0</inkml:trace>
  <inkml:trace contextRef="#ctx0" brushRef="#br0" timeOffset="171915">23451 9880 25281,'-2'10'6,"7"35"-124,1-7 0,0 4-2011,4 8 0,1 0 1616,-3-18 1,0 0-4404,6 16 1,0-4 3356,-1-5 1,4 12-1,-14-43 1</inkml:trace>
  <inkml:trace contextRef="#ctx0" brushRef="#br0" timeOffset="172115">23268 10259 20218,'-8'-3'4111,"1"0"-3428,7 3-364,0 0-256,-7-62-58,24 42-109,13-21 0,9 2-176,3 26 0,6 6-1659,-2-3 0,3 0 0,-3 1 1045,3 0 1,-1 0 893,-5 2 0,3-1 0,-8 2 0,6-1 0,-13 1 0,0 1 0</inkml:trace>
  <inkml:trace contextRef="#ctx0" brushRef="#br0" timeOffset="172482">23974 9775 21300,'24'-50'332,"0"0"0,6 0 0,2 9-248,19 11-64,-17 16 0,1 4 848,26 5-857,-1 18-11,-8 16-11,-11 18 5,-26-19 1,-4 3-5,-5 3 0,-5 1-21,-6 2 0,-5 0 8,-4 2 1,-4-1 8,-4 0 0,-1-3 14,-1-2 0,0-3 34,2-3 0,1-3 451,-11 9-210,14-15 695,13-11-841,11-10 67,35-16-174,11-4-584,-7 5 0,4 0 405,4 0 0,3 2-652,-11 4 0,3 1 0,1 0-2468,7-1 0,1 0 0,-2 1 2565,-11 3 1,-1 0 0,-2 1 0,10-2 0,-8 2-1,-17 3 1</inkml:trace>
  <inkml:trace contextRef="#ctx0" brushRef="#br0" timeOffset="174099">25812 9297 22218,'-2'-2'123,"0"0"6,2 2-90,80-42-1563,-44 32 0,3-1 1473,10-6 1,7-3-1,-1 3-112,-7 9 1,-2 2 0,2 1-104,2 0 1,2 0 0,-2 1-105,-1 1 1,-1 0 0,-1 1-539,15 0 1,-6 3-539,-15 3 1,-7 3 1048,-7 3 1161,-60 18-537,-3-14 0,-8-2 204,6 1 1,-3 0-1,-2 0-104,-4 1 1,-1 0-1,0 0 272,0 0 1,0 1 0,-1-1 32,-2 3 1,-1 0 0,5-2-434,-1 1 0,3 0 33,-5 3 1,8-1-65,14-2 11,7 1 1444,26-7-1472,23-5-115,6-6 1,4-2-26,22-3-540,-7-1 1,1-2 497,-15 1 0,-1-2 11,10-2 1,0-1 715,-6-1 1,-3-4-647,-4-6 1,-6-3 21,3-11-139,-23 6 1,-9-2 268,-24-18-65,5 20 0,-4-1 177,-10-2 0,-1 3-79,7 8 1,1 2-46,-21-14 68,26 22 1006,14 10-1264,3 2 98,17 15-81,6 9-6,7 7-5,13 14-12,-5-2-105,-12-14 0,1 1 35,-2 1 1,0 2-435,3 7 0,-2 1-476,-6-6 1,-2 1-18,0-2 1,-3 0 1002,-3 27 0,-6-39 0,-2 8 0</inkml:trace>
  <inkml:trace contextRef="#ctx0" brushRef="#br0" timeOffset="174507">27055 8859 25987,'54'21'23,"-13"-11"-26,-23 21 0,-3 8 14,1-5 0,0-1-318,1 0 1,1 0 320,0 2 0,1-2 3,5 7 196,-9-17-50,-5-11 116,-4-14-167,7-19-67,2-7 16,9-18-10,-5 14 383,5-6-244,-2 11-117,-2 5-90,0 7 12,-6 16 5,4 11-6,-1 2-44,17 19-96,2 5-372,-7-3 0,1 4-1120,-6-2 1,-1 2 1637,4 15 0,-4-2 0,-3 0 0,-5-4 0</inkml:trace>
  <inkml:trace contextRef="#ctx0" brushRef="#br0" timeOffset="174732">26609 9928 25119,'53'-31'47,"0"1"0,1-1 0,0 3 0,0 0 0,2 7-75,-3 10 0,2 6 0,-3 0-708,-8 0 0,-2 0 1,3 1 268,5 0 1,4 0 0,1 0 0,-5 1-1063,-2 1 1,-4 1-1,2-1-1748,16 0 0,4 0 0,-8 1 2814,-8 1 1,-8 0 0,10 0 0,-39 1 0</inkml:trace>
  <inkml:trace contextRef="#ctx0" brushRef="#br0" timeOffset="174992">26743 10110 26234,'48'-14'219,"-1"1"1,1-1-1,1 1 1,1 0-1,-1 1-146,-1 3 0,0 0 0,0 1-977,1 0 0,1 0 0,0 0 950,1 0 1,-1 1 0,-2 0-19,8-1 0,-2 0 15,-10 1 0,0-1 0,-4 1 721,21-6-739,-23 4 0,-4-1-19,-9 0 127,-15 3-2283,-6 4-7681,-10 3 7992,1 2 1,-1-1 0,3 1-1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8B0AA-F207-BA39-45C7-C44971095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73180-7769-9404-8629-98DF7F5E5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B5BF7-387C-8603-DEC7-A9FA8AEF4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D2DF-D005-CF4C-B267-D129622BCAFC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39205-478C-1C0C-2F78-C6E0CB977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0B1F9-BCB9-8391-D75F-75F8E9B1B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47FB-2725-DD4B-A060-C8E805977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665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0E718-9144-E8AF-5DCF-85FEC55EF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6D819-E22A-1278-AFDF-486A3111F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B83E3-089F-F8E1-C43A-AAE1421E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D2DF-D005-CF4C-B267-D129622BCAFC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E71FA-A72C-D670-208E-E504B2DA3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8A06D-E08D-B947-D676-F97C87D16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47FB-2725-DD4B-A060-C8E805977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46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60775-318C-1C0B-F1CB-34F3FAC7F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6A32F-A1E0-DE18-378D-790B66A6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857E5-88A3-C481-6897-37B94D575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D2DF-D005-CF4C-B267-D129622BCAFC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040CD-F830-CC64-80F8-8E998B7A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F828C-CF8E-0650-7B18-3C4979CF7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47FB-2725-DD4B-A060-C8E805977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318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F91F8-77C1-FF47-8FB5-6DBE7E940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E4DA7-E0F3-0BC1-A3E5-9184BB598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1F5DE-31DB-AF77-4579-6E2B21723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CA3038-FD01-47AD-C3CC-18E3CA352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D2DF-D005-CF4C-B267-D129622BCAFC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0A796-3625-391C-E90B-559EBAD5F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6DF51-D75A-4237-CD92-E61632B76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47FB-2725-DD4B-A060-C8E805977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00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258DC-7F29-B349-7880-AAAAB5B20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D7F48-1D33-2568-5F61-33FB9D2E5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2C3872-A244-A957-1D2C-5A2BB9B51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688788-EB29-C00B-8C02-3D74C2FCE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16F647-918B-E6C7-4E2E-6D7B862E4A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A3EC36-5634-0B5A-BC49-B4A493BBB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D2DF-D005-CF4C-B267-D129622BCAFC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1E27D8-3AEE-BBA3-5B9B-A409E55A5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556366-E47B-C4D5-D779-30DC3B597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47FB-2725-DD4B-A060-C8E805977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19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BDDDB-B296-22E1-25F5-3F2F3E9C2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25516-C9AC-0CF3-F7F4-479F1D334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D2DF-D005-CF4C-B267-D129622BCAFC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FA9145-181F-7262-7ADD-17E399A7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C9DE78-E0D9-672B-4F40-E98AAE76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47FB-2725-DD4B-A060-C8E805977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88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AF95B8-E006-EB7F-94E5-7CF32001A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D2DF-D005-CF4C-B267-D129622BCAFC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B151C1-70E6-538B-6679-C90857A7E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093BA-E0A5-246B-38E6-3EBA7511F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47FB-2725-DD4B-A060-C8E805977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03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984DA-4E2E-7058-A7DD-62CC13435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6EF05-10C1-F3F9-E59E-E1F87671C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67D746-EA30-38AC-6C7F-5CFB51C6E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7C613-97E4-06AD-CD99-4047F02DD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D2DF-D005-CF4C-B267-D129622BCAFC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14961-2813-C031-4F31-9AE2409E9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785C2-9F67-E4A8-2F80-68C9BFF60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47FB-2725-DD4B-A060-C8E805977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12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795FC-77FB-EFDB-5D7B-483D25E67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A651DF-AAD9-08CD-7D5F-AEE57CD78D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A3ED3-AE13-BB5F-77C7-16DC75750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7F15D-9935-D0E0-A592-B3C98BA8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D2DF-D005-CF4C-B267-D129622BCAFC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AB5DF-0078-4645-9F62-8418C9A55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71B78-3A99-32AA-89C1-1E4480522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47FB-2725-DD4B-A060-C8E805977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92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9D31-708E-F187-29FA-948DE319A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586282-928F-F1A3-F435-E90D4F140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FBE7A-BFEE-A2A7-541C-CA2A0FF3A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D2DF-D005-CF4C-B267-D129622BCAFC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77C1B-55D3-B1E8-933C-2E1C641E8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1A8CF-274F-A5FC-35C6-BE0CE8E52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47FB-2725-DD4B-A060-C8E805977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94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62FFC0-622D-0A5A-D3D7-808EDD3F2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05B68-4016-F518-EF49-000AB92D4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1A1EF-17AD-A1D1-A6CD-093FB435D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D2DF-D005-CF4C-B267-D129622BCAFC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D454F-3782-90CB-1E1B-169725794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571FD-4E20-C2F1-88D9-9A6D7D479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47FB-2725-DD4B-A060-C8E805977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5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9A70B6-F567-28CA-713F-95821E88D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D704F-4222-6E2C-0FFA-411F6C945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49606-90D5-BED3-25A1-169B7B123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DD2DF-D005-CF4C-B267-D129622BCAFC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F9C29-2274-88D8-BE0C-B30010ADFE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4C977-4B70-8206-6154-D2C8E6497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E147FB-2725-DD4B-A060-C8E805977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86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2C533525-ECF2-9CAD-4CE4-7409849244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091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6C148A5E-569D-B5D2-A6DF-FFFCBBB601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07D94AF-F40A-E6ED-E6C5-CF5F63BAC07C}"/>
                  </a:ext>
                </a:extLst>
              </p14:cNvPr>
              <p14:cNvContentPartPr/>
              <p14:nvPr/>
            </p14:nvContentPartPr>
            <p14:xfrm>
              <a:off x="748440" y="838800"/>
              <a:ext cx="10292400" cy="4437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07D94AF-F40A-E6ED-E6C5-CF5F63BAC0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9080" y="829440"/>
                <a:ext cx="10311120" cy="445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1674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146785-C044-FE4E-DEB3-7A9B26130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14DAA33-30A1-AD72-14B0-DB3FEDDD9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5347B35B-8AF7-81D3-1F32-0940A5B0C3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4C4311C-58CA-5CB8-63D8-C4C38160A010}"/>
                  </a:ext>
                </a:extLst>
              </p14:cNvPr>
              <p14:cNvContentPartPr/>
              <p14:nvPr/>
            </p14:nvContentPartPr>
            <p14:xfrm>
              <a:off x="1303200" y="519480"/>
              <a:ext cx="9805320" cy="3934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4C4311C-58CA-5CB8-63D8-C4C38160A0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3840" y="510120"/>
                <a:ext cx="9824040" cy="395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6880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1A3CC5-8D6E-7355-DC11-D01EBDF03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8C91F0-710F-29C8-2741-D21D3B1E7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6B52E33D-190E-B163-FE27-44EB055B61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AF05435-BD40-E50A-2779-92B90D356AF8}"/>
                  </a:ext>
                </a:extLst>
              </p14:cNvPr>
              <p14:cNvContentPartPr/>
              <p14:nvPr/>
            </p14:nvContentPartPr>
            <p14:xfrm>
              <a:off x="1449000" y="395280"/>
              <a:ext cx="8898840" cy="4704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AF05435-BD40-E50A-2779-92B90D356A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9640" y="385920"/>
                <a:ext cx="8917560" cy="472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51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D529D6-9541-5766-2FA0-AA616BD85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C3CD9E-613F-EE18-62AD-8B455D5A8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73E34642-9F4D-5D9D-0847-7AD27F367E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8B534FC-CCDB-D56B-2383-889A735D37F8}"/>
                  </a:ext>
                </a:extLst>
              </p14:cNvPr>
              <p14:cNvContentPartPr/>
              <p14:nvPr/>
            </p14:nvContentPartPr>
            <p14:xfrm>
              <a:off x="1100520" y="731880"/>
              <a:ext cx="8835840" cy="3949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8B534FC-CCDB-D56B-2383-889A735D37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1160" y="722520"/>
                <a:ext cx="8854560" cy="396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938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366BF-EEBF-B1E3-046E-1F50CDB3D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F4F60A7-67BA-6394-8F0A-1614A1D20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9C997D51-9E90-A37A-10CF-52301A407A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50A3702-82C8-31EB-85E2-2845CEC8A34B}"/>
                  </a:ext>
                </a:extLst>
              </p14:cNvPr>
              <p14:cNvContentPartPr/>
              <p14:nvPr/>
            </p14:nvContentPartPr>
            <p14:xfrm>
              <a:off x="1141920" y="736200"/>
              <a:ext cx="8907480" cy="3732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50A3702-82C8-31EB-85E2-2845CEC8A3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2560" y="726840"/>
                <a:ext cx="8926200" cy="375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691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2026-02-16T09:29:21Z</dcterms:created>
  <dcterms:modified xsi:type="dcterms:W3CDTF">2026-02-16T10:35:00Z</dcterms:modified>
</cp:coreProperties>
</file>