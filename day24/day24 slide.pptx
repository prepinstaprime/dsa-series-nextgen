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9:41:24.0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7076 9550 25769,'-28'3'442,"9"12"-274,31 30 23,9 4-141,-4-19 107,16-4 5,0-24-11,17-12-78,-7-13 0,3-6-1761,4-5 1,0-3 1694,-15 11 1,0-2-1,2-1 0,7-5 1,2-1 0,-1 0-472,-5 5 0,0 1 0,2-2 468,-5 3 0,2 0 1,1-1-1,-1 1-6,11-7 0,-1 1 0,0 1-128,-6 4 0,0 1 0,-1 3-315,16-6 0,-5 4-93,-20 11 0,-2 4-8630,22 4 8749,-39 16 1,-3-1 0,-7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9:41:29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4733 2724 23528,'-6'-42'577,"-1"1"0,1 3 0,-4 9-420,-15 19-67,-8 5-23,-8 11-17,-6 10-33,-5 13-447,5 12 424,25-16 1,3 1-40,-9 30 0,12 1-11,16-4 11,17-5 28,17-1 3,-9-23 0,4-1-296,5 1 1,2-1 306,2 0 0,2-1 6,-2-2 0,0-2 2,-6-3 1,-3-1 79,8 5 21,-27-9-72,-32-4-6,-30-3-12,12 0 1,-3-1-360,-7-1 0,-3 0 346,-1 1 0,0-1-82,3-1 1,3 0-177,9-1 1,3-1-4714,-12 0 4222,25-3 0,15 3 1,7 0-1</inkml:trace>
  <inkml:trace contextRef="#ctx0" brushRef="#br0" timeOffset="801">5189 3216 25931,'6'-49'588,"2"-3"-470,4 2-45,-2-11-687,-6 24 1,-1-1 632,-1-8 1,0-2-528,-1-7 1,-1 0 518,0-3 0,0 1 3,-1 3 0,-2 3 135,0 8 1,-1 4-122,-8-19-6,0 23-78,0 18 504,6 16-459,1 10 1204,-1 25-1193,-1 18 0,2-12 0,-1 4-106,2 7 0,0 3 106,2-7 0,0 2 0,1-2-454,1 3 0,1-1 448,2-7 0,0 3 1,2-5-4,3-7 1,1-2-50,3 4 0,2-2 52,14 14 23,13-20-6,-12-18 17,22-21 6,-7-17-215,-16 7 0,0-1 192,-2-2 0,-1-1 20,-2-5 0,-3 2-3,3-9 518,-7-4-434,-13 27 914,-1 2-947,-6 7 25,2 6-104,-6 9 476,1 7-470,0 10-17,2 5-45,5 4-140,16 7-348,7-8-72,6-2-2179,8-8 2795,0-11 0,-13-3 0,0-5 0</inkml:trace>
  <inkml:trace contextRef="#ctx0" brushRef="#br0" timeOffset="979">5778 2676 24340,'-5'-12'-736,"-8"-4"1,29 29 0</inkml:trace>
  <inkml:trace contextRef="#ctx0" brushRef="#br0" timeOffset="1651">6361 2749 25601,'-62'-9'69,"-1"0"0,0 7 0,9 12-47,28 19 1,5 6-468,1-3 1,0 1 449,2 4 1,4-1 11,5 11-6,11-17 328,13-5-271,7-17 27,16-8-11,7-18-6,8-16-27,-10 0-4,-18 9 1,-1-3 41,8-26-36,-11 7 1,-2-3-461,-4 3 0,-2-1 438,1-11 0,-1 0 11,-4 10 0,-1 1 11,0 3 0,0 2 14,-3 8 1,-1 2 5,2-10 139,-4 12 243,-2 22-466,0 2 28,0 42-23,0 10-335,0-3 0,0 2 338,0 3 0,0 0 0,1 5 1,0 0 7,0-10 1,0 1-15,5 19 1,1-2 5,0-23 1,2-1-21,3 12 1,2-2 985,11 1-957,0-20-6,-6-15-11,13-20 11,-5-14 16,15-20-328,-7-10 317,-19 23 1,-1-1 28,9-28 16,-6 6-10,-8 16 867,-3 4-828,-6 19-23,0 0-45,-2 14-22,-1 27-11,0 5-1,5 24-66,10-5 344,11-3-507,13-7-661,6-11 51,-7-11-8969,15-12 7373,-31-8 0,8-3 1,-25 2-1</inkml:trace>
  <inkml:trace contextRef="#ctx0" brushRef="#br0" timeOffset="1817">6965 2458 24979,'-36'-33'-1843,"11"19"-2868,36 55 4711,3-1 0,-5-13 0,-3-11 0</inkml:trace>
  <inkml:trace contextRef="#ctx0" brushRef="#br0" timeOffset="2527">7282 2612 26010,'-7'24'56,"0"14"-54,6-4 1,0 2-266,0 1 0,0-2 274,5 28 11,2-16 225,2-17-23,0-15 100,-2-19-167,4-16 27,2-17-16,6-16-278,-8 23 0,0-1 174,1-1 1,2 1 290,12-24-327,0 11-16,-1 17-29,0 12-6,1 11 18,2 14-29,4 14-72,1 14-113,3 12-116,-17-20 0,1 0-256,1 1 0,2 0-269,1-1 1,2-1-612,3-3 1,1-4-698,4-4 1,1-4-886,3-4 1,1-4 1100,-1-6 0,1-4 2837,-4-3 0,-2-3 4119,17-20 132,-18-10-2016,-18-6-1205,-7-6-571,-10-3-469,-3 5-287,-9 8-196,-6 12-208,-7 14-100,-6 12-44,-4 17-29,0 14 0,6 18 27,11 12-38,16-24 0,4 0-3,5 1 1,6-2-4,3 0 1,5-4 5,5-2 0,3-3 5,1-5 1,2-3 115,23 2 14,-8-19 66,-13-12 68,-9-12 45,-8 0-12,-5 6 329,-5 7-552,-3 7-85,1 10 17,1 14 1,2 19-7,3 22-553,-1-20 1,2 3 522,2 6 0,2 2-79,3 6 1,0 1-298,-1 4 1,-4 2-876,-7-18 0,-4 0 0,-6 0 1276,-8 6 0,-7 0 0,1-5 0,3-3 0,-1-5 0,-10-2 0,0 0 0</inkml:trace>
  <inkml:trace contextRef="#ctx0" brushRef="#br0" timeOffset="3310">9507 2961 18964,'9'-44'1386,"1"-1"0,-1 0 0,2-14 0,-2 3-932,-4 15 0,-3 4 162,-7-18-196,-1 17-230,-4 17-162,4 12-11,2 17-11,2 17 16,1 22-14,2-14 1,0 2-264,2 5 0,0 2 252,3 0 0,2 0-3,1-2 1,3-3 13,2-5 1,3-4 13,20 13 40,3-19 56,-2-20 5,-2-19-17,-3-17 6,-1-11-5,-5-6-18,-7 1-5,-9 6 17,-6 12-17,-7 14 437,-2 13-526,-6 18 10,1 11 23,0 15-11,8 15-28,6-16 16,19 10 1,9-25-17,20 2-222,-22-16 0,2-4 247,1-2 0,0-4 33,3-9 1,-1-2 3,8-9-140,-2-27 185,-32 3-24,-7-17-27,-9 20 0,-4 0-26,0 6 1,-1 2-6,-1 1 0,-1 3 48,-12-16-12,7 22-39,-2 1 407,4 12-519,2 19 36,7 12-254,1 6-1154,17 18-2655,16-1 3280,9 4 0,-8-17 0,-9-12 0</inkml:trace>
  <inkml:trace contextRef="#ctx0" brushRef="#br0" timeOffset="3517">10684 2698 23332,'-3'-6'3484,"1"0"-2538,2 6-778,-18-60 6,13 45-163,-13-44-28,17 69 17,8 24-72,2 10-333,0-11 0,0 0 36,5 18-309,-4-18 0,0 0-2339,4 18 3017,3 10 0,-8-29 0,-4-10 0</inkml:trace>
  <inkml:trace contextRef="#ctx0" brushRef="#br0" timeOffset="3693">10745 2412 20643,'-7'-7'3792,"1"2"-3976,6 5-645,-33-44-970,43 50-3202,-20-21 5001,42 56 0,-11-11 0,-11-11 0</inkml:trace>
  <inkml:trace contextRef="#ctx0" brushRef="#br0" timeOffset="4043">10912 2612 26082,'50'30'40,"-7"7"-40,-26 18 16,-3-7 7,-3-12 122,-3-17-61,-4-11 56,-2-14-61,0-11 33,7-26-51,3-4-47,-3 16 0,1 2 3,6-11-6,8-1-33,5 12-23,5 7-168,10 10-223,-2 22 77,-5 3-358,-10 2 0,2 2-2005,7 6 0,2 1 2156,5 3 1,0-1 0,-10-5 0,-3-2-1,12 7 1</inkml:trace>
  <inkml:trace contextRef="#ctx0" brushRef="#br0" timeOffset="4834">12160 2701 21971,'-10'-56'1060,"0"-1"1,-1 6-1,-3 6-600,-17 3-158,-12 13-201,3 11-12,4 17 1,-1 6-39,-17 16-469,15-3 0,2 5 418,9 1 0,3 4 5,5 3 1,3 1 0,-4 21-6,18-13 0,6 0 6,16 10-49,-3-15 1,5-2-3,28 3 68,4-18 22,1-24 16,-2-24-25,-27 4 1,-3-3-350,-2-7 1,-3-4 376,-2-4 0,-3-3 6,-3-5 0,-3-3 25,-1-4 1,-1-1 7,-1-2 1,0 0 41,-1 4 1,0 2 11,0 8 0,0 2-29,-1 12 1,0 3-83,1-9-29,-1 20 568,1 12-529,3 25-56,4 14 5,-1-2 1,0 5-317,3 7 0,0 3 289,2 7 0,2 3-18,1 5 1,1 1-17,-5-18 0,1-1 0,1 1-95,7 18 0,1-2-194,1-4 1,1-3-76,0-8 0,2-5 307,-2-9 0,1-5-599,23 3 488,-5-29 129,-4-20 140,-7-20-181,-7-14 270,-14 24 1,-3 0 66,0-3 1,-1 0 50,-1 0 1,-1 2 318,3-28 937,-5 14-1099,-7 16-16,-5 15-303,-9 16-28,-5 15-18,-5 16-27,3 16-97,7 13 91,14-28 0,3 1-8,4 2 0,5-1-3,4 0 0,4-2 8,5-1 0,5-2-8,2-4 0,3-3 0,0-4 0,2-3 34,26 2-18,-10-23 40,-14-17 0,-12-20-11,-13-17-349,-9 25 0,-4-1 318,-2-4 0,-2 0 11,-4 0 0,-2 1 0,-1 2 0,-2 2-105,-2 5 0,-2 2 119,-20-12 334,-1 18-401,1 17 39,4 17-62,5 14-117,10 13-335,9 9-707,16 5-388,17 2-1175,-2-27 0,4-2 2156,1-2 0,-1-3 0,12 6 0,-13-13 0</inkml:trace>
  <inkml:trace contextRef="#ctx0" brushRef="#br0" timeOffset="5334">13195 2568 19081,'0'-9'5830,"0"2"-5239,-1-27 1,-1-5 141,-1 13-504,1-15 1,-1 5-78,-2 28-119,0 9-10,-2 13-1,-5 14-11,-2 16-16,4 11 10,10 4-16,16 0-306,15-6 350,11-11-10,5-14-1,-1-19 1,-3-19-1,-5-15 23,-6-14-12,-6-8 29,-9-3 5,-8 3 12,-7 7 10,-10 11-33,-5 13-28,-5 11 289,-2 14-339,2 11 11,5 14 22,8 9-5,19 4-23,21 3-340,-7-25 1,4-2 375,4-2 1,3-2-26,0-4 1,1-3-73,-3-3 1,-3-5 116,22-12-5,-17-16 16,-18-18 6,-13-13-31,-11 23 0,-3 0 0,-2-3 1,-2 1 4,-3 0 1,-2 1 14,0 2 0,0 2-11,-13-22-23,3 15-62,7 11-363,6 13-1753,8 9 2342,4 15 1,1-7-1,1 7 1</inkml:trace>
  <inkml:trace contextRef="#ctx0" brushRef="#br0" timeOffset="6243">3734 4132 14279,'57'-9'546,"0"0"1,0 0 0,0 0 0,0-1 0,3 1 0,-3 0 0,0 0 0,2 0-1312,-4 1 0,1 1 0,2 0 1,-1 0-1,0 0 947,-1 0 1,-1 0-1,0 1 1,3-2 0,5 1-169,-11 1 0,3-1 0,3 1 1,2-1-1,1 0 0,1 0 0,0 0 1,-1 0-1,-2 1 58,0-1 1,-2 1 0,0 0 0,1 0 0,-1 0 0,1 0-1,1 1 1,1-1 0,2 0-75,-7 0 0,2 1 0,1 0 0,2-1 1,0 1-1,0-1 0,0 1 0,0 0 0,-1 0 1,-1 0-1,-2 0 0,-2 0 16,12 0 1,-3 0 0,-2 0 0,-1 0-1,1 1 1,0-1 0,2 1 0,2-1-92,-7 1 1,2-1 0,0 1 0,1 0 0,2 0 0,0-1 0,0 1 0,1 0 0,1-1 0,-1 1-1,1 0 86,-5 0 1,0 0 0,1 0 0,0 0 0,0 0 0,1 0 0,1 1 0,-1-1 0,1 0 0,-1 0 0,1 0 0,0 0 0,1 0-5,-4 0 1,1 0-1,0 0 1,0 0 0,1 0-1,-1 0 1,1 1 0,0-1-1,0 0 1,1 0 0,0 0-1,0 0 1,1 0 0,1 0-3,-6 0 1,1 0-1,1 0 1,0 1 0,1-1-1,0 0 1,0 0 0,1 0-1,0 1 1,0-1-1,-1 0 1,0 0 0,0 1-1,-1-1 1,0 0 0,-1 1-1,-2-1 3,7 0 0,-1 1 0,0-1 0,-1 0 0,0 1 0,0-1 0,-1 0 0,0 1 0,-1-1 0,0 1 0,-1-1 0,-1 1 0,0 0 0,-1-1 0,6 1 1,-2-1 0,-1 1-1,-1 0 1,0-1 0,-1 1-1,0 0 1,0 0 0,1 0-1,1-1 1,2 1 8,-6 0 1,2 0 0,0 0 0,1 0 0,1-1 0,-1 1 0,1 0 0,-1 0 0,0 0 0,-1 0 0,-1 0 0,-2 0 0,0 0 8,10 0 1,-2-1 0,-1 1 0,-2 0 0,1 0 0,-1 0 0,0 0 0,2 0 0,1-1-10,-6 1 0,2 0 1,-1 0-1,2 0 0,-1 0 1,1 0-1,0-1 0,0 1 1,-1 0-1,0-1 0,-1 1-18,3-1 1,1 0 0,0 0 0,0 1 0,0-1-1,-1 0 1,-2 0 0,-1 0 0,-1-1 0,-3 1-234,6-1 1,-3 1 0,-1-1 0,-2 0 0,-1 0 0,-1 0-1,-1 0 236,12-2 0,2 0 0,-4 0 0,-5 0 0,-9 0 0,4-2 0,-14 0 0,-10-1 0</inkml:trace>
  <inkml:trace contextRef="#ctx0" brushRef="#br0" timeOffset="18209">2046 5914 19305,'-15'-54'1717,"1"0"1,0 2 0,1 15-1399,4 30-246,2 11 168,5 47-138,1-11 1,2 6-698,-1-4 1,0 4 0,0 3 619,-2 2 1,0 4 0,-1 1 0,0 0-642,-1-4 1,0 0 0,0 0 0,-1 0 600,0 0 0,0-1 0,0 1 0,-1 0-58,-2 0 1,0 0-1,0-2 1,0-1-444,0 3 0,2-3 1,-1 0 370,0 5 0,1 1 1,0-4-126,1 6 0,1-10-319,2-10 1292,3-39-799,1-56 86,0 20 1,1-4 799,-1-16 0,0-5-763,-1 17 0,0-1 0,0-4 15,0 4 1,-1-4-1,0 0 1,0 1 27,-1-10 0,0 2 0,1-1-164,-1 2 0,1-1 0,-1 2 184,0 2 1,0 1 0,1 2 36,2-11 1,1 0-754,2 1 0,1-3 0,1 5 678,1-1 1,2 2 22,3 3 1,4-1-1,-2 9-169,9-5 124,-2 11 0,4 5 14,19 13-45,7 9-3,-20 16 0,0 6 0,0 8 0,-3 5 3,-5-1 0,-1 3-11,4 14 0,-3 5 11,-9-3 0,-5 3-10,-5 0 1,-4 3 0,-3-2 159,-7 10 1,-7-2-151,-11 4 0,-5-5-3,6-22 0,-3-6-39,-8 0 0,-1-5 1095,-18-5-1524,23-8 1,2-6-9361,-15-30 8401,22 8 1,12-7-1,12 23 1</inkml:trace>
  <inkml:trace contextRef="#ctx0" brushRef="#br0" timeOffset="19035">2702 5610 20711,'-4'0'4212,"2"0"-2168,2 0-2016,-9-46-17,27 39 1,6-24-21,4 40 1,3 11 2,19 14-14,-20-9 1,-2 6-9,-8 6 0,-5 4-603,-1 0 1,-4 1 585,-8 7 1,-9-1 38,-6-12 0,-5-4 12,-18 11 89,-13-16-61,28-25 44,-4-18 73,30-33-78,14-8-190,-8 27 0,3 0 122,8 1 1,4 1 19,2 3 1,3 1-21,0-1 1,2 2 2,5 0 1,1 3-4,-7 7 1,-2 2 1127,19-3-1110,5 2-6,-11 7-6,-2 0-22,-6 2 11,-17 2 299,-9 0-282,-4 0 56,-4 1 123,-1 0-146,0-3 1,-2-2-18,0 0 18,-3-1-12,2 1-11,-1 0-11,1 2 5,2 2-50,0 1 23,-2 2-7,1 3 12,-4 3 12,1 4-1,0 0-11,-6 10-6,2 0-11,-3 4 12,-2 15 22,6-12-17,-1 14-17,10-12 0,9-5 6,14-5 16,14-8-5,14-6 12,6-11-7,-3-8-5,-8-8 45,-13-4 11,-16-4 11,-16-6-5,-20-6-17,-17-3-20,11 21 0,-1 1-3,-3 3 1,0 1 27,-23-11-16,11 11-45,15 9-12,12 5-240,6 15-1064,5 8-7809,8 15 9136,3-1 0,1-12 0,-3-9 0</inkml:trace>
  <inkml:trace contextRef="#ctx0" brushRef="#br0" timeOffset="19701">4088 5688 20274,'-1'-51'1000,"1"-1"0,-1 0 1,0 3-1,0 1 0,0 3-644,-2-2 0,0 3-104,0 5 0,1 3 90,-3-17-163,2 21-145,2 18-46,2 18 46,7 18-17,5 25-20,-4-12 0,0 4-659,0 10 0,-3 3 667,-2 8 1,-3 2-6,-4-17 0,-2 0 0,-1 1-6,-1 0 0,-1-1 1,-2 0 8,-6 17 0,-2-3-255,2-11 0,0-4 322,4-12 0,0-6 188,-5 2-101,4-27-118,0-23 17,1-23-31,6 13 0,1-2 475,1-5 1,2-2-471,1-2 1,3-1-55,1 0 1,3 1 39,1 3 1,3 3-11,0 6 0,2 2 16,15-11-22,2 18-22,6 14 44,8 16-16,9 15-132,-22-5 0,-1 4 106,2 4 1,-2 3-20,-1 2 0,-3 2-29,-4 2 1,-4 0 0,-6 0 0,-7-1 25,-8-2 0,-8-1-14,-6-3 0,-6-3-98,-8-3 0,-3-5-98,-4-3 0,0-4-123,-2-4 0,1-6-513,1-5 0,2-7 888,-1-6 0,3-3 0,-3-3 0,8-6 0</inkml:trace>
  <inkml:trace contextRef="#ctx0" brushRef="#br0" timeOffset="20442">4485 6046 26816,'16'-58'272,"0"0"1,2-1 0,1 0-229,0 6 1,1-1-1544,-6 13 0,1-2 0,-2-1 1512,1-5 0,0-1 0,-1 0 2,-1-3 0,0-1 0,-1 0-1,-2 2 1,0-1 0,-1 2-14,-2 5 1,-1 1 0,-1 2 285,-2-9 1,-2 4-277,-2 13 1,-3 4 27,-5-6-90,-1 21 2131,3 19-2080,0 25 17,2 33-6,3-13 0,2 6-210,2-10 0,1 4 0,0 0 195,2 6 1,-1 2-1,2 1 0,0 1 0,1 1 1,0 0-10,0-2 0,0-1 0,1-1-223,-1-3 1,1-2 0,1-1 215,3 14 0,2-4-198,1-11 1,1-5 9,16 11-38,3-32 67,5-33 72,5-25 688,-20 10 0,-2-3-595,0-2 0,-3-1 8,-2 0 0,-3 0 1255,6-25-1182,-11 13 502,-7 17-502,-7 13 6,-4 14 0,-4 9 520,2 9-554,3 5 22,6 2-5,9-3-16,8-4-7,11-6-5,10-7-17,4-11-11,1-9 40,-6-13 10,-11-7-28,-12-7-10,-13-3 4,-10 2 12,-9 4 17,-7 10-11,-3 11-6,-2 9 5,1 10 1,0 14-34,12-1 0,2 20-17,14 0-5,5 14-18,7-15 1,6-1-104,1-3 1,3-1-277,2 0 1,2-2-150,6-2 0,2-2-1634,24 6-10,-21-13 0,2-2 2212,0-5 0,-3-3 0,5 0 0,-9-5 0</inkml:trace>
  <inkml:trace contextRef="#ctx0" brushRef="#br0" timeOffset="20976">5600 5797 17776,'-5'-35'3783,"0"-1"1,1-9-3524,-2 5 1,2 1 501,4-2-253,4 16-223,2 1-163,4 9-61,5 19-6,0 14-28,0 9 16,-1 26 1,-6 2-23,-4-18 1,-2 3-23,-1 11 0,-1-1 0,-1 8 0,-1 6 11,2-51 28,0-7-16,8-24 50,1-12-62,7-25-17,-4 10 1,1-15 38,-5 12-10,2-8-23,5 2 11,1 17-6,1 7 7,6 14-24,2 10 12,22 10-5,-2 12-1,-16-1 1,-2 3-208,16 25 213,-13-5 0,-5 11-6,-16-11 12,-11 10 0,-7-17 33,-10-9-34,5-17 18,-1-13-23,2-18 229,2-8-184,3-15-39,14 5 5,3 8 0,18-6 34,18 4-45,-19 19 0,2 2-168,7-1 1,0 3 195,28 3-28,-14 8 0,4 14-39,-16 10-11,2 16-362,-23-4 1,-5 3-3474,-6-1 1,-5 1 3657,-2 5 0,-3-3 1,-6 5-1,1-18 1</inkml:trace>
  <inkml:trace contextRef="#ctx0" brushRef="#br0" timeOffset="21625">7853 5523 22783,'-25'-55'969,"1"1"0,0 5 0,-1 9-621,-17 8-96,-2 16-152,5 11-66,8 16-17,8 13-6,9 16-5,9 11-6,12 9-3,0-27 0,4 1-284,4 2 0,2 0 298,3 1 0,1 0 6,2-2 0,1-1-23,-1-3 0,-2-3 29,14 16 38,-15-15 85,-12-13-12,-19-10-78,-13-5-28,-21-4-44,-18-1-12,5-2-163,7-1 1,-1-2-318,17 2 0,2-1-1562,-13-4 0,4 0 1781,0-6 0,22 6 0,15 7 0</inkml:trace>
  <inkml:trace contextRef="#ctx0" brushRef="#br0" timeOffset="21875">8391 5257 27981,'-26'20'1,"-1"0"1,4 7 0,6 6-10,17 21 0,10 5-1346,-3 3 1,4 1 1246,-2-21 1,2 0 0,0 0-227,1-1 1,1 1 0,0-1-977,6 18 1,-1-2-3608,-4-5 1,-2-4 4256,-4-14 1,-2-3-1,-2 7 1,-4-29 0</inkml:trace>
  <inkml:trace contextRef="#ctx0" brushRef="#br0" timeOffset="22592">8174 5817 23842,'24'-41'95,"-1"1"0,4 2 0,6 9-81,5 20 0,5 6-947,4-2 1,1 0 940,1 1 1,-1-2 2,-3 1 0,-1-1 19,-5 0 0,-3-2 9,-4 1 0,-2-2 595,19-9-225,-13-3 79,-13 0-63,-13-1 895,-14 2-1012,-9 4 384,-12 6-541,-8 4-22,-5 10-22,-3 8-35,1 9-38,7 8-17,8 5-12,12 3 12,13 0 17,14-5-6,14-5 0,10-11 5,7-8 40,-1-12 22,-5-7-11,-8-9 40,-11-4 32,-9-1 12,-8 1-11,-6 5-56,-2 5-34,-3 7-33,0 4-23,2 9 0,-1 7-16,2 13 16,3 10 0,7 6 17,8 1-22,13-3-46,14-7 40,-2-10 0,12-15 0,4-11 28,-18-13 0,0-5-316,13 1 1,-4-5 292,-18-13 1,-10-6 11,-10 7 0,-4-2-6,-2-6 0,-1-3-494,-2-4 0,-2-2 494,0-1 0,-1 1 15,-1 2 0,-1 2-202,0 7 0,-1 4 176,-8-18 0,3 23 0,4 17 492,3 17-492,3 18 0,1 26 0,1-10 0,1 5-66,3 11 1,1 4 65,0-13 0,0 2 0,2 1-422,2 4 1,2 1-1,1 1 302,1 2 0,1 0 1,1 1-255,1-1 1,2 0 0,0-1-206,-1-3 0,2-1 1,-1-1-2282,6 14 1,0-5 2859,-5-15 0,-2-5 0,1 5 0,-9-24 0</inkml:trace>
  <inkml:trace contextRef="#ctx0" brushRef="#br0" timeOffset="24418">9318 5752 25438,'-27'-38'186,"0"-1"1,2 3 0,14 12-125,29 30-51,18 4-72,16 7-15,-22-9 0,2 0-203,1 0 1,1-2 143,-1-1 0,1-2-134,29-2 180,-8-8 192,-10-6-30,-15-7 89,-14-3 57,-11 0 112,-9-2 78,-5 4 308,-4 4-291,-2 6-141,0 4-105,1 5-96,0 5-34,2 7 0,2 8-50,4 6-5,7 6 16,11-1-5,9-3-6,11-6 0,2-9 44,1-11-4,-3-13-7,-7-10 23,-9-10 0,-8-5 0,-12-1 17,-5 2 11,-9 4 34,-2 8-12,-4 9-33,-2 8-23,-3 10-22,0 11 0,2 12-33,6 12-23,9 9-6,12 7-100,17 4-195,-1-27 1,4-1-84,5 1 1,6-2-1649,9-7 0,6-3 0,-3-3 1811,-7 0 0,0-4-12,29-1 1,-4-12 305,-18-23 195,-19 1 1,-1-2 56,1-12 302,-15 3 1,-5 0-157,-5 4 346,-6-23 68,-2 22-638,1 7 239,0 3-290,7 17 3275,0 2-3427,6 12 12,14 22-22,-2-3-3,-1-1 0,-1 2 8,4 17-11,-10-11 0,-1 1 17,-1 20-40,-10-1 29,-3-29 55,-4-10 7,4-15-24,-2-11-4,1-13 4,1-17-16,1-10-5,1-8-1,6 0 17,6 5-11,6 8-16,14 7-1,3 14-11,0 7-6,7 12 12,-5 12 5,21 19-11,-9 9-304,-20-9 1,-2 1 297,4 13-27,-6 9 16,-13-13 17,-3 6-6,-3-19 6,-2-7 11,0-18 12,0-11-12,0-9 585,0-12-590,4-10-1,2 8-5,2 5 17,5 11-23,-1 10-10,11 1 10,2 5 6,10 4 45,5 5-45,-4 1-23,20 8-21,-4-1 30,-20-5 0,1-1 2,2-1 1,-2-1 22,14 0-11,-11-3 6,-23-9 39,-10-6-51,-10-18 23,-2 0-28,-8-10 22,5 16 0,0-3 23,5 9-16,-3-3-18,3 10 0,-4 3 0,5 10 0,-9 8 0,-6 19 0,0 8 0,1 5 0,10 21 0,18-19 0,3 9-136,28-12-153,-9-26 1,4-3 36,0 0 0,2-3-119,7-3 1,1-4 275,-10-7 0,-3-3 95,15-10 17,-21-4 0,-4-3 67,-3-17-6,-7 13 0,-2-2 141,-5-19 33,-2 9-129,-2 13 263,0 2-212,-1 16-73,4-2-96,3 11 339,8 12-299,6 12-29,-1 5 1,-2 3 0,-1 3-6,3 19-164,-6-14 0,-2 0 153,-1 18 0,-5-13 22,-6-13 23,-2-16 5,0-13-15,1-14-35,2-12 318,2-9-318,3-4 0,2 2 0,3 7 0,1 10 0,0 10 0,1 9 0,-1 4 0,7 7 0,15 6 0,13 0 0,-12-8 0,3-2-416,4-3 1,1-1 415,4-3 0,1-2 0,-1-2 0,-1-3-175,-5-3 1,-4-4 174,-4-4 0,-5-5 0,-6-4 0,-4-4 0,-4-7 0,-3-3 0,-4-6 0,-2-1 0,-5-4 0,-2-1 0,-1 3 0,-2 0-258,-3 4 1,-2 3 257,0 8 0,0 2 0,-9-15-165,6 21 165,7 15 739,3 15-739,1 18 0,-1 24 0,1-10 0,1 4 19,-2 8 0,1 4-19,0 8 0,2 2-301,3-17 1,1 0 0,2 0 300,2 3 0,3 0 0,0-3 0,5 11 0,5-1 0,5-5 0,5 1 0,0-4-337,3-2 1,3-3-245,-3-4 1,2 1-1,0-5-1873,7-4 1,0-6 2453,-7-7 0,-3-4 0,9-2 0,-21-7 0</inkml:trace>
  <inkml:trace contextRef="#ctx0" brushRef="#br0" timeOffset="24559">12161 5541 22375,'-5'-4'3500,"1"2"-2873,4 2-755,99-53-4039,-64 43 0,2 1 4167,9-10 0,5-3 0,-7 5 0,10 11 0,-23 2 0</inkml:trace>
  <inkml:trace contextRef="#ctx0" brushRef="#br0" timeOffset="24959">13167 5699 23607,'-6'-3'2834,"1"1"-2252,5 2-139,0 0-376,12-64-34,22 42-53,-8-15 1,5 3-611,7 25 1,4 7-699,2-3 1,-1 0 696,-5 2 0,-4 0 0,13-1 0,-24 2 0</inkml:trace>
  <inkml:trace contextRef="#ctx0" brushRef="#br0" timeOffset="25152">13890 5148 28434,'-4'33'18,"1"-1"1,-2 7 0,0 2-277,2 14 1,-1 4-2116,2-16 0,0 1 0,0-1 2373,-1 17 0,1-5 0,1-16 0,1-4 0,0 7 0</inkml:trace>
  <inkml:trace contextRef="#ctx0" brushRef="#br0" timeOffset="25742">2338 7149 9621,'3'-4'1579,"42"-14"1,13-2 38,-6 8-1517,-2-2 0,11-2 0,-3 3 1196,1 6 0,0 3-1274,-3-1 0,3 0 0,3 0 209,-9 0 1,1 1 0,3 0-1,4-1-292,-4 1 1,5-1-1,3 0 1,0 1 0,-2-1-1,-3 1 100,-2-1 0,-3 1 1,-2 0-1,3 0 1,5 0-185,-5 0 0,2 0 0,4-1 1,2 1-1,0-1 0,-1 1 0,0 0 1,-3 0 177,-1 0 0,-2 0 1,-1 0-1,0 0 1,1 1-1,1-1 0,3-1-85,-3 1 0,1 0 0,2 0 1,1-1-1,1 1 0,1-1 1,0 1-1,0-1 0,-1 1 63,-2-1 0,-1 1 1,2 0-1,-1-1 1,1 1-1,-1-1 0,2 0 1,-1 1-1,1-1 1,0 0-31,-3 1 1,0-1 0,0 1 0,1-1 0,0 1 0,0-1 0,0 0 0,0 0 0,1 1 0,0-1 0,0 0 33,-3 1 1,0-1 0,0 1 0,1-1 0,-1 0 0,1 1 0,0-1-1,1 0 1,-1 1 0,0-1 0,1 1 0,0-1 14,1 0 1,1 1 0,0-1 0,0 0 0,0 1-1,0-1 1,1 0 0,-1 1 0,1-1 0,-1 0 0,1 1-1,0-1 6,-3 1 1,-1-1 0,1 1 0,-1-1 0,1 1 0,0 0 0,0-1 0,0 1 0,0 0 0,1-1 0,-1 1 0,0 0 0,0 0-4,1-1 1,0 1-1,-1 0 1,1 0-1,-1 0 1,1 0-1,-1 0 1,2 0-1,-1 0 1,1 0-1,1 0 1,1 0-1,0 0-2,-4 0 1,0 1-1,1-1 1,1 1-1,1-1 1,0 1 0,1-1-1,-1 1 1,1 0-1,0-1 1,-1 1 0,0 0-1,0 0 1,-1 0-1,-1 0 1,0 0-18,2 0 0,0 0 0,0 0 0,-1 0 1,-1 0-1,1 1 0,-1-1 0,0 1 1,0-1-1,-1 1 0,1-1 0,-1 1 1,1-1-1,-1 1-11,-1 0 0,0 0 0,0-1 0,-1 1 0,1 0 0,-1 0 0,1 0 0,-1 0 0,0 0 0,0 0 0,-1 0 0,1 1 0,-1-1 0,-1 1 3,7-1 0,1 1 0,-1 0 0,0 0 0,-1 0 0,1 0 0,-1 0 0,-1 0 0,-1 1 0,0-1 0,-1 1 0,-2-1-2,8 1 1,-2-1-1,-2 1 1,0 0 0,-1 0-1,0 0 1,1 0 0,0 0-1,2 0-11,-5 0 1,0 1 0,1-1 0,0 0 0,1 1 0,0-1 0,0 1 0,0-1 0,-1 1 0,0-1 0,-1 1-427,2 0 1,2 0 0,-1 0 0,0 0 0,-1 0-1,0 0 1,-2 1 0,-1-1 0,-2 0 0,-3 0 431,13 1 0,-2-1 0,-4 1 0,-1 0 0,-3-1 0,-1 1 0,15 0 0,-2 1 0,-7-1 0,-12 0 0,6-1 0</inkml:trace>
  <inkml:trace contextRef="#ctx0" brushRef="#br0" timeOffset="29502">3660 7922 23887,'17'-40'817,"-3"19"-587,-20 57-85,-3 12-72,-6 4-34,-1-1-11,3-7 23,6-10 185,4-14-29,2-10 655,2-7-660,2-19-17,-2-2-34,2-16-28,-3 0-39,0-2-11,0-1 16,0 3-66,-1 8-23,1 9-11,0 10-23,3 12 28,1 12 1,2 16-12,0 15-5,-2 10 38,-4 2 40,-1-4-50,-3-11 0,1-14 66,0-15 12,1-13-28,2-14-22,-1-15-23,1-14 23,1-12 5,3-8-126,-1 28 1,-1-1 106,1 1 0,0-1-18,3-25 20,0 13-38,-2 17-7,-2 16 12,-1 15 5,1 24 6,-1-2 6,1 30 16,-2-9-114,0 15 30,0-29 1,0 1-661,0 30-2695,2-2 3417,3-14 0,0-19 0,-1-15 0</inkml:trace>
  <inkml:trace contextRef="#ctx0" brushRef="#br0" timeOffset="30018">4117 8096 22627,'-10'0'2648,"3"1"-1925,7-1-28,0 0-684,-16-6 17,14 4-11,-10-5 11,22 7-17,-2 0 39,4 0-16,-2 0-28,2-2 61,0 0 28,-5 0-5,-3 0 50,-3 2-129,-9 0 6,-4 3 22,-4-1-28,2 2 23,5-1-6,5-1-12,0-2 40,4 1-44,5-1 10,0-1 6,5 1 34,-4-2 5,-2-1-45,-1 0 34,-1 1-45,-1 0-139,0 0-1183,1 2 1311,6-3 0,-5 3 0,4-2 0</inkml:trace>
  <inkml:trace contextRef="#ctx0" brushRef="#br0" timeOffset="36068">6151 7677 20688,'-34'-43'1103,"0"-1"1,4 5 0,3 9-886,1 18-168,10 17-16,8 21-45,6 32 2,2-14 1,1 6-561,-1-9 0,1 3 1,-1 1 506,1 7 0,0 3 1,-1 1-674,1 5 1,0 3-1,-1 0 501,0-12 0,0 1 1,0 1-1,-1 0-756,0 3 1,-1 1 0,-1 0-1,0 0 33,-1 2 1,0 1 0,-1-1 0,-1 0-309,-2-1 1,0-1-1,0-1 1,-2-1 823,1-5 1,-1-2 0,-1-1-1,-1-2 1583,-2 3 1,-1-3 0,-2-4 571,-5 0 1,-2-10-18,-20-11-499,6-51-719,23-1 0,4-7 309,1-14 1,6-4-660,4 12 0,3-1 0,2-1 239,1-3 1,3 0-1,2-1-338,2 0 0,3 1 0,1 1-17,2 1 0,1 2 0,2 1 167,-1 5 1,2 0-1,0 3-180,13-11 0,1 4-265,-2 7 1,2 4 244,-1 5 1,0 3-12,0 1 0,0 2 118,-1 1 1,-1 1-96,1 0 0,-2-2-6,-2 1 0,-1-2 584,-2 0 0,-1-2-582,-3 1 1,-2-1 39,17-22 1019,-11 6-756,-10 9 977,-9 8-647,-9 7 553,-6 5-642,-3 3 194,-2 3-497,3 3-167,3 1-62,2 5 22,0 9-22,0 10-11,0 12-45,1 7-179,2 6-466,1 4-1113,3 0-3200,3-4 4453,2-12 0,-3-16 0,-3-11 0</inkml:trace>
  <inkml:trace contextRef="#ctx0" brushRef="#br0" timeOffset="36235">6716 7845 16370,'-6'-5'4906,"2"2"-4127,4 3-1754,0 0-2061,-26 9 3036,28 17 0,-26-11 0,32 9 0</inkml:trace>
  <inkml:trace contextRef="#ctx0" brushRef="#br0" timeOffset="36602">6939 7942 20755,'0'-3'3311,"0"0"-2852,0 3-358,4 19-79,-3 11-11,3 8 23,-7 15-12,-2-13-5,-2 6 230,1-12 218,3-16-230,2-14 96,8-18-7,3-11-49,10-12 16,8-12-173,-1 8-79,2-1-17,-10 20-16,2 6-23,-1 11-157,11 6-184,-2 9-247,2 10 146,-11-1-970,3 10-1041,-1-2-3315,11 6 5785,15-2 0,-23-14 0,5-6 0</inkml:trace>
  <inkml:trace contextRef="#ctx0" brushRef="#br0" timeOffset="36985">7858 8055 15118,'-14'-47'659,"0"1"0,2 7 0,-3 8 2136,-21 16-2700,8 16 1454,-14 16-1502,16 1 1,0 2-37,-1 2 1,1 2 272,-2 5 1,2 2-307,-3 23 5,15-13 3229,14 3-3268,17-17-50,25-2 72,7-18 28,-16-12 1,-1-4 33,12-12 11,-19 0 0,-2-3 129,8-25 25,-12 6 1,-2-5-283,-5 4 1,-3-2 314,-1-12 1,-1 1-135,-4 17 1,0 2 66,1-7 1,-1 0-64,1 10 1,0 1 127,3-24-106,-1 14-96,-4 32-27,2 18 22,0 5 952,5 31-994,-3-2 0,0 5-124,0 7 1,0 4-790,-2-7 1,1 3 0,1 1 937,0 5 0,2 0 0,-2-5 0,-1-4 0,0-5 0,2 1 0,0 0 0</inkml:trace>
  <inkml:trace contextRef="#ctx0" brushRef="#br0" timeOffset="37918">9832 8017 16510,'-3'7'4542,"0"-2"-2519,3-5 200,0 0-1595,-26 34-74,22-27-229,-16 16-185,32-46-79,9-17 12,5-15-958,-11 21 1,-1 0 934,10-24 11,-13 21 1,-1-2-312,-4-3 1,-2-1 268,0-1 1,-3 0 19,-2-5 1,-3 2 49,-8-13-27,-3 22-51,1 21-11,-2 27 23,-6 25-15,8-3 0,1 4 245,-3 12 1,2 4-268,5-10 1,1 1 0,2 1-19,0 5 1,2 2-1,1 0-56,1 4 0,2 2 1,1-1-518,1 3 0,1 1 0,2-1 198,0 2 0,2-1 1,0 0-392,2-1 1,0 0 0,1-1-899,0-6 1,1-1 0,0-2-3221,5 11 1,0-7 4802,-3-16 0,0-7 0,2-1 0,-7-23 0</inkml:trace>
  <inkml:trace contextRef="#ctx0" brushRef="#br0" timeOffset="38551">9753 8483 10290,'-23'-58'1476,"0"0"1,0 0-1,3 6 1,1 1-1,4 5-838,5 9 1,4 4 776,1-24-1169,17 7-184,15 1-51,-3 23 1,3 0-322,7-3 0,4 0 321,7-3 0,1 0-6,5-2 1,1 0 2,0-1 1,0 1 24,-2 1 1,-3 0 64,-6 4 0,-2 1 129,-7 4 0,-4 2 1094,12-11-419,-19 13 151,-12 11-850,-7 6 63,-3 10-87,-3 9 913,-2 18-1008,-3 17-56,4-17 0,0 2-351,1 5 1,0 2 319,0 4 0,2 0 0,0 1 1,0-1-7,2-2 1,2-2 2,0-5 1,1-2-7,6 22 12,3-20 23,-3-17 5,0-15 17,2-18 5,6-12 663,4-11-640,3-6 11,-2 4-12,-1 7-27,-2 10-39,-3 11 5,1 9-11,1 8 0,1 7-6,2 6-5,2 2 0,4-1 11,4-7 11,4-7 6,3-12 5,1-9 18,0-12 32,-5-10 63,-8-6 78,-10-2 61,-9-1 34,-9 3-17,-5 5-39,-4 9-78,-1 7-107,3 10-61,3 5-29,2 15-33,1 12-84,2 20-526,4 16-539,2-24 1,3 2 863,5 5 1,1-2-1,3 5 1,3-6 0</inkml:trace>
  <inkml:trace contextRef="#ctx0" brushRef="#br0" timeOffset="39709">11986 8255 16930,'6'-9'3551,"-3"-24"0,-4-5-2963,-1 10-123,0-16 0,-1-2 252,0 9-258,2-3-201,0 14-163,1 12-67,2 10-11,4 12-34,6 11 6,4 14-17,1 14 34,-1 9 10,-10-17 1,-1-1-6,2 16 3,-7-19 0,-3-2 9,-5-1 22,-4-2 39,0-15 16,-2-25-83,6-3-11,-1-23 44,6-4 23,0-18-1733,6 16 1,2-1 1664,2-17 15,3 19 0,2 1-102,9-5 93,12-8-22,5 10-6,7 14-27,3 13 21,-1 19 29,-4 17-29,-7 18-135,-8 13 147,-9 8 5,-13-23 0,-2 1 1,-4 23 10,-3-6 3252,-5-19-3263,3-21 183,0-3-138,2-18 6,4-22-34,2 3 29,10-28-40,4 13-293,11-13 316,4 4-18,-10 25 1,1 3-1,9-6 220,14 3-230,-13 18-18,26 10-27,-7 11-1668,-21-1 1,-2 3 1577,7 12-455,-1 13-334,-12-5-427,8 8-666,4-4-297,-8-23 0,3-4-1394,29 2 2521,2-12 307,0-17 2140,-17-10 1383,7-12-597,-26 10 1,-3-3-144,9-25-1186,-4-1 425,-12-2-230,-9 15 111,-8-10-592,-9 22-180,-15 10-156,2 20 3272,-15 11-3295,5 11-62,10-1 1,1 4-6,-10 21-3,19-17 0,4 1 15,6 17 84,9-14-107,14-1 376,9-15-342,22-3 5,-6-15-6,6-13 28,-21-6 154,-1-12 127,-11-8-68,-3-1-39,-6-5-6,-7 14-122,-1 10 60,-1 7-122,0 11-62,-3 9 22,-3 16-16,-1 18 0,0 2-130,-1 22-576,7-27 0,1 1-1642,2 4 1,3 0 1690,0 1 1,1-2 0,5 2 0,-2-19-1</inkml:trace>
  <inkml:trace contextRef="#ctx0" brushRef="#br0" timeOffset="40052">14065 7886 23534,'-3'-3'2151,"1"1"-1983,2 2-202,-65 62-454,30-17-167,-8-1 0,-3 1-1727,20-16 1,1-5-854,-4-3 0,-1-4 1417,-2-2 1,0-3 4725,-26-1-841,19-15 3788,16-34-3306,19-2-1054,11-21-621,16 12-264,15 9-358,-3 15-31,-4 14 1,2 6-110,16 9-51,-10 2 1,0 4-115,-3 6 0,-1 3-493,4 4 0,-2 2-281,-6-4 1,-2 1 826,3 3 0,-4-2 0,-7-4 0,1 0 0</inkml:trace>
  <inkml:trace contextRef="#ctx0" brushRef="#br0" timeOffset="41609">14619 7875 13435,'1'-4'7309,"1"0"-6060,-2 4-235,26-70-140,-17 38-524,6-11 0,-3 2 154,-15 18-22,-12 8-398,0 7 11,-16 9-22,-2 12-22,-13 13-18,-4 11-632,6 8 576,10 2 154,17 0-92,19-3-39,22-2-17,21-3-97,-17-20 1,3-1 113,11 5 0,0-1 0,-13-6 0,0-1-9,8 5 1,-2-1-9,-7 3-11,-6 2 56,-31-4-5,-50 0-51,5-7-206,2-5 1,-2-3 165,14-2 1,1-3-74,-9-1 1,-1-3-134,7-2 0,3-4-244,7-4 0,4-5-2404,-9-28 2922,27 16 0,4 0 0,1-5 0,7 3 0</inkml:trace>
  <inkml:trace contextRef="#ctx0" brushRef="#br0" timeOffset="42026">14921 7825 21562,'5'1'3456,"0"1"-1686,-5-2-1708,-17 1-34,2 20-17,-13 6 0,15 18-33,12 0 22,7-17 22,18 0 23,8-19-6,16-1 23,10-12 2,-21-4 0,-1-3 82,19-15-56,-8-3 83,-24-7-44,-17 3-23,-6-9 40,-11-3-101,-1 13-23,-2 7 6,5 15-67,4 7-107,0 1-845,0 13-1238,2 6-499,2 6 2728,4 4 0,-1-16 0,1 0 0</inkml:trace>
  <inkml:trace contextRef="#ctx0" brushRef="#br0" timeOffset="42585">15500 7874 21562,'0'-5'4369,"0"1"-3170,0 4-1166,3-10-27,-1 19-23,3 20 45,-3 15-28,-1 8 6,-5-8-1,-4-12 12,2-6 73,-1-8-1,6-19-38,3-12-18,0-3 68,8-23 0,-2 3-12,4-22-16,-1 3-249,2 0 215,-3 14 56,10-2-73,-4 23-10,13 0 4,3 14-16,8 8 6,-6 4-17,20 20 11,-20 3-6,-10-8 1,-2 3-35,4 20 35,-10-1 10,-9-11 1,-6 2 72,-3-22 267,-2 1-267,2-21-16,0-12-12,6-14-27,2 1 38,14-24-16,0 20-45,11-11-5,-4 24 16,0 12-22,-6 11-12,5 15-178,7 31-460,-14-18 0,-1 5 152,4 16 0,-2 0 1,2 1-1,-9 1 1</inkml:trace>
  <inkml:trace contextRef="#ctx0" brushRef="#br0" timeOffset="43877">17641 7676 24133,'2'-44'873,"1"-1"1,-2 5 0,-6 8-605,-19 15-123,-4 10-85,-3 17-21,-4 15 4,-1 18-33,19-17 1,1 2-7,2 2 1,2 1-23,-2 30-16,13-3 16,18-8 0,16-10 6,19-13 13,-22-18 1,1-2 11,2-4 0,-2-4 42,25-11 45,-14-16 56,-18-14 28,-19-9-6,-23-5-112,2 26 0,-4-1-334,-5 0 0,-4 0 311,0 0 1,-2 2-17,1 1 0,1 2-132,-20-13 126,14 14-56,15 16 6,10 15-89,7 16-258,11 17-544,13 13-196,-2-21 1,4 0-3006,7 2 1,2 0 3514,0-3 1,-1-3-1,11 10 1,-17-17-1</inkml:trace>
  <inkml:trace contextRef="#ctx0" brushRef="#br0" timeOffset="44093">18307 7470 24340,'-19'-41'686,"0"-1"0,0 1 0,-6-14 1,2 11-435,4 19-230,6 25-11,5 37-5,4 1 0,1 8-931,0-2 0,0 4 0,0 3 914,0-5 0,0 1 0,0 2 0,0 1-430,0 5 0,0 2 0,0 0 1,0 1 280,1 3 0,-1 1 1,1 0-1,0 0-179,0 0 0,0 1 0,-1-1 0,0 0-302,0-1 0,-1 0 0,0-1 0,-3 0-1478,-1-2 0,-1-1 1,-2 0-1,-1-4 1840,-3 10 0,-2-4 0,0-5 0,-3 2 0,1-9 1,-8 5-1</inkml:trace>
  <inkml:trace contextRef="#ctx0" brushRef="#br0" timeOffset="44217">17451 9381 20282,'0'-62'310,"0"-1"0,0 1 1,0 0-1,3 2 1,0 0-1,2 2 1,5 2-244,7-5 0,5 4 1,3 0-675,-4 15 1,2-1-1,1 2 1,1 0 569,3 1 1,0 1-1,3 1 1,0 1-195,1 0 0,1 2 0,1 0 0,0 1-2237,13-9 0,0 1 0,-1 3 2468,-5 5 0,-1 2 0,-4 2 0,2 1 0,-4 3 0,3-2 0</inkml:trace>
  <inkml:trace contextRef="#ctx0" brushRef="#br0" timeOffset="44743">19265 7780 17266,'45'-30'2136,"1"0"0,-5 3 0,-12 1-1190,-24 5-347,-15 1-156,-13 4-107,-11 4-61,-9 4-57,-1 4-117,3 9-73,8 6-17,8 10-5,11 7 5,7 7-5,14 5 27,9 6-399,15 5 346,-10-24 1,1 0 10,4 1 1,0-2 0,2 0 0,-2-2 19,17 16 11,-17-12 29,-23-11 21,-22-9-44,-22-5-44,-16-8-40,23 1 0,-1-2-162,-2-3 0,2-3-211,1-1 1,2-2-1896,-20-18 2324,18-5 0,19 18 0,10 3 0</inkml:trace>
  <inkml:trace contextRef="#ctx0" brushRef="#br0" timeOffset="45134">19848 7740 22800,'5'-5'2874,"-1"2"-1917,-4 3 146,0 0-1058,-12-44-28,4 44 0,-12-23-6,8 60-28,2 8 17,4 4-5,10-2-7,9-5 18,12-9 22,7-13 28,5-10 6,3-16 27,-2-11 62,-4-14-5,-9-11-17,-9-4-17,-10-1-45,-9 3-32,-2 6-35,-4 10 0,3 11-119,2 10-1001,5 14 106,3 2-5976,13 16 6990,-1-6 0,-1-1 0,-6-9 0</inkml:trace>
  <inkml:trace contextRef="#ctx0" brushRef="#br0" timeOffset="45610">20500 7606 25489,'-3'-42'660,"0"0"1,-1 1 0,4 10-470,2 21-124,3 3 0,3 16 45,7 27-101,-3-3 3,-3 1 0,-1 2-3,-2 23-383,-4-20 1,-1 2 365,-2 0 1,-2 0 2,0-3 0,-2 0 3,0-6 0,-1-2 11,-3 14 85,3-21 32,3-14-44,2-16 6,1-19 693,0-8-767,0-5 24,0-8-12,4 5-12,5-11 1,11 2-9,1 25 1,2 2 2,12-6-11,-6 16 0,2 4 0,13 15-1702,-11 8 1,-1 4 1684,11 11 3,-17-1 0,-4 4-14,-8 13-5,-8 12-7,-26-3-354,-22-9 318,12-25 1,-5-3-158,-10-3 1,-2-4 86,15-3 1,-1-3-373,-12-3 0,2-6-2367,-8-15 2885,-1-8 0,22 9 0,16 6 0</inkml:trace>
  <inkml:trace contextRef="#ctx0" brushRef="#br0" timeOffset="46443">21616 7727 23969,'29'-57'763,"-1"1"1,-4 9 0,-4 7 137,-3 8-761,-12 21-43,1 3-58,-9 21 34,-6 18-39,-2 4-23,-4 6 0,-3 4-3,2-8 1,-1 0-718,-9 17 1,0 2 708,3-9 0,0-3-3,3-4 0,1-3-77,4-5 0,1-3 85,-2 8 46,7-12-6,8-23-12,8-15-5,8-20 6,9-19-29,-10 17 1,0-1 549,-3 5 0,1-2-531,0-6 0,0-5 0,0 2-410,0-5 0,0-1 391,0 5 1,0-4-1,-1 4 9,3-4 0,-1 4-2,5-14 4,13 9-27,-5 30 6,17 0 5,2 25 5,7 14 281,-8 6-314,-12 6 0,-2 6-23,-10-6 1,-1 2-188,10 19 0,-2 3-67,-6-4 0,-2 1-222,0-1 1,-1 1-788,-3-3 0,-1-2 608,-3-12 1,-2-2-4211,-2 5 1,-3-3 3106,-2-8 0,-1 6 0,-2-31 0</inkml:trace>
  <inkml:trace contextRef="#ctx0" brushRef="#br0" timeOffset="46601">21768 7905 23472,'19'-45'-45,"1"1"0,2 4 1,5 8-494,4 20 1,4 6-1252,3-1 1,1 3-1564,4 0 0,-1 2 2860,-4 1 1,-3 0 0,10 1 0,-21 0 0</inkml:trace>
  <inkml:trace contextRef="#ctx0" brushRef="#br0" timeOffset="46943">22469 7622 17053,'0'-5'6985,"0"0"-5848,-12-55-291,2 33-513,1-9 0,-1 2 82,-2 16-242,5 8-122,4 5-46,10 6 12,13 8-6,19 12-11,14 13-371,-23-11 0,1 2 337,1 3 1,-1 1 7,-7-5 1,-1 2-101,8 13 0,-4 2-436,-1 12 503,-9-17 0,-7-1 9,-19 7 39,-17-15 28,-15-15 27,-1-14 711,6-13-666,11-12 378,12-10-428,12-6-34,16-1-27,16 1-90,18 5-492,-17 22 1,3 1 67,7 2 1,3 2-633,5 2 1,2 0 1167,10 2 0,-3 1 0,-24 2 0,-2 1 0,26-1 0</inkml:trace>
  <inkml:trace contextRef="#ctx0" brushRef="#br0" timeOffset="47293">23242 7423 26726,'30'-12'45,"2"13"-62,4 42-67,2 7 11,-20-22 1,-2 1-24,-1 0 1,-2 0-106,7 25 94,-11-12 119,-11-13 32,-10-15 35,-7-13 16,0-12 17,6-9-17,6-10-67,7-5-11,11-3-17,11 3-84,12 2-302,15 9-668,11 8-318,-24 11 1,1 1-2021,4 2 1,1 0 2756,-3 3 0,-2-1 0,12 0 0,-20 2 0</inkml:trace>
  <inkml:trace contextRef="#ctx0" brushRef="#br0" timeOffset="47993">24324 7468 18964,'-2'-4'5158,"1"1"-4251,1 3-341,-60-48-224,32 35-219,-10-13 0,-1 5 79,8 28-40,-1 8-39,-1 12-44,3 8-62,5 5-34,8 4 0,8 1-28,13-4 28,11-7 40,12-11 5,9-12 17,9-17 16,5-12 51,2-13-273,-6-10 379,-12-4-5,-12 0-34,-13 6 23,-5 9-62,-6 12-84,1 10-17,-3 8-17,-2 11 325,-5 10-342,0 2-27,-4 24-34,8-10-39,0 19-23,16-12-39,11-5-16,13-8 66,7-13 51,4-10 39,1-15 34,-2-11 17,-4-11-1,-6-8 23,-9-2 51,-6 4 22,-10 8-34,-5 10-34,-6 9-38,-1 5-12,-1 3-39,-1 5-11,2 4-6,2 8-39,7 4-11,11 5 28,15 1-45,18 1 47,-18-16 1,2-3 41,1 0 1,0-4 50,27-6 140,-9-23-67,-23 0 145,1-25 6,-12 9 0,3-8 28,-1 6-256,-5 11-24,-6 14 0,-7 13 0,-13 21 0,-11 21 0,4-7 0,0 2-330,-4 8 1,2 5 95,4 1 0,3 5 1,0-2-1129,0 4 0,1 3 1362,7-8 0,1 7 0,0-2 0,2-10 0,2 19 0,1-16 0,-1 0 0</inkml:trace>
  <inkml:trace contextRef="#ctx0" brushRef="#br0" timeOffset="48617">26729 7472 23646,'9'-55'924,"1"0"0,-1 9 0,-3 7-425,-5 12-320,-4 18-95,-12 26-17,-11 19-42,5-3 1,0 3-167,3-6 0,1 0 141,-5 10 0,1 2 6,8-2 0,3-1-12,0-1 0,5-1 17,6 0 1,8-3 16,26-1 5,4-16 31,-8-15 1,2-6 53,23-19 75,-17-1 0,-2-6-36,-10 0 0,-5-4-266,-2-8 0,-9-3 162,-13 4 1,-7 2-54,1 6 0,-4 1 0,-10-7 0,-5 3 0,-3 4 0,0 2 0,2 3 0,1 2 0,-21-13-628,33 35-245,19 12 873,31 23 0,-20-18 0,17 9 0</inkml:trace>
  <inkml:trace contextRef="#ctx0" brushRef="#br0" timeOffset="49026">27700 7068 25573,'-31'-35'428,"1"0"0,0 0 1,-10-11-1,4 11-332,4 22-63,7 29 6,3 30-31,8-4 1,0 6-922,3-6 1,-1 2 0,0 2 906,-3 10 1,1 2-1,-1 3-527,2-10 0,1 2 1,-1-1-1,2 0 503,-3 7 0,1-1 1,1 3-72,1-6 0,0 3 0,1 1 1,1 0-701,1 0 0,1 1 0,0 0 0,0-1-114,0-1 1,-1 0 0,-1-1-1,0 1-486,0 1 0,-1 1 0,0-3 0,-3-5 855,-3-8 1,-1-5 0,-2-5 898,-4 2 0,-3-12 1587,-11-16 1,1-15 154,-2-35-1238,13 2 1,5-6 260,10-10 1,6-5-834,4 14 1,2-2 0,2-1-57,2-3 1,3 0 0,3-1-83,4-1 1,2 0 0,3 2-76,4 0 1,3 1 0,3 3 177,1 2 1,3 2 0,2 3-285,0 3 1,3 3 0,0 3-291,-1 3 1,2 4 0,0 2 168,2 4 1,1 3 0,-4 2 0,-4 2 0,-3 2 0,26-1 0</inkml:trace>
  <inkml:trace contextRef="#ctx0" brushRef="#br0" timeOffset="49743">29032 7024 16137,'17'-43'1788,"-1"0"0,1 1 0,5-16 0,-2 8-791,-1 10 7,-6 15-573,-6 12-173,-4 9-152,-3 8 138,-6 15-9,-9 23-157,1-7 1,-4 4-757,-5 13 0,-4 3 706,5-11 0,-1 1 0,0 0-552,-2 5 1,-1 1 0,1 0 512,1-1 0,1 1 0,2 0-8,3-4 0,2 1 1,4-2-341,-1 14 0,8-2 253,10-9 0,7-4-214,5-10 1,6-4-147,6-7 1,3-7-733,3-6 0,1-6 1198,4-9 0,-3-4 0,6-1 0,-7-8 0</inkml:trace>
  <inkml:trace contextRef="#ctx0" brushRef="#br0" timeOffset="50250">29338 7458 12388,'0'5'8944,"0"-2"-5818,0-3-2852,19-10-61,-4 2 22,18-10 18,-8 5-7,0-3 17,-1-1-27,-4-5-46,-2-1-22,-6-2-39,-4 3 11,-5 2-23,-3 3-10,-5 2 27,-2 0-50,-4 3-5,-5 3-74,3 4 1,-11 9 16,0 12-39,-12 13 12,-3 13 10,19-17 1,1 1 22,-11 30-277,14 1 159,21-1-162,22-3 39,-4-27 0,5-1-524,6-1 1,4-2 282,5-2 0,3-3-277,2-3 0,0-5-658,0-3 0,-1-4-1681,-5-6 1,-2-3 2467,-4-4 0,-3-1 0,2-4 0,-11 1 0</inkml:trace>
  <inkml:trace contextRef="#ctx0" brushRef="#br0" timeOffset="50677">29997 7340 24172,'7'-38'1028,"1"0"0,5-23-877,-13 69-67,-1-1 84,-3 18-28,-4 7-28,-8 15-28,-3 7-186,7-25 0,1 1 141,-12 29-28,4-4-5,6-8-6,6-12 11,4-12 34,2-13 89,3-6-39,5-11-44,8-6-1,8-10 261,5-8-272,5-5-17,-10 11 1,0 0-23,11-8-3,-8 9 0,0 4-2,9 0 5,3 2 5,-9 10 12,-11 18 0,-11 0 0,-4 22 0,-3-2-3415,0 20 3381,0-15-2346,10 18 2273,-3-32-252,16 12-369,-3-21-589,8-2-1511,3-9 2811,1-9 0,-14 2 0,-3-2 0</inkml:trace>
  <inkml:trace contextRef="#ctx0" brushRef="#br0" timeOffset="55626">30763 7565 14163,'3'-6'6732,"-1"1"-5836,11-34 1,0-8-460,-6 17-104,8-22 0,-4 0 127,-17 30-220,-5 0-66,-16 16 11,-16 20-96,15 0 1,-2 4-421,-4 5 1,1 4 344,0 1 0,3 1-6,4 0 1,5 0 180,-5 23-184,24-9 12,18-11 0,15-11 61,8-11 35,4-12 667,-1-11-444,-5-12 34,-9-9-1,-13-7-22,-8-1-55,-10 6-85,0 10-112,-1 10-61,2 10-1,1 7 12,3 18-23,4 19-22,-3-7 0,1 4-509,1 10 1,-1 2 500,0 10 0,-2 2-6,-2-16 1,0 1 0,0 0-28,-3 3 0,0 1 0,-1-1-474,-2 1 0,-2 0 0,-2-1 440,-1-1 1,-3 0-1,-2-3 11,-11 16 0,-5-5-333,-1-11 0,-3-7 316,0-11 0,0-9-143,2-13 1,1-8 41,4-9 0,3-8-239,2-10 1,5-7-562,2-9 0,5-3-2902,2-11 0,5 0 3638,4 3 1,1 5 0,0 14 0,1 5 0,5-5 0</inkml:trace>
  <inkml:trace contextRef="#ctx0" brushRef="#br0" timeOffset="56067">31146 7042 20856,'0'-4'4022,"0"1"-3047,0 3-830,10 0-16,-5 34-6,5 18-87,-9-19 1,-3 4-122,-3 11 0,-4 4 174,-6 3 1,-3 0-742,1 1 0,-1 0 694,-3 4 0,1-3-23,8-23 1,2-3 53,-7 24 11,12-27 252,3-5-218,6-16 376,19-30-421,3-8-28,8-10 44,7-8 12,-4 9-56,-14 15 0,2 1 13,4-1 1,1 1-3,20-7-33,5 6 1421,-22 18-1444,4 11-33,-7 11-18,8 14-86,-15-5 0,-2 3-524,9 22-28,-5 0-2828,-20-2 2669,-9-17 0,1-4 0,-2-13 0</inkml:trace>
  <inkml:trace contextRef="#ctx0" brushRef="#br0" timeOffset="56967">32454 7299 20951,'3'-47'1449,"0"-1"0,-1 7 0,-1 7-1040,-3 13-319,0 13-34,-2 19 0,0 14-6,-3 24-42,3-14 1,0 2-311,0 7 0,-1 3 164,0 5 1,-2 1-916,-1 3 0,-1 0-493,-3 0 0,0 0 1546,-2 0 0,0-4 0,-3 7 0,4-13 0</inkml:trace>
  <inkml:trace contextRef="#ctx0" brushRef="#br0" timeOffset="57250">32788 7421 18100,'1'-6'4807,"-1"2"-3307,0 4-1253,-69-15 44,27 29-500,-9-10 1,0 4 348,20 13 0,4 5-56,-1-1 0,1 1-28,2 0 0,4 0 199,-8 23-166,20-6 29,28-8-17,25-6-73,-11-18 0,5-3-467,7-1 0,3-2 394,4-2 0,1-1-215,2-2 0,-1-2-998,-1 1 1,-3-2 1257,-7 1 0,-4-2 0,9 1 0,-24 1 0</inkml:trace>
  <inkml:trace contextRef="#ctx0" brushRef="#br0" timeOffset="73125">4075 10532 19171,'-5'-4'3467,"2"0"-2946,3 4 391,-71-57-592,38 39-242,-11-14 0,-2 5-44,7 31-12,-5 15-10,-7 17-390,25-12 0,0 3 361,3 1 0,1 1 6,4 1 0,3 1 152,-2 28-202,16-3-12,16-5-45,17-5-164,13-9 248,5-10 45,-4-13 62,-9-8 50,-12-13 580,-11-4-574,-8-6-28,-12-1-28,-6 2 177,-12 3-256,-6 7 6,-11 14 17,-3 11-34,-3 17-322,4 9 333,7 7-22,12 2 6,11-2-29,20-3-145,17-5-392,25-8-160,-15-21 1,5-3-1178,6-3 1,2-4 1632,13-8 0,-4-2 1,-22 3-1,-4 0 1,31-12-1</inkml:trace>
  <inkml:trace contextRef="#ctx0" brushRef="#br0" timeOffset="73442">4634 10786 23248,'-24'30'59,"0"-1"1,1 1 0,2 1-208,3-2 0,1 1-810,-1 2 0,-2 0 154,-1 2 0,-2-1 11,0-1 1,-2-3 737,2-4 1,0-5 346,-16 1 603,11-31 197,13-23 67,11-18-173,14-6-179,9 3-191,7 11 311,0 12-764,1 15-62,0 11-57,6 15-60,7 12-203,-14-4 1,0 3-970,6 5 1,1 2 1187,8 9 0,-1-1 0,5 6 0,-2-1 0</inkml:trace>
  <inkml:trace contextRef="#ctx0" brushRef="#br0" timeOffset="73675">3297 12075 22576,'-45'10'446,"1"1"1,-1-1 0,-7 2 0,6-3-16,-7-3-319,83-26-62,17 1 1,14-3-1280,-19 8 1,5-1 0,2-1-1,2 1 1228,-4 1 0,3 1 0,0-1 0,3 0 0,2 0-323,2 1 0,4 0 0,1 0 0,1 0 0,-1 0 0,-2 2-1643,4-2 1,-2 2 0,0-1 0,-2 2 0,1-1 1217,-4 1 0,2 1 0,-2-1 0,-4 2 0,-5 1 0,1 0 1,-6 1-1,-8 2 0,-2-1 0</inkml:trace>
  <inkml:trace contextRef="#ctx0" brushRef="#br0" timeOffset="76826">7643 11240 20834,'24'-52'1153,"1"1"1,-3 2 0,-6 4-650,-13-8-117,-8 1-56,-4 4-23,-10 7-84,-4 12-101,-7 13-50,-8 14-40,-10 19-16,18-1 0,-1 5-6,-3 6 0,1 4-448,-2 4 1,2 3 438,2 2 1,4 1-6,4 0 1,4 1-1,5-3 0,5 1-34,5-5 1,6-2 36,16 23 6,19-18 16,14-18 23,10-19-14,-29-8 0,-1-5 13,1-5 1,-2-2 6,16-19 38,-16 2 1,-4-4-32,-11 11 1,-1-2-243,5-12 1,-2-2 236,-8 9 1,-2 2 835,0-16-727,-8-3 49,-4 29-105,-2-4-67,1 20-22,2 8 505,-1 11-511,-1 14-16,-2 19-1,-2 18-309,4-26 1,1 1 311,0 1 1,0 0-1,2 1 0,1-1-90,2-3 0,4-2 82,13 24 11,15-16-6,16-16 12,12-13-1,-26-14 1,0-3-1,2-3 1,0-2 5,-1-6 1,-2-2 2,-3-3 0,-2-2-6,-5-1 1,-3-3 19,8-27 0,-14-1 28,-9 2-17,-12 3-17,-6 4 6,-4 5-11,1 8 0,6 9-12,4 9-21,5 6 644,7 5-611,5 2 175,9 2-187,5 2-10,2 3-6,-1 1 11,-4 2-6,-6 0 23,-3 1-6,-5 1-22,-2 1 5,-2 2 6,-2-2 17,0 12-28,-1-3 0,-1 12 11,-3 0 0,-1 1 5,-2-2-5,1-2 11,2-4-22,1-4 11,4-3 23,3 0-23,4 1 0,4 0-12,3 1 1,1-1 11,1-3-5,-1-4 16,-1-5 0,-1-5-5,3-7 16,4-6-22,5-8 6,3-7 10,-1-5 7,-4-3 16,-7 0-5,-7 1-6,-7 1 16,-5 0-16,-3 2 17,-4 2-17,-3 5-28,-2 3 23,1 2-23,-2 4 28,0 1-17,-1 1-11,0 2 45,1 0-23,4 4 17,5 2-56,2 2-33,2 1 50,3 5-6,3 4 12,5 5-12,10 3-5,9-1 28,10-5-17,12-5 22,7-5-292,2-7 254,-2-6 27,-2-7-11,-22 6 28,-3-2 33,-25 10-16,-2-2 11,-3 2-5,-1 0-22,-1 1 241,0 1-270,0 2 0,0 2 0,0 7 0,1 19 0,0 10 0,0 7 0,1 17-837,4-1 327,0-18 1,2 2-1065,3 2 0,2 0 940,1-5 0,-1-2 0,7 10 1,-8-22-1</inkml:trace>
  <inkml:trace contextRef="#ctx0" brushRef="#br0" timeOffset="77085">9490 11010 27163,'36'-28'-570,"0"0"1,4 2 0,4 7-4347,14 14 1,0 7 3276,-19-2 1,-3 1-1,2-1 1,-8 1 0,-19 0-1</inkml:trace>
  <inkml:trace contextRef="#ctx0" brushRef="#br0" timeOffset="77242">9713 11278 27622,'32'-20'-159,"0"-1"1,7 1 0,3 2 0,2 5 0,-1 2 0,-8 3 0,-1 0 0</inkml:trace>
  <inkml:trace contextRef="#ctx0" brushRef="#br0" timeOffset="77868">11857 10783 25170,'-2'-39'462,"0"1"0,-1-24-283,-4 60-117,-11 6-12,-13 9-56,-22 9-3,21-6 1,-3 0 11,-4 2 0,-1 0-308,-1 0 1,0 0 315,2-2 0,2-1 6,-22 6 57,19-7-40,19-7-34,12-3 106,6 2 1,2 3-68,1 1 826,2 17-719,-2 3-79,1 8 53,-1-1 1,-1 2-40,-1-5 0,-1 1-440,-1 18 0,0 1 398,-2-6 0,0-1-11,1-2 0,0 0-28,2-6 0,2-1-8,3-5 0,4-3 24,16 17-38,21-20-124,-13-20 1,5-6-1766,8-6 0,2-5 1911,0 0 0,-3-1 0,17-8 0,-24 7 0</inkml:trace>
  <inkml:trace contextRef="#ctx0" brushRef="#br0" timeOffset="79618">12804 10944 22884,'8'-54'771,"-1"0"0,1 10 0,-5 8-406,-9 15-169,-6 18-45,-12 12 22,-13 15-1768,3 6 0,-1 3 1617,9-7 1,0 1 1,-2 3 0,-1 3 1,3 0-356,-1 6 1,3 1 341,-4 9 1,2 3-4,7-3 1,4 0-208,6-5 0,5-2 201,7-6 1,6-2-122,25 20 105,-8-33 0,4-3-14,4-5 0,2-4 5,1-2 1,0-5 30,-2-4 1,-1-6 44,1-7 0,-4-3-8,8-11 123,-1-22 39,-28 14-5,-4-10 2769,-18 4-2792,-30 8-89,-9 16 581,-6 12-649,25 11 1,1 6 16,-17 15-28,20-7 0,2 4-22,1 6 0,5 3-123,-4 23-118,11-2-1322,27-2-4733,22-12 6307,11 2 0,-12-17 0,-11-12 0</inkml:trace>
  <inkml:trace contextRef="#ctx0" brushRef="#br0" timeOffset="79809">13381 11313 24805,'1'-4'2627,"-1"1"-2151,0 3-493,-8 35-481,-3 0-1219,0-2 0,1 3 1717,-9 15 0,7-19 0,6-13 0</inkml:trace>
  <inkml:trace contextRef="#ctx0" brushRef="#br0" timeOffset="80452">14169 11155 20994,'7'-59'804,"0"0"1,0 3 0,0 4-542,-1 13 1,0 2-71,-1 4 0,-1 1 1305,1-20-1229,-12 16 238,-2 18-428,-16 16-29,-7 22 40,-15 18-65,13-2 0,1 5-337,4-4 0,3 2 309,-1-1 0,4 1-8,8-2 0,5-1 663,6 17-683,12-16 0,5-2 3,19 13 25,-6-27 0,3-4 3,12-4 45,8-23-22,-11-14 27,6-17 28,-21 8 1,-1-1-665,-5 3 1,-2 1 627,-1-1 0,-1 1 913,4-20-771,-8 19-43,-3 2-141,-3 13 0,-3 13 0,-3 15 1435,0 3-1435,-8 23 0,1 7 0,1-4 0,-1 5-562,2-3 0,-1 3 334,-3 12 1,-1 1-73,5-18 1,-1 0-1138,-3 10 1,2 0 1436,3-9 0,2-2 0,-5 19 0,7-13 0</inkml:trace>
  <inkml:trace contextRef="#ctx0" brushRef="#br0" timeOffset="80658">14688 11343 27846,'-19'42'-41,"0"0"0,0 1 0,2-2-328,-2 12-1225,8-16 1,2 1 1593,4-1 0,1-2 0,-3 13 0,6-4 0</inkml:trace>
  <inkml:trace contextRef="#ctx0" brushRef="#br0" timeOffset="81109">15400 11111 22655,'12'-58'1338,"0"0"1,-2 7-1,1 4-1066,-3 14 0,1 4 69,4-14-173,-2 17-89,-4 13-57,-3 11 62,1 26-73,-2-3-3,0 16 1,-1 6-12,-3-9 0,-2 3-606,-1 18 1,-2 4 67,-2-3 1,-2 0-2283,-1 4 0,0-1 2458,1-6 1,0-4 0,4-15 0,1-5 0,-1 5 0</inkml:trace>
  <inkml:trace contextRef="#ctx0" brushRef="#br0" timeOffset="81635">16005 11191 23119,'0'-9'3075,"0"2"-2784,-6-25 1,-2-2 49,2 15-265,-1-18 0,-2 9 2,-1 37 0,-6 14-22,-9 19-36,9-14 0,0 3-9,0 3 0,1 2-255,2 1 0,3 1 244,2-2 0,3 0 0,6-4 0,3-1-28,17 22-39,18-10-34,14-14-263,7-11 330,-2-13 40,-5-12 16,-8-8-11,-8-11-5,-10-6 501,-10-7-495,-13-4 27,-15-5-252,-10-4 202,-10 0 33,-1 0 6,1 6 11,1 4 17,3 6 294,4 1-294,7 3-23,8 2-10,17 0-12,15 2-22,20 4 22,14 7-812,5 8 812,-16 9-5,2 20-12,-29 10 6,-2 23-474,-27 10 359,-2-27 0,-4 0-481,-3 4 0,-3-1-2689,-1 0 0,0-1 3285,4-6 0,1-3 0,-3 7 0,12-19 0</inkml:trace>
  <inkml:trace contextRef="#ctx0" brushRef="#br0" timeOffset="82559">16834 11450 23159,'0'-3'2806,"0"0"-1972,0 3-828,-7 40-409,-9-3-1216,3 0 0,-1 2 556,-14 15 0,9-19 0,8-16 1</inkml:trace>
  <inkml:trace contextRef="#ctx0" brushRef="#br0" timeOffset="83508">17612 11192 15182,'0'-8'4935,"0"1"-3664,0 7 2096,0 0-3099,13-7-150,-9 8 280,9-2-291,-12 6 178,-1 6-117,-4-5-39,-3 1-62,-1-2 28,-6-2 12,0-2 117,-7-9-45,6-5-11,0-14-112,10 2 95,8-28-56,10 14-27,9-17-29,8 19-11,4 11-17,-6 12 17,14 11-22,-13 18 5,11 15-11,-17 19-265,-14-17 0,-4 2 251,-7 6 0,-4-1-358,1-4 0,-5-1 324,-12 11 0,-7 2-25,3-13 1,-4 1-1,0-1 52,-1 0 1,0-1-1,-1 1-299,-6 2 1,-1 0 0,2-5 341,-5-1 1,4-5 28,-15 2 100,14-27-73,30-20 421,11-15-438,21-10-22,17 1 652,-4 10-666,-6 16 0,0 3-8,9 3-11,17 6-6,-16 22-146,-1 12 932,-9 1-2561,8 15 1775,-4-3 0,-11-13 0,-2-3 0</inkml:trace>
  <inkml:trace contextRef="#ctx0" brushRef="#br0" timeOffset="83702">18272 11551 27785,'-4'57'-2971,"-1"-1"1,-1 0 0,1-5 2970,0 6 0,0-20 0,1-17 0</inkml:trace>
  <inkml:trace contextRef="#ctx0" brushRef="#br0" timeOffset="84368">18930 11354 22447,'6'-49'797,"0"-1"1,0 1 0,0 4-1,0 1 1,0 3-490,2 0 0,0 4 95,6-20-139,-3 20-119,-4 18-94,-4 17 21,-2 18-16,-1 19-11,-4 21-42,1-19 0,-1 2-493,-1 5 1,-2 2 111,-1 4 0,0 0-1801,-1 3 1,0-2 2178,0-5 0,2-4 0,-3 12 0,5-25 0</inkml:trace>
  <inkml:trace contextRef="#ctx0" brushRef="#br0" timeOffset="84735">19580 11521 20615,'1'-6'4728,"0"2"-3339,-1 4-1383,10-22-236,-16 36-1887,1-7 2117,-14 33 0,5-12 0,6-13 0</inkml:trace>
  <inkml:trace contextRef="#ctx0" brushRef="#br0" timeOffset="85192">20286 11256 24120,'9'-53'570,"0"-1"0,0 1 0,1-8 0,-1 8-273,-1 8 341,-5 38-565,-2 13 198,-1 24-237,-3 9 0,-1 3-32,1-9 1,-1 1-580,-4 27 0,-2 2 440,2-14 0,0 1-436,0-7 0,0 1 0,0 2 573,-1 4 0,-1 1 0,1-5 0,1-4 0,1-4 0,0-2 0,0-1 0</inkml:trace>
  <inkml:trace contextRef="#ctx0" brushRef="#br0" timeOffset="86908">19015 11228 19955,'-2'-43'911,"1"0"0,-1 5 0,1 6-401,4 17-141,-2 4-139,0 4-140,-1 4-40,0 2 40,0 9 22,-1 11 22,-3 20-16,-2 16-300,1-21 1,1 1 223,-1 2 0,0 0-11,0-1 0,0 0-3,0-4 0,-1-1 28,-3 22-6,1-11 28,1-12 130,4-13 252,0-9-68,3-10 256,3-12-430,5-15 40,5-17-18,4-13-482,-8 23 0,-1-1 309,0-3 1,-1-1-7,-1 0 1,-2 2-12,0 4 1,-1 3 38,-1-12-38,-1 23-40,-1 16 0,0 19-11,-3 16-28,1 18-62,-3 14-185,3-27 0,0 0-2291,0 2 1,1 0 1760,0 25 0,1-24 0,0-17 0</inkml:trace>
  <inkml:trace contextRef="#ctx0" brushRef="#br0" timeOffset="88659">21052 10739 14706,'-8'-2'5260,"1"0"-3860,7 2 118,0 0-1019,-8-11-135,13 3-135,0-10-94,19 8-57,8 1-39,7 1-22,7 3-6,5 1 12,6 1-1,1 2 0,-4 1-16,-11 2 16,-14 2 51,-15 3 45,-8 6 27,-8 7-5,-5 10-11,-4 10-28,-1 10-23,1 11-220,8-27 1,1 2 175,0 3-1,3 1-413,2 4 0,2 0 397,1 1 0,3 1-9,4 0 0,2-1-8,1 0 0,2-1-64,1-2 0,-1-1-239,-3-2 1,-4-1-551,-7-2 1,-7 0 6,-11-1 0,-9-3-243,-12 1 0,-7-3-2821,-11 0 0,-4-4 3910,3-3 0,3-4 0,14-5 0,5-3 0,-7 0 0</inkml:trace>
  <inkml:trace contextRef="#ctx0" brushRef="#br0" timeOffset="90960">22967 11675 25253,'9'62'-930,"-17"-17"1,-7-2-3987,-5-16 1,-3-1 2948,-2 5 1,1-1 0,-7 2 0,22-24 0</inkml:trace>
  <inkml:trace contextRef="#ctx0" brushRef="#br0" timeOffset="91409">24220 11405 22834,'8'-60'1103,"0"1"1,-2 8-1,0 7-661,-4 10-274,-1 19-117,-1 19-18,0 8 12,0 42-39,-3 4-437,1-13 0,0 2 282,-1-2 1,-1 0-575,1 2 1,-1 0-3364,1 2 0,0-1 4086,1-7 0,-1-2 0,1 10 0,1-23 0</inkml:trace>
  <inkml:trace contextRef="#ctx0" brushRef="#br0" timeOffset="91700">24807 11256 24799,'-45'-9'66,"-1"-1"0,0 1 0,1 2 0,0 3 1,3 7-31,-4 18 1,3 7-743,-2-1 1,1 1 744,5-1 0,4 0-8,8-2 0,5 1 25,-1 18 473,28-3-467,21-4-12,14-2-27,12-3-8,-24-17 1,3-1-44,2-2 0,3-3-399,3-1 1,1-3-70,6-3 1,1-4-2218,5-2 1,1-2 2712,-4-2 0,-3 0 0,16-4 0,-27 3 0</inkml:trace>
  <inkml:trace contextRef="#ctx0" brushRef="#br0" timeOffset="91910">25219 11253 21231,'-7'0'3395,"1"0"-3160,6 0-196,0 0-347,85-38-1183,-49 33 1,2 0 298,9-8 1,6-2 0,-2 5 1191,12 9 0,-6 4 0,-22-3 0,-4 1 0,23 3 0</inkml:trace>
  <inkml:trace contextRef="#ctx0" brushRef="#br0" timeOffset="92076">25299 11540 24276,'53'-24'-487,"0"-1"1,0 1 0,-2 1 0,0 2 0,-2 6 486,8 7 0,-6 5 0,10-2 0,-9 2 0</inkml:trace>
  <inkml:trace contextRef="#ctx0" brushRef="#br0" timeOffset="92717">26586 11277 23595,'22'-53'599,"0"-1"1,-1 5 0,1 8-393,13 9-90,5 8-61,2 8-16,4 8-12,1 9-28,2 9-17,1 11-11,-5 7-11,-7 8-57,-15 2 1,-14 3 67,-21-2 39,-13-3 1,-11-6 32,0-8 35,4-8 55,11-6 73,9-5 1,7-5-35,5-2-27,8-2-17,8-1-17,12 3-34,10 2-39,8 10-39,8 9-3,-17 2 1,0 4 2,15 11-255,-16-6 0,-3 2 255,-2 10-5,-5 8-18,-33-9-122,-29-11-228,2-16 1,-5-4-2649,-9-2 0,-3-1 3021,2-2 0,2-1 0,13-2 0,4 1 0,-6-1 0</inkml:trace>
  <inkml:trace contextRef="#ctx0" brushRef="#br0" timeOffset="119216">18789 11033 7666,'-3'-3'6340,"1"0"-2391,2 3-2347,-27-12-762,15 9-118,-22-9-414,24 12 230,-1 0-100,2 1 138,-2 1-262,4 1-68,1 1-145,5-3 549,0 0-365,4-1 51,7 0-196,3-1 51,19-3-62,6-3-68,-5 3 1,0-1-17,14-2-12,-9 2 1,-2 1 22,3-1-28,8-1 23,-7-1 38,-4 0-66,-8 2 16,1 0 6,-23 5-17,0 2 95,-12 15-89,1-3 72,-13 33-50,3-10-28,4-6 0,0 1 11,-4 14-3,5-13 1,0 1 5,1-3 0,0 1-393,-7 18 0,-1 2 390,3-8 1,-2-1-18,-2 8 1,0-4-29,-4 13 11,10-29 1,2 0-334,-5 18 272,3-5-538,4-7-1535,16-24 2129,12-13 0,-6-1 0,3-5 0</inkml:trace>
  <inkml:trace contextRef="#ctx0" brushRef="#br0" timeOffset="119833">18834 11415 24883,'-37'-1'249,"-1"1"1,-22-1-20,61 1 39,6 1-73,8-1-67,15-1-57,15-6-10,14-4-286,-25 3 1,0-1 248,1 0 1,1 0 4,-4 0 1,-1 0 53,21-7-28,-21 6 84,-11 2 28,-15 6-123,-6 1-34,-15 6-5,-20 5-6,-17 8 8,21-7 1,-1 0-4,0 1 1,0-1 16,-25 13-5,11-4-17,11-2 6,11-5-12,9-5 514,8-4-508,7-3 6,13-6 11,13-4-6,20-7-8,-16 5 0,2 0-1,4 0 1,1-1-181,-1 1 1,-1 0 194,25-6-6,-17 4 45,-18 6-28,-13 4 23,-10 1-23,-14 1-23,-8 0 367,-16 3-366,-1 1-6,6 2-17,11-2-45,12-1-246,12-2-1518,16 0 1826,29-6 0,-20 5 0,11-4 0</inkml:trace>
  <inkml:trace contextRef="#ctx0" brushRef="#br0" timeOffset="120643">20814 11278 23164,'13'-53'670,"0"-1"0,-2 5 1,-3 7-212,-6 13-100,-7 6-158,-7 8-117,-11 7-39,-14 9-28,-13 14 17,-7 11-285,27-8 0,1 3 259,3 0 0,2 2 20,-13 26-95,17-1 45,15-4 11,17-5 16,11-8 12,10-9 17,3-10 571,1-9-459,-1-13 103,-1-9-14,-3-11-28,-3-8 6,-9-1 22,-6 2 6,-6 9-34,-5 9-111,-1 11-74,-1 5-16,-1 5-1,1 10 12,3 11-17,2 18 0,1 11-6,-3 10-245,-2-27 1,-2 0 185,-2 2 1,-1 0-283,-2 2 0,-2-1-1916,-4 1 0,-2-2 1772,1-5 0,0-2 1,-6 6-1,7-16 1</inkml:trace>
  <inkml:trace contextRef="#ctx0" brushRef="#br0" timeOffset="142985">11199 13408 22330,'-10'-50'795,"-1"0"0,0 5 0,-5 11-503,-23 23-74,-11 19-27,-7 20-996,24-5 1,1 4 846,-3 7 0,2 5-28,-2 6 0,2 4-7,11-12 1,1 0-1,1 2-9,2 2 0,2 1 1,1 0 1,3-1 0,1 1 0,4-1-3,2 16 0,8-2-20,7-8 1,8-3 11,6-8 0,7-6-84,5-5 1,4-7 80,2-4 0,0-6 28,-1-6 0,-1-5 22,-4-4 0,-3-5 408,17-24-276,-19-10 56,-17-4-6,-20 1-55,-16 2-7,-14 5-55,-8 7-39,-5 11-29,-2 13-27,0 19-23,2 15-5,6 14-40,11 7-291,14 1-784,23-1-1904,24-5 3041,-1-21 0,3-3 0,4 3 0,5-7 0</inkml:trace>
  <inkml:trace contextRef="#ctx0" brushRef="#br0" timeOffset="143192">11788 13496 27113,'0'32'22,"-1"1"0,-1 2 1,-1 2-183,-4 8 1,-2 1-1054,2 2 0,2 0-1890,1 2 0,1-1 2371,2-5 1,0-3 0,0 11 0,1-23 0</inkml:trace>
  <inkml:trace contextRef="#ctx0" brushRef="#br0" timeOffset="143385">11666 13873 25091,'22'-35'-547,"1"-1"0,-10 5 0,4 6-4214,41 17 0,8 12 3817,-30-6 1,-2 0-1,6 0 1,-3 0 0,-5 0-1</inkml:trace>
  <inkml:trace contextRef="#ctx0" brushRef="#br0" timeOffset="143785">13006 13496 19473,'-5'-5'4946,"1"2"-4493,-25-11 1,-8 2-34,-1 11-339,-3-11 1,-1 4 136,-5 30-106,10 8-537,-8 15 476,9 7-26,23-19 0,5 1-14,4 21-5,10-5 119,18-11-125,4-16 22,10-4 51,13-21 50,-7-17-22,-4-7 173,-5-15-3012,-7-10 2923,-6 10 134,-1-16-100,-12 24-95,-3 6-84,-2 6-40,-4 17 0,-2 8 0,-2 15 0,-10 36 0,2-8 1164,0-1 1,0 2-1199,4-7 0,1 2-1162,-1 14 1,2 3 1195,5-14 0,2 1 0,0-4 0,-2-3 0,2-4 0,3-2 0,0 0 0</inkml:trace>
  <inkml:trace contextRef="#ctx0" brushRef="#br0" timeOffset="144235">13702 13728 22134,'10'-48'1432,"-1"0"0,0 5 0,-3 11-1203,-3 21-128,-1 11-17,2 15-56,-1 3 34,3 25-88,-4-7 1,0 3-180,-1 5 1,-1 2-1056,-3 15 1,-3 1 136,-1-5 0,-2-2 173,0-10 1,-1-1 949,-2 11 0,1-6 0,3-13 0,-2 11 0</inkml:trace>
  <inkml:trace contextRef="#ctx0" brushRef="#br0" timeOffset="144418">13491 13921 25051,'53'-27'-2771,"0"1"1,2 1 0,-1 6 2770,-8 14 0,-4 4 0,15-4 0,-25 2 0</inkml:trace>
  <inkml:trace contextRef="#ctx0" brushRef="#br0" timeOffset="144791">14570 13854 22223,'15'-56'1191,"1"0"0,-2 5 1,-1 4-548,1-3-151,-3 13-202,-4 15-179,-3 12-62,-3 12-16,-1 13-17,0 17-23,-1 16-53,0-17 0,-1 3-575,0 3 1,0 2-272,-1 4 1,1 2 904,-1 6 0,0-2 0,-1 6 0,1-5 0</inkml:trace>
  <inkml:trace contextRef="#ctx0" brushRef="#br0" timeOffset="145275">15120 13853 24133,'9'-44'769,"0"0"0,1 5 1,-5 9-473,-7 21-163,-5 7-33,-7 11-28,-8 9-29,-6 15-27,-1 11-17,5 7-22,11 2-29,14-1 1,16-6-23,16-5-33,17-7-202,-19-20 1,1-3 276,3-2 0,0-2 28,-1-3 1,-1-2 19,20-7 11,-16-7 22,-17-10-22,-16-4 6,-13-4 16,-13-2-39,-11-4 12,-7-5-7,18 18 1,-1-1 124,0-1 1,1 0-117,1 0 0,1-1 14,-10-24 23,12 3-17,10 11-1,8 4 74,15-3-23,15 5-70,2 11 1,3 4-32,9 1 3,-11 13 0,-3 8 252,-3 17-266,3 20-28,-8 14-527,-15-22 0,-3 2-422,-6 4 0,-5 1 994,-6 7 0,-2-4 0,-4 8 0,-4-7 0</inkml:trace>
  <inkml:trace contextRef="#ctx0" brushRef="#br0" timeOffset="146385">24061 12169 19645,'-58'1'882,"0"-1"1,0 0 0,9 0 0,3-1 0,5 0-154,-20-3-42,55-5-363,56-2-167,1 5 0,9 2-1194,-6 1 1,4 0 0,4 0 1099,-7 1 0,3 0 0,1 0 0,2 0-348,-6 0 0,0 0 0,2 1 1,1-1-1,0 0 301,-5 0 1,0 0 0,0 0 0,2 1 0,-1-1 0,1-1-12,3 1 1,1 0-1,-1-1 1,2 1 0,-1-1-1,2 1-218,-8 0 0,1-1 0,1 1 0,-1-1 0,1 1 0,1 0 0,-1-1 219,3 1 1,0-1-1,1 1 1,0-1-1,0 1 1,0-1-1,0 1-161,2-1 1,0 1-1,1-1 1,-1 1-1,1-1 1,0 1-1,-1-1 159,1 1 0,1 0 0,-1 0 0,0-1 0,0 1 0,0 0 0,0 0-25,-3 0 1,1 0 0,-1 0 0,0 1 0,0-1-1,-1 0 1,-1 0 20,5 1 0,0-1 0,-1 1 0,-1-1 0,-2 1 0,0 0 37,2 0 1,-1-1-1,-2 1 1,-1 1-1,-3-1-193,-1 1 1,-1-1 0,-4 2-1,-6 0-2117,10 1 1,-15 3 2272,-26 5 0,-28-2 0,-9-2 0</inkml:trace>
  <inkml:trace contextRef="#ctx0" brushRef="#br0" timeOffset="148485">16098 13662 25752,'39'-42'99,"0"0"0,2 4 0,2 10-97,1 20 1,2 7-597,2-1 0,-1 4 521,0 1 0,-2 3-118,-5 1 1,-3 4-189,18 17-691,-27 6 358,-35 6 376,-29 2 330,5-20 0,-4-1-394,-8 1 1,-1-1 538,-3 1 1,-1-1 109,0 0 1,1-2 24,5-1 1,3-2 205,8-3 0,3-1-94,-3 3-72,36-8-180,34-9-103,-4-2 0,4-1-494,11-3 1,2-2 462,5-3 0,0-2 11,0-1 0,-2-3 23,-5-1 0,-4-4 25,-8 0 0,-4-3 304,-9-2 1,-6-2-199,-6-1 0,-7-2 28,-6 1 1,-6 1-35,-4 1 1,-5 3-9,-5 3 0,-2 2 152,-25-12-46,4 9-50,13 11-111,15 7-68,9 6 1012,10 6-1028,8 9-18,14 13-16,14 13-178,-15-13 0,1 2 164,0 3 0,-2 3-127,-1 3 1,-5 2-379,-7 3 1,-7 2-1222,-13 3 1,-7 0 1234,-4-4 1,-3-3 0,4-12 0,0-3-1,-8 4 1</inkml:trace>
  <inkml:trace contextRef="#ctx0" brushRef="#br0" timeOffset="153408">17951 13538 20140,'-4'0'4273,"1"-1"-3214,3 1-751,14-74-101,5 43-146,-3-13 1,2 2 39,17 22-45,0 7-28,-1 7-17,1 6-16,3 8-12,1 7-61,4 17 38,-15-7-21,-2 16 16,-20-13 28,-13 9 23,-24 4 22,-7-8-28,-3-5 17,2-7 11,12-11 33,0 0 46,8-6 27,9-4-100,5-1-6,5 0-28,8-1 11,7 0 6,25 3-12,7 4 1,5 0-6,9 10-11,-10 0-40,5 9-190,-14 8 96,-21-8-735,-35 16 449,-2-22-628,-30 14-627,10-17-1568,-9-3 3254,6-8 0,18-4 0,8-2 0</inkml:trace>
  <inkml:trace contextRef="#ctx0" brushRef="#br0" timeOffset="153935">19097 13518 26470,'-4'-42'114,"-1"-1"0,7 3 0,8 8-86,33 18-11,15 4-23,-4 12 70,-9 3-70,13 12 0,-11 7-8,-19-8 1,-2 3-52,-3 6 1,-6 4-25,-6 22 80,-16-18 1,-6-3 2,-19 10 0,3-17 1,-3-3 19,-2-3 0,0-2 31,-19 9 44,15-13 1,4-3 63,10-11-92,-3 0 79,21-13-39,10 2 22,7-3-27,10 6-35,8 6-44,-3 2 17,16 6-6,13 13-28,0 5-137,-25-5 1,-2 3 114,2 16 5,-16-5-95,-30 6-163,-14-16 1,-9-1-314,-5 3 0,-4-1-1794,2-4 0,-4 0 0,1-1 2382,-13 2 0,3-2 0,17-5 0,4-1 0,-9 0 0</inkml:trace>
  <inkml:trace contextRef="#ctx0" brushRef="#br0" timeOffset="167909">13654 10386 15978,'1'-6'6481,"0"0"-5557,-1 6-292,0 0-514,12-46 61,-5 45-22,10-24-23,-10 65-33,-1 13-28,-9 7 0,-3 1-12,-4-8 1,1-12 61,4-13 264,1-12 162,2-9-191,1-13-240,-1-2 100,-1-30-122,2-3-66,0 8 1,0-2-256,2 0 1,-1 0 260,1-1 1,0 1-169,3-25 205,-1 18-40,-1 19-100,-1 15 0,-1 17 78,-2 15 488,-2 22-494,1-15 1,0 2-12,1 4 1,0 0-59,1 1 1,1-1 69,2-3 0,1-2 16,5 18 6,2-18 90,-3-16 61,-2-12-84,-1-16-28,1-13 17,2-16-11,-1-12-37,-4 22 1,0-2-1,0 0 1,-1-1 41,0-27-5,-1 16 281,-1 19-443,0 16-23,-3 17-140,0 13-611,2 20-3130,9 18 3426,4-1 1,0-18 0,-1-16 0</inkml:trace>
  <inkml:trace contextRef="#ctx0" brushRef="#br0" timeOffset="169476">13749 10295 8892,'-5'-1'6559,"1"0"-1383,4 1-4538,-58-18-128,43 13-106,-43-12-158,58 16-151,0 1 51,3 0 106,5 0-67,9 1-57,9 1-21,8 1 22,6 2 16,7 0-75,-10-2 0,0-1-31,18 1-344,-10-1 0,2-1 330,-13-1 0,1 0-3,9 1 1,2 0 7,-1-1 1,1 0 11,9 0 0,-2 1-31,-16-1 1,-1 0 2,11 0 0,0 1-292,9-1 289,-23 0 0,1 1-3,-1 0 1,0 0-4,0 0 1,0 0-1,3 1 1,0 0-3,2 0 0,1 0 2,1 0 1,2 0-337,1-1 0,-1 0 350,1 1 1,-1-1-14,-2 0 0,-1-1-6,-2 1 0,-2-1 2,-3 1 1,-1-1-8,29 2 10,-1 0 236,4 2-241,-29-1 0,1 0 5,10 1 1,0 0-1,18 2-8,-19-1 1,-1-1-4,12 2 9,-22-2 0,2-1-14,27 3 2,-28-4 1,-1 1 8,11 0 288,15 0-282,-16 0-1,18 1-2,-28-1 0,3-1-3,9 2 0,0 1-3,-13-2 0,-1 0 0,12 2 1,-3 0 13,7 1 0,7 1 0,-8-3 17,2-2-28,-7 0 11,-4-2 720,9 0-742,2 1 8,-17 0 0,2 1-3,6 1 1,-1-1 0,22 4 5,-8-1 11,-17-2 449,-10-2-448,3 0 54,6-2-33,-4 0-27,-1-1 5,1-1 0,-1 0 0,15 0-16,15 2 33,-9 0-11,-4 1-17,-15 0 5,-14 0 40,-4 0 5,-5 0 12,-1 0-45,3 0 5,2 0 6,8-1-22,0 0 16,6-1-16,3 2 22,-9-2 33,-3 2 130,-10 0 162,-6 0 207,1 0-353,1-2-156,-1 0 44,8-3-22,3-1-6,10-2 23,-4 2 10,0 3-49,-12 1 16,-5 2-56,-2 0 56,0 7-33,0 3 16,0 10-10,0 3-68,1-4 39,1 8-666,0 5-9176,-3 1 9271,0-1 0,-2-16 0,2-12 0</inkml:trace>
  <inkml:trace contextRef="#ctx0" brushRef="#br0" timeOffset="171476">12748 15527 19176,'1'-3'5170,"0"1"-4414,-1 2-274,20-79-1259,-8 37 945,2-11 0,-1 0 112,-3 9 378,-5 7-440,-5 11 80,-8 11-258,-10 8-29,-14 14 17,-14 12-26,18-2 1,0 2-9,-1 3 1,0 2 175,2 0 1,2 1-205,-12 23 0,18-4-22,17-6-5,18-7 27,13-11 57,11-10 27,3-16 17,0-11 23,-6-14 22,-5-7 11,-6-5 11,-4 0 29,-4 3 253,-2 8-282,-6 10-67,-2 10-28,-4 6-39,-2 10-16,1 8 21,3 14-16,-1 15 5,-1 14-5,-3-20 0,-2 1-362,0 5 0,-2 1 90,-1 2 1,1 2-794,-1-1 1,1 1 1075,5 0 0,0-4 0,-1 6 0,7-10 0</inkml:trace>
  <inkml:trace contextRef="#ctx0" brushRef="#br0" timeOffset="171766">13651 15355 23959,'-3'-6'3098,"2"2"-2202,1 4-857,-9-33-39,8 47-22,-7-14-74,10 62-38,-1-26 0,1 1-499,-1 2 0,1 1 19,1 0 1,0 1-695,0-1 0,-1-1 1308,0-1 0,-1-3 0,1 5 0,-2-10 0</inkml:trace>
  <inkml:trace contextRef="#ctx0" brushRef="#br0" timeOffset="171933">13434 15681 26351,'28'-49'-165,"0"0"1,-12 7 0,6 9-296,32 19 1,9 11-1660,-17 0 1,0 1 2118,16 0 0,-2 1 0,-24 0 0,-4 1 0,22 0 0</inkml:trace>
  <inkml:trace contextRef="#ctx0" brushRef="#br0" timeOffset="172143">14235 15258 21629,'-1'-3'4963,"-1"0"-3591,2 3-1383,-11-24 16,11 38-27,-9-5-65,9 27 0,3 7-114,-3 18-541,-3-13 1,0 0-340,-1-14 0,1-1 1081,-1 11 0,2-2 0,-2 5 0,3-10 0</inkml:trace>
  <inkml:trace contextRef="#ctx0" brushRef="#br0" timeOffset="172650">14670 15400 22655,'-1'-6'4167,"1"1"-3423,0 5-660,-29-48-61,18 40 16,-32-18-17,32 46-22,-9 24-11,12-9 0,2 12-3454,14 8 3437,0-18-816,17 9 778,9-27 1,11-4 0,-4-2 68,-12 0 0,2-1 10,20 2 0,9-2 0,-12-5 43,-6-13-28,5-2 11,-35-9-22,-19 0 2998,-11-8-2992,-27-13-6,-4-2 252,23 21 0,-1-1-255,-3-2 0,0-1 2,-3-1 1,0 0-3,-1-1 0,1-2 0,-3-1 0,3 0 37,-8-14-23,16 13 28,12 2-12,12 8-27,21-8-11,-2 10-4,15 5 1,2 4-3,4 3-3,1 3 1,0 4 24,12 12-42,-16 4 1,-1 4-6,-9 1 0,-3 4-285,0 7 0,-6 3-228,-7 0 1,-5-1-1133,0 24 1670,-5-25 0,-2-4 0,0-7 0,-1 1 0</inkml:trace>
  <inkml:trace contextRef="#ctx0" brushRef="#br0" timeOffset="173349">15447 15503 22073,'7'-61'929,"1"-1"1,-1 7 0,-1 7-437,-1 12 652,-2 13-989,-1 12 168,-2 9-301,0 16 142,2 13-226,1 20-79,2 14 24,-2-24 1,0 2-311,1 1 1,0 1-651,0 2 0,2 0-650,0-2 1,2-1 1725,2 0 0,1-4 0,1 4 0,0-9 0</inkml:trace>
  <inkml:trace contextRef="#ctx0" brushRef="#br0" timeOffset="173542">15382 15619 16768,'-6'-8'5253,"1"1"-4211,5 7-566,0 0-257,63-41-163,-24 24-432,9-8 0,4 2-162,-17 15 1,-1 3-3503,6-2 1,1 1 4039,-3 1 0,-2 0 0,12-2 0,-21 4 0</inkml:trace>
  <inkml:trace contextRef="#ctx0" brushRef="#br0" timeOffset="174249">16277 15254 20957,'-4'-3'3680,"0"0"-3070,4 3-615,-18-47 16,16 35 6,-12-34 0,21 49 5,-1 2-5,0 0 0,-3-1 27,-2-1 35,-1-2 140,0 0-158,-1 2-10,-1 1 5,-2 3-6,0-2 34,-1-1 6,2-1 11,0-1 44,2-2 46,0 2 27,0-2 0,-3-1-27,-1-4-34,-2-5-23,0-8-33,2-8-45,2-6-39,4-3-6,9 3 11,6 6-11,12 9-5,7 8-17,6 12-6,6 14-17,1 14-127,-24-9 0,-3 3 141,-3 4 1,-5 3-7,-4 5 1,-7 1 8,-9 5 1,-8 1-558,-8 3 0,-6 0 574,-8-1 0,-4-2 3,-2-3 0,-1-4-9,2-5 0,2-3 14,5-8 1,3-2 36,-13 4-6,22-12 17,17-9 214,38-16-281,9-2-62,-4 2 0,4 1 80,0 1 1,2 2-283,6-1 1,1 1-247,5 0 1,0 1-1356,3 0 1,1-1 1875,-16 3 0,0 0 0,-4 1 0,-3 0 0,-4 0 0,28-5 0</inkml:trace>
  <inkml:trace contextRef="#ctx0" brushRef="#br0" timeOffset="174809">17040 15218 24139,'41'-17'-147,"0"0"0,0 0 0,20-6 0,-2 6 18,-14 15 0,-1 3-172,-1-1 1,0 1 255,-5 0 1,-2 0-113,18 3 166,-22 2 42,-31 2 139,-26 3 17,-26 5-73,18-6 1,-1 1 2,-2 0 1,1 0-18,3 0 0,2 0-8,-14 9 155,20-4-189,13-2-22,14-1-28,11 1-28,14 1-22,10-2 22,7-3-11,-1-5 55,2-6-4,-18-4 100,-2-10 123,-18-9 34,-2-11 83,-10-12 43,-3 14 1,0 0-111,-6-14-11,2 14 1,0 2 207,-3-5-68,-2-4-95,5 10-99,6 10-248,3 10 0,2 4 0,6 8 0,8 9 0,13 12 0,13 17 0,-14-13 0,-1 3-371,3 5 0,-3 3 141,-2 3 0,-5 4-268,-6 3 0,-8 3-2554,-13 2 1,-7-1 3051,-4-4 0,-3-5 0,4-12 0,0-4 0,-8 3 0</inkml:trace>
  <inkml:trace contextRef="#ctx0" brushRef="#br0" timeOffset="181050">18478 15246 16023,'-10'-1'3876,"2"0"-2857,8 1 2577,0 0-3411,-11-11-40,8 8 57,-8-7 39,10 15-39,1 2-23,0 2 34,-1-2-6,-3-1-5,-2-2 5,-2-2-17,-1-2 17,0-6-27,2-7-35,4-11-16,6-12-67,6-7-29,7-2-16,5 4-6,2 10 0,6 11-11,-9 10-22,9 9 22,-7 12-34,4 11-44,-2 27-6,-12 6-766,-11 4 794,-13-23 0,-6-1-11,-7-2 0,-5-1 25,-9 11 0,-5-1-583,-4-2 1,-2-3 643,2-4 1,1-4 56,6-7 0,3-4 80,-15 0-21,25-20-63,17-13-21,18-11 688,11-6-739,16 2 6,10 7-51,9 9 1024,4 8-1136,6 8-210,-22 4 1,0 2-150,-5 0 1,0 2 117,-2 0 1,0 1-903,-1 0 1,0-1-4459,27-2 5098,-27-4 1,0 0-1,10-2 1,-17-2-1</inkml:trace>
  <inkml:trace contextRef="#ctx0" brushRef="#br0" timeOffset="181400">19491 15286 19653,'6'-47'982,"-1"-1"0,0 6 1,-8 6 564,-23 11-1093,-28 12-291,-3 16 256,-4 6-400,30 3 1,1 3 47,-13 15-53,17-11 0,3 3 187,-10 31-218,20-8 28,21 0 587,10-21-575,20-5 44,1-12 76,-8-9 0,1-2 53,12-6 176,-7-9 0,-4-4-142,-5-2-15,-4 1 1,-1-1 148,-3-4-144,1-5-220,-12 15 0,-4 8 0,-5 14 0,-5 14 0,-8 30 0,-4 14-206,8-28 0,0 3 157,-2 27 1,2-1-635,5-26 0,1 1-921,-1 12 1,0 7-1,2-5 1002,3-4 0,1-6 1,-3 18-1,3-39 0</inkml:trace>
  <inkml:trace contextRef="#ctx0" brushRef="#br0" timeOffset="186376">19892 13862 23242,'15'-55'760,"1"0"0,-3 6 0,-1 11-614,-3 26-17,-2 15 11,-1 14-17,0 19-33,-2 15-29,1 8-27,3-3 11,5-7 22,9-12 11,8-13 40,9-11 5,14-17-64,-20-3 0,2-3-504,6-6 1,2-2 475,5-5 0,1-2 8,3-3 0,0-1-1028,1-1 0,-2 0 1003,-11 7 0,0 0 17,12-4 0,-2 2-202,6 1 137,-20 9 1,-3 3-213,-5 3-751,-16 15-2540,-8 10 3537,-4 6 0,0-5 0,-1-6 0</inkml:trace>
  <inkml:trace contextRef="#ctx0" brushRef="#br0" timeOffset="190276">15634 12164 7285,'-11'0'4492,"2"0"-2912,9 0 1668,0 0-2385,-27-4-259,15 3-128,-22-3 1,21 4 38,-2 0 79,2 0-51,3 0-201,4 1 178,5-1 170,1 0-511,8-1-61,3 1 33,16 0-5,-1 1-46,3 0 74,6 3-6,5 0-22,18 0-96,-24-2 0,3 1-5,14 0 0,1-1-201,-16 0 1,1 0 169,18 1 0,-1-2 0,-16 0 0,-2 0-3,10 0 1,3-1 10,12-1 1,0 0-12,-8 0 0,0-1-291,-2 0 0,0-1 300,-2 0 0,-1 1-9,-10 0 0,2 1 3,20 0 0,2 0-6,-10 1 1,1 0-486,7 1 0,0 0 479,-11 1 1,-2 1-6,-10-1 1,-1 0 10,8 2 1,1-1-1388,2 0 0,0 0 1376,-8 0 0,2 0 3,5-1 0,4 0 0,-4 0-318,2 0 1,-2-1 320,10 1 0,2 0-147,0-1 1,-1 0 137,-8 0 1,0 0 2,10 0 0,3-1 6,-15 1 1,1-1 0,-3 0-4,13 0 0,-3 0 3,-3 0 0,-2-1-6,-5 0 0,-3-1 270,-8 0 0,0 0-267,15-1 0,0 0 6,-10 1 0,-2-1 8,1 0 0,-4-1 2566,2 1-2530,-11-2 1325,-13 2-1213,-3 0 1184,-4 2-1777,-4 0-818,-11 2 1249,-2 1 0,-1 0 0,4 0 0</inkml:trace>
  <inkml:trace contextRef="#ctx0" brushRef="#br0" timeOffset="191558">14392 16867 23125,'-3'-50'929,"0"1"1,1 5 0,0 8-577,1 17-202,1 10-117,-1 9 11,0 13-17,1 17-62,-5 22-36,1-17 0,-1 2-629,-2 6 0,-1 3 9,-1 4 1,-1 2-815,1 2 1,1 0-2034,2 0 0,1-3 2918,4-8 0,1-3 0,1 8 0,4-27 1</inkml:trace>
  <inkml:trace contextRef="#ctx0" brushRef="#br0" timeOffset="192041">14887 16981 22470,'-4'-39'1386,"0"-1"0,-4-21-1173,3 56-129,1 7-11,-1 10-23,-1 12-50,-1 16 6,1 12-12,2 7-27,9 1 33,12-2-418,16-7 398,-9-27 1,3-2-12,6-3 0,2-2 20,2-3 0,2-2 22,-1-4 0,-1-2 6,25-2 17,-20-12 11,-20-8-6,-20-10-34,-20-8 7,-19-4-10,11 16 1,-3 1 0,-4-2 0,0 0-268,-2 0 1,0-1 272,2 0 1,2 0-7,3 1 1,3-1 443,-13-20-346,16 5-27,13 4 6,15 4-18,9 5-16,10 7 585,7 6-608,3 7 6,4 9-22,-2 11-40,-1 13-5,-6 14-22,-8 13-180,-15-22 0,-3 1-1106,-2 4 0,-3-1 668,-1-3 1,0-2-1,-3 9 1,2-19 0</inkml:trace>
  <inkml:trace contextRef="#ctx0" brushRef="#br0" timeOffset="192508">15913 16973 21181,'2'-43'1067,"0"0"0,0-1 0,1-12 0,-1 10-551,-2 19-82,-2 17-372,2 16 35,-1 6-91,1 23-28,1 10 8,0-12 0,1 1-70,0 4 0,1 2-494,2 12 1,-1 1-1070,0-7 1,0-2 752,0-1 1,-1-1 893,-1-4 0,-1-7 0,0-8 0,-1 6 0</inkml:trace>
  <inkml:trace contextRef="#ctx0" brushRef="#br0" timeOffset="192751">15809 17115 17053,'-4'-3'5018,"0"1"-1780,4 2-3182,-21-37-16,39 27 44,18-30-56,0 36 0,4 5-378,10-5 1,0 1 363,-16 0 0,-2 1 0,6-1 0,-2 0-36,15-1-410,-18 1 1,-2 1-3131,9-1 3562,-10 1 0,-21 1 0,-7 0 0</inkml:trace>
  <inkml:trace contextRef="#ctx0" brushRef="#br0" timeOffset="193975">16533 16741 18403,'3'-1'4156,"0"0"-2593,-3 1-1322,55 0-1,-41 3-27,41 1-67,-54 2-51,-2 0 23,-2-1 22,0 0-39,-4-1 0,0-2 44,-2-1-10,0-1 38,0-5 12,0-3-11,2-6 11,1-5-62,4-2-45,1 1-16,7 0-51,6 3 6,8 4-6,8 3-11,7 6 22,4 8-27,4 8-23,0 13-11,-6 15-23,-11 13-320,-18-19 0,-5 2 317,-7 5 1,-7 1-586,-6 7 0,-5 0 562,1-13 1,-3 0-1,-1 0 32,-4 1 0,-1-1 0,-2-1 56,0-1 0,-2-1 0,1-3 53,-13 8 1,0-6-59,10-9 1,3-7 234,-9-6-56,26-24-46,27-19-21,19-17-57,-7 21 1,4 0 42,2-1 0,3 2-71,-1 3 1,0 3-15,-2 6 1,-1 4 1044,19 1-1087,-9 21-50,-7 16-330,-1 17-1155,1 7-4833,6 2 5658,-4-10 0,-11-17 1,-8-13-1</inkml:trace>
  <inkml:trace contextRef="#ctx0" brushRef="#br0" timeOffset="194225">17564 16847 26463,'-17'-39'323,"1"0"0,0-1 0,5 18-301,10 28-16,2 13-6,2 17-34,2 18-8,-1-22 0,0 2-283,2 11 1,1 0 100,-2-13 0,1-1-474,5 13 1,3-2-2405,15 9-405,-9-21 1,2-2 3506,15 14 0,-13-19 0,-13-14 0</inkml:trace>
  <inkml:trace contextRef="#ctx0" brushRef="#br0" timeOffset="194435">17291 17139 16667,'-5'-3'7119,"2"1"-5669,3 2-1091,72-52-808,-21 35 495,-12-2 1,7-3 0,-4 5-987,-4 11 1,-3 3 939,-1-1 0,-1 1 370,22-2-1574,-14 2-5249,8-2 6453,-11 0 0,-15 2 0,-11 0 0</inkml:trace>
  <inkml:trace contextRef="#ctx0" brushRef="#br0" timeOffset="194974">18469 16702 7772,'-5'1'6962,"1"0"-151,4-1-5920,-63 4-241,42-4-533,-13 1 1,-1 1 397,10-3-229,-2 1 27,-18 3 35,3 0 38,5 3-5,11-4-229,14 0 88,9-2 147,18-3-270,0-1 119,27-4-57,4-1-34,15-1-16,1 2-73,-6 3-11,-8 2 0,-3 6-40,-14 4-10,-6 3 22,-8 10 33,-6 6-16,-2 28-12,-7 5-404,-4-19 1,-2-1 365,-3 19 2,1-22 0,1 0-59,1 23-146,2-24 1,2 0-493,2-2 0,2-2 711,6 2 0,1-4 0,0 2 0,7-5 0</inkml:trace>
  <inkml:trace contextRef="#ctx0" brushRef="#br0" timeOffset="195191">18290 17087 26318,'54'-22'56,"-1"-1"0,-4 3 0,-3 5-942,-11 12 1,-2 3-4189,16-1 5074,5-2 0,-33 2 0,-1-1 0</inkml:trace>
  <inkml:trace contextRef="#ctx0" brushRef="#br0" timeOffset="196342">19139 16745 25416,'45'-18'-98,"1"1"1,-3 2 0,2 3-75,-3 10 0,4 3 1,-3 1-257,1-1 0,-3 2-9,3 1 0,-4 3-863,2 7-810,-20 13 1331,-40-1 712,-9-9 0,-5-1 193,-8 0 0,-2-1-191,6-2 1,0-1 532,-8 3 0,-1 1 400,5-2 0,2 0-443,3-1 1,1-1 157,-21 10-62,42-13-56,18-6-173,46-9-270,-10 1-26,-4-1 0,8-2 1,-2-1-457,2 0 0,0-2 458,-2 0 0,3 0 0,-4-1-6,-2 0 0,-2-1 2,2-4 0,-5-3 402,4-30-284,-14-2 101,-28-11 117,-28 12-88,-3 15 334,-14-2 208,7 11-420,6 4-201,9 7-135,19 12-17,9 6-11,3 3 964,12 14-958,21 23-43,-17-17 1,0 2-296,5 9 0,-3 2-298,-7-1 0,-4-1-899,2 23 1529,-21-16 0,-4-3 0,4-11 0,-14 14 0</inkml:trace>
  <inkml:trace contextRef="#ctx0" brushRef="#br0" timeOffset="198101">20745 16696 25085,'4'-18'309,"-1"7"-158,-8 18-34,-7 5-49,-9 2 4,-9-1-38,-8-1 50,-2-5 90,2-5 22,7-8 11,8-7-45,8-9-5,7-8-28,6-7-90,9-1-5,6 3-12,5 9-5,2 10 0,3 9-40,4 7 6,5 10 1,6 11 21,1 16-16,-2 11-23,-23-18 1,-4 1-200,-5 3 0,-5 1 210,-8 4 1,-7-1-493,-5 3 1,-7-1 460,-7 1 1,-4-1 28,-4-3 0,-2-3 44,1-3 1,-1-5-165,3-6 0,3-5 257,-22 0 11,21-22-33,22-13 337,18-14-388,19-6-33,17 0-17,13 9 451,9 12-451,1 13-56,0 15-185,-1 9-129,-29-5 0,-1 1-516,0 2 1,-1 0-1750,1-1 0,-1 1 2646,17 10 0,-17-10 0,-14-7 0</inkml:trace>
  <inkml:trace contextRef="#ctx0" brushRef="#br0" timeOffset="198391">21369 16652 27023,'30'-34'78,"-1"0"1,0 4-1,-1 12-38,12 39-29,2 13-17,-1 10 3,-22-16 1,0 2-471,-1 3 0,0 2 448,-2 3 0,-1 0-40,0 3 1,0-1-138,-1 1 1,0-1-315,-2-2 1,0-1-771,-3-3 1,-3-1 1285,-10 26 0,2-28 0,-10-9 0</inkml:trace>
  <inkml:trace contextRef="#ctx0" brushRef="#br0" timeOffset="198568">21462 16941 23614,'39'-21'-91,"-1"-1"0,0 1 1,5-1-1,1 2 1,-3 5-3084,2 7 1,-1 4 2242,6-3 0,-2 1 0,15-2 1,-27 4-1</inkml:trace>
  <inkml:trace contextRef="#ctx0" brushRef="#br0" timeOffset="205358">17336 10755 15272,'-3'14'3148,"-1"1"-2632,-1-1-292,1-3 257,-4 7-246,3-5-50,-3 3 0,5-7 224,1-4-90,1-2 1854,1-3-2083,4-7 0,1-2-46,2-5 85,2-10-50,-2 0-35,3-14 24,1 0 38,2-3 0,1-1 23,3 1-6,1 3 1,1 3-1,1 1-11,0 2 0,-2 0-6,-2 1-11,-4 3 1,-2 4 4,-5 5-27,-2 3-6,-3 6-27,0 4-29,0 3-157,0 3 174,5 1-22,2 2 16,8 0 17,5-1-27,10 0-7,12-2-10,12 1-4,-21 0 1,1 1-402,5-1 1,2 2 398,3 1 0,3 0 0,4 1 0,1 0 8,3 1 0,2 0 3,0 0 0,2 0 0,-2 0 0,1-1-479,-3 0 1,-1-1 458,-3 0 1,0-1 8,-3 0 0,-1-1 8,-2 0 0,1 0 6,-2 0 0,1-1-17,0 0 0,1 1 5,1 0 1,0-1 8,0 2 0,0 0-3,-1 0 0,0 0 3,0 1 0,-1 0-8,-1-1 0,-1 1-201,0-1 0,-1 0 214,-1 0 1,-2-1-6,-2-1 0,-2 1 3,-3-1 0,0 0-20,23 1 0,-6 0 731,-1 1-725,-1 1 6,3-1 21,6-2 508,6 0-522,-30 0 1,1-2 0,0 1 0,0-1 418,28-1-415,-8-1 16,-12 0-10,-10 1-12,-10 1 0,-5-2 0,-3 1 444,3-2-432,5 1 43,8-1-50,6 1-5,5-1 12,-3 1 16,-7 0-6,-8 1 23,-9 0-6,-4 0-28,-2-2 23,1 1-34,2-1-11,3-1 27,2 1-21,0 1 5,-1 1 0,-3 1-6,-6 1 23,-2 5 0,-3 3 16,-2 9 1,-2 6-34,-2 5-11,0 2-191,4 5-2497,9 2 2699,2-1 0,1-13 0,-4-10 0</inkml:trace>
  <inkml:trace contextRef="#ctx0" brushRef="#br0" timeOffset="211400">16649 18135 24245,'2'-6'627,"-5"9"-487,-5 7-112,-3 4 34,-14-2 11,3-5-1,-12 1 103,5-7-58,9-4 130,-1-10 145,9-19-180,3-6-77,7-12-74,11 10-16,7 8 6,6 9-40,4 8-34,-3 8 40,24 7-34,-8 10 6,10 2 34,2 13-63,-8 15-21,-10 8-229,-20-15 1,-8 2 250,-14 2 0,-6-1 22,1-5 0,-5 0-34,-16 12 1,-6-1-371,2-6 1,-4-1 409,2-4 0,-3 0 0,1-3 47,-6 2 1,2-6 7,1-2 1,6-12 39,8-27 0,24-20-33,20-13 5,13-3-238,-5 27 1,2 3 195,3 2 0,2 3 14,28-8 409,-12 14-504,16 11 27,-20 13-88,16 10-326,-7 9-165,-23-12 0,1 0-843,5 1 0,2-1-3454,4-1 1,-1-1 4465,20 6 0,-16-10 0,-28-10 1</inkml:trace>
  <inkml:trace contextRef="#ctx0" brushRef="#br0" timeOffset="211616">17777 18126 26110,'-34'-17'70,"-1"1"0,-20 7-78,52 36 0,9 11-54,-5-1 0,1 1-179,1 1 1,1 0-545,0-1 1,0 0-1678,1-3 1,0-1 2461,2-1 0,0-3 0,0 5 0,1-9 0</inkml:trace>
  <inkml:trace contextRef="#ctx0" brushRef="#br0" timeOffset="211875">17443 18373 17165,'-5'-3'6106,"0"2"-4096,5 1-1690,59-48-79,-14 35-595,2-12 1,3 2 406,-15 21 1,-1 4-24,1-2 1,1 0-20,0 0 1,0 0-4,1-1 0,0 1-74,-1-2 0,-1 0 69,-1 0 0,-2-2-76,23-2-420,-17-1-2313,-16 0 2806,-26-3 0,2 5 0,-10-2 0</inkml:trace>
  <inkml:trace contextRef="#ctx0" brushRef="#br0" timeOffset="213033">18587 18164 11144,'-3'-3'7859,"0"1"-2746,3 2-4598,-51-33-190,37 25-224,-37-25 129,50 33 61,5 1 169,19 0-242,15-2-154,-4-1 1,2 0-397,26-2 371,-17 1 0,3 1-17,-9 1 1,1 1-4,14 3 1,-1 3 5,-14-1 1,-3 4-10,-1 5 1,-7 4-99,-6 24 71,-12-2-34,-18 19 0,-6-4-56,2-11 1,-1 3-369,3-7 1,1 0-28,0 6 0,2-2-288,4 9-2218,7-3 3002,2-17 0,-1-12 0,-1-4 0</inkml:trace>
  <inkml:trace contextRef="#ctx0" brushRef="#br0" timeOffset="213243">18858 18389 19031,'-9'-6'3758,"1"2"-3142,8 4 336,0 0-840,60-49-185,-15 33-246,3-11 0,4 2-925,-14 20 1,-2 4-4144,25-1 5387,-27 1 0,-4 1 0,-6-1 0,0 1 0</inkml:trace>
  <inkml:trace contextRef="#ctx0" brushRef="#br0" timeOffset="213483">19952 17997 26693,'-2'1'291,"1"15"-291,4 25 11,-1 20-238,1-26 1,0 1-396,2 0 0,1 1-1477,2 6 0,3-2 2099,2-7 0,0-3 0,3 4 0,-1-8 0</inkml:trace>
  <inkml:trace contextRef="#ctx0" brushRef="#br0" timeOffset="213692">19827 18309 20979,'-2'-5'3580,"0"2"-2757,2 3-1165,77-47-2983,-30 36 3325,-9-5 0,6-3 0,-7 7 0,-2 12 0,0 0 0</inkml:trace>
  <inkml:trace contextRef="#ctx0" brushRef="#br0" timeOffset="214175">20637 18035 26234,'-6'-38'285,"-1"0"1,-4-21-180,12 67-106,6 35-22,-3 2-15,-1-8 1,1 2-404,-3-5 1,0-1-236,0 3 0,1 0-1359,0-1 1,2 0 2033,2 1 0,2-3 0,-1 4 0,3-9 0</inkml:trace>
  <inkml:trace contextRef="#ctx0" brushRef="#br0" timeOffset="214600">21339 18124 23887,'-9'-51'683,"0"0"0,1 5 1,-3 8-387,-8 16-141,-5 11-44,-5 12-44,-6 13-40,-4 13-34,-4 10-39,3 7-236,9 6 181,13 0 10,16-4-16,16-7 22,14-11 56,8-12 33,4-10 68,0-14 11,-3-8 214,-6-15-142,-8-9 46,-7-8 112,-8 0 66,-3 4-32,-4 11-63,-1 11-117,-1 11-101,-1 9-44,-4 13-29,-2 13-16,2 18-6,1 13-222,7-23 1,2 2 187,3 3 1,4 1-315,4 2 1,2 1-883,4 1 1,0 1 1257,3 4 0,-1-4 0,3 7 0,-5-8 0</inkml:trace>
  <inkml:trace contextRef="#ctx0" brushRef="#br0" timeOffset="215359">21792 18053 22247,'53'-20'-58,"1"-1"0,-1 3 0,-1 4-85,-14 10 1,-1 3-211,1 2 0,-2 1 370,23 7-1361,-24 6 534,-24 4 312,-31 1 509,-21 3 165,11-11 1,-2-1 248,-2 1 1,0 1 338,-5 2 1,1-1-317,-11 5 359,-7 6-275,30-11-43,1-1-304,13-3 565,26-6-745,2-5-133,37-7-152,4-3-257,-19 3 0,2 0 377,0-1 1,0-2 91,2-4 1,-4-1 95,10-8 62,-10-15 89,-37 7 174,-15-9 123,-18-2-53,5 17 0,-1 1-87,-11-7 308,-8-5-173,31 23-169,4 2-22,9 6 463,27 26-748,-7-5-12,7 7 0,1 3-33,15 18-138,-14-13 1,-1 3-362,0 11 1,-5 4-1501,-8-6 0,-5 1 2049,-4 3 0,-4-3 0,-7 2 0,-3-21 0</inkml:trace>
  <inkml:trace contextRef="#ctx0" brushRef="#br0" timeOffset="220751">23196 17964 19132,'-7'3'4088,"2"0"-2912,5-3 46,0 0-1071,-2-20-90,2 15-49,-2-15-12,2 20 50,1 3 0,-1-1 29,2 3 66,-2 0-16,-2-2-11,-1-1-51,0-2 157,-2-8-118,4-6 29,-1-14-51,8-5-95,0 3 39,13-4 22,14 10-50,6 6 0,14 7-6,-3 20-10,-11 3-35,-9 8 1,-2 5 27,6 21-326,-12-11 0,-5 4 323,-10-3 1,-8 2 0,-9 2 0,-7 1-40,-10 1 1,-8-1 13,-10 1 1,-5-2-445,13-14 0,-2-1 0,0-2 495,-17 8 0,-1-4 61,8-7 1,3-3-9,11-6 0,4-4 54,-6-9-1,25-12-61,23-11 0,19-7-6,18 0-16,-17 17 1,2 2-27,3 2 0,2 2-22,1 2 0,1 2-6,-1 2 0,0 1-64,-2 3 0,-1 2 455,-3 1 0,-2 1-1620,19 11-1659,-11 4-306,-15-4 3225,-5 0 0,-12-10 0,-1-2 0</inkml:trace>
  <inkml:trace contextRef="#ctx0" brushRef="#br0" timeOffset="221241">24105 18035 26133,'-63'2'437,"11"9"-365,41 24-72,1 5 17,4 5-22,8-3-7,11-3-55,16-4-34,17-6-213,-17-16 1,4-2 262,3-2 1,1-2 39,1-2 0,1-2-3,-3-2 0,0-3 3,21-9 61,-21-8-5,-20-8 17,-24-5-34,-14-5 11,-13-3-6,-4-2 172,0-1-183,3 2-11,3 3 17,5 3 34,4 3-17,5 2 27,5 3-27,7 5-22,8 4 16,7 5 266,8 3-305,9 4 17,11 3-34,10 3 34,10 9-502,4 9 476,-30-3 1,-2 3-120,11 28-404,-30 14-485,-21-23 0,-9 1 1017,-14 9 0,-4-3 0,15-17 0,0-3 0,-2 1 0,-1-1 0</inkml:trace>
  <inkml:trace contextRef="#ctx0" brushRef="#br0" timeOffset="238801">12342 14523 17081,'-7'-58'1787,"0"0"0,1 5 0,4 4-998,10-5-223,3 11-180,2 13-150,-3 12-147,-3 9-27,-5 7 5,1 9-17,-2 8 12,1 12-23,0 12-5,-2 9-6,0 6-11,0-10 5,0 5 6,4-10 6,1-2-12,4-4-16,2-15 44,2-7-5,3-4-6,7-3 11,7 0-22,9-2-16,5 1-1,7 1 34,5-1-37,-25-2 0,1 0-248,3-1 1,1 0 241,2-2 1,2 0 5,2 0 1,1 0-4,1-2 1,1 0 8,0 0 0,0 0-9,1 0 1,0 0-325,-1 1 1,-1 1 315,1 0 0,-1 1 6,0 0 0,-1 1-3,1 0 0,0 0-20,1 0 0,-1 0 17,1 0 1,0 1 10,0-1 1,0 1-12,-2-1 0,-1 1 14,-2-1 0,-2 1-3,-2-1 1,-2 0-9,14 0-3,-14-1 1,-2-1 2,2 0-69,4-1 0,1-1 35,8 0 34,-13 2 0,0-1 45,19 1-28,-2 1-28,-4 2 5,0 1 12,1 2-6,3 0-6,0 0 6,-1-1-5,-3-1 10,-3-1 29,-1-1-34,0 0-6,0 0 422,-2 0-432,-2 0 672,-7 0-650,-4 0 171,-7 0-143,-2 0-23,0-2 6,5 0-23,7-2 1,7 0-7,4 0 7,1 1 16,-5 0-11,-8 0 22,-13 0 90,-6-6-22,-7-3-34,-2-2 269,1-28 0,2-7-129,4 1-265,-2-4 1,3 3 152,5 13-140,-3 14-2045,-6 10 2101,-5 6 0,-1 5 0,-1 0 0</inkml:trace>
  <inkml:trace contextRef="#ctx0" brushRef="#br0" timeOffset="241957">20253 13383 13270,'-38'-32'138,"1"0"0,-1 0 0,0 0 0,1 0 0,2 2 1,-4 1-54,-1 4 0,-4 1 1,-1 2-1,2 3-347,0 1 1,1 2 0,-2 1 272,-4-2 0,-4 0 1,-2 1-1,2 1-300,2 3 0,1 2 0,0 1 0,1 1 287,-6-1 0,2 1 0,-5 3 1,8 2 0,-5 1 0,-1 2 0,1 0 0,4 2 12,-15 3 0,5 3 0,-4 1 13,12-2 1,-3 1 0,-2 1 0,2 1 0,3 2 49,-1 3 0,2 1 1,2 3-1,1 0 33,3 2 0,1 2 0,2 0 0,2 0-8,-1 1 0,2 1 0,3 4 199,-4 16 1,2 6 0,6-4-165,9-8 0,6 2 50,5 4 1,1 8 0,5 1 0,5-6-208,9-5 0,7-3 1,3 1 78,1 3 0,4 2 0,1 0 0,2-5-23,4-2 1,2-5 0,7 0 18,1-5 1,8 0-1,2-1 1,-1-2 0,-4-3-33,2 1 1,-4-4-1,8 1 2,-7-4 1,6 1-1,5 1 1,2 0-1,-1-1 1,-1-2-1,-4-2-161,12 0 0,-4-3 0,1-2 1,4 1 160,-7-2 0,4 1 1,3 0-1,-1-1 1,-2-2-1,-4-1 121,3-1 0,-4-2 0,0-1 0,2-4-64,3-3 1,3-1-1,2-3 1,-4-2 0,-4-1 9,-8 0 1,-5-2-1,-1-1 1,4-2-50,1-1 0,3-2 0,1-1 0,-2-1 1,-5-2 12,-3-4 0,-4-2 0,-3-1 0,-2-2-14,8-13 0,-4-3 1,-5-2 81,-5-1 1,-5-2 0,-5 0-119,-7 0 1,-5-1 0,-9 2-42,-8 0 1,-9 1 0,-7 3 2,-2 11 0,-5 3 1,-4 1-1,-4 3-187,1 4 0,-3 2 1,-4 2-1,-1 1 0,-3 1 174,-1 1 1,-5 2 0,-2 0-1,1 2 1,2 1 0,5 0-1,-1 1 1,5 0 0,1 2-1,0 1 1,-2 2 0,-1 0-1,1 0 1,0 0 0</inkml:trace>
  <inkml:trace contextRef="#ctx0" brushRef="#br0" timeOffset="244341">12536 16184 20053,'-38'-47'773,"0"0"0,2 4 0,11 9-493,24 23 229,4 5-374,0 4 163,1 6-113,-1 6 146,-2 15-258,-2-6 179,-3 7-117,-5 1-102,3-4-5,0 11-11,7-7 0,7-1 22,5-2-5,5-3 16,3-4 1,0-4 10,1-5 23,1-4-39,3-3 5,6 0-16,5-1-45,8 0 39,9-2-288,-22-1 0,1 0 274,3-1 0,1-1-9,3 0 1,1-1-6,1-1 0,0 0 16,0 0 1,0 0-9,-1 0 1,1 0-6,0 0 0,1 0 2,-1 0 1,1 1-17,0 0 0,0 0 25,0 1 0,-1 1-6,-1 1 0,0 0-11,-2 0 1,0 1 7,-1 1 1,-1-1-9,0 1 0,1-1 9,-1 2 0,1-1-6,0 0 0,0-1-3,1 1 0,-1 0 14,-1 0 0,1 0-11,-2 0 0,1 0 6,-1-1 0,-1 1 2,-1 0 0,0 1-24,29-2 27,-4 1-11,-7 0 5,-4 1-5,-2 1-16,3 1 27,6 1-6,8-1-243,-30-1 0,1 0 246,-1-1 1,0 0-248,26 1 239,-9-1 512,-11 0-489,-13-1 50,-9 0-17,-6-2 547,-4-1-446,1-4 249,1-5-244,5-7 23,4-7-12,4-6 1,0-1-34,-3 1-11,-4 5-73,-7 4-123,-4 5-1720,-6 2 939,-2 5 0,2 6 0,0 3 0</inkml:trace>
  <inkml:trace contextRef="#ctx0" brushRef="#br0" timeOffset="248341">14082 17749 7593,'-4'-6'6951,"0"2"-4918,4 4-403,0 0-414,-26-63-247,15 36-583,-5-10 0,0 0 348,6 14-369,2 8-57,3 0-191,3 8 113,2 0-57,0 5 63,0 0-136,-1 16-49,-1-5 16,-1 19 0,-1-5-5,1 12-17,0-3-17,7 3 5,1-11 1,10 1-12,1-5-27,14 5 5,-9-10 84,18 5-62,-21-13 28,20 2 29,-8-7 55,23-1-27,-1-2-743,-19 0 0,0 1 625,13-2-407,16 0 412,-6 2-8,-20 0 0,3 0 28,10 2 0,1-1 0,-5 0 0,1 0-599,11 1 1,-1-1 592,-17 0 1,-1-1-15,12 0 1,2-1-4,4-1 1,1 1-12,0-2 1,1 1-237,-15 1 1,0-1 0,-2 0 255,7 0 0,-4-1 5,-11 1 1,0 0 346,9-1 0,-2 0-330,-1-2-17,1 0 1,1 0-6,5-2 0,-12 2 0,0 0 34,9 0 329,11 1-379,2 1-1,4 2 523,-26 1 1,-1 0-484,21 0 985,-15 0-986,7 0-83,0-4 38,4 1 40,6-3-34,-7 1 17,-2 1 386,-9 1-352,19 1-29,-16 1 6,18 1 6,-15-1-6,-6 0-16,-12-1 300,0-3-239,-10 1 0,8-3-5,-1 0-6,5-2-34,-5 3 67,11-6 62,-16 2 84,7-7 29,-16 0-24,-10-5-105,-12-4-124,-15-4-645,-15-1 645,13 16 0,1 1 0,-5-3 0,2 5 0</inkml:trace>
  <inkml:trace contextRef="#ctx0" brushRef="#br0" timeOffset="254275">16237 18973 17770,'-44'-24'1714,"6"5"-1350,30 16-39,0 2-101,4 0 767,2 1-436,20 1-146,10 0-129,33 1-193,-21-2 0,4 1-729,11-1 1,4 0 680,-12 0 1,2 0-1,1 0-463,6 0 0,2 0 1,1 0 437,-11 0 0,1 0 0,1-1 0,0 1-546,4 0 0,0 0 1,1 0-1,0-1 533,3 1 1,0-1-1,1 0 1,0 1-14,2-1 1,0 0 0,0 1 0,1-1-20,-1 0 0,1 0 0,0 1 1,-1-1-289,-1 0 1,0 0 0,-1 0-1,0 0 319,-3 0 0,-1 0 0,0 0 0,-2 0-3,-4 0 0,0 0 1,-2 1-1,-1-1-3,8 1 1,-1-1-1,-2 1 227,12 0 1,-5 0-188,-11 0 0,-4 0 16,17 2 834,-23 0-861,-18 0 2126,-15 0-2216,-18-2 2190,-18-3-2067,-23-1-34,19 1 1,-4-1-272,-7 1 0,-3-1 249,-6 1 0,-3 0 3,15 2 1,-2 0 0,0 0-522,-3 0 0,-2 0 0,0 1 507,-3 0 0,-2 1 0,0 1-25,-2 0 1,-1 0-1,-1 0 6,-1 2 0,0 0 1,0 0 21,-2 1 1,1 1-1,0-1-465,-1 1 0,0 0 1,1 0 447,0 0 1,0 1 0,1-1 22,0 0 0,1 0 0,-2 0-3,8-2 1,-2 1 0,1 0 0,4-1-13,2 0 1,3-1-1,-3 1 15,-14 0 0,-3 1 0,6-1-322,7 0 1,3-1 286,-7 1 1,1 0 354,12 0 1,6 0-291,1 1 1237,31-2-1259</inkml:trace>
  <inkml:trace contextRef="#ctx0" brushRef="#br0" timeOffset="254275">16600 19049 20283,'57'-2'-3,"0"0"12,5-1 0,1 0 1,1 0-13,-14 1 0,1-1 0,1 1 1,0-1-171,2 1 0,0-1 0,0 1 0,1 0 184,1-1 0,1 1 1,0 0-1,0 0 8,1 0 1,0 0 0,1-1 0,-1 1-30,0 0 0,1 0 0,-1 0 0,0 0-8,-1 1 0,0-1 0,-1 0 0,-1 0 22,-3 0 0,0 0 0,-1 1 0,-1-1-15,10 0 0,-1-1 0,-3 1 7,-9 0 0,-1 0 1,-3 0 114,7-1 1,-7 0-73,6-2 45,-47 1-118,-21 1 25,-12 2 1,-5 0 161,-6 1 1,-3-1-153,3 0 1,-3 0 0,-4 0 3,-3 1 1,-5-1 0,-2 1 0,1 0-292,2-1 1,0 1 0,0 0-1,0 0 284,-1-1 1,-1 1 0,1 0 0,-1 0 5,-2 0 0,0 1 0,0 0 1,2 0-425,9 0 1,1 0-1,1 0 1,-3 1 413,-9 0 1,-2 0-1,0 0 1,0 0 0,4 1 1,0-1 0,0 1 0,0 0-357,-6 0 1,-1 0 0,0 0 0,5 0 360,4 1 0,3-2 0,-2 1-21,5 0 0,-2 0 0,1 0 0,5-1 112,-5 1 1,5-1-75,-6 1 0,7-1 1496,8-1-1385,62-6-83,33-1 99,-17 2 1,8-1 0,1 0-244,2 0 0,2 0 0,3 0-3,-2 0 1,3 1 0,3-1 0,2 1-1538,-13 1 1,3 0-1,2 0 1,-1 0 0,-2 1-1,-3 0 1150,3-1 1,-3 1-1,-1 0 1,-1 0 0,21-1-1,-2 1 1,-17 1-1,-18 1 1</inkml:trace>
  <inkml:trace contextRef="#ctx0" brushRef="#br0" timeOffset="1.02414E6">17616 12526 24575,'0'28'0,"0"-2"0,0 19 0,0 12 0,0-18 0,0-6 0,0-1 0,0-7 0,0 13 0,0-23 0,0-1 0,0-4 0,0-3 0,0-1 0,0-3 0,0-14 0,0-2 0,0-19 0,0-12 0,0 5 0,0-16 0,0 5-799,0-13 799,0 27 0,0 1 0,0 1 0,0 0 0,0-24-16,0 8 16,0 9 0,0 4 0,0 11 0,0 7 0,0 16 798,0 24-798,0 12 0,0 17 0,0 4 0,0-3 0,0 5 0,-2-1 17,-1-2-17,2-19 0,0 0 0,-3 11 0,3 8 0,-1-23 0,0 0 0,1-3 0,1-6 0,0-4 0,0-2 0,0-3 0,0-2 0,0-2 0,-1-1 0,0-2 0,0-5 0,-1-7 0,1-15 0,1-27 0,0 10 0,0-6 0,0-3 0,0-4 0,0-3 0,0-1-1013,0 6 0,0-2 0,0 0 0,0 4 1013,0-5 0,0 4 0,0 2 0,0-12 0,0 9 0,0 8 0,0 9 0,0 26 0,0 11 0,0 16 0,-2 16 0,0 19 0,0-22 0,-1 1 1699,1 1 1,-1 1-1700,1 0 0,-1 0 0,1-2 0,-1 0 0,1-1 0,-1-1 0,-2 29 0,3-12 0,0 0 0,0-21 0,0 12 0,1-21 0,-1 1 0,1-11 163,0-3 0,1-2 0,-1-3 1</inkml:trace>
  <inkml:trace contextRef="#ctx0" brushRef="#br0" timeOffset="1.02607E6">17481 12150 24575,'-3'7'0,"0"9"0,3 2 0,0 11 0,0-5 0,0-1 0,-4 6 0,2-14 0,-3 6 0,3-12 0,1-2 0,1 0 0,0 10 0,0-3 0,-1 9 0,1-7 0,-3-1 0,0-4 0,-1 0 0,0-3 0,3-3 0,-1-4 0,1-6 0,0-7 0,1-1 0,0-5 0,1-14 0,1 9 0,2-14 0,4 5 0,-3 9 0,4-6 0,-3 14 0,1-1 0,-2 2 0,0 0 0,0 1 0,1-3 0,0 1 0,1-3 0,1 1 0,1-1 0,0 1 0,-1 1 0,-2 2 0,1 3 0,-1 2 0,1 1 0,-1 1 0,1 2 0,-1 3 0,0 1 0,0 0 0,0 1 0,0 0 0,0 0 0,0 0 0,2 0 0,-3 2 0,3 3 0,-3 3 0,1 3 0,2 1 0,0 1 0,0-1 0,0-1 0,-1-1 0,-2-1 0,0 0 0,-2-1 0,1 2 0,0-1 0,0 1 0,2 5 0,-2-5 0,3 5 0,-1-4 0,-1-2 0,0 2 0,-2-5 0,1 1 0,2 0 0,0-1 0,2 1 0,-3-4 0,0 1 0,1-2 0,1 0 0,-2-1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9:47:23.1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2201 2728 18828,'0'-6'3950,"0"1"-3561,-6-26 0,-3-6 115,-4 9-361,-1-13 0,-1 4-31,-1 21 106,-9 7-156,6 14 5,-13 11-28,-4 18-20,14-9 1,0 1-213,-15 22 207,14-16 0,2 1-14,4-3 0,3 0-17,-9 23 45,17-8 73,22-29 27,17-15 46,12-15 40,7-14-254,-25 8 0,-2-2 177,-1-3 0,-3-2-25,-2 0 0,-4-1 45,9-28 162,-9 6-173,-8 11 22,-4 12-68,-3 12-49,0 8-57,-1 6 345,-2 3-367,-4 16 30,-3 10 4,-4 23-23,-1 7-99,10-26 0,1 0 149,2 28-21,16-10-18,15-10 17,15-14 6,13-10-14,-26-13 0,1-4-6,1-3 0,0-3 11,-2-3 1,-2-3 75,22-22 11,-15-7 0,-12-5-33,-13 1-1,-11 1-27,-5 10 22,-16-14-45,5 16 6,-5-13 5,11 13-10,9 3-18,13 3 17,9 4 244,15 4-255,9 4-23,6 6 1,2 3 11,-4 9-17,-7 6 28,-7 12 16,-12 9-21,-9 11 16,-13 10-11,-11 5 11,-4 0-5,0-2-17,6-6 5,12-8-5,11-10 22,14-10-5,12-10 5,9-8 6,6-12-316,2-10 321,-4-11-16,-7-9-6,-8-8 22,-9-2 1,-9 0-1,-11 4 1,-12 5-1,-12 5-16,-10 6-12,-5 5 18,-1 6 16,3 4 287,7 2-299,7 4 18,8 2-45,5 3 0,10 1-1,11-1-10,13-2 22,9 0 39,5 1-22,0 3-17,-4 2 6,-2 7-23,-4 5-11,-6 11 17,-7 9 5,-11 9 0,-8 8-33,-10 7-724,1 3-324,-1 1-2503,14-2 2784,5-14 1,-1-17 0,-3-15 0</inkml:trace>
  <inkml:trace contextRef="#ctx0" brushRef="#br0" timeOffset="216">3845 2516 22632,'-7'0'2643,"2"0"-2440,5 0-1173,89-52-1515,-50 39 1,4 2 2484,14-10 0,7-3 0,-8 5 0,-15 11 0,-4 3 0,-1 1 0,0-1 0</inkml:trace>
  <inkml:trace contextRef="#ctx0" brushRef="#br0" timeOffset="366">4073 2817 25359,'57'-22'-1405,"0"1"1,0 0 0,-8 3-1,-2 0 1,-14 6 0,-18 7-1</inkml:trace>
  <inkml:trace contextRef="#ctx0" brushRef="#br0" timeOffset="1193">5454 2146 25113,'-30'-39'196,"-7"12"-123,-22 42-910,25-5 1,0-1 859,-26 7-15,23-6 1,-1 0 19,-22 5 28,13-3 786,5-4-651,34-7 167,1-2-246,7-1 0,0 1-101,1 7 926,3 10-892,0 4 156,-1 39-38,-3-4-528,-1-11 0,-1 3 415,0-4 1,0 1-15,0 2 1,0 0-26,1-10 0,1 0 3,2 4 0,2 0-165,8 17 137,-1-25 0,2-1-451,23 20-4451,-6-29 1,3-4 4827,7 4 0,5-8 0,-36-12 1</inkml:trace>
  <inkml:trace contextRef="#ctx0" brushRef="#br0" timeOffset="6341">6523 2454 15978,'1'-6'2878,"0"-23"1,-1-8-1875,-5-2-615,2-6 0,-2 0 205,-13-3-124,-5 9-117,-3 12-163,-2 13-100,-3 12-34,-7 18 0,-5 18-308,18-8 0,1 3 263,-1 5 1,2 2-15,2 2 0,3 3 8,5 4 1,3 0 0,4 13 13,15-20 1,7-5 3,7-12 54,32 5 80,-9-32-12,-10-9 1,0-4-23,12-13-230,-17-1 0,-5-3 455,-1-19-200,-12 22 0,-2-2-45,-4-1 0,-2 1 126,0-11-145,-4 9 501,-3 26-574,1 10 7,-1 14-24,2 17 6,1 24-28,1-16 1,0 2-136,0 10 1,1 2-1488,0 9 1,0 3 1649,0-13 0,0 1 0,0-4 0,-1-4 0,0-3 0,0-2 0,1 0 0</inkml:trace>
  <inkml:trace contextRef="#ctx0" brushRef="#br0" timeOffset="6851">7351 2753 24738,'3'44'-741,"0"1"0,0-9 0,-2-1 741,-8 7 0,-1-4 0,2-10 0,-3 15 0</inkml:trace>
  <inkml:trace contextRef="#ctx0" brushRef="#br0" timeOffset="7358">7980 2590 24837,'-20'-49'612,"0"0"1,-2 1 0,1 11-417,5 26-67,-9 3-84,2 24-12,-6 18-27,5 3-244,8-7 0,2 2 249,1 27-8,10-14 0,4 1-15,7-9 1,5-2-3,7 4 0,5-6 128,20 3-162,-1-19 1,3-5 21,-13-7 1,1-2-109,13 1 0,-1-4 145,14-12 12,-19-9-1,-19-8 1,-16-4-23,-12 5 16,-18-11-2,0 16 0,-2-1-17,-1-2 1,-1 0-181,-8-5 1,0 0 199,-9-8 8,19 16 0,2-1-37,-8-20 51,7-1-17,9-3 236,19 14-258,2 11 0,19 1 0,-1 16 767,13-2-783,-1 14 4,1 10-4,-8 3-15,-8 5 0,-2 3-126,4 23-513,-7-12 1,-3 4-253,-6-3 1,-2 2-2342,-2 2 0,0 0 3263,-1-5 0,-1-2 0,1 10 0,0-21 0</inkml:trace>
  <inkml:trace contextRef="#ctx0" brushRef="#br0" timeOffset="7550">8639 2680 27079,'-18'40'-167,"0"0"0,0 6 0,3-2 0,5 5 0,2-3 0</inkml:trace>
  <inkml:trace contextRef="#ctx0" brushRef="#br0" timeOffset="8425">9588 2340 21579,'-22'-42'877,"0"1"1,2 3-1,0 12-753,-2 28-24,-5 20 12,-5 21-78,14-11 0,0 2-662,-1 7 1,2 2 643,1 3 1,2 2-6,3 2 1,3 1-10,2-1 1,5 0-9,4-3 1,5-1-52,3-5 0,6-4 29,5-5 0,4-6 16,3-6 1,3-6 36,0-5 1,0-6-37,30-14 213,-12-15 128,-14-16 69,-16-6-58,-21-3-83,-17 4-90,-18 10-67,-13 13-34,-8 13-34,-2 18-16,3 13-6,8 16-50,12 10-252,14 7-1384,16 4 1675,16-25 0,2-2 0,-1 4 0,12-4 0</inkml:trace>
  <inkml:trace contextRef="#ctx0" brushRef="#br0" timeOffset="8625">10143 2798 27158,'-22'52'-806,"-1"0"0,4-5 1,2-6-1,6 2 1,5-18-1</inkml:trace>
  <inkml:trace contextRef="#ctx0" brushRef="#br0" timeOffset="9233">10822 2433 19664,'0'-7'5208,"0"2"-4959,8-28 1,2-4-93,0 15-12,10-20 1,4 4-107,-3 31 29,30 1-24,-7 19-30,-8 4 0,-1 5 0,-5 3 0,-3 4-482,4 12 1,-4 3 472,-12-11 1,-3 2-6,-2 14 0,-4 2-53,-4-8 0,-3 1-256,-1-2 1,-2 3 0,0-3-812,0 9 0,-1-1 1120,-2 6 0,0-7 0,3-7 0,3-11 0</inkml:trace>
  <inkml:trace contextRef="#ctx0" brushRef="#br0" timeOffset="9401">10912 2884 24435,'26'-54'80,"-1"0"1,3 4-1,6 10-402,4 25 0,3 6-764,-6 0 0,1 2 1086,21 0 0,-5 2 0,-12 1 0,17 1 0</inkml:trace>
  <inkml:trace contextRef="#ctx0" brushRef="#br0" timeOffset="9591">11933 2684 27023,'-12'46'-1980,"-1"-1"0,-1 1 1980,5-15 0,1-1 0,-3 7 0,0-4 0,1-4 0</inkml:trace>
  <inkml:trace contextRef="#ctx0" brushRef="#br0" timeOffset="10217">13362 2349 22229,'-2'-2'2223,"0"0"-525,2 2-1570,-16-27-66,3 20-6,-23-20 6,-3 32-23,-19 4-20,23-2 1,-1 1-270,-3 0 1,1 1 252,1 0 0,1 0 2,4 0 1,3 0 5,-18 10 12,11 2 38,7 2-38,9-5 38,-3 13-21,12-6-18,-3 12 28,9-4 511,3 2-556,2 3 12,1 1-17,0 0 17,1-4-12,0-7 29,-1-9 106,0-9 95,0-6 6,2-5-95,2-7-96,4-8 0,7-11-22,7-2-5,6-1 10,7 5-10,5 6-6,4 8-12,4 6 1,2 11-239,3 9 217,-1 12 4,-5 8-16,-15 4-5,-14 1 5,-18-7-185,-38 19-269,-11-12-517,9-13 0,-2 0-816,2-7 1,1-4 1449,5-2 0,2-3 0,-6 1 0,18-8 0</inkml:trace>
  <inkml:trace contextRef="#ctx0" brushRef="#br0" timeOffset="10408">13470 2802 25012,'-7'58'-710,"0"0"1,-1-1 0,-3-7 709,-11 0 0,7-18 0,5-13 0</inkml:trace>
  <inkml:trace contextRef="#ctx0" brushRef="#br0" timeOffset="11101">14290 2597 23411,'-2'-45'504,"1"0"0,-1 0 0,1-18 1,5 7-253,18-2-107,9 9-78,5 11-33,5 15 171,4 10-180,-11 15 1,1 5-49,17 12-190,-17-1 0,-5 5 208,2 27-12,-14 8-8,-18-26 0,-4 1 13,-5 1 1,-3-1 11,-7 1 0,-3-2 3,-1-1 0,-2-2 19,0-3 1,0-3 196,-19 9-90,8-15 126,10-14-137,8-13 11,8-8 61,6-9 323,8-3-429,5 2-62,9 3 12,8 5-29,10 7-22,12 5 17,15 5-373,-25 5 0,1 2 370,3 1 0,-1 3-11,-1 4 0,-3 3-59,-8 2 1,-4 4 61,1 28-45,-38 11 28,-7-28 0,-6-1-430,-9 2 0,-5-3 250,-3-2 1,-2-2-359,1-4 1,0-2-959,4-5 1,2-2 1523,-18 3 0,24-9 0,17-5 0</inkml:trace>
  <inkml:trace contextRef="#ctx0" brushRef="#br0" timeOffset="11308">15125 2774 25612,'1'59'-1967,"0"1"1,2-7 0,-3-14 0,-4-34 0</inkml:trace>
  <inkml:trace contextRef="#ctx0" brushRef="#br0" timeOffset="11934">15785 2632 20660,'14'-61'1478,"0"1"1,-1-4 0,-1 5-1050,-5 24 0,-1 3-135,0-4 0,0 2 159,2-17-380,-4 25-23,-1 11 6,-3 23 34,-1 15-17,-4 23-51,0-13 1,-2 3-9,-5 19 0,-2 2-671,2-5 1,0-1 659,-1-1 0,1 0 8,4-7 0,2-3-22,4 12 17,11 5 5,1-28 129,23-21-118,-13-17 51,25-23 28,-9-10-45,-14 15 0,0-2 42,2-5 0,-2 0-901,10-16 881,-7 9 1249,-12 20-1265,-8 14-74,-2 1 35,-1 11-23,1 23-11,-1 13-6,2 9 173,-3-15 1,-1 2-286,1 0 1,-2 3-742,0 4 0,-2 4 0,1 0-4046,0 14 1,0-1 3571,-1-1 0,0-5 0,1 0 0,2-41 0</inkml:trace>
  <inkml:trace contextRef="#ctx0" brushRef="#br0" timeOffset="12124">16646 2908 23679,'0'-3'2639,"0"1"-1872,0 2-1120,-8 56-2599,-6-5 2749,3-5 0,0-1 0,-4-2 0,4-17 0</inkml:trace>
  <inkml:trace contextRef="#ctx0" brushRef="#br0" timeOffset="12634">17198 2591 23271,'4'-54'1092,"0"0"0,0 1 0,-1 6-229,-5 6-527,0 9-224,-1 10-90,1 20-11,2 6 17,0 18-11,3 32-20,-3-19 0,0 3-760,-1 17 0,-2 3 432,-1-16 1,-2 1 0,-1-2-258,-2 14 0,-2 2 588,-2 1 0,-3 2 0,3-8 0,-3 9 0,4-15 0,-1 0 0</inkml:trace>
  <inkml:trace contextRef="#ctx0" brushRef="#br0" timeOffset="12875">17774 2976 24542,'-2'-6'2112,"0"1"-1334,2 5-761,8-41-107,0 59-279,3-25-197,-4 59-4350,-6-11 1,-2-1 3669,-1-2 0,-1 14 0,2-43 0</inkml:trace>
  <inkml:trace contextRef="#ctx0" brushRef="#br0" timeOffset="13441">18589 2580 23237,'-4'-3'1495,"1"1"-318,3 2-1037,-12-6 45,9 10 5,-12-3-44,7 11-23,-6-2-17,-3-3 1,-2-2 44,4-7-28,5-7 11,9-21-94,7 5-24,18-28-10,13 9-130,-10 18 0,2 2 110,2 3 0,1 4 5,-1 5 1,0 5-3,22 7 16,-10 18-10,-12 19-1,-12 18 0,-15-21 1,-5 3-35,-6 5 1,-6 1-561,-6 4 1,-5 0 582,-7 0 1,-5-2 21,-3-4 1,-1-4 16,0-5 1,1-5 33,5-8 0,1-4 151,-14 1 17,21-20-11,16-10 134,17-7-252,7 0 1095,13 7-1190,11 6-39,12 11-17,-19 2 0,1 3-507,3 3 0,0 3-821,2 4 1,-2 1 1096,-4 1 1,-4-1 0,8 6-1,-18-9 1</inkml:trace>
  <inkml:trace contextRef="#ctx0" brushRef="#br0" timeOffset="13858">19481 3026 24643,'15'-46'819,"0"-1"1,-3 8 0,-2 7-658,-3 12-123,-4 21-5,-2 23-96,-1 25-417,-3-11 1,-2 3-88,-4 14 1,0-1 0,3-21-1,-1-3 1,-7 31 0</inkml:trace>
  <inkml:trace contextRef="#ctx0" brushRef="#br0" timeOffset="15074">20062 2608 23254,'25'-58'1094,"0"1"0,-3 4 0,-3 9-719,-11 17-240,-3 11-113,-4 13 28,-3 16-10,-4 14-35,0 4 1,-2 5-29,0 1 1,0 2-619,-4 13 1,0 2-299,3-3 1,0-1-457,2-8 1,0-1 1394,2 3 0,1-5 0,2-8 0,1-3 0</inkml:trace>
  <inkml:trace contextRef="#ctx0" brushRef="#br0" timeOffset="15458">20649 2524 21775,'0'-6'3680,"0"0"-3321,0 6 436,0 0-717,-45 13-33,22 21-31,-5-9 0,1 2-14,13 27-6,9 7 1,24-11 16,8-3 28,23-10-39,6-23-241,-9-11 275,10-16 178,-9-22-4,-9-12-122,-23 15 1,-4-3-641,-10 2 0,-4 0 610,-5-21-31,-4 21 0,-3 0 31,-4 4 0,-3 0-31,1 3 0,-1 1-28,-2 1 1,-1 5-43,-10 8 6,10 14-426,-5 35-924,14 11-1742,6-9 0,2 2 2556,3-5 0,2-3 0,2 13 1,0-19-1</inkml:trace>
  <inkml:trace contextRef="#ctx0" brushRef="#br0" timeOffset="15667">21195 2852 27757,'-41'43'-2644,"9"3"2644,6 8 0,4 2 0,1-3 0,9-5 0</inkml:trace>
  <inkml:trace contextRef="#ctx0" brushRef="#br0" timeOffset="16408">22085 2698 21780,'12'-52'1312,"-1"-1"1,-1 7 0,0 5-702,3 5-337,-6 17-184,-3 11 5,-2 15 0,-2 16-5,0 21-60,-3-12 1,-1 3-458,-3 7 0,-1 2 150,-4 5 0,-1 1-986,-1 2 0,0 0 1263,-1 5 0,1-4 0,-1 6 0,4-10 0</inkml:trace>
  <inkml:trace contextRef="#ctx0" brushRef="#br0" timeOffset="16891">22492 2611 24217,'-3'-46'565,"-1"0"1,3 4 0,5 6-431,18 6-85,14 6-5,12 7-39,12 7-6,-27 9 0,0 4 0,0 3 0,0 3-258,-3 5 0,-2 3 241,15 28-45,-18 8-5,-19 3 45,-20-2 10,-13-8 35,-10-8-1,0-10 181,3-12-136,7-8 106,8-11-45,6-5-10,7-8-12,8-3 254,7 0-327,9 2-22,7 3 6,10 6-17,7 3 11,7 8-16,3 9 5,3 11-397,-2 9 364,-9 6 5,-16 2-45,-31 1-56,-27-2 50,3-20 1,-3-2-332,-5-2 1,-1-2-166,-1-3 1,1-2-1053,1-2 0,1-2 1627,-18-4 0,21-1 0,16-2 0</inkml:trace>
  <inkml:trace contextRef="#ctx0" brushRef="#br0" timeOffset="17134">23917 2989 24620,'-8'1'2414,"2"-1"-2038,6 0-309,0 0-358,-16 36-2135,2 4 2426,1-7 0,1 0 0,-1 4 0,6-15 0</inkml:trace>
  <inkml:trace contextRef="#ctx0" brushRef="#br0" timeOffset="18575">24611 2831 22419,'5'-45'724,"0"-1"0,1 1 0,1-18 0,0 6-259,5-3-85,-2 10 20,-2 16-248,-3 15-62,-3 15-50,-1 17 33,-2 19-17,-2 21-34,0-2-2,-1-4 0,0 2-23,1-15 0,1 1-181,-1 14 0,1 0 192,1-14 1,0-3 2,1 22 11,0-18 90,0-14 174,0-15-230,1-34-11,2-6-26,-1 1 1,1-3 8,0 0 0,0-1-350,1-5 0,-2-2 353,1-2 0,-2 0 16,1 2 1,-2 1 166,1 6 1,-1 3-103,-1-13-78,-1 21-73,0 18 44,1 17 1,0 13-28,1 18-96,2 14-199,-1-22 1,1 2-1052,2 4 0,-1 1-3548,1 3 1,0-2 3022,2 20 1,-2-20-1,-3-30 1</inkml:trace>
  <inkml:trace contextRef="#ctx0" brushRef="#br0" timeOffset="18808">25133 2996 27426,'0'44'-1098,"0"1"0,-5 2 1,-5-2 1097,-6-5 0,-2-5 0,-7 14 0,9-21 0</inkml:trace>
  <inkml:trace contextRef="#ctx0" brushRef="#br0" timeOffset="19325">26040 2785 22240,'5'-59'1378,"0"1"0,0 6 0,-1 4-1084,0 14 0,0 3 98,1-11-219,-2 19-122,-1 13-51,0 19 16,2 18-4,0 24-21,-2-15 1,-2 2-617,-2 9 0,-2 3-2,-2 6 0,0 2-1958,-3 4 0,0 0 2585,1-6 0,0-5 0,3-16 0,1-4 0,0 5 0</inkml:trace>
  <inkml:trace contextRef="#ctx0" brushRef="#br0" timeOffset="19934">26899 2527 26570,'-34'-23'44,"0"0"1,-5 2 0,1 9-11,-12 23-419,16-4 1,0-1 389,1 0 1,1-2 27,-26 2 308,15-6-240,16-3 106,14-2-157,8 3-5,4 1-28,6 10 372,1 5-366,4 13 5,-3 7 0,-2 7 16,-5 16-27,-2-18 6,-3 13-23,2-22 33,-1 4-10,2-8-1,1-9 107,4-9-68,-1-7 46,7-9-1,0-7-16,7-9-23,2-4-22,8-6-28,-8 11-6,10-3 0,-9 17 6,9 1-12,14 12-10,3 12 10,1 5 7,4 16-12,-13-1-28,1 12-62,-20 11-84,-26-10-27,-11-4-169,-5-24 1,-4-3-1284,-28 7-1108,20-11 0,-1-2 2761,5-4 0,2-2 0,-7 0 0,20-5 0</inkml:trace>
  <inkml:trace contextRef="#ctx0" brushRef="#br0" timeOffset="20268">27627 3042 25993,'19'-43'558,"0"-1"0,-2 5 0,-3 8-457,-8 18-84,-2 7-6,-1 11-22,-2 29-73,0 14-196,-1-9 0,-2 4-1885,0 3 1,-1 0 2164,-1-2 0,1-3 0,-3 16 0,3-26 0</inkml:trace>
  <inkml:trace contextRef="#ctx0" brushRef="#br0" timeOffset="20791">28477 2823 23568,'2'-59'885,"1"0"0,0 2 1,2 9-276,6 17-362,-3 8-208,-2 9 33,-6 22-45,0 2 28,0 41-56,-3 5-463,1-10 1,-1 2 188,-2 2-1,0 0-798,-1 3 1,0 1 724,1 5 0,1-3 0,-2 6 1,3-10-1</inkml:trace>
  <inkml:trace contextRef="#ctx0" brushRef="#br0" timeOffset="21301">28870 2813 26155,'-8'-38'238,"0"0"0,-5-21-221,10 65 17,-6 20-1,1 10-33,-3 21 0,6-14 0,3 16-5,18 0-74,6 0-76,-3-28 1,4-3 143,24 7 5,-8-15 1,7-10-12,-16-12 56,8-12-22,-17-1 28,-1-23-34,-16 16 34,-13-35-17,-7 16-225,1 10 1,-2 0 207,0 3 0,-1 1 6,-1-1 0,0 0 27,-1 0 1,1 2 23,-11-15 72,12 9 0,3 1-45,4 1-84,-3-18-39,20 30 249,9 3-221,12 7-12,12 3-10,11 12 11,4 9-6,-4 16-11,-13 15-42,-23-19 0,-6 3-54,-6 4 1,-6 1-409,-6 1 0,-5 0-2372,-5 1 0,-2-3 2904,0-5 0,1-3 0,-6 7 0,14-18 0</inkml:trace>
  <inkml:trace contextRef="#ctx0" brushRef="#br0" timeOffset="21834">29726 3300 26870,'30'-49'246,"0"0"0,-3 6 1,-4 11-191,-12 23 70,-5 13-98,-2 14 23,-6 20-102,-13 22-903,1-21 0,-3 3-2474,-6 5 0,-3 1 3007,1-4 0,2-2 1,5-13-1,3-3 0,-2 3 1</inkml:trace>
  <inkml:trace contextRef="#ctx0" brushRef="#br0" timeOffset="22901">30385 2720 23439,'10'-58'1011,"1"1"1,-3 10 0,-1 5-664,2-11-175,-6 29-139,-2 12-29,0 9-5,-2 25 12,-2 13-12,0-5 0,-1 4-1278,-1 5 1,0 0 1221,0-6 0,1 1-291,-2 11 0,1 2-1755,3-2 1,1 0-2815,3-1 1,0-1 3474,0-5 1,2-4-1,4-4 1,-6-22 0</inkml:trace>
  <inkml:trace contextRef="#ctx0" brushRef="#br0" timeOffset="23308">30935 2775 15984,'2'-11'3206,"6"-31"1,1-7-2065,-5 4-912,5-4 0,-3 0 744,-17 5-733,-4 28-112,-16 5-6,-6 26-44,-8 15-51,9 2 2,10-1 1,3 1-19,2 3-15,4 4 0,3 2 20,11 0 0,10 14 22,14-25-6,13-13 7,-5-7 161,21-22 6,-14-10-61,-10 2 0,-2-2 10,5-16 113,0-19-62,-19 27 1,-2-1 44,8-27-23,-5 0-55,-8 29-118,-2 14-56,-1 10 0,0 9 39,-5 24-73,0 9 23,0-5 0,0 2-892,1 2 0,1 1 640,-3 26-1716,1-9 0,1 0-2937,0-15 1,1-1 3977,-1 7 1,0-3 0,-1 0 0,4-31 0</inkml:trace>
  <inkml:trace contextRef="#ctx0" brushRef="#br0" timeOffset="23724">31490 3152 26267,'26'-37'207,"0"-1"0,-1 4 1,-8 16-163,-20 36-62,-6 16-790,-8 13 807,5-17 0,0-2 0,-2 5 0,0-3 0</inkml:trace>
  <inkml:trace contextRef="#ctx0" brushRef="#br0" timeOffset="24969">32110 2685 24161,'19'-29'633,"-3"9"-448,-15 25-23,-1 5-22,0 3-16,-4 3 10,-2-1-16,-3 0-1,-2-3 68,1-3 39,1-6-33,0-4-46,1-7-33,0-6-22,2-8 16,4-5 6,1-5-56,7-3-28,6-1-17,7 4-16,7 6-1,3 9 6,4 8 17,2 8-6,-1 11-33,-2 12 44,-8 16-16,-8 14-468,-14 11 445,-11-28 0,-5 0-483,-6 2 1,-6-2 462,-8 0 1,-5-2 8,-4 0 0,-1-2 14,1-5 0,0-2-61,6-5 0,3-2 187,-14 1 6,23-18-29,20-14 330,18-14-369,14-6-22,14 0-11,9 5-11,8 9-18,0 9-4,2 8-46,-5 10-123,-5 5-302,-3 5-571,-1 1-399,0-2-627,13-7 1535,-18-5-224,16-10 516,-22-6 302,6-11 212,-6-9 986,3-17-648,-16 12 1514,-1-16-1073,-16 23-31,-7-5-473,-9 10-213,-8 10-134,-7 7-95,-4 13-57,2 7-38,4 15 5,8 8-6,8 7-28,14 2-27,9-3-57,10-4 29,7-7 38,0-10 90,4-11 45,-8-14-11,-6-4 78,-6-15 45,-8-3 6,-2-12 16,-6-7-10,-7-12-136,1 18 46,-7-8-62,2 29-39,-5 2-45,-5 11-487,-9 23-135,8-2-2929,-1 26 3579,16-12 0,4-4 0,3-10 0</inkml:trace>
  <inkml:trace contextRef="#ctx0" brushRef="#br0" timeOffset="25141">33213 2887 27382,'-9'49'-422,"-1"1"1,1-1-1,0-5 1,-1 0-1,1-7 1,-12 20-1,6-23 1</inkml:trace>
  <inkml:trace contextRef="#ctx0" brushRef="#br0" timeOffset="26334">5633 4650 18683,'-2'-3'3518,"0"1"-1004,2 2-2077,-11-73-230,23 33-142,-7-9 0,6-1-447,20 20 1,7 6 412,-6 3 0,2 1-12,8 0 1,-1 4-9,10 1 54,4 10-76,-16 14 11,13 20-62,-19 11 42,-18-10 1,-5 1 8,-8 17-1,-8-14 1,-5-1-6,-19 21 37,4-17 0,-2-1 10,4-8 1,-1-3 25,-3 0 0,1-4 28,-5-1 224,1-11 17,12-9-112,1-6 599,7-12-751,9-4 94,5 0-121,12-2-17,9 8-6,12-2-17,22 7-11,-6 11-33,9 10 39,-26 5-34,-3 12 6,-18-1-168,-4 17-230,-13-6-454,-8 4 124,-1-18-2101,-9-3 2868,-5-12 0,10-1 0,-3-5 0</inkml:trace>
  <inkml:trace contextRef="#ctx0" brushRef="#br0" timeOffset="26924">6809 4302 26497,'-43'1'82,"0"1"1,0-1 0,-18 1-1,6 4-31,-4 16-40,17-3 17,10 2-11,22-7 11,2 5 22,8-2-11,4 2-11,1-3 34,9 14-34,-5-13 33,14 22-16,-12-17 11,2 11 34,-8-9 11,-10-2-17,-4-3 0,-3-4-6,-1-5 12,1-4 16,0-4-5,1-3 16,2-2 23,2-2-33,5-3-34,0-3-12,7-2-44,-1 1-6,17-11 12,-1 7-18,15-8-10,-1 9-7,5 7 7,-8 5-1,20 13-22,-18 3-5,11 10-7,-24 2 1,-13 6-78,-16 4-315,-11 3-598,-15-1-1222,-7-4 2252,-7-6 0,21-12 0,4-5 0</inkml:trace>
  <inkml:trace contextRef="#ctx0" brushRef="#br0" timeOffset="27100">6882 4297 23920,'0'0'0</inkml:trace>
  <inkml:trace contextRef="#ctx0" brushRef="#br0" timeOffset="27350">7549 4941 25259,'0'-7'2055,"0"2"-1851,8-24 1,4-4-143,-3 13-57,4-15 1,-1 9-17,-6 37-185,-4 22-840,-13 26-2960,1-20 1,-3 2 3995,-2-2 0,0-2 0,-6 14 0,8-23 0</inkml:trace>
  <inkml:trace contextRef="#ctx0" brushRef="#br0" timeOffset="28051">8219 4691 23355,'-7'-51'870,"0"-1"0,3 4 0,5 4-652,22-6-117,13 8-73,12 9-504,7 11 498,1 11-22,-2 14-22,-7 14 11,-9 16-1,-11 13-72,-11 10-16,-17 6 80,-5-31 0,-3 0 9,-18 25 17,-6-8 33,2-12 56,4-13 207,9-12-140,6-11 122,4-8-111,3-6-16,2-3-28,1-2 182,6 2-272,4 1-5,12 1-23,12 3-22,14 2 11,12 5-539,4 11 522,-1 8-199,-9 10 138,-17 6-23,-18 4-89,-27 2-152,-19 1-263,-17-2-549,-9-3-1226,0-8 2380,-3-9 0,27-8 0,5-5 0</inkml:trace>
  <inkml:trace contextRef="#ctx0" brushRef="#br0" timeOffset="28451">9119 4386 24542,'29'-41'741,"0"1"0,-1 1 1,-5 8-490,-13 19-107,-1 5 34,-10 20 40,-25 42-174,4-5-760,-4 0 0,-2 3 729,7-13 0,2 1-6,-3 7 0,2 1 164,4-6 1,7-2-187,11-4 0,5-4 14,7 6 5,30-11 23,-6-27 28,10-12 6,-5-12 61,-6-13 62,-5-4-34,-4-1-28,-2 2-39,-2 6-28,-4 10 1125,-6 10-1158,-4 19-18,-5 4 1,-2 23-12,-3 3-39,-6 19-216,2-23 0,-1 2-1392,-2 12 1,1 1 988,1-11 0,1-2 0,-2 27 1,6-38-1</inkml:trace>
  <inkml:trace contextRef="#ctx0" brushRef="#br0" timeOffset="28634">9899 4934 27824,'-24'33'-231,"0"0"1,6 3-1,8-2 1,14-2-1,8-1 1</inkml:trace>
  <inkml:trace contextRef="#ctx0" brushRef="#br0" timeOffset="29991">10975 4610 24547,'12'-33'499,"-2"11"-320,-12 36-56,-3 7-27,-3 5 5,-4-1 61,0-3 85,-2-4 44,1-6-28,-1-6-56,-1-5-44,-2-8-35,0-4-16,1-8-22,3-5-17,1-7-12,2-7-21,3-6-35,5 1 6,9 6 1,7 7 10,11 10-22,8 9-34,6 9 18,3 13 16,1 14 0,-4 16-700,-11 11 688,-11-6 4,-20-5 0,-8 2-1,-4-9 1,-4-1-431,-11 17 1,-4 1 449,-4-10 0,-2-3-28,0-2 0,0-4 25,2-5 1,2-4 16,6-6 1,1-5 30,-13 1 11,16-19-17,11-9 615,9-10-648,9-3 918,11 0-952,13 3-34,15 5-5,11 4-42,-22 10 0,1 2-224,3 1 0,1 1-787,0 3 0,0 0-3498,1 2 0,-1 0 4607,23 4 0,-23-2 0,-16-3 0</inkml:trace>
  <inkml:trace contextRef="#ctx0" brushRef="#br0" timeOffset="30200">11566 4536 27314,'-5'-39'361,"0"0"1,-2-21-340,12 70 23,3 16-11,4 21-29,-5-17 1,0 2-333,-1 5 1,-2 2 108,0 3 0,-1 1-976,-2 3 1,-1 1 1193,-2 8 0,0-4 0,-1 7 0,-1-5 0</inkml:trace>
  <inkml:trace contextRef="#ctx0" brushRef="#br0" timeOffset="30434">12144 4895 24228,'-1'-6'1008,"-1"2"466,2 4-1435,26 71-330,-25-26-1719,7 8 1,-4 0 2009,-22 1 0,3-20 0,5-15 0</inkml:trace>
  <inkml:trace contextRef="#ctx0" brushRef="#br0" timeOffset="33074">13685 4661 24486,'-2'-14'375,"0"3"-179,2 11 1367,0 0-1574,2-2 11,-1 2 33,2-3 1,-3 2 61,1 0-78,-1-1-23,0 1 18,0-1 4,1 0 1,0 0 0,-1 0-11,1 0 33,0 1 0,-1 0-56,2 0 17,-1 0 0,1 0 6,-1 1-1,0-1-5,1-1-5,0 1 16,1 0-5,-1-1-1,-1 2-10,0-1 16,1 0-11,0 0 5,0 0-55,-2 1 50,2 0 17,1 0-23,0 0 12,2 0-17,-1 0 5,0 0 23,0 0-17,0 0-11,1 0 5,2 0 6,1 0-11,2 0-6,0 0-5,2-1 22,-3 0-17,-2 1-11,-3-1 22,-2 1 17,-2 0-16,-4 0 5,1 0 0,-4 0-6,2 0 12,0 1-6,0-1-6,1 2 29,0-2-18,2 1-100,1-1 73,5 0 5,2 0 17,6 0-23,-1 0 35,0 0-12,-2 0-23,-4 0 34,-2 0 1,-2 0 10,0 2-11,-4 2 40,-1 3-1,-6 2-44,-3 2 50,-7 0 5,-7 0-16,-7 1 17,-8-2-12,-5 1 34,1-4 34,5-1-6,11-4-12,11-3-32,8-2 4,6-2 7,3 0-62,1 1-12,1 2-5,0 1 11,2 6-33,-1 5 39,1 9 5,-3 8-16,-4 8 11,-3 6-17,-5 3 5,-3-1 6,-2-3-11,2-5 17,3-9 6,5-9 61,4-8 95,3-6-6,1-7-77,4-5-46,3-6-11,6-5-11,3-2-17,3 2 6,2 4-17,3 6-11,2 4 11,7 8-22,7 7 10,6 9-16,1 7-5,-6 5-1,-12 4 6,-14 1-11,-18 1-34,-18 0-235,-20-5-414,-15-4-1032,-5-9-1584,5-8 3338,15-8 0,18-3 0,13-1 0</inkml:trace>
  <inkml:trace contextRef="#ctx0" brushRef="#br0" timeOffset="33300">14360 5001 24228,'0'6'2028,"0"-2"-1272,0-4-717,-24 75-1242,6-30-189,-1 11 0,-3 1 765,-3 0 1,8-20 0,6-16 0</inkml:trace>
  <inkml:trace contextRef="#ctx0" brushRef="#br0" timeOffset="33767">15351 4887 24271,'4'-44'750,"0"1"1,1-1-1,0-14 1,0 9-521,-1 25-154,1 15 3,3 25-28,0 5 33,2 29-44,-6 7-233,-3-17 0,-1 3-143,-5 13 0,0 2-1467,0-7 1,1 0-828,-1-1 1,0-1 2062,4-8 0,0-5 0,1-7 0,0-1 0</inkml:trace>
  <inkml:trace contextRef="#ctx0" brushRef="#br0" timeOffset="33974">15870 5165 24267,'4'-8'1269,"11"-25"0,2-3-866,-7 12-342,6-11 1,-2 3 39,-10 24-84,-3 23-62,-3 13-196,-8 26-389,2-21 0,0 0-1716,-11 26 2346,8-26 0,1-3 0,2-6 0,0 0 0</inkml:trace>
  <inkml:trace contextRef="#ctx0" brushRef="#br0" timeOffset="34517">16711 4855 24272,'-2'-43'431,"-1"0"1,0 0-1,-1-2 1,3 4-315,17-17-55,7 38-40,3 0 337,20 2-354,-14 12 1,1 2-12,2-1 1,2 2-200,7 3 1,-1 3 195,-8 3 1,-4 2 174,15 12-188,-11 15-28,-28 16 27,-14 5-107,-5-22 1,-4 0 132,-4-7 0,-3-2-6,-2 0 0,1-2-2,-15 9 16,-4-1 84,6-14 380,3-3-341,3-9 45,19-12-89,7-1 481,11-14-543,7 5-6,14-7-22,10 6 0,8 7 6,4 4-6,-1 9 0,-3 9-17,-5 9 11,-7 8-16,-13 7-12,-11-5-246,-36 24-476,-11-16-504,6-10 0,-2-1 581,5-9 1,2-3-1,-8 5 1,15-11 0</inkml:trace>
  <inkml:trace contextRef="#ctx0" brushRef="#br0" timeOffset="34791">17607 4916 22783,'8'0'1703,"-2"1"-795,-6-1-264,0 0-555,-40 81-1463,13-31 1374,6-10 0,-3 7 0,3-9 0,0 1 0,0-3 0</inkml:trace>
  <inkml:trace contextRef="#ctx0" brushRef="#br0" timeOffset="35500">18768 5005 21607,'17'-54'567,"-1"0"1,1 0 0,-3 4 0,-1 1 0,-4 5-335,-3 4 0,-4 4-71,-4 3 0,-3 2 74,-10-13 330,-13 18-504,-10 26 33,-11 24-64,20-2 0,0 4-423,-1 5 1,1 4 402,2 3 1,2 2-7,4-1 1,4 1-1,5-1 1,5-2 141,5-3 0,5-2-159,17 19 7,16-15 5,11-17 67,-1-18 282,-2-17-130,-8-13 83,-7-12-33,-9-6-28,-6-2-17,-5 6-34,-5 9 671,-2 15-855,-2 10 5,-1 18 17,-2 14-17,-1 22-22,-4 16-506,4-23 1,0 2 448,-1 6 1,0 1-252,-2 4 0,1 2-689,-2 2 0,0 2 1008,1 3 0,0-3 0,2-23 0,1-4 0,-1 24 0</inkml:trace>
  <inkml:trace contextRef="#ctx0" brushRef="#br0" timeOffset="35701">19399 5058 25264,'4'-6'1390,"0"1"-948,-4 5-117,0 0-600,-12 76-1287,2-28 1217,-3 12 1,1-3 0,1-19 0,0-3 0</inkml:trace>
  <inkml:trace contextRef="#ctx0" brushRef="#br0" timeOffset="36825">20283 4656 25394,'-11'1'459,"4"1"-263,8 2 39,0 1 129,0-2-162,-4-1-130,-1 0 12,-8-1 0,-3 0-5,-6-4 50,-4-3-79,6-2-33,3 0 39,7 2-11,5 1-29,1 0-4,5-2 10,9-6 40,5-2-40,2-1 45,4-2 17,0-5-39,3-2-34,1-2-28,-4 10 6,-5 5-17,3 6 6,-1 4 22,14 9 5,-8 0-21,21 27 10,-25-12-11,15 26-5,-22-9 36,-8-8 0,-5 2-14,-12 22-3,-4-22 0,-2-3 31,-16 7-5,-17 1 21,11-16-27,-12 1 11,16-11 23,6-9 5,18-11-34,6 0 6,9-13 0,11 4-56,14-5 0,16 9 22,13 5-375,-7 8 381,-18 5 0,0 2 23,14 13-32,-16 0 1,-4 3-20,5 19 0,-18 12 6,-23-17-248,-22 6 7,-5-14-684,-20 0-577,14-16-3421,4-18 4945,21-9 0,10 0 0,4 4 0</inkml:trace>
  <inkml:trace contextRef="#ctx0" brushRef="#br0" timeOffset="37241">21239 4604 20414,'3'-5'4352,"-1"0"-3540,-2 5-515,23-62 325,-32 34-569,17-7 0,-5 4 177,-56 27-113,3 20-81,12-1 1,-2 2-383,4 4 0,1 1 362,3 2 1,1 0 163,-11 13-186,13 5-28,34-13 1,21-6-1,33-9 23,-22-15 0,1-5 16,2 0 1,-2-3 5,-3-1 0,-2-3 51,15-14 39,-18-1 50,-15 0 670,-9 3-530,-5 5-61,-3 7-112,0 7-85,-1 6 6,-2 13 17,-1 11-22,-1 18-17,1-2-9,2-9 1,1 3-23,-1 8 0,1 2-471,0 1 1,-1 2 27,0 10 1,-1 0-2359,1-11 1,0-3 2191,1-5 0,-1-4 1,-1 7-1,3-20 0</inkml:trace>
  <inkml:trace contextRef="#ctx0" brushRef="#br0" timeOffset="37434">21761 4914 27589,'-13'62'-307,"0"-1"1,-3 4 0,0-9 0,2-16 0,-3-1 0</inkml:trace>
  <inkml:trace contextRef="#ctx0" brushRef="#br0" timeOffset="38100">22581 4691 23672,'17'-45'610,"0"0"1,0-1 0,5-13-1,-4 9-257,-4 19 31,-9 17-306,-2 22 123,-8 19-101,-7 23-69,2-18 0,-2 2-3,-3 4 0,-1 1-315,-2 1 1,1 0 302,1-1 1,1 0 14,4-4 0,2-1 106,1 21-131,18-17 11,12-17-6,14-17 28,9-17-11,6-15-204,-24 9 1,-1-2 225,-2-1 1,-1-1 677,16-25-571,-8 4-34,-11 10-39,-6 12-45,-7 12-33,-5 11 16,-1 14 407,-1 15-418,-2 13 17,0 11-90,-1 4-251,1 4-415,7 1-1205,6-2-2934,14-6 4485,2-16 1,-6-18-1,-8-12 1</inkml:trace>
  <inkml:trace contextRef="#ctx0" brushRef="#br0" timeOffset="38441">23418 4879 20996,'3'-9'4341,"-1"3"-3929,10-25 0,0-4 97,-7 19-296,10-45-28,-33 76-17,-16 15-90,-8 15-334,20-20 1,2 2 274,3 1 1,2 0 2,-1 25-5,19-5-22,14-11-18,16-10 29,9-13 11,5-10 16,1-14 46,-3-11-12,-12-2 241,3-26-123,-22 11-23,3-21-44,-19 8-34,-8 4 522,-9 8-572,-5 10-23,-3 12-61,-2 9-398,-2 10-9383,-2 13 9047,13-5 0,5 4 0,13-11 0</inkml:trace>
  <inkml:trace contextRef="#ctx0" brushRef="#br0" timeOffset="39042">23808 4620 24692,'42'-30'115,"0"0"1,0 0-1,5 1 1,2 1 0,-3 8-49,2 9 0,-2 6-327,-1-2 0,-1 1 319,-10 3 0,-3 1 25,5 3 409,-3 10-443,-18-2 140,-13 23-134,-6-14 232,-7 21-210,1-8 28,-3 25-83,6-15 10,5 3 1,2 0-17,3 1-15,3 2 1,1 3-351,2-13 1,2 0 341,2 12 1,2 2 5,0-1 0,0 2-12,0 7 1,-3-1-9,-6-12 1,-3-2-20,-1-3 0,-7-4 9,-10-8 1,-6-6-4887,-12-3 1,-3-5 4327,-15 12 0,-4-9 0,44-16 1</inkml:trace>
  <inkml:trace contextRef="#ctx0" brushRef="#br0" timeOffset="41725">2418 6864 24738,'-1'-38'532,"1"0"0,-4-8-425,-6 82-74,-7 25-41,7-21 0,-2 1-930,0 5 1,0 0 556,1 2 0,1 1-784,3-1 0,1 0-2215,3-2 0,2-2 3380,3-8 0,1-3 0,0 8 0,3-22 0</inkml:trace>
  <inkml:trace contextRef="#ctx0" brushRef="#br0" timeOffset="42017">2686 7042 12444,'1'-7'7864,"0"2"-6526,-1 5 163,0 0-1361,-38-35-11,4 52-40,-4-17 1,-1 5 50,3 26 0,2 9-359,-4 0 1,1 2 450,0-1 1,3 0-71,5-3 1,3 0-63,7-6 1,4 0-33,-2 11 95,22-4 10,28-10-128,-2-6-9,11-7 1,5-3-54,-11-6 0,0-3-8,7 3 0,4 0-198,-6-5 1,4-1 0,-2-1-1306,8 0 1,1-1 1527,2-2 0,4 0 0,-6 0 0,-12 0 0,-4 1 0,-1-3 0,-1 1 0</inkml:trace>
  <inkml:trace contextRef="#ctx0" brushRef="#br0" timeOffset="42241">3621 7132 24602,'51'-25'-942,"-1"0"1,1 0 0,-3 2 0,1 2 0,-3 6 941,13 8 0,-6 6 0,10-2 0,-14 4 0</inkml:trace>
  <inkml:trace contextRef="#ctx0" brushRef="#br0" timeOffset="42400">3746 7497 25998,'49'-11'-216,"0"-1"0,0 1 0,-1 0 0,1 0 0,0 0 0,-1 0 0,0 1 216,17-4 0,-1 0 0,-7 2 0,-4 0 0,-4 2 0,-2 1 0,1 1 0</inkml:trace>
  <inkml:trace contextRef="#ctx0" brushRef="#br0" timeOffset="45725">6148 7126 22031,'4'-47'910,"0"0"0,-1 0 0,1-15 0,0 8-327,1 5-249,-4 23-261,0 15-53,-1 22 2,1 17-27,0 25-21,0-17 1,0 3-594,-1 6 1,1 2-116,0 4 0,2 1-3131,0 2 1,2-1 3249,0-6 1,1-4 0,2 13 0,-2-27 0</inkml:trace>
  <inkml:trace contextRef="#ctx0" brushRef="#br0" timeOffset="46051">6706 7039 24732,'-14'-40'556,"0"1"1,1 0 0,2 16-490,4 33 45,-3 17-11,-9 24-85,6-17 1,0 1-326,-1 3 0,1 0 309,3-1 0,2-1-17,8 26 23,34-10-6,-2-23 10,-1-17 0,2-5 24,13-14 33,12-10 67,-7-15 62,-27 6 0,-3-1-45,4-11 96,-7-19-96,-27 21-67,-10-9-34,-16 5-3499,-15 6 2704,15 15 450,-13 9 0,35 9 0,-4 3 0</inkml:trace>
  <inkml:trace contextRef="#ctx0" brushRef="#br0" timeOffset="51841">6190 3449 12869,'-3'0'4307,"0"0"-1276,3 0-2751,-7-9-179,5 6-90,-5-5-28,9 8 73,1 0 134,9 0 45,15 0-78,23-1-121,-15 1 1,4-1-305,8 1 0,2 0 293,6-1 1,2 2-699,5 0 0,1 0 680,-20 0 1,1 1-1,0 0 66,1 0 0,1 0 0,-1 0-3,-1 0 1,1 1 0,-1-1-246,-1 0 0,-1 0 1,0 0 270,19 0 0,-1 0 9,-3-1 1,0 0-438,-2-1 1,1 0 433,1 0 1,1 0-281,3 0 0,1 0 182,-18 0 1,1 0 0,0 0 7,2 0 1,0 0 0,1 1-58,1 0 1,0 0 0,-1 0-6,0 1 1,0 0 0,0 1 2,-3 0 0,1 1 0,-2 0-26,19 2 1,-1 0 175,-6 0 1,-1 1-176,-6-2 1,-1 0 120,-5-1 1,-2-1-109,-4-1 0,-1 0 426,-3-1 1,0-1-348,-1 0 0,0 0-30,4-1 0,0 0-8,3 1 1,2 0 5,3-1 1,1 0 317,1 1 1,0 0-328,-4 0 1,0 0 10,-6 0 0,-3 0 855,18 0-846,-16 0 601,-11-2-493,-6 0 205,-3-2-122,-5 1 725,-4 2-607,-4 1-151,-1 0-6507,-1 6 6355,0-1 0,0 3 0,0-4 1</inkml:trace>
  <inkml:trace contextRef="#ctx0" brushRef="#br0" timeOffset="53558">9466 3524 17115,'-49'0'2033,"11"-1"-1663,36 1-247,1 0-89,5 1 61,3 0 0,7 1 56,11 2-39,1 0-28,11 0-56,-10-2 17,10 0 39,-1 0-11,13 0-11,6-1 66,-19-1 1,0 0 84,14 0-103,-15 0 0,0 0 110,11 0-109,-10-1 1,2 0 83,24 0-1066,-24 0 0,-2 0 1073,11 0-181,11 1 4,2 0-13,3 0-150,-27 0 1,-1 1 161,19 0-15,-3 0-7,-14 0-4,3 0-126,-9-1 1900,18 0-1902,-5 0 7,12 0-11,-17 0 19,13 0-10,8 0-2,-9 0-84,-13 0 0,1 0 217,17 0 2,-19 0 1,1 0-32,1 0 1,2 0-1454,12 0 0,-1 0 1453,-15 0 1,0 0-6,26 1 0,-1 1-615,-23-1 1,-3 1 616,8 0 1,0 1-12,-6-1 1,0 0 16,-1 0 1,0 0 13,23 1 6,-12-1 0,-1 0 23,12-1-123,-14 0 0,0 0 105,16 0-16,-12 1 0,2-1 11,-15 0 0,1 0 0,15 1 0,0-1-3,-10 1 0,-2 0 6,0-1 0,-3 0 2524,20 1-2524,-16-2 0,-3 0 2,3 0-2,5 0 0,3 0-3,10-2 88,-14 1 1,0 0-95,14-1-250,-14 1 0,0 0 267,16 1-11,-18-1 0,1 1 496,18-1-496,-8 1 6,-16-2-6,17-1-11,-13 0 8,-10 0 0,2 0 3,29-3-201,-29 4 0,0-1 195,2 0 1,-1 1-1,-1 0 0,0 0 1369,29 0-1369,-10 0 6,-7 2 640,-10-1-640,-3-1 161,-4 0-150,3-2 525,3 0-508,5 1-33,5 0 16,4 1-5,1 0-1,-11 1 165,12-3-165,-22 0 18,10-1-18,-14-2-5,-3 2-5,-1 0-1,4 1 12,0 1-6,1 0-6,-3 2 28,-5-1 12,-7 0 28,-3 1-12,-5-1-16,0 0 5,0 1 0,0-1 17,1 1 11,1-1 40,1 0 89,1 0 72,-1 0 24,-1 0-34,-2 0-56,-1 0-62,-1 0-56,2 1-17,1-1 22,2 1-5,2-1 6,0 0-12,-1 1 6,-2 0 28,-2 1-1764,-2 0 1652,0 1 0,0 0 0</inkml:trace>
  <inkml:trace contextRef="#ctx0" brushRef="#br0" timeOffset="55751">14915 3500 7078,'-5'0'2638,"1"-1"3994,4 1-5798,-28 2-308,21-1-167,-20 1-130,27-1-27,0-1 292,2 1 194,3 0-156,8 1-134,7-1-101,11 1-62,10 0-11,14-1-121,-22 0 1,2 0-427,6-1 1,1 1 392,6 0 0,3-1-607,4-1 0,3 0 570,3-1 1,2 0-16,-19 0 1,1 0 0,-1 0 3,1 0 1,0-1 0,0 1 8,1-1 1,-1 1 0,0-1-437,1 1 0,-1-1 1,0 1 420,1-1 1,1 1 0,-1 0 0,2 0 0,-1 0 0,1 0-2,1 1 0,1-1 0,-1 1-4,2 0 0,-1 1 0,1-1-2,-1 1 1,1 0-1,-1 0 0,0 0 1,0 0-1,-1 0 4,0 1 0,0-1 0,-1 0-4,-1 0 1,0 1-1,-1-1-311,-1 0 1,0 0-1,0 0 319,18 0 0,-1 0-6,-2-1 0,0-1-8,-4 0 0,1 0-135,-1-1 1,0-1 142,-1 1 1,0 1-1,-1-1 0,0 1-6,-1-1 1,-1 1 174,-2 0 0,0 0-175,-3-1 1,-1 1 8,-4 0 0,0 0-6,-3 0 1,-1 1 467,-4-1 0,-1 0-454,29-3 1,-6-1-1,-4 0 12,-5-1 1111,-5 1-1072,-9 0 1105,-8 0-1010,-9 2 821,-6 2-765,-7 1-2552,-2 1 0,-1 0 0</inkml:trace>
  <inkml:trace contextRef="#ctx0" brushRef="#br0" timeOffset="56384">18513 3482 10007,'-49'-1'2259,"0"0"0,6 1 0,7-1-573,9 0-347,15-1-583,7 0-325,10-1-84,6-3-55,11-1-29,12 1-27,13-1-12,12 1-140,-23 2 0,2 0-832,6 1 0,2 0 787,7-1 0,2 1-22,-13 1 0,0 1 0,1 0-3,4 0 1,2 0 0,0 0-2,2 0 0,2 1 1,0-1-14,1 1 0,1-1 0,0 1-526,0-1 1,0 1-1,0-1 537,0 0 0,-1-1 1,1 1-1,-2-1 0,0 0 0,-1 0 4,0-1 0,0 0 0,-1-1-354,-1 1 1,-1-1-1,-1 0 342,-1-1 1,0 0 0,-2 0 7,19-2 1,-3-1-209,-4 0 1,-3 0 221,-5 1 1,-3-1-7,-5 2 1,-2 0 8,-4 0 0,-3 1 1064,23-2-1019,-13 3 1553,-14 1-1402,-13 3 1362,-9-1-1518,-5 1 494,-1 0-1374,-3 0 816,-6 3 0,4-2 1,-4 2-1</inkml:trace>
  <inkml:trace contextRef="#ctx0" brushRef="#br0" timeOffset="63159">8010 1915 20500,'-7'0'3439,"2"0"2471,5 0-5178,-65 6 187,44-4-560,-15 2 0,4-1 180,25-2-529,4 0-10,1-1 0,1 0 0,-3 1 0,1 0 0,-2 1 0,4-2 0,0 0 0,7 3 0,4 1 0,2 0 0,7 2 0,0-3-85,9 1-643,10-2-94,9-2 884,-11-2 0,2-2 924,16-1-724,-11-1 1,0 0-263,18-5 0,-23 5 0,2 1 0,-2-1 0,0 1 0,-1 1 0,1 0 0,0 0 0,1 1 0,0-1 0,1 0 0,2 0 0,0 0 0,1-1 0,0 0 0,1 0 0,1 0 0,11-3 0,-2 1 0,-16 1 0,0 1 0,16-2 0,-1 0 0,-17 3 0,0 0 0,9-1 0,2 0 0,-1 0 0,2-1 0,12 0 0,1 0 0,-6-1 0,-1 1 0,-2 0 0,1 0 0,0 0 0,-1-1 0,-5 1 0,0-1 0,-6 2 0,1-1 0,3-1 0,12 0 0,2-1 0,0 0 0,-5 1 0,-1 0 0,1 0 0,-2 1 0,1-1 0,-1 1 0,1 0 0,0 0 0,-2 0 0,-7 1 0,-2 1 0,3-1 0,10-1 0,3 0 0,0 0 0,-1 1 0,0-1 0,3 1 0,-7 0 0,3 0 0,-1 0 0,-3 0 0,-2 1 0,-2 0 0,2 0 0,0 0 0,4-1 0,0 1 0,-5 1 0,-1-1 0,-3 1 0,1 0 0,13-1 0,3 0 0,-1 0 0,0 0 0,-1 0 0,3 0 0,-8 1 0,2-1 0,0 1 0,-2 0 0,-5 0 0,-2 1 0,0-1 0,-1 0 0,14 0 0,-1 0 0,0 0 0,-3 0 0,-1 1 0,1-1 0,3 0 0,0 0 0,1 0 0,-14 1 0,0 1 0,1-1 0,1 0 0,5-1 0,2 1 0,0-1 0,-2 1 0,9 0 0,-3-1 0,-2 1-34,-10 0 1,-3 1 0,3-1-140,7 0 0,3 0 0,0 0-80,3 1 1,0 0 0,1 0 20,-14 0 0,1 0 0,0 1 0,1-1-214,7 0 0,1 1 0,0-1 0,-5 1 37,-3 0 1,-4 0 0,2 0-7,8 0 0,2 0 0,-2 0 155,-10 0 1,-2 0 0,1 0-123,12 0 1,2 0 0,0 0 4,-2 0 1,0 1-1,2-1 103,-6 0 1,3 0 0,-1 0 0,0 0 88,-7 0 0,0 0 0,0 0 0,1 0 84,8 1 1,3-1-1,-2-1 1,-3 1-42,-3 0 0,-3 0 0,2 0-92,11 0 1,3 0 0,-2 0 19,-11 0 1,-1 0-1,4 0 66,3 1 0,4 0 0,2 0 0,-3 0-4,-8 0 0,-2 0 0,1 0 1,0 0 25,7 0 1,2 1 0,-1 0 0,-4 0-83,-6 0 0,-4-1 0,2 1 31,6 0 0,2 0 1,0 0-223,0-1 0,0 0 0,-1 1 337,-9-1 0,-1 0 0,4 0 64,7 0 1,6 0 0,1 1 0,-6-1-108,-6-1 0,-3 1 0,0 0 107,11 0 0,1 0 0,0 1 56,-4-1 1,0 0 0,0 1-52,1 0 1,1 1 0,-1-1 3,2 0 0,0 0 0,2 1 128,-12-1 1,2 1 0,-1-1-1,-2 0-149,4 1 1,-2 0 0,-3-1 9,9 2 0,-1-1 8,8 1 1,-1 0 653,-14-1 0,2-1-655,0 0 1,3-1 0,0 1 1,-7-1 0,-1 1 1,1-1 369,8 0 1,1 1-1,-1 0-377,-6-1 0,-2 1 0,0 0-2,2 1 0,0-1 0,-1 0 3,1 1 1,0 0 0,0 0-1,-1 0 1,0 0 0,0 0-67,-2-1 0,-1 1 0,0 0 52,17 1 0,-1-1 201,-4 0 1,-2 0-194,-14-1 0,0 1 35,5-1 0,-1-1-24,-7 1 1,2-1 42,22 2 1,4-1 0,-7 0 0,2 0-390,-12 0 1,2 0-1,-4 0 390,3 1 0,0-1-26,-3 1 1,3 0-1,-3 0 252,1 2 0,-1-1-61,-4 0 0,2 0 0,-2 0 101,2 1 1,-4 0 295,-3 0 1,-3-1-68,23 4-24,-9-2 328,-6-1-459,-2-1 3086,0-1-3293,-2 0 1003,-4 0-975,-11 0-98,-2 0-11,-14-2 373,1 1 391,-7-1-910,-1-1 819,10 0-26,3 0-18,15 0 88,5 0-670,4 0-151,-6 0 0,7 0 0,-19 0 0,3 0 0,-15 0 0,-5 0 0,-1 0 0,4 0 0,5 1 0,8 1 0,3 1 0,3 0 0,-3 0 0,-7-2 0,-7 1 0,-5-2 0,-2 0-1462,-5 7 1417,-2 1 0,0 0 1,2-2-1</inkml:trace>
  <inkml:trace contextRef="#ctx0" brushRef="#br0" timeOffset="65934">8496 1826 9526,'24'-50'1907,"0"0"1,-3 6 0,-5 10-1397,-12 26 121,-3 9 180,-1 10-128,-3 11-96,-4 13-106,-8 16-309,5-18 1,-2 3-510,-4 10 1,-2 3 417,3-10 0,0 2 1,-2 1-627,-4 6 0,0 3 0,-2 1 629,3-10 1,0 2-1,-1 0 1,-1 0-493,-1 4 0,-1 0 1,0 0-1,-1 0 471,-1 1 1,1 0-1,-1-1 1,-1 1-33,2-3 0,-1 0 0,1 0 1,-1-1-242,-5 10 1,1 0-1,0-2 211,4-5 0,0-2 0,2-1-66,3-6 1,1-1-1,2-1-552,-4 9 0,2-2 616,6-8 0,1-3 0,1 1 0,6-12 0</inkml:trace>
  <inkml:trace contextRef="#ctx0" brushRef="#br0" timeOffset="66874">10042 1586 8192,'3'-8'5310,"0"2"-4391,-3 6 1411,0 0-824,-26 76-1159,10-35 1,-2 2-789,3-2 1,-1 4-1,-1 1 573,-5 8 1,-2 2 0,0 1-651,2-3 1,-1-1 0,-1 4 606,1-6 1,0 3 0,-3 2 0,0 1 22,0-4 0,-1 3 0,-1 0 0,0-1 0,1-1-64,3-8 0,0-1 0,0-1 0,-1 0 0,1 1-447,-4 3 0,0 3 1,0-2-1,0-1 1,3-4 409,-4 4 0,2-5 0,1 0-24,-1 2 0,1 0 0,2-2-1320,-1 10 1,2-2-3584,4-5 1,1-1 4329,5-7 0,3-6 1,7-8-1,3-18 1</inkml:trace>
  <inkml:trace contextRef="#ctx0" brushRef="#br0" timeOffset="67434">11493 1989 9687,'19'-50'1492,"0"1"0,0-1 0,2-5 0,0-1 0,-4 9-853,-4 14 0,-3 2-169,3-5 0,-1 3 370,-4 7-773,-5 15 265,-3 19-141,-1 7 80,-7 21 1,-3 9-169,-3 3 1,-1 5-910,-2 2 1,-2 5 0,-1 1 817,2-12 1,0 2 0,0-1-1,0 0-5,-3 6 1,0 0 0,-2 4 3,2-8 0,-2 6 0,-1 1 1,0-1-1,1-5-529,1-3 1,2-4-1,-1 0 1,-1 3 517,-1 3 0,-2 3 0,0 1 0,0-1 0,0-4-16,1-2 1,1-2-1,0-2 1,0 0-55,-7 10 1,1-1 0,1-3-25,7-12 1,1-3 0,-1 1-1160,-3 9 1,-1 2-1,4-7-1339,6-10 1,1-3 2591,-8 19 0,4-5 0,10-22 0,2-3 0</inkml:trace>
  <inkml:trace contextRef="#ctx0" brushRef="#br0" timeOffset="67967">13252 1908 8536,'23'-49'1015,"1"0"0,0 0 1,-1 0-1,-2 4 1,0 1-1,0 2 1,-1 0-356,3-5 1,0 1 0,-2 2 187,2-6 1,-2 5-219,-6 12 0,-3 4 243,1-3-772,-9 22 196,-8 27-39,-10 28-146,1-4 0,-3 5-741,2-5 1,-1 4 0,-1 2 652,-3 10 1,-2 3-1,0 3-15,3-10 1,0 3 0,-1 0 0,0 2-511,3-8 0,0 1 1,0 1-1,-1 0 0,0 0 505,0 3 1,0 0-1,-1 0 1,0 0 0,1 0-345,-1 1 0,0-1 0,1 0 0,-1 0 0,0 0 338,1-3 1,-1-1 0,1 1 0,-1-2 0,0 0-185,-3 9 1,0-2-1,0 0 1,0-2 129,1-5 0,1 0 0,0-1 0,0-1-260,-4 9 0,0 0 1,2-2-830,2-6 1,0 0-1,2-2 1145,3-3 0,0-1 0,2-5 0,1-3 0,1-4 0,-2 16 0</inkml:trace>
  <inkml:trace contextRef="#ctx0" brushRef="#br0" timeOffset="68517">15064 1768 10929,'18'-58'1138,"0"-1"0,0 1 0,-3 7 1,0 0-1,-1 2-591,-2 4 0,-1 2 1,-1 2 185,0-5 1,-2 5 257,-1-12-311,-5 25-630,-2 22 320,-5 23-44,-5 28-214,-1-5 0,-2 6-802,0-4 0,0 4 0,-1 3 705,0-4 1,0 2-1,-1 2 1,-1 2-10,2-5 1,-1 2 0,-1 1-1,0 1 1,-1 1-496,-1 4 0,-1 1 0,-1 2 0,0-1 0,0 1 494,2-7 1,-1 0-1,1 0 1,-1 0 0,-1 1-1,1-1-300,-1 2 1,-1-1 0,0 0-1,0 1 1,0-1 0,0 0 280,-1-2 0,0 1 0,0-1 0,0 0 0,0 0 0,0-1-50,-4 8 0,0-1 0,-1 0 0,1-1 0,1 0-178,0-5 0,2 0 0,-1-1 0,1-1 0,0 0-1560,-3 6 1,0-1-1,2-2 1,1-1 1801,-2 3 0,2-2 0,2-4 0,1-1 0,4-8 0,-1 1 0</inkml:trace>
  <inkml:trace contextRef="#ctx0" brushRef="#br0" timeOffset="69001">16025 2224 8581,'16'-49'1161,"0"0"0,1 0 0,-1 0 0,0 3 0,0 0 0,1 0 0,-1 1-456,6-15 1,0 1 0,0 3-707,-4 9 0,0 2 0,-1 3 488,3-7 1,-2 5 77,5-11 369,-13 29-844,-7 27 475,-11 26-467,0 2 0,0 4-34,-6 16 1,-2 6-755,3-8 1,0 4 0,-2 2 701,2-7 1,0 2 0,-2 2 0,1 0-430,-3 7 0,-1 2 0,0 1 0,-2 0 422,3-8 1,0 1 0,-1 0-1,-1 1 1,1-1-339,-2 2 0,0 0 0,-1 1 0,0-1 0,0-1 331,0-1 1,0 0 0,0-1 0,-1-1 0,1 0-22,-3 8 1,0 0 0,0-2-1,1-1-269,2-6 1,1-1 0,1 0 0,2-2-296,-3 9 1,2-1 0,2-2 586,3-2 0,2-1 0,1-6 0,2-3 0,2-5 0,-1 21 0</inkml:trace>
  <inkml:trace contextRef="#ctx0" brushRef="#br0" timeOffset="69500">17628 1807 13503,'18'-46'1235,"-1"-1"0,1 0 1,4-12-1,-2 2-205,-3 7 1,-2 5-303,0-2 215,-9 19-837,-5 30 96,-9 43-144,0-11 1,-1 6-967,-2 1 0,-2 6 1,-1 3-1,-1-2 923,-1 1 1,0-1-1,-2 2 1,-1 1 1,-1 2 1,-1 3 0,-2 2 0,0-2 0,1-4-290,0 0 1,0-4 0,0 1 0,-3 1 283,0-1 0,-1 3 1,-2 0-1,0-1 0,0-2-5,-1 1 0,1-3 0,-1 0 0,-2 4-3,-1 0 1,-2 4 0,-1 0-1,0 0 1,2-3-33,0 0 0,1-2 0,1-1 0,0 1-121,0 0 1,-1 1 0,2-3-1,4-3-336,-3 7 1,4-4 484,1 3 0,6-6 0,5-13 0,0 4 0</inkml:trace>
  <inkml:trace contextRef="#ctx0" brushRef="#br0" timeOffset="70034">19056 1799 13917,'22'-58'1300,"-1"-1"1,0 1-1,-2 7 1,-1 1 0,-2 4-652,-1 0 1,-2 6-239,2-11-181,-8 26 177,-5 23-329,-3 10 197,-11 51-236,3-22 0,-3 3-1034,-1 4 0,-2 4 0,0-1 1006,-5 10 0,-2 4 3,5-18 1,-2 5 0,-1 2-1,-1 1 1,2-4 4,-3 5 1,2-3 0,-1 1 0,-2 4-15,2-6 1,-1 3-1,-1 2 1,0 1 0,0-1-1,0-2-10,-2 5 1,0-1-1,0-1 1,1-1 0,-2 1-20,2-2 1,-2 1-1,1-1 1,0-1-1,1 0-82,0-2 1,0-1 0,1 0 0,-1-1 0,2 0-223,-4 6 0,1-1 0,1 0 1,1-2-1944,-4 10 1,3-2 0,1-2 2270,6-12 0,1-1 0,2-5 0,2-1 0,2-6 0,2 0 0</inkml:trace>
  <inkml:trace contextRef="#ctx0" brushRef="#br0" timeOffset="70524">20366 2272 10430,'25'-47'1071,"-1"-1"1,0 1 0,0-1 0,1 1 0,2-7 0,0 0 0,-1 2-1,-1 2-1085,0-1 1,-2 2 0,-2 3 522,5-11 1,-3 4-110,-6 14 1,-3 3 1160,5-9-1287,-10 23 392,-6 16-442,-2 18 84,-1 19-207,-3-1 0,-2 4-495,-4 17 1,-2 5 409,-1-8 1,-2 3 0,-1 2-186,1-6 0,-2 2 0,0 1 0,-2 0 169,-2 7 0,-1 0 0,-2 2 0,0-1-463,3-8 0,-1 0 1,0 1-1,-1-1 1,0 1 348,-1 0 1,0 0 0,-1 0 0,0 0 0,0 0-240,0-2 0,0 1 0,0-2 0,1 1 1,0-2-1616,-3 9 1,-1-2 0,2 0 0,2-3 1967,-3 6 0,2-3 0,3-4 0,0-2 0,4-6 0,4 0 0</inkml:trace>
  <inkml:trace contextRef="#ctx0" brushRef="#br0" timeOffset="177876">6025 3333 13353,'0'-7'6144,"0"1"-5361,-8-25 1,-3-5 108,0 10-620,-1-13 0,0 2 87,2 23-322,3 6-124,5 4-8,0 4 221,3 10 115,3 5-96,3 30 85,0 4 6,-1 4-91,-2 10 281,-1-13 37,4 10-224,11-2-204,4-18-99,2-8 71,10-14 335,-1-12 195,27-1-97,-16-6-114,-1-3 1,-2-1 316,-2-1-216,-1-1 1,2 0 604,17-2-731,-19 4 1,3 0 154,14-1 1,3 1-1200,-7 1 1,1 0 1114,-1-1 1,0 2-53,-2-1 0,-2 1-172,-10 0 0,1 1 32,8-1 0,2 0-91,6 2 0,1-1 5,-8 1 0,0 0-153,9 2 0,-2 0-166,-18 0 1,0 0-16,10 3 1,3 0-22,5 2 1,1 0 8,5 0 1,3 0-231,-14-1 1,2 0 0,-2-1 445,-3-1 0,-1 0 0,-2 0-15,11 0 0,-1 1 1,-9-3 1,1 0-1,0 0-14,11 0 1,2 0 40,1-1 0,5 0 1,-1 0 17,-7 0 1,-1-1-1,1 0-442,-7 0 1,3 0 0,-2 0 0,-3 0 444,-3 0 0,-3 0 0,2-1-6,8 0 0,3 0 0,-3 0 208,-7 1 1,-2 0-1,4 0-139,3 1 0,4-1 0,1 0 1,-2 1 12,9-1 1,-2 1 0,2 0-236,-10 1 1,2 0 0,0 0 0,-3 0 205,8 0 0,-3 1 0,-2 0 10,10 1 0,0 0-48,-13 0 1,2-1 0,-3 1-33,11 0 0,0-1 445,-11 1 1,2-1 0,1 1-489,7-1 1,2 1-1,-2 1 6,-7-2 1,-2 1 0,0 1-39,-2-2 0,-1 1 1,0 0 42,-2 1 1,0-1 0,-2 0-72,11 1 0,2-1 39,-2 0 0,5 0 0,-2 0 49,-7-1 0,-2 0 1,2-1 5,7 1 1,1 0 0,-3-1-15,0 0 1,-1-1 18,-10 1 1,2-1-1,0 1-28,2-1 1,0 0-1,0 0 6,2-1 1,1 1 0,0-1 121,8 0 1,0 1 0,-1-1-90,-8-1 0,-2 1 1,-2-1-16,11 0 0,-1 0 12,-10 1 0,1-1 0,0 0-4,3 1 0,1-1 1,0 0-51,2 0 1,0 0 0,2 0 40,7 0 0,2-1 1,-2 1-332,-8 1 1,-2 0 0,-1-1 307,11 1 1,-1 0 13,-12 0 0,2 1 0,-2-1 28,10 1 1,1 0-22,-3 0 0,3 0 0,-2 0-55,-10 0 1,-2 0-1,1 0 87,4 0 0,0 0 0,-1 0-61,9 0 0,-4 0-4,-12 0 1,0 0 6,7 0 0,1 0 5,2-1 1,1 0 0,4 0 0,-1 0-3,-1 0 0,0 0 26,-10 0 1,2 0-1,-4 0-22,-8 0 0,0 1 21,7-1 1,6 0 0,-3 0-21,7 1 0,-1-1 0,1 1 0,0-1-2,4 1 1,-2-1 12,-11 0 1,-4 0-180,22-1 179,-23 1 0,1-1 0,4 0 1,2 0-9,3-1 0,3 1 5,10 0 1,1 0-1,-6 1 0,-2-1-1,-11 1 0,1 0-60,9-1 0,1 1 54,-1 0 0,2-1 6,1 1 1,0 0-11,-4 0 1,0 0-1,8 0 1,-2 0 181,-14 0 0,-1 0 171,8 0 1,2 0-131,-10 0 0,2 0 0,-2 0 121,5 0 0,1 1-95,-2-1 0,2-1 0,-1 1 108,14 1 1,-3-1 2,3 0 0,-2 0-6,-13 1 1,0-1-241,-1 1 0,4 0 0,-4 0-159,4 0 1,0 0 68,-4 0 1,4 0-1,-2 0-18,8 0 1,-2 0 1,0 0 1,-2 0 7,-2-1 0,0-1-41,-1 1 0,1-1-42,1-1 0,0 0 56,3-1 0,0 1-10,3 0 1,1 1-8,2-1 1,-2 1 0,-12 1 0,0-1 5,-2 2 0,2-1 0,-2 1-48,1 0 1,0 0 69,-2 0 1,2 0 0,-2 1 3,8 1 1,-2-1 271,-2 1 0,-1 0-275,-2 1 1,-1-1 1028,-3 0 0,0 0-1067,-3 0 1,0 0 46,-3 0 0,0 0 570,27 2-613,-9-1 11,-11 1 1110,-14-2-1105,-12 1 774,-10-3-771,-4 1 481,-2-1-401,2 0 78,4-1-97,6-1 16,4-2-15,4-1 23,0 0 59,-1-1-4,-2 1-76,-2-3 5,-1-2-32,1-4-39,1-5 7,1-5 4,0-2-27,0 0 12,-5 5 62,8-9-76,-4 8 42,8-10 44,-3 6 21,-3 2 218,-2 3-10,-5 5-2,-4 3-34,-3 4-20,-1 3-60,-3 3-51,2 1 99,-2 0-299,2 0 60,-1-2-6,0 0 1,1 0 173,-2 2 100,1-1-124,-1 2-224,0 6 68,-1 2 110,-2 9 29,-2 4 74,-4 9-55,-3 6 5,-3 5 59,-2 2 218,0-3 35,3-7-148,3-7 54,1-8-14,-1-6 168,-2-4 244,-6-3 259,-6-1-136,-6-2-807,-4 1 0,-1 1 0,-2 0 0,-2-1 0,-3-1 0,-6 0 0,-8-1-803,23-1 1,-1 0 356,-4 0 0,0 0 218,-4 0 1,0-1 212,0 1 0,0 0 6,2 1 0,0 0-2,2 0 1,1 1 7,1 0 0,0 1-197,1-1 1,-1 0 201,0 1 0,-1-1 15,-1 0 0,-1-1-7,-4-1 0,-1 0-2,-5-1 0,-2 0-578,-4-2 0,-2 0 556,16 2 0,0-1 0,-1 0 0,-1 1 1,-1-1-1,0 0 4,-1 1 0,0 0 0,0 0 8,-1 0 1,0 1 0,0 0 10,0-1 0,0 1 0,0 0 10,-1 1 1,0 0-1,0 0-429,-1 0 0,0 0 0,0 1 423,-1 0 0,0 0 1,0 0 15,0 0 1,0 1-1,0 0 10,0 0 1,-1 0 0,1 0-16,-2 0 0,1 1 0,-1-1-23,0 0 1,-1 0 0,-1 0 17,0 0 1,-1 0-1,0 0-323,-1 0 1,1-1-1,0 1 318,-1-1 1,1 1 0,0-1-1,0 0 1,1 1 0,1-1 0,0 0 1,0 0 0,0 0-2,1-1 0,0 1 1,0 0-218,2 0 1,0 0 0,1-1 229,0 1 1,2 0 0,-1-1-24,3 1 1,0-1 0,0 1 88,2-1 1,0 0 0,0 0-270,-19 1 0,0-1 0,2 0 1,0 0 189,1 0 0,0 0-155,2 0 1,1-1-26,1 1 0,1 0 2,1 0 1,1 0-5,2 0 0,-1 0 412,3 1 0,-1 1-207,2 0 1,0 0 31,2 0 1,0 1-33,1 0 0,1 0 6,1-1 0,0 1 527,1-1 1,0 0-523,0 1 0,0-1 36,-1 1 0,1-1-8,-2 1 1,1-1-14,-2 1 0,0-1-23,0 1 1,-1 0-5,-1 0 1,0 0 2,-1 0 0,0 0-1,-1-1 0,-1 0 39,-1 0 1,-1 0-20,-1 0 0,-1 1-19,-2 0 1,-1 0 3,-1 1-1,-1 0-1,-3 0 1,-1 1-17,19-2 1,0 0 0,-1 0-155,-1 1 1,-1-1 0,0 0 218,-1 0 0,-1 0 1,0-1-27,0 1 0,-2 0 0,1-1-5,-1-1 0,-1 1 0,0-1-3,0 0 0,0 0 0,-1 0-6,0-1 0,0 0 0,-1 1 1,-1-1 1,1 0-1,-1 1-427,-1-1 0,0 1 0,-1 0 431,-1 0 0,0 0 1,-1 0-31,-1 1 1,0 1 0,-1-1 3,-2 1 0,0 0 1,0-1-2,14 1 0,1-1 1,-1 1-1,0 0-1,0-1 1,-1 1 0,1-1 0,0 1 13,-16 1 1,1-1 0,0 1 0,1-1 1,0 1 0,1-1 30,1 1 1,0 0-1,1-1-27,1 0 1,2 0 0,-1 0-7,2-1 1,1 0-1,-1 0-12,3 0 0,0-1 0,0 0-214,1 0 0,0 0 0,1-1 211,0 1 1,0-1-1,0 0 8,1 0 1,0 0 0,0 0 25,1 0 0,0-1 0,0 1-43,1 0 0,1 0 1,0 0 3,0 0 1,1 0-1,1 0 3,1-1 1,0 1 0,1 1 19,-19-1 1,1 1 567,4-1 0,-1 1-496,-7 0 0,2 1-58,20-1 1,2-1 17,-14 1 0,3 0 55,-11-1-78,24 1 0,-1-1 65,3 0 0,-1 0-11,-6 0 1,1-1-13,-16 0-62,18 1 0,1-1 23,-10-1 21,-11-1 1037,7 1-1113,8 0 0,7-1 0,16 2 0,3-1 0,11 1 0,0 0 0,-2-1 0,-1-1 0,2 0 0,-4-3 0,3 2 0,-4-2 0,-2 1 0,-5 1 0,6 1 0,-11 1 0,7 2 0,-10-1 0,-1 1 0,-10 0 0,14 0 0,-10-2 0,15-1 0,-16-2 0,2-2 0,-14 0 0,4 1 0,6 2 0,-8 0 0,8 2 0,-22 0 0,15 1 0,-1 1 0,3 0 0,0 1 0,-1 0 0,0-1 0,4 1 0,3-1 0,-22 1 0,24-1 0,-1 0 0,-3-3 0,0 0 0,6 0 0,2-1 0,-30-6 0,31 3 0,0 0 0,-23-6 0,12 3 0,-1 0 0,8 1 0,2-1 0,-5 0 0,4-2 0,-9-7 0,17 5 0,5-5 0,9 2 0,1-3 0,0-3-85,3 2-1081,2 4-4067,-2-3 4211,-3 1 40,0 1 407,-2-1 564,5 7 81,2 3 4088,2-2-4241,1-1 280,1-1 198,3-4 525,2 5-3562,1 3 4139,2-1 482,0 2 141,-1 1-1657,2-2-463,-4 6 0,-1-1 0,1 4 0,1 3 0,8 11 0,1 6 0,3 14 0,-5 1-1697,-4-5-196,-1 7 418,-2 0-164,2-1 1574,1-3 369,6-3-161,2-10-33,12 7-47,8-7 410,13-3-146,-18-9 0,2-1 96,4 0 1,1-2 78,-6 0 0,1-2 101,10 0 0,2-1 293,7 0 1,1-2-811,3 0 0,2 0-86,-12-1 0,2 0 0,-2 0 0,15 0 0,-2-1 0,-11 0 0,-1 0 0,11 0 0,1 1 0,0 1 0,1-1 0,0 1 0,1 1 0,-15 0 0,0 0 0,-1 0 0,9 1 0,-1 1 0,2 1 0,-2-1 0,-12 0 0,2-1 0,0 1 0,3-1 0,-2 0 0,5 0 0,-1-1 0,9 1 0,3 0 0,-15-1 0,1-1 0,-2 1 0,3-1 0,-1 1 0,9-1 0,1 0 0,-5 0 0,0 0 0,4 0 0,0 0 0,2 0 0,2 0 0,-13 0 0,0 1 0,0-1 0,14 0 0,-1 1 0,2 0 0,2 0 0,-18 0 0,0 1 0,0-1 0,3 0 0,0 0 0,1 1 0,2-1 0,0 1 0,0 0 0,2-1 0,0 1 0,0 0 0,1-1 0,-1 1 0,1-1 0,0 1 0,0-1 0,0 1 0,0-1 0,0 1 0,0-1 0,0 0 0,1 0 0,0 0 0,-1 0 0,1 0 0,-1 0 0,2 0 0,0 0 0,-1 0 0,2 0 0,-1 0 0,0 0 0,2 1 0,0-1 0,-2 0 0,-10 0 0,-3 1 0,4-1 0,1 1 0,5-1 0,0 1 0,-4 0 0,0 0 0,-3 0 0,3 0 0,1-1 0,4 1 0,0 0 0,-2 0 0,5 0 0,-1-1 0,0 1 0,0-1 0,1 1 0,-1-1 0,1 0 0,-1 0 0,1-1 0,0 1 0,0-1 0,0 1 0,-1-1 0,0 0 0,1 0 0,-1 0 0,0 0 0,1 0 0,0 0 0,0 0 0,0 0 0,1 0 0,1-1 0,0 1 0,2-1 0,0 0 0,0 0-23,2 0 1,0 0 0,0-1-124,-14 1 1,0-1-1,0 1 1,0-1 98,1 1 1,0-1 0,0 1 0,0-1 33,1 0 0,-1 1 0,1-1 0,-1 0-2,1 1 1,0-1 0,-1 0 0,-1 1-14,3-1 0,-2 0 1,3 0 8,2-1 0,4 1 1,-1 0-1,-2-1-44,-2 1 0,-2-1 1,3 0 9,2 1 1,2-1-1,2 0 1,-3 1 14,7-1 1,-3 0 0,1 1-7,0 0 1,0-1 0,1 1 4,-1 0 1,1 0-1,0 0-13,-15 1 1,-1 0 0,1 0 0,0 0-6,0-1 1,0 1 0,1 0-1,-1-1-4,1 1 1,-1 1 0,1-1-1,-1 0 109,1 0 0,-1 0 0,1 0 0,-1 1 23,15-1 1,0 0-1,-1 1-29,-1-1 0,0 0 1,-1 0-9,-3 0 1,0 0 0,-1-1 13,-2 0 0,-1 0 0,0 0 124,-2 0 0,-1-1 0,-1 1-70,-1-1 0,0 0 0,0 1 81,-3-1 0,0 0 0,0 1-250,-1-1 0,0 1 1,-2-1-26,7 1 1,0-1 69,-3 1 0,3 0 0,-3 0-25,4 0 1,0 1-21,-4-1 1,4 0 0,-3 1-46,12-1 0,-2 1 2,-1-1 0,0 0 508,-3 0 1,0 1-459,-4-1 0,0-1-47,-4 1 1,0-1 18,-5 0 1,0 0 8,-4 0 0,-1 0 1391,26-3-1361,-12 2 218,-10 1-169,-8 2 0,-4 1 0,-1 0 0,-2 0 0,1 0 0,0 0 0,-1 0 0,1 0 0,5 0 0,6 0 0,8 0 0,9-1 0,6-1 0,4-2-39,-2 0 5,-3 0-10,-7-1 36,-2 0-56,-4 1-26,0 0 66,0 3-50,2 0-19,2 1 3,0 0-93,-3 0 4,-7 0 67,-3 0 9,-4 0 373,2-1-381,0-2 38,1 0 8,-1-2 63,-1 3-18,-2 0-41,-4 2-53,-2 0 22,-5 0 33,-3 1-14,-1 0-48,7 1-2,7 2 11,12-1 2,8 2 41,5-1 1,-2 2-4,-7-2 5,-11 0 22,-14-2 31,-9-1-23,-8 0-66,0-1 54,3 1-17,7 2 9,8 0 22,8 0 8,6 0-1,3 1 4,-2 1 47,-8-2-32,-9 0-6,-11-1 20,-5-2 61,-4 0-50,3-4-245,0-1 21,6-4 8,0-3 10,1-3-17,-3-8-66,-2-7-34,-6-8-113,-5-3 284,-3 1 8,-1 4 6,2 8 23,2 9 13,3 5 106,1 7 109,1 3 94,0 3 133,-2 0 724,-2 4-180,-5 3-35,-2 5-175,-3 5-367,3 4-353,5 3-129,3 1-192,6 3-788,1 1 188,4 0 68,1 0 191,-1-2 309,-3-1 259,-1-2 48,-5-3 50,0-3 61,-1-4 5,1-4-7,1-4 21,0-3 53,1-1 14,-2-5 28,-1-6-42,-4-9-31,-3-13-27,-4-7 10,1-8-12,-2-7-33,7 19-3,0 0-60,4 25 63,1 1-27,2 6 57,1 11-121,0 3-1,3 14 29,3 5 42,5 8 15,5 16-32,-6-17 11,1 14-64,-8-21 110,-2 5-30,-5-6-46,-14-7-827,-17-10-1914,-10-5 2188,12-7 1,2-2-1,2 1 1,-2-2-1</inkml:trace>
  <inkml:trace contextRef="#ctx0" brushRef="#br0" timeOffset="185642">6747 1853 8910,'4'-52'1993,"-1"0"0,-2-1 0,-4 6-1077,-12 6-324,-16-3-240,-12 10-179,5 22 0,-2 4-52,-20 2-923,10 10 1,-3 7 941,12 6 0,0 4-388,5-2 1,-2 3-1,1 2 538,-2 3 1,1 3-1,-1 4-34,5-2 0,-1 3 1,2 0-1,1-1-52,1-1 1,2-2 0,0 4 30,-9 12 0,0 4 0,4-3 95,2 3 0,3 1-121,6-8 0,-2 1 0,3 1 48,1 0 0,2 1 0,1 0-77,3-1 1,1 1 0,3-1-148,1-1 1,3-1 0,2 0-211,2 17 1,7-1 140,5-5 1,8-3-409,5-5 1,6-3 268,8-3 0,7-3 75,-2-11 0,4-1 1,0-2-57,-2-3 0,1-3 0,0 0-85,0-1 1,1-1-1,0-2 120,1-2 0,0-2 0,-1-2 7,10-1 0,1-3 109,-12-1 0,2-1 1,-1-3 171,15-5 1,-1-6 111,-20-4 1,0-4 0,-4-1-126,2-1 0,-3-5 320,8-18 0,-5-6-295,-13 10 0,-2-3-99,-3 6 0,0-4 0,2-2-35,-2 0 1,1-4 0,0-1-1,0 2-493,4-11 1,1 1-1,-1 0 445,-1-1 1,1 1-1,-1 0-1,-1 6 1,-1 1 0,-2 2-43,-2-6 0,-2 0 52,-4 12 0,-1-2 0,-4 1 32,-4-16 0,-8 1-1,-7 15 1,-7 1-1,0 4-46,-2-3 0,-6 5 21,-5 5 0,-5 1 0,0 6 38,-10 5 1,-2 6 7,7 2 1,-1 2-1,-3 2 32,-8 3 1,-2 4 0,1 3 15,9 2 1,1 2 0,0 2 28,-6 3 1,0 3 0,4 1 343,3 4 1,3 4 112,-8 9 1,3 5-39,9-4 0,-1 4-238,2 1 0,-3 4 0,2 0-51,5-5 0,2 1 0,0 1 231,-5 8 0,0 2 0,4-3-192,0 2 0,3 0-244,6-6 0,1 2 0,1-1-351,-1 12 1,2 1 114,5-11 0,0 3 0,3 0-40,3 5 1,2 1-1,4-2-125,5 12 1,6-4-10,-1-4 0,9-4-120,15-9 1,8-8 53,4-10 0,6-4 177,-6-4 1,4-2-1,3-3 95,-2-5 0,3-1 0,1-3 1,-2-1-311,10-3 1,-2-3 0,0-2 374,-1 1 0,-1-1 0,-2-5 73,-7-4 0,-2-5 1,-3-2 66,6-8 1,-2-6 101,-2-2 0,2-5 0,-4-2-43,-6 2 0,-2-1 0,-2-3-70,-3 4 0,-1-2 0,-1 0 0,-1-1 6,3-12 1,-2-1 0,-2 2-33,-3 9 0,-2 2 0,0-3-11,2-7 0,1-1 1,-3 1 139,-5 12 1,-3 2 0,-1-3-68,2-14 0,-2-5 1,-5 4-65,-3 11 1,-5 3 0,-3 0 359,-5-4 0,-5 1 0,-2 6-539,-7 3 1,-7 6 31,-17-2 0,-7 7 33,3 10 0,-3 5 44,9 2 0,-2 2 0,-2 3-60,-8 5 1,-2 3 0,3 3 1,8 3 0,1 1 0,2 2 156,2 0 1,0 2-1,2 3 237,3 6 1,1 3-1,3 2 69,3 0 0,2 2 0,-2 3-122,-3 5 1,-4 5-1,0 2 1,2-1-20,4-4 0,2 1 0,-1 0 0,1 2-387,-6 7 1,0 3 0,1 0 0,4-4 382,2-3 0,3-3 0,2 4-100,2 2 1,1 4 0,1 0 0,5-6 118,-1 4 1,4 0-428,0 7 1,0 7 0,10-6-318,16 1 1,11-4 13,3-1 1,9-4 188,-1-17 1,6-2-1,1-7-59,8-2 1,4-8 247,-4-4 1,4-4-1,2-3 113,-10-5 1,1-3-1,1-2 1,0-1 54,1 1 0,0-2 1,0-1-1,1-2 227,6-4 1,1-2-1,-1-3 1,-3-2 10,5-8 1,-4-3 0,-4-1 105,-9 6 1,-3 0-1,-1-3-37,4-9 1,-1-4 0,-3-4-180,-12 8 0,-2-2 0,-2-1 0,-1-1-104,1-2 0,-1 0 0,-1-1 0,-1-2-88,-1-6 1,-1-3 0,-2 0-1,-5 2-79,-4-6 1,-5 1-1,-3 4-92,1 12 0,-3 2 0,-5 1-127,-7-1 1,-6 1 0,-7 5-104,-11 9 1,-7 6 0,-2 2 178,-2 0 1,-3 2 0,-3 5 90,4 5 0,-3 4 1,-1 3-1,2 3-1332,4 4 1,0 5 0,1 1-1,1 1 1569,-11 5 0,2 3 1,5-1-1,-4 2 1,8 0-1,21-6 1,1-1-1</inkml:trace>
  <inkml:trace contextRef="#ctx0" brushRef="#br0" timeOffset="187457">23363 1943 11639,'-21'-48'684,"0"-1"1,0 1-1,-2 5 1,-1 1 0,-2 5 63,-16-5 0,-4 7-1301,-3 7 0,-3 7 939,-3 4 1,-1 7-113,-4 8 1,-2 8-150,19 1 0,-2 3 1,1 4-33,-4 5 0,0 3 1,1 3-728,-5 6 1,0 3-1,1 4 764,10-6 0,0 2 0,1 2 1,1 1-17,-3 5 0,1 1 0,1 2 0,0 1-12,8-7 0,1 1 1,0 1-1,1 1 1,1 0-61,0 0 0,1 1 0,1 1 0,1-1 0,1 1 7,-4 10 1,2 1 0,2-1 0,3 1-17,3-4 1,2-1 0,2 1-1,4-1 21,0 11 0,5-1 1,7-1-58,6-7 1,5-1 0,7-3 9,4-4 1,6-4 0,4-3-9,8-3 0,4-5 0,3-3-35,7-4 0,3-4 0,1-3 81,-10-6 1,1-3-1,0-1 1,1-3-304,2-2 0,1-3 0,0-2 0,0-2 329,0-2 0,0-2 1,0-2-1,-1-2-157,-1-3 0,-1-2 0,-1-2 0,-1-2 143,-3-2 1,-1-2-1,-1-1 1,-2-2-19,-1-1 0,-2-1 0,-2-3 0,-1 0-13,-3-2 1,0-1 0,-3-1 0,-1-1-8,-1-1 1,-3-1 0,0 0-1,-2 0-1,6-14 1,-3 0 0,-2 0 164,-4 3 0,-1 0 0,-3 1-166,-3 5 0,-2 1 0,-3 1 153,-2-17 1,-5 2-154,-8 6 0,-5 2-17,-6 4 0,-6 2-6,-7 3 1,-7 4-6,-7 2 0,-5 5 62,11 13 0,-3 3 1,-1 2 29,-6 2 0,-3 2 0,0 3 87,-5 2 0,-1 3 1,-1 2-50,-2 5 1,0 2 0,0 4 163,0 3 1,0 2 0,2 5 8,1 4 1,1 4-1,3 3-25,2 4 1,1 2-1,3 4-105,14-8 0,1 2 0,1 2 1,2 0-76,1 3 1,1 1-1,1 1 1,2 1-37,2 3 0,1 0 1,2 1-1,1 1-78,2 2 0,1-1 0,2 2 0,2-1-22,2 0 1,1 0-1,3 1 1,1-2-184,3 15 0,4 0 1,5-3-43,3-4 1,4-1 0,6-4-13,4-4 0,5-2 0,5-5 75,4-3 1,5-4-1,2-3-68,6-4 0,2-4 1,3-4 222,3-2 1,2-5-1,1-4-11,-15-5 1,2-2-1,-1-3 1,0-1 45,0-2 1,1-2 0,-1-2 0,0-3 15,-1-1 0,0-3 1,0-2-1,-1-2 19,-1-1 0,0-1 0,-1-2 0,-2-2 2,1-2 1,-2-2 0,-1-2 0,-1-1-68,-1-2 1,-1-2 0,-1-2 0,-2-1 10,-1-3 0,-2-2 1,-1-1-1,-2-1-24,-1 0 1,-3-2 0,-1-1 0,-2 0 59,-3 0 0,-1 0 0,-3 0 1,-2 0-54,0-12 0,-5 0 0,-5 2 69,-6 5 1,-5 1-1,-6 2 28,-5 3 1,-5 3-1,-4 2-19,-7 2 1,-5 3-1,-3 2 5,-6 1 1,-3 3 0,-3 3-29,12 9 1,-3 1-1,0 2 1,-1 2-104,-3 2 0,-1 1 1,-2 3-1,0 2 120,-7 5 1,-3 3 0,2 2 0,5-1 0,10-1 0,4-1-1,0 3 1,-19 8 0,-1 1 0</inkml:trace>
  <inkml:trace contextRef="#ctx0" brushRef="#br0" timeOffset="192023">7780 1677 19724,'-1'-3'-2965,"0"1"3286,1 2 2989,-14-12-3798,9 9 286,-10-9-118,14 12 1327,1 0-369,-2 3 1408,0 1 49,-2 3-1448,-3 2 996,1-3 375,-4 4 538,0-5-1819,3 0-737,0-3 0,4-7 0,1 0 0,0-10-472,2-11-959,0-4-65,3-11-313,4 5 258,0 8 308,3-2 2830,4 6 277,5 1-212,9 1 252,6 9-909,-2 4-995,18 0 0,-16 5 0,1 0 0,2 0 0,1 0 0,8 0 0,1 1 0,-8 0 0,0 1 0,2 0 0,-2 1 0,24-1 0,-25 1 0,2 0 0,6-1 0,1 0 0,6-1 0,3 0 0,-9 0 0,3-1 0,-1 0 0,1 0 0,0-1 0,-1 0 0,-6 1 0,-1 0 0,3-1 0,12-1 0,4-1 0,1-1 0,-8 2 0,0 0 0,2 0 0,1-1 0,1 0 0,1 0 0,2 0 0,1 0-122,-5 0 1,2 1 0,1-1 0,0 1 0,-2-1 63,7 0 0,-2 1 0,0-1 0,-3 1-11,-9 1 0,-3 1 1,1-1-1,2 0-51,7 0 1,3 0-1,1-1 1,0 1-310,-12 0 1,2 0-1,-1 1 1,1-1-1,0 0 293,1 1 0,0-1 0,1 0 0,1 0 0,0 0-218,7 0 1,1-1 0,1 0-1,-1 0 1,-2 0 282,-8 1 1,-1 0 0,-1 0 0,0 1 0,-3-1-91,3 0 0,-2 0 1,0 1-1,2-1-65,8-1 1,3 0-1,0 0 1,1 0-98,-11 1 0,1 0 1,1 0-1,-1 1 1,1-1 144,2 0 0,-1 1 0,1-1 0,1 0 0,1 0 47,-4 1 0,0 0 1,2-1-1,-1 1 0,0 0 1,-3 1-23,3-1 1,-2 1-1,-1 0 1,0 0 0,0 0-5,-1 0 1,1 0 0,-1 0 0,1 1-1,-1 0-41,12-1 1,0 1-1,0-1 1,-1 1 20,0 0 0,0 0 0,-1 0 0,1 0 19,0 0 0,1 0 1,-1 0-1,-3 1 15,5-1 1,-3 0-1,4 0 63,-10 0 1,4 0-1,2 0 1,-2 0-1,-3 1-29,-2-1 1,-3 0 0,-1 0 0,2 0 19,9 0 1,2 0-1,1 0 1,-2 0-11,-3 0 0,-1 0 1,0 0-1,0 0-6,1 0 0,1 1 0,-1-1 0,1 0 64,1 1 1,0-1 0,1 0-1,0 0 30,-6 0 0,1 1 1,0-1-1,-1 0 0,-2 1 1,3-1 1,-1 1 0,-2-1 0,1 1-9,-1 0 1,1-1-1,0 1 1,-1 0-3,0 0 1,0 0 0,0 1 0,-1-1 9,1 0 1,-1 1 0,0 0 0,0-1 59,1 1 0,-1-1 0,0 1 0,0-1-56,0 1 0,0-1 1,0 0-1,0 1 6,0-1 0,0 0 0,-1 0 0,1 1 89,-1-1 0,0 1 0,0-1 0,0 1-86,0-1 0,-1 1 0,0 0 0,0-1 1,-2 1 0,1 0 0,-1 0 0,0 0-2,14 1 0,-1-1 0,0 1 154,-3-1 0,0 1 0,-1 0-153,-2 0 1,0 0 0,-1 0 1,0 0 1,0 0 0,-2 1-1,9-1 1,2 0-18,-3 0 1,4-1 0,-4 1 55,-15-1 1,-2 0 0,2 0-45,2 0 0,3 0 0,1-1 0,-2 1 62,7-1 1,-1 1-1,0-1-62,1 0 0,-1 0 0,0-1-2,-1 2 0,0-1 1,0 0 2,-3 0 1,0 0 0,-1 1 2,-2 0 0,-1 0 0,1 0 94,-3 0 0,0-1 0,0 1-96,-2 0 0,0 0 0,0 0 6,20 0 1,-1 0-9,-2 0 0,0 0-9,-3 0 1,0 0 8,-2 0 0,0 0 696,-4 1 0,0 1-696,-2 0 0,-2 1 0,-3 1 0,-1 1 587,-5-1 1,-1 2-599,24 4 1459,-18-1-1437,-14 0 1162,-13-4-1173,-4-1 872,3-2-872,8-2 370,12 0-387,9-1-16,6-2 22,1 0 11,-6 0-6,-5 2 6,-9 0-6,-4 0-5,1-1 11,7 0 6,10 0-12,12 0 3,-24 1 1,0 0 7,22 1-11,-15 3 1,-1 1-12,7 3-5,11 5 11,-32-4 16,-13-2 34,-8-3 45,-3-2 23,4 0 5,7-2-11,13-1-12,11-2-27,4-1-1,-4 2 46,-9 1 22,-11 1 44,-8 0 34,-4 0-89,-3 0-84,2 0-18,3-2-16,9 0 12,5-1 10,6 1 17,1-1 23,-1 0-12,-5 1 17,-6 1-27,-7 1-40,-2 0 11,-1 0-17,5 1 12,4 3 5,6 3-5,3 6 22,1 6-17,0 5-17,-3 10-16,-6 10-454,-15 20-4440,-13-24 1,-4 0 4401,3-6 1,-1-3-1,-17 18 1,21-33 0</inkml:trace>
  <inkml:trace contextRef="#ctx0" brushRef="#br0" timeOffset="200100">7555 1722 20225,'-1'-10'-4548,"0"2"3276,1 8 4806,0 0-1792,-8-30-2635,12 10 1377,-3-30-331,14 14-148,4-5 1411,1 1-40,-2 9-1305,10-5 109,-10 16 1871,11-5-735,-5 10 667,5 3-795,-4 3-171,25-3-341,-5 2-396,-10 3 1,3-1-168,-3 1 0,1 0-86,2-1 0,-1 1-117,2 0 0,-1 1-187,-1 0 1,1 0-5,-2 2 1,0 0 24,0 2 0,-1 0 72,0 0 0,-1 1 2,1 0 1,0 0-4,2 1 1,0-1-4,2 0 0,0 1 1682,3-1 0,0 1-1803,0-1 1,1 1-275,0 0 0,0 0 372,-1 0 0,1-1 41,-1 0 1,0 0 41,0-1 0,0-1 50,1-1 0,0 0 38,1-1 0,1 0 175,1-2 1,1 1-620,3-1 1,1-1 468,3 1 0,1-1 1,2-1 1,1 0-22,4 1 0,0-1-407,-19 3 1,0-1 0,1 1 373,1 0 0,1 0 0,0 0-17,1 1 1,1-1-1,0 1-27,1 1 0,1-1 0,-1 2-18,0-1 1,1 2-1,-1-1-106,-1 1 1,1 0 0,-1 0-1,0 1 0,-1 0 0,0 0-45,-2 0 1,1 0 0,-1 0-54,0 0 0,0 0 0,0 0 11,-1 0 0,1 0 0,0 0 11,-1-1 0,0 1 1,1-1 8,-1 0 1,0 0-1,1 0 124,-1 0 0,0-1 0,1 1 103,-1-1 0,0 1 1,0-1-89,-1 1 1,1-1 0,-1 1-325,20-1 1,0 1 400,-4 0 1,0 0 16,-4 0 1,-2 1-92,-4 0 1,0 0 0,-4 0 1,0 0-19,-2 0 1,-1 0-4,1-1 1,-1 0 140,1-1 1,1 0-7,-1 0 1,1 0 0,2-1 0,0 0-1,2-1 1,-1 1-32,1-1 1,1 1 5,0-1 1,0 0 7,0 1 0,0 0-7,1 1 0,-1-1-7,2 1 0,0 1-38,2-1 0,1 1 29,3 0 1,1 1-15,3-1 0,1 0 80,-19 1 0,1 0 0,0 0 37,1-1 0,1 0 0,1 0 7,0 1 0,2-1 1,-1-1 4,2 1 1,0-1 0,1 0 1,1 1 1,0-1 0,0 0-171,3-1 0,0 1 0,-1 0 178,2 0 0,0-1 1,0 1 1,0 0 0,1 0 0,-1 1-196,0-1 0,1 1 0,-1-1 185,-1 2 0,1-1 0,0 1 1,-1-1 1,0 1 0,0 0-139,-1 0 1,0 0 0,0 0 138,0 0 0,-1 1 0,1-1 9,-1 0 0,-1 0 0,1-1-12,1 1 1,0-1 0,-2 0-8,11 0 1,0-1 13,-16 1 1,3-1-1,1 0 1,-4 1-11,1-1 0,-2 0 0,2 0-8,2 1 1,3-1-1,0 0 1,-2 0 5,7 0 0,-2 1 0,-1-1-4,1 1 1,-1 0 0,-1 1-8,1 0 0,-1 0 0,-1 0 5,-2 0 1,0 1 0,-1 0 12,-1 0 0,-2 0 0,0 0-18,-2 1 0,-1-1 1,0 0 12,-2 1 0,1-1 0,-1 0 208,0 1 1,1-1 0,-1 1-213,2-2 1,0 1 0,0-1-3,3 0 1,0-1-1,0 1-56,3-1 0,0 0 0,0 0 54,3-1 1,0 1 0,0 0 3,1 0 1,1-1-1,0 1 91,0 0 0,0 1 1,0 0-94,-2-1 1,0 2-1,0-1-13,-3 0 1,0 0 0,0 1 1,-5 0 0,0 0 1,-1 0 23,17 0 1,-1-1 97,-6 1 1,0-2-99,-4 1 1,0-2-1,-1 0 1,1-1-3,0-1 0,1-1-6,3 1 0,0-1-14,3 1 1,0 0 2,2 0 0,0 1 0,1 0 0,-1 2-6,-1 0 0,0 0-8,-3 3 0,-1 0 11,-4 1 1,-1 1 142,-6 2 1,-1-1-152,-4 1 0,-2-1 11,-4 1 0,-1-1 1354,29 4-1351,1-2-6,-27-2 0,0-2 445,4 1 1,0 0-457,4 0 0,0 0 271,1 1 1,0 1-267,0-1 1,-1 1-6,-1 1 0,-1 0 5,-2 0 1,-2 1 128,-2-1 1,-3 0-118,22 6-6,-14-4 57,-9-2 318,-4-3-319,1-3 594,4-5-645,5-2 161,2-1-205,-2 2 5,-4 3 23,-4 1-5,-2 2 16,-1 3 6,3 1-17,2 1 5,4-1 12,0-3 5,3 0-5,-1-2-6,0-1-11,7-2 6,-14 1 16,11-3 18,-17 3-18,2-1-22,-3 0-6,-1 2 6,8 0 12,-8 2-18,12 1 12,-7 1-1,7 2-16,0 0 67,2 1-39,-12-3 39,-1 0 0,-12-2-23,1-1 1,2 1-34,0-2 11,1 2-5,3 0-12,-1 2 57,7 0-12,-1 0 56,3 0-50,-11-2 44,2 0-10,-9 0-34,-1 0-23,-1 0-5,-1 2 0,2-1-6,-1 2 0,5 1-5,-1 2 5,8 5 0,-3-1 11,2 2-22,-8-3-11,-2 4 17,-3 1-12,0 9-369,4 23-2661,7 8 2357,-5-21 1,1-1 0,4 6-1,-4-14 1</inkml:trace>
  <inkml:trace contextRef="#ctx0" brushRef="#br0" timeOffset="303639">1055 9738 15221,'-36'2'1675,"1"1"0,9-2-1260,75-4-79,9-2 0,10-1-1439,-18 1 1,2-1 0,7 0 1243,-10 0 0,5 0 0,3-1 0,2 1 0,1-1 0,-2 0-411,2 0 1,-1 0 0,0 0 0,2 0 0,1-1 0,3 0 292,-12 2 1,3-1 0,2 0-1,0 0 1,1 0 0,0-1 0,-1 1-1,-1 0 1,-3 0-117,3 0 1,-3 0 0,-1 1-1,-1-1 1,2 0 0,3 0 0,4-1 111,-8 1 0,3 0 0,3 0 0,2-1 0,1 0 0,1 0 1,1 0-1,0 0 0,0 0 0,-1 0 0,-2 0 0,-2 0-121,4 0 1,-2 1 0,-1-1-1,-1 0 1,0 1 0,0-1 0,2 1-1,1-1 1,2-1 0,2 1 111,-11 1 0,1 0 0,1 0 0,2-1 0,1 0 1,0 1-1,2-1 0,0 0 0,0 0 0,1 0 0,-1 0 1,1 0-1,-1 0 0,-1 0 0,0 1 0,-1-1-26,2 1 0,0-1 0,0 0 0,-1 1 0,0-1 1,0 1-1,0-1 0,0 1 0,0-1 0,1 1 0,-1-1 1,1 1-1,0 0 0,0-1 0,1 1 21,-5 0 0,1 0 0,0 0 1,0 0-1,0 0 0,0 0 1,0 0-1,1 0 0,0 0 1,-1 1-1,1-1 0,1 0 1,-1 0-1,0 0 0,0 0 1,1 1-1,0-1 0,-2 1 1,0-1 0,1 1 0,-1-1 0,1 1 0,0-1 0,0 1 0,0 0 0,0-1 0,0 1 0,0 0 0,1 0 0,-1-1 0,1 1-1,-1 0 1,1 0 0,0 0 0,0 0-1,1 0 1,0 0 0,1 0 0,1-1 0,0 1 0,-1 0 0,1 0 0,0 0 0,0 0 0,-1 0 0,1 0 0,-1 1 0,-1-1 0,0 0 0,0 1 0,-1-1 0,-1 1 0,-1-1-2,3 1 0,-1-1 0,-2 1 0,-1 0 0,0-1 0,-1 1 0,0 0 0,0 0 1,0 0-1,1 0 0,1 0 0,0 1 0,2-1 0,1 0 0,2 0 5,-6 0 0,1 1 1,1-1-1,2 1 0,1-1 1,0 0-1,2 1 0,0-1 1,0 1-1,1-1 1,0 1-1,-1-1 0,1 1 1,-1-1-1,-1 1 0,0 0 1,-1 0-1,-1 0 0,-2 0 1,0 0-1,-3 1-5,8-1 1,-2 0 0,-1 0 0,-2 1 0,-1-1 0,-1 1 0,0 0 0,-1 0 0,1 0 0,0 0-1,1 0 1,1 0 0,1-1 0,2 1 0,2 0-3,-9 0 0,2 0 0,2 0 0,0 0 0,2 0 0,0 0 1,0-1-1,2 1 0,-1 0 0,1 0 0,0 0 0,0 0 1,0 0-1,0 0 0,-1 0 0,0 0 0,-1 1 0,-1-1 0,-1 0 1,-1 1-1,-1 0-9,7-1 0,-1 1 1,0 0-1,0 0 0,-1 0 1,-1 0-1,0 0 0,-1 0 1,0 0-1,-1 1 1,-1-1-1,0 0 0,0 1 1,-1 0-1,-1-1 0,0 1-6,6-1 1,-1 1 0,-2-1 0,0 1 0,-2-1 0,0 1 0,0 0 0,1 0 0,0 0 0,1 0 0,1 0 0,3 0-126,-4 1 1,2-1-1,1 1 1,2-1-1,0 1 1,1-1 0,1 1-1,-1 0 1,0 0-1,0 0 1,-2 0 0,-1 0-1,-2 0 1,-1 0-1,-3 1-644,8-1 1,-3 1 0,-2-1 0,-2 1-1,0 0 1,-1 0 0,0 0 0,1 0-1,1 0 1,3 0 781,-3 0 0,3-1 0,2 1 0,1 0 0,0 0 0,1 0 0,-2 0 0,0 0 0,-3 0 0,-3 0 0,-3 0 0,-4 0 0,12 0 0,-4 1 0,-4 0 0,-3-1 0,-3 1 0,-3-1 0,7 1 0,0 0 0,0 0 0</inkml:trace>
  <inkml:trace contextRef="#ctx0" brushRef="#br0" timeOffset="304672">6255 10957 19667,'-12'-48'826,"0"1"0,0-1 0,-5-17 1,-2 10-318,-14 8 174,0 16-498,1 14-23,-1 12-145,-4 16 11,-4 13-11,-3 18-81,22-16 1,1 3 93,2 1 1,1 2-25,3-1 0,2-1 5,-3 25 184,16-13-16,14-15 236,12-15 33,8-19-95,4-15-39,2-13-40,0-5 0,-7 2-66,-9 8-102,-9 10 131,-7 10-260,-3 8 12,1 17-17,4 20 5,-3-5 1,-1 3-206,0-3 1,-2 4 210,1 11 0,-2 8 1,-2 0-757,-2-7 1,-2-1 0,-1 4 720,1 4 0,-2 5 1,0 1-1,-2-1-18,-2-2 0,-1-1 0,-2 0 0,0 0-466,0 0 1,-2 0 0,-1-1 0,0-1 540,1-6 1,-1 0 0,0-2 0,0-3 40,-3 2 1,0-3 0,-1-5 23,-3 0 0,0-13 3,-9-24-1,13-46-36,16 5 1,4-6-238,5-12 1,5-4 202,0 17 0,2-2 0,3 0 94,2-3 0,3 1 0,1 0-108,3 0 1,2 2 0,1 0-8,1 2 1,2 2-1,0 1-5,0 4 0,1 1 0,0 2 497,-1 3 0,-1 2 0,0 1-487,12-10 0,-2 3 14,-6 7 0,-2 3 14,-8 5 0,-2 1 14,8-12 33,-15 6 986,-8 2-924,-4 2 1763,-1 2-1752,1 3 663,-1 5-713,-1 5-112,-1 4 23,-1 7-23,0 9-17,1 15 34,-1 19-124,-1 18-422,0-26 0,0 0 0,0 2 0,1 0-684,0-1 0,2 0 1241,3-3 0,0-3 0,2 6 0,2-12 0</inkml:trace>
  <inkml:trace contextRef="#ctx0" brushRef="#br0" timeOffset="304848">6648 10677 23007,'-25'-40'108,"1"0"1,-1 2-1,12 15-886,20 30-1032,10 13-2883,12 18 4693,1 2 0,-10-12 0,-8-11 0</inkml:trace>
  <inkml:trace contextRef="#ctx0" brushRef="#br0" timeOffset="305815">7093 10919 21691,'0'-6'4078,"0"1"-3205,0 5-873,-15-17-11,22 41-22,-6-5 19,11 11 0,5 3 14,-1-3 0,0-1 11,17 19 6,-5-13 67,-8-17 28,-5-15-28,-4-20 0,0-15 22,2-15-28,-1-6-44,2 1-34,1 5-95,6 9-236,5 9-369,6 12-521,4 10-621,2 14-1788,10 11 2381,-14 0-605,16 8 1272,-14-11 985,7 2 1439,-7-6 1239,-14-3-756,-12-4-1267,-10-2-308,-7 1-99,-6 1-265,-2 1-229,1 0-96,7 0-21,6-2 55,13-1-39,10-3-11,12-6-12,10-6 18,11-16-18,-19 7 62,3-15-11,-28 11 6,-7-7 5,-17 3 62,-21 1-107,4 13 57,-19 2 10,16 14-21,-6 7-12,-2 17-90,14 8 6,5 5-22,15 8-102,14-2-279,11 16-388,-2-28 0,5 0 124,5 1 1,4-2-74,6-1 1,4-3 39,4-5 0,2-3 210,0-5 0,0-5 302,-5-6 1,-1-4 251,-8-5 0,-3-5 463,10-21 896,-18-26-841,-13 17-22,-5 7 0,-3 1 387,2-11-168,0-9 66,-1 8-503,0 18-258,-1 11-28,1 14 641,3 13-652,8 21-17,-1-3-28,1 8 0,-1 1-17,-1 1 11,-2 1 1,0 1-29,-2 14 17,2 9 23,-1-15 16,1-21 40,1-27-51,-1-11-33,9-28 39,2-6 5,-1 9 0,1-2 6,-1 6 0,1 1-237,5-3 0,-1 3 221,9-2-1,4 7-17,-7 20 23,1 9-84,0 16-258,-4 14-56,-4 0-1445,15 14 1826,-15-22 0,-1-2 0,7 9 0,1-2 0</inkml:trace>
  <inkml:trace contextRef="#ctx0" brushRef="#br0" timeOffset="306114">9584 11103 23707,'-44'-11'976,"-1"0"1,2 1 0,8-1-568,20 1-303,16 0-39,27 3-44,27 3-1,0 2-204,-14 1 0,4 1 224,8 0 0,3 0-592,1-2 1,2 1 586,-13 0 1,1 0-1,-2-1 22,9 0 0,-4-1-26,-12 1 1,-2 1 16,2-1 1,-4 1 44,-8 1-56,3 0-1982,-27 0 1943,-26-1 0,16 1 0,-16-1 0</inkml:trace>
  <inkml:trace contextRef="#ctx0" brushRef="#br0" timeOffset="306664">10287 10806 22123,'-34'-30'1072,"1"0"1,0 0-1,-13-10 1,6 4-592,3 4-122,8 9-113,6 8-145,9 7-90,6 6-16,11 10 16,13 7 0,19 14-11,-6-10 0,3 1-524,7 4 0,3 2 521,4 2 1,0 2-18,-2 2 1,-3 2-21,-7-1 1,-6 3-285,-9-1 0,-9 2 209,-14 0 1,-8-1-38,-9 2 1,-8-3-193,-8 1 0,-4-3-836,-1-3 1,-1-2 1179,2-2 0,3-4 0,-5 2 0,14-10 0</inkml:trace>
  <inkml:trace contextRef="#ctx0" brushRef="#br0" timeOffset="307355">12387 10851 23366,'4'-47'1051,"-1"0"0,0 5 0,-3 10-732,-5 19-223,-2 10-63,-1 13-27,-2 14-17,-2 18 27,2 12-214,5 6 210,11 1 10,9-6-5,11-9 5,7-14 34,3-16 28,0-20-5,1-17 21,0-16-10,-1-7-23,-5-1 62,-5 4 17,-10 10-85,-7 12-44,-6 11 226,-5 16-238,-3 8-16,-1 15 0,1 7 0,9 5-6,12-2 17,16-4 11,15-9-11,11-12-385,5-13 413,-2-19 0,-7-16 11,-13-15 23,-11-9 38,-14-2 40,-11 0-39,-13 5-17,-7 9-28,-4 11-78,3 13-45,4 10-79,5 10-263,3 13-314,2 15-1680,8 17 1555,9 16 0,-5-26 0,4-3 0</inkml:trace>
  <inkml:trace contextRef="#ctx0" brushRef="#br0" timeOffset="307555">13441 10921 21982,'0'-6'4420,"0"2"-3597,-8-57-353,5 37-316,-2-11 0,1 3-59,3 20-117,0 9-6,1 13-6,2 12-156,0 18-471,2 12-1420,0 10-216,-3-30 1,1-1 2296,1 22 0,-2-22 0,0-16 0</inkml:trace>
  <inkml:trace contextRef="#ctx0" brushRef="#br0" timeOffset="307723">13544 10584 24417,'-27'-50'579,"-1"0"0,4 5 0,5 13-697,11 26-189,6 22-870,9 18-3739,0 0 1,2 1 4220,4 11 1,2 2 0,-12-38 0</inkml:trace>
  <inkml:trace contextRef="#ctx0" brushRef="#br0" timeOffset="308072">13914 10869 23483,'0'-6'2952,"0"1"-2625,-1-25 1,0-4 48,1 11-301,-1-13 1,2 4-65,2 27-17,9 24 12,-2-1 16,9 30-33,-9-3-3,-5-14 0,0 2-157,-3 0 0,-1 0 160,-5 28 11,-3-16 45,-1-19-1,5-23 7,1-20-6,7-21-15,2 4 1,2-1 3,6-15-12,-1 13 1,3 1 5,10-2-45,13-2-56,7 15 191,5 15-547,-17 16 1,-1 4-87,15 7-564,-14 2 1,-1 4-1761,18 14-245,-18-12 1,2 0 2436,-3-4 1,-2-1 0,11 7-1,-18-14 1</inkml:trace>
  <inkml:trace contextRef="#ctx0" brushRef="#br0" timeOffset="308822">15197 10954 20963,'10'-50'1521,"1"0"1,-4 5 0,-5 6-889,-19 4-140,-29 13-393,7 12-47,6 11 1,-2 6-4,-13 15-33,16 0 0,0 4-26,9-3 1,3 2-6,1 5 0,6 1 8,8 18-22,12-14-33,19 1 10,11-20 1,16-4 61,-17-18 0,1-7-3,-7-1 1,-1-4-201,-1-3 0,-2-4 253,-6-6 1,-5-5 53,-4-12 0,-5-4-625,2-4 1,-3-2 585,-2 10 1,-1-1 0,-2 1 82,-1-12 1,-1 4-76,1 14 0,-2 2 64,0 2 1,-1 3-170,-4-3 26,1 9-16,2 16 28,5 28 252,2 5-269,4 35-17,-1-11 0,1 4-25,-1 5 0,1 3-101,-1-9 1,0 3 0,1-2-82,0-3 0,1-2 0,2 1-54,1 0 0,3 0 0,0-3 84,4 9 1,3-4-73,11 2 0,5-8-21,2-18 1,3-7 246,-1-3 1,2-7 53,3-9 0,-3-9 45,-9-10 0,-5-5-6,-6 4 1,-2-2-1181,6-20 0,-3 0 1289,0-2-38,0-1 0,-2 0 296,-4 8-61,1-8-230,-13 32 817,-12 10-929,-13 27-12,-5 8-16,-7 26 11,10 6 372,10-10-398,12-13 1,5-1 3,15 10 1422,-2-13 1,4-3-1412,30 5 22,4-16 521,-7-20-521,-16-9 67,-8-37-50,-15 18 56,-5-10 0,-4-2 0,-10-10-45,0 14 1,-3 1-4,-3 7 0,-4 3 65,-23-19-22,0 11-91,5 12 7,10 14 10,8 17-16,6 3-157,1 30-330,9-5-566,11 22-807,19-8-235,-3-25 0,3-2-2352,22 11 4458,-17-18 0,-1-5 0,-6-2 0,0-2 0</inkml:trace>
  <inkml:trace contextRef="#ctx0" brushRef="#br0" timeOffset="309272">16359 10847 19266,'2'-7'3010,"2"-23"1,0-5-1947,-1 10-700,1-10 0,-1 4-28,-1 19-224,-4 12-39,-1 16-34,-2 14-44,1 15-40,5 9 0,10 4 6,11-2 16,-5-30 1,4-1-104,4-2 1,2-3 130,4-4 1,1-4-3,0-3 0,0-4 13,29-13 1,-8-18 11,-8-16 28,-11-7 90,-13 1 95,-10 7-34,-14 10-50,-5 11-79,-3 9-78,0 7-6,3 13-27,4 7 234,3 9-201,9 3-17,8-1 22,11-4 18,9-6-51,11-7 5,8-7 12,0-11 11,-9-9 45,-14-12 28,-17-6 5,-17-6 1,-13-2 34,-12 0-113,-9 2 0,-1 8 0,6 9-24,7 11-519,10 13-1708,10 16 2251,22 21 0,-10-14 0,12 4 0</inkml:trace>
  <inkml:trace contextRef="#ctx0" brushRef="#br0" timeOffset="309765">18110 10762 23719,'7'-52'1041,"-1"0"1,-2 4 0,-4 4-476,-11-8-174,-8 9-180,-4 11-100,1 10-78,3 12-40,3 13 12,4 15 0,3 18-46,3 17-163,8-20 0,2 2 191,3 5 1,4 1-444,4 4 0,4-1 438,5 0 0,3-1 17,1-3 0,0-2 5,-1-7 1,-2-1-28,9 12-6,-22-18-45,-34-13-84,-28-9 31,11-5 0,-4-3-352,-8 0 1,-1-2 267,-3-2 0,2-1-339,3 1 0,4-1-1791,11 1 1,4 0 2339,-5-6 0,23 6 0,11 5 0</inkml:trace>
  <inkml:trace contextRef="#ctx0" brushRef="#br0" timeOffset="310015">18460 10646 27891,'3'46'-425,"2"7"-242,-1-21 1,2 1-2177,1 2 0,1-1 2843,8 24 0,-5-22 0,-4-17 0</inkml:trace>
  <inkml:trace contextRef="#ctx0" brushRef="#br0" timeOffset="310188">18562 10488 23758,'-7'-5'2436,"2"1"-2273,5 4-3115,0 0 2952,29-7 0,-22 5 0,22-5 0</inkml:trace>
  <inkml:trace contextRef="#ctx0" brushRef="#br0" timeOffset="310872">19008 10755 24654,'-3'-4'2453,"0"0"-2089,3 4-134,-16-66-107,20 40-87,-9-13 1,7 2-9,35 19-23,-8 8 29,28 2-12,-12 10-38,11 8-12,-3 8 11,-25 0 0,-1 4-17,13 19 18,-6 3-29,-19 4-17,-18-8 23,-14 12-407,-12-1 446,-9-6 50,0-7-39,3-13 28,6-12 23,7-10 5,6-12 0,6-14 287,5 4-304,10-9 49,7 10-77,10 1-33,22 6 28,5 14-26,-14 5 1,0 4-534,18 13 533,-19-2 1,-1 4-9,-8-2 0,-3 3 6,6 17 0,-3 1 11,-8-14 0,-6 1-9,-5 19 1,-9-3 14,-12-12-38,-2-8 1,-5-3 25,-15-12 29,-10-11-29,17-9 40,7-34-40,21 10 14,4-4 1,4-4 5,4 5 0,3-2-9,4-2 1,2-2 0,2 1-562,9-12 1,2 1 555,-5 12 0,1-1 0,-1 5 8,1 1 1,-1 3 16,2-3 0,-2 1 525,5-15-447,-17 16 1,-2-2 58,-5-13-30,-16 5-132,-9 21 0,-1 10 0,-4 7 0,-7 17 0,0 5 1176,-2 19-1176,17 5 0,9-5 0,22 18-3867,13-23 0,6-2 3867,-2-2 0,0-1 0,1-2 0,-2-4 0,2-5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9:53:35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1863 2183 15849,'-5'-57'1058,"1"0"1,0 11 0,-5 9 1417,-17 11-2426,-1 34-39,-3 22-6,13 0 1,2 5-191,-1 14 1,1 4 154,4-8 0,1 3 1,1 1-395,0 9 0,0 1 1,1 3 299,2-10 1,1 0 0,0 2 0,0 0-111,0 4 0,0 1 0,1 0 1,-1 0-40,1 1 0,0 0 0,0 0 0,1-1 151,-1-5 0,1 0 0,-1-2 0,0-1 448,0 4 0,-1-1 1,-2-6 51,-1 3 1,-4-10 377,-17-6-219,-7-48-167,-1-36-230,10-7-29,19 16 1,3-7 0,2 2-65,6-9 1,4 0-35,0 1 0,1-3 1,4 3-20,2 8 0,4 2 1,1 2-14,1 2 0,2 0 1,1 4 12,3-6 1,4 4-57,16-6 0,3 6 611,-14 16 0,2 2-589,15-8 1,2 2 84,-12 9 1,-2 2-40,-3 1 0,-2-1-12,20-13 62,-17-5 39,-12-3 1222,-9 1-992,-6 3 1010,-5 8-1195,-4 9 918,-3 4-1024,0 7 8,-2 5-47,-3 11 5,-2 13-17,-1 14-106,3 8-365,4 6-1181,5 0-5558,4 1 7227,1-10 0,-3-18 0,-2-13 0</inkml:trace>
  <inkml:trace contextRef="#ctx0" brushRef="#br0" timeOffset="166">2265 2193 21075,'-24'14'0,"4"-3"0</inkml:trace>
  <inkml:trace contextRef="#ctx0" brushRef="#br0" timeOffset="367">2810 2413 25892,'-27'38'-542,"0"1"1,-1 2-1,2 3-917,6 2 0,1 0-3457,-2 1 1,-1-3 4717,2-6 0,2-4 0,-6 7 0,11-24 1</inkml:trace>
  <inkml:trace contextRef="#ctx0" brushRef="#br0" timeOffset="525">2440 2794 18952,'4'-63'1646,"-1"0"1,0 7 0,0 9-958,4 11-431,0 15-219,4 10-34,9 13-27,16 13-196,15 13-551,-18-7 1,1 1 23,5 4 0,0 1-1975,3 3 1,0 0 2097,-5-4 0,-2-1 0,10 7 1,-20-15-1</inkml:trace>
  <inkml:trace contextRef="#ctx0" brushRef="#br0" timeOffset="900">3134 2590 25724,'8'4'22,"8"2"-10,24 14-1,0-7 6,-4-7 22,-7-11-6,-8-7 35,-9-11 60,-6-6 1,-11-5 17,-8 0-1,-9 1 1,-5 4 0,-1 6-68,1 8-61,2 8-17,2 15-11,3 12 11,7 14-84,9 12-342,19 7-442,1-23 0,5-2-64,8 4 0,4-2-799,10 3 0,3-3-2909,9 0 1,1-3 4639,-3-3 0,-2-4 0,-15-7 0,-3-3 0,5 1 0</inkml:trace>
  <inkml:trace contextRef="#ctx0" brushRef="#br0" timeOffset="1241">4082 2701 21439,'-16'-48'1241,"0"-1"1,1 7-1,-5 7-697,-29 12-482,13 14 5,-23 18-45,19 14-16,-7 14-12,12 9-44,23 16 22,13-20-45,29 10-44,10-29-550,18-3 684,5-14 16,-32-12 1,0-5 72,22-23-25,-30 7 1,-4-3 13,6-23 75,-14-1 1,-4-4-11,-3 12 0,-2-2 21,1-1 0,-1-5 0,0 4-399,-2-1 1,0 3 298,0 5 1,-1 5 158,-4-1 194,0 25-411,-1 3-12,3 18-45,2 37 6,3-2-486,1 5 1,1 7-58,2-3 0,1 3-1473,0-4 1,0 4 0,0-1 2043,1-2 0,-1 0 0,0-3 0,1 4 0,-1-5 0,3 11 0</inkml:trace>
  <inkml:trace contextRef="#ctx0" brushRef="#br0" timeOffset="2050">5804 2426 21545,'-18'-49'1023,"0"0"0,0 5 1,-3 6-599,-17 4-285,7 13 45,-6 9-106,1 15-73,2 9-6,0 14-6,19 12-5,7-4-6,19 14 6,6-21 0,5-1 2,3 2 0,3-1-269,10 5 1,2-1 280,-4-7 0,-1-2-9,18 11-22,-2 2 17,-25-9 33,-8-2 13,-24-2-24,-29-11-6,-27-3 1,21-5 0,-2-1-1408,-7-1 0,1-2 1402,9-1 0,0-2 11,-6-3 1,1-5-204,12-5 1,3-2-265,2 1 0,3-1-787,-7-19 1243,38 6 0,-3 20 0,10-3 0</inkml:trace>
  <inkml:trace contextRef="#ctx0" brushRef="#br0" timeOffset="2250">6233 2362 23271,'3'2'2582,"0"-1"-2269,-3-1-525,-53 63-1021,42-19-1860,-13 5 0,4 1 3093,32 2 0,-2-18 0,-4-16 0</inkml:trace>
  <inkml:trace contextRef="#ctx0" brushRef="#br0" timeOffset="2407">6336 2309 17787,'0'0'0</inkml:trace>
  <inkml:trace contextRef="#ctx0" brushRef="#br0" timeOffset="3133">6668 2584 26071,'-13'-54'209,"0"0"0,2 4 0,8 9-175,25 13 16,6 6-16,2 9-51,2 7 12,1 6-57,1 10 12,3 9 22,2 13-68,1 13 34,-21-17 1,-1 2-246,-3 2 1,-2 2 205,-3 1 0,-4 0 31,-5 0 0,-5-2 39,-4-2 1,-5-2-75,-26 19 161,-7-14 56,1-17 44,10-13 1,12-16 17,11-12-68,7-13 362,11-4-417,6 2 76,6 9-133,4 12-5,2 9 0,6 8 0,4 10-29,3 9-10,-3 10 22,-9 10-17,-12 6 23,-14 4 22,-13-2 0,-12-4 11,-5-8 6,3-11 28,8-10-1,10-7-16,12-12-16,11-8-7,16-16 6,13-12-486,-15 15 0,1-2 486,3-5 0,1-2 9,1-4 0,0-2-1,-1-3 1,-1-1 24,-3 0 1,-4-1 36,-5 5 1,-3 0 4,-5 6 1,-4 2 98,-8-18-45,-10 18-22,-8 14-29,1 12-66,2 8-1,1 10 929,1 9-991,0 14-16,5 7 34,7 8-68,16 3-915,19 2 249,-7-25 0,5-2-1903,7 0 1,2-2 2658,-1-4 0,-2-1 0,14 4 0,-21-12 0</inkml:trace>
  <inkml:trace contextRef="#ctx0" brushRef="#br0" timeOffset="4224">9106 2273 17731,'0'-5'5388,"0"0"-5002,-14-25 1,-7-6 156,-6 12-442,3-13 0,-2 4 224,-17 23-174,5 10-106,-20 20-40,21-2-16,12 10 0,5 3 11,9 2 3,4 1 0,5 2-26,18 14 0,-2-19 1,4 1-14,14 3 0,4-2 13,-3-7 1,1-2-197,7 2 0,-2-3 214,8 0 38,-12-6 46,-23-10-12,-27-2-67,-25-3 3,1-1 0,-2 0-376,5 0 1,-2 0 380,-15-1 1,-2-1-6,10-1 0,-1-3-37,-13-3 1,1-2-63,21 4 1,3-4-1694,0-7 1,8-3 1788,21-3 0,-1-1 0,11 13 0</inkml:trace>
  <inkml:trace contextRef="#ctx0" brushRef="#br0" timeOffset="4773">9329 2702 26295,'18'-59'185,"0"-1"0,2 0 0,0 4-160,-3 22 0,1 0-697,5-13 1,1-5 693,-7 12 1,-1-2 0,0-1-365,0 1 0,0-1 0,-1 0 370,0-5 0,0-1 0,-3 4 39,-2-1 0,-3 5 17,-4-12 642,-13 15-698,-2 28-33,-8 5-6,0 24 16,-1 22-8,10-9 1,1 3-1,1 8 0,1 2-456,2 5 1,3 2 452,3 3 1,2 0-20,4 1 0,4-1 212,4-2 0,4-3-199,4-3 1,3-4 0,-4-12 0,1-3-50,11-1 0,0-7 84,6-9 10,14-13-16,-18-27 6,-1-17 33,-1-8 16,-4 0 1648,-9 6-1602,-8 14 773,-7 12-824,-7 11 71,0 7-121,-4 5-12,-3 13-16,-1 7-34,-2 15-128,7 6-404,8 4-907,10 2-1989,9-1 3473,13-5 0,-16-20 0,0-6 0</inkml:trace>
  <inkml:trace contextRef="#ctx0" brushRef="#br0" timeOffset="4933">10097 2072 24363,'3'12'-1427,"-8"-8"1,20 8 0</inkml:trace>
  <inkml:trace contextRef="#ctx0" brushRef="#br0" timeOffset="5557">10817 2361 23002,'-5'-5'1319,"-23"-18"0,-8-2-921,-10 6-992,-4-7 1,-4 4 657,15 18 0,-1 6-30,-2 5 0,0 4-18,1 5 1,1 4-63,3 3 0,4 3 49,5 1 0,5 2 232,-5 26-229,29-4 61,25-9 11,24-11-25,-18-22 1,3-4-12,3-6 0,2-5-350,2-4 1,0-6 352,0-5 0,-2-5 13,0-5 1,-4-4-17,-1-5 0,-4-5-139,-2-5 1,-3-4 107,-9 14 0,-1-1 0,-1-2-247,0-1 1,-1-1 0,-1 0 261,-1 2 0,0 0 0,-2 1 35,4-14 1,-3 4-3,-4 10 0,-1 5 92,-2-11 515,-6 24-694,0 15 856,-3 17-795,-3 15-22,-1 25 3,3-15 0,1 3 254,0 8 0,1 2-288,0 4 0,1 1 17,1 3 1,1 1-1,-1-2 0,3 0-14,2-1 1,4-2 2,1-4 0,3-3 2,3-5 1,3-3 177,17 15-177,0-21 17,-1-21-1,0-21-27,2-14 44,-1-15 18,-3-8-18,-7-1 17,-8 3 6,-7 11 845,-6 14-862,-3 11 6,0 8-46,-2 7-38,-2 7 50,1 10-17,0 10-84,4 8-173,7 4-448,8 2-510,13-3-1059,8-6 2291,12-9 0,-22-12 0,0-8 0</inkml:trace>
  <inkml:trace contextRef="#ctx0" brushRef="#br0" timeOffset="5740">11458 1967 21052,'-5'-7'3949,"0"2"-3677,-21-23 0,-4-4-155,11 14-137,-12-18 1,4 11-115,22 28-264,4 14-750,8 14-1748,7 14 2896,-1-15 0,0-2 0,3 4 0,0-1 0</inkml:trace>
  <inkml:trace contextRef="#ctx0" brushRef="#br0" timeOffset="6424">11632 2208 21363,'0'-3'4443,"0"1"-3441,0 2-985,-8-12-9,4 29-20,-7 1-14,9 33 24,1 0 8,1-5 10,0-12 50,1-15 52,1-12-19,3-16 0,6-11 18,6-15-49,6-8-24,7-3-16,2 3-28,3 9-11,-3 11-17,-2 12 0,-4 12 0,-3 12-61,-4 9-85,-3 8-117,-3 4-23,1 2-151,8 2-89,12 1 61,16-3 179,-20-20 0,3-3-109,2-2 0,1-3 423,1-3 0,-1-2 30,-1-5 1,-2-3 143,21-14 89,-15-13 96,-15-8 89,-12-5 34,-6 4-62,-6 8-179,-9 11-140,-11 10-29,-13 13-32,-13 11-46,-6 11 12,3 10-1,13 1 466,16 0-465,21-4 56,13-8 50,14-10 89,5-11 40,3-13 185,-1-18-281,-13 6 124,-2-14-39,-15 16-51,-1-2-67,-5 8-66,-1 9-46,-3 15 0,1 5-13,-4 32-3,0 16-382,3-14 0,2 7 329,1-3 0,1 5 0,1 0-1182,0-2 1,1-1-1,1 0 1034,-1 0 1,1 0 0,-2 0-589,0-1 0,-2 0 0,-5-3 543,-6-7 0,-4-2 1,1-2-1,5 6 1,-1-3-1,-9-8 0,-1 1 1</inkml:trace>
  <inkml:trace contextRef="#ctx0" brushRef="#br0" timeOffset="7207">13616 2315 19860,'6'-56'1222,"1"0"1,-1 7 0,-3 4 688,-6-9-1581,-1 24 7,-3 12-360,4 17 170,-1 12-141,-1 15 11,-2 36-12,5-31 1,0 2-436,3 10 1,1-1 423,6 12-133,14 3 150,3-23 23,19-2 10,-4-22-4,6-22 4,-16-9 12,3-22 17,-9 0-23,-8 9 1,-1 0-12,3-11 140,-2-8-95,-13 40 1278,-1 0-1396,-6 19 190,1 3-173,-5 25 23,8-1-1,9 16-10,5-16-12,21 3 28,16-10 0,2-7 6,8-11 17,-19-23 16,-11-16 0,-13-14-27,-9 4 7,-10 6 1,-4-1 3,-6-12-15,1 15 1,-2 1 47,-9-7-50,5 15-22,2 10-57,7 12 23,1 10-269,4 11-807,12 15 40,3-2-3841,10-3 1,3-1 3067,0-3 1,12 11-1,-31-31 1</inkml:trace>
  <inkml:trace contextRef="#ctx0" brushRef="#br0" timeOffset="7407">14630 2167 27314,'-5'-7'-364,"7"14"-375,16 45-566,-2 5-3002,-5-2 1360,-5-15 2947,-4-5 0,-2-24 0,0-2 0</inkml:trace>
  <inkml:trace contextRef="#ctx0" brushRef="#br0" timeOffset="7567">14748 2000 20099,'-9'-62'907,"0"1"1,3 10 0,-1 7-718,-8 10-481,10 23-245,0 10-988,9 24-286,-2 4 1810,6 30 0,-5-37 0,1 13 0</inkml:trace>
  <inkml:trace contextRef="#ctx0" brushRef="#br0" timeOffset="8750">14991 2101 26715,'1'14'-20,"0"13"15,3 34 2,-3-28 1,0 1 17,-2-2 1,-1 1-1,-3 21 17,-2-16 124,2-19 35,2-16-47,6-18-16,6-13-33,8-14-17,8-8-257,4-2 223,3 4-49,-2 12-18,-1 14-16,-2 12-73,2 13-129,2 11-302,4 13-324,0 10-736,1 6 52,5 0-219,-16-22 1,1-3-489,5-1 1,2-3 1274,4-2 0,3-2 1142,1-3 1,2-3-23,-2-2 1,-1-4 811,-5-3 1,-1-3 1240,20-20-330,-12-16-987,-22 17 1,-1-1-154,0-2 0,-1 0-141,-2 0 1,-1 0 306,5-26-291,-15 9-243,-22 10-172,-23 14-113,10 16 0,-4 5-20,-5 6 1,-1 3-44,-4 5 0,2 3 13,1 5 0,3 4-17,4 3 0,5 3 3,5 1 0,6 1 103,4 2 1,7 0-116,5-1 1,5-2 19,16 25 0,17-14 34,11-17 33,7-18 1,5-23-21,-29 1 1,-2-4 0,0-7 0,-2-4-383,-1-6 0,-3-2 366,-2-6 0,-1-3 0,-2-6 0,-1-2-513,-1-2 0,-2-2 552,0 2 0,-2 1 11,-1 5 1,-2 3 181,-3 9 1,-1 2-113,0-14 72,-4 20-211,-2 15 622,-2 14-645,-4 19-6,-7 20 6,3-7 0,0 3 106,-3 9 0,0 2-137,-2 6 0,1 3-31,1 2 1,2 1-51,2-1 0,6 1-34,7-4 1,7-1-102,7-3 1,6-4 33,6-4 0,5-6 20,2-6 0,2-5-31,-1-6 0,-1-6 165,-1-7 0,-1-6 59,-1-4 0,-2-5 22,15-10 45,-14-6 1,-3-3 44,7-17-20,-10 11 1,-2-1 24,-6 7 1,-2 1 162,9-24 56,-11 10-39,-10 10-141,-10 12-105,-9 11 928,-6 11-979,-5 13 271,-3 11-276,4 14 5,5 10 0,10 6-314,11 2 258,12-2 39,11-5 28,9-11 17,5-17-6,2-15 6,1-21 62,0-15 5,-5-19-76,-19 19 1,-1-2-185,-3-3 1,-1-2 208,-3 0 1,-1-1-3,-2 2 0,-3 1 31,-7-3 0,-3 3-40,-4-9 7,-22-1-40,6 32 231,-7 4-293,1 22-212,1 26 28,13-4-160,9-6 0,5 2-798,7 13-287,14 13-800,15-5 352,-7-28 1,5-2 1938,8-2 0,-1-2 0,6 2 0,1-7 0</inkml:trace>
  <inkml:trace contextRef="#ctx0" brushRef="#br0" timeOffset="9224">17093 2199 19339,'16'-54'1978,"1"1"1,-4 2 0,-7 7-1418,-14 13-348,-6 9-185,4 15 0,0 12 11,1 8-28,-2 13 6,1 10 5,4 17-22,5-15 12,10 14-7,5-24 68,8 2 73,1-12 50,13-17-157,-12-7 22,18-16-10,-14-3 44,8-10 11,-7 0 186,-5 0-158,-11 15 68,-5 4-191,-8 13-22,-1 4 61,-3 10-44,-4 16-6,4 5 0,4 3 5,20 4 6,20-5-8,-10-12 0,3-1 5,5-1 1,4-1-1,9-4 1,-2-2-7,-15-4 1,-1-3 14,7-4 0,-4-7 44,-7-16-21,-5-20-1,-16-19-23,-18 13 1,-4-1-255,5 14 0,-4-1 238,-11-15 0,-3 1 22,8 19 1,0 2-4,-2-3 1,0 1-48,-9-10-319,14 20-1193,10 15 1540,10 15 0,-3-5 0,4 6 0</inkml:trace>
  <inkml:trace contextRef="#ctx0" brushRef="#br0" timeOffset="9750">18485 1989 23125,'7'-46'836,"1"0"1,-4-1-1,-7 10-617,-13 24-141,-10 0-33,0 16-17,-2 9-17,7 3 23,1 10-6,12 3-6,5 1 6,14 3 39,11-10-16,0-7 83,12-4 246,2-11-83,0-5 15,1-9-38,-15-6-66,-8-3-128,-7 4-24,-8-10-158,-4 13-355,-5-3-605,-5 22-1084,-9 17 44,0 6 1415,3 1 0,2-1 0,4-6 1,-8 11-1</inkml:trace>
  <inkml:trace contextRef="#ctx0" brushRef="#br0" timeOffset="10024">18516 2320 18358,'2'-4'5797,"0"1"-3948,-2 3-1815,-2-29-18,-4 35-10,-1-19 16,0 43 12,6-1 11,8-1 56,5-5 16,0-9 438,7-7-287,-7-13-111,4-8-84,-7-13-56,-4-7-269,-1 1-1647,-4 4-7932,0 11 8732,-1 8 0,0 7 0,0 3 0</inkml:trace>
  <inkml:trace contextRef="#ctx0" brushRef="#br0" timeOffset="10884">3386 3398 7274,'3'-9'3192,"0"2"-1405,-3 7 89,0 0-5,-64 31-185,41-19-961,-13 7 1,2-3 517,21-11-291,3-2-302,-3-2-173,-2 0-91,-3-2-128,-3 0-107,3-1-28,2 1-28,7 0-5,4 1-40,3 0-44,2 0-1,4 0 46,7 3-6,15 2 5,21 2-25,-11-3 0,5 0-927,16 0 1,6-2 914,-8-1 0,4-1 0,3-1-704,-5 0 1,4-1 0,1-1 0,3 1 695,-15-1 1,2 1-1,1-1 1,1 0 0,1 0-1,1 0-262,-2-1 1,1 1-1,0-1 1,2 0-1,0 0 1,1-1-1,1 1 266,-4 0 1,2 0 0,0 0 0,1 0 0,0 0 0,1-1 0,0 1 0,0 0-141,-2 0 0,0 0 1,1 0-1,0 0 1,1 0-1,0 0 1,0-1-1,0 1 1,1 0 138,-3 0 0,0 0 1,1 1-1,-1-1 1,1 0-1,1 0 0,-1 0 1,1 0-1,0 0 1,1 1-42,-4-1 1,1 1 0,0-1 0,0 1 0,1-1 0,0 1 0,0 0 0,0-1-1,0 1 1,1 0 0,0-1 45,2 1 1,1 0 0,0-1 0,0 1 0,0 0-1,1-1 1,0 1 0,0 0 0,0 0 0,0 0-1,1 0 2,-4 0 1,1 0 0,0 0 0,0 0 0,1 0 0,-1 0 0,1 1 0,0-1 0,0 0 0,0 1 0,0-1 0,1 0-1,-4 1 1,1-1 0,1 1 0,-1 0 0,0-1 0,1 1 0,0-1 0,0 1 0,0 0 0,0 0 0,0-1 0,1 1 0,0 0-3,-3 0 0,0 0 0,1 0 0,-1 0 1,1 0-1,0 0 0,0 0 0,0 0 1,0 0-1,1 0 0,-1 0 0,1 0 1,0 0-1,-1 1 0,3-1 0,0 0 0,-1 0 0,1 0 1,0 1-1,0-1 0,1 0 0,-1 1 0,1-1 1,-1 1-1,1-1 0,0 1 0,0-1 1,-1 1-2,-1-1 0,-1 1 1,0 0-1,0 0 0,1-1 1,0 1-1,-1 0 0,1 0 1,0 0-1,0 0 1,0 0-1,0 0 0,0 0 1,0 0-1,0 0 0,1 0 0,0 0 1,0 1-1,0-1 0,0 0 1,1 1-1,-1-1 0,0 0 1,1 1-1,-1-1 0,1 1 1,-1-1-1,1 1 1,-1-1-1,0 1 0,-3-1 0,0 1 0,0 0 1,0-1-1,-1 1 0,1 0 0,0 0 1,0-1-1,0 1 0,0 0 1,0 0-1,0 0 0,-1 0 0,1 0 1,0 0-1,-1 0 2,4 0 1,0 0-1,0 0 1,0 1-1,0-1 1,0 0 0,0 1-1,0-1 1,0 1-1,0-1 1,-1 1 0,1-1-1,-1 1 1,1-1-1,-1 1 3,-1 0 1,0-1-1,-1 1 1,1-1-1,0 1 1,-1 0 0,1-1-1,-1 1 1,0 0-1,1 0 1,-1 0 0,-1-1-1,1 1 1,0 0-1,-1 0 4,2 0 0,0 0 0,0 0 1,0 0-1,0 0 0,-1 0 0,1 1 1,-1-1-1,0 0 0,0 0 0,-1 0 1,1 0-1,-1 1 0,0-1 2,6 0 0,-1 0 1,1 0-1,-1 1 0,0-1 1,0 0-1,-1 0 1,0 1-1,0-1 0,-1 0 1,0 0-1,0 0 4,0 0 1,-1 0-1,1 0 1,-1 0-1,0-1 1,-1 1-1,0 0 1,-1 0 0,0-1-1,0 1 1,-2-1 5,7 0 1,-1 0-1,0 1 1,-1-1 0,0 0-1,-1-1 1,-1 1-1,-1 0 1,-1-1-2,7 0 0,0-1 0,-2 1 0,0-1 0,-2 0 0,-2-1 0,-1 1 25,-1-1 0,-1-1 0,-2 1 0,-2-1 0,-1-1 0,-2 1-34,8-3 1,-2 0 0,-4-1 0,-4 0 405,18-5 1,-11-1-3819,-5-4 3389,-42 10 0,-11 7 0,-6 1 0</inkml:trace>
  <inkml:trace contextRef="#ctx0" brushRef="#br0" timeOffset="13332">2349 3575 17798,'-58'7'1633,"0"1"1,6-2 0,5-2-631,-12-7-230,18-4-253,13-3-268,14 1-229,9 4-34,17 2 5,21 3 6,-1 0 0,6 0-945,18-1 1,6-1 890,-9 0 0,4-1 0,2 0-670,-8 0 0,3-1 1,1 0-1,0 0 484,7-2 1,0 1 0,2-1 0,0 0-946,-9 0 0,0 1 1,1-1-1,0 1 0,-2-1 1185,8 0 0,0 0 0,-3 0 0,-4 1 0,0-1 0,-5 1 0,-4 1 0,-5-1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0:04:45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15714 17139 20008,'-60'1'505,"0"0"1,9 0 0,5 0 442,-5-5-707,34 0-82,34-4-91,13 3 2,2 2 0,5 1-3,-1 0 0,3 1-361,13 0 1,4 0 334,-7 0 0,3-1 1,0 1-995,-5 0 0,-1 0 0,0 0 958,0 0 1,0 0 0,-1-1-3,0 1 1,-1 0 0,-1-1-174,10 1 0,0-1 181,-3 1 0,3 0 0,-4 0-3,1 0 1,-2 0-9,17 1 0,-7 0-22,-18 0-135,12 2-739,-43 2-4158,-11 2 5054,-8-1 0,0-2 0,2-1 0</inkml:trace>
  <inkml:trace contextRef="#ctx0" brushRef="#br0" timeOffset="474">17870 17190 19518,'-5'0'829,"2"0"912,3 0-1096,-77 13-399,47-8-61,-18 4 0,0 0 173,22-1-246,6 1 51,15-2-6,21-1-62,16-2-62,2-1-16,3-2 0,0 0 5,6-1 9,7-2 0,2-1-26,-19 0 1,-1 0-293,14-1 1,0-1 281,10-2-1708,-22 4 1,-3 1 1315,-4 0 391,10 0 0,-31 2 0,-1 0 1</inkml:trace>
  <inkml:trace contextRef="#ctx0" brushRef="#br0" timeOffset="1975">7693 15380 18151,'34'29'692,"17"-14"0,11-5-580,-18-7 0,2-2 0,4-2-1437,5 2 1,5-1 0,2-1 0,1 1 1413,-10-1 1,1 0 0,0 0 0,2 0-1,1 0-224,-1-1 0,1 1 1,1-1-1,0 1 0,0-1 1,-2 1 136,5-1 0,-3 1 0,0 0 1,3-1-1,6 1-94,-12-1 0,4 1 0,3-1 1,2 1-1,1-1 0,1 1 0,-2-1 1,-2 1-1,-3-1 40,4 0 1,-4 1 0,-1-1 0,-1 0 0,2 0 0,1 0 0,3 0-54,-6 0 1,2 0 0,1 0 0,3 0-1,-1-1 1,1 1 0,0-1 0,-1 1-1,-3-1 1,-1 1 145,3-1 0,-2 0 1,-1 0-1,-1 0 0,-1 0 1,0-1-1,-1 1 1,1 0 16,3-1 0,-1 0 1,0 1-1,0-1 1,-1 0-1,-1 0 0,0 0-10,4 0 1,-2-1 0,1 1-1,-2 0 1,0-1 0,-1 2-37,6-2 0,-1 1 0,-1 1 1,-1-1-1,0 1-91,-5 0 1,-1 1 0,-1-1-1,0 1 1,-1 1-326,7-1 1,0 0-1,-2 1 1,-1 1 403,-5-1 0,0 1 0,-2 0 0,-5 0 0,10 0 0,-6 0 0,-13 0 0,-1 1 0</inkml:trace>
  <inkml:trace contextRef="#ctx0" brushRef="#br0" timeOffset="2609">5116 16053 16280,'-40'2'1694,"-1"0"1,-21 1-1264,58-2 493,11 2 17,11 3-240,19 0-203,23 0-339,-20-5 1,4-1-738,9-3 0,3 0 600,-15-1 0,2 1 1,1-2-450,2 0 1,1 0 0,0-1 317,1 0 1,0 0 0,0 1-568,-2-1 0,0 1 0,0 0 676,-1 1 0,0 1 0,-4 0 0,-4-1 0,-4 2 0,21-1 0</inkml:trace>
  <inkml:trace contextRef="#ctx0" brushRef="#br0" timeOffset="9674">8711 4397 13896,'-59'10'1305,"0"0"0,1 1 0,7 0-672,11 3-353,5-1 123,10-2-258,14-4-128,1-1-6,7-2 53,2-1-24,1 0 113,4 2 54,4-2 34,11 0-34,25-2-128,8-4-51,6-1-17,-22 0 0,0-1-3,-4 1 1,2-1 8,15-1 0,2-1-15,-10 2 1,-2-1 2,1 1 1,-2 1 134,1 0-17,-19 2 51,-14 1-230,-19 1 28,-16 0 62,-23 2 2,7-1 0,-1 1-323,13-1 0,-1 1 329,-18-1 0,1 1 17,18 0 0,1-1 8,-6 1 0,-1 0 62,4 1 0,2 0-135,-6 3-27,12-1 22,24-3 145,25-1-173,10-2-129,-1-2 0,3-1-1729,8 0 0,1-2-58,-3 0 0,0 0 1955,10-1 0,-4 1 0,-7 0 0,0 1 0</inkml:trace>
  <inkml:trace contextRef="#ctx0" brushRef="#br0" timeOffset="20259">7895 15203 6568,'0'0'0</inkml:trace>
  <inkml:trace contextRef="#ctx0" brushRef="#br0" timeOffset="20582">8665 15130 7828,'0'0'0</inkml:trace>
  <inkml:trace contextRef="#ctx0" brushRef="#br0" timeOffset="20876">9544 15090 11049,'0'0'0</inkml:trace>
  <inkml:trace contextRef="#ctx0" brushRef="#br0" timeOffset="27366">21093 733 17510,'0'-7'5118,"0"1"-4613,-10-29 0,-4-6-250,2 15 151,-6-23 0,-3 3-94,3 27-186,-4-3-83,7 15-379,-2 13 364,3 3 0,-20 32-51,7-2-144,8-9 1,0 1 172,-3 21-6,9-5 0,11-12 0,13 2-11,11-9 11,16 7 11,-9-14 0,2-2-11,23 13 5,-25-15 1,-1-1 0,2 2 16,-13 3-22,-27-8 350,-15 5-299,-23-6-29,-14-3-28,28-6 1,1-2 2,-1 1 0,1-2-86,-24-4-387,10-6-896,14-8-3334,14-3 4706,9 5 0,7 6 0,3 6 0</inkml:trace>
  <inkml:trace contextRef="#ctx0" brushRef="#br0" timeOffset="27591">21347 723 24469,'-2'-46'560,"0"0"0,2 5 1,-2 10-500,0 24-55,1 10-17,0 15-40,5 20 68,4 20-495,-2-22 1,2 3 261,1 4 1,0 0-528,0 4 1,-1 0-1224,-1 1 0,-2-1 1966,-2-7 0,0-2 0,-2 9 0,-1-24 0</inkml:trace>
  <inkml:trace contextRef="#ctx0" brushRef="#br0" timeOffset="28558">21226 1049 18795,'-3'-2'4033,"0"0"-3574,3 2-436,82-42-1868,-26 28 1847,-17 0 0,5-5 0,-3 6-2,-4 8 0,-2 3 575,26-6-524,-14-1 308,-14-1-269,-12-2 78,-9 1 84,-5 1 992,-4 4-1059,-7 3 7,-4 4 9,-6 7-16,-5 4-67,2 6-57,6 2-5,8 0 23,12-2 5,11-3 0,11-7-11,8-4 11,3-11 39,-1-7 62,-7-11 5,-10-7-5,-11-4 17,-16-4-29,-12 1-10,-13 3 16,-9 7-33,-2 7-40,5 11-56,7 6-10,10 8 10,5 10-61,7 11-23,2 14 1,8 8-79,10 9-310,-2-25 0,3 0 114,2 1 0,3 0-219,2-3 0,1-1-125,1-4 0,0-2-709,23 6 291,-5-14 605,-5-17 549,-7-9 381,-6-13 331,-8-6 753,-7-6-558,-7-3-73,-3 0-195,-2 2-202,-1 5-157,2 7-129,0 9-145,1 8-51,0 6-39,3 12 0,6 12 6,7 23-1,-5-13 1,0 2-300,1 5 1,-1 2 296,-3 1 0,-1 0-1,-2-2 1,-2-2-3,-4-3 0,-2-1-5,-3 20 5,-3-13 39,3-15 23,3-13-12,1-15-11,0-12 587,-1-13-620,-1-15 5,-1-12-321,3 21 1,0-1 306,1-4 0,0-1 3,0-2 0,1 0 8,0 1 1,0 1 2,0 4 0,0 1-107,5-25 102,4 15-6,7 12-11,6 14-6,6 9 6,5 8 611,5 13-623,3 8 18,-5 13-7,-7 6-4,-14 3 137,-20-2-172,-17-5-251,-18-8-874,-13-7-2504,-8-8 2832,7-5 0,20-4 0,15-1 0</inkml:trace>
  <inkml:trace contextRef="#ctx0" brushRef="#br0" timeOffset="29567">21056 873 32767,'-55'3'0,"-1"0"0,1 1 0,0-1 0,-1 0 0,2 1 0,2-1 0,-2 1 0,2-1 0,5 1 0,5-1 0,9 0 0,8-2 0,26 0 0,31-2 0,21-5 0,-11 2 0,3 0 0,1 0-626,6 0 0,1-1 1,4-1 283,-3 1 1,3-1 0,2 0 0,2 0-485,-6 1 1,2 1-1,1-1 1,1 0 0,-1 1 549,2-1 1,-1 0 0,1 0 0,0 0-1,2 0-280,-6 0 0,2 1 1,0-1-1,1 1 1,-3 0-1,-2 0 95,10-1 1,-3 0 0,-2 1-1,-4 0-69,3 0 0,-5 0 1,-1 1-1831,-4-1 1,-3 2 0,-5-1 1970,12-1 0,-11 2 0,-31 1 0</inkml:trace>
  <inkml:trace contextRef="#ctx0" brushRef="#br0" timeOffset="29833">20292 1165 8214,'-8'3'7114,"1"0"-2963,7-3-2012,0 0-946,88 5-2061,-28-10 1055,-10 2 1,12-1-1,5 0 1,-5-1-919,0-3 1,-3 0 0,5-1 758,-10 2 0,3 0 0,3-1 0,-1 0 0,-2 0-414,-5 2 0,-1-1 0,0 0 0,-1 0 0,0 1 404,13-3 0,0 1 0,-1-1 0,-3 1-14,4-1 0,-3 0 0,2 0 5,-6 0 1,3 0 0,-1-1 0,-7 1-365,11-3 1,-4 0 406,-8 2 0,2-1 1,-7 0 283,-10 1 1,-7 1-135,1-5 1412,-18 6-1916,-11 3-9258,-10 3 9560,4 3 0,-4-1 0,7 1 0</inkml:trace>
  <inkml:trace contextRef="#ctx0" brushRef="#br0" timeOffset="30683">22882 1827 24090,'-26'-51'427,"0"-1"1,2 5 0,0 10-316,-9 21-4,0 8-80,-1 13-1,4 11-10,3 16 16,6 12-27,7 10-363,7 6 362,14 2-27,9-3 11,16-6 16,10-8-5,7-8 0,2-6 6,-6-7 28,-14-5-12,-15-7 1,-26 0-12,-24 0-11,5-5 0,-5 0-304,-6 0 0,-2-1 312,-4-1 1,1-1-4,1-1 1,2-1-6,5-4 0,2-2 309,-18-8-510,17-8-942,17-2-3405,10-1 4548,13 4 0,-2 7 0,3 5 0</inkml:trace>
  <inkml:trace contextRef="#ctx0" brushRef="#br0" timeOffset="31034">23165 1857 26110,'-27'30'62,"5"-7"-51,27 24 0,6-15 6,10 11-6,6-14 12,4-8 38,3-8 57,-1-11 67,-3-12 56,-6-11-12,-8-12-55,-8-6-40,-10-3-50,-6 1-39,-3 6-28,-1 8-62,3 11-179,4 8-336,6 9-1037,10 12-3790,9 11 5387,4 5 0,-7-9 0,-8-8 0</inkml:trace>
  <inkml:trace contextRef="#ctx0" brushRef="#br0" timeOffset="31624">23698 1943 27889,'-7'-22'-454,"4"16"304,8 52 65,0 1 47,-3 0 2,-6-6 10,-3-8 68,-3-12-40,0-9 133,1-12-60,2-10-31,0-9 24,1-10-18,2-9-5,4-9-15,5 13 1,2 1-3,3-14-8,1 16 0,2 3 13,6 1-10,10 0-46,5 10-10,18 10 21,-14 8 12,21 12-11,-22 12-6,5 14 12,-11 9 16,-14 2-17,-13 0-5,-15-4 22,-11-7-22,-5-7 28,0-12 28,5-15-40,10-8 12,3-18-17,9-9 28,8-16 0,9-7-25,-1 19 0,1 2-3,16-19 5,-2 8-10,0 19 27,-4 14-22,10 2-22,18 15-34,-1 9-365,0 7 244,-24-4 1,-1 2-770,16 19 128,-21-13 0,-1 1-4098,-3 4 1,-5 0 3053,2 6 0,-8-4 0,-8-28 0</inkml:trace>
  <inkml:trace contextRef="#ctx0" brushRef="#br0" timeOffset="31841">24745 1822 22408,'-3'-4'3254,"1"1"-2962,2 3-315,62-47-297,-27 42 1,4 3-1196,18-18 0,1 3-1076,-7 24 0,-5 7 2093,11 8 0,-26-5 0,-20-7 0</inkml:trace>
  <inkml:trace contextRef="#ctx0" brushRef="#br0" timeOffset="31990">24833 2070 20940,'-5'1'4991,"2"0"-4268,3-1-2130,94-30 463,-58 22 1,2 1 0,16-10-1,-2 2 1,-1 8 0</inkml:trace>
  <inkml:trace contextRef="#ctx0" brushRef="#br0" timeOffset="32974">25711 1871 23612,'11'-50'504,"1"-1"0,-1 4 0,3 7-308,13 5-89,5 6-79,5 5-17,5 8 29,6 6-35,4 9-27,4 13-472,1 13 460,-29-8 0,-2 3-34,-1 2 1,-4 2-109,7 26 42,-22 3 100,-23-4 51,-19-5 45,-12-8 27,-3-9 57,3-9 107,8-9 38,11-7 39,11-8-61,8-6-118,10-3 280,10-3-375,11 1-39,4 3 39,36 3-68,-2 8-8,-14 5 1,3 2-1046,-2 3 1,-3 2 1058,-8-1 1,0 2-104,5 6 1,-5 1-15,-8 9-146,-12 10-95,-44-5-107,-27-2-194,22-15 0,-2-2-94,-1-2 0,-2-2-1406,3-1 0,1-2 2165,-23-4 0,25-1 0,15-2 0</inkml:trace>
  <inkml:trace contextRef="#ctx0" brushRef="#br0" timeOffset="33524">26678 1630 18156,'4'-8'4133,"0"2"-2364,-4 6-21,0 0-1385,2-38-307,7 22 77,11-31-111,13 32 1,13 3-18,10 4-16,6 5-23,-1 10 145,-3 6-151,-10 12-10,-12 8 22,-16 6-6,-20 4 23,-21 1 11,-17-2 23,-10-4-217,-1-5 194,5-9 45,8-9 28,9-7 231,10-9-203,7-5-12,5-5-21,4-3 169,9-1-215,8 2-5,14 0-17,13 4 0,12 4-11,7 10-249,-29 1 0,-1 2 257,0 4 0,-1 2-19,22 18-6,-18 4 0,-20-2 5,-29-4-94,-23-5-124,8-13 0,-3-3-835,-7 0 0,-1-2-2184,-4-1 0,-1-3 2728,5 0 1,2-1 0,-11-1-1,22-1 1</inkml:trace>
  <inkml:trace contextRef="#ctx0" brushRef="#br0" timeOffset="34657">22654 3332 21691,'-2'-60'1221,"-1"0"0,3 4 0,1 8-1069,2 14-24,7 6-83,1 23 11,4 7-5,6 16-7,5 28-32,-9-6-139,-7-6 1,-3 1 171,-7 15 5,-8 13 6,-8-8-3230,-12-9 3258,10-19 151,-5-9-11,15-17-84,-1-12-39,5-13-6,4-35-67,3 14 6,0 6 0,2 0 61,7-12-23,3-8-27,2 11 3305,5 11-3361,0 14 11,0 8 6,9 9-6,2 4 5,14 6-27,6 8 5,1 13 17,-27-7 0,-2 2 9,-3 4 1,-4 2-32,6 30-1,-19 1 23,-19-5 11,-11-11 12,-8-11 10,4-14 12,5-13-17,10-16 0,9-24-22,15-7-1,2-1 1,18-3 11,1 14 11,9-6 192,1 11-209,6 9-16,-7 11-7,-2 5 7,-3 13-23,-5 8-45,5 11-369,3 18-712,-11-1 173,-5 1-3880,-9 1 4013,-6-17 0,-2-5 0,-2-12 0</inkml:trace>
  <inkml:trace contextRef="#ctx0" brushRef="#br0" timeOffset="35000">24097 2989 21971,'0'-6'2851,"0"2"-2167,0 4-197,-67-57-319,29 43-129,-6-14 0,-1 6-11,9 34-17,14 4 23,7 10-6,10 3 6,13 24-23,2-13-3,8 0 1,4 0-9,3-2 5,1-2 1,1 0-12,11 6 3,-13-16 1,-2 0 7,6 8 85,-11-8-62,-20-18 11,-18-6-235,-28-15-442,-11-3-624,17 1 0,-1-1-2578,4 0 1,0 1 3212,5 1 0,2 1 1,-8-5-1,20 10 1</inkml:trace>
  <inkml:trace contextRef="#ctx0" brushRef="#br0" timeOffset="38157">24657 3057 20901,'54'-14'-353,"0"0"0,0 0 0,-1 2 0,0 0 0,-4 4-3262,7 5 0,-4 3 2685,-4 1 0,-5 0 1,10 1-1,-27 1 0</inkml:trace>
  <inkml:trace contextRef="#ctx0" brushRef="#br0" timeOffset="38316">24734 3336 24017,'54'-21'-313,"0"1"1,0-1-1,-1 2 1,-1 1 0,-4 2 312,-1 3 0,-6 3 0,15-3 0,-26 7 0</inkml:trace>
  <inkml:trace contextRef="#ctx0" brushRef="#br0" timeOffset="39450">26116 3040 22531,'2'-47'550,"0"0"1,1 3 0,5 7-450,19 8-56,6 6-17,7 10-11,5 7-17,3 7-23,1 9-27,-1 10-45,-8 9 50,-13-3-67,-12 18 106,-24-14 40,-13 13 22,-17-12 50,-8-4 68,2-7 117,4-6 73,7-7 74,8-4 4,10-5-168,8-2-134,7-2-72,11-1-57,2 2 34,35 1-45,4 4-393,-10 2 1,4 3 389,-2 1 1,1 2-4,2 4 1,0 1-15,-4 0 0,-1 2-33,-8-1 0,-4 1-98,5 12-185,-37-1-275,-31 0 163,-8-7-1110,1-7 1,-3 0 1557,12-6 0,1-1 0,-29 8 0,27-9 0</inkml:trace>
  <inkml:trace contextRef="#ctx0" brushRef="#br0" timeOffset="39941">27027 2888 20593,'-8'1'3697,"2"0"-2992,6-1 326,0 0-969,48-65-34,-23 45-31,7-15 0,3 3-19,3 28 16,11 6 0,-19 3 1,2 2-305,3 3 1,1 2 289,0 3 1,-1 3-65,-4 1 0,-3 3-230,10 20 34,-26 2 162,-30-4 113,-22-4-137,12-20 1,-1-3 183,-2-1 0,-1-2-12,-29 4 228,7-7 22,10-8 525,13-4-586,13-2-91,10 2-72,8 2 282,13 1-344,18 0 17,29 1-514,-18 3 0,4 0 503,9 2 0,1 2 6,4 3 0,-1 1-311,-4 2 1,-4 1 281,-11-1 1,-5 2-146,2 13-431,-45-1-1171,-39 2 1770,2-9 0,-1-1 0,-8 2 0,-6 1 0</inkml:trace>
  <inkml:trace contextRef="#ctx0" brushRef="#br0" timeOffset="40724">3064 7117 20565,'-6'-7'3775,"2"1"-3232,4 6-263,0 0-291,-39-53 84,31 64-45,-30-46 56,45 91-50,-2-31 50,7 17 73,2-26 56,9-4-12,12-13-128,-1-15 0,4-6-70,1-3 0,1-1-618,4-5 1,1-1 448,6-3 1,1 1-913,-10 8 0,2 2 1078,13-6 0,-3 2 0,-22 12 0,-3 2 0,21-7 0</inkml:trace>
  <inkml:trace contextRef="#ctx0" brushRef="#br0" timeOffset="41667">20398 4395 20065,'-2'-50'983,"0"0"1,0 5 0,-4 4 834,-16-7-1533,2 15-94,-8 8-135,12 15 361,-8 7-406,-1 12 12,-22 24-12,12-5-17,6 5 1,4 3-143,4 6 142,-1 11-5,23-9-12,25 1 35,11 0-21,-9-19 1,4-2-15,0-5 1,-1-2 5,20 10-16,4 4 550,-22-4-523,-8 0 12,-20 0 16,-25-9 1,-7-4-6,-20-3 16,2-6-22,-13-3-22,24-7 0,0-4-331,-21-10 194,7-5-2927,15-5 3075,22 7 0,1 6 0,10 4 0</inkml:trace>
  <inkml:trace contextRef="#ctx0" brushRef="#br0" timeOffset="41907">20738 4193 27410,'-6'45'11,"4"13"-14,6-26 0,3 4-25,-1 23 0,0 1-1556,-3-16 0,0 1 1257,0-4 0,1 4 1,-1-3-868,1 7 1,0-3 1193,2-2 0,0-4 0,0 5 0,1-15 0</inkml:trace>
  <inkml:trace contextRef="#ctx0" brushRef="#br0" timeOffset="42873">20714 4650 25152,'23'-45'23,"12"10"-29,17 38-8,-8 0 0,-1-1-3,16-1-126,-19-1 0,-1 0 155,8-4 96,-15-2-18,-13-6 39,-12 0 39,-7-2 23,-7-2 33,-6 1 210,-3 2-249,-4 4-50,-2 6-57,-3 11-16,-4 8-29,3 11-27,7 7-1,9 0 1,16-1 0,15-4-1,16-3 6,8-9 6,3-7 22,-5-14 57,-8-10 27,-11-11 0,-10-7-5,-12-5-12,-11-4 6,-10-1 6,-8 4-6,-3 7-51,-1 11-38,4 10 10,4 12-33,6 11 0,5 13-22,6 12-12,8 9-61,9 9-432,-1-25 1,2 1 75,5 2 1,3 1-287,4 0 0,3-1-97,3-2 0,3-2-327,1-6 0,2-4 500,-3-5 0,-1-5 628,22-6 593,-17-17 442,-15-11 259,-10-8-35,-7-3 551,-4 3-947,-4 4 173,-2 8-572,-1 7-286,2 8-122,2 7 5,4 13 5,5 14-16,9 18-6,-3-17 1,1 2-479,5 5 0,0 3 467,4 3 0,0 2 0,0 2 0,0 2 0,-3-1 0,-3-1-3,-3-5 0,-4-1-19,-6 21 22,-16-25 11,-12-25-17,-9-25 12,-8-25-12,16 8 1,0-5-534,-3-7 1,1-4 538,-1-5 0,2-1 14,4-1 0,2-1-9,6 3 1,4 0 122,4 4 1,3 1-124,5 6 1,4 1 0,1 4 0,3 3-23,20-22-6,11 11-10,13 11-185,-23 20 0,1 3 201,2 2 1,0 4-1,-2 4 0,0 3 1044,23 11-1128,-14 15 34,-17 10-56,-24 6-202,-25 3 118,4-26 1,-4-1-254,-5-2 1,-2-2-309,-1-2 1,-2-3-883,0-3 1,1-3 1649,0-4 0,3-2 0,-4 0 0,10-5 0</inkml:trace>
  <inkml:trace contextRef="#ctx0" brushRef="#br0" timeOffset="43100">22096 4614 26738,'41'-16'-1539,"1"0"1,1 0 0,-1 2 1538,-8 6 0,-3 1 0,11-3 0,-18 4 0</inkml:trace>
  <inkml:trace contextRef="#ctx0" brushRef="#br0" timeOffset="43284">22607 4340 22615,'0'-9'3932,"0"3"-3495,0 6-163,0 0-257,-34 52-56,26-1-892,-9-1 1,2 5-765,16-7 1,6 1 1694,0 8 0,1-3 0,2 8 0,1-6 0</inkml:trace>
  <inkml:trace contextRef="#ctx0" brushRef="#br0" timeOffset="43590">20126 5544 23315,'-54'8'775,"-1"1"0,5-1 0,21-3-417,56-5-224,5-3 1,6-2-79,2 0 0,3 1 0,5-2-1077,10 0 0,7-2 0,1 0 1,-3 1 1029,-14 2 1,-3-1 0,1 1 0,5-1-6,-2 1 1,5 0 0,3-1-1,-1 0 1,0 1 0,-3 0-352,10-1 0,-2 1 1,-1 1-1,4-2 352,-12 2 1,1 0 0,2 0 0,1 0-1,-1-1 1,1 1-256,-1 0 0,0 0 0,1 0 0,0 0 0,-1 0 0,0 0 250,0 0 0,-1 0 0,1 0 0,-1 1 0,0-1 0,-1 0-186,8 0 1,-1-1-1,0 1 1,-2-1-1,0 1-435,6-1 1,0 1 0,-3-1 0,-3 0 620,3 0 0,-3 1 0,-7-1 0,-2 1 0,-8 0 0,-6 1 0</inkml:trace>
  <inkml:trace contextRef="#ctx0" brushRef="#br0" timeOffset="44207">24333 4873 26290,'-26'-4'16,"0"20"-204,13 26 1,4 10-555,0-10 0,2 1-163,0-1 1,2-1 904,6-1 0,1-6 0,0-9 0,3 7 0</inkml:trace>
  <inkml:trace contextRef="#ctx0" brushRef="#br0" timeOffset="44583">24544 4548 25674,'-44'15'44,"15"5"-32,36 8 16,15 5 22,11-7 45,0-3 112,2-7 23,-16-16-40,-7-12-16,-7-9-28,-3-9-12,-8-2-22,-5 0-6,-7 3-27,-2 5-62,2 7-1,-11 7-32,8 8-57,-7 8-129,10 10-481,7 10-1401,10 8-224,7-5 1460,21 13 0,-16-28 0,10 8 0</inkml:trace>
  <inkml:trace contextRef="#ctx0" brushRef="#br0" timeOffset="44783">24942 4803 26855,'46'-24'-1010,"1"0"0,-10 2 0,0 6 1010,13 15 0,-3 6 0,-13-4 0,17 3 0</inkml:trace>
  <inkml:trace contextRef="#ctx0" brushRef="#br0" timeOffset="44966">25105 5059 27096,'39'-12'-318,"0"0"1,3 1-1,-4 2 1,0 6 0,-4 1-1</inkml:trace>
  <inkml:trace contextRef="#ctx0" brushRef="#br0" timeOffset="45717">25883 4766 22991,'21'-57'466,"0"1"1,-5 8 0,2 8-294,12 13-16,7 10-146,5 4-11,10 9 11,-6 13 15,-10 4-31,8 15-68,-9 12-39,-7 3-34,-8 9 62,-30-12 67,-16-4 51,-21-6 56,-7-6 55,1-9 96,12-6 136,15-5 49,13-5-56,8-4-179,7-2-91,4-2-44,5 1-28,7 4-5,8 4-6,10 10-17,10 7-17,6 13 17,-2 6-11,-11 2 16,-17-2-22,-25-5-55,-26-2-35,1-15 1,-4-2-748,-9 1 0,-3-2-1039,-6-1 0,0-2 1374,4-2 0,4-1 0,-13 0 0,27-3 0</inkml:trace>
  <inkml:trace contextRef="#ctx0" brushRef="#br0" timeOffset="47740">27067 5123 24934,'26'43'59,"-1"1"1,-4 6 0,-14 0-1401,-34 0 0,-15-1-1936,13-14 0,-2 1 0,-1-1 1872,-2-1 1,-1-1 0,2-4-1,-4 0 1,6-7 0,11-7-1</inkml:trace>
  <inkml:trace contextRef="#ctx0" brushRef="#br0" timeOffset="48607">27908 4805 24592,'-13'-52'504,"-1"0"0,2 3 1,8 7-371,17 10-61,13 2-34,11 4-16,9 8-23,7 8-6,2 10 6,-3 14-11,-11 9-17,-13 15 5,-16 7 18,-22 5-1,-17 0-5,-16-3 11,-4-8 11,4-9-11,8-9 51,9-10 38,9-6 18,5-3-7,7-7-38,3-1-28,5-5-40,5 1 6,8 0 22,7 4-10,10 3-1,9 8-22,10 7-17,5 8-34,-4 5-39,-12 3-22,-19 0-146,-26 0-246,-23-3-337,-22-1-33,19-14 1,-2-1-2203,0-1 1,1-2 2648,-18 1 1,21-5 0,15-2 0</inkml:trace>
  <inkml:trace contextRef="#ctx0" brushRef="#br0" timeOffset="48917">29035 4459 24925,'-43'26'142,"-1"-1"0,1 1 1,2-2-1,0 1 1,4-2-65,2 0 0,4 0-14,2-1 1,2 0 8,-10 18 289,24-8-290,16-10 74,42 3-129,13-12-567,-11-5 1,4 0 518,0-3 0,0 0-308,0 0 1,-1 0-2284,-4 1 1,-2 1 2621,-10-1 0,-4 0 0,5 3 0,-20-4 0</inkml:trace>
  <inkml:trace contextRef="#ctx0" brushRef="#br0" timeOffset="51207">29388 4537 23315,'40'-16'-282,"1"0"1,-1 0 0,17-5 0,-3 6-1781,-21 11 1,-2 5 928,3 1 1,-2 0 0,4 0 0,-7 2 0</inkml:trace>
  <inkml:trace contextRef="#ctx0" brushRef="#br0" timeOffset="51374">29607 4695 25886,'45'-15'-610,"0"0"1,-4 2-1,-3 1 1,15 2-1,-22 4 1</inkml:trace>
  <inkml:trace contextRef="#ctx0" brushRef="#br0" timeOffset="53283">30415 4418 23758,'-17'-45'373,"-1"0"0,3 3 1,7 8-341,13 14 18,11-1-51,5 7 17,11-1-62,15 7 6,-6 11 11,-1 3-28,-9 15 16,-11 5 7,0 13 10,-10 6 12,-19 15 34,-2-19 49,-21 13-49,2-24 22,-9 2 16,1-7 152,0-8 68,13-8-125,7-5 102,12-8-40,4-6-100,4-3-90,4-2-17,7 4-16,0 4-1,9 4-11,-1 4-22,21 13 5,-4 5 40,10 15-12,-18-7-27,1 10-18,-16 0 35,-7-1 10,-20 0 34,-18-16-34,-3-7-156,-21-7-427,20-8 1,-1-2-1605,0-1 0,0-2 2193,-2-2 0,3 0 0,2-4 0,16 5 0</inkml:trace>
  <inkml:trace contextRef="#ctx0" brushRef="#br0" timeOffset="96191">9090 9078 15916,'-62'11'1152,"1"0"0,2 0 0,12-2-564,29-3 73,6-1 101,24-1-342,18-1-213,28-3-131,-17-2 0,5-2-818,11-1 1,3 0 746,-12 0 1,1-1 0,1 1-632,7-2 0,1 1 0,1 0 607,-10 1 1,0 1 0,1-1 0,1 1-34,3 0 0,2 0 0,-1 0 0,1 1-25,3 0 0,0 0 0,1 1 0,-1 0 17,1 0 0,0 1 0,0 0 0,-1 1 6,-3-1 1,0 1 0,-1 0 0,-1 1-54,9-1 1,-3 1 0,-3 0-318,9 1 0,-8 1 217,5 3 218,-59 2-11,-25-2 14,-24-1 0,-10-2 22,5 0 1,-4 0-212,0-2 1,-5 1 0,0 0 196,0-1 1,0-1-1,-1 1-5,12-1 0,-1 1 0,-1-1 0,1 0-5,-3 0 1,1 0-1,-1-1 1,-1 1-1,1-1 1,-1 1 0,1-1-1,0 0 14,1 0 1,0 1 0,1-1 0,1 0 49,-12 0 1,1-1-1,2 1 126,4 0 0,1 1 0,5-1-135,2 0 1,6 1 581,-21-1-396,64 1-57,24-2-163,34-2-128,-15 1 0,6 0 67,-10 0 0,3 0 1,2 0-1368,9 0 1,2-1-1,-1 0 1224,-2 0 0,-1 1 1,-3 0-1,5-1 0,-5 1 1,9-1-1</inkml:trace>
  <inkml:trace contextRef="#ctx0" brushRef="#br0" timeOffset="100583">22197 6581 23343,'-52'-10'360,"0"0"1,-6 3-1,6 7-259,13 13-73,-14 12-22,20 5 16,14 5-11,10-5-11,28 16 0,10-14-3,-5-8 1,4-1-237,1-4 0,0-1 219,1 1 1,0-1 119,18 10-83,2 8 11,-34-13 17,-14 7-17,-38-11-17,4-11 0,-4-1-265,-9-1 1,-2-1 261,-6-1 1,-1-2-266,-1 1 1,1-3 261,5-3 1,2-1-127,10-1 1,3-2-1258,-8-13-5124,25 0 6502,20 1 0,1 8 0,2 4 0</inkml:trace>
  <inkml:trace contextRef="#ctx0" brushRef="#br0" timeOffset="101166">22621 6707 21058,'-2'-4'3881,"1"1"-2822,1 3-1014,-30 5-17,15 16-5,-21 10-18,28 15 12,12 0 5,13-4 12,16-6-17,13-9-17,8-11 67,2-12 73,-5-14-39,-16-3 252,-7-28-113,-19 8 7,-3-16-23,-13 11-39,-5 4-68,-1 8-66,1 5 5,4 8-12,3 5-32,3 5-18,0 2-44,2 1 50,-1 4-12,1 1 1,-1 2-28,1-2 45,0-2 27,2-1-27,0-1 11,3 0 5,0 1-22,0-2 11,-2 1 34,-3 0-213,2-1-319,-1 0-997,3 2-3569,5 4 5053,-1 2 0,-1-1 0,-3-3 0</inkml:trace>
  <inkml:trace contextRef="#ctx0" brushRef="#br0" timeOffset="101856">23197 6841 25348,'4'-43'597,"0"0"1,0 4 0,-2 8-425,0 16-117,-1 8-39,3 10 0,4 13-17,6 12-11,3 14 0,3 6-1,-4 5 12,-5 1 0,-8-3 17,-11-9 28,-8-12 28,-7-14 5,-2-17 6,2-16 0,6-15-11,8-14-23,5-11-345,11-5 345,5 1-5,8 8-17,5 13-11,4 12-12,6 13-16,7 8 0,6 8 0,6 9-1,2 10-318,-4 11 308,-7 5-1,-15 4 337,-17 1-326,-20-2 18,-14-3 5,-12-7 17,-1-10 0,5-10 319,7-15-314,9-11 1,7-15 11,9-12-1,8-7-16,13-3-374,9 5 358,9 10-142,6 13 130,5 13-11,5 9-23,4 13-237,-30-1 1,0 3 186,-1 3 0,0 2-278,-3 3 1,-2 1-1967,14 24 2328,-18 7 0,-12-22 0,-8-4 0</inkml:trace>
  <inkml:trace contextRef="#ctx0" brushRef="#br0" timeOffset="102057">24453 6622 23069,'0'-3'2655,"0"1"-2442,0 2-756,89-36-147,-48 28-990,-2-2 0,9-2 1,-5 6 1679,-7 11 0,-5 4 0,16 1 0,-7 2 0</inkml:trace>
  <inkml:trace contextRef="#ctx0" brushRef="#br0" timeOffset="102190">24481 6873 25219,'51'-15'-1405,"1"1"1,0 0 0,10-4-1,-10 4 1,-10 6 0,-31 6-1</inkml:trace>
  <inkml:trace contextRef="#ctx0" brushRef="#br0" timeOffset="104692">25642 6497 23713,'12'-53'358,"1"0"1,-2 8-1,1 7-330,8 10-5,6 12-12,1 10-17,14 4-11,-11 9 1,2 2-35,23 15-307,-1 7 257,-12 11-16,-19-5 10,-4 12 63,-20-3 77,-33 3-5,2-19 19,2-10 1,-3-3 92,-14 0 73,-7 1 90,14-9 168,14-9-382,14-3 18,10-7 273,13 1-346,10-2 5,28 1 6,2 7-305,-16 4 0,-1 3 265,14 4-11,-18 2 1,-1 3-304,21 14 297,-19-9 1,0 2-40,-4 0 1,-3 2-340,10 25 193,-22-17-374,-26 5-415,-20-18-1002,-18-1-2627,-5-8 3925,8-9 1,20 0-1,14-3 1</inkml:trace>
  <inkml:trace contextRef="#ctx0" brushRef="#br0" timeOffset="105224">26739 6490 25718,'-17'-45'188,"1"-1"1,-3 6 0,12 8-167,39 18 12,19 7-34,9 1-265,-22 5 0,1 3 253,-3 2 1,-3 2 127,19 7-136,-21-2 1,-2 3-104,13 22 50,-8 2-39,-16 10 23,-33-9 49,-17-2 24,-1-10 21,-12 0 46,6-7 413,4-4-329,6-4-29,19-12-72,7-4 50,13-9-34,8 0 17,18-5-33,11 7-12,9 5-11,-8 4-14,-17 4 1,1 2-1,2 3 0,0 2-11,-2 1 0,-1 1 3,1 3 0,-6 2-6,-7 13-5,-20-7-79,-41 12-84,-6-12-356,9-6 0,-3-2 98,5-4 1,-1-3-552,-1-1 0,0-3 994,0-2 0,2-2 0,-4 1 0,8-4 0</inkml:trace>
  <inkml:trace contextRef="#ctx0" brushRef="#br0" timeOffset="105525">28097 6691 27606,'-1'-20'106,"26"3"-98,16 13 1,10 3-712,3-1 0,1 1 703,1 0 0,0 1 0,-3 1 0,-3 0-112,-8-1 0,-4 2-886,9 3 998,-35 2 0,-11-3 0,-11 1 0</inkml:trace>
  <inkml:trace contextRef="#ctx0" brushRef="#br0" timeOffset="107675">7501 15351 15300,'-2'-5'4946,"1"2"-2392,1 3-2218,-11-62-213,8 46-83,-8-46-1,16 64 17,2 9 11,5 9 11,-1 12-16,-1 9-6,-4 6-28,-4-9-6,-1 5 18,2-5 16,5-3-12,0-7 158,18-11-56,3-11-85,8 1 12,-4-7 0,2-3 5,18-1-327,-13 1 0,1-2 268,-7 1 1,-1-2 5,2 0 1,-1 0-10,3-2 1,0 0-9,3-1 1,1 0-4,4-1 1,0 0-507,4 0 0,1 1 492,3 0 1,0 0 5,5 1 0,-1 1 3,-12 2 0,2 0 4,-1 1 0,4 0 0,-4 1-4,3 1 0,-1 0 1,-4 0 1,3 0 0,-3 1 1,4 0 0,-3 2-69,-4 0 1,-1 0 71,-5 0 0,0 0-1,-2 0 1,-1 0-4,0 0 1,0-1-3,2 0 0,-1-1-179,2-1 1,0 0 180,1 0 1,1 0-3,0 0 0,-1 1-6,0 0 1,-1 0 11,27 1 475,-11 1-475,-13 0 997,-13 1-975,-10-1 118,-6-1-135,-1 0 442,1-2-441,5-1-1,3-1 0,5 0-11,0 2 34,-1-1 72,-3 1 135,-7-2 51,-4-1-80,-4-3-4,-3-4-52,0-4-49,0-2 16,1 1-33,1 3-23,0 4-28,-1 3-224,0 2-1792,-4 2 1977,-6 5 0,4-2 0,-2 2 0</inkml:trace>
  <inkml:trace contextRef="#ctx0" brushRef="#br0" timeOffset="115692">29488 6525 17232,'9'-55'1887,"0"-1"1,-2 7 0,-6 6-1137,-16-1-314,-14 18-191,-13 14-67,-9 20-33,-6 16-519,27-3 1,2 5 380,1 5 1,2 4-6,2 5 0,4 3-1,3 4 1,5 2-313,3 2 0,5 2 301,8-1 1,6 0-499,6-2 1,6-2 497,9-2 1,6-5 8,4-4 0,3-5 17,1-6 0,1-6-132,-5-5 0,-2-7 311,22-10 554,-22-18-474,-20-15 679,-17-8-798,-21-3-28,-17 1 272,8 25 1,-4 2-380,-5 3 0,-3 3-19,-5 3 0,-3 3-308,-13 7 0,1 3-354,18 0 1,0 3 91,-17 12 0,7 3 1,22-8-1,-8 13 0</inkml:trace>
  <inkml:trace contextRef="#ctx0" brushRef="#br0" timeOffset="120598">10578 15182 16297,'-40'1'898,"0"1"0,-8 2 1,5 3-306,4 7-22,-16 5-324,24-8 83,5-1-280,17-8 102,1 1-80,26-7-49,5-2-12,9-2 0,14-5 12,-14 4 10,15-4 23,-12 2-11,-3 1-6,-9 1 124,-7 2 10,-9 3-139,-8 2-29,-8 1 12,-10 1-22,-1 2-1,-14 3 40,-10 6-6,0 1-6,-6 3-50,21-5 0,13-3-11,9-3 78,16-3 6,5-1-34,13-4 11,6-4 6,7-6-5,-7 3 10,14-6-33,3 1 12,-5 0 21,-2 2 74,-26 9-12,-14 4-95,-7 3-23,-25 11 1,-6 3 16,-23 8-1222,0-2 1228,12-5-56,14-6 1,1-1 67,-4 1-40,-7 3-34,25-9 23,11-3 67,12-1 1207,8-6-1235,14-3 126,9-7-131,8-2 33,4-2 11,1 1-28,-5 2 0,-9 5 23,-14 4-17,-12 4-40,-19 6-5,-11 5 17,-19 6 5,-9 4 18,-7 2 44,0 0 51,8-5 50,13-4-90,16-5 123,12-6-39,14-6-95,9-5-95,13-6-656,10-1-1298,-5 4 1993,4 1 0,-24 8 0,0 1 0</inkml:trace>
  <inkml:trace contextRef="#ctx0" brushRef="#br0" timeOffset="126781">30096 6640 18761,'0'-5'5198,"0"0"-3483,0 5-1637,-7-57-78,5 48-6,-2-31-27,11 74-107,6 18-101,-5-18 0,1 1-565,-1 4 0,0 0-211,-1 2 1,-1 1-1060,-2-3 1,-2 1 2075,-4-2 0,0-3 0,0 4 0,-4-10 0</inkml:trace>
  <inkml:trace contextRef="#ctx0" brushRef="#br0" timeOffset="126948">29918 6890 22649,'54'-25'-659,"-1"1"0,0-1 1,-2 2-1,-1 2 1,-2 7 658,7 12 0,-6 6 0,9-3 0,-11 3 0</inkml:trace>
  <inkml:trace contextRef="#ctx0" brushRef="#br0" timeOffset="127332">30552 6601 23894,'44'-25'25,"0"1"0,-1 0 1,17-8-1,-5 14-30,2 37-29,-11 14 12,-14 9 10,-16 10 1,-22 4 11,-18 0 5,4-29 1,-4-1 14,-9 2 0,-1-3-4,-13 7-2,17-13 0,2-2 512,5-1-487,4 0 234,13-3-48,28-3-93,0-4-104,41-2-23,-28-5 1,4-2-636,16 0 1,4-1 78,-14 0 1,2 1-1,0-1 183,8-1 0,1 1 0,-6-1 0,-2 2 0,-4-1 0,-5 1 0,1 0 0</inkml:trace>
  <inkml:trace contextRef="#ctx0" brushRef="#br0" timeOffset="129924">8778 15163 9156,'-11'1'6839,"3"0"-3876,8-1-902,0 0-1367,-70 8-156,38-4-294,-12 2 0,-1 0 226,13 0-252,6-1 387,-5 1-280,19-4-196,-3 1 39,12-3-34,2 0-33,12 0-28,3 0-40,7 0 57,14 0 0,-4-1-46,19-1-4,-2-1-1,8-1-28,5 0 6,-28 1 0,0 0-150,0 1 0,1 0 138,0 0 1,-1 1 5,-1 0 1,0 1 0,28-2 4,-5 2-16,-5-1 12,-4 0 10,-10 0-28,23-1 34,-13 0-544,-12 1 0,1 0 511,10 0-102,-11 1 0,0 0 118,12 0-3,-13 1 1,-1-1-3,18 0 256,-3 1-228,0-2-40,3-2 23,5-1-269,4 0 247,2 2 16,-4 0-17,-5 2 17,-9 3 12,-13-1 994,5 4-1005,-15-4 268,8 1-252,-5-3 28,4-3-39,6-1 353,5-2-314,4 1-45,-2 1 12,-6 2-23,-9 2 28,-11 0 22,-8 0-16,-4 0-1,-2 0-223,-5 0-3546,-7 2 3736,-5 1 0,3 0 0,4-1 0</inkml:trace>
  <inkml:trace contextRef="#ctx0" brushRef="#br0" timeOffset="131073">24724 8246 23450,'44'-26'-264,"0"0"1,1 3 0,0 6-295,-7 13 1,-1 5-1717,-1 1 1,-2 3 195,15 3 2078,-21 23 0,-20-20 0,-6 11 0</inkml:trace>
  <inkml:trace contextRef="#ctx0" brushRef="#br0" timeOffset="131200">24831 8387 17132,'-45'22'1622,"0"1"0,6-3 1,10-4-839,24-10-257,21-6-387,23-8-314,-7 1 1,4-1-2773,12-3 0,2 0 2946,0-1 0,-2 2 0,-13 2 0,-4 1 0,9-1 0</inkml:trace>
  <inkml:trace contextRef="#ctx0" brushRef="#br0" timeOffset="137157">26543 8036 23758,'12'-8'397,"-3"2"-212,-7 15 118,-2 0-197,-2-1 168,-9 5-72,-4-8-107,-4 2 124,-2-6 61,5-7-28,-3-7 17,3-20-135,7-3-89,3-4 22,13 1-55,6 11 10,18-4-11,2 14 0,10 8 1,-13 14-24,12 13-27,3 21 0,-4 8-170,-20-16 1,-7 3 158,-17 28 33,-10-28 0,-7-1-288,1-6 1,-5 0 318,-13 5 0,-6-1 0,-4-2 0,-1-2 0,10-4 0,-2-1 14,-16 5 0,2-5 0,11-9 28,-6 1 50,31-16-56,17-5 6,22-8-16,11 3-7,28-1-16,-11 9-28,-13 2 0,2 3-6,3 2 0,1 1-167,0 1 1,0 1-38,5 3 0,-3 1-393,-11 1 1,-4-1-513,13 8-8705,9 2 8814,-29-11 1,7 2 0,-24-9 0</inkml:trace>
  <inkml:trace contextRef="#ctx0" brushRef="#br0" timeOffset="137523">27463 8147 23601,'-9'-53'730,"1"0"0,-1 5 0,-5 10-495,-20 17-111,-11 11-63,5 11 18,-19 16-35,26 2 1,1 5-23,0 0 1,2 2-286,-3 8 0,5 1 260,12-4 0,4 0 133,-1 16-107,16 5 5,27-9 33,10-6-78,-11-19 0,3-6 286,24-11 61,-2-17 29,-7-15 16,-7-7-84,-9-1-101,-8 5-60,-9 9-130,-7 10 410,-3 10-410,-3 8 0,-1 28 0,0 11 0,-1-4 0,0 3-1011,-2 6 0,0 0 666,0-6 1,-1 2-2933,-1 5 0,-1 5 0,1-6 1677,1-12 0,0-2 0,-2 17 0,1-7 0,3-27 0</inkml:trace>
  <inkml:trace contextRef="#ctx0" brushRef="#br0" timeOffset="141557">11190 9952 12645,'-52'0'1300,"0"-1"1,0 1 0,4 0 0,1 0-1,3 0-569,2 0 0,4 0-154,-15 1-432,13 0 1,30-1 89,21 1-168,4-1-6,18 0 1,7 1-59,-3-1 0,3 0-806,21-1 0,3 0 789,-17 1 0,0-1-20,11 0 1,-1-1-87,-15 1 1,0 0 74,8-1 0,-1 1-16,10-1 66,-24 1 18,-37 2-23,-30 3 5,-3 1 1,-4-1 2,-3 1 1,-3 1 228,-13 0 1,-1 1-218,8-1 0,2 1-6,10-2 0,1 0 33,-15 3 1,1 1-120,19-3 1,1 0 130,-12 2 0,1 0 30,-6 3-66,18-4 39,19-2 0,13-4 89,32-1-112,15-5 79,-9 1 0,4 0-278,5-2 0,2-1-1068,6-1 0,1 1-133,-10 2 0,0-1 1361,6 0 0,-6 1 0,-9 2 0,-2-1 0</inkml:trace>
  <inkml:trace contextRef="#ctx0" brushRef="#br0" timeOffset="143266">13284 9992 9757,'-51'5'1457,"0"0"0,0 0 1,5 0-1,1-1 1,4 0-660,0-1 0,5-1 568,-16 1-638,26-1-502,21-5-58,23-2-28,21-5-56,23-1-640,-21 5 1,3 1 532,7-2 1,2 1-17,7 0 0,0 0-445,-17 2 0,1 0 0,-1 1 433,0-1 1,0 1 0,1 0-38,4 0 0,1 1 1,-3 1 47,-1-1 1,-1 1-65,5 0 1,-6 1-26,-19 2 141,-15 4 16,-39 4-26,-12-1 1,-6-1-9,10-1 1,-1-1-84,-7 1 1,-4 1-1,2-1 117,-10 2 0,0 0 0,9-2 0,-3 1 0,0-1 35,1 1 1,0-1 0,1 0 6,3 0 1,0-1 0,2 0 24,-13 2 1,4-1 606,12-2 1,5 0-608,-5 0-45,37-4 29,33-7 5,34-4-54,-18 1 1,5 0-681,9-2 0,3 0 650,-16 4 0,1-1 0,0 0 9,3 0 1,0-1-1,1 1-15,-1 1 1,1-1-1,0 1-332,6-2 0,1 1 1,-2 1-1809,-11 1 1,-2 2 0,-1-1 2145,20-1 0,-8 1 0,-7 2 0,-26 3 0</inkml:trace>
  <inkml:trace contextRef="#ctx0" brushRef="#br0" timeOffset="157383">20433 9556 20963,'-39'-33'565,"1"0"1,-1 1 0,-8-12 0,4 11-269,-7 26-118,10 12-118,2 2 1,8 11 0,2 4-62,5 2 19,1 8 1,6 1-15,13-6 1,14 23 5,16-17-25,0-7 0,4 1 0,-1-4 0,1-1-369,8 5 0,-1-1 372,-7-4 0,-2-2 5,14 12 183,-13 4-138,-26-11-5,-41 11-34,10-20 0,-5-4-470,-17 4 1,-2-4 477,12-3 1,0-2-1,-12 0 1,1-3-9,14-1 0,1-2-118,-6-3 0,3-5-1108,-4-16-3446,34-20 4672,25-1 0,2 14 0,-4 12 0</inkml:trace>
  <inkml:trace contextRef="#ctx0" brushRef="#br0" timeOffset="157592">20835 9451 24458,'-13'41'-19,"0"0"0,4 8 1,7 1-335,11-11 0,4 1-1590,1 9 0,-1 0-1460,-3-7 0,0-2 2847,-3-4 0,-1-3 0,1 8 0,-4-20 1</inkml:trace>
  <inkml:trace contextRef="#ctx0" brushRef="#br0" timeOffset="158543">20657 9959 22873,'-2'-43'198,"-1"-1"0,5 4 0,7 10-215,41 23-9,-17 4 1,0 0-828,27-1 791,-21 2 1,2-1-40,1-1 0,0-1 70,-2-1 0,1-1 34,1-1 0,-4-2 42,5-7-17,-20 4 350,-13-1-289,-13 4 153,-14-2-107,-6 5 55,-12 8-84,10 4 559,-6 9-368,5 9-213,4 3-39,6 7-6,16-5 0,12-3 6,10-4 6,10-6 27,4-6 40,1-9 38,-2-10 24,-6-9-1,-7-12 29,-10-5 38,-8-5 0,-12 1-10,-9 4-52,-8 8-105,2 11 89,-15 7-123,11 14-12,-11 9-38,12 15-23,8 9-12,9 10-116,10 7-231,10 7-337,-1-27 0,2 0-49,4 1 0,2 0-451,2-1 0,4-1-840,2-3 0,3-3-1947,2-5 0,2-4 2089,0-5 1,0-4 1921,29-9 804,-11-16 5105,-13-13-796,-15-6-1802,-11-2-1351,-8 1-71,-5 4-993,-4 5 163,-1 8-639,0 7-178,2 7-225,2 3 33,1 17-55,0 8-34,3 25 27,1 14-300,0-22 1,1 2 280,1 6 0,1 1-390,1 2 0,0 0 418,1-3 1,0-3-7,-2-8 1,-1-3 25,1 12 11,-12-23 5,-6-19 1,-8-19 543,-2-15-538,0-20-33,10 16 0,2-3 133,0-7 0,2-2-125,1-5 0,3 0-430,1-1 1,2 2 443,3 1 0,2 2-20,2 6 1,1 2-119,2 5 1,3 1 121,16-20-24,7 12 7,10 11-18,7 12-5,5 8 12,-1 14-24,-6 10-10,-12 12 5,-16 8 487,-25 4-537,-25 2-29,4-20 1,-5-3 48,-5-1 1,-2-1-604,-1-2 1,-1-2-1491,2-3 1,1-2 2167,-16 2 0,23-6 0,17-2 0</inkml:trace>
  <inkml:trace contextRef="#ctx0" brushRef="#br0" timeOffset="159316">22194 9843 23612,'16'-38'-851,"3"7"-3530,9 28 4381,0 2 0,-10 1 0,-6 0 0</inkml:trace>
  <inkml:trace contextRef="#ctx0" brushRef="#br0" timeOffset="159693">22530 9685 22621,'-2'-42'690,"-1"1"1,3-1 0,4 7-523,18 12-90,14-2-33,11 9-23,-11 11 1,0 3-34,14 4 11,-14 3 0,-2 5 33,2 19-38,-1 13-34,-19 13-2107,-25-16 1,-6 0 2156,-11 16-8,-7-15 0,-4-2 197,7-14 1,0-3-187,-6 5 0,1-1-6,4-5 1,2-2-15,-11 10 68,22-15-40,16-5 18,22-7 3156,14-2-3174,21-2-277,-13 0 0,2 0-118,-1 1 1,0-1 8,0 1 0,0 0-1832,5 3 1,0 2 2195,-3 2 0,-2 0 0,19 1 0,-8 2 0</inkml:trace>
  <inkml:trace contextRef="#ctx0" brushRef="#br0" timeOffset="160026">19828 10900 19192,'-59'19'588,"0"-1"0,3 1 0,12-3 387,27-7-23,59-10-753,-2-5 0,7-2-1922,4-1 0,5 0 0,0-1 1754,-9 2 1,-1-1 0,4 1-9,4-1 1,4 1 0,2-1 0,-1 1-83,-2 1 0,-1 0 0,2 0 0,6 0 63,-11 2 0,4-1 0,3 0 0,2 0 0,0 1 0,0-1 0,-3 1-107,-3 0 1,-2 0 0,0 1 0,0 0 0,0 0 0,2-1-1,0 1 103,0 0 0,1 0 0,2 0 0,0 0 0,0 0 0,-2 0 0,-2 1 0,-3-1-173,9 1 1,-4-1 0,-2 1 0,0 0 0,2 0 173,4 0 0,3-1 0,-1 1 1,-2 0-1,-3 0-22,-3 0 0,-5 0 0,1 0 0,1 0-562,11 0 1,3-1-1,-1 1 1,-7 0-389,-7 1 0,-4-1 0,-2 1 971,19 0 0,-13 0 0,-32 2 0,-5 0 0</inkml:trace>
  <inkml:trace contextRef="#ctx0" brushRef="#br0" timeOffset="164793">24560 10061 24374,'3'-46'739,"0"-1"1,1 7-1,-2 7-560,-1 20-151,1 13 6,0 17 5,-1 17-84,0 21-90,-4-22 1,0 3-669,-1 3 0,1 1-396,-2 1 0,1 0-3139,1-2 0,2-1 4338,4 21 0,-1-24 0,3-19 0</inkml:trace>
  <inkml:trace contextRef="#ctx0" brushRef="#br0" timeOffset="165160">24970 9730 16628,'-4'-7'5819,"1"1"-4755,3 6-212,0 0-718,-56-23-39,39 37-33,-40-11-40,60 40-5,11 1 17,11-5 16,8-8 84,1-13 118,-1-11 40,-7-15 22,-5-12-34,-9-12-39,-6-5-57,-11-4-21,-5 2 5,-7 4-62,0 7-83,-1 10-46,3 8-61,1 9-140,3 11-392,3 9-1305,6 9-5904,13 6 7825,7-3 0,-3-11 0,-3-9 0</inkml:trace>
  <inkml:trace contextRef="#ctx0" brushRef="#br0" timeOffset="165467">25345 9979 25914,'54'-18'-450,"0"1"0,-1 1 0,-1 4-628,-7 9 0,-1 3-3521,-3 0 1,-1 0 4598,20 2 0,-26-1 0,-19 2 0</inkml:trace>
  <inkml:trace contextRef="#ctx0" brushRef="#br0" timeOffset="165627">25395 10164 22179,'46'-10'-840,"-1"-1"1,1 0 0,8-1-1,-11 2 1,-18 3 0</inkml:trace>
  <inkml:trace contextRef="#ctx0" brushRef="#br0" timeOffset="165993">26229 9799 27841,'-25'-7'140,"-1"16"-129,15 29-45,2 9-5,12 0 39,16 1-11,-1-19 11,17 1 11,-7-22 51,8-6 16,11-20 51,-7-7-23,-2-5 135,-9-1-105,-13 10-136,0-2 0,-8 9 0,-4 7 0,-3 13 0,-1 2 0,-1 18 0,-1 7-309,0 19-562,1-21 0,0 4 192,3 10 1,0-1 0,0 6-1,2 2 1</inkml:trace>
  <inkml:trace contextRef="#ctx0" brushRef="#br0" timeOffset="166410">27108 10071 22447,'0'-5'3322,"0"0"-1614,0 5-1652,-7-50-34,6 37 23,-7-37 5,8 50 12,0 0-40,-2 0-5,-2 2-11,0 0 5,0 1-5,3-1 117,1-1-95,6-6 22,-1-1-11,4-6-39,-5 5 12,-2 0-108,-2 3-1130,-4 2 1226,-1 8 0,0-5 0,2 6 0</inkml:trace>
  <inkml:trace contextRef="#ctx0" brushRef="#br0" timeOffset="166810">27267 10451 24603,'0'-4'2499,"0"2"-2012,0 2-521,-13 41-291,-12 10-711,3-4 0,-6 5 504,4-15 1,-3 0-1,3-3 1,1-2-1,2-3 1,-2-1 0,0 0-1</inkml:trace>
  <inkml:trace contextRef="#ctx0" brushRef="#br0" timeOffset="167451">28456 9870 22299,'20'-45'779,"0"1"1,0-1 0,7-13 0,-5 9-354,-12 19 314,-6 16-656,-3 13 168,-6 17-201,-5 19-6,-8 23-454,6-21 0,0 3 414,-2 4 1,1 2-1,0 2 1,2 0-3,2-2 0,3 0 12,3-6 1,4-2-16,12 20 33,9-23 29,5-20 22,3-22 50,4-18 23,5-20 66,-17 18 0,-1-1-153,2-3 0,-1 1 5,-1 1 1,0 0 329,16-19-316,-9 12-48,-10 13-41,-7 13 0,-7 10 0,-3 13 672,-1 14-672,0 13-147,0 12-351,-6 6-359,2-26 0,-1 0-1179,-1 0 0,-2-1 1218,-4 21 1,4-20 0,4-18 0</inkml:trace>
  <inkml:trace contextRef="#ctx0" brushRef="#br0" timeOffset="167734">29554 9858 23237,'0'-3'2957,"0"0"-2374,0 3-466,-82 13-1505,31 9 1424,-6-6 0,2 4 9,28 0 0,6 2 504,-6 18-515,20-3 239,22-5-257,18-5-44,18-6-154,-20-13 1,2-1 4,4-2 1,0-1-384,2-1 0,0-1-1868,0-2 1,-2-1 2427,26-3 0,-25 0 0,-19 1 0</inkml:trace>
  <inkml:trace contextRef="#ctx0" brushRef="#br0" timeOffset="167968">29993 9785 25446,'46'-13'-1156,"-1"1"0,1 0 0,-2 1 0,0 1 0,-6 4 1156,-3 7 0,-5 3 0,10-1 0,-19 1 0</inkml:trace>
  <inkml:trace contextRef="#ctx0" brushRef="#br0" timeOffset="168134">30167 9960 21926,'-5'0'4532,"0"0"-4784,5 0-3518,81-25 2638,-31 16 0,-4-4 0,-4 0 0,-11 10 0</inkml:trace>
  <inkml:trace contextRef="#ctx0" brushRef="#br0" timeOffset="170109">31156 9714 24219,'-24'-49'323,"0"0"0,2 3 0,12 8-250,33 14 63,10 7-114,10 6-16,8 9-51,5 11 6,1 10-18,-6 13-298,-12 9 232,-17 5-12,-26 3 74,-24-1 63,3-25 1,-3-1 11,-5-1 0,-1-1-159,-1-2 0,-1-1 207,3-2 0,1-2 157,-19 6 336,14-8-393,20-8 102,8-9-85,17-6 127,9-3-245,15 0 6,23 6-55,-13 4 40,-9 6 0,1 2-58,17 8 14,-18-1 1,2 3-35,7 5 1,-2 4-28,-11-2 0,-2 1-70,19 22-275,-46-1-123,-36-9 162,5-13 1,-5-1-745,-11-1 1,-4-2 113,-4-2 0,-3-2-921,0-3 0,-1-2 1910,-2-2 0,4-1 0,23-3 0,3 1 0,-20-2 0</inkml:trace>
  <inkml:trace contextRef="#ctx0" brushRef="#br0" timeOffset="170435">29358 10706 20059,'-55'9'686,"0"0"0,0 1 0,-17 2 1,20-3-474,41-6 260,38-2-227,33-6-183,-16 0 1,8-2 0,1-1-1310,3 1 1,2-2-1,4 1 1211,-12 1 0,2-1 1,2 1-1,0 0 0,-3 0-13,0 1 1,-2 0-1,0 0 1,4 1-451,1 0 1,3 1 0,2-1 0,0 2 0,-3 0-101,6 1 0,-2 0 0,0 1 0,2 0 598,0 1 0,4 0 0,1 0 0,-3 1 0,-6-1 0,4 1 0,-6-1 0,-1 2 0,-9 0 0,0-1 0,0 1 0</inkml:trace>
  <inkml:trace contextRef="#ctx0" brushRef="#br0" timeOffset="170726">29391 11086 25662,'49'-9'193,"0"1"1,0-1 0,2 0 0,1 1 0,0 0-136,-1-1 0,1 1 0,-2 1-819,-7 1 0,-1 0 0,2 0 791,13-1 0,2 0 0,-5 1-19,-4 1 0,1 1-4,2 0 0,9-1 0,0 1 0,-7 0-77,8 0 0,-2 1-165,0 0 0,4-1 0,-11 2-233,9-1 468,-29 3 0,-27 0 0,-4 0 0</inkml:trace>
  <inkml:trace contextRef="#ctx0" brushRef="#br0" timeOffset="196451">7167 8037 9357,'-45'1'1533,"0"0"0,0-1 0,-16 1 1,5 0-150,-4 0-192,15-1-230,15 1-436,12-1-251,10 0-247,5 0-80,3 0 125,10 0 54,10 0-65,21-3-29,20-1-30,-22 1 0,2-1-383,6 0 1,2 0 342,0 0 1,0 0 0,-1 2 0,-2 0-4,-6 1 1,-2 0-95,16 2 72,-24 2 113,-25 4-12,-26 3-22,-27 5-6,12-6 0,-4 0-323,-8 2 1,-2-1 319,-6 2 1,0-1-179,-1 0 1,-1 0 194,4-2 0,0 0 11,4-2 1,2-1-19,7-1 1,3-1 200,-17 0-135,24-2-107,30-7 631,25-3-602,31-9-3,-17 6 0,4 0 206,9-2 1,3 1-202,6-2 1,2 2-436,-19 4 1,-1 0 0,1 1 45,20-2 0,-1 1 381,-2 3 0,-5 1 0,7 0 0,-17 4 0</inkml:trace>
  <inkml:trace contextRef="#ctx0" brushRef="#br0" timeOffset="198745">13967 7364 21075,'-51'10'1361,"-1"10"-1129,19 11 1,0 5-1376,1-2 1,-2 0 1186,1 0 1,-1 1 5,-3 2 1,1 0-147,4-6 1,0 1 128,-6 6 1,-1 1-26,3-3 1,1-1 5,4-4 0,3-2 289,5-5 1,3-1-483,-7 12-572,13-13-1221,14-9-2951,12-8 4923,5-7 0,-3 0 0,-5-2 0</inkml:trace>
  <inkml:trace contextRef="#ctx0" brushRef="#br0" timeOffset="198935">13345 7628 23013,'46'15'297,"-6"-3"-370,-18 10 0,0 4-1498,3 0 0,1 0 439,4 3 0,-1 0 0,10 10 0,-15-16 0</inkml:trace>
  <inkml:trace contextRef="#ctx0" brushRef="#br0" timeOffset="200877">13361 7622 10892,'-6'1'7175,"1"0"-2039,5-1-4744,-15-7-78,11 6-118,-8-7 50,21 13-128,2 0 67,17 11-12,18 10-128,-8-3 0,-3 0 0,0 1-28,4 9-1,7 8-88,-10 2-544,-9-8-1473,1 7 2089,2-4 0,-17-18 0,0-4 0</inkml:trace>
  <inkml:trace contextRef="#ctx0" brushRef="#br0" timeOffset="201153">13790 7557 20212,'-1'-3'2924,"1"0"-869,0 3-1937,-13-15-22,-2 26-7,-18-3-55,-6 36-17,3-4-23,10-12 1,-2 2-631,-6 5 0,-1 0 633,-1 2 0,-2 0-182,-5 5 0,0-1-690,13-11 0,2-2-3466,-11 15 4341,19-15 0,14-14 0,6-9 0</inkml:trace>
  <inkml:trace contextRef="#ctx0" brushRef="#br0" timeOffset="201393">13257 7770 25948,'34'-4'59,"0"0"0,21-2-34,-10 25 0,0 8-1058,-10-9 0,-1 2-718,17 9 1,-1 2 1093,-14-9 0,-5-1 0,9 7 0,-20-12 0</inkml:trace>
  <inkml:trace contextRef="#ctx0" brushRef="#br0" timeOffset="204868">13728 7627 7621,'0'-6'8335,"0"1"-3048,0 5-4436,-12-36-509,9 27-247,-10-27 129,6 45 118,-7 8-56,-11 17-96,-13 11-469,14-17 1,-2 1 323,-3 3 0,0 0-12,-2 1 1,0-1-29,2 0 1,1-1-29,4-5 1,2 0-448,-8 16-2034,15-11-1551,12-12 3263,7-5 0,-1-9 1,1-2-1</inkml:trace>
  <inkml:trace contextRef="#ctx0" brushRef="#br0" timeOffset="205077">13273 7676 24693,'57'-4'179,"0"0"0,-2 2 1,-3 7-172,-13 13 0,-3 5-766,0-1 1,-2 2-47,-2 2 1,-2 2 803,1 3 0,-4-1 0,4 4 0,-6-3 0</inkml:trace>
  <inkml:trace contextRef="#ctx0" brushRef="#br0" timeOffset="205552">13670 7563 23360,'-11'-5'588,"-6"9"-526,-11 29-90,-8 8 8,14-17 1,-2 0-74,-3 2 1,-1 1-247,-1 1 0,-1 0-567,3-2 1,1-1-1799,-16 15-1942,18-17-2837,14-14 7483,12-12 0,3-4 0</inkml:trace>
  <inkml:trace contextRef="#ctx0" brushRef="#br0" timeOffset="205645">13492 7735 11116,'0'0'0</inkml:trace>
  <inkml:trace contextRef="#ctx0" brushRef="#br0" timeOffset="206928">9003 7695 18887,'17'-54'2713,"-2"9"-1981,-11 29-66,0 1-90,0 3-331,-2 4-255,-1 4-103,-1 2-37,0 9 197,-5 19-78,-5 11 10,-9 21-3,8-28 0,-2 0 50,0 2 0,-1 0 7,0 0 1,0-1 17,-10 26-18,5-10-10,6-12 5,7-11 117,3-11 12,3-7 341,1-9-352,5-9-56,5-12 10,4-13-21,3-14-49,-8 20 1,-1-2-234,1-2 1,0-1 227,0 0 0,-1 1 15,6-26-18,-4 16 17,-5 16-28,-4 14-44,-2 9 22,0 9 16,0 9 457,-2 11-462,-2 11-6,0-3-11,-5 22 0,3-15 17,-2 13 12,3-18-1,2-9 123,2-10 124,-1-9-62,2-8-112,0-10-39,-1-11-17,3-14-11,4-8 17,4-6-1,1 11 12,3-8-34,-8 27-11,2-3-33,-6 19-1,-1 13 23,-2 11 0,-2 17-90,-4 17-611,1-19 1,-1 3 184,-3 11 0,0-2 0,-1 7 1,-2 0-1</inkml:trace>
  <inkml:trace contextRef="#ctx0" brushRef="#br0" timeOffset="213644">29773 4474 12349,'5'-9'7684,"-2"2"-6805,-3 7-588,0 0 180,9-19-309,-27 54-61,9-20-79,-9 17 1,-3 6-23,-11 16-70,15-27 0,-1 0-317,-1 0 0,0-1-985,-19 22-1110,5-11-806,9-16 34,8-15 1591,8-21 1747,4-17 1249,2-18 1781,1-10 549,3-1-1075,1 6-964,2 13-340,0 14-763,-1 13-291,2 10-6,4 13-34,8 12-111,11 16-88,-8-12 1,3 1-787,4 5 1,4 1-1547,5 3 0,3 0 1726,-3-3 1,-2-2-1,13 9 1,-20-18 0</inkml:trace>
  <inkml:trace contextRef="#ctx0" brushRef="#br0" timeOffset="214986">30662 4243 20039,'18'-45'1209,"0"1"1,-5 2 0,-6 7-1059,-15 17 29,-14 2-74,-4 15 56,-12 11-27,-10 14-82,21-5 0,0 4-655,-7 15 1,3 2 615,8-11 0,2 2 25,-7 19 1,5 2-15,11-14 0,3 0 8,-1 10 1,2 1 23,5-4 1,5 1-50,11 3 1,4-3 2,-5-14 1,4-4 21,15 8 1,4-5 67,21-3-1429,-13-14 1,0-3 1456,14-3-245,-19-16 0,-5-5 212,-11-8 663,7-29-659,-23 9-44,-12-13-11,-17 3-12,-7 25 1,-4 3-11,-17-6-15,7 15 1,-2 4-68,13 7 0,0 4 59,-8 1 0,0 3 3,3 3 0,0 3 5,-2 6 0,2 2-19,9-3 0,3 1 11,-19 15 2894,25-9-2899,14-8 982,7 0-943,21-5-6,6-9-11,8-3 502,6-11-468,-5-3-23,-10 1 0,1-2 5,19-13-10,3-4-23,-20 13 11,1 4 0,-9 9-22,3 2-45,5 8 39,-3 7 17,-1 3-11,3 10 11,-7 0-28,1 7 28,-9 2 11,-19 8 0,-17-6 12,-8-3 27,-22-4-22,2-12-6,13-6 1,0-3 10,-10 0 74,-9-22-79,42 2 5,-5-31-10,20-4-254,3 13 1,4-4 244,7-17 0,3-2-1276,0 7 0,2 1 1264,0 0 1,1 2 3,-3 9 0,-1 3 5,5-14-3,-8 18 1,-2 1-9,2-11-12,-3 4 18,-8 22 0,-2 5-6,0 6 278,-1 2-334,-2 4 2735,-5 11-2657,-10 10-22,-3 3 0,-16 22-277,0 3 277,8-7 0,-1 4-388,6-4 0,1 2 388,-3 8 0,3-1 0,10-15 0,1-1-6,2 6 1,2 0-6,4 20 13,11-19 1,4 0 3,2-9 0,5-3-730,9 2 1,3-6 723,17 1 106,-16-16 1,2-4-57,-2-6 1,0-5 5,0-1 0,-1-3 5,2-6 1,-5-3 39,6-26 619,-15 6-641,-12-9-6,-27 5-51,-8 4 17,-23 5-5,-3 19-439,-1 9 372,13 6 680,-17 14-6724,20 5 6077,-10 8 0,26-12 0,11-5 0</inkml:trace>
  <inkml:trace contextRef="#ctx0" brushRef="#br0" timeOffset="216427">30402 9921 21164,'19'-41'836,"-1"0"1,-1 3 0,-9 11-776,-13 22-2790,-20 18 0,-7 11 2740,6-1 0,-2 1-22,-15 13 0,0 2 577,7-3 1,2 0-620,-2-1 0,2-3 8,-12 11 444,17-20 1,1-5-434,0-11 17,0-13 28,11-20 70,12-5 1,4-3-9,2-15 13,4 7 1,3 2 154,9-8 179,10-9-291,-8 26 254,5 7-310,-2 24-3,-3 3-58,21 18-57,3 10-476,-2 0 0,4 3-2289,-2-1 1,0 0 2809,6 5 0,-4-3 0,4 3 0,-21-17 0</inkml:trace>
  <inkml:trace contextRef="#ctx0" brushRef="#br0" timeOffset="217727">31676 9544 18715,'-9'-55'1185,"1"0"1,3 9 0,-4 8-62,-23 13-950,2 23-74,-8 5 43,7 15 0,-1 7-51,5 1 1,1 2-613,-7 4 0,1 3 584,-1 8 1,1 3-1,-1 7 1,2 2-45,10-17 1,0 0 0,1 1-7,-1 5 1,1 1 0,3-1-9,1 8 0,5-3-9,3-11 0,3-2 17,7 3 0,6-3-10,10-5 0,6-3 18,3 0 1,4-4 16,11-1 0,3-7 20,-4-11 1,-2-5 1,24-8 3,-30-5 1,-2-6 5,-5-7 0,-5-4-31,0-1 0,-3-2 11,-1-6 1,-6-1 8,-11 6 0,-5 3 25,-18-28-56,-7 18-9,3 20 1,-5 4 5,3 4 0,-3 4 9,-17-3 0,-2 4-34,10 4 0,0 3 0,-5 4 0,3 2 221,-3 7-249,-1 15 17,27-9 0,-1 9 1006,23-9-995,13-4 490,4-5-451,30-3-39,-6-7-3,-11-1 0,0-1 9,21-6-12,-5-3 6,-14 3 28,4-1-22,-19 6 16,6 0-22,-11 10 17,-1 7-22,2 11-1,1 8-11,1 5 0,-4 3 23,-6 1-6,-16-1 11,-19-5 0,-5-11 0,-6-10 1,-4-4 4,12-6 1,-1-1 8,-13 0 1,1-4 52,-13-17 6,22-18-39,18-23-23,18 21 1,6-3-538,2-7 1,5-1 519,6-4 1,3 0-3,3 0 0,2 1-3,1 2 0,0 0-6,0 4 1,0 1 2,-1 3 0,1 3 8,-3 3 1,1 2-187,-1 4 0,0 2 189,-2 6 1,0 1 8,18-9-6,-12 12-33,-12 9 5,-9 8 1042,-17 10-1031,-11 10-5,-16 12 11,-13 9 6,7-6 2,9-5 0,1 1-80,10-7 0,-1 2 77,-8 10 1,-1 3-6,5-5 0,2 0 5,-1 3 1,0 1-6,0 2 0,1 1 0,0 2 0,2 1-362,2-1 1,2 0 366,4-1 1,2-1 2,4-4 1,4-1 2,12 26-11,17-11 17,19-10-250,-15-25 1,2-3 257,4-3 1,2-3-1,1-5 0,2-3 6,0-3 0,-1-5 8,-1-3 0,-2-4 11,-2-2 1,-3-2 180,-4-3 1,-4-1-19,7-22 666,-23 2-756,-32 7-33,-27 5-349,15 18 0,-3 3 270,-3 1 0,-1 1-3,1 3 1,0 1-29,6 1 1,1 2-497,-26 3 516,0 9 0,33-4 0,-1 4 0</inkml:trace>
  <inkml:trace contextRef="#ctx0" brushRef="#br0" timeOffset="223136">22776 12301 17664,'0'-5'4873,"0"2"-4027,0 3-527,-32-61 106,8 38-257,-6-12 0,-3 4-16,-11 25-52,-9 12-49,9 12-6,6 9-34,13-4 17,8 18-17,23-9 0,13 15-22,19-5-203,-13-20 0,0-1 219,19 14 0,-12-10 1,-2-1-6,-1 1 23,10 22-6,-47-26-17,-20 6 11,-12-12 11,-5-7 1,-3-1-18,12-3 1,0-2-215,-16 2 0,0-3 200,14-3 1,3-2-272,-19-10-140,22-2-3657,20-16-5754,24 10 8673,2-3 0,2 12 0,-11 10 1</inkml:trace>
  <inkml:trace contextRef="#ctx0" brushRef="#br0" timeOffset="223486">23144 12256 20352,'0'-3'4285,"0"0"-3019,0 3-1215,-22-1-23,5 23-6,-14 6 6,18 25-6,15 1 23,17-4-380,21-4 368,-11-26 1,2-4-6,7-1 0,1-4-6,2-2 1,0-4 38,-3-5 1,-1-4 117,23-14-31,-18-14 93,-17-10-73,-13-2-56,-9 0-62,-10 4-33,-6 6-39,-3 8-225,2 7-289,5 7-2063,5 7-7232,4 9 9020,2 1 1,0 1 0,-1-3 0</inkml:trace>
  <inkml:trace contextRef="#ctx0" brushRef="#br0" timeOffset="224076">23858 12317 25819,'42'47'224,"-10"0"-179,-27-1-17,-4-1 0,-5-3 17,0-12 128,-2-10 96,2-11-39,2-12-1,2-9-33,-1-10-56,4-9 0,3-9-22,5-9 5,4-6-39,3 0-28,4 6 28,3 10-61,6 14-51,3 12 28,4 10-12,2 15-16,-4 8 12,-6 13 27,-9 5-6,-11 3-10,-6-1 38,-8-4-38,-5-6-34,-2-8 67,1-9 16,2-7-21,5-8 16,2-9-5,2-9-1,5-9-10,5-7 5,8-2-12,3 2-32,1 4 27,2 9 6,0 6-17,5 6-6,5 6-28,11 7-27,13 9-320,-22-2 1,0 3-119,5 2 1,-1 1-975,0 2 0,-3 2 1473,-4 2 0,-4-1 0,5 4 0,-17-4 0</inkml:trace>
  <inkml:trace contextRef="#ctx0" brushRef="#br0" timeOffset="224336">25326 12191 20744,'-3'-3'3960,"0"0"-3489,3 3-561,79-55-1167,-25 40 936,-17-3 0,5-5 0,-4 9-1111,-4 14 1,-3 6 1431,25 10 0,-27-5 0,-9 2 0</inkml:trace>
  <inkml:trace contextRef="#ctx0" brushRef="#br0" timeOffset="224494">25352 12392 25669,'42'-13'-397,"1"0"0,-1 0 0,2-1 0,1 2 0,-7 3 0,11 5 0,-2 0 0</inkml:trace>
  <inkml:trace contextRef="#ctx0" brushRef="#br0" timeOffset="226943">26600 12330 16135,'4'-10'5018,"0"3"-4189,-4 7 1070,0 0-1658,13-14-40,-8 13-5,9-8-95,-13 14 157,-7 5-113,-4-2-16,-9 2-6,-3-4 46,-3-5 21,3-9 18,4-9-46,8-13-39,8-13-28,12-9-39,9-4-28,3 13 14,-2 18 0,1 3-25,12 0 17,17-2-23,-6 21-17,2 17 1,-1 19-4,-23-9 1,-3 5-248,-3 5 0,-5 3 239,-4 4 0,-7 0-453,-10 5 1,-8-1 447,-8 3 0,-8-3 7,6-14 0,-2-1 0,-2-1 33,-2-1 1,-1-1 0,-1-2-3,-17 8 1,1-4 5,5-7 1,2-4 36,8-6 0,3-4 103,-13-8 1,23-15-35,21-11-38,18-5 424,14 0-447,16 5-11,9 8-61,6 9 277,-28 8 1,0 3-324,0 2 1,0 2-85,0 2 1,-1 3-241,0 0 0,0 2-494,-2 0 1,1 0-3159,28 11-5804,-1-5 7849,-17-9 0,-12-5 0,-20-5 0</inkml:trace>
  <inkml:trace contextRef="#ctx0" brushRef="#br0" timeOffset="227320">27568 12387 22076,'6'-60'950,"0"0"1,-3 5 0,-7 10-610,-23 13-111,-15 15-68,-12 14-33,-5 16-96,28-1 1,2 3-12,2 4 1,2 3-1,-14 26-44,16 3 33,15 0-5,20-4-1,15-7 35,16-11 10,6-13 17,4-16 79,-4-15 145,-2-12 50,-6-9-10,-6-2 10,-10 2 186,-8 6-269,-9 9-69,-4 9-189,-3 7 41,0 11-41,1 11 0,3 19 0,5 20-496,-2-19 0,1 3 496,2 8 0,2 3-309,2 8 1,-1 2-538,-3-16 0,-1 0 1,-1 2 544,-1 6 1,-1 1 0,-1-5 0,1-4 0,-2-3-1,-3-4 1,0 0 0</inkml:trace>
  <inkml:trace contextRef="#ctx0" brushRef="#br0" timeOffset="229244">28236 12484 26066,'-14'-5'772,"-1"1"-615,10 5 0,-3 1-39,3 0 5,1 0-39,6-1 129,23-7-152,12-2-33,-6 0 0,4 1-255,1-1 0,1 1 249,0-1 0,0 1 1,20-4 38,1-1 29,-34 6 5,2 1-11,-21 3-22,-5 2 398,-7 3-561,-4 2-3041,-11 9 3142,5-4 0,3 1 0,10-7 0</inkml:trace>
  <inkml:trace contextRef="#ctx0" brushRef="#br0" timeOffset="232252">8533 14440 7638,'-10'2'4744,"1"0"-2341,9-2 2274,0 0-4408,-28-5 16,18 4-167,-21-3 140,25 14-1,3 2-5,0 11-134,1-7 106,1 4 173,1-5-44,-1-2 337,1-4 256,0-7-100,0-2-667,-3-7-17,0-3 12,-4-13-68,2 0-78,1 1 0,2-2-11,8-5 5,4-1-16,12-7 0,6 11 5,7 4 0,-7 6 0,9 2 0,-8 5 12,13 2-34,-9 3 11,4 4 0,-15 2 0,9 4 5,-1 2 6,27 3 23,-2-4-812,-19-4 0,0-1 778,15-1-175,-19-2 0,2-2 181,24-4-12,-14 1 0,1-1 14,-8 1 1,0 0-6,3 0 0,-2 0 2,6 0 7,8 2 10,-18 2-16,14 1-6,-7 1 6,4 0-29,4 0 17,-8 0 12,11 0 11,-9 0-3,-10 0 0,1 0-14,21 0 28,5 0 1473,-24 1-1535,12 0 468,-16 0-446,12 0 18,-11-2 22,-4 0-22,-7 0 22,10-4-12,-7 0 1,14-1-11,-7 0-29,2 2 23,-11 0 12,0 3-7,-15 1 23,2 0-17,-8 0 12,0 0 38,2-1-33,-1 0 17,10-3-45,-3 0 23,8 1-7,-4 0 1,-1 3 17,-3 0-23,-2 0 11,-4 1 23,-1 0 6,-2-1-57,0 1 12,1 3-1,0 4 40,0 6-17,-1 7-11,-2-2-40,-3 12-94,2-9-3081,2 13 3198,7-11 0,-3-8 0,2-6 0</inkml:trace>
  <inkml:trace contextRef="#ctx0" brushRef="#br0" timeOffset="245703">11409 15199 16112,'-44'0'1335,"0"0"0,3-1 0,7 1-814,12 0-124,3 1-89,4 0-235,4 1 28,3 1-45,7-1 28,9 0-28,11-2-17,11 1-11,10-3-17,5-2 23,1-2-17,-4-1-28,-7 1 55,-10 0 80,-9 2 16,-9 2-106,-10 2-45,-10 0 39,-17 3-28,-16 3 22,-14 5-11,27-5 1,0 0-10,1 0 1,0 0 59,-22 6-6,14-3-51,18-3 7,13-4 16,18-1 5,14-6-16,23-5-14,-14 2 0,2-1-312,7 0 1,1-1 325,2 0 0,1 0-1,-2 1 1,0 1-17,-5 0 0,-2 1-5,23-4 5,-20 5-6,-19 2-44,-22 6-101,-23 6 44,-8 2 68,-9 2 0,-5 2-107,9-2 0,0 0 199,-15 4 0,-1 0 6,17-4 0,4-1 30,-12 3 12,26-8 45,27-11-1,18-7-50,20-8-75,-17 8 0,2 0 8,3 0 0,1 0-14,0 0 0,0 1-51,-3 1 1,-1 0-255,18-5-466,-18 7-2189,-19 4 3185,-16 8 1,-1-2 0,-2 3 0</inkml:trace>
  <inkml:trace contextRef="#ctx0" brushRef="#br0" timeOffset="246794">8795 14316 19546,'-31'40'2195,"-2"14"-2139,12-15 0,0 8 0,-1 0-1036,1-2 0,1-1 0,-1 2 1034,-1 1 0,1 1 1,-1 0-7,1-2 1,0 1 0,1-1-134,1-3 1,1-1-1,0-1 138,-6 15 1,1-2 64,5-9 0,0-2-96,5-8 1,2-3-6,-4 13 28,10-20 1512,3-15-1361,7-13 1080,6-14-1271,12-19-16,-6 8 0,2-2 92,4-8 0,1-2-90,4-7 1,1-3-605,2-4 0,0-2 614,-10 17 1,0-1 0,0 1 3,0-1 1,-1 0 0,-1 0 11,8-16 0,-1-1 16,-2-1 1,-3 2-20,-8 20 0,-1 2 19,-1-5 1,-2 4 50,-6 6-17,0 3-67,-3 13-39,-1 11 583,-2 16-499,-5 19-11,-10 24 210,5-17 0,-2 4-239,-4 6 1,-2 3-835,-3 4 1,-2 2 826,8-19 0,0 0 0,0 0-8,-1-1 1,1 0 0,-1 0-331,-6 15 0,0-2 348,3-6 0,1-2 9,4-8 0,0-2 22,-7 17-5,11-25 72,6-11-44,8-23 553,4-13-627,5-21 20,0 10 1,1-2 571,3-8 1,2-2-573,3-8 1,1-1-203,2-4 1,1-2 200,-8 19 1,1-1-1,-1 1 7,7-19 0,0 1-6,-3 5 1,-1 1 19,-1 4 0,-2 4 11,3-8 17,-6 12-67,-10 34 0,-3 16 44,-7 23-8,-4 9 1,-2 5-24,3-10 1,-1 1-313,-3 6 1,-3 4-1,0-1 251,-4 9 1,0 0-140,2-8 0,0 1 0,-1 1-706,2 0 1,-1-1-1,1-1 652,2-6 1,1-2 0,1-3 0,0 2 0,3-6 0,-2 5 0</inkml:trace>
  <inkml:trace contextRef="#ctx0" brushRef="#br0" timeOffset="250361">29411 12465 19308,'23'-43'931,"1"1"0,0-1 0,7-17 0,-7 6-236,-14 0 18,-17 9-433,-15 14-112,-17 14-50,-15 21-412,21 4 1,0 4 321,-4 6 0,0 3-20,-1 4 1,2 2 8,2 1 0,4 1-6,4 1 1,4 1 174,-5 25-141,26-6 16,22-8 29,22-13 50,16-14-54,-25-14 1,0-5-117,0-2 0,-1-5 175,-1-3 1,-2-3 13,-2-1 1,-4-2 187,16-20-50,-13 3 527,-10 9-634,-10 11-104,-4 9-80,-4 8 420,-5 11-415,-7 14 11,-7 17-53,6-12 1,1 3-547,-3 7 0,1 2 162,-2 9 1,1 1-2368,0 8 1,1 0 2781,1-3 0,2-5 0,4-15 0,1-4 0,-1 6 0</inkml:trace>
  <inkml:trace contextRef="#ctx0" brushRef="#br0" timeOffset="258602">30173 12327 17400,'3'-3'5154,"-2"0"-3368,-1 3-1629,7-14 45,-7 25-107,5-10 112,-16 52-157,2-4-98,2-4 1,0 0-398,1 11-23,3-15 0,2-2-1828,5 11-3361,-3 6 5657,3-15 0,-3-19 0,-1-13 0</inkml:trace>
  <inkml:trace contextRef="#ctx0" brushRef="#br0" timeOffset="258818">29930 12641 13452,'-2'-4'9096,"0"1"-6458,2 3-2498,24-36-95,6 27-23,-1-10 1,4 2-388,2 15 0,1 4 345,5-2 1,1 0-46,3 0 0,0 0-184,-1 0 0,-1 0-544,-4 1 1,-2-1 792,26 2 0,-31-1 0,-12 0 0</inkml:trace>
  <inkml:trace contextRef="#ctx0" brushRef="#br0" timeOffset="263370">30884 12440 22425,'17'-46'1036,"-1"0"0,-2 5 1,-1 8-774,-2 17-162,-5 9-12,-2 15-5,-3 13-5,1 19-85,-9 17-89,2-23 0,-1 2-665,-4 3 0,-1 0-579,-1 1 1,1 1-3199,0-3 0,2-1 4537,-4 21 0,7-25 0,5-18 0</inkml:trace>
  <inkml:trace contextRef="#ctx0" brushRef="#br0" timeOffset="263652">31162 12349 24256,'3'-48'489,"1"0"1,0 5-1,7 8-259,25 17-96,4 7-33,1 9-40,1 11-66,0 10-6,0 13 11,2 11-393,-22-17 1,0 2 369,-2 3 1,-1 1-34,-1 3 0,-3 1-107,-2 0 1,-4 2-317,-2-1 0,-3 0-837,-5-2 0,-3-1 1316,-4 0 0,-1-3 0,-3 3 0,-3-8 0</inkml:trace>
  <inkml:trace contextRef="#ctx0" brushRef="#br0" timeOffset="263819">31219 12610 25331,'32'-31'21,"0"0"0,0 0 1,17-11-1,1 11-660,-3 23 1,1 8-495,5 0 1,-3 2 0,8-1 0,-10 3 0</inkml:trace>
  <inkml:trace contextRef="#ctx0" brushRef="#br0" timeOffset="264827">25198 13866 24262,'42'-42'-101,"1"0"0,2 4 0,4 10-179,2 24 0,3 8-2512,6 3 1,-3 2 2124,-19-3 1,-3 2-1793,4 7 0,-8 3-6051,-19 11 8510,-10 3 0,-7-12 0,-5-7 0</inkml:trace>
  <inkml:trace contextRef="#ctx0" brushRef="#br0" timeOffset="265127">25434 14012 17411,'-56'17'1680,"0"-1"1,7-2 0,13-3-1250,27-8-239,54-15-180,7 0-18,-6 0 0,3-1-589,3 0 1,0 0 569,-10 0 0,-2 0 171,-1 1 0,-5-1-124,6-14 95,-28 1-22,-12-11 337,-28-11 144,-4 7-212,-5 3 387,7 11 733,14 11-1075,3-1-190,7 5-163,10 7-28,17 14-28,-2 3 0,25 24-12,-7 7-133,-15-13 1,-1 5-296,-2 10 1,-5 3-1390,-9-3 1,-5 0-1208,-2-1 0,-6-1 2426,-8-3 1,-3-6-1,1-6 1,0-1 0</inkml:trace>
  <inkml:trace contextRef="#ctx0" brushRef="#br0" timeOffset="269693">26922 13845 23604,'21'-49'250,"-1"0"0,-6 7 0,4 8-71,29 12-117,-10 13-28,18-1-1,-9 10-33,-2 8 41,-12 1-58,2 19-9,-21-4-2,0 13 18,-22-4 21,-8 0-5,-2-8 33,-10 5-11,15-17 116,-8 4 225,16-14-138,0 0-97,4-5-56,3-1-38,4-1-1,2 1-11,6 1-11,3 5 16,6 3-44,5 10 0,7 6 5,6 8-11,3 4 1,-1 0-7,-10-2 1,-13-8-57,-34 5-173,-23-11-107,4-5 1,-5-1-905,-3-3 1,-1-2-3654,1-1 1,1-1 3620,-17 1 0,26-3 0,25-3 0</inkml:trace>
  <inkml:trace contextRef="#ctx0" brushRef="#br0" timeOffset="270019">27747 13810 20358,'0'-4'4721,"0"1"-4031,0 3-270,50-65-3320,-17 39 2956,-1-11 0,2 3 1028,9 21-933,3 12-95,2 10-50,5 14-6,-13 14-14,-5 12 3,-9-4-62,-9-5 0,-1 1-352,2 20-136,-7-19 1,0 1-1753,-4 19-3345,-13-12 5658,-5-16 0,0-15 0,4-11 0</inkml:trace>
  <inkml:trace contextRef="#ctx0" brushRef="#br0" timeOffset="270170">27963 14089 21388,'-1'-4'3574,"0"0"-2756,1 4-661,29-68-213,4 40-928,0-15 0,6 3-3777,-1 25 0,0 7 4038,22-9 1,-15 6-1,-33 8 1</inkml:trace>
  <inkml:trace contextRef="#ctx0" brushRef="#br0" timeOffset="275251">23417 15324 17445,'0'-5'4963,"1"1"-3227,-1 4-1652,12-56-45,-9 45 12,10-35-6,-12 65-6,0 13-6,-4 10-5,-4 4 6,-4 1 22,-3-5-17,1-9 73,4-10 224,4-11 34,2-10-123,3-11-57,4-10-50,2-10-39,6-8-17,3-10 6,4-8-329,1-3 317,2 4-28,5 3-50,-8 22-5,7 5-18,-5 19 23,6 5-11,11 20 6,-12-3-23,11 21-12,-15-7-4,3 11 16,-7 0 28,-8-2 300,-9-5-266,-6-8 39,-3-11-23,-1-8-16,1-11 5,4-9-22,1-11-34,6-10 0,5-3 17,8-1 0,6 4-11,7 8 28,5 8-12,4 8-33,2 10-50,-1 10-157,-2 10-763,2 21-407,-9 0-1443,1 12 709,-14-17-5815,10 3 7954,-6-16 0,-4-4 0,-6-10 0</inkml:trace>
  <inkml:trace contextRef="#ctx0" brushRef="#br0" timeOffset="275611">24571 15353 15389,'30'-49'2472,"1"0"0,-5 9 1,-5 4-1303,-9-2-442,-10 18-369,-11 1-124,-14 11-106,-13 14-107,6 6 1,1 2-17,-14 12 2,13-3 0,3 2-8,0 14 23,4 9-1,20 3-16,16-15-1,6-7 12,14-16 50,-4-11 152,14-17 44,-8-8 51,0-19-163,-17 10 151,-1-11-44,-8 12-57,-2-3 12,-4 9-185,-2 12-33,-4 9 5,1 8 0,-4 16-17,-1 12-174,3-2 1,0 3-311,1-1 0,1 0-1079,1 11 1,2-1-785,4 17 1730,1-25 1,0-4-1,1-5 1,0-1-1</inkml:trace>
  <inkml:trace contextRef="#ctx0" brushRef="#br0" timeOffset="275961">25330 15210 21147,'0'-5'3104,"0"2"-2948,0 3-245,-65 28-174,41 2-460,-14-2 0,-1 4-286,24-4 1,3 2-1479,-6 2 1,-2-1-970,-16 17 1028,12-21 0,-2-4 2709,-13-3 4413,-13-18-505,19-24-1315,7-23-1911,17 4 561,17-12-18,19 6-873,8 3-258,15 7-218,-7 23 408,-8 7-537,6 13-145,5 17-96,-8-1-1174,-6 4 1,-1 3 1386,3 13 0,-2-4 0,-15-13 0</inkml:trace>
  <inkml:trace contextRef="#ctx0" brushRef="#br0" timeOffset="276311">25882 15039 24856,'-48'-27'158,"1"-1"1,3 5 0,7 11-142,15 26 300,4 11-300,6 4 83,9 4-111,12 2 53,9 2-20,12 2-16,8 4-311,7 1 307,-22-20 1,0 0 3,10 12-1,-23 6 1,-10 0 11,-18-5-15,0 1 1,-7-5-251,-32-15 242,25-12 1,0-2-71,0-3 1,1-1-452,-25-10-985,16-10-2706,21-10 4218,19 0 0,4 10 0,4 9 0</inkml:trace>
  <inkml:trace contextRef="#ctx0" brushRef="#br0" timeOffset="276651">26269 15108 25696,'-40'45'81,"20"-15"0,7 0-8,11 5 11,7 15-17,7-15 34,10-8-11,6-10 5,5-9 23,2-11 22,-1-9 28,-3-10-17,-7-8-39,-9-3-62,-8-1-33,-5 4-73,-5 5-302,1 6-790,-2 6-1541,3 6 2689,9 4 0,-5 2 0,5 1 0</inkml:trace>
  <inkml:trace contextRef="#ctx0" brushRef="#br0" timeOffset="277211">26770 15169 25718,'-1'35'76,"1"1"0,-2 26-54,-3-32 12,-1-7 33,-1-8 62,0-6 27,3-6-21,1-8-1,2-6 17,4-11-5,6-10-6,8-10-28,7-7 28,2 0 11,1 5-39,-3 9-33,-3 10-40,-1 8-28,0 8 11,3 4-33,-1 11 17,2 6-17,-5 13-23,-5 8-5,-6 7-12,-10 4 18,-7 1 16,-5-5 23,-1-8 33,5-14 0,4-9-5,4-14-18,2-8-10,5-11-6,3-11 22,6-5 6,6-3 17,6 2-39,5 6-6,4 9 22,2 8-27,2 8-7,2 7-44,4 10-117,3 9-247,2 13-363,-24-11 0,-1 2-411,-1 3 1,-2 1 1193,-1 4 0,-3-1 0,4 4 0,-10-3 0</inkml:trace>
  <inkml:trace contextRef="#ctx0" brushRef="#br0" timeOffset="277435">27726 15069 25926,'61'-13'-1251,"-1"0"0,2 3 0,-6 7 1251,-1 22 0,-17-7 0,-7 1 0</inkml:trace>
  <inkml:trace contextRef="#ctx0" brushRef="#br0" timeOffset="277618">27847 15311 23255,'46'-6'-1967,"-1"-1"1,1 1 0,-1 0 0,1 1 0,-5 0 1264,0 2 1,-5 2 0,14-2 0,-21 1 0</inkml:trace>
  <inkml:trace contextRef="#ctx0" brushRef="#br0" timeOffset="278111">28608 15116 20504,'-3'-3'3948,"1"2"-3466,2 1 0,17-67-370,-5 46-6,8-21 1,2 5-62,-1 28 16,18-3-50,-15 10-44,7 2 16,0 7-5,3 8 10,-11-2-10,7 11-23,-13-3-56,-2 9-72,-11 10 162,-16-6 22,-4-1 22,-13-8-5,4-9 68,-4-2 133,6-6 191,7-10-179,9-7-135,3-1 51,9-9-17,4 4-17,6-3 23,8 2-124,-4 8-27,1 3-23,1 9 33,10 13-21,6 9 4,11 13-38,-10 1 5,-12-8-72,-12 3-68,-25-11-252,-28 7-123,-10-11-201,17-12 1,-1-2-2506,-22-3-2554,15-6 5820,4-4 0,23 2 0,1 0 0</inkml:trace>
  <inkml:trace contextRef="#ctx0" brushRef="#br0" timeOffset="278394">29346 14898 20520,'1'-3'5131,"0"1"-3568,-1 2-1395,59-32-96,-27 28-215,9-10 1,4 5 198,8 26-499,-5 1 443,-14-4 0,3 3 3,0 6 0,0 3-26,-1-1 1,-1 4-32,-1 5 1,-5 2-98,-8 23-58,-19-14-407,-26 6-1034,2-27 1,-2-1-8182,-21 19 8415,1-7 0,25-22 0,15-10 0</inkml:trace>
  <inkml:trace contextRef="#ctx0" brushRef="#br0" timeOffset="278544">29581 15259 16460,'-3'-6'7124,"1"1"-5976,2 5-335,-31-72-343,24 43-381,-5-14 1,6 2-67,19 24-180,15 7 0,7 5-1297,-1 3 1,3 3 602,12-1 1,-1 2 0,10 3 0,-22 2 0</inkml:trace>
  <inkml:trace contextRef="#ctx0" brushRef="#br0" timeOffset="280661">21057 16668 18986,'0'-7'4033,"0"2"-3669,-28-27 0,-11-5-118,9 16-63,-4-3 0,-8-6 0,4 9 24,-16 16-411,14 3 1,1 4 248,-22 10-17,10 13-46,11 10-10,13 7 22,13 5 0,13 1-5,15 0 17,14-1 22,14-4-20,-17-22 1,2-2-21,0-2 1,0 0 11,24 12 0,-10-6-17,-18-4 12,-14-3 10,-25-2 18,-20 1-6,-23-2-75,23-6 1,-2-2 57,-1-1 0,0-1-39,2-1 0,2-1-101,-15-4-1750,9-19-5711,34-10 7601,9-12 0,7 16 0,3 11 0</inkml:trace>
  <inkml:trace contextRef="#ctx0" brushRef="#br0" timeOffset="280868">21408 16528 25105,'-5'43'-28,"0"0"0,0 0 0,3 8 0,3 2 0,4-7-236,6-9 1,3-2-625,5 18 1,1 0-1528,-2-8 1,-2-3 1363,-2-7 0,-1-2 0,1 8 0,-8-20 0</inkml:trace>
  <inkml:trace contextRef="#ctx0" brushRef="#br0" timeOffset="281801">21363 17004 15020,'-3'-7'7231,"0"2"-6083,3 5-593,-20-68-314,25 45-202,-8-16 0,5 3-5,37 24-51,17 2-394,-20 8 0,1 0 344,5 1 0,1 0-31,2 0 0,-1 1-243,-2 0 1,-1 0 236,-6-2 0,-1 1-13,15-2 94,-19 1 46,-17 0 55,-16 3 797,-10 5-646,-10 4 551,-6 7-489,1 2-61,5 2-90,7-2-6,9-3-5,13-2-34,9-6 11,14-2-27,8-7-34,7-7 28,-2-6 50,-6-7-56,-13 0 113,-8-18-35,-16 7 29,-5-12 27,-11 15-5,-5 9-56,-4 10-50,0 8-17,2 8-34,1 6-17,2 10 12,2 7-17,3 8-56,7 6-17,10 3-124,14 5-713,16 1 506,-7-25 1,3-2-91,5-1 1,3-3 28,3-2 0,2-4 126,1-4 0,0-5 199,-3-3 0,-2-5 269,24-11 229,-22-13 190,-19-9 141,-16-8 67,-9-4-56,-4 1-112,-3 7-129,3 11 294,2 12-596,2 9-124,4 7-44,1 11-17,7 14 11,7 18-12,-1-14 1,1 3 3,3 4 0,1 2-454,3 5 1,1 0 461,-1 2 0,0-1-3,-3-1 0,-2-2-98,-3-5 1,-4-2 89,-1 16 17,-13-21-18,-9-17 18,-8-20 22,-6-13-34,-7-19 14,15 13 1,1-2 114,-1-7 0,1-3-115,2-5 1,3-1 2,4-1 0,3 0 3,4 1 0,4 2 3,4 5 0,3 1-23,2 4 0,4 2 95,16-20-78,9 10-22,7 10-282,8 11 293,6 10-11,-2 12-90,-6 11 45,-13 9 676,-18 10-698,-25 4 80,-22 2-187,-4-16 0,-4-3-201,-15 7-368,11-11 1,1-3-5044,-3-4 5797,0-1 0,19-6 0,13-1 0</inkml:trace>
  <inkml:trace contextRef="#ctx0" brushRef="#br0" timeOffset="282001">22889 16763 25494,'43'-14'-366,"1"0"0,-1-1 0,0-1 0,-5 3 0,4 4 1</inkml:trace>
  <inkml:trace contextRef="#ctx0" brushRef="#br0" timeOffset="282468">23381 16609 20078,'-4'0'5214,"1"0"-4659,3 0-392,2-73-85,28 35-67,-15-7 0,3 3-594,10 26 0,3 7 577,10 0 292,10 10-275,-10 11-28,-12 1 1,-1 3-12,9 9-12,5 16-16,-28-1 45,-6-8 0,-18 13 22,-15-19 6,-24 9-17,0-12 84,-7-4-28,20-13 974,1-6-845,15-6 108,1-6-153,11-2-112,13-1-28,6 5 45,17 2-17,21 4-3426,9 5 3404,2 3-524,-22 4 0,-2 2 529,1 3-22,-7 0 0,-2 3-28,-11 7-101,-24 18-180,-26-3-86,2-14 0,-4-1 1358,6-7 1,-2-1-2684,-10 4 0,-1-1 1366,4-4 1,3 0 0,-16 6 0,9-6 0</inkml:trace>
  <inkml:trace contextRef="#ctx0" brushRef="#br0" timeOffset="282868">21024 17553 13242,'-58'10'367,"0"0"0,0-1 0,0 1 0,1-1 0,3 0 0,1 0 17,-5 1 1,0 0-1,10-1 2394,-11 2-2022,9 0 925,74-9-1424,11-4 1,7-2-166,0 1 1,7-2-535,3-1 1,8-3 0,5 0 0,-3 0 487,-6 2 0,-2-1 0,3 0 1,3 0-210,-3 0 1,3 0-1,2 0 1,2 0-1,-1-1 1,-1 1 193,-1 1 1,-1 0 0,0 0 0,1 0-1,-1 0 1,2 0-15,-7 1 1,0 1 0,1-1-1,0 0 1,0 0 0,0 1-1,0-1-9,0 0 1,1 1 0,0-1 0,0 1 0,0 0 0,-1-1 0,0 1-257,8-1 0,0 0 0,0 1 1,-1-1-1,0 0 0,-1 0 255,-4 0 1,0 1-1,-1-1 1,0 0-1,-1 0 1,-1 1-10,4-2 1,0 0 0,-2 0 0,-1 1 0,-1-1-325,4-1 1,-1 0-1,-2 0 1,-4 1 61,-2-1 1,-3 0 0,-3 1 263,16-4 0,-10 1 0,-17 4 0,-1-2 0</inkml:trace>
  <inkml:trace contextRef="#ctx0" brushRef="#br0" timeOffset="289035">25478 16648 26015,'-9'18'-33,"-2"14"-245,3 0 1,1 2-300,-5 22-2425,8-11 0,2-1 3002,2 5 0,0 7 0,3-36 0</inkml:trace>
  <inkml:trace contextRef="#ctx0" brushRef="#br0" timeOffset="289394">25837 16449 22856,'-20'-38'367,"0"0"1,3 4 0,0 13-323,-4 33-17,8 12-39,6 8-6,13 2 17,13-1-5,16-4 5,14-5 22,6-8 28,1-8 85,-7-10 72,-14-10 11,-16-12-61,-20-8-22,-16-8 5,-14-4-17,-8 1-17,-1 8-67,2 10-50,6 12-84,6 11-342,8 13-1478,9 13-1244,7 1 3159,8 8 0,-2-19 0,2-1 0</inkml:trace>
  <inkml:trace contextRef="#ctx0" brushRef="#br0" timeOffset="289618">26198 16636 25348,'54'-21'-521,"0"0"1,0 0 0,0 3 0,0 2-1,-7 8 1,-13 11 0,-3 5 0,22 5-1</inkml:trace>
  <inkml:trace contextRef="#ctx0" brushRef="#br0" timeOffset="289768">26382 16851 18470,'-5'2'5988,"2"-1"-5831,3-1-1709,66-21-3618,-7 10 4319,-6-2 1,-2 0 0,-1 7 0,-22 2 0</inkml:trace>
  <inkml:trace contextRef="#ctx0" brushRef="#br0" timeOffset="290327">27547 16473 25562,'-42'-14'130,"0"1"1,1 1 0,3 6-25,-7 20-5,-9 1 28,-1-2 11,3-1-34,8-4 12,15-3 5,13-2-11,10-2-45,5-1-5,1 1 16,0 3 12,2 5-23,1 5-11,-1 4-6,0 6-33,-2 3 5,0 1 23,-2 3-17,-1-2 0,-2-1-5,1-4 10,-1-3-22,1-6 1,2-7 122,2-5 0,2-6-50,4-4 0,5-8-39,5-2-34,3-2-11,1 6 6,4 3-23,5 7-5,9 5 22,10 8-34,8 7-196,-26-5 1,0 1 209,0 2 0,-2 1-128,19 17-104,-19 1-129,-29-2-296,-28-2-707,-27-3-220,21-14 0,-2-1 1604,-3-2 0,1-2 0,-6 2 0,8-4 0</inkml:trace>
  <inkml:trace contextRef="#ctx0" brushRef="#br0" timeOffset="290544">27470 16418 26827,'55'-25'-25,"0"-1"1,5 1 0,-7 7-328,-9 12-2595,16 1 1881,-31 5 0,-4 0 1,-13 0-1</inkml:trace>
  <inkml:trace contextRef="#ctx0" brushRef="#br0" timeOffset="291228">28300 17033 28087,'-5'40'-461,"0"0"0,-5 7 0,-3-2-2844,-4-13 1,-3-2 2171,-3 5 1,1-2 0,-10 8 0,10-19 0</inkml:trace>
  <inkml:trace contextRef="#ctx0" brushRef="#br0" timeOffset="292068">29460 16508 25651,'-3'-32'241,"-5"8"-230,-15 34 17,-7 2-33,5 0 38,-18 1 6,5-4 1,-7-3 16,15-5 39,-1-2 78,6 0-72,5 0-56,3 1 28,11 5-17,4 3-17,0 5 23,2 3-12,2 6 17,-1 4 12,1 6-23,-2 4-12,-3-6 40,-5 6-22,-5-5-28,0-2 16,-2-4-16,6-14-23,5-5 330,1-4-229,12-13-16,2-2-24,12-12-38,-4 5 78,17-6-78,-9 11 5,12-3-11,-7 12-45,0 5 17,3 9-11,1 5 0,2 9-29,-4 5-44,-6 5-61,-11 2-102,-16 1-38,-20 0-236,-18-2-577,-18-4-414,23-16 1,0-3 1511,-3-2 0,2-2 0,-6 1 0,9-4 0</inkml:trace>
  <inkml:trace contextRef="#ctx0" brushRef="#br0" timeOffset="292401">30196 16462 26889,'-44'30'59,"0"0"1,-2 0 0,1-1-29,7-7 0,0-1-375,2 0 1,2 0 382,-18 13 234,23-9-234,20-6 112,20-5-151,16-1 0,19 2-34,-14-8 0,3 1-491,6 0 1,3 0 384,6 0 0,2 0-210,2-1 0,0 0-628,0-1 1,-2-2-2138,-3 0 1,-2-2 3114,-9 0 0,-4-1 0,8-1 0,-21 0 0</inkml:trace>
  <inkml:trace contextRef="#ctx0" brushRef="#br0" timeOffset="292768">31121 16408 26161,'-51'-8'302,"-1"1"1,5 1-1,6 8-162,7 27-39,3 11-45,3 9-17,7 10-493,13-27 0,3 1 429,4 3 0,5-1-31,4 1 0,6-1-12,7 0 1,4-2 5,7 0 1,4-4 38,5-1 1,1-4 50,-1-4 0,1-3 0,-5-5 0,-2-3 84,19-6 377,-20-15-287,-15-10 102,-17-8-192,-16-5 6,-18-3-68,-15 1-351,18 21 1,-2 2 185,-3 3 1,-2 3-458,-4 2 1,-3 3 571,-10 3 0,3 3 0,-7-2 0,0 5 0</inkml:trace>
  <inkml:trace contextRef="#ctx0" brushRef="#br0" timeOffset="296919">23937 17968 17574,'1'-5'4795,"0"0"-3720,-1 5-728,-5-63 219,-3 39-345,-4-14 0,-5 6-75,-21 24-40,-25 15-70,28 3 1,0 3-20,-4 4 0,1 3-282,1 2 0,3 2 254,6-1 0,3 1-23,-5 21 132,27-7-132,24-3 6,8-11-23,7-6 1,3-2 25,-7-3 0,1-1-285,14 7 1,2-1 303,-11-3 1,-3 0-1,22 13 18,-26-4-18,-27-3 368,-15-7-350,-44 6-35,-2-5-346,13-6 0,-2 0 332,4-2 1,0-2-45,0-1 0,1-1 154,5-1 0,1-1-1042,-20-4-2481,23-6 3450,21-8 0,9 6 0,7-1 0</inkml:trace>
  <inkml:trace contextRef="#ctx0" brushRef="#br0" timeOffset="297286">24515 18038 18986,'2'-4'5360,"0"1"-3260,-2 3-2077,-3-32-40,-6 39 6,-2-18 22,-1 49-11,11 1 11,12-2 17,14-2-22,12-7-17,9-9 22,4-8 28,0-15 45,-5-14 78,-6-12 62,-6-10-5,-10-3-62,-9 0-45,-10 7-62,-9 8-67,-7 8-50,-5 11-185,0 4-493,4 11-1355,7 5-6246,18 8 8346,4-2 0,1-4 0,-6-7 0</inkml:trace>
  <inkml:trace contextRef="#ctx0" brushRef="#br0" timeOffset="297886">25175 18035 21853,'-7'-6'2577,"1"0"-1434,6 6-214,0 0-934,11-11-23,-5 26 33,6-12-16,-10 48-28,-1-15 45,-2 13-18,-2-18 57,0-12 151,1-9-5,0-9-68,2-11-6,0-7 1,2-11 0,1-7-40,4-5 0,3-4 57,3-2-1,6 4-61,4 5-51,5 7-10,6 8-24,6 10 1,5 6 11,1 9-39,-2 9 28,-5 12 22,-10 8-33,-12 9-51,-16 7 11,-15 4 23,-9 0 28,-6-8 28,4-11-6,6-15 34,7-11 22,6-15-11,5-11 0,9-15 11,8-10-22,10-4-34,9 3-22,3 8 0,2 9 5,-1 10-22,2 9 0,5 5-17,8 9-658,7 5 439,-29-1 1,-1 3-320,-2 3 1,-2 3-2302,11 24 2884,-20 12 0,-12-23 0,-9-2 0</inkml:trace>
  <inkml:trace contextRef="#ctx0" brushRef="#br0" timeOffset="298093">26270 18017 20851,'0'-3'3876,"0"1"-3075,0 2-835,69-56-1627,-23 40 969,8-14 0,2 4-2249,-17 23 1,-3 5 2242,-2 0 1,-1 0-1,9 0 1,-19 1-1</inkml:trace>
  <inkml:trace contextRef="#ctx0" brushRef="#br0" timeOffset="298253">26529 18207 26278,'53'-29'-390,"0"0"1,3 1 0,-6 5 0,-9 11 0,-2 1 0</inkml:trace>
  <inkml:trace contextRef="#ctx0" brushRef="#br0" timeOffset="300476">27393 17900 15894,'-5'0'5841,"2"0"-2995,3 0-2538,-6-53-17,25 30-190,-9-10 0,4 2-5,38 13-35,1 6 1,-1 6-45,-6 8-34,-7 7 28,-6 8-56,-8 9-50,-8 7-18,-8 5-38,-14 5 22,-12 1 79,-12-1 39,-8-3 28,-5-5 67,-1-6 56,2-9 67,9-10 6,10-8-11,11-8-29,11-6-77,9-4-29,9-2-17,7 3-16,7 4-17,5 5 22,5 6 6,6 10-90,3 8-34,1 10-5,-4 8-72,-12 7-63,-16 3-38,-25 0-69,-21-4-183,-20-7-724,-11-9-560,-3-11-2172,2-9 3965,7-16 0,23 6 0,8-7 0</inkml:trace>
  <inkml:trace contextRef="#ctx0" brushRef="#br0" timeOffset="300752">28165 17840 18358,'1'-3'4745,"0"1"-1878,-1 2-2564,65-42-51,-39 31-180,13-10 1,-1 5 45,-18 25-45,0 10-56,2 12-40,4 8 1,7 11-137,-14-22 0,1 0-15,2 3 1,0 0-217,-1 2 1,-2 1-544,-4-1 1,-3 1-3308,-3 28 4240,-25-8 0,6-26 0,-8-8 0</inkml:trace>
  <inkml:trace contextRef="#ctx0" brushRef="#br0" timeOffset="300919">28340 18128 25017,'39'-24'-175,"-1"0"0,1-1 0,-1 2 1,1 1-1,-2 5 175,9 4 0,-3 4 0,7-3 0,-1 2 0</inkml:trace>
  <inkml:trace contextRef="#ctx0" brushRef="#br0" timeOffset="303236">9308 15664 11788,'-3'-3'5478,"2"1"-824,1 2-4171,0-58-287,3 41 134,5-46-22,4 58-129,-2 0 23,-2 11-1,-6 8-111,-2 5 84,-4 9-51,-3-1 6,-5 16-101,4-13 56,0 17-34,6-20-16,2 3 50,4-3 5,2-9 68,2 9-79,-2-6-10,0 0-46,-3-8 6,3-1 22,2-4 1,6 0-1,8-4-5,7-2-28,-1-3 39,29-4-51,-12-1-5,-12 2 0,0 0 23,20-2-6,-6 0-17,-13 2 0,12-2 11,-21 2 6,37-2-11,-18 1-130,-9 2 1,0 0 114,-1 0 1,-1 0 8,22-1-6,-20 2 1,1 0 5,-1 2 0,0-1 0,0 1 0,0 0 0,3 0 0,-1 1 5,14 1 1,-5 0-6,-4 0 17,-3 0-34,-1-1 11,2 0 23,3 1-28,-9-1 11,22-1 0,-18 0 5,16 0 7,-15 0-12,-5 0 275,-3 0-281,-2 0 1,-7 0 10,9 2-5,-7 0-11,13 0 11,-1-1 6,7-1 10,4-2-10,3-1 11,-1-2-12,-3 1-16,-6-1 22,-5 2-11,-5 1-11,-3 2 11,-3 0 0,-4 0 23,-3 0-23,-4 2 0,-1-1 50,-3 0 28,0-1 57,-1-3-1,1-2-16,1-4 50,1-3 17,2-3 16,2-3-5,-2-1 6,-2 0 22,-4 0-67,-3-1-29,-3 0-55,-6 1-134,-4 3-460,-10 5-5372,-11 5 5893,-1 3 0,8 3 0,9 0 0</inkml:trace>
  <inkml:trace contextRef="#ctx0" brushRef="#br0" timeOffset="305868">29130 18022 22907,'-54'7'898,"-1"-1"0,3 0 0,19-2-635,33-3 202,15-1 0,21 1-236,5 0-27,13 0-45,-6 0-96,-10-1-5,6-2 34,-12-1-68,7-4 17,-15 3 29,-6 0-63,-13 3-173,-4 1-1013,-6 3-5261,-2 1 6442,-4 3 0,5-4 0,2 0 0</inkml:trace>
  <inkml:trace contextRef="#ctx0" brushRef="#br0" timeOffset="315252">29825 17884 21999,'5'-44'1146,"-1"0"1,0 5-1,1 7-714,2 13-276,-2 10-94,0 5 11,-2 7-23,0 12-100,-2 16-12,-10 20 51,1-17 0,-1 2-483,-5 6 0,-1 1 340,-1 2 0,0 1-255,3-2 0,2-2-385,3-4 1,3-2-1408,12 18-2930,13-18 5131,12-17 0,-13-11 0,-1-6 0</inkml:trace>
  <inkml:trace contextRef="#ctx0" brushRef="#br0" timeOffset="315743">30196 17919 25046,'-4'-40'325,"-2"20"-246,-3 58-12,0 11 6,2 7-62,2 2-11,10-2 39,9-8-67,15-9 6,13-10-301,13-11 311,-24-12 1,2-2 28,-1-2 0,0-2-39,26-9 72,-12-8 0,-16-9-55,-15-6 66,-17-3-49,-16 1-24,-19 3 24,-15 5-148,23 15 0,-1 1 159,-30-9-1,6 3 275,9-2-236,8-4-44,9-6 39,7-6-34,10-5-5,16 0 318,15 2-228,13 7 61,8 7-51,2 9 8,-3 6-164,6 16-6,-17 1 51,8 20-57,-19 6-514,-2 19-1368,-15-21 0,-3 2 1933,-4-2 0,-2-3 0,-4 13 0,0-19 0</inkml:trace>
  <inkml:trace contextRef="#ctx0" brushRef="#br0" timeOffset="318901">31187 17931 20532,'1'-6'3360,"-1"2"-1444,0 4-1776,24-42-50,-14 42-62,17-31-12,-18 68-44,-1 4-106,-1-6 0,1 2-234,-1-5 1,2 0-1224,1 7 1,1-2 206,5 10-7689,6 9 9073,-13-31 0,1 2 0,-8-20 0</inkml:trace>
  <inkml:trace contextRef="#ctx0" brushRef="#br0" timeOffset="319101">31129 18107 13491,'-6'-4'8020,"1"1"-5762,5 3-808,0 0-1141,19-62-79,19 43-323,-17-13 0,4 0 155,21 25 0,5 8-313,-15-4 1,0 1 261,16 0 1,0-1-88,-13 1 1,-3 0-867,27-3-273,-21 2 1215,-6-2 0,-25 3 0,1-1 0</inkml:trace>
  <inkml:trace contextRef="#ctx0" brushRef="#br0" timeOffset="322161">32130 17827 21915,'18'-47'1180,"0"0"0,-3 7 0,-2 8-721,-3 12-218,-6 14-151,-1 3-40,-3 13-39,0 11-5,0 4 0,-1 17-163,-5 3-729,-3 15-2122,3-18 1,0 1 3007,2-10 0,0-1 0,-2 24 0,6-34 0</inkml:trace>
  <inkml:trace contextRef="#ctx0" brushRef="#br0" timeOffset="322561">32598 17907 20274,'9'-42'1092,"1"1"0,0-1 0,2-8 1,-4 6-668,-13 0-246,-9 28-106,-4 11 23,-14 16-90,-10 22-1,-2 7-172,19-12 1,3 1 149,-5 23-5,13-12-52,14 4-21,22-10 45,7-6 50,14-8 95,-3-23 107,-1-12-34,-10-3-2697,10-27 2792,-21 19 675,12-30-541,-23 33-145,2-5-201,-9 19 33,0 6-28,-3 33-39,-1 3-29,1 0 1,-1 1 3375,0 16-3955,3-3 1,0 3-4199,2-10 0,-1 1 4110,1 13 1,-1-3-1,1 5 1,-1-25 0</inkml:trace>
  <inkml:trace contextRef="#ctx0" brushRef="#br0" timeOffset="329151">26201 18728 20408,'30'-20'-73,"-1"0"0,0 2 1,1 4-376,22 7-743,-21 5 1,1 0-6265,22 1 6040,3 1 0,-29 0 0,-19 0 0</inkml:trace>
  <inkml:trace contextRef="#ctx0" brushRef="#br0" timeOffset="329294">26250 18828 21993,'45'-12'-423,"-1"-1"0,-1 2 1,9-5-1</inkml:trace>
  <inkml:trace contextRef="#ctx0" brushRef="#br0" timeOffset="331944">28041 18734 8545,'-8'0'7847,"1"0"-5472,7 0-801,0 0-712,3-26-167,5 11-185,6-21-73,12 14-342,-6 7 17,10-5 0,-7 9-78,9-2-23,3 5-50,15 7-6,-14 4-5,15 12-23,-24 5 39,-4 7 12,-13 3 123,-19 2-57,-1-10-116,-16 5 10,1-7 84,-9 6 62,-8 3 90,10-7-12,3-4-122,17-11 77,5-4-66,5-5-12,5-2-95,9-4 84,7-1-17,3 1-5,6 3 10,0 4 29,11-1-168,9 12 28,-17-4-40,4 16-167,-26-1-90,-10 8-45,-30 11 173,-12-6-641,11-14 0,-1-2 608,-13 2-1058</inkml:trace>
  <inkml:trace contextRef="#ctx0" brushRef="#br0" timeOffset="332468">29003 18682 23730,'-44'20'304,"1"-1"0,3-2 1,8 1-199,12 18-184,8-8-1,5 1 90,7-9-50,9 2-17,17-3 17,6-2 78,4-2 23,15-9-68,-24-4 29,21-5-29,-25-5 17,2-7-50,-15-3 56,-16-2 28,-7 6 55,-20-2-55,-12-1 17,-4-1-34,-7-4 73,18 4-107,10 1-11,11 4-134,6-2 61,11-1 96,9-2 5,12-3 23,15 3-17,-2 4 2,-3 5 1,1 2 8,12 2-51,15 4-10,-25 13 27,-16 8-16,-10 1-801,-22 19-9008,-5-7 9638,-5 3 0,7-15 0,12-15 0</inkml:trace>
  <inkml:trace contextRef="#ctx0" brushRef="#br0" timeOffset="338135">29986 14858 11514,'-31'-54'1334,"1"0"1,-3 3 0,-3 9-1094,1 20 0,-3 7-1133,-9 0 0,-3 4 1063,-9 2 0,-3 4 36,16 4 0,-2 3 0,-1 2 94,1 4 0,-2 2 0,1 2 0,2 0-182,1-1 1,2 1 0,-1 4 41,0 1 0,-3 4 0,1 1 0,5 1-327,-11 12 0,3 4 300,11-7 0,-1 2 1,3 4-31,4 8 1,2 3-1,5-2-37,-2 3 1,8 1 12,10-3 0,4 3 1,8-5-9,15 2 1,10-4-53,-1-7 1,3 0 0,5-2-16,8-1 1,5-3 0,5-3-519,2-4 1,4-3 0,3-1 0,-2-3 486,-4-2 1,-1-2 0,-1-1 0,1-1-183,0-1 1,1 0 0,-2-1 0,0-3 197,10-2 1,0-3 0,-5-3 40,-14-3 1,-2-2 0,0-2 63,6-1 0,1-1 1,-2-6 182,-1-7 0,-2-6 1,-4-1-91,-9 2 1,-3-2-1,-2-3-71,1-8 1,-2-4 0,-4 3-65,-4-6 0,-5-1-14,-4 7 1,-2-2-1,-3 2-20,-4-9 1,-8 0-84,-4 6 1,-6-1 0,-4 3-174,-2 9 0,-2 3 0,-5 3-794,-11-2 0,-5 3 1,1 6-1894,-9 1 0,0 7 2924,11 5 0,0 2 0,6 1 0,-11-1 0,0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0:11:51.61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1079 2758 22554,'-12'-52'892,"0"1"0,1 8 1,3 7-450,9 8-354,1 18-5,9 8-28,8 17-17,13 17-22,-11-9 0,1 2-6,0 4 0,1 1-252,0 1 0,0 0 246,-1-1 1,0-3 0,20 19 11,-6-15 128,-9-14 191,-10-10-28,-10-15-128,-4-14-57,-6-16-39,0-13-34,-3-3 472,3 5-522,1 10-40,4 12-66,4 10-241,11 10-751,10 12-1742,12 11-263,-4 4 2255,2 8 0,-22-16 0,-2 1 0</inkml:trace>
  <inkml:trace contextRef="#ctx0" brushRef="#br0" timeOffset="827">2119 2619 21147,'-4'-4'3770,"1"1"-2851,3 3-779,-66-27-101,41 25 6,-23-1 0,0 7 5,16 29-45,9-7 1,2 1 0,-7 22 16,14-2-27,11-5-12,17-9 17,13-12 17,15-11 28,9-17 47,-22-6 0,-1-3-8,10-10 118,-3-21 22,-25 13 17,-2-8-40,-9 6-33,-4 8-33,-3 9-90,0 8-29,1 9-21,0 10-1,-2 10 12,-1 13-12,3 10 29,3 9-35,10 1-32,7 0 32,12-8-21,19-6 27,-10-17 1,20-7 21,-20-19 29,7-8-6,-7-12 45,-5-17-22,-13 3-51,-4 1 45,-14 3-28,-4 9 0,-2-8 6,1 2 5,9-5-28,3 13-11,15-6 23,6 15-35,10 1-44,13 6 40,-11 10 4,-3 3 12,-11 14 6,-9 4-6,2 11 17,-1 5-17,1 4 28,5 2-51,7-1-27,9-5 50,3-8-11,1-12 33,-6-11 29,-1-24-35,-15 1 35,1-28-23,-12 3 17,-1-11 61,-3-5-95,-3 21 79,-1 0 16,-1 24-33,0 1-67,0 8 10,1 24-10,1-6-51,3 35-16,3-5-1848,0-6 0,1 1 1573,6 17-235,-1-18 0,2-1-2303,10 2 2874,11 2 0,-17-21 0,-3-10 0</inkml:trace>
  <inkml:trace contextRef="#ctx0" brushRef="#br0" timeOffset="993">3301 2323 25525,'-41'-29'-318,"-1"1"1,4-1-1,11 15-2092,24 34 2410,11 10 0,-6-10 0,6 2 0</inkml:trace>
  <inkml:trace contextRef="#ctx0" brushRef="#br0" timeOffset="1411">3819 2585 22811,'-2'-5'3327,"-1"1"-2425,3 4-790,-76-47-1155,33 44 1057,-10-15 0,0 6-8,4 44-6,13-2 351,6 11-351,19 3 5,3-7 176,16 10-187,17-19 1,7-7 16,11-7 11,-13-16 90,12-27-22,-16-5-20,-7 7 0,-2-2 115,5-23 477,-9 11-376,-3-9-118,-7 25-45,-1-3-78,-6 19-34,-2 11-22,-1 3 11,-5 14-45,1 21-17,4-7-238,6 4 1,6 0-849,16 11 691,-8-18 1,2-1-1146,8-4 1,4-4 1601,24 3 0,-15-5 0,-4-12 0</inkml:trace>
  <inkml:trace contextRef="#ctx0" brushRef="#br0" timeOffset="1834">4169 2356 23635,'1'-51'1105,"1"-1"0,-1 7 0,0 7-769,-1 19-229,0 9-102,1 13 7,2 16-1,4 20-6,1 4-8,-2 7 1,-2 5-555,-2-9 0,-2 0 551,0-1 0,-1 3 1,-1-3-4,-2 11 1,-1-4 8,0-13 0,-1-3 62,-3 26 89,6-43 34,-1-3-51,1-29-16,0-15 1069,0-18-1109,2-12-36,4 25 0,2 1 8,1-1 1,2 1-6,17-25-29,6 10 7,6 15-40,4 14-5,5 15 16,9 15-233,-24 0 1,0 3 224,1 3 0,-1 4-20,-2 3 1,-5 2-85,-4 1 0,-6 2-56,-14 31 65,-14-32 0,-8-2-526,-11-2 0,-6-4 472,-9-3 1,-4-5-37,-4-3 0,-1-4-61,1-5 0,2-4 36,14 1 0,1-4-3521,-3-12 0,6-5 3745,6-8 0,-2-4 0,27 18 0</inkml:trace>
  <inkml:trace contextRef="#ctx0" brushRef="#br0" timeOffset="2527">4785 2955 26900,'12'-42'140,"0"0"0,0 1 0,-1-1 0,1 0 0,0 1-104,2-10 1,0 0-919,-4 10 0,0-1 1,-1-1 897,0-3 1,-1-2 0,0 1-2,-2-1 0,0 1 0,-1 0 13,0-17 0,-3 4 122,-3 11 1,-3 4-73,-6-17 548,-4 26-638,4 19-21,4 15 16,5 18 6,3 21 22,2-6 0,0 4 183,3 9 1,0 4-212,2 7 1,1 2-35,-1 5 1,0 1-71,-1-2 1,0 1-76,0-5 0,1-2-115,0-8 1,2-3 22,1-8 1,4-5-755,20 7-62,8-27 365,4-31 646,-23 1 1,-1-4-95,-1-5 1,-2-3 404,-3 0 0,-3 0 622,6-25 1202,-12 13-1067,-14 16-179,-5 13-465,-7 10-158,-1 10-83,2 5 470,4 9-543,8 2 11,11 2-11,12-2 5,16-4-5,15-8 5,8-9 1,1-13 50,-9-11 27,-17-12-4,-16-7-1,-16-4 17,-15 1 5,-13 5-55,-1 12 162,-29 3-134,17 17-12,-16 4-44,22 16-51,11 13 22,9 14-44,7 15-40,6-21 1,4 2-684,3 3 1,6 1-866,7 4 0,5-2 996,2-2 1,1-5-1,14 11 1,-14-20-1</inkml:trace>
  <inkml:trace contextRef="#ctx0" brushRef="#br0" timeOffset="3084">7025 2526 22324,'-1'-10'1747,"-16"-23"1,-8-4-1059,-9 8-899,-1-10 0,-3 4 411,-16 16-150,6 10 205,10 11-256,15 9 139,11 12-139,12 10-11,14 11-1,16 7-2,-8-23 0,3-1-11,12 9 0,1-3 14,-11-10 0,0 0-9,11 7 0,-3-1-2,-1 3 39,-3 3 406,-19-8-407,-35-5 7,-17-11-12,-12-3-331,16-8 1,-1-2 308,5-2 0,0-1 25,-7-2 0,0-3-6,5 0 0,2-2-472,-15-19 66,23 8-1344,24-10-5248,31 9 6990,11-2 0,-7 9 0,-12 7 0</inkml:trace>
  <inkml:trace contextRef="#ctx0" brushRef="#br0" timeOffset="3277">7331 2495 22291,'4'-3'3327,"0"0"-1474,-4 3-1819,-2 10-40,4 10-106,2 16-705,10 18 178,-3-15-1769,5 15 2408,-12-23 0,1-7 0,-5-8 0</inkml:trace>
  <inkml:trace contextRef="#ctx0" brushRef="#br0" timeOffset="3434">7368 2295 23551,'-16'-42'0,"4"9"0</inkml:trace>
  <inkml:trace contextRef="#ctx0" brushRef="#br0" timeOffset="4167">7693 2540 24984,'-5'-5'2308,"1"1"-2039,4 4 50,-28-62-129,23 33-176,-9-8 0,7 2 3,22 15 6,12 10-12,11 5-34,10 6-38,7 8 44,3 7-186,-29-4 0,0 2 158,25 18-33,-9 2 44,-16-7-22,-12 5 34,-15-6 44,-14 11 6,-3-9-22,-11-1 11,7-14 44,0-6 74,4-6 355,2-6-429,1-2-10,7-4-12,1 3-28,3 2-22,1 2-28,3 3-29,10 5 46,8 6-12,12 12 23,-4 0-6,-3 4 1,1 2-7,9 18-254,-11-10 1,-3 1 164,-1 22 84,-20-3 22,-9-18 12,-23-4 44,-15-19-11,-3-9 23,-6-16 5,19-15-50,12-1 5,7-15-11,17-10-16,14-6-239,1 23 1,4 0 240,5 6 0,4 1 3,4 0 0,2 2-6,2 1 1,0 1 2,1 2 0,-1 0 11,-2 1 1,-3 0 10,-4 1 1,-4-1 522,7-20-447,-18 2 23,-20 2 33,-8 5-77,-8 8-74,1 9 488,4 7-488,5 6 0,5 7 0,6 7 0,0 13 0,12 12 0,9 12-250,0-20 0,1 0-551,19 21-4115,0-10 1,0-2 3125,-2-3 1,-9-10 0,-4-4-1,-14-13 1</inkml:trace>
  <inkml:trace contextRef="#ctx0" brushRef="#br0" timeOffset="4726">10272 2425 21959,'-4'-56'1352,"0"-1"0,-2 6 0,-3 4-719,-17-10-213,-9 14-190,-4 13-118,-2 14-62,3 9-50,3 15 28,5 9-11,6 14-28,8 10 11,10 7-51,17 7-227,1-26 0,5 0 264,7 1 0,4 0-6,5 0 1,4 0-398,3 0 0,1-2 397,-1 0 1,-1-2-1,-5-3 1,-4-1-4,8 13 18,-30-11 21,-33-8-16,-28-9 8,15-6 1,-1-2 227,5-1 1,0-1-237,-8-4 0,-2-5-221,-5-16 0,2-4-220,15 9 0,2-2-1705,-8-13 1,11 0 2145,28 2 0,3 14 0,3 12 0</inkml:trace>
  <inkml:trace contextRef="#ctx0" brushRef="#br0" timeOffset="5300">10547 2722 27673,'14'-41'75,"-1"0"1,1 0 0,5-21-1,-2 3-50,-5 14 1,-2 1-335,0-7 0,-3-5 333,-2 2 0,0-4 1,-1 3-298,-1-5 1,-1 2 290,-1 12 1,-1-1 0,-2 7 48,-6-9 269,-4 23-302,2 16-51,3 14 11,0 16 333,1 20-336,3-10 1,1 4 24,1 6 1,2 1 363,1-5 0,0 0-353,3 10 1,3 2-45,5 2 1,1 0-253,1-1 0,2 0 246,4 4 1,3-3-15,-4-17 1,1-4-31,24 15-8,-1-20-40,1-20 65,-4-22 67,-3-18-6,-10-13 11,-8-5 34,-12 2 34,-9 9-17,-5 13-28,-4 11-6,-1 9-45,1 8 532,0 9-515,2 6-12,2 12-27,3 8-22,7 8-90,10 5-224,13 3-728,13-2 252,-16-25 0,2-3-5164,30 11 6004,-8-13 0,-18-10 0,-13-6 0</inkml:trace>
  <inkml:trace contextRef="#ctx0" brushRef="#br0" timeOffset="5477">11193 2082 28521,'-50'-19'-4807,"21"17"3326,64 55 0,-14-22 0,0-1 0</inkml:trace>
  <inkml:trace contextRef="#ctx0" brushRef="#br0" timeOffset="5867">11474 2304 28334,'-24'-31'-60,"5"19"35,25 49 32,-2 11 30,-1-13-27,-1 5 0,-2-12 6,0-12 46,0-9 49,1-6-16,1-6-45,1-3-26,1-5-24,-1 1 0,-1 2 0,-1 5 0,-1 0 0,0 3 0,0 1 0,0-1 0,0 0 0,-1 0 0,0 0 0,0 0-466,0 1-2441,1 0-370,0-1 0,-1 1 0</inkml:trace>
  <inkml:trace contextRef="#ctx0" brushRef="#br0" timeOffset="6583">11711 2329 20078,'-9'2'3618,"2"-1"-2251,7-1 705,0 0-1837,-24-63-61,5 44-132,2-15 0,-2 4 31,-17 26-23,-1 10-28,5 2 1,-1 4-45,-21 13 24,24-7 1,4 1 20,0 7-18,12 6 12,14 4 17,13 0-6,18 4-23,20-13-227,-19-16 1,0-2 255,22 2 27,-16-12 1,-1-3 5,-2-6-3,-6-3 1,-1-5 142,-1-37-160,-15 20 1,-3-1-26,-1-1 1,-3-3 8,-3-8 1,-3-4-32,-1-8 0,-1-1-462,0 2 0,1 0 462,-3-3 0,1 4 0,-3-3 0,2 29 0,1 17 0,2 14 0,2 11 0,7 18 0,1 26 0,2 1 0,-5 0 1,-1 4-317,-2-15 0,-1 1 316,0-2 0,-1 2 0,-1-1 0,1 8 0,0-3 196,0-3 0,1-2-196,5-5 0,2-4 0,7 12 0,14-10-1,9-30 1,5-14 0,9-22 0,-13-16 0,-9-4 0,-13 9 1098,-9-12-1098,-7 23 526,-3-6-526,-2 20 0,0 8 0,1 5 0,1 8 0,0 1 0,1 23 0,8 0 0,2 7 0,17 3-1105,18 2-435,2-2-1304,-19-20 1,1-3 2843,5-1 0,-15-9 0,-10-6 0</inkml:trace>
  <inkml:trace contextRef="#ctx0" brushRef="#br0" timeOffset="6750">12181 1976 27614,'-15'-15'-4429,"12"18"4425,31 41 1,-8-15 0,-10-12 0</inkml:trace>
  <inkml:trace contextRef="#ctx0" brushRef="#br0" timeOffset="7459">12472 2228 29674,'0'-5'1180,"0"1"-1277,0 4 501,6-19-655,-2 36-205,5-5 177,-4 43 20,-3 1-425,-1-4 555,-1-12 30,0-16-377,2-14 423,4-20 121,4-9-48,8-17 36,4-5-4,5-2-52,-4 11 0,14-7 0,-9 19-13,12-3-93,-7 17-208,0 14-318,-3 9-427,-4 12-140,-1 8-1892,4 7-954,10 1 3006,-14-24 1,2-1 595,2-3 0,2-2 571,0-5 0,1-3 1574,25-2 863,-7-15 1,-10-12-953,-9-10-482,-9-7-318,-7-3-209,-8 1-189,-9 7-247,-14 11-140,-13 11 210,-15 19-238,-8 14-11,25-4 0,0 3-106,3 3 1,1 1 99,-10 28 6,15-1 0,15-3-34,14-9 67,9-9 40,7-14 56,2-16 150,0-15 85,-4-12 277,-7-4-421,-7 3-209,-7 7 0,-3 9 0,-1 8 0,0 15 0,2 18 0,3 7 0,4 12 0,4 6 0,-1-8 0,3 4-563,-2-2 1,2 4 0,-2 0 559,-2-6 1,-1 0 0,-3 0-219,-2 1 1,-2-1 0,-5-1-277,-5-2 1,-5-1 0,-5-2-453,-6-3 1,-4-2-1,-5-4 594,-9-3 1,-6-5 0,5-3 0,1 1 0,3-4 0,0-10 0,-1 0 0</inkml:trace>
  <inkml:trace contextRef="#ctx0" brushRef="#br0" timeOffset="8184">14584 2396 21846,'11'-44'1013,"0"0"1,-1 0 0,3-14 0,-4 8-347,-10 9-124,-5 17-437,-2 13-49,0 13-35,-2 15 3,-1 17-2,2 14 16,5 12-36,7-28 0,4 0-15,2-1 1,3-1 5,4-1 1,3-3-6,25 18 93,4-17-26,8-20-39,-19-12 45,5-22 22,-20-4 11,0-13 0,-6 0 40,-8 4 10,-5 9-44,-5 12-84,-2 11-40,-4 15 46,1 9 10,2 16-38,7 7-1,13 4-5,15 0-493,17-3 501,-18-23 1,1-3-10,3-2 1,-1-3 39,29-2 28,-9-16 23,-15-16 10,-15-16-27,-13-12-23,-13 17 0,-5-2-28,1 7 1,-1 0-10,-3 1 1,-1 1 9,-14-12-12,4 20 5,-3 2-83,4 11-493,5 16 570,8 2-2082,10 20-6901,20 4 8984,8 4 0,-5-12 0,-8-12 0</inkml:trace>
  <inkml:trace contextRef="#ctx0" brushRef="#br0" timeOffset="8393">15631 2277 28671,'-21'-28'-416,"12"34"-233,26 51 122,0 1-1170,1-4-3534,-9-17 3815,-1 0 1,-5-16 0,-3-13 0</inkml:trace>
  <inkml:trace contextRef="#ctx0" brushRef="#br0" timeOffset="8560">15687 2029 22565,'-4'-6'3170,"0"0"-3215,4 6-935,0 0-1042,1-9-7809,27 37 8564,-15-24 0,16 27 0,-24-25 0</inkml:trace>
  <inkml:trace contextRef="#ctx0" brushRef="#br0" timeOffset="8926">15962 2181 23500,'0'-5'3568,"0"2"-2378,0 3-1197,0-30 52,6 46-54,3-8-17,-1 20 1,-1 8 32,4 21-13,-4-17 1,-1-1-7,-2 7-19,2 7 76,-5-28 32,0-20-49,0-5 11,4-18-16,3-12 33,7-30-11,2 3-899,-6 24 1,0 1 864,5-7-33,6 4-90,8 18-56,6 4-202,14 17-257,-2 13 246,-8 4-28,-14-4 1,3 1-791,6 4 0,3 0 130,1 1 1,3 0-1296,10 3 1,-1-1 1747,-13-8 0,-3-3 0,10 3 0,-22-10 0</inkml:trace>
  <inkml:trace contextRef="#ctx0" brushRef="#br0" timeOffset="9676">16976 2417 23612,'-2'-56'920,"0"0"1,-2-5 0,-3 10-462,-6 21-319,-4-5 56,-16 20-129,1 15-78,-5 4 28,-14 26-1,19 3-230,10-7 0,3 3 169,0 24 34,13 1 22,9-14 78,16 1-72,18-15 17,6-9 5,11-19 39,-8-25-331,-24 4 1,-2-2 308,8-24 47,-11-2 1,-4-6-37,-4 9 0,-2-4-578,1 2 0,0-4 0,-1 1 580,-1 5 0,-1 1 0,0 1 30,0 2 0,0 1 0,-1 3 79,0-5 1,0 3-159,-2 4 0,0 6-20,-1 6 0,0 0 536,-1 28-536,0 21 0,0 24 0,0-10 0,0 3 455,0 10 0,0 3-455,-1 6 0,0 0-18,0-10 1,1 0-211,-1-3 0,1 3 1,1-4-59,2-1 1,3-1-96,2 16 0,5-3-267,3-19 0,5-7 191,4-6 1,3-7 8,5-4 0,1-7 232,4-7 0,0-5 241,1-5 1,-2-5 136,-3-6 1,-4-2 122,13-19 269,-22 6 1,-5-3 291,0-12-454,-7 16 0,-2-1 202,-6-9-365,-5 15 130,-15 5-303,1 17 858,-12 3-909,2 18 410,1 13-421,4 16-5,9 13-212,12-23 1,2 2 213,6 1 1,3 0-29,3 0 1,3 0-1,5-2 1,3-1 8,1-3 0,1-3-126,26 12 182,-7-18 17,-9-27 22,-12-20 12,-9-19 10,-7-16-53,-8 27 1,0 1-280,-2-24 285,-2 23 0,-1 2 93,-13-24-79,-5 6-23,-8 9 381,1 26-486,0 13 9,2 14-452,7 13-739,9 11-1217,12 9 2471,20 6 0,-8-22 0,7-3 0</inkml:trace>
  <inkml:trace contextRef="#ctx0" brushRef="#br0" timeOffset="10150">18085 2076 21814,'0'-7'4448,"0"2"-3031,0 5-958,-50-46-419,36 49 109,-36-26-117,55 66-115,8 9 91,11 4-156,-9-28 0,1 0 109,20 22-216,-1-10 211,-5-17-114,-6-13 96,-2-16 149,-1-11-33,1-10 336,-4-4-283,-5 2-4,-7 7-58,-5 9-34,-8 14-5,-4 12-34,0 11 33,4 8-5,17 2-5,13-1 44,17-6-33,12-8-12,7-9 23,4-15-295,-6-13 329,-11-18-18,-14-14-11,-22 20 1,-3-2 10,-2 0 1,-4-1 39,-8-29 45,-10 9-95,-11 8-23,-4 11 0,0 10-12,3 12-537,2 12-2364,2 15 2913,6 4 0,7-3 0,6-5 0</inkml:trace>
  <inkml:trace contextRef="#ctx0" brushRef="#br0" timeOffset="10684">19173 1903 25348,'4'-48'534,"0"-1"0,-1 5 0,-3 11-506,-4 24 41,-4 7 169,-1 14-156,-4 11-58,2 14-41,4 6 62,15 0-36,7-6 30,12-9 39,2-11-14,-1-8 465,-4-12 237,-5-10-111,-5-9-202,-6-7-153,-6-4-172,-9-1-143,-4 4-81,-8 4-443,2 14-50,1 6-611,0 21-1728,2 15 2125,-6 22 0,9-21 1,3 2-1</inkml:trace>
  <inkml:trace contextRef="#ctx0" brushRef="#br0" timeOffset="10960">19265 2202 27071,'7'3'2254,"-1"-1"-1443,-6-2-54,0 0-598,-24 28-645,27 0 34,-11 25 180,44-4-215,-9-19 293,9-1 179,-19-23-157,-1-7-125,-3-21 344,-7-5-15,-2-6-20,-11-3-69,-7 9-192,-10-4-2896,-16 8 3109,9 11 1,3 5-1,17 7 1</inkml:trace>
  <inkml:trace contextRef="#ctx0" brushRef="#br0" timeOffset="11843">1645 3630 19311,'-29'7'2968,"33"-1"-2475,41-5-336,-7 0 0,3-1-1110,4-1 0,3-1 1014,12 0 1,1-1-686,-9 0 1,2 0 641,-3 0 1,3 0 0,3 0-3,-4 0 1,2 0 0,1 0 0,2 0 2,-9 1 0,1-1 0,1 1 0,0-1 0,3 1-291,0-1 0,1 0 0,2 1 1,0-1-1,0 0 0,-1 0 297,-2 1 0,1-1 0,-1 0 1,-1 1-1,0-1 0,-2 1-260,3-1 0,-3 1 0,0-1 0,2 1 0,4 0 258,-7-1 0,4 1 0,3-1 0,0 1 1,2-1-1,-1 0 0,-2 1 0,-2-1-157,5 1 0,-1-1 0,-1 1 1,-1-1-1,1 1 0,2-1 146,-1 0 0,-1 1 0,2-1 0,1 0 0,0 1 0,2-1 0,1 0-54,-4 1 0,2-1 1,1 0-1,2 0 1,-1 1-1,1-1 1,-2 0-1,-1 1 1,-2-1 56,5 0 0,-2 1 0,-2-1 0,-1 1 1,1-1-1,1 0 0,2 1-8,-7-1 1,1 1-1,0-1 1,1 1-1,1-1 1,0 1-1,0-1 1,0 1-1,-1-1 4,2 1 0,0-1 0,0 0 1,0 1-1,0-1 0,1 0 0,0 1 1,0-1-1,2 0-31,-2 1 1,0-1 0,1 0 0,1 0-1,0 1 1,0-1 0,1 0 0,0 0 0,0 1-1,0-1 24,-3 0 0,0 1 0,-1-1 0,1 1 0,0-1 0,1 1 1,0-1-1,0 0 0,1 1 0,1-1 0,0 1-2,-3-1 1,1 1-1,1-1 1,0 1 0,1 0-1,0-1 1,0 1 0,1-1-1,-1 1 1,-1-1 0,0 1-1,-1 0 1,-1 0 1,4-1 1,-1 1-1,0 0 1,-1 0 0,0-1-1,-1 1 1,0 0-1,1 0 1,-1 0 0,1 0-1,0 0 2,-5 0 0,2 0 0,-1 0 0,1 0 0,0 0 0,0 0 0,-1 0 0,0 0 1,0 0-1,-2 0 0,0 0 0,-1 0-2,8 0 0,-2 0 1,-2 0-1,0 0 1,0 0-1,0 0 0,0 0 1,2 0-1,1 0 3,-4 0 0,0 0 0,1 0 0,1 0 0,1 0 1,0 0-1,0-1 0,0 1 0,1 0 0,-1 0 1,0 0 7,-3 0 1,0 0 0,-1 0 0,1 0 0,1-1 0,-1 1 0,0 0 0,1 0 0,0 0 0,-1 0 0,1 0 0,1 0-7,0 0 1,1-1 0,0 1 0,-1 0 0,1 0-1,0 0 1,1 0 0,-1 0 0,1-1 0,1 1-1,0 0 1,0 0-2,-4-1 0,1 1 0,1 0 0,0 0 0,1-1 0,0 1 0,1 0 0,-1 0 0,0-1 0,-1 1 0,0 0 0,-1-1 0,-1 1 0,0 0-1,0 0 1,0-1-1,0 1 1,-2 0-1,0 0 1,0-1-1,0 1 1,-1 0-1,0 0 1,0-1-1,1 1 1,0 0 0,5-1 1,0 1 0,0-1-1,0 1 1,0-1 0,-1 1-1,1-1 1,0 0 0,0 1-1,-1-1 1,1 1 4,-2-1 0,1 0 0,0 1 1,0-1-1,-1 0 0,1 1 1,-1-1-1,1 0 0,-1 1 0,0-1 1,0 0-4,-1 1 1,1-1 0,-1 1-1,0-1 1,0 1 0,0-1-1,0 0 1,0 1 0,-1-1 0,1 0-1,-1 1-6,0-1 1,-1 1-1,0-1 1,0 0 0,0 1-1,-1-1 1,1 0 0,0 1-1,-1-1 1,0 0 0,0 1-2,4-1 1,0 0 0,0 0 0,0 1 0,0-1 0,-1 0 0,0 0 0,0 0 0,0 1 0,-1-1 2,5 0 1,1 0 0,-1 0 0,0 0 0,-1 0 0,0 0 0,-2 0 0,0 0-1,-3 0-2,5 0 0,-3 0 0,-1 1 0,-1-1 0,-1 0 0,1 1 0,2-1 1,2 0 1,2 0 0,0 1-1,0-1 1,0 0 0,-2 1 0,-2-1-3,2 1 1,-2 0 0,-1-1 0,-1 1-1,-1 0 1,1 0 3,6 0 1,1-1-1,-2 0 1,-1 1 0,-1-1-412,-6 1 1,1-1 0,-1 1-1,-5-1 1,-7 1 403,12-2 0,-12 0 0,-3-1 0,-31 2 0</inkml:trace>
  <inkml:trace contextRef="#ctx0" brushRef="#br0" timeOffset="65892">1127 3714 16919,'-61'6'1755,"0"-1"0,5 0 0,6-1-635,-1-1-201,14-4-365,17-3-352,13-4-130,21-3-32,23-1-35,-2 5 1,5 0-889,15 0 1,6 1 768,-12 1 0,3 1 0,1-1-472,7 1 0,2-1 0,2 1 586,-8 0 0,2 0 0,-2 1 0,-4 0 0,11-2 0,-5 1 0,-1 1 0,0-1 0</inkml:trace>
  <inkml:trace contextRef="#ctx0" brushRef="#br0" timeOffset="67659">2460 4671 23819,'-25'-44'623,"-1"0"1,2 4 0,8 9-579,15 23-39,14 8-1,15 11-27,18 10-20,-18-4 0,1 1-365,2 3 1,0 2-221,-3 3 0,-1 1-438,-4-1 1,-3 1-1277,6 20 683,-13-12 1053,-10-16 572,-5-20 486,0-17 483,-1-16 677,3-10-213,5-2-16,1 6-348,0 11-526,-2 13-359,-2 10 22,-2 17 29,-1 18-68,-4 26-100,0-16 0,0 4-525,-3 10 1,0 3 458,1-13 0,0 2 1,0 2-710,0 3 0,0 2 0,0 0-122,1 2 1,1 1 0,0-1 862,2 3 0,1 0 0,1-6 0,-1-3 0,1-5 0,3-8 0,-1-1 0</inkml:trace>
  <inkml:trace contextRef="#ctx0" brushRef="#br0" timeOffset="68043">3216 4719 24844,'-41'12'26,"-1"-1"0,5 3 1,8 6 1,24 39-28,9 3-411,9-3 405,12-10 34,8-12 62,4-16 175,3-16-102,0-19 39,-4-14 17,-7-13 27,-10-6-28,-9-4-10,-15 2-1,-6 3-6,-11 8 20,-4 10-143,-5 14-44,-5 15-29,-2 13 206,1 12-223,8 7-122,12 2-846,19 1-4907,24-4 5887,9-8 0,-6-11 0,-10-7 0</inkml:trace>
  <inkml:trace contextRef="#ctx0" brushRef="#br0" timeOffset="68459">3620 4732 22907,'-1'-4'2582,"1"1"-1513,0 3-1074,3-43 27,-4 49-22,-1 10 23,0 45-7,1-16 1,3 0-17,13 16-22,16-8-304,17-14 365,6-15 68,1-14 38,-11-20 1,-9-14 28,-11-14 5,-9-9-17,-7-5-55,-9-1-23,-6 2-12,-4 7-38,-3 9-28,4 12-186,2 11-362,5 7-9289,4 12 8544,1-2 0,1 3 1,-1-6-1</inkml:trace>
  <inkml:trace contextRef="#ctx0" brushRef="#br0" timeOffset="69500">5495 4944 23142,'-5'-54'581,"1"1"0,-1 0 1,0 5-1,-1 1 1,-1 8-353,-10-12 113,-9 9-157,3 25-90,-13 7-50,0 24-34,-9 21-508,11 5 488,12-8 1,2 2 5,5-3 1,2 2 13,-2 15 0,2 1-11,6-10 0,4-2-6,4 2 1,4-4 131,9 0-98,14-13 33,0-16 23,9-14 28,14-27-11,-9-9-50,-2-5 83,-11-2-16,-11 11 50,0-12-28,-8 17 343,-5 7-422,-5 20-55,-1 5-1,-3 7-55,-2 7 61,-3 21-11,3 4 0,5 16 0,6-16 6,13 9-23,7-11 3,-2-10 0,2-2 20,21 10-1,6-7-5,-22-16 11,-1-13 51,-5-15-12,-3-5-38,-2-15-18,-11 0 28,-5 5 1,-2-13-1,-1 5-16,5-19 11,-1 20 11,12-9-28,-4 31-12,4-2 24,2 12-1,7 8-34,2 7 18,10 11-1,-4 13 6,-7-1-14,-9-2 0,-1 1 25,4 11-16,3 8-29,2-5 29,-4-21 5,4 2 5,16-17 18,-10-15 10,16-14 18,-14-15 5,-10-12 11,-10-5-34,-9 10 57,-11-3 1,-12 12-91,-3 6 0,-6 10 0,10 14 0,5 8 0,-3 14 0,10 7-24,-1 17-961,20 5-1138,3-17 0,3-1 1444,5-1 1,0-2 0,12 9-1,-11-14 1</inkml:trace>
  <inkml:trace contextRef="#ctx0" brushRef="#br0" timeOffset="70409">8153 5067 19300,'4'-44'1366,"0"-1"1,0 1-1,0-18 1,-3 3-897,-4 11 1,-5 2-640,-3 5 0,-4 3 351,-4 4 0,-4 3-70,-2 4 0,-2 5-56,-1 6 0,-1 5 260,-27 4-299,6 25-12,9 20-2,25-10 0,4 4-12,2 4 1,4 1-173,5 4 1,5 0 169,3 0 0,5-1-3,5-2 0,4-2 14,3-5 0,3-3 2,-1-7 1,2-3 87,21 2 128,-12-22 454,-13-17-465,-12-18 6,-7-12 11,-6-10 3,-2 1-65,0 8 482,0 14-649,2 16-23,1 14 22,2 22 6,4 19-11,-2-3 0,0 3-3,0 12 0,-2 5-610,-1-10 0,-2 2 0,0 2 605,-2 7 0,0 1 1,-1 2-554,-1-9 0,0 2 0,-2-1 0,1 2 511,-3 2 1,0 2 0,0-1 0,-1-1-6,0 5 1,-1-3 0,-3 3-40,-2-4 0,-2 3 0,-2-3 0,1-6-150,-6 3 1,-2-6 262,-8 16 0,-2-17 15,-7-46-1,18-51-22,18 7 0,7-7 3,4 10 1,4-2-1,2-1-3,3-6 0,3-3 0,3 1 13,-1 11 1,1-1-1,2 1 1,1-1-14,2 1 0,1-1 0,1 1 0,1 0-2,0 3 1,0 0 0,1 1 0,1 2-57,6-9 1,1 3 0,0 1 60,-4 7 1,0 1 0,-1 3 4,9-8 1,-2 3 2,-8 9 0,-2 1 0,12-12 28,-16 10 1191,-11 7-1157,-6 2 2339,-2 4-2289,-2 4 1175,-2 4-1276,1 4-44,-1 4 11,-1 10-34,0 12 51,-2 16-12,1 11-78,-1 8-157,5 0-795,4-2-1636,6-5 2672,2-9 0,-5-19 0,-2-7 0</inkml:trace>
  <inkml:trace contextRef="#ctx0" brushRef="#br0" timeOffset="70566">8477 4560 25466,'-17'-39'0,"-1"0"0,-1-20-1064,39 70-3702,16 14 4766,2 7 0,-12-8 0,-11-10 0</inkml:trace>
  <inkml:trace contextRef="#ctx0" brushRef="#br0" timeOffset="71493">8779 4652 27074,'-4'53'16,"8"2"-19,7-25 1,4 0-4,13 21 12,-2-11 22,-6-13 73,-6-14 33,-4-14-39,0-14-28,4-15-33,1-12-12,4-6-22,0 0-72,2 5-298,0 9-716,1 11-948,3 12-1433,2 13-2420,5 11-1422,5 10 5707,6 6 1602,4 0 0,-1-4 4839,-9-7 2426,-12-6-2868,-14-7-2532,-7-5-711,-5-5-409,-2-6-280,0-3-230,1-2-134,3 0-68,8 0-10,7-1-12,11 1-11,4-2 17,0 2 44,-7 0 23,-11 2-11,-10 1-17,-11 1 17,-9 2 0,-6 2 5,-3 2 29,-1 4-96,9 4 22,-1 3-27,11 6-17,-1 6-6,5 8-56,9 18 0,1-10-397,14 23-650,6-16 475,-5-16 1,2-1 81,4-5 0,2-3 311,4-4 0,1-5 64,1-5 1,0-6 302,4-9 0,-3-4 154,12-10 111,-23 2 1,-4-2 565,-5-10-94,-4-9 134,-6-2-521,-7 15-286,-2 7 51,-2 14-169,2 9-61,-1 7 370,1 13-359,0 30-11,1-8-11,3-3 0,1 2 5,4 16 12,-1-21 0,1 0-51,8 24 90,-4-24 27,-2-14-27,-6-20 11,2-16-5,1-12 49,6-15-19,-1 13 1,2 0 41,12-22-73,1 4 12,4 18-28,-2 17-40,14 4-11,21 24-39,-31-2 0,1 4-166,0 1 1,0 4-549,4 7 0,-1 3 109,0 3 0,-3-1 0,13 11 0,-4 0 0</inkml:trace>
  <inkml:trace contextRef="#ctx0" brushRef="#br0" timeOffset="73126">12056 4737 21355,'0'-53'1297,"1"0"1,-3 3-1,-1 4-714,-7-14-168,-7 12-197,-4 15-111,-5 16-74,-9 19 1,-8 19-23,18-2 0,0 3-302,-3 6 0,2 3 296,2 2 1,2 1-9,3 2 1,4 0-4,4-2 0,5-1 15,14 29-37,18-12 5,22-14 12,9-15 39,7-22-255,-34-8 0,0-4 258,-2-6 0,-2-3 13,-2-5 1,-4-2-12,-2-2 1,-3 0-71,-4-1 0,-2 0 132,1-29-6,-6 8 12,-5 12 374,-2 14-492,0 14 84,-2 16-84,2 15 523,0 16-578,5 14-203,10 7-833,14 3-449,-7-29 1,3-1-1567,5-2 0,0-1 2914,-1-5 1,-1-2-1,9 4 1,-16-13-1</inkml:trace>
  <inkml:trace contextRef="#ctx0" brushRef="#br0" timeOffset="73443">12504 4699 22795,'0'-45'1133,"0"0"0,0 6 0,0 6-685,0 14-308,-1 9-156,1 8 32,-1 11-4,0 11-12,1 14 5,0 11-5,0 7-11,2 1-6,0-5 17,2-14 56,0-14 0,4-20-5,4-18 49,9-17 46,6-12 28,5-7-23,2 1-319,0 4 258,-3 9-51,-4 14-39,-5 11-5,-2 14-7,1 16-105,4 13-712,5 14-3428,1 8 3480,-5-4 0,-10-17 1,-8-12-1</inkml:trace>
  <inkml:trace contextRef="#ctx0" brushRef="#br0" timeOffset="73833">14150 4671 16037,'12'-47'850,"1"0"0,-1 0 0,4-16 0,-3 5 639,-6 21 0,-3 4-979,0-14 867,-6 21-1377,-2 19 651,-1 11-656,-4 24-1,4 16-36,2-12 0,2 4 31,5 15 0,5 2-1398,1-6 0,3-1 574,2 1 1,4-3 834,10 2 0,0-8 0,-7-9 0,13 10 0</inkml:trace>
  <inkml:trace contextRef="#ctx0" brushRef="#br0" timeOffset="74176">14622 4420 18986,'-8'-44'1352,"0"0"1,1 0-1,-5-16 1,-2 7-608,-14-4-296,-8 16-399,6 21-44,-5 18 5,14 13-6,-7 19-10,7 6 2,7-5 0,3 2 9,-3 23-12,7-1-5,17-12-6,4-16 45,9-1 84,3-12 118,9-22-62,-4-12-73,-2-7 135,-10-10-40,-11 5-28,-5-8-38,-13 2-91,-3 14-61,-9 7-5,7 13-130,-4 13-1102,1 16-1878,4 10-6688,4 14 8793,11-16 1,2-11 0,-2-16-1</inkml:trace>
  <inkml:trace contextRef="#ctx0" brushRef="#br0" timeOffset="74759">14898 4431 22156,'0'-6'3775,"0"1"-2526,0 5-1243,3-27-1,5 46 6,0-25-17,0 31 1,-1 14 5,1 18-14,-3-15 0,-2 1 28,-1-10 0,-1-2-8,-3 29 11,-1-34 123,0-12 22,2-14-72,1-13-40,3-27-5,7-8-12,1-6 12,4 20 0,2 1 22,11-9-56,-8 13 1,1 4-7,17-1 6,1 14 1,-7 12 21,11 15-50,5 16 17,4 4-122,-23-15 0,0 0 133,18 7-11,-5-10 11,-10-9 23,6-17 5,-14-11 28,8-21-11,-14-18-37,-11 18 1,-1-2-807,-2-8 0,-1-3 812,0-6 0,-2-1 9,0-1 0,0 1-298,0 6 1,-1 2 310,-1 9 1,0 4 37,-2-17-85,0 26 0,-2 15 0,2 14 195,-1 14-195,-1 22 13,-1 27 606,3-31 0,1 3-619,0 9 0,1 5 0,1-1 26,2 9 0,2 0-90,0-2 1,0 4 0,4-2-143,0-9 1,3-2 0,2 0-789,7 7 1,2 0 0,0-4-1000,2 2 0,2-3 1993,9 9 0,-2-8 0,-12-20 0,0-3 0</inkml:trace>
  <inkml:trace contextRef="#ctx0" brushRef="#br0" timeOffset="74933">15492 4450 23999,'-4'-5'1798,"1"0"-1580,3 5-341,88-63-1606,-57 54 1,4 0 242,10-12 0,6-4 0,-4 7 922,-3 14 0,-5 5 0,13-1 0,-24 0 0</inkml:trace>
  <inkml:trace contextRef="#ctx0" brushRef="#br0" timeOffset="76326">16201 4296 23539,'-3'0'2403,"0"0"-1658,3 0-577,-46 27 67,42-13-33,-28 21-45,59-24-17,5-5-6,6-7-5,-2-8-6,-4-7 0,-8-7 1,-9-4-40,-8-2-56,-10 1 16,-8 2-4,-8 6-29,-8 8 0,-3 4-22,4 8 16,-9 12-5,15 5-33,-6 14 10,15 3 12,7 6-45,13 4-73,12 3-385,-3-22 0,4 0-138,5 0 0,4-1-416,6-1 1,3-2-277,5-1 0,3-5 288,2-2 0,0-4 374,0-5 0,-2-4 937,-4-5 1,-3-4 432,-7-3 1,-3-3 993,15-25-203,-16-6-410,-15-6-290,-7 0-196,-8 1-169,-10 7-173,-9 11 328,-15 13-507,-10 13 11,-5 17-62,1 11-28,7 14 0,11 8 1,14 4-1,15 1 17,16-2 5,12-10 759,9-11-647,-1-12 224,-5-18-39,-6-11 57,-7-11-40,-3-4-189,-6-1-130,-2 5 0,-4 9 0,-2 7 0,0 15 0,1 18 0,3 27 0,0-11 0,0 5-753,2 12 0,1 4 753,-1-13 0,1 3 0,0 0 0,2 8 0,0 0 0,0 2 0,-1-12 0,1 0 0,-1 1 0,0 0-504,-1 0 1,0 0 0,-1 0 0,-3 0 187,-1 12 1,-3 0 0,-5-3-40,-5-7 1,-4-1-1,-5-5-147,-17 9 1,-9-11 476,-4-14 0,-3-14-71,2-16 1,1-12 25,3-14 0,6-10 77,15 5 1,4-4 0,3-2-465,2-6 1,4-3 0,4-1 444,4-4 1,5-2 0,3 1-6,5-2 0,5 0 1,3 1-82,4 1 0,3 2 0,4 1 23,2 3 0,2 2 0,3 2-127,0 3 1,1 3-1,2 1-88,-1 4 1,1 2 0,1 1 238,-1 3 0,1 2 0,-1 2-73,17-9 1,-2 2 119,-6 5 1,-2 1 67,-8 4 1,-4 0 1779,12-11-1161,-23 7 1631,-12 8-1749,-10 7 828,-1 5-1303,-3 3 760,-1 5-705,1 4-16,0 6 0,3 4-11,6 5 5,6 1-11,9 1-11,4-4 11,1-5 78,-4-5 68,-2-6-74,-2-9-60,0-8-40,-1-12-12,-2-9 1,-3-8-11,-3 0 5,-3 2 23,-3 9 10,-4 6-27,-6 8-50,-9 8 10,-9 7 1,-6 9-23,-4 9-5,1 10-1,5 8 1,10 7-12,10 5-11,18 5 1,16 2-279,-4-27 1,5-1 288,5-1 0,3-3 3,3-1 1,2-4 4,-2-4 1,2-4-3,-4-4 0,-1-5 12,23-13 10,-10-14-5,-6-12 5,-6-12-5,-14 12 0,-1 0-12,5-18 17,-6 17 1,0 1 50,3-2-11,2-1-6,-4 15-17,-6 14 539,0 7-578,-4 8-6,5 11 0,1 9 1,6 13-12,5 14-246,-8-10 0,0 1-478,-4-11 1,-1 1 740,9 21 0,-3-4 0,-6-17 0,4 13 0</inkml:trace>
  <inkml:trace contextRef="#ctx0" brushRef="#br0" timeOffset="76983">19116 4694 22509,'25'-42'600,"-1"-1"0,1 1 0,-1 0 1,2-2-1,-2 1 0,-1 2-219,10-16 0,-5 5-1567,-5 1 1342,-13 26 526,-8 14-670,-8 17 291,-5 16-281,-10 23-8,8-13 0,0 2-396,-1 6 0,0 0 382,3-6 0,1-1 2,-1 9 1,2-1 824,-2 21-836,5-24 1,2 0 53,-1 7 84,3-14-51,2-30 34,0-36-95,0 5 19,0-18 1,0-7-626,1 9 0,1-1 598,0 1 1,1-4-1,0 3 2,1-6 1,1 1 2,3-9 0,3 0-19,2 10 0,1 2 22,0 3 0,2 2-89,3 3 0,2 5 72,15 4-11,6 17-28,10 21 33,-22 4 1,1 4 256,4 8 1,-1 5-272,2 5 1,-3 4-75,0 7 1,-3 2 56,-3 5 1,-3 0 2,-6-10 1,-2 2-239,0 18 1,-3 0-548,-6-23 0,-1-1-1128,1 15 1,0-2 1946,0 5 0,-4-25 0,0-14 0</inkml:trace>
  <inkml:trace contextRef="#ctx0" brushRef="#br0" timeOffset="77167">19387 4597 26026,'10'-52'106,"0"-1"1,5 4 0,10 10-141,18 21 0,7 9-1180,2-2 1,2 1 526,2 3 1,0 2-2445,-1 1 0,-3 1 3131,-7 2 0,-5 0 0,10 0 0,-25 1 0</inkml:trace>
  <inkml:trace contextRef="#ctx0" brushRef="#br0" timeOffset="77526">20066 4217 20851,'-2'-4'4744,"1"0"-3725,1 4-1024,17-26 16,22 52-5,13-14-511,-18 20 1,-2 8 490,-4-5 0,-2 0-17,-3-1 1,-2-1 130,-5-4 0,-2-1-89,0 11 62,-13-16 39,-10-14-17,-6-15 17,-1-10 786,1-13-775,7-6-5,3-2 10,6 1-38,5 4-73,7 6-62,8 6-5,9 6-34,10 4-314,12 6-1045,11 2 457,-27 4 0,2 1-1742,4 1 0,2 1 2728,6 3 0,-3 0 0,9 2 0,-7 0 0</inkml:trace>
  <inkml:trace contextRef="#ctx0" brushRef="#br0" timeOffset="77876">20956 4248 26536,'-15'-46'274,"-1"1"1,1 3-1,9 10-201,16 21-56,5 5 5,7 8-22,6 11-39,7 14 33,2 13-350,-1 12 334,-9 5-12,-11 1 18,-15-5 44,-13-10-17,-7-15 28,-6-13 6,2-16-17,4-12 33,8-10 335,5-6-363,10-2-22,7 2-16,12 5 10,14 4-178,14 6-285,-19 9 0,3 2 24,5 0 0,3 2-911,7 3 1,2 2 33,6 0 1,3 3-271,-19-2 0,0 1 0,0 0-1530,20 2 0,-2 1 2602,-11-3 1,-5-1-1,9 1 1,-29-4 0</inkml:trace>
  <inkml:trace contextRef="#ctx0" brushRef="#br0" timeOffset="78542">21999 4293 24307,'-24'-50'683,"1"1"0,1 4 1,1 8-427,-2 15-94,-5 9-29,-5 9-39,-7 11-50,-6 11-6,-1 10-33,7 7 0,13 3 16,14 2-16,17 0-6,13-5 0,14-7 22,8-9-5,6-11-23,3-15 51,0-12 22,-5-13 6,-8-9 50,-9-3 0,-10 3 34,-9 10-22,-4 11-79,-2 10-56,-1 8-23,0 10 29,0 11 11,0 12-17,2 9 5,2 3-16,6 0-28,7-2-40,8-5-16,9-8 28,7-10 28,2-14 50,0-17 11,-3-12-5,-6-11 28,-8-2 39,-10 4 6,-7 8-1,-6 8-55,-4 10-40,-4 5 6,-3 8 0,0 4 0,3 13 0,5-6-5,11 9 5,10-9 5,13 3-5,8-4-11,4-8 22,-1-8 12,-7-10 49,-7-10 85,-7-6 62,-5-4-22,-5 2-197,-4 2 0,-6 12 0,-1 4 0,-4 12 0,-2 14 0,-3 20 0,4-4 0,0 5-771,1 13 1,2 6 770,2-9 0,1 2 0,0 2-1144,0 10 0,0 3 1,-1 2 1143,-1-6 0,-1 4 0,1-2 0,-1-5 0,0-8 0,0-5 0,-1 1 0,-1-1 0,-1 0 0,1 0 0</inkml:trace>
  <inkml:trace contextRef="#ctx0" brushRef="#br0" timeOffset="101059">23775 4484 24519,'-32'44'-768,"1"-1"0,-1 1 0,4-5 0,0-1 0,5-4 0,-8 18 0,13-22 0</inkml:trace>
  <inkml:trace contextRef="#ctx0" brushRef="#br0" timeOffset="102066">25300 4091 21971,'-5'-42'850,"0"-1"0,-1 1 0,-2-12 0,-4 10-620,-14 17-135,-7 29-56,-5 22-39,15 0 0,1 5-769,-2 10 0,1 4 755,-1 10 0,2 5-436,7-13 1,2 2 0,0 2 284,1 5 1,1 2 0,1 1-208,1 4 1,0 2-1,2 1-134,2-14 1,0 2-1,0-1 1,1 1-716,0 1 0,0 0 1,-1 0-1,1-1 647,-1-2 0,1-1 0,-2-1 0,0-1 620,-2 7 1,-2-1 0,-2-5 618,-8 6 1,-6-9 295,-2-18 0,-5-11-166,-3-15 0,0-10-134,-1-11 1,3-7-128,3-12 1,6-5-190,5-7 1,8-3-231,10-3 0,9-2 11,9 0-1,9 2-118,-3 19 1,4 1 0,3 2-25,5-1 0,3 3 0,2 1-11,3-1 0,3 3 1,0 0 121,3 2 1,1 1-1,1 1-137,1 1 0,1 1 0,-1 0-9,-1 1 0,-1 0 0,0 0 16,-2 1 1,-1-1-1,-1-1 28,-3 1 1,-1 0 0,-3-1-122,14-11 1,-4 0 181,-8 3 1,-4 1 370,-10 5 0,-3 2-161,5-12 1146,-17 13-1056,-12 8 1612,-4 6-1842,-3 4 905,-1 6-1034,-2 11 11,-3 10-27,-3 17-85,0 12-298,8-20 0,2 0-13,0 3 1,1 0-462,1-1 0,1 0-5768,-2 25 6647,4-17 0,1-19 0,1-13 0</inkml:trace>
  <inkml:trace contextRef="#ctx0" brushRef="#br0" timeOffset="102242">25954 3932 20991,'-2'-3'3394,"0"1"-7136,2 2 3742,6 41 0,-4-31 0,5 31 0</inkml:trace>
  <inkml:trace contextRef="#ctx0" brushRef="#br0" timeOffset="102567">26155 4341 24077,'0'-6'2784,"1"1"-2459,-1 5-202,19-62-106,-11 47-17,17-38 11,-15 71-22,0 15-1,-2 10 24,-4 3-1,-2-2 0,-2-11 62,0-11 61,0-12-16,4-17-34,3-12 0,8-17-17,5-8-11,5-4-17,1 6-33,1 7-34,-1 12-207,9 12 44,-11 10-626,16 16-1183,-7 10-3696,15 13 5017,-17-14 1,-2-1 0,4 3-1,0-2 1</inkml:trace>
  <inkml:trace contextRef="#ctx0" brushRef="#br0" timeOffset="102950">27175 4455 22907,'27'-51'1142,"-1"0"1,-1 4-1,-6 5-531,-9 1-169,-18 10-319,-18 17-89,-9 12-3,4 10 0,-2 5-17,1 1 0,0 4-3,-7 3 0,1 3-25,2 6 0,5 1-8,-5 19 16,18-4 0,29-15 12,13-18-17,16-5 30,-9-17 1,1-8-12,-1-1 1,-2-5-490,8-14 1,-3-4 502,-11 8 1,-3-2 35,5-18 1,-2-4 22,-7 7 1,-1-1-25,-3 10 1,0-1 0,0-1 54,-3 1 0,0-1 0,-1 3-39,0-4 1,0 3-74,-4 7 0,0 4 0,0 1 0,-3 19 0,1 14 0,-2 7 0,1 52 0,-1-17-532,-3 8 1,0 6 264,-3-7 1,-2 2-421,2-7 1,-1 2 0,0 0-58,-1 2 1,1 0 0,1 1-2534,3 5 0,1 0 0,1-4 1741,0-2 1,2-3 0,3-3 0,0-10 0,0-24 0</inkml:trace>
  <inkml:trace contextRef="#ctx0" brushRef="#br0" timeOffset="103843">29328 4439 20278,'29'-48'1077,"0"0"1,0 0 0,-7 10 0,-2 1 0,-2 1-723,3-14 1,-6 5 80,-11-9-301,-10 20 162,-22 9-269,-3 21-34,-20 12-16,-1 23 61,9 3-45,18-7 1,3 5-20,7 1 0,5 3-225,-1-1 1,6 2 215,6 4 1,8-2 5,8-9 0,5-5 11,20 11 5,-3-20 1,3-6 45,13-12-1,-15-4 1,-3-6 67,11-28-34,-28 12 0,-4-2 0,-4-4 1,-3-1-7,1-22 15,-11 13 0,-3 0 36,-8-8-79,2 17 1,-1 1 26,-11 1-60,1 16-11,5 13-56,-5 18-34,-3 25-84,2 11-240,11-15 0,4 1-46,8-1 1,4-2 161,8 23-1604,11-14 0,7-3-403,-5-14 0,1-2 773,6 6 0,2-3-2557,8-10 1,-1-8 4391,13-14 2480,-18-1 1,-1-5 2918,8-26-2152,-11-10-1505,-8-5-735,-6-3-397,-1 2-202,-2 7-145,-2 11-225,-6 15 180,-3 11-532,-6 11 22,-3 11-6,-2 12 6,-3 14-11,1 10 0,3 3-6,4 0-5,9-7 336,5-10-275,8-14 34,5-13 22,5-17 40,2-14 66,2-14-5,-6-7-56,-7-4-84,-9 11 39,-3-10-83,-7 22-281,1-4-1210,0 17-6648,8 8 8127,5 4 0,-4 1 0,-3 1 0</inkml:trace>
  <inkml:trace contextRef="#ctx0" brushRef="#br0" timeOffset="104126">30820 3935 23934,'12'-49'449,"-1"0"0,1 0 0,-1 0 0,5-15 0,-1 1 0,-2 12-74,4 1-145,-3 5 303,-7 23-538,-8 19 146,-9 24-141,-9 27 3,4-8 0,-1 5-831,-4 12 0,0 5 794,5-13 0,1 1 1,1 2-596,0 5 0,1 0 0,2 2 461,1 2 0,3 1 0,2 0-95,3-1 0,3-1 0,2 0-434,3-4 0,2-2 1,3-1 115,0-7 0,2-1 0,2-3-2313,6 7 0,0-6 2894,12 10 0,-16-31 0,-9-17 0</inkml:trace>
  <inkml:trace contextRef="#ctx0" brushRef="#br0" timeOffset="104293">30551 4188 25172,'46'-19'144,"0"-1"1,1 1 0,-1 0 0,15-5-1,-1 1 1,-2 5-114,-10 9 1,-1 5 0,-1-1-567,0 0 0,0 0 1,-1 0 240,17-2 0,-3 0-3518,-11 1 1,-4 0 3811,13-3 0,-31 4 0,-20 2 0</inkml:trace>
  <inkml:trace contextRef="#ctx0" brushRef="#br0" timeOffset="105659">2540 7173 21836,'0'-52'1247,"0"0"1,1 7-1,-1 4-743,2 1-196,0 14-212,-1 13-124,0 9-6,1 14 51,2 13-6,2 6-6,-2 6 1,-2 2-11,1 23-315,-4-15 0,-1-1 339,-2-9 1,-1-2-3,-8 23-11,2-21 61,1-9 235,6-19-162,0-10-67,3-15-6,0-18 6,7-15-40,-2 20 1,2-1 92,3-4 0,1-1-109,2 0 0,1 1-3,0 2 0,1 2 3,15-20-40,-1 18 7,1 14-7,-1 11-5,3 12-5,3 11 5,4 14 5,2 18 3,-22-18 1,-1 1-3,9 21-4,-16-11 1,-4-1 3,-2 9 499,-5 11-399,-3-32 23,0-15-34,1-19 0,3-14 6,4-15-28,5-12-28,8-8-6,-4 28 0,0 0-16,17-26-1,3 12-16,-3 14-40,0 13 6,-2 12-17,2 14-100,1 12-259,4 15-447,2 10-87,-17-20 0,2-1-118,2 1 0,2-1-717,4-1 0,2-3 412,-6-5 1,3-3 848,27 0 1,-3-4 0,-16-3 0,-2-4 0,1 0 0</inkml:trace>
  <inkml:trace contextRef="#ctx0" brushRef="#br0" timeOffset="105992">3962 7154 21399,'8'-54'1262,"1"0"0,-2 6 1,-5 5-691,-12 5-264,-9 12-196,-12 13-45,-10 16-28,-10 16-36,23-3 0,0 4-246,-1 4 1,2 2 236,1 2 1,3 2-15,4-1 0,3 0 9,-3 23-17,20-12 17,13-11 56,13-13 100,9-15 63,8-16 44,5-15-46,-25 9 0,-1-2-44,-1-3 1,-2 0-43,-2-1 1,-2 0 37,9-24-23,-7 10-51,-6 11-79,-4 14-27,-4 9 22,-3 17 429,1 13-463,0 19-50,1 16-174,-2-23 1,0 2-991,0 3 1,0 1-2557,2 2 1,1-1 3163,1-4 1,1-3-1,3 9 1,-1-21-1</inkml:trace>
  <inkml:trace contextRef="#ctx0" brushRef="#br0" timeOffset="106333">4727 6978 27118,'-58'5'-266,"26"2"0,1 6-465,-2 17 0,0 5-1983,-5 1 1,0 0 313,-3 0 0,1-1 1036,3-3 0,0-4 1767,8-6 0,1-4 1485,-8-2 1618,20-27-504,13-21-1126,12-19-1307,-1 20 0,3-1-369,3-2 0,2 0 124,1 0 1,2 2-93,0 3 1,0 3 969,14-14-1174,-5 19-28,-2 20-39,5 24-118,10 23-535,-16-14 0,1 3-1221,3 5 0,0 1 1410,-3-3 1,-1-3-1,7 12 1,-14-21-1</inkml:trace>
  <inkml:trace contextRef="#ctx0" brushRef="#br0" timeOffset="107075">5023 7265 21493,'12'-44'1116,"0"0"0,0 0 0,4-16 0,-3 10-620,-6 22-244,-3 10-128,-3 15-118,-1 10 65,0 10-71,0 15-118,0 24-403,0 1-324,1 1-2258,2 2 3103,7-12 0,-5-14 0,3-8 0</inkml:trace>
  <inkml:trace contextRef="#ctx0" brushRef="#br0" timeOffset="107233">5245 6777 23976,'-17'-42'188,"1"-1"1,1 3 0,4 12-721,9 27-1485,9 11 2017,8 15 0,-4-9 0,2 5 0</inkml:trace>
  <inkml:trace contextRef="#ctx0" brushRef="#br0" timeOffset="107859">5468 7071 17735,'-2'-48'629,"0"0"1,0 9-1,1 7 1966,2 11-2623,2 19 1288,3 16-1254,2 14-1,-2 3 1,0 3-15,-2-1 1,-1 2 113,1 10 0,-2-2-105,-5 17 1180,-2-22 0,-1-1-1164,-3 1 46,-1 6 112,6-34-51,4-19-101,2-4 85,8-33-29,-1 4 141,-1 9 1,1-2-187,-1 3 1,0 1-9,1-1 0,1 1-2,5-16 220,5 3-254,2 18 22,3 6-34,7 8 1,0 15 16,-4 4-10,8 14-1,1 18-11,-4 5 16,-16-16 1,-4 1-33,-1 16 433,-10-5-395,-4-13 45,-4-7 28,-1-13 34,-1-7-73,2-10 0,0-11-22,4-10 16,1-7-16,7-7-12,7-1-5,12 3 0,10 7 11,-4 12-17,26 3 0,-13 14-185,-11 2 1,1 2-29,24 7-178,-3 7 72,-15 3-773,-3 12-684,-20 4-1651,-1 7 3444,-8 3 0,-5-19 0,-1-5 0</inkml:trace>
  <inkml:trace contextRef="#ctx0" brushRef="#br0" timeOffset="108159">6349 7073 12589,'2'-11'9595,"0"1"-8870,8-22 1,2-4 226,3 4-765,-1-8 1,1 2 641,2 14-706,-10 16-39,1 4-50,-8 17-17,-2 14-6,1 2-28,-3 32-5,5-17 11,5 15-12,9-24 29,7-14 16,5-11 23,6-16 39,2-10 78,-1-13 79,-4-10-22,-9-5-35,-7-4 7,-8 3-62,-4 6-51,-4 9-61,-2 10-180,-2 8-402,-1 7-1088,-2 11-189,2 0 1842,1 14 0,4-13 0,2 6 0</inkml:trace>
  <inkml:trace contextRef="#ctx0" brushRef="#br0" timeOffset="108709">7145 6868 20173,'-2'-8'4369,"0"2"-3299,2 6-572,0 0-453,-22 39-17,16-4-11,-7 0 0,1 2-12,5 18 18,-4-4 22,-3-10 61,0-12 107,2-13-6,2-11-61,4-14-18,4-10-72,1-4 163,2-28-79,4 5-252,0 12 1,2-1 206,11-21-34,5 9-27,4 15-12,5 11-5,5 12-17,6 7-11,4 12 5,1 8-5,-2 12-22,-12 7-1,-12 6 0,-15 2 12,-18-3 16,-8-8 40,-6-11 329,4-14-340,8-16 10,8-14 12,11-15 17,8-13-1,13-4-30,-10 26 0,3 1-6,1 2 0,2 2 9,24-14 22,2 10-17,2 11-61,4 7 27,3 12-5,1 7-101,-4 12-599,-7 8-706,-12 10-6240,-12 8 7646,-11-3 0,-9-15 0,-4-14 0</inkml:trace>
  <inkml:trace contextRef="#ctx0" brushRef="#br0" timeOffset="109266">9745 6779 20224,'0'-5'4676,"0"2"-3572,0 3-790,-77-62-1372,34 47 1111,-10-15 0,-1 7-2,2 40 349,6 13-389,11 9-22,15 6 11,16 4 6,20 3-182,18 1 167,-9-27 1,4-1 2,4-1 1,1-1-1,3-2 1,-1 0-4,-2-3 1,-1 0 2,17 13 57,-22-6-12,-29-5-39,-30-5 17,-30-1-195,20-7 0,-2-1 186,-4-1 1,-1 0-6,0-2 0,1 0-26,6-1 1,2-2-252,-18-4-369,26-3-1766,25-6-3181,27-5 5590,8 2 0,-4 6 0,-8 4 0</inkml:trace>
  <inkml:trace contextRef="#ctx0" brushRef="#br0" timeOffset="109576">9992 6935 26973,'39'-6'151,"-7"13"-123,-34 52-11,11-12-17,2-8 33,15-16 29,-1-16 33,11-5 0,1-14 23,0-11 61,-3-10-11,-5-6-22,-9-3-45,-9 0-45,-7 2-68,-5 10-72,-2 8-548,1 11-1160,0 7-6028,9 3 7820,1 5 0,1-3 0,-3 2 0</inkml:trace>
  <inkml:trace contextRef="#ctx0" brushRef="#br0" timeOffset="109992">10679 6574 24340,'1'-7'2902,"0"1"-2482,-1 6-275,0 0-94,23-19 5,-12 46-40,15-20-5,-18 26 1,-8 10-12,2-8 0,-2 1-423,-3 10 1,-1 1 413,0-2 1,-2-1 5,-2 1 1,0-4-13,-3 14 65,2-17 85,7-28-18,1-13 1,-1-15-90,1-9 28,0-18-39,4 10 836,6-9-825,7 14 17,17-7-12,1 15 2,2 8-24,5 10-22,-2 14-23,-8 2 0,1 2 29,12 10-35,-12 3 1,-6 2-95,-13 8 5,-3 9-319,-43-7-616,-22-12-3852,6-11 1,-2-2 3775,17-5 1,2-2 0,-4 0 0,7-4 0,18-2 0</inkml:trace>
  <inkml:trace contextRef="#ctx0" brushRef="#br0" timeOffset="110600">11303 6899 24312,'23'-49'967,"-1"0"0,2-2 1,-3 8-638,-7 20-212,1 0-107,-9 23 39,-1 20-39,-1 4 14,-1 13 1,-3 5 4,-4-7 1,-2 2-517,-2 18 1,-2 2 499,-3-8 0,-2-1-9,1-3 1,0-3-4,4-10 1,1-1 14,-8 28 84,11-37 73,0 0-90,5-32-51,1-20 6,1-19-27,0 0 24,2-2 0,2-5-127,2 10 0,0-3 100,0 3 0,2-4 1,0 2-5,5-14 1,3 2 5,0 5 0,2 3-3,-1 7 1,2 4-142,-1 8 0,2 3 138,19-12-5,3 20 6,3 16 5,4 20-22,-9 5-3,-7 12 0,-1 6-6,-10-5 1,-1 3-468,8 17 1,-2 4 374,-10-4 0,-6 1-191,-3 3 1,-4-1 25,-4-12 0,-3 0-3569,-9 16 1,-3-3 3845,-4 4 0,6-25 0,1-4 0,3-10 0</inkml:trace>
  <inkml:trace contextRef="#ctx0" brushRef="#br0" timeOffset="110783">11351 7000 22380,'-2'-6'3081,"1"2"-2835,1 4-195,62-71-1301,-33 55 1,4 1 1187,5-12 1,6-5-1,0 6-283,13 11 1,2 7-493,1-3 0,1 3-1821,0 2 0,-3 1 2237,-9 2 0,-4 0 0,11 1 0,-29 1 1</inkml:trace>
  <inkml:trace contextRef="#ctx0" brushRef="#br0" timeOffset="111126">12193 6668 21366,'-2'-3'4756,"0"0"-3328,2 3-1417,18-50-6,4 52-10,21-27-23,0 71 11,-21-16 0,-1 1-365,-3 3 0,-1 2 286,-4 1 1,-3 2 17,-3-3 0,-3-1 16,-4 24 90,-9-18 17,-8-20 22,-7-18 11,-3-17 6,3-13 675,5-12-675,9-5-33,7-1-23,11 3-23,7 7-38,13 7-191,9 7-392,14 7-684,11 6 20,-29 5 1,2 1-1913,1 0 1,-1 1 3191,23-2 0,-22 1 0,-17 1 0</inkml:trace>
  <inkml:trace contextRef="#ctx0" brushRef="#br0" timeOffset="111459">12868 6615 27628,'-16'-30'31,"0"0"0,-2-10-43,46 57-4,5 13-24,2 12-292,-8 10 259,-10 5-33,-13 1 78,-10-8 114,-7-12-58,-4-14 17,1-12 28,2-12 11,3-11-17,4-10 263,5-8-280,8-4-50,6-1 12,11 1-29,10 4-101,11 5-296,11 7-65,-24 11 0,3 2-362,2 1 1,1 1-524,5 3 1,1 2-3342,4 1 1,1 1 4704,-3 1 0,-3 0 0,15 2 0,-25-3 0</inkml:trace>
  <inkml:trace contextRef="#ctx0" brushRef="#br0" timeOffset="111943">13724 6647 17182,'0'-3'7567,"0"1"-5114,0 2-2369,-64-39-44,34 42-26,-12-15 0,0 7 8,8 45-16,0 9-379,7 3 351,11-2-1,11-7 91,13-10-112,8-11 55,9-13 50,6-15 29,5-13 56,4-14 61,1-8 28,-3-2 28,-6 2 282,-9 7-420,-9 13-125,-8 10 0,-4 12 0,-2 13 0,0 14 0,1 12 0,9 7 0,14 2 0,8-19 0,4-4 0,-10-6 0,3-4-277,19 6 0,2-6 277,12-8 0,-28-7 0,-1-3 0,16-15 0,-14-18 0,-18 8 0,-5-10 0,-11 18 0,-3-2 0,-1 8 554,-4 6-554,-2 15 0,-8 16 0,-8 26 0,8-12 0,1 5-469,0 11 0,1 8 125,8-15 1,1 6 0,1 1 0,1-4-1607,1 3 0,0-3 0,2 3 1950,1 2 0,1 5 0,1-3 0,1-10 0,-1-9 0,1-5 0,1 1 0,-1 1 0</inkml:trace>
  <inkml:trace contextRef="#ctx0" brushRef="#br0" timeOffset="112716">16375 6731 17119,'21'-47'1179,"1"-1"1,-1 1 0,1-1 0,0 0 0,-2 7-452,-4 9 0,-1 4 672,12-25-874,-16 29-343,-11 21-138,-8 19 39,-1 6-67,-9 30-17,3 5-9,8-10 1,2 1-169,5-6 0,3-1 177,3 4 0,4-4 11,12 7 40,15-10-1,-5-25 73,18-16-67,-17-8 17,-7-15 0,-3-4-6,-4-2 28,-2-1 0,-2-2 113,-3-7 116,-2-10-234,-7 23 28,-10 8-107,1 22 6,-11 12-34,6 10-28,0 12 39,5-4 576,30 26-575,1-28 5,15 12-11,3-26 16,-3-10 12,11-8-11,-2-11 5,-6-23 11,-18 8 40,-10-19 78,-23 8-112,0 6 39,-15-9-60,6 18-7,0-2 0,4 8 0,8 7-617,4 7-1567,12 7 2184,17 4 0,-10-1 0,6 1 0</inkml:trace>
  <inkml:trace contextRef="#ctx0" brushRef="#br0" timeOffset="113975">17651 6534 20420,'1'-6'2299,"6"-34"0,2-10-1341,0-5-841,1-6 1,2-1 173,-6 27 0,0 5 259,4-19-309,-2 18-94,-5 17-147,-1 16 56,0 17-45,1 5 3,0 10 0,-1 3-14,-1-4 0,-1 1-403,-3 19 0,-3 2 394,-4-2 1,-3-1-1068,-5 4 1,-1-1 1075,3-12 0,-1-1-359,-4 9 0,0-5 376,2-4 5,-1 4-5,23-45 737,16-22-732,18-22-25,-12 16 0,2-3 769,3-2 1,1 0-767,1 0 0,0 0-3,-2 2 0,1 1 11,-4 4 1,0 3 964,18-11-945,-10 18-28,-12 17-22,-6 16 28,-3 13 5,-2 9 683,2 4-700,3 0-11,4-3-22,5-7-56,7-11-12,6-10 23,10-16 62,-8-5 22,-10-7 0,-1-4 28,7-12-20,-12 7 1,-1-2 19,2-18 56,-11 1 22,-7 3-22,-6 7 0,-4 10-50,-2 11-57,-4 12 18,-6 15-12,-3 12 28,-1 11 12,6 5-46,4 1-22,12-4-27,8-5-46,12-10 0,9-9 68,7-10 67,2-15-6,-2-12 34,-8-12 78,-11-10-11,-12-7-39,-11-2 0,-11 1 22,-10 4-39,-5 10-45,-1 11 0,3 11-22,8 10-28,5 12-45,8 8-219,10 11-385,17 4-544,22 2 380,-11-15 1,5-2-655,7 0 0,3-2 133,4-2 1,2-1 257,0-3 1,0-3 853,-4-2 1,-3-3 822,-8-2 1,-5-3 1964,14-10-52,-25-6-851,-14-4-559,-4-2-315,-4-2 790,0 4-1115,-1 3-156,-3 8-207,-1 8 10,-11 8-38,1 11-40,-9 12-10,3 16 4,-1 11 7,8 6-29,6 1-27,15-7-12,9-8 11,9-12 57,4-13 33,0-13 0,0-15 56,-1-13 39,-3-12-6,-7-9-5,-9-7-28,-8-5 17,-12 0-28,-9 6-45,-10 10-6,-5 14-22,-1 12-67,3 15-112,9 12-454,10 10-1136,17 7-2164,15 5 3933,24 3 0,-18-17 0,5-4 0</inkml:trace>
  <inkml:trace contextRef="#ctx0" brushRef="#br0" timeOffset="114216">19853 6397 27410,'-22'-40'259,"-1"-1"0,3 3 1,5 12-266,12 24 12,5 12-6,6 12 11,10 20-17,-5-14 1,3 2-338,3 5 0,2 1 345,2 3 1,0-1-31,1 1 0,0-1-59,-4-1 1,-1-2-89,-5-4 0,-3-1-642,-11 19-841,-25-16-1485,-22-16 3143,-15-18 0,27-1 0,4-8 0</inkml:trace>
  <inkml:trace contextRef="#ctx0" brushRef="#br0" timeOffset="114376">19690 6424 17518,'3'-6'6324,"-1"1"-4313,-2 5-1692,63-11-89,-47 29-107,42 1-73,-70 38-126,2-25 1,-3-1-905,-2 3 1,-1 0 979,-2 4 0,1-2 0,-3 4 0,4-4 0</inkml:trace>
  <inkml:trace contextRef="#ctx0" brushRef="#br0" timeOffset="114733">20211 6533 27202,'39'-12'101,"6"1"-2915,-11 9 1,1 1 2847,13-4 56,13-11 1397,-35-7-1358,-2-12 932,-15-9-804,-13-1-16,-7 3-73,-7 10 3360,-2 11-3528,-4 11 0,-1 16 0,-10 24 0,6 12-254,12-12 1,1 1 253,-1 16 0,10-16 0,2 1-864,2 22-4052,8-15 1,3 0 2938,0 10 1,7-7 0,-11-34 0</inkml:trace>
  <inkml:trace contextRef="#ctx0" brushRef="#br0" timeOffset="115126">22925 6626 23083,'20'-57'667,"0"1"1,1-1 0,-4 8 0,0 1-1,-1 7-381,-3 7 0,-1 6 351,1-4-615,-9 21 102,-7 23-108,-6 20-4,-9 21-32,8-19 0,-1 2-696,0 13 0,1 1-531,3-7 1,2-1-1225,2 0 0,2-3 2471,9 18 0,-3-37 0,1-2 0</inkml:trace>
  <inkml:trace contextRef="#ctx0" brushRef="#br0" timeOffset="115300">23168 6151 21478,'-1'-9'3629,"-1"2"-3197,2 7-381,-23-60-169,17 48-17,-17-41-694,30 73-1865,7 13-6346,12 15 9040,1-3 0,-13-21 0,-8-16 0</inkml:trace>
  <inkml:trace contextRef="#ctx0" brushRef="#br0" timeOffset="115533">23568 6285 22929,'0'-7'3439,"0"2"-3112,-7-31 1,-2-7 131,3 8-353,-3-12 1,1 4-68,6 24-39,2 11 23,0 28-29,0 14 6,0-2 0,0 3-854,1 4 0,-1 0 851,0-6 1,1 1-453,1 16 1,2 0 280,1-17 1,1 0-205,2 13 0,1 0-1162,5 10-1675,-5-18-4638,-12-19 7853,-4-18 0,0-3 0,1-4 0</inkml:trace>
  <inkml:trace contextRef="#ctx0" brushRef="#br0" timeOffset="115693">23357 6322 23071,'41'-23'242,"1"-1"1,-6 7 0,-10 13 199,-30 33 0,-13 12-453,2-7 0,-3 1-412,-11 10 0,-1-2-661,7-14 0,1-1 1084,-3 1 0,3-2 0,5-7 0,1 0 0</inkml:trace>
  <inkml:trace contextRef="#ctx0" brushRef="#br0" timeOffset="116142">25373 6417 23019,'-7'4'2727,"1"-1"-1775,6-3 51,0 0-869,32-45-16,-2 1-781,-1-2 0,0-5 699,-5 4 1,-2-1-18,-2-7 1,-1-2 13,-3-1 1,-1-1 16,-4 3 1,-3 2-12,-2 8 0,-3 3 381,-7-17-398,-6 29-11,-9 23-11,-6 27-33,-4 25 30,12-7 0,2 5-684,0 12 0,2 4 679,4-13 1,2 2 0,0 1-5,1 3 1,1 2 0,1-1-32,0 3 0,2 1 0,0-1-41,1 0 0,1-1 0,1 0-341,2-1 1,2-1 0,1-1-123,2-3 0,2-2 0,2-2-1694,10 14 1,4-7 2240,-2-12 0,0-7 0,9 3 0,-14-23 0</inkml:trace>
  <inkml:trace contextRef="#ctx0" brushRef="#br0" timeOffset="116726">25828 6538 22021,'-4'-50'1385,"0"-1"1,1 6 0,-2 9-882,-3 19-359,3 10-122,2 7-23,4 8 11,5 9-6,7 9-10,14 5 5,13-1-34,10-6 23,4-10 5,-3-10 12,-9-13 33,-12-10-5,-11-12-12,-10-7 51,-7-5 45,-8 1 16,-7 7 0,-6 8-44,-5 11-23,-4 9-33,-3 14-6,-2 12-23,1 14 1,6 10 5,9 7-5,12 2-6,14 2-17,13-4 6,14-6-369,11-8 385,12-14 1,-26-14 0,0-4-23,2-6 0,0-3 34,-1-3 0,-1-4 11,-2-4 0,-3-4 0,-3-2 0,-2-3 19,-5-3 1,-3-2 22,-4-2 0,-2-1 16,-4-1 1,-1 0 3,-2 2 0,-1 0 100,0-22 1,-3 13-191,0 14 0,0 12 0,0 9 0,3 12 364,6 12-364,8 16 0,11 16 0,-9-19 0,1 1-124,2 3 1,1 1 123,0 2 0,0 0-250,-2-1 0,-3 1 124,-3-3 0,-6 0-445,-13 26-931,-24-13-1736,-22-16 2625,20-24 1,2-2-1,-7-1 1,8-6-1</inkml:trace>
  <inkml:trace contextRef="#ctx0" brushRef="#br0" timeOffset="117033">27172 6175 22879,'0'-5'3366,"0"1"-2229,0 4-1098,-57-56-17,41 45-14,-15-18 1,5 9-3,28 36 44,11 11-28,12 10-27,14 6-318,-15-19 1,2 1 305,2 1 1,0 1 10,1 1 0,-2 1 3,-2-2 1,-2 1-4,10 21 6,-19-9-196,-26-10-498,-20-9-1418,-18-7 1317,-14-7 0,29-4 0,4-4 0</inkml:trace>
  <inkml:trace contextRef="#ctx0" brushRef="#br0" timeOffset="117210">27083 6153 20772,'11'-9'3607,"-3"1"-3030,-8 8 393,0 0-942,-14 67-258,-3-21-1316,2 6 1,-2 3 1545,0-15 0,0-5 0,-3 7 0,4-3 0</inkml:trace>
  <inkml:trace contextRef="#ctx0" brushRef="#br0" timeOffset="117783">29196 6513 22533,'12'-60'991,"0"-1"0,1-1 1,-6 6-74,-14-6-531,-6 9-175,-11 10-139,-7 32-45,5 14 53,-11 20-59,2 24-25,17-20 0,3 3-243,0 6 1,4 2 242,7-4 0,5-1 121,6 18-140,19 5-12,10-19-79,-12-16 0,3-3 102,28 5 39,7-21 45,-16-20-40,-10-6 35,-19-23-7,-20 16 1,-4-2-29,-2-2 1,-4 1-2,-6-7 0,-5 3-10,0 9 1,-1 4-6,-15-10-6,-3 11 125,15 18-254,5 10-279,10 13-886,18 13 101,6-3-4682,26 12 5864,-3-13 0,-4-4 0,-11-11 0</inkml:trace>
  <inkml:trace contextRef="#ctx0" brushRef="#br0" timeOffset="118092">29736 6128 23103,'-3'-7'3405,"1"1"-3097,2 6 90,0 0-387,21 39-67,3 10-554,-3-5 0,1 4 531,-4 0 1,-1 0-45,-3 1 0,-3-1 206,-3-10 0,-3-2-122,-6 3 0,-6-5 95,-14-8 78,-11-9 51,3-38 17,11-20-102,12 0-2,14 1 0,6-1-20,1 10 1,2 0-441,10-12 1,4 0 344,-1 10 0,2 5-168,1 4 1,2 4-411,0 4 0,1 3-4321,-3 5 1,-2 2 3357,13 0 0,-18 6 0,-19 0 0</inkml:trace>
  <inkml:trace contextRef="#ctx0" brushRef="#br0" timeOffset="119326">30960 6080 25415,'37'25'123,"1"0"0,-1 0 0,15 9 0,-5-8 62,-4-20 122,-4-5-178,-7-6 105,-7-3-111,-8-9-3,-7-7-25,-3-9 52,-4-8-108,-1-2 34,-5 4 11,-5 8-56,-10 10 6,-8 8-17,-12 6-34,-9 14 22,-6 9-10,2 16-1,26-11 1,3 2-161,3 3 1,3 1 148,4 3 0,2 2-33,3 30-102,19-1 12,0-32 0,5-2-115,6 0 1,4-2-234,5-2 1,2-2-565,5-2 1,2-4-307,4-3 0,1-3-1261,3-3 0,1-4-67,0-5 1,0-3 934,-2-3 1,-2-2 1525,-5-3 0,-2-4 1412,-6 0 1,-4-2 839,-4-2 1,-4-2 2178,13-26-1333,-8-5-990,-4-3-614,-8 13 227,-6-16-891,-15 28 648,-10-8-1034,-16 24 402,-9 12-582,-6 14 0,-2 12-355,1 15 319,24-13 0,2 2 5,0 2 1,2 1-12,1 0 0,2 1-89,-9 27 86,11-7 6,13-8-5,14-11 10,10-12 18,9-12-12,9-17 50,4-10 63,2-17 48,-3-8-86,-23 21 1,-1-2 104,14-27 90,-6 8-85,-10 10-107,-7 18-66,-6 11-7,-21 39-16,-4 7-6,3-3 1,-2 4-360,-1 0 0,1 1 362,-2 4 1,-1 2-21,0 3 1,0 2-82,1 2 1,2-1-82,5-3 0,3-2-109,4-5 0,6-4-110,14 12 96,15-27-134,17-29-315,13-20 86,-23 3 0,2-3 167,3-5 0,-1-2-146,2-5 0,-1-2-129,-2-3 1,-1-2 122,-2-1 1,-1-1 363,-4 2 1,0 0 213,-4 4 0,-2 0 498,-4 5 1,-2 2 899,6-23 366,-9 11 291,-5 12-879,-4 11 655,-1 12-1412,-2 6 353,-1 6-582,-4 8 74,-5 13-124,-4 15-12,-4 10-28,2 7-16,5 0-12,7-3-10,9-9 16,7-10 5,5-12 23,4-14 17,2-15-6,1-10 45,0-10 23,-6-6-51,-5-2-28,-6 0-45,-4 3-134,-2 6-538,1 10-913,0 9-1524,7 11-4194,8 9 7320,3 4 0,-5-3 0,-6-5 0</inkml:trace>
  <inkml:trace contextRef="#ctx0" brushRef="#br0" timeOffset="120100">32672 6305 15995,'2'-5'7802,"-1"2"-6721,-1 3-274,-1-65-214,-5 42-439,3-13 0,-2 3-47,-6 25-68,-1 8-28,-2 10 12,-9 18-23,4-4 0,-9 20 39,11-11-39,0 9-11,8-3-17,15-2 16,1-16 18,13-3 0,0-17 61,6-10 28,2-7 67,-4-11 57,-4-5-12,-6-1 28,-7 5-61,-3 8-113,-4 10-44,-3 7-28,-6 18 11,2-1 45,-4 19-40,8-4-5,7 6-11,9-4 6,26-5 10,-8-12-10,27-5 16,-15-18-39,10-9 33,-4-18-838,-24 3 0,-3-2 838,7-18-2,-13 6 0,-3-2-359,-5 11 0,-2 0 367,0-11 0,0 0-8,-2 4 1,0 1 63,-3 5 0,-1 4-16,-2-7-46,-1 16-27,-2 22 1610,-1 12-1577,-7 12 843,-6 21-868,4 1 0,0 3 8,4-12 1,1 2-385,-6 22 0,2 0 387,6-17 0,1-2-8,0 9 0,2-1-9,4-5 0,3-3 12,6-3 0,3-3 2,6 4 6,16-11-45,-3-32 45,23-21-3,-28 9 1,-1-2-724,7-10 1,-2-1 730,8-15 17,-17 14 1,0 0 668,7-17-635,-13 21 0,-1 0 164,5-20-220,-10 20 0,-5 11 0,-3 13 1581,0 4-1581,0 19 0,4 23 0,3 18-364,3 4 364,-3-27 0,1-1-102,1 9 102,-16-3 0,-5 8 0,2-9 0,3 1 0,-11 4 0,-1-1 0</inkml:trace>
  <inkml:trace contextRef="#ctx0" brushRef="#br0" timeOffset="120892">2580 8533 22240,'2'-51'708,"-1"1"0,1-1 0,-1 4 0,1 1 0,-1 2-386,0-6 0,0 6-53,-1-16-241,-2 47-17,0 23 6,2 22-26,-1 10 1,2 8-6,0 4 0,0 3-600,0-6 0,1 3 1,0 0 454,0-2 0,1 1 1,0-3-150,1 12 0,1 2-1376,-2-18 1,1 5 0,0-1 0,-1-5 1212,1 10 1,-1-2 0,2 10 0,-1-7 0,-1-11 0</inkml:trace>
  <inkml:trace contextRef="#ctx0" brushRef="#br0" timeOffset="121350">2471 9279 18875,'-21'-43'870,"0"-1"1,0 1 0,0 0 0,-1-4 0,0 1 0,4 4-658,-2-5 0,7 6-73,9-4 37,14 21-166,29 12 14,-2 11 1,6 3-38,4 1 1,3 1-590,-6-1 1,2 1-1,-1 0 511,18 2 1,0-1 8,0-1 0,0-2 44,-4-2 1,-2-3 22,-5-1 0,-2-2 33,-8-2 1,-4-1 557,19-13-409,-26-3 77,-18-2-144,-13 6 392,-13-3-129,0 14 1217,-8 2-1453,1 21-49,1 13-6,2 14-1,8 6-32,17-2-18,14-5 6,14-8-6,10-10-16,5-11-23,0-12 45,-4-13 51,-9-12 117,-14-11 106,-14-7-22,-18-5 0,-14 1-28,-14 3-112,-6 12-140,-2 10-174,-1 13-878,-1 16-8779,2 13 9128,13 1 0,11-2 0,15-12 1</inkml:trace>
  <inkml:trace contextRef="#ctx0" brushRef="#br0" timeOffset="122791">5681 8712 7080,'7'-54'983,"1"0"0,0 1 0,-1-1 0,1 0 0,0 0 0,0-3 0,0 0 0,-1 1 0,-1 4 0,-2 6 584,-2-20 0,-3 10-1240,-2 15 1,-1 5 1446,-6-6-1735,1 28 883,1 33-894,0 39-28,2-8 0,1 6 404,1-8 0,-1 2 1,1 2-422,0 7 0,1 2 1,-1 1-43,2-12 0,0 0 0,0 1 0,0 0-168,1 1 0,0 0 1,0 1-1,1-1-374,0 0 0,1 1 1,0-1-1,0 1 359,1 1 1,0 2 0,1-3 0,-1-4-1,1 11 1,1-5 0,-1-8 0,1 1-1</inkml:trace>
  <inkml:trace contextRef="#ctx0" brushRef="#br0" timeOffset="125291">5444 9122 19088,'-6'-57'747,"0"-1"0,-1 1 0,3 6 0,0 2 1,6 6-541,20-15-162,17 17-29,17 14-36,-21 16 1,2 3-40,6 0 1,2 2-438,3 0 0,1 1 409,2-1 0,-1-1 14,0 0 1,-2-2 102,-2-1 1,-3-3-20,-4 0 1,-2-2 297,-7-1 0,-2-1-136,9-18 518,-18 3-377,-17 5 970,-11 8-988,-9 9 605,-7 9-716,-7 14-17,-8 13-28,-3 15-39,2 6-79,8 1 6,15-6 74,15-5-130,15-9 39,13-7 0,8-10 6,7-12 34,1-11 5,1-10 56,-6-7 44,-6-2 7,-11 2 27,-9 2-22,-9 4-5,-7 6-29,-2 6-78,-1 5-17,1 6-28,0 11-16,0 12-6,1 17-34,3 12 17,7 6 25,5-22 0,1-1-14,7 12 0,0-17 1,3-4-12,6 0 22,8-4 17,-4-13 12,-1-19-18,-1-9-33,-2-14 56,-2-6 12,-5-6-18,-4-2 68,-1-7-57,-4 18 12,2-6-28,1 19 0,9-3-17,7 4-6,8 8 34,2 7-6,0 14-44,-7 14 5,-8 16-16,-10 12-161,-10-14 1,-1 2-308,-2-4 0,1-1-356,1 30-1518,13-9-1198,15-21-3336,20-3 3094,-19-19 1,3-6 3814,12-7 0,-1-4 0,18-3 0,-22-2 0,-3-4 5965,-4-8-78,1-13-3653,-21 8 1,-3-2-700,5-30-1241,-9 29 0,-1 0 199,-2-1 0,0 1 364,0-18-185,-5-7-84,-19 12-392,-7 22-146,-7 13 18,-11 25-12,5 16-313,15-9 1,2 4 245,3 4 0,3 3 16,5 9 1,6 3-3,8-8 0,3-1-1,1 1 1,6-4 0,10-4 0,5-6 70,26 9-65,-13-14 1,1-2-1,-10-6 1,-1-2 125,25 3-28,-34-10 90,-12-6-67,-10-1 28,-6-6 431,0 3-543,-1 1 246,5 5-286,2 2-66,1 1 89,6 0-34,-2 1 17,5 1 6,-3-1-11,-1-1-12,0-7-5,-3-2 17,1-7 5,-2 3 11,2-3 6,1 0-5,0 0-7,0 0-21,-1 3-1,-3 4-16,1-3 11,-3-2 11,1-1 5,-2-2 47,1 4-52,1 3 0,0 2 0,0 3 0,0 1 0,-1-2 0,1 4 0,-2-2 0,1 3 0,0 0 0,1-1 0,-1 2 0,2-1 0,-3 0 0,-1-4 0,-1 1 0,-1-1 0,0-1 0,0 1 0,-1-3 0,0 1 0,-1-2 0,2 4 0,-2-1 0,-3 1 0,-4-3 0,-5 4 0,-11 0 0,10 4 0,-10 3 0,14 2 0,-3 2 0,-1 7 0,0 3 0,-5 10 0,7-5 0,-4 14 0,8-3 0,-1 17 0,9-8 0,14 2-7,5-19-10,19-4 6,5-11 28,25-7-17,-4-12-622,-24 0 1,-2-3 616,9-9 16,-3-9 0,-17 3-4,-2-10-7,-10-10 0,-5 8 0,-3 4 0,0 12 0,0 11 1237,0 3-1237,-1 6 0,-1 14 0,-1 17 0,-1 5 0,0-2 0,0 2-372,0 0 1,-1 3 371,-1 12 0,-1 5 0,3-4 0,0 3 0,0 0 0,2-3 0,-1-1 0,1 1-485,0 0 0,1 1 1,-1-1 484,1 0 0,0-1 0,-1-2 0,-3 5 0,-4-1-280,-6 11 1,-6-5 279,2-19 0,-4-7 0,-5-6 0,-1-10 0,-10-17 0,-2-29 0,26-4 0,6-5 0,0-4 0,5-3-218,6 6 1,2-2 0,5 0 82,3 4 1,3 0 0,3 0-59,5-1 1,2 1 0,2 1-496,3 0 0,1 1 0,1 3 523,6-7 0,3 3-199,-2 4 0,3 1 0,-2 3-54,1 1 0,0 2 337,-5 2 1,3-1 0,-3 3-116,2 0 1,-5 3 223,12-8 917,-13 3-581,-21 6 2860,-3 2-2804,-8 2 1092,-1 9-1350,-1 5 776,1 0-781,1 2-73,0 6-33,4 2-12,-1 3 73,10 6-28,-1-7 45,6 2-34,-1-8 0,1-7-56,-2-1-16,3-12 33,0-10-40,-1-4 29,-3-8 50,-8 7 12,-4 4-51,-5 9 67,-10 5-95,-8 11 17,-14 9-23,-2 9-5,3 11-6,10-2 0,8 22 29,13-10-40,11 16-12,12-13 35,20-8-12,-2-10-17,2-12 1,3-3-1,-11-5 1,1-2-268,16-3 1,0-4 266,-10-3 1,-2-5 19,-3-5 0,-2-2-9,15-17 15,-24 2 0,-5-5-4,-9 9 1,-3-1-501,3-19 0,-2-2 507,-6 3 0,-2 0-23,-2-1 0,-3 1 0,0 3 0,-2 3 0,1 12 0,-2 4 0,-16-20 0,12 34 472,-3 5-472,9 24 0,4 19 0,0 24 0,2-17 0,1 2 10,2 7 1,0 3-11,2 5 0,1 3 0,0-17 0,1 2 0,1-1 0,2 2 0,0 1 0,3-2-316,2 0 1,1-1-1,2-2-549,11 14 0,3-5-1575,-2-13 1,2-6 2439,17 4 0,-21-24 0,-17-10 0</inkml:trace>
  <inkml:trace contextRef="#ctx0" brushRef="#br0" timeOffset="125467">8388 8611 23439,'-3'-2'3097,"1"1"-2587,2 1-460,54-61-151,-15 36-636,2-12 1,4 4-1818,13 18 2554,3 8 0,-27 5 0,-6 2 0</inkml:trace>
  <inkml:trace contextRef="#ctx0" brushRef="#br0" timeOffset="125650">9149 8665 28671,'-25'-33'-43,"2"7"1,21 24 0,-1 1 0</inkml:trace>
  <inkml:trace contextRef="#ctx0" brushRef="#br0" timeOffset="127892">1599 11187 19972,'-1'-8'3114,"0"3"-2504,-13-25 1,-5-6 285,-6 2-815,4-4 0,-2 3 222,-17 17-230,10 26-40,-5 4 46,-5 26-63,20-9 1,1 4-23,0 0 1,1 3-191,0 7 0,4 0 176,6-10 1,4-3-9,2 14-23,14-8 23,21-20 17,6-6 34,12-14 49,-14-9 393,-11-6-409,-12 3 51,-21 0-96,-3 11-5,-34 4-23,2 16 17,9-2 0,-1 2-285,-15 16 285,18-7 0,2 3 39,-12 20-53,19-9 0,2 2-23,8-8 1,5 0-40,7 4 1,7-3-356,31 11-230,-8-26 0,6-4-1200,8-2 1,4-5-683,7-4 0,3-4 2170,-11-5 1,1-3-1,-5 0 1,-3 3 0,-3-2-1,-2-3 1,1-1-1</inkml:trace>
  <inkml:trace contextRef="#ctx0" brushRef="#br0" timeOffset="128209">2192 11366 26256,'-28'23'63,"0"-1"1,3 0-1,5 1-96,8 26-202,5 0-584,-1 2-1717,-9 5-1894,-11-1 1075,-1-14-1445,4-20 1,-2-6 4799,-11-13 1648,-6-6 1998,22-23 0,5-9-1492,7 5 0,3-1-1418,-4-8 1,3 0 209,7 0 1,4 3 403,9-12-180,15-4-828,0 25 97,11 18-327,0 24-95,11 13-68,-20-8 1,1 2-727,4 2 0,2 0-366,5 3 1,1 0 1142,11 5 0,-3-1 0,-21-13 0,-1-2 0,0 1 0,0-1 0</inkml:trace>
  <inkml:trace contextRef="#ctx0" brushRef="#br0" timeOffset="128499">1113 12460 23649,'-43'16'502,"0"-1"1,1 1 0,-11 3 0,9-2-268,11-2 195,45-9-61,41-11-265,-4-4 0,7-3-792,-8 1 0,4-1 0,2-2 707,-8 2 1,3-1 0,0 0 0,1-1-478,6 0 1,0-1-1,2 0 1,-1 0 466,4-1 1,0 1 0,0 0 0,1 1-387,-12 2 1,0 1 0,0 0 0,1 1 0,-1 0 377,10-2 0,1 0 1,-1 2-1,-1 0-8,-4 2 0,-1 1 0,-1 1 0,-2 1-327,9-1 1,-3 2-1,-3 3-876,10 4 0,-8 6 1210,-18 4 0,-7 2 0,-1 4 0,-22 3 0</inkml:trace>
  <inkml:trace contextRef="#ctx0" brushRef="#br0" timeOffset="130691">5477 11762 21446,'-10'-47'824,"0"1"1,0 0 0,-4-17 0,-3 8-387,-12 9-186,-3 14 108,0 15-316,-3 17 50,-4 21-83,-3 23 0,19-13 0,1 4-375,1 3 1,2 1 360,1 1 0,3 0-8,4-4 0,4 0 109,3 21-92,19-18 16,16-18 29,14-20 21,8-18 24,0-17-15,-28 12 0,-3-2 17,-1-3 0,-4 0 98,10-29 0,-10 3-11,-9 8-12,-6 12-33,-6 10 706,-1 11-823,-4 9-23,-2 14 17,-5 14-6,-4 18 6,-2 12-34,3 4-6,7-1 35,10-7-18,13-7-11,15-11-5,16-10 11,13-11 5,8-11-193,-31-6 1,0-2 201,-1-2 0,-1-3-9,21-17-110,-10-4 155,-13-2-11,-13-3-5,-8-5-12,-7-4 0,0-4 28,-1-4-11,6 4-16,3 7-12,6 12 0,0 13 407,-2 11-407,-3 7 145,0 6-134,3 5-17,2 6 1,4 5-7,4 4 12,3 3 12,2 6-12,-1 5 11,-7 3-34,-8 1 1,-6-2 22,-4-8-6,2-6 23,4-8 6,6-8-29,11-5 23,13-7-28,17-8 19,-22 2 0,1-1-135,3-2 1,0-1 117,-3-1 1,-2 0 53,19-15 22,-19 1 11,-16-5-11,-13-1-33,-10-3 16,-6-1 255,-5 2-261,-1 2-21,1 5-23,4 5 28,5 4-23,5 6 12,3 4-6,4 1-11,4 3 12,7-2-18,13-1 12,13-3-6,12-3-28,10 2-221,-1 3 233,-6 6 27,-14 13 17,-15 9-45,-14 14 28,-12 8-16,-4 6-40,0 0 39,2 0-27,8-3-119,8-2-335,12 0-750,10-3-2146,8-4 2554,-4-8 1,-14-13-1,-11-7 1</inkml:trace>
  <inkml:trace contextRef="#ctx0" brushRef="#br0" timeOffset="130918">7344 11393 25311,'46'-22'-952,"1"0"1,-1 0 0,6 1 0,1 2 0,-2 6-3015,3 7 1,-2 4 2936,1 2 1,-5 1 0,-3 2-1,-25 3 1</inkml:trace>
  <inkml:trace contextRef="#ctx0" brushRef="#br0" timeOffset="131074">7434 11778 26094,'57'-21'-159,"0"1"0,-1-1 0,9-1 0,0-1 0,-15 6 0,-14 5 0,19-5 0</inkml:trace>
  <inkml:trace contextRef="#ctx0" brushRef="#br0" timeOffset="131651">9351 11165 22627,'14'-47'1247,"-1"0"0,-1 4 0,-4 8-883,-13 11-258,-2 11 1,-12 6-29,-14 7-44,-5 7-17,-15 7-12,2 7-16,10-2-11,-15 8-1,9-6 9,13-8 0,1 0 37,-16 3 27,7-5-33,26-10 11,7-1-11,8 0-1,-1 0-21,2 4 10,-1 10 29,-3 16-23,-1 3 84,-8 28-17,1-17 1,-1 4-810,1 3 1,0 4 741,2-11 0,0 2 0,2-1-6,0 13 1,4-1-1452,2-1 1,4-3 1439,0-13 1,4-2-79,12 12 0,7-5-453,-2-17 0,4-2-203,13 8 0,6-4-2102,1-14 0,1-5 2842,-3-6 0,-2-2 0,15-2 0,-25-6 0</inkml:trace>
  <inkml:trace contextRef="#ctx0" brushRef="#br0" timeOffset="134041">10477 11471 21313,'-8'-47'892,"0"1"1,3 5 0,-4 11-215,-25 26-364,1 17-28,-11 12-186,18 3 1,2 3-50,-9 15-136,14-7 0,3 1 113,6 17-11,5-22 0,4-1-28,8 3 0,5-3-17,16 15 16,-4-26 1,3-5 11,25-2 11,-9-14 12,8-19 100,-14-15 120,-12 0 1,-3-4-9,-5 1 1,-5-1-439,-3-12 0,-5 0 278,-5 14 1,-4 1 47,-7-10 1,-5 0 24,-4 4 0,-2 1-78,1 3 0,-1 3-42,-2 2 0,-1 5-218,-8 8 196,10 15-1,4 14-145,9 12-801,1 32-1003,6 3-2290,5-20 1,3 0 4233,5 19 0,0-21 0,-3-17 0</inkml:trace>
  <inkml:trace contextRef="#ctx0" brushRef="#br0" timeOffset="134867">11142 11860 21657,'0'-10'1991,"0"-22"1,-2-4-1124,-1 7-613,0-9 0,0 4 41,-3 16-212,2 11-78,1 18-28,0 14-102,-3 19-503,-2 15-834,3-26 0,1 1 1461,0 6 0,0-3 0,0 6 0,1-6 0</inkml:trace>
  <inkml:trace contextRef="#ctx0" brushRef="#br0" timeOffset="135091">11635 11459 25433,'0'-10'1156,"0"-22"1,0-4-821,0 15-180,-1-42-88,1 62-24,1 17-21,2 19-40,1 22-422,-2-20 0,-1 3 22,1 5 0,-2 3-1180,-1 4 1,-1 0 1596,1-4 0,-1-4 0,-2 14 0,2-26 0</inkml:trace>
  <inkml:trace contextRef="#ctx0" brushRef="#br0" timeOffset="135308">12225 11774 25259,'-1'-4'2067,"1"1"-2325,0 3-1086,6 74-6498,-5-29 7132,2 4 0,-2-1 1,-2-18-1,-1-13 0</inkml:trace>
  <inkml:trace contextRef="#ctx0" brushRef="#br0" timeOffset="136184">12818 11479 23478,'9'-55'832,"0"0"1,-3 10 0,5 3-679,10 3 0,5 5-653,-3 6 1,3 2 562,5-5 1,3 3-29,-2 5 1,0 4-12,-2 6 0,0 4 378,24 1-409,-6 19-10,-8 13-35,-7 16-38,-13 10 173,-16 9-166,-15-20 1,-6 0 64,-8 16-294,-2-18 0,-3-1 311,-12 4 22,16-18 1,-1-1 636,-20 8-558,18-14-39,10-11 55,15-10-10,2-4 5,10-10-95,-1 6 732,23-8-738,-12 14 4,24-1 2,-9 10-12,14 7-5,-1 10-11,1 19 0,-19-8-28,-9 17-90,-29-12-73,-11 9-154,-1-16 1,-5-2-1102,-21 14-66,-1-5 1523,2-16 0,31-13 0,-5-1 0</inkml:trace>
  <inkml:trace contextRef="#ctx0" brushRef="#br0" timeOffset="136384">13720 11559 22313,'4'6'2811,"0"0"-2357,-4-6-342,0 0-683,0 61-3109,-14-23 2829,7 4 1,-1-3 0,-9-13-1,5-12 1</inkml:trace>
  <inkml:trace contextRef="#ctx0" brushRef="#br0" timeOffset="137134">14630 11435 15720,'0'-3'6604,"1"1"-4728,-1 2-778,4-76-638,-9 43-295,3-13 0,-3 1 76,-17 20-96,-9 5-100,2 7 6,-33 6-29,9 16-342,12 0 0,-1 5 348,5 5 0,3 4 5,0 3 1,3 2-72,6 0 1,4 2 54,-6 26-6,27-5-11,24-8-11,26-11-737,-15-19 1,2-4 755,-5-2 1,1-3-200,20-3 0,-1-4 224,-20-3 1,-1-3 25,13-2 0,-3-4 638,4-21-400,-15-6-140,-14 8 227,-9-9-25,-9 4 1336,-2 6-1615,-3 6 495,-1 24-575,-3 20 0,-3 17 0,-1 18-200,7-21 1,0 2 199,2 3 0,2 1-68,0 2 1,2 2-334,3 1 1,2 1-709,2 3 1,2 0 1108,2 5 0,2-3 0,2 6 0,-2-5 0</inkml:trace>
  <inkml:trace contextRef="#ctx0" brushRef="#br0" timeOffset="137317">15227 11649 25040,'1'-4'2202,"0"1"-1950,-1 3-566,-36 61-1209,16-17 938,-6 6 0,2-1 0,10-13 1,2-4-1</inkml:trace>
  <inkml:trace contextRef="#ctx0" brushRef="#br0" timeOffset="137984">16322 11257 22358,'-5'-51'1181,"0"0"1,0 5 0,-4 9-829,-13 19-135,-3 15-38,-6 21-24,-7 22-94,14-9 0,0 3-755,-3 8 0,0 2 707,0 4 0,0 3-14,2 0 0,3 2-9,3-2 1,5 1-9,3-5 0,6 0 63,7-6 1,6-2-92,5-6 1,6-3-12,6-7 0,5-3 33,2-6 1,1-3 25,1-4 0,0-5 19,26-11 23,-13-12 44,-17-12 23,-15-6-16,-19-2 10,-16-3 17,-14 1-22,-7 5-23,-3 11-44,4 12 1060,3 16-1116,6 16 64,6 16-754,9 12-1422,10 10 2134,20 6 0,-8-26 0,9-5 0</inkml:trace>
  <inkml:trace contextRef="#ctx0" brushRef="#br0" timeOffset="138191">16717 11703 25590,'0'-4'2184,"0"0"-1938,0 4-554,-8 48-879,1-6-1300,-1-1 0,-1 2 1424,-3 12 0,3-21 0,3-15 0</inkml:trace>
  <inkml:trace contextRef="#ctx0" brushRef="#br0" timeOffset="139984">17518 11394 18526,'1'-8'2739,"6"-24"0,0-6-1580,0-1-789,1-4 0,0 0 201,-3 5-195,-3 13-203,-1 12-66,-1 14-12,-2 15-11,-5 20-11,-8 20-65,5-22 0,-1 2-229,-1 1 1,1 0 228,0 0 1,3-2-18,2-3 1,3-1 30,10 21-11,15-15 12,14-16 5,11-20 22,10-21-274,-26 2 0,1-3 316,0-4 1,0-3 19,-2-1 0,-1-1-6,-2 0 1,-3 0-18,-4 2 1,-2 2 538,9-17-628,-12 16 0,-8 16 0,-7 22 0,-6 19 0,-3 18 0,-3 14 0,5-28 1,1 1-1,1 2 0,2 1-351,0 1 1,1 1-697,1-1 0,2 0 408,1 2 0,1-3 0,0 5 0,3-9 1</inkml:trace>
  <inkml:trace contextRef="#ctx0" brushRef="#br0" timeOffset="140167">18385 11682 27930,'-19'46'-395,"0"0"0,-1 0 1,2-5-1,6-11 0,-1-3 1</inkml:trace>
  <inkml:trace contextRef="#ctx0" brushRef="#br0" timeOffset="140818">19581 11345 14185,'4'0'9830,"-1"0"-7807,-3 0-1480,19-65-213,-19 42-235,7-14 1,-4 3 16,-19 23-45,-7 3-39,-7 4-28,-8 4 0,-8 4 0,-5 3 28,-2-1 5,2 1-16,5 2 6,4 3 10,7 7 12,3 6 5,4 8 1,6 4-18,6 3 1,5-1 11,7 0-12,5-3-16,2-10 6,5 2 38,3-5-50,-2-7 107,2-2-56,-7-14 44,2-5-16,0-5-40,4-7-11,2-3-16,3-2-12,2 5 11,2 3-22,5 7-33,6 3 27,-1 7 0,2 3 1,2 2 5,22 12-156,-15-5 0,0 2 128,-9-1 0,-5 2-235,13 27-157,-49 3-101,-26 3-14,0-25 1,-5-3-833,1-2 0,-1-2 707,-2 0 1,2-2 0,-5 3 0,11-7 0</inkml:trace>
  <inkml:trace contextRef="#ctx0" brushRef="#br0" timeOffset="141424">20321 11705 22991,'0'-9'3567,"0"3"-2883,0 6-466,0 0-1064,-15 54-262,3-22 1108,-7 19 0,0-1 0,5-21 0,-7 13 0</inkml:trace>
  <inkml:trace contextRef="#ctx0" brushRef="#br0" timeOffset="142301">21016 11548 23069,'8'-53'725,"0"1"1,0-1-1,1-12 1,-1 5-516,-3 13 0,-1 4 59,-2-5 496,-3 21-659,0 14 113,-1 19-214,-2 18-16,-2 24-14,2-14 0,-1 3-936,-2 7 0,-1 1 871,2-7 1,-1 2-285,-2 2 1,0 4 0,1-3-860,-1 3 0,2 1-1226,0-4 0,0 3 1,2-4 2458,1 1 0,1-6 0,2 9 0,1-25 0</inkml:trace>
  <inkml:trace contextRef="#ctx0" brushRef="#br0" timeOffset="142675">21972 11750 27264,'-25'40'-3277,"0"0"0,8-12 0,1-1 3156,-2 9 0,3-4 1,6-9-1,4-12 0</inkml:trace>
  <inkml:trace contextRef="#ctx0" brushRef="#br0" timeOffset="143101">22581 11576 24105,'8'-43'761,"0"0"1,0 0 0,3-15 0,-2 6-359,-1-2-128,-4 17-141,-2 16-72,-1 14-57,-2 40-5,-4 8 0,1-4 0,-2 5-471,-2-2 1,-1 0 190,-2 5 0,0 1-499,-1 3 1,1 0-2140,1 1 0,0-1 2294,4-7 1,0-3-1,1 11 1,4-25 0</inkml:trace>
  <inkml:trace contextRef="#ctx0" brushRef="#br0" timeOffset="143317">23001 11784 27040,'35'30'-2621,"-13"7"2621,-28-4 0,-6-1 0,2 3 0,-3-4 0</inkml:trace>
  <inkml:trace contextRef="#ctx0" brushRef="#br0" timeOffset="143758">23879 11605 23943,'0'-59'1094,"0"0"0,0 13 0,1 5-915,3 0-11,1 25-112,-2 13-28,2 14 11,3 31-44,-2 17-32,-5-13 1,0 0-404,-3-10 0,-1-1-70,-6 14 1,-3 0-1763,-1-6 1,-2-1 1642,0 4 0,-1-2 0,-6 13 0,11-28 0</inkml:trace>
  <inkml:trace contextRef="#ctx0" brushRef="#br0" timeOffset="143967">24398 11908 25601,'0'-5'1697,"0"2"-1921,0 3-1395,-41 73 487,20-26 0,-2-5 0,2-3 0,10-11 0</inkml:trace>
  <inkml:trace contextRef="#ctx0" brushRef="#br0" timeOffset="144658">25195 11588 18504,'-1'-7'2831,"4"-31"1,4-9-1981,8 0-1122,-2-8 0,3 1 635,15 2-252,-5 17 377,7 5-438,-4 16 157,17 5-225,-6 19 22,5 17-16,-17 3 0,3 21 0,-20-19 0,-3 0-15,1 1 1,-2 1 5,-4 5 1,-4-2-9,-15 17 596,-5-17-574,-27 1 34,13-20 73,-16 0 67,17-16 67,7-9 73,9-6-67,6-7-168,7 4 55,9-4-111,9 9 6,12-1 10,10 9-22,-3 5 12,15 11-35,-17 2 1,0 2-11,2 1 0,-1 1 2,4 4 0,-4 1-92,4 16 34,-20-11-224,-48 11-62,-17-14-358,9-8 0,-3-2-418,1-6 0,1-2 1140,-2-3 0,3-1 0,-5 0 0,10-4 0</inkml:trace>
  <inkml:trace contextRef="#ctx0" brushRef="#br0" timeOffset="145408">26260 11827 22475,'5'-2'3563,"0"0"-2707,-5 2-861,-8 30-270,4-2-1120,-12 30-7152,0-7 7912,-4-7 1,6-15 0,4-13 0</inkml:trace>
  <inkml:trace contextRef="#ctx0" brushRef="#br0" timeOffset="145917">26888 11543 22739,'0'-3'2963,"0"0"-2140,0 3-784,-4-14 17,3 10 50,-3-11 96,4 15 33,0-1-61,2-4-51,4-5-28,7-7-22,9-8-34,10-7-5,11-5-29,-5 7 3,-2 12 1,2 3-281,17 2 266,-16 7 0,0 4 6,14 15-5,-18 16-1,-18 16 1,-26 13-372,-6-24 1,-7 0 367,-8 4 1,-6-2 8,-7 2 0,-2-3 0,9-7 0,-2-1-8,-13 6 0,1-2 19,-1 1-11,19-11 0,3-3 28,10-3 235,26-9-274,21-9 0,25-3-6,-18 0 0,2 0-474,7-1 0,1 0 1,4 0 0,2-1-1376,3 0 1,0 0 1865,-5 1 0,-4 0 0,14-2 0,-27 4 0</inkml:trace>
  <inkml:trace contextRef="#ctx0" brushRef="#br0" timeOffset="146991">27834 11086 19395,'-3'-2'3624,"0"0"-1351,3 2-2222,1-54 39,31 38-23,1-12 0,6 1-25,5 23 0,3 7-473,11 0 0,-1 1 470,-13 1 1,-4 2-12,-5 2 0,-4 2 246,10 7-112,-15 17 17,-19-1 12,-8 22-406,-4-24 0,-2 1 268,-3 4 0,-1 0-33,2-5 0,0 1 27,-3 19 1,0 2-26,3-15 1,2 1-416,-2 17 0,2 1 393,4-11 0,3-2-31,4-1 0,3-2-17,-2-11 1,2 0-219,6 9 0,0-4-87,-4-2-1808,-6 28 2161,-35-37 0,13-1 0,-11-15 0</inkml:trace>
  <inkml:trace contextRef="#ctx0" brushRef="#br0" timeOffset="148143">28110 12204 24351,'-2'-7'1065,"1"2"-684,3 5 789,-1 0-1052,2-2-62,7-4-34,14-3-22,15-4-173,18-1-835,-25 8 1,1-1 1007,3 0 0,-3-1 0,6 2 0,-10-1 0</inkml:trace>
  <inkml:trace contextRef="#ctx0" brushRef="#br0" timeOffset="157892">5531 13028 17297,'12'-59'1190,"0"0"1,-1 0 0,-1 8 0,-1 3 0,-1 5-895,-2 7 1,-2 4 1025,-1-4-1104,-5 26 252,-5 20-442,1 6-1594,-3 23 1,0 6 1582,-1 12-10,4-16 1,0 6-1,0 0-464,0 10 1,0 2 351,0-9 1,1 4 0,-1 2-448,0-3 0,0 3 0,0 1 1,1-2-1396,0-4 0,1-2 0,0 0 0,0 1 1947,-1 2 0,1 2 0,0-2 0,1-6 0,0 8 0,1-8 0,1 7 0</inkml:trace>
  <inkml:trace contextRef="#ctx0" brushRef="#br0" timeOffset="159675">5198 13579 21237,'0'-51'730,"-1"0"0,10 0 0,8 8-690,33 10-264,-12 15 1,5 2 200,0 3 1,2 2-828,4 0 0,1-1 827,2 1 1,1 0 8,0 0 0,1-1 11,-2 0 1,-2 0-1,-10 3 0,-2-1 0,2-2 1,-2-1 574,14-14-393,-12 2 39,-18-2-38,-35 13 225,-15 6-92,-16 9-139,5 5 139,-11 13 1261,18 3-1501,-2 18-41,17-3-4,9 7-5,11-17 27,15 6-27,1-16 5,12 2 67,-1-15 23,1-12-56,-7-2 111,4-15 202,-5-10-123,-2-1-28,-4-8-16,-10 15-102,-4 8 157,-2 6-212,-1 11-35,-3 3 7,-1 12-18,-3 10-10,-1 13 10,1-1-10,1 29-23,4-14-109,4-12 1,2-1 124,12 20-4,13-8-1,10-9 11,-6-15 4,20-9 8,-19-19 16,14-8 1,-18-12 5,-8-6 11,-7-4 251,-8-5-257,-4-2-3,-2-3-24,3 2 5,5 2-22,8 5 11,9 7 17,7 5-6,7 6 6,3 8-12,-2 8 1,-7 12 0,-10 11-6,-10 14-6,-10 12-5,-10 9 22,-2 7-17,3-32 1,2 1-40,5 29-89,12-7-242,14-10-329,14-13-293,12-15 477,-22-15 1,1-6 119,4-3 1,0-4-199,2-4 1,0-4 545,0-2 0,0-2 75,-3-2 1,0 0 58,-4-1 0,-3 1 65,14-14 223,-22 14 1,-2-1 985,-2-17-822,-2-2-147,-18 7-139,-11 21-174,0 7 72,-23 7 660,6 13-772,-18 8-16,9 14-23,4 7-5,13 3 0,10-9-11,20 9 10,9-20 18,14 4 33,3-16 17,-1-14 73,-4-8-17,-10-3 286,-2-12-146,-11 8-45,1-7-62,-5 12-66,0 6-68,-1 6 11,0 13-16,-1 12-12,1 23 0,1-13 1,0 2-525,1 9 1,1 2 506,2 9 1,-1 3-539,0-14 1,-1 2 0,-1 0 319,0 4 0,-2 1 0,-1 0-252,-3 2 0,-2 1 1,-3 0-162,-3-1 1,-3 0-1,-2-2 241,-3-4 1,-3-2 0,-2-3 207,-11 9 0,-3-9 431,5-13 1,-1-12 182,-18-22-28,18-38-222,22 7 1,7-4-193,3-10 0,6-4 48,3 13 0,2-2 0,3 1-117,4-6 1,3 0 0,2 1 88,5-2 0,2 2 0,3 0 3,3 2 1,2 1 0,1 2-8,1 4 0,2 2 0,0 2-214,-1 5 1,0 1 0,1 3 213,15-8 1,-1 4-225,-5 5 1,-1 3 254,-7 4 0,-3 2 967,18-6-713,-24 10 1678,-18 7-1554,-16 12 1370,-9 7-1460,-11 12 672,-2 5-851,1 1-67,8-5-11,7-5 50,8-8 62,7-7-11,8-9-79,10-9 0,7-9 6,2-8-23,-8 3 141,1-19-57,-14 12-5,1-11 11,-9 14-23,-9 7 7,-4 7-52,-3 6-38,-2 5-12,-1 11-16,-3 9 39,-3 14-40,-1 13-38,3 11-358,5 7 374,11-28 1,2 0-15,4 1 0,4-1-34,4-1 1,2-2-25,17 16-68,3-22 0,6-6 92,-8-11 1,3-4-337,15 0 0,2-7 406,-5-8 1,-1-6 13,1-5 1,-1-5 8,-1-4 0,-2-4 6,-1-5 0,-3-3-530,-1-2 0,-3-3 563,-2-1 1,-2 0 7,-3 3 1,-2 0-152,-4 6 0,-2 2 185,-5 8 1,-2 1 390,1-10-382,-8 18 559,-4 13-666,-6 18 1174,-6 17-1157,-11 25-22,6-15 0,-2 3-431,-1 9 0,-1 3 374,-1 7 1,1 3-68,8-17 1,1 1 0,1 0-182,2 0 0,1 1 1,3-1-660,4 19 0,7-3-1308,5-9 1,5-4 2265,1-12 0,2-6 0,9 4 0,-13-21 0</inkml:trace>
  <inkml:trace contextRef="#ctx0" brushRef="#br0" timeOffset="159857">8261 13388 25758,'39'-26'-313,"1"-1"0,0 0 0,4 1 0,1 2 0,-5 6 0,21 8 0,-2 1 0</inkml:trace>
  <inkml:trace contextRef="#ctx0" brushRef="#br0" timeOffset="160074">9240 13274 21181,'50'-14'0,"0"0"0,0-1 0,11-2 0,-1 0 0</inkml:trace>
  <inkml:trace contextRef="#ctx0" brushRef="#br0" timeOffset="160251">9531 13532 25769,'-48'7'474,"0"0"0,6 0 0,18-3-479,46-8-337,26-1-389,-12 1 0,3 0-4185,9 0 1,3 0 4809,-3 0 0,-1 0 0,-14 2 0,-3 0 1,7-1-1</inkml:trace>
  <inkml:trace contextRef="#ctx0" brushRef="#br0" timeOffset="160825">11126 13111 26934,'-40'-5'22,"-1"0"0,-2 2 1,1 1-12,3 4 0,0 1-2794,-8-1 1,2 1 2866,-14-1 1493,0 0-1420,41-2 837,4 1-950,9 0 18,4 9-23,0 0 3426,-3 17-3403,-3 2-40,-3 14 17,-2 6-28,-4 2 12,-1 8-1,4-22-5,-2 5-6,8-23 23,2-3 89,2-8 51,3-6-51,5-8-28,5-6-60,8-7-35,6-5 0,5 2 0,15 1 0,-2 9 0,0 3 0,3 8 0,-4 11 0,-6 3 0,0 3 0,13 11 0,-12-1 0,-3 1 0,0 16-205,-6 13 205,-31 0-105,-19-24 1,-8-2-142,-2-5 0,-4-3-1185,-11 0 0,-2-4 1055,15-8 1,1-4-1045,-4-3 1,0-6 747,-18-18 0,16 10 0,10-8 0</inkml:trace>
  <inkml:trace contextRef="#ctx0" brushRef="#br0" timeOffset="161008">11077 13125 24195,'51'-14'950,"-1"1"0,-1-1 1,-4 2-733,1 0 90,14-2-168,-10 5-302,11 1-2068,-25 4 2230,-11 7 0,-22-2 0,-3 2 0</inkml:trace>
  <inkml:trace contextRef="#ctx0" brushRef="#br1" timeOffset="249853">10726 10386 20711,'18'-48'1000,"0"0"1,-2 4 0,-4 13-827,-12 26-124,0 8 28,-2 9-33,-3 11-95,-10 28-225,-1 7-485,5-19 0,0 1 26,-4 15-697,5-20 0,1-1-8400,-3 20 8886,1-12 0,5-11 0,6-26 0</inkml:trace>
  <inkml:trace contextRef="#ctx0" brushRef="#br1" timeOffset="250220">10777 10411 15765,'1'-62'1895,"1"1"0,-2 5 0,-2 9-634,-9 11-903,-1 18-268,-1 7-6,-1 17-17,-1 8-11,-6 12-34,-12 20-16,-3 2-306,13-19 1,-1 1 310,-10 9 18,10-15 0,1-3 229,-1-1 100,-5 2-72,19-24-29,8-12-150,6-3 178,21-21-117,10 6-114,-7 8 1,4 0 12,0 2 1,1 0-12,3-1 0,-1 1-23,-7 4 1,0 0 30,5-3 1,1 2-75,23-9 49,-8 6-5,-7 8-12,-25 17-50,-7 4-442,8 23-358,-1 0-6968,12 18 7796,-4-11 0,-9-13 0,-7-11 0</inkml:trace>
  <inkml:trace contextRef="#ctx0" brushRef="#br1" timeOffset="250713">11458 9184 23982,'-45'2'155,"-1"0"0,2 2 0,6 7 13,2 29-12,-1 5-44,6 2-33,9-4-23,11-3-11,14-5-1,13-3-27,6-8-3,3-8 0,5 0 3,21 5-191,-14-6 0,2 0 179,-8-4 1,-1 0 5,16 8 17,-19 0 0,-23 0-22,-27 3-34,-27 4-45,14-10 0,-4 0-644,-3 1 0,-2 0-1647,-1 0 1,2 0 2363,8-4 0,3 0 0,-6 1 0,21-7 0</inkml:trace>
  <inkml:trace contextRef="#ctx0" brushRef="#br1" timeOffset="251820">10188 12343 11850,'-4'-2'9017,"0"0"-5309,4 2-3590,-34-32-62,30 26-6,-19-21-10,44 39-24,10 6 7,11 7-6,7 4-480,6 1 455,-27-14 0,1-1-4,27 13-82,-7-5 116,-10-7 73,-14-8 101,-14-4-22,-10-5-78,-10-5 446,-8-4-469,-8-7 70,-6-3-59,-2-6 11,2-2 40,3 1 27,5 4 17,3 5-11,6 5-61,6 5-40,4 4-61,3 2-62,1 2 56,1 6 22,5 2-16,7 7-18,9 3-16,8 6-39,5 5-39,1 5-101,-5 4-163,-12 2-762,-23 10 376,-5-16-2856,-23 11 2764,11-23 0,3-4 0,8-10 0</inkml:trace>
  <inkml:trace contextRef="#ctx0" brushRef="#br1" timeOffset="252612">10863 12609 14454,'3'-1'6357,"0"1"-2856,-3 0-3221,-15-1 34,8 10-17,-11 4-95,12 11-23,3 6-95,8-8-34,1-1 62,10-9 12,3-8 77,11-6-50,-4-6 57,1-9-102,-13 1 90,-5-7 56,-8-4-112,-6 2-45,-5-2-16,-7 11-57,3 6 23,-5 3-34,1 6 0,-1 4 17,-1 7-28,6 7 0,2-1-17,1 8-16,5-1-130,1 14-38,9-4-158,7 3-391,11-8 94,-1-8-2755,23 3-3411,-7-14 6497,12 1 1,-23-9 0,-11-1 0</inkml:trace>
  <inkml:trace contextRef="#ctx0" brushRef="#br1" timeOffset="253053">11291 12670 10993,'1'-8'8066,"-1"1"-6050,0 7 1552,0 0-2913,-14-34-509,11 26-73,-13-24-12,15 39-16,-3 7 6,-1 7-29,0 5-5,-2 1 5,1 0-11,1 0-5,1-4 0,2-4 10,1-5 29,1-6 123,0-4 67,0-4-78,3-5 11,0-4 6,3-8-34,2-4-28,3-6-28,1 0 0,2 2 0,0 4-67,-2 4-1,2 6-16,1 4-61,3 4-40,3 8-101,4 6-184,1 11-303,1 6-622,-1 4-962,1 3-690,2-2 946,-5-9 2017,16 4 0,-26-20 0,10 4 0</inkml:trace>
  <inkml:trace contextRef="#ctx0" brushRef="#br1" timeOffset="253446">11771 12804 23455,'8'-44'569,"0"1"1,3 4-1,-9 8-109,-28 18-264,4 7-56,-12-1-28,2 10-39,0 5-11,-1 9-23,0 7-39,2 7 11,2 6-22,7 0 5,10-2-11,12-7-11,13-7 62,14-10-17,10-8 5,6-14 62,3-10 62,-3-15 123,-5-10-287,-8-7 160,-18 24 1,-1-1-9,-1 0 1,-1-1 128,6-26-5,-2 9-40,-3 14-78,-4 15-67,-3 9-51,-2 8-5,0 8 337,1 9-415,2 14-191,3 14-544,5 13-858,-6-21 1,0 3 1653,1 9 0,0-2 0,1 8 0,-2-2 0</inkml:trace>
  <inkml:trace contextRef="#ctx0" brushRef="#br1" timeOffset="266513">19111 8345 24239,'-43'-27'567,"1"0"1,1 1 0,5 7-416,14 17-85,-5 5-22,-1 10 22,-12 20-45,12-6-5,-10 20-17,20-13-6,3 9 6,11 0-11,14 0-34,10 1-11,9 0-22,5 0-384,3 0 361,-3-4 17,-7-5 84,-11-6 40,-18-9 4,-19-7-10,-21-7-34,-18-4 19,25-4 1,-2-1-51,-6-3 1,2 0-301,-12-5-1669,6-9-3061,49 4 5061,10-1 0,1 6 0,0 5 0</inkml:trace>
  <inkml:trace contextRef="#ctx0" brushRef="#br1" timeOffset="266695">19382 8550 27992,'-29'19'-134,"7"8"-936,23 33-2072,8-3 2156,1-20 0,1-2 0,1-1 0,0-6 0</inkml:trace>
  <inkml:trace contextRef="#ctx0" brushRef="#br1" timeOffset="266879">19439 8412 23798,'-14'-41'543,"0"0"1,0 1-1,-1-10 1,1 10-623,2 13-450,13 26-122,5 7-2676,16 14 3327,14 10 0,-11-10 0,1 0 0</inkml:trace>
  <inkml:trace contextRef="#ctx0" brushRef="#br1" timeOffset="267612">19681 8572 26704,'8'-44'233,"0"-1"0,0 4 1,3 9-184,6 17 23,3 1-11,-1 9-68,2 3-33,5 9 0,-3 9-12,5 12 1,-6-3-90,12 27 45,-16-10 64,-7-11 0,-2 2-8,-6 19 17,-9-13 44,-16 0 40,-19-10-12,-2-5 68,-8-5 38,21-13-77,13-7 5,10-6 0,19-8-39,9-2-6,16-3 28,7 7-11,2 5-22,-3 5-1,-6 6-10,-10 5-1,-10 8 6,-9 9-6,-11 9-16,-3-4-17,-17 26 11,9-27 0,-9 30-11,17-35 22,1 4 11,8-18 73,14-13-61,6-11 11,14-14-12,5-14-838,-18 14 0,0 0 816,16-21-1421,-7 8 1,-2 1 1425,2-1-118,-1 0 1,-2 0 207,-6 1-4,4-13-102,-19 24 0,-5-1 0,-5 3 1033,-2 1-1033,-3 2 3220,-1 11-3220,0 7 521,2 4-521,-4 16 0,5-3 0,-4 31 0,8-6 0,8 22-248,10-1-349,-4-26 1,3 0-1056,3 1 0,3 0 1652,5 1 0,0-3 0,3 5 0,0-9 0</inkml:trace>
  <inkml:trace contextRef="#ctx0" brushRef="#br1" timeOffset="267813">21115 8491 25185,'46'-20'-1405,"-1"0"1,0 0 0,14-8-1,-6 9 1,4 21 0,-25 1-1</inkml:trace>
  <inkml:trace contextRef="#ctx0" brushRef="#br1" timeOffset="267963">21258 8708 26911,'43'-9'-649,"0"0"0,-5 1 1,-1 0-1,20-5 0,-24 5 1</inkml:trace>
  <inkml:trace contextRef="#ctx0" brushRef="#br1" timeOffset="269529">22647 8748 21108,'1'-8'2022,"4"-28"0,2-5-1265,0 8-396,2-12 0,-1 3-249,-2 23-17,-2 6-11,-2 20-11,2 9 6,-1 17-35,0 14-33,-4-12 1,-1 1-1,-3 16-137,-2-15 0,-1-2 126,-11 6 5,-6 5 208,-5-11-11,8-16-124,2-10 51,11-19-23,6-12-27,2-17-23,9-17-31,2 9 0,3-2-108,-4 13 1,2 1 85,8-21 0,1 2 16,-6 20 1,0 2 11,4-7 0,2 1-40,3 4 1,0 2 8,15-9-6,-2 13-5,-9 21-6,-8 11 6,0 9-11,-6 23-1,-11 6 23,-14 19-387,-6-17 384,0-15 1,-3-2-10,-16 13 467,-9 4-438,5-10-11,16-14-12,8-6-5,14-8 28,4 0 399,7 2-405,9 3-39,29 1 6,-9-4 2,-2-3 1,2-2-60,23 0-110,-20-2 1,2 0 157,6-3 1,-1-3-700,-9 0 1,-3-1 729,26-9 17,-29-6-1,-22 4 57,-3-5 78,-15-2 215,-3 4-220,-5-1 1436,5 8-1392,3 0-149,3 5-41,2 0 0,1 4-433,2 3-608,7 8-5384,9 11 6425,1 2 0,-1-1 0,-9-10 0</inkml:trace>
  <inkml:trace contextRef="#ctx0" brushRef="#br1" timeOffset="269713">23541 8405 25298,'-22'-40'-493,"0"0"0,3 2 0,10 15-1647,22 32-3975,7 10 6115,-2 6 0,-7-7 0,-6-6 0</inkml:trace>
  <inkml:trace contextRef="#ctx0" brushRef="#br1" timeOffset="270719">23917 8499 26945,'-30'-38'252,"-1"0"0,-4 1 0,2 12-219,5 29-21,-10 8-12,13 12-6,8 10 6,9-5-28,10 18 28,11-17 34,9 9 5,9-18 11,2-9 1,-5-6 273,8-18-55,-12-3-77,5-13-192,-12 2 0,-7 5 0,-6 8 0,-2 5 0,-4 12 0,-1 16 0,-3 21 0,2-9 0,-1 1 0,-1 28-38,1-15 1,-1 14 0,-1 5 0,0-2 0,0-11-1065,-3 3 1,-1 1 1008,2-3 0,-1 12 0,-2 2 0,-1-7 0,-3-15 45,-6-13 1,-3-10-4,-3 3 1,0-9-213,-16-27 78,19-18-294,19-21 1,10-8-130,4 6 0,6-1-371,0-1 1,2-3 0,3 2-79,3 4 0,3 2 1,2 0-694,2 2 0,2 0 0,1 2 833,-1 4 1,2 1-1,0 3 769,-2 3 1,0 2 0,0 1 1084,11-10 0,-1 2 446,-5 4 1,-2 2 109,-5 3 1,-2 1-91,-5 2 0,-4 1 1263,5-15-1479,-12 12 1137,-10 11-1871,-2 8 692,-2 6-1095,1 6 480,1 12-474,-1 16-12,0 20-24,-1-17 0,0 2-202,-2 5 1,-2 0 181,-1 2 0,-3 0 11,-1-2 0,-1-1-11,-1-4 0,0-2-33,-11 16 78,8-19 61,9-17-16,7-16-40,10-11 23,7-12 56,10-8-40,8 0 324,4 3-390,1 7-51,-1 10 22,-3 7 40,-1 11-29,-1 6 12,1 5-6,3 2-28,2-4 12,2-5 22,2-7-1,-1-13-49,-2-9 44,-5-14 67,-3-13-42,-16 17 1,-2-2-360,0-6 0,-1-1 410,-1-1 0,-2-1 14,-1 2 0,-2 1-101,-2 6 0,-1 2 0,-1-14 0,-2 18 0,-1 13 0,-1 12 0,-1 13 742,-2 17-742,-1 19 0,1-16 0,0 3-347,0 5 0,0 2 347,1 3 0,0 1 0,0 2 0,2 0-334,1-1 0,1 0-411,2-3 1,1-1-889,1-4 0,0-2 1633,8 21 0,-6-27 0,-2-12 0</inkml:trace>
  <inkml:trace contextRef="#ctx0" brushRef="#br1" timeOffset="270929">24726 8483 27595,'36'-25'103,"0"-1"1,0 0-1,14-10 1,-3 8-53,10 14-18,-8 4 3,-11 3-181,-14 3-129,-14 2-437,-8 1-1750,-12 2 2461,-12 1 0,9-1 0,-5 1 0</inkml:trace>
  <inkml:trace contextRef="#ctx0" brushRef="#br1" timeOffset="275496">22995 8595 17296,'-50'9'523,"1"0"0,-1 0 1,0 0-1,-1 0 1,0 0-1,0 0 1,3 0-330,-5 0 1,2 1-1,2-2 187,-16 4 0,9-2 450,7-1-400,32-5 284,43-3-373,35-4-234,-14 0 1,8-2-1,2 0-846,4 0 1,1-1 0,2 0 745,-14 1 0,1-1 1,1 1-1,2-1 4,-3 0 1,2 1-1,1-1 1,0 0-1,-1 0-408,-2 1 0,-2-1 1,1 1-1,1-1 0,3 0 403,0 1 1,3-1-1,1-1 1,1 1 0,0 0-1,0 0-5,0-1 1,1 1 0,0 0 0,0 0 0,1-1 0,2 1-2,-2 1 1,2-1 0,1 0-1,0 1 1,-1-1 0,-2 1-1,-3 0-258,3 0 1,-4 0 0,-1 0 0,0 0 0,3 1 257,0-1 0,3 1 0,1 0 0,-1 0 0,-3 0 0,-6 1-15,10-1 1,-7 1 0,1 1-75,4-1 1,1 0-1,-7 1-526,3-2 1,-27 4-1291,-33 2-986,-32 1 0,-15 0 2845,-8 1 0,1-1 0,14 1 0,3-1 1,-10 0-1</inkml:trace>
  <inkml:trace contextRef="#ctx0" brushRef="#br1" timeOffset="277720">22278 9668 25707,'-51'19'291,"14"2"-274,42 5 28,13 2 45,18-6-23,6-6 56,13-6 45,-10-19-73,-13-2 68,0-18 21,-14-13-128,-4 8 6,-12 2 0,-5 0 27,-13-3-50,-5-7 17,-13 18 17,-12 19-50,-3 11-18,-8 17-16,17 13 0,13-1 0,8 12-73,23 5-62,12 4-269,1-23 1,6-3 206,5-4 1,3-4-11,5-1 0,1-3 120,-6-4 0,1-2-146,14-4 0,-1-5 121,10-12 14,-17 0 0,-3-3 204,5-23 74,-14-3-52,-12 7 135,-8-4 185,-3 6-174,-1 3-162,1 5 563,3 12-652,-2 7 281,9 4-293,1 10-17,7 11 22,0 12-5,-3 10-11,-8-7-6,-6 20 40,-8-26-51,-2 9 45,1-26 22,3-14-17,8-12 12,6-11 67,7-8 11,5-1-107,3 2 1,-1 6 16,0 8-44,0 7-23,-1 8-84,0 9-168,-1 7-251,2 8-618,3 2 461,-3-4-2701,30 6-201,-4-12 1537,-11-5 0,3-2 591,-3-4 0,1-2 910,1-1 1,0-1 926,-1-3 1,-2-2 560,19-4 1664,-27-2 1,-4-4 895,0-8-1172,3-12-789,-20 3-566,-12 2-330,-12 5 441,-13 7-772,-14 8-50,-9 10-118,-4 10-45,5 11 73,11 8-190,14 8-6,14 2-39,18 0-45,13-6 12,16-8 50,7-12 89,5-12 40,-3-15 78,-4-15-357,-6-16 312,-21 16 0,-2-3 25,-2-5 1,-2-1 2,0-4 1,-2 0 38,-1 0 0,-2 1 6,0 4 0,-2 2 101,1-18-28,-3 22-129,-2 15-67,1 10-28,-1 32-17,1 4-40,5 29-60,6 1-208,-3-27 0,3 0-454,2 1 1,1 1-895,1 1 1,0-1 1655,0-4 0,-1-3 0,4 8 0,-7-17 0</inkml:trace>
  <inkml:trace contextRef="#ctx0" brushRef="#br1" timeOffset="277929">24521 9828 26088,'41'-15'-285,"1"0"0,0 0 0,16-1 0,4 2 0,-13 5 0,-7 8 0,-2 0 0,1 0 0</inkml:trace>
  <inkml:trace contextRef="#ctx0" brushRef="#br1" timeOffset="278463">25675 9779 15771,'0'-5'6856,"0"1"-6274,-7-25 0,-3-6 225,-2 5-519,-2-10 1,-2 2 64,-12 14-118,-7 8-44,-8 7-57,-3 12-78,2 7-28,9 11-28,15 7 0,12 5 22,19 7-22,17 5 0,-6-20 0,4-1-304,4 1 0,2 0 304,2-1 0,0-1-9,-2-2 1,-2-1-25,15 11 22,-21-8 16,-27-10 12,-24-6-17,-25-4 8,18-2 1,-2-1-246,-3-1 0,-1-1 234,2 1 0,0-1 280,6 0 1,1-1-441,-12-1-672,20 0-2553,17-1 3388,10-1 0,1 2 0,1 0 0</inkml:trace>
  <inkml:trace contextRef="#ctx0" brushRef="#br1" timeOffset="278686">26062 9500 26962,'-12'-43'373,"0"-1"0,2 1 1,2 18-363,4 31 6,1 20-17,0 25-20,2-15 0,1 2-646,2 5 0,2 3 380,0 1 1,2 1-292,1-2 1,1 0-408,0-2 1,-1-1-1424,-2-5 1,-1-1 2406,0 17 0,-2-24 0,-2-17 0</inkml:trace>
  <inkml:trace contextRef="#ctx0" brushRef="#br1" timeOffset="279596">25975 9842 19944,'-2'-5'5606,"0"0"-5174,2 5-427,-9-63-22,32 43-45,-9-14 1,6 1-183,29 25 0,8 10-177,-18-4 1,1 1 190,22-1 0,-1 0 101,-24 1 1,-2 0 100,6-1 0,-2 0 129,15-5 422,-26-4-378,-21 2 163,-21-4-10,-13 5-24,-12 0 118,-17 4-185,7 10-27,-5 5-130,23 4 492,3 6-502,15-2-51,5 6 22,24 1-22,9-6-1,7-5 7,9-8 33,-9-8 89,7-7 175,1-12-40,-13-3-107,-7 1 102,-12 2-68,-6 6 45,-3 0-174,-1 7-39,-3 3-27,1 7 16,-3 6 22,1 7-33,-1 18 5,9-1 1,9 8 16,13-8-39,2-8-6,15 1 6,-6-11 23,13-5 27,-13-12-5,-3-12-6,-17-3 11,-5-9 6,-5-1-28,3-20-5,1 6-6,6-6 5,-1 20 51,8 0-34,-9 17 6,19-3-12,-16 11 7,23 10-12,-20-1-6,15 16-11,-15-3 0,7 16-5,-4-7 5,3 5 28,2-12-5,-5-8-6,13-5 0,5-13 6,-1-10-6,4-15 0,-15-15-434,-8 2 439,-10 9 1,-1-2 16,-3 3 1,-1-2 38,0-16 1,-1-1 2,-3 9 1,0 2-51,-4-2 1,-1 3-15,-4-3 0,-3 7 0,4 18 0,0 4 0,2 9 0,0 14 434,1 3-434,-3 23 0,4 11 0,3-3 0,2 4-538,3-2 0,2 1 159,3 11 1,4-1-305,1-11 0,2-1-179,-1-5 0,1-3-743,-1-6 1,1-3 1604,13 11 0,-13-19 0,-4-12 0</inkml:trace>
  <inkml:trace contextRef="#ctx0" brushRef="#br1" timeOffset="279746">27205 9527 23082,'43'-22'-1685,"-1"-1"0,1 1 0,9-1 1,3 3-1,-2 5 1114,2 9 1,-2 4 0,-3-1-1,-5 0 1,-8 0 0</inkml:trace>
  <inkml:trace contextRef="#ctx0" brushRef="#br1" timeOffset="279970">28292 9108 27057,'1'61'-135,"-1"1"1,0-13 0,2-1-715,9 5 0,1-2-893,-6-18 0,-1 1-1415,2 12 1,-4-1 2426,-7 3 1,-1-22-1,-1-16 1</inkml:trace>
  <inkml:trace contextRef="#ctx0" brushRef="#br1" timeOffset="280146">28057 9508 20257,'-4'-5'5529,"0"1"-4908,4 4-324,0 0-314,79-55-1051,-46 47 1,2 2 551,9-10 1,6-5 0,-2 6-2653,7 14 1,-2 5 3167,-7-3 0,-3 1 0,10-1 0,-26-1 0</inkml:trace>
  <inkml:trace contextRef="#ctx0" brushRef="#br1" timeOffset="280329">28901 9038 28014,'-4'35'-306,"-1"0"0,4 5 0,4 2-1666,9 7 1,4 0 1027,-3 0 1,-1-2 0,-2-14-1,-2-4 1,1 8 0</inkml:trace>
  <inkml:trace contextRef="#ctx0" brushRef="#br1" timeOffset="297470">10163 12268 8674,'-6'0'6307,"0"0"-4604,6 0 441,0 0-1560,-32-3-108,24 2-163,-25-1-167,33 1 72,0 1 118,9 2 179,5 0-11,17 1-161,11-3-125,14-3-530,-21 1 1,1-1 361,4-1 1,2 0-15,4-1 0,2 0-16,3 0 0,0 0-4,3-1 1,0 1-568,3 1 0,0-1 562,1 1 1,1 0-1,0 1 0,0 1-11,0 0 0,-1 1 5,-2 0 1,-2 1-351,-3-1 1,-2 2 352,-5-1 1,-2 0-114,-5-1 1,-2 1 115,25-3 603,-6-1-603,-4-2-11,2-1 11,1 0 1,-3 1-1,-6 2 1078,-12 1-1061,-12 2 857,-12 0-857,-6 1 310,-8 2-316,0-2 34,-3 3 17,2-3 0,2 0 11,-2-1-23,-1-2 1,-5-2 27,-4-3 7,-9 1 38,-6-1 34,-6 1 0,1 1 0,6 2 56,10-1-151,10 3 22,7-1-50,4 1-12,2 0-10,-2 0 38,2 0 63,-1 2-108,-6-1-4,-1 3-7,-4-2 1,-2 4-6,-2-1 22,-6 2-5,-7-1 0,-6 0 11,-7-1-23,-5 0 7,-2-2-7,5 0-16,6-1 17,6 0-12,12 1 6,5 1 0,7-1-22,1 3-23,-1 0-11,-7 4-11,-2 0 27,-3 0-49,-9 1-12,0-4 23,-9 3 44,0-4 34,4-1-6,5-2 6,1-1 6,-4 0-17,-9 0 25,5 0 0,-2 1 2,0 2 1,0 0-9,-1 0 1,-1 0 19,-2 2 0,1 1-302,-21 3 290,26-4 1,-1 0 6,-27 5 10,20-3 12,3-2-22,16-4 21,-7 0 7,-1-2-6,-22-1-29,4-1-4,-6 0-7,21 2 314,5-1-330,14 2 11,3 0-73,7 0-151,8 0-168,2 0-3847,16 0 4239,2 1 0,-2 0 0,-7-1 0</inkml:trace>
  <inkml:trace contextRef="#ctx0" brushRef="#br1" timeOffset="305620">11870 10859 14449,'-9'0'7477,"1"0"-6362,8 0 363,0 0-878,-5-2-107,11-5-107,2-8-111,17-9-96,6-7-73,9-9-195,-17 17 0,1-1 114,4-2 0,2 0-310,2-1 1,2 0 295,1 2 1,-1 0-1,-3 2 0,-1 2 67,13-10 46,-19 10-63,-17 9-38,-13 7 192,-7 2-226,-8 6 644,-3 2-644,2 5-1,3 4 12,3 3-11,-3 5 11,-2 3-11,-5 4 11,-6 0 0,-4 0 11,-3-3 17,2-5-33,5-4-23,9-7 39,12-5 0,6-3-5,7-3-6,6-4-17,9-5 34,7-4-1,7-3-21,3-2 22,1 0-6,-1 0-17,-1-2-5,-1 0 28,-4 1-17,-5 4-11,-8 6 22,-7 4-34,-7 6 12,-9 8 11,-8 7-39,-11 12 39,-7 4 6,-4 4-46,2-2 24,1-2-1,6-4 34,2-4-1,6-6-27,3-5 11,5-6-11,7-3-23,3-3-94,6-5-455,7-2-1064,14-8-2598,18-6 4245,-10 6 0,0 0 0,5-1 0,2-1 0</inkml:trace>
  <inkml:trace contextRef="#ctx0" brushRef="#br1" timeOffset="305946">12226 10340 15832,'-8'-1'7187,"2"0"-6585,-27-6 0,-5-2 182,15 3-574,-16-3 0,5 2-25,29 4-62,4 3 45,6 0-5,8 0-51,12 0-28,23 3-62,-11 0-5,24 5-12,-20 4 18,9 6-12,-8 6-22,-10 16 0,-14-11-96,-6 16-341,-11-15-930,1 7-2548,-2-5 3926,0-3 0,0-14 0,0-4 0</inkml:trace>
  <inkml:trace contextRef="#ctx0" brushRef="#br1" timeOffset="306870">12763 9953 12606,'-4'-2'6391,"1"0"-734,3 2-5136,-1 0-190,3 7-57,2 2-168,2 2 152,12 5-135,-1-8-16,13 2-7,2-7-27,1-3 34,-2-8 27,-6-5 0,-7-9-72,-8 3 140,-6-20-29,-9 10 12,-6-12-95,-3 17 61,-9 5-67,-9 11-39,-3 9-34,-7 10-17,12 10 17,9 0 6,2 20 50,12-4-67,1 18-39,15-7-56,13 0-375,21-5-216,-12-23 0,3-3-3317,6-2 1,1-2 4002,-1-3 0,-3-2 0,13 0 0,-23-5 0</inkml:trace>
  <inkml:trace contextRef="#ctx0" brushRef="#br1" timeOffset="317445">10325 12273 12360,'-63'3'2350,"1"1"1,7-1 0,8 0-1248,11-3-560,18 0 157,13 0-330,32 0-107,7 0-157,-1 1 1,1 0-266,19-1 299,-2 2 0,4-2-666,-11-2 0,3-1 563,-2 1 0,4-1 1,0 0-461,-4-2 1,0 0-1,0 0 430,3-1 1,1 0 0,-1 0-3,0 0 1,1 0-1,-1 0 4,-2 0 1,-1 0-1,0 0-6,17-3 0,-2 1-231,-8 0 1,-4 0 249,-9 2 1,-5 1 90,11-3-1,-24 4 1017,-25 3-1117,-21 1 4,-28 5-16,16-1 0,-4 1 169,-10 3 0,-3 1-178,-7 1 1,-2 0 8,19-2 0,0-1 0,0 1 3,0-1 1,0 1 0,1 0-7,-16 3 1,1 0-1,6-1 0,3 1 76,8-2 1,3 1-80,6-2 0,2 0 282,-15 5-276,14-4 6,12-3-23,10-3 1146,11-2-1078,16-6-23,26-5-28,-6 1 0,5-1-728,13-1 1,5-1 729,-12 3 0,1-1 0,2 1-1,4-1 1,1 0 0,0 1-19,2-1 0,0 0 1,0 0-5,-2 1 1,-1 1-1,0-1-39,-4 1 1,-2 1-1,-1 0-391,16-2 1,-5 1-1990,-12 2 1,-5 1 2439,13 0 0,-29 3 0,-18 2 0</inkml:trace>
  <inkml:trace contextRef="#ctx0" brushRef="#br1" timeOffset="324804">12116 12143 9648,'-45'-1'1693,"0"-1"1,0 1 0,-4-1 0,0-1-1,6 0-1399,9-1 0,1 0 40,-12-2 0,2-1 719,-7-1-224,-6-2-26,13 2-254,13 2-390,16 3-58,7 2 129,12 6 33,8 3 298,16 4-348,5-6 0,5-2-90,23 2-535,-22-6 0,5-1 1,-1-2 446,-2 0 1,0-2-1,2 0-763,15-1 1,3-1 0,3-1 736,-13 2 1,0 0 0,3-1 0,1 1-2,-1 1 0,2-1 0,1 1 0,-1 0 0,-3 0-4,-4 1 0,-4-1 0,1 1 0,2 1 3,13-2 0,3 0 0,-1 1 0,-7 1-324,-11 1 0,-5 0 1,0 0 334,5 0 1,1 1 0,-4 0-11,6-1 1,-6 2 58,10 2 956,-30 0-961,-18 2 2170,-15 2-2686,-10-1-2041,-8 1 2495,0-3 0,11-2 0,7-1 0</inkml:trace>
  <inkml:trace contextRef="#ctx0" brushRef="#br1" timeOffset="325671">13544 10637 15373,'-6'2'4571,"0"-1"-2533,6-1 91,0 0-1760,0-10-279,7 4 50,13-14-28,19 2-62,-9 4 1,3-1-374,5-2 0,3-1 343,17-9 0,-1 1-512,-17 7 1,0 1 519,15-9 0,-4 1 56,-1-1 67,0-2 96,-23 8 61,-18 4-252,-12 7 679,-14-1-668,-10 3-50,-15 0 45,-12 3-12,18 3 1,2 1-18,-13 1 1118,-5 0-1056,33 0 17,1-3-28,7-1-6,5-2-55,3 0-18,1 1 1,5 1-6,8-1 0,17 0-3,5 3 0,5 0 3,0 1 0,1 1-227,3 0 0,0 2 221,-2 3 1,-3 1-68,13 12-117,0 9-1368,-20 19-3785,-21 0 4532,-11 3 1,-4-23 0,1-11 0</inkml:trace>
  <inkml:trace contextRef="#ctx0" brushRef="#br1" timeOffset="331253">14665 9862 24979,'-2'-45'577,"1"14"-431,8 42-62,0 7-17,-1 6-28,2 1-17,6-3-5,4-5 17,-1-9 5,7-4 51,1-14-6,-2-3 28,-3-12-17,-12-4-39,-7 5 101,-10-12-17,-2 15-68,-4-4 74,-11 15-84,1 10-46,-5 3 18,-7 14 5,-2 12-22,1 6-23,4 9 1,21-6-12,16 0-78,14 0-107,16-3-184,13-2-555,8-6 363,3-6 130,-6-10 291,-13-6 6,1-22 213,-16-6 89,9-20 73,-9 0 45,-2-1-118,-4 12 146,0-1 157,-3 12-180,-2 4 208,-2 6-414,-5 9-35,-3 4 51,5 11-45,-1 6-33,1 12 0,-3 3-12,-3 4 6,0-2 17,-1-9 61,0-1-67,1-17 62,3-1 0,5-17 5,8-9 12,7-10 0,7-7-6,3-1 5,0 2-10,0 6-51,-5 8-17,-10 8 0,0 7 0,-10 8-61,5 5-129,0 9-68,2 6 68,0-2-661,16 13 72,-4-13-352,16 8-235,-4-15 346,3-6 640,-1-13 402,-4-5 169,-4-10 190,-4-4 180,-4-5 111,-1-3 45,-2-5-28,-4-3-73,-5 0-77,-5 4-147,-7 6-157,-9 10-111,-7 8-40,-8 7-28,-3 9-28,-2 5 0,-1 11-16,-1 9-29,-1 10 1,4 5-29,8 1 12,12-3 5,18-6-11,11-8 45,10-10 5,1-10 0,-2-13 6,-4-11 28,-5-12 45,-4-11 56,-6-9 61,-6-13-103,-5 25 0,-1-1-287,0-4 1,-1-1 311,0 1 0,0 0-23,1 4 1,0 2 67,0-19-156,1 19-29,-2 16 0,0 11 0,1 11 0,2 13 573,3 16-573,6 19-135,-5-18 0,2 3-1031,1 6 0,1 2-2511,0 7 0,0 1 3158,-2-3 1,0-2 0,-3-14 0,-1-3 0,-1 6 0</inkml:trace>
  <inkml:trace contextRef="#ctx0" brushRef="#br1" timeOffset="341645">10227 12378 12141,'-60'1'1473,"0"0"0,4 1 0,7 1-526,5 5-538,12 0 207,1 2-128,11-1-399,4-2-5,6 0 84,10-4 135,5 0-107,1 1 386,18-2-381,-7-1 427,44-5-253,0-1-1068,-9-1 0,3 0 751,-11 2 1,2-1-12,-3 0 1,6 0 0,2 1 0,-3-1-33,4 0 0,-1 1 0,4-1-568,2 0 1,5 0-1,1 0 1,-3 0 557,-6 1 1,-2-1-1,0 1 1,0 0-1,2 0 1,-1-1 0,0 1 0,-3 0-6,5-1 0,-3 1 0,3-1 0,1-1 0,5 0 0,-1-1 0,-4 1-459,-1 0 1,-5 0-1,4-1 466,2 1 0,3-1 0,1-1 0,-3 1 8,4-1 0,-2 0 0,0 1 14,-1-1 1,0 0 0,-1 0-303,-2 0 1,-1 1-1,-2 0 309,8-2 1,-1 1 113,-9 2 0,2-1 0,-5 1-77,-3 2 0,-2-1 649,15-1 0,-3 0-549,5 1 1626,-20 2-1435,-18 1 1668,-11 0-1813,-7 0 993,-4-2-1245,-3 0 229,-4-3-1215,-5 0-6789,-6-2 7808,1 1 0,5 2 0,5 3 0</inkml:trace>
  <inkml:trace contextRef="#ctx0" brushRef="#br1" timeOffset="343619">14513 12395 16924,'-7'0'4610,"2"0"-3271,5 0-376,0 0-884,-42-12-57,38 7 17,-19-11-22,72 9-11,6 1-9,-20 4 0,0 0-8,14 3 5,-13 3-5,-16-1 78,-11 3 0,-12-2-11,-10 1 28,-16 2-44,-20 2-26,18-4 0,-2 1 14,-4 0 0,0 1-121,0-1 0,0 1 194,-25 6-56,19-3 22,21-4-5,18-3 139,30-6-100,13-4-84,-5 2 0,3-1-370,3-2 1,0 0 371,4 0 1,-2 1 110,-8 1 0,0 0-111,8 0 1,-3 0-3,0 2 72,5-1 41,-38 5-52,-24 5 1,-21 3-63,-4 2-5,11-2 1,-3 1 10,-4-1 1,-1 1 249,3-1 1,0 0-259,-2 0 0,4-1 3,0-1-50,19-4-394,25-8 427,26-9 0,-14 5 0,10-3 0</inkml:trace>
  <inkml:trace contextRef="#ctx0" brushRef="#br1" timeOffset="378144">10398 11450 14988,'24'-42'972,"0"1"0,-1 0 0,1 0 1,0 0-1,-3 8-227,9-7-179,11-6-233,-15 24 1,1 3 69,12-3-157,-5 10 774,-29 31-673,-33 26-232,0-7 0,-6 3-727,2-6 1,-3 1-1,-5 2 595,6-5 0,-4 2 1,-1 2-1,-1-1 0,2 0-721,-9 7 1,1 0 0,0 0 0,0 0 468,9-8 0,-1-1 0,1 1 1,-1 0-1,1 0 269,-1 3 0,-2 2 0,2 0 0,2-4 0,6-5 0,-3 3 0,3-3 0,-13 15 0,1 0 0</inkml:trace>
  <inkml:trace contextRef="#ctx0" brushRef="#br1" timeOffset="383994">12096 11174 21875,'-11'17'819,"-21"22"-789,-7 4 1,-7 6-1514,10-9 0,-3 2 0,-1 2 1359,6-4 1,-2 1 0,-1 1 0,-1 2-1144,4-5 0,-1 2 0,0 1 0,-1-1 1,2 0 1266,-8 9 0,0 0 0,1-2 0,3-2 0,0-1 0,3-2 0,3-5 0,1-1 0,1-1 0</inkml:trace>
  <inkml:trace contextRef="#ctx0" brushRef="#br1" timeOffset="391177">13366 11119 13084,'35'-45'1476,"-1"0"0,1 1 1,-5 5-1,0 1 1,-5 7-379,6-2-751,-16 21 1152,-10 25-844,-19 26-482,0-3 1,-5 5-682,0-3 1,-4 2 0,-4 4 472,0-2 0,-4 3 1,-2 3-1,-2 1 0,0-2-693,-1 3 0,-1 1 0,-1-1 1,0 1-1,0 0 261,4-7 0,-1 1 0,1 0 1,-1 0-1,0-1 0,1 0 293,-7 8 1,-2 1-1,2-1 1,2-3-1,6-7 1,-8 9 0,5-6-1,-1 2 1,1 0-1</inkml:trace>
  <inkml:trace contextRef="#ctx0" brushRef="#br1" timeOffset="393804">15076 11063 21378,'-37'42'102,"0"-1"0,0 0 0,0 1 1,3-6-1,0 2 0,-1 0 1,-1 0-1,-1 1-1607,2-2 1,-3 0 0,0 1-1,0 0 1,0 0 0,1-1 1504,-5 7 0,-1-1 0,1 1 0,2-2 0,2-2 0,1-2 0,3-2 0,1-2 0,3-2 0,-7 9 0,0 0 0</inkml:trace>
  <inkml:trace contextRef="#ctx0" brushRef="#br1" timeOffset="410794">16096 12400 8562,'1'-3'2700,"0"0"3556,-1 3-5836,-13-16-123,2 12-112,-14-12-45,0 19-62,-5 5-22,-6 5-17,-1 3-28,5 0-11,9-2 12,12-4 27,6-2 264,7 2-51,5-1-73,6 9-78,4 3-51,3 5-27,2 7-23,-1 2 5,1 3 1,-4-3 16,-4-6 113,-6-8 218,-5-6 290,-8-6 63,-6-4-224,-11-2-224,-10-4-152,-13-3-66,-9-2-35,7 0-22,12 2 1,1 1-136,-5 1-789,-8-3 941,28 2 0,11 1 0,7-1 0</inkml:trace>
  <inkml:trace contextRef="#ctx0" brushRef="#br1" timeOffset="411410">16106 12460 11194,'6'-7'6845,"-2"2"-5635,-4 5 705,0 0-1579,-64-19-61,34 14-186,-11-6 1,1 3 5,11 12-27,3 2-40,2 6 6,3 2-12,4 2-11,3 0 17,4 2-5,4-1 16,3 2 28,2-1 28,8 1 56,6-2 6,13 1-56,11-1-28,9 2-23,3 1-5,-6 0 39,-9 0 45,-16-2 44,-11-1-10,-16 0-46,-11 1-16,-15 2-34,-10-3-16,-4-3-1,-1-6-27,3-4-7,4-6-60,9-6-270,7-6-1496,8-6 1810,8-5 0,6 11 0,3 0 0</inkml:trace>
  <inkml:trace contextRef="#ctx0" brushRef="#br1" timeOffset="411954">16096 12447 10209,'-6'0'5253,"2"0"421,4 0-5259,-54-15-119,30 11-187,-9-4 1,-1 2 14,11 9-46,1 1-22,3 4-45,3 1-5,7-3 5,4 1 40,3-1 49,4 2 63,4 2 55,3 3-61,7 3-34,2 3-56,1 2-61,2 1 33,-3 3-16,0 3-12,-3 4 17,-4-1 22,-5-2 51,-4-5 39,-7-5 34,-6-5-40,-6-4-72,-6-4 10,-16-3-66,10-2-6,-20-1-17,12 0-22,-12-2-79,0 1-173,5-2-790,10 1-5416,15-4 6497,10 0 0,7 1 0,2 1 0</inkml:trace>
  <inkml:trace contextRef="#ctx0" brushRef="#br1" timeOffset="412444">16091 12420 23220,'-39'-4'93,"1"-1"1,2 2-1,4 2-54,1 10-5,6 2-6,7-2-11,7 0 16,6-1 23,4 4-16,2-4 55,3 6 11,5-3 29,6 3 49,10 5-94,-1-2-62,0-1 28,-2 1-28,-7-2-11,3 6 16,-6 1 12,-6-1 50,-6-2 40,-9-1-18,-7-2-27,-8-1-23,-6-1-33,-1-4-1,2-3-21,5-4-91,4-3-587,2-6-9165,-4-8 7928,9 2 0,0-1 1,11 10-1</inkml:trace>
  <inkml:trace contextRef="#ctx0" brushRef="#br1" timeOffset="415037">16462 10507 16258,'-5'7'3389,"2"-1"-1816,3-6 136,0 0-1334,-27 10-44,15 6-79,-19 11-62,24 2-11,6-4 34,7-3 61,6-8 62,7-6-61,9-6-84,9-10-40,7-8 34,1-8 56,-7-6-68,-11-5-27,-13 0-12,-13 4-78,-10 6-17,-10 7-16,-7 7-6,-6 5-12,0 8-27,0 5 33,3 9 6,3 8-28,1 9 22,-1 9-17,0 9 12,1 7 5,14-27 0,2-1-442,-3 31 403,8-5-5,18-8 21,17-10-27,26-10-171,-19-18 0,3-2-1067,6-2 0,0-3 625,-3-3 1,-4-1 0,13 1 0,-26-4-1</inkml:trace>
  <inkml:trace contextRef="#ctx0" brushRef="#br1" timeOffset="420411">16848 11012 13911,'2'-3'5501,"0"2"-4821,-25 10 0,-16 10-395,-1 5 1,-5 6-1537,5-6 1,-6 3-1,-1 2 1,2-1 1259,-4 5 0,1 1 1,-6 5-51,14-11 0,-4 3 0,-3 3 1,-1 1-1,0 0 0,1-1 0,3-1-420,0 0 0,2-1 0,1-1 1,-1 1-1,0 1 0,-3 2-768,2-2 0,-2 2 0,-3 1 0,1 1 1,-1 0-1,2-1 0,2-1 0,3-3 966,-5 5 0,2-2 0,2-1 0,3-2 0,1-1 0,-10 9 1,3-2-1,9-8 0,3-3 0</inkml:trace>
  <inkml:trace contextRef="#ctx0" brushRef="#br1" timeOffset="422194">17984 10512 10013,'-2'-2'8115,"0"0"-4172,2 2-3382,2-25 128,-2 30-202,1-10-190,-7 42-112,-1 5-101,-2-1 17,3-6 83,7-11 164,7-11 10,10-12-145,11-14-84,12-13-39,9-12-209,-26 17 0,0-2 254,17-21-23,-16 1-17,-12 7-22,-14 4-12,-5 10-10,-5 8-68,-1 9 6,-3 15 371,-4 15-365,-5 16 5,-2 15-282,13-25 0,2 1 279,1 2 1,3 1-29,1 3 0,2 1-59,1 2 1,2 0-189,3 2 1,1 0-765,3 0 0,3-1 1042,9 0 0,2-3 0,1 5 0,9-11 0</inkml:trace>
  <inkml:trace contextRef="#ctx0" brushRef="#br1" timeOffset="423087">17788 12378 14001,'3'-5'6368,"0"2"-3461,-3 3-2476,-4-31-319,-8 28 185,-31-11-230,13 28 17,-24 15-67,31-11-17,2 8 6,11-10 27,10 9-33,3-15 17,8 11 17,4-4-12,6 6-44,6 3 11,8 5 11,-11-9 5,6 2 29,-20-14 106,-1 0 22,-23-4-190,-13-3-173,-29-3 16,5 0-508,13-1 1,0-2-2792,5-2 0,2 0 2838,-4-2 1,3 0 0,-8-4 0,22 3 0</inkml:trace>
  <inkml:trace contextRef="#ctx0" brushRef="#br1" timeOffset="429937">19394 10637 11295,'-8'5'4122,"1"-1"-1472,7-4 587,0 0-3069,0-18 90,0 15 157,0-9-6,-2 23-96,1 5-55,-1 2-79,3 0-11,6-1 23,5-3-7,9-5 29,8-3-28,6-7-23,5-8 51,7-12-129,-16 1 118,5-14-40,-21 8-22,-3-7-17,-8 3-44,-11 4 17,-9 9-57,-11 8-22,-6 11 11,-2 8-17,1 12 28,3 7-22,5 8-23,4 4-27,9 2-130,9 1-493,21-3-1634,24-5 1611,-1-19 1,0-4 0,7 3-1,7-5 1</inkml:trace>
  <inkml:trace contextRef="#ctx0" brushRef="#br1" timeOffset="431853">17729 11609 4679,'43'-46'294,"1"0"0,-1-1 1,0 1-1,-1 2 1,-1 1-1,0 0 1,1 0 151,-1 1 1,1 1 0,0-1 0,-1 3-560,-4 4 1,-1 0-1,0 2 1,-1 1 595,6-4 1,-1 1 0,-1 2 143,11-7 0,-3 4 528,-12 9 1,-3 5 205,8-4 464,-25 18-923,-27 23-431,-30 24-376,5-5 0,-6 5-512,4-4 0,-2 3 0,-3 2 417,4-3 0,-1 2 0,-2 2 0,-1 0-198,5-3 1,-1 0 0,-1 2 0,0 0 0,0 1 159,4-4 1,0 0 0,0 1 0,0 0-1,0 1 1,0-1-332,-1 1 1,0 0 0,0 1 0,0-1 0,0 1 0,0-1 168,-5 7 1,-1 0-1,0 0 1,1 0 0,0-2-810,3-1 1,0-1 0,0-1 0,0 0 0,3-2 1008,-4 2 0,2-1 0,1-1 0,3-4 0,-12 13 0,6-8 0,-2 3 0</inkml:trace>
  <inkml:trace contextRef="#ctx0" brushRef="#br1" timeOffset="441410">21142 10288 13665,'0'-3'6424,"0"1"-4677,0 2-1713,2-28 162,-4 27 40,-1-15-51,-4 37 111,2 12-88,9-4 105,9 5-128,3-15 117,11 0-106,2-9 62,24-1-112,-6-5 16,6-9-56,-24-1 124,-9-8-62,-14 1-56,-7-8-56,-9 6-45,-8 1-16,2 9 10,-6 2 12,1 9 5,-13 10 23,3 7-17,-1 9-17,13-9-95,2 6-50,10-5-532,10 16-247,17-5-1087,24 6-1337,-12-25 0,2-2 3337,0-1 0,-1-2 0,13 3 0,-20-7 0</inkml:trace>
  <inkml:trace contextRef="#ctx0" brushRef="#br1" timeOffset="445261">19778 11033 7734,'42'-31'1067,"0"0"1,1 0 0,-7 5-1,-2 1 1,-1 2 153,5-3 0,-5 3 834,2-1-1265,-21 16-299,-23 17-111,-19 19-268,3-3 0,-4 4-652,-13 10 1,-4 5 539,8-8 0,-2 2 0,-2 1-573,6-6 0,-1 1 0,-1 1 0,-1 1 574,-2 2 1,-2 0-1,0 1 1,0-1 7,-1 1 1,0 1 0,1-1 0,-1-1 18,1-2 0,1 0 0,0-1 0,2-1 39,-10 8 0,2-1 1,2-2-178,6-5 0,1-2 0,3-1 185,-9 7 1,4-2-103,11-8 0,3-3 123,-7 9 917,19-18-728,25-23-262,2-5-12,30-25-6,-20 15 1,2-1 626,12-12 0,2-3-621,-8 7 1,1-1-1,1-1-522,5-6 1,1 0-1,1-2 520,4-3 1,1 0-1,1-1-6,-10 11 0,0-1 0,0 1 0,1 1-356,11-10 1,0 1 0,0 2 363,-4 4 0,-1 0 0,-1 3-141,-5 5 0,-1 1 0,-2 2 191,6-5 1,-3 4 959,9-7-702,-23 17 1791,-22 16-2031,-21 18-1,-26 23 385,11-8 0,-5 5-466,7-7 0,-2 4 1,-2 0-1,2-1-252,-1 1 0,2-2 0,-4 4 214,5-4 1,-4 4 0,-1 0 0,1 1 0,2-3-741,-9 10 0,2-2 0,-2 1 548,6-5 1,-1 2 0,-1-1-1,2 0-1446,-7 7 1,2-1 0,2-2 1678,10-10 0,1-2 0,4-3 0,1-2 0,6-3 0,1-3 0</inkml:trace>
  <inkml:trace contextRef="#ctx0" brushRef="#br1" timeOffset="448577">20968 12542 24183,'-5'-35'501,"0"0"1,-11-20-345,-21 53-95,4 7-23,5 5-17,4 5 6,4 5-5,6 0-34,5 2-1,7 0 35,8 1-23,8 2 5,9 3 12,8 2-6,5 2 1,3 1-18,-4-1 6,-8-2 6,-14-4-18,-21-4 12,-20-1-22,-22-2-15,17-10 1,-2-2-96,-3 0 0,0-2-397,0-1 0,2-2-2412,-23-7 2941,20-5 0,21 1 0,12 1 0</inkml:trace>
  <inkml:trace contextRef="#ctx0" brushRef="#br1" timeOffset="454127">22780 10750 18235,'5'-4'824,"-2"2"-46,-5 10-11,-3 7-257,-5 8-141,-5 5-117,1-2-89,2-4-29,5-6 74,4-7-1,2-3 544,3-5-449,5-6-95,7-4-39,9-7-11,5-3-28,4-1-17,-2 2 11,-5 2 51,-6 4 33,-9 2-5,-5 2-51,-4-1-90,0 2 91,-1-5-85,-2 2-11,2-2-39,-2 4-34,1 5-55,0 1 9,1 2 41,-2 7 22,0 0-22,-1 7-1,1-1 6,-2 1 1,-1-2 4,-2 1 1,-3 1 6,-1 0 27,-3 2-28,0 0 12,0 1-12,2 1 1,3-2 33,5-3-23,2-4 29,2-3 33,4-4 7,5-3-2,7-5-49,9-5-1,6-4 29,4-3 10,-1-2 12,-3-5 17,-8-2 5,-8-4-17,-7-2-5,-7 0-11,-7 3-29,-6 3 6,-5 6 1,-3 7-18,1 6-22,3 7 6,1 8-1,-2 9 12,-1 10 33,-4 8-5,1 8-45,4 4-28,10 1-50,17-2-449,23-2-1021,-4-23 1,7-4 1547,18 0 0,0-3 0,-22-5 0,-2-1 0,5-3 0,0 0 0</inkml:trace>
  <inkml:trace contextRef="#ctx0" brushRef="#br1" timeOffset="460210">24042 10767 14157,'-2'-4'6526,"0"2"-3076,2 2-3299,11-22 68,-8 22 33,8-8-23,-11 31-10,-2 7-91,1 1-15,1-4 44,10-6-12,11-9-10,15-6-40,12-12 0,7-10-22,-26 3 0,-1-3 2,-1-2 1,-1-3-6,-2-2 0,-2-1 76,12-27 27,-13 4-5,-15 11-95,-21 14-45,-18 13 22,-23 17-36,21 2 0,-1 2-353,-2 5 0,1 2 327,2 2 1,2 2 0,8 0 0,3 2 0,-4 22-174,24 3-409,27 0-621,-1-23 1,6-2-419,9 2 0,5-2 1633,12 4 0,-3-2 0,-19-12 0,-3-1 0,26 12 0</inkml:trace>
  <inkml:trace contextRef="#ctx0" brushRef="#br1" timeOffset="469587">25153 11678 21377,'-2'-52'651,"0"1"1,4-1 0,6 6-400,17 5-151,4 5 39,8 10-62,-2 8-16,15 0-37,-15 11 0,1 2-19,-4 2 0,1 2-6,-1 1 0,0 3 0,24 18 5,-21 13-362,-6 23 345,-26-22 1,-9 2 0,-17 18 0,-11 0 27,-3-5 1,-3-2-522,11-15 1,-1 0 0,-1-2 515,-2-2 0,-1-2 1,2-1 4,-5 4 1,0-2-250,-9 9 0,1-1 264,16-12 0,2-1 86,-10 12 6,28-25 471,17-7-314,23-18-224,18-5 217,-11 3 0,4-2-279,4-1 1,1 0-9,-7 4 0,2 1-107,13-5 1,0 0-266,-8 4 0,0 1-606,10-4 1,1 1-3925,1-1 1,-3 1 3503,-21 7 1,-3 2-1,20-7 1,-45 13-1</inkml:trace>
  <inkml:trace contextRef="#ctx0" brushRef="#br1" timeOffset="469977">25217 11626 16269,'-1'-4'4912,"0"0"-4363,1 4 230,34-60-141,7 28-540,-10-5 0,4 2-36,-5 21 0,1 5-6,20 1-40,-13 3 12,0 11-33,-15 9-1,-3 31-27,-23 11-492,-7-15 1,-5 1 498,-8 1 1,-5 0 8,-5 3 1,-2-1 7,-2 1 1,-1-2 8,1-4 0,1 0 22,5-6 1,1-1 27,6-7 0,2-3 124,-8 10-23,15-17 577,11-10-369,16-13-214,14-10-111,24-14-82,-14 11 1,2-1 218,-5 4 0,4-1-1616,9-1 0,7-1 0,-4 3 903,0 0 1,-1 1 0,9-3 0,-5 2 0,-6 3 0</inkml:trace>
  <inkml:trace contextRef="#ctx0" brushRef="#br1" timeOffset="470753">27054 11875 11570,'-3'0'6026,"1"0"561,2 0-6133,27-38-129,-3 24-205,0-8 1,3 2 70,18 13-18,6 3-78,11 4-425,-28 3 0,0 2 358,0 3 0,0 2-20,-1 4 1,-1 2-9,-4 3 0,-2 3-2,11 27-21,-23 8 26,-20-27 0,-7 0-3,-9 2 0,-7-4-438,-9 1 0,-6-5 432,-7-1 1,-4-5-74,-5-3 1,-2-4-137,20-5 0,0-2 1,0-1-2072,-19-2 1,3-2 2285,11-1 0,4-2 0,-7-2 0,27 1 0</inkml:trace>
  <inkml:trace contextRef="#ctx0" brushRef="#br1" timeOffset="476744">25593 10543 23892,'-10'11'409,"-3"7"-196,-4 22 0,3 1-12,6-2 29,12-5-6,11-6 0,15-6 0,12-9-33,11-8-12,7-11 23,-1-10-6,-5-12-6,-11-6-67,-13-3-11,-15 3-28,-13 6-61,-15 9 10,-3 8-33,-31 6 0,8 11 0,-22 7-11,12 12 28,7 7-17,7 6-17,10 4 17,9 1-56,9 1-78,11-2-230,14-3-465,20-4-132,-10-17 0,5-2-3272,7 0 0,1-1 4233,0-1 0,-2-1 0,14 3 0,-23-8 0</inkml:trace>
  <inkml:trace contextRef="#ctx0" brushRef="#br1" timeOffset="480644">20908 12394 18431,'-40'-16'2498,"21"3"-1832,62 3-405,-13 6 0,4 0-79,9 0 0,4 0-1206,10 0 0,4 1 1039,-12 2 0,1 0 0,3 0-601,8 0 1,2 1 0,3-1 586,-9 1 1,1 0-1,2 0 1,1 0-424,-7 0 0,2 1 0,1-1 0,0 0 0,2 1 407,-7 0 0,2 0 0,0 0 0,1 1 0,0-1 0,0 1-231,3 0 1,0 1 0,1-1-1,1 1 1,-1 0 0,0 0 236,2 0 1,0 1-1,0 0 1,0 1 0,0-1-1,0 1-88,0-1 0,-1 1 0,0 0 0,0 0 0,-1 0 1,1 0 89,-2 0 0,0 0 1,-1-1-1,1 1 1,-1 0-1,-1-1-22,-1 1 0,-1-1 0,-1 0 0,1 0 1,-2-1-1,1 1 38,5-1 0,0 0 0,-1 0 0,0-1 0,-2 1 12,9-1 0,-1 0 0,-2-1 0,-3 1-33,0-1 1,-4-1 0,0 0 23,7-2 0,0-1 0,-15-1-62,-13-3 1177,7-3-1133,-102 6-5,22 4 0,-4-1 494,-9 1 1,-4 0-556,13 0 1,-3 0 0,-1 0 96,-8-1 1,-1 2-1,-3-1-95,9-1 0,0 1 0,-3 0 0,0-1 4,-5 1 0,-2 0 1,-1-1-1,-1 1 22,8-1 0,0 1 1,-1-1-1,-1 1 1,0-1-30,-3 1 1,-1-1-1,-1 1 1,1 0-1,-1 0 83,9 0 0,0-1 1,0 1-1,-1 0 0,1 0 1,0 0-247,0 1 1,0-1 0,0 1 0,0 0 0,0-1 0,0 1 249,-8 1 1,0-1-1,1 0 1,0 1-1,0-1-114,4 1 0,1 0 0,-1 0 0,2 1 0,0-1 129,-9 1 0,1 0 1,0 0-1,1 0-5,5 0 1,0 0 0,1-1-1,1 1-15,3-1 1,1 0 0,0 0 0,0 0 117,2-1 1,0 1-1,1-1 1,0-1-104,-15 1 0,2 0 0,-1-1 4,2 0 0,0-1 0,2 0 17,3 0 0,2-1 0,1 1 630,-14-2 0,4 0-585,17-1 0,6 1 1715,-1-2-1727,44-1 74,40 0-71,-1 2 0,6 0-107,-3 0 0,3 1 1,4 0 27,-4 0 1,3 0 0,2 1 0,2-1-185,-4 1 1,3 0 0,0 0 0,2 0 0,0 0 181,-3 0 0,0 0 0,1 1 0,1-1 0,1 1 0,0-1-195,-5 1 0,1 0 0,1 0 0,0 0 0,1 0 0,-1 0 0,1 0 184,2 0 1,0 0-1,0 1 1,1-1 0,0 1-1,0-1 1,0 1-160,2-1 1,-1 1 0,1-1 0,0 1 0,0 0 0,0 0 0,0 0 162,0 0 1,0 1-1,0 0 1,0-1 0,0 1-1,1 0 1,-1 0-21,0 0 1,0 0 0,1 0 0,-1 0-1,0 1 1,0-1 0,0 1 31,-1 0 1,1 0 0,-1 0-1,0 0 1,0 0 0,-1 1-1,1-1-2,-3 0 0,0 1 0,0-1 1,0 1-1,-1-1 0,0 0 1,-1 1-3,6 0 1,-1-1 0,0 1 0,-2 0 0,0-1 0,-1 1 46,3 0 1,-1 0 0,-1-1 0,-1 1 0,-3-1-41,2 1 0,-2-1 1,-3 0-1,-3-1 545,20 2 0,-12-1-497,-9 0 1572,-71-2-1662,-13-1 0,-9-1-32,3 1 1,-5-1 0,-3 1 26,5-1 1,-3 0-1,-1 0 1,-2 0-72,3 0 0,-1 0 0,-1 1 1,-1-1-1,-1 0-126,-7 0 0,-1 0 0,-1 0 1,-1 0-1,-1 0 123,5 1 0,-1 0 0,-1-1 0,-1 1 0,0 0 0,0 0-210,4 0 1,0 0 0,-1 0 0,0 1 0,-1-1 0,0 1 0,0-1 220,5 1 0,-1 0 1,0 0-1,0 0 1,0 0-1,-1 1 1,1-1-1,0 1-75,-1 0 0,0 0 0,0 0 0,0 0 0,0 1 0,1-1 0,-1 1 0,2 0 174,-6 0 1,0 0-1,1 1 1,0-1 0,0 1-1,2 0 1,1 0-6,-2 1 0,0 0 1,1 0-1,2 1 0,1-1 1,3 0-110,-13 2 1,3-1 0,3 1 0,5-1 339,2 1 0,4-1 0,6 0-81,4-1 1,9 0 1869,12-4-1597,43-7-303,2 0 0,6-2-152,17-3 1,6 0-38,-8 1 1,3 1 0,4 0 76,-1 0 0,5 0 0,-1 1 0,-5 0 0,-9 2 0,-4 1 0,1-1 0,3 1 0,0-1 0,1 1 0</inkml:trace>
  <inkml:trace contextRef="#ctx0" brushRef="#br1" timeOffset="486653">27122 12645 18571,'-43'-13'890,"0"0"1,2 1 0,10 3-186,21 4-576,3 2-67,13 0-17,16 1-50,5 0 16,11 1 0,5 1-17,-5 0 1,2 0-535,19-1 0,2 1 531,-7 1 1,-3 1-38,-3 0 1,-4 1-22,16 3-90,-20 3 118,-46-3 17,-23 3-4,-4-4 1,-5-2-523,-10 2 1,-4-1 594,-9 0 1,-1 0 4,17-1 1,-1 0-1,2 0 9,-9 0 1,1 0 126,-14 1 0,5 0-87,5 1 33,-5 1 1068,64-2-900,37-1-207,-3-2 0,4 0-683,13-1 0,5 0 603,-14 0 0,2 1 0,0-1-190,3 1 0,1 0 0,0-1-68,0 1 1,-1 1-1,0-1-2143,-4 0 0,-2 0 0,-1 0 2386,8 1 0,-5-1 0,7 0 0,-30 0 0</inkml:trace>
  <inkml:trace contextRef="#ctx0" brushRef="#br1" timeOffset="490844">21166 11351 8183,'50'-34'1067,"0"-1"0,0 0 1,0 0-1,-2 2 1,2-2-1,-5 4 1,-9 5 1565,9-5-398,-8 4-1681,-37 22-122,-32 23-231,1 2 1,-5 5-620,3-2 1,-2 3 0,-1 2 450,-9 7 1,-2 4 0,-2 1-616,6-4 1,-2 1 0,-1 1 0,-1 1 554,6-3 0,-1 1 0,-1 1 0,-1 1 0,1-1-378,4-3 0,-1 0 0,1 1 0,-1 0 0,0 0 0,0 1-101,0 0 0,-1 1 0,1 0 0,-1 1 0,1-1 0,-1 1 404,0 1 1,-1 1 0,0 1 0,1-2 0,3-1 0,2-4 0,-11 12-1,4-5 1,3-1 0,6-5 0,0-1 0,0 0 0</inkml:trace>
  <inkml:trace contextRef="#ctx0" brushRef="#br1" timeOffset="491887">22605 12844 10662,'2'-2'8682,"0"0"-4319,-2 2-4127,-9-36-74,-7 28-39,-13-21-61,-12 42 11,-3 8-6,0 5 0,8 1-22,11-1-28,12-3 16,7-6 1,8 5 5,8-6-11,9 7-28,8-3 22,7 3-16,-7-5 0,5 7 10,-15 3 7,-3 1 50,-18 3 5,-20-9-16,-5-6-18,-4-7 1,-3-1-45,-20-1-201,16-2 0,1-3-365,-17-9-5819,19-11 6385,17-10 0,12 8 0,7 5 0</inkml:trace>
  <inkml:trace contextRef="#ctx0" brushRef="#br1" timeOffset="498927">23119 11405 9733,'39'-34'2109,"0"0"0,-1 1 0,12-11 0,-10 7-659,-18 15-377,-31 15-754,-28 21-190,4 2 0,-3 3-901,-12 9 0,-3 5 792,10-6 1,-1 2 0,-4 3-469,6-4 0,-3 4 1,-2 1-1,0-1 1,4-1 437,-1-1 0,3-2 0,0 1 0,-5 3-90,1-1 0,-3 4 0,-3 1 0,0 0 1,0 0-1,3-2-896,1-1 1,1-1 0,1-1 0,-1 1 0,-2 1 995,-3 3 0,-4 1 0,-1 2 0,0 0 0,3-3 0,5-2 0,0-1 0,3-3 0,3-1 0,-1 0 0,-8 6 0,0 0 0,0 0 0</inkml:trace>
  <inkml:trace contextRef="#ctx0" brushRef="#br1" timeOffset="500687">23835 12958 21679,'0'-35'524,"-1"0"0,-3-20-356,-12 59 6,-3 6-23,-5 10-67,-4 7-11,-1 6-23,3 2-16,6-2-6,10-3 6,9-3 10,8 0-10,7 2-28,9 3-12,8 11 17,-9-13-11,4 10 62,-19-19 78,-3 1 22,-14-6-55,-24-8-141,4-4-403,-26-3-2145,15-8 2582,-6-10 0,20 7 0,9-4 0</inkml:trace>
  <inkml:trace contextRef="#ctx0" brushRef="#br1" timeOffset="503144">24192 12653 13658,'52'-37'2348,"-1"0"1,-3 5 0,-20 9-1800,-42 20-55,-25 19-279,5 0 1,-4 3-1189,-13 9 0,-7 6 1027,13-5 1,-4 4-1,-1 0 1,3-1-466,-2 1 1,3-2 0,-4 5 403,5-4 0,-3 4 1,-2 1-1,1 1 1,3-2-188,2-1 1,2 0 0,0 0 0,-2 3-1446,5-4 1,-3 4-1,0 1 1,-1-1 0,2 0-1,4-3 908,-4 2 0,4-3 0,1 0 0,1-1 1,-12 13-1,2 0 0,12-12 0,15-12 1</inkml:trace>
  <inkml:trace contextRef="#ctx0" brushRef="#br1" timeOffset="503986">24321 11324 21231,'8'0'1104,"-9"5"-1038,-19 14 0,-19 13 0,-7 5 0,2-3-1423,5-4 1,1-1 0,-3 1 0,-2 2 1354,2-2 0,-3 2 0,-2 1 0,-1 0 1,0 1-1,1-1-307,1-1 1,-1-1 0,1 1-1,-1 0 1,0 0 0,0 0 308,-3 3 0,-2 1 0,0 0 0,1 0 0,3-2 0,3-3 0,-1 1 0,3-3 0,2-2 0,2 1 0,-5 4 0,-1 0 0,1 0 0</inkml:trace>
  <inkml:trace contextRef="#ctx0" brushRef="#br1" timeOffset="504870">25336 13024 23343,'6'-50'471,"-16"11"-382,-19 41 1,-8 8-51,6-3 0,0 2-1079,-6 3 1,2 2 1050,-4 4 661,10 2-639,20 1 339,9 2-361,12 6 6,15-1 0,-3-3-17,13 10-6,-2 0 6,-10-9 0,1 2 17,7 15 22,-8 3 12,-36-19 1091,-9-9-1108,-32-2-57,12-10 1,-3-2-655,-1 1 1,-2-2-1287,-7-3 0,3-3 1334,16-1 0,4-2 0,-4-3 0,19 1 1</inkml:trace>
  <inkml:trace contextRef="#ctx0" brushRef="#br1" timeOffset="517761">20774 12214 17644,'-32'-8'191,"0"0"0,-20-6-114,55 14 165,7 1 84,11 3-72,14 1-34,16 2-252,-19-4 0,2 0 110,17-1 0,3 1-629,-1-1 1,0 0 567,1-1 0,3 1-479,-13-1 0,2 1 1,0-1 471,0 1 1,0-1-1,2 1-391,0 0 0,2 0 1,2 0-1,3 0 394,2 0 0,3 1 1,2-1-1,0 1 1,-1 0-376,-3-1 1,0 1 0,0 0 0,-1 0-1,1-1 366,-1 1 1,0 0 0,0-1-1,1 1 1,-1 0-159,-1 0 1,2 0-1,-1 0 1,-1 1-1,-2-1 173,3 0 1,-2 0 0,0 0 0,3 0-4,-4-1 1,1 1 0,2 0 0,1 0-1,0 0 7,-4 0 0,2-1 1,0 0-1,0 0 1,0 0-1,-2 0-132,4 0 1,-1 0 0,0 0 0,-1 0 0,-1-1 119,-1 1 0,-1 0 0,0-1 1,0 1-1,-1-1 10,10 0 0,1 1 0,-2-1 1,-2 1-41,5 0 0,-2 0 0,2 0 31,-9 0 1,2 0 0,1 0 0,-1 0-1,1 0 1,1 0 0,-2 0 0,-2-1-6,1 1 1,-3-1 0,-1 0-1,-6 0 1,-2 0 0,-4-1 566,-2-1 0,-7-2-299,-2-2 1634,-7-2-1887,-18-4 1674,-18 3-1713,-7-2-56,-31 3 14,5 3 1,-5 2 1178,11-1 1,-4 1-1156,1 1 0,-6-1 0,-2 1 0,4 0-601,1 0 1,3 1 0,-3-1 621,-3 1 0,-4-1 0,0 1 0,4-1 14,1 1 0,4 0 0,-2 0 0,-10 0 0,-3 0 0,2 0-2,10 0 0,1 0 0,-4 0-1,-6 0 0,-4 1 1,-1 0-1,1 0-2,6 0 1,1 0 0,-1 1 0,-2-1-480,3 1 0,-2 0 1,-1 0-1,2 0 1,3 0 486,-13 0 1,4 0 0,-3 1 3,4-1 0,-3 0 0,-1 0 0,3 0-3,8 0 0,2-1 0,-1 0 1,-3 0-272,4 0 0,-3 0 0,-2 0 1,-1 0-1,1 0 0,3 0 270,-3 0 1,2-1-1,1 1 1,0 0-1,-2 0-2,-5-1 0,-1 0 0,-1 1 0,3-1 1,4 0-19,-5 0 1,5 1 0,-1-1 16,-6 0 0,1 1 0,0-2 11,5 0 0,1 0 0,0 0-4,0 0 1,0 0 0,-1-1-8,-3 0 0,-1 0 0,4 0 5,11 0 1,2 0-1,1 0-2,-20-1 0,4-1 346,14 2 0,1-1-333,-11-1 1,4-1 34,-3 0 1929,-9-2-2002,41 3 2858,22 0-2836,9 2 0,42-3 11,7 2 31,-11 0 0,5 0-51,2 1 1,3 0-785,-14 0 0,1 1 0,-1 0 784,12-1 1,1 1 2,-7 0 1,3 1-1,1-1-424,-6 1 0,2-1 0,2 0 1,0 1 424,4-1 1,0 1 0,3 0 0,1-1 6,-2 1 0,3-1 0,1 1 1,0-1-1,-1 1-307,-2 0 0,1 0 0,-2 0 0,0 0 0,-1 0 305,4 0 0,-2 0 0,1 0 0,2 1 1,-12-1 0,2 1 0,1-1 0,1 1 0,0-1 0,1 1-122,2 0 1,0 0 0,1 0 0,0 0 0,1 0 0,-1-1 125,2 1 1,-1 0-1,1 0 1,0 0 0,1 0-1,0 0-21,-3 0 0,1 0 1,1 0-1,0-1 1,-1 1-1,-1 0 1,-2 0 27,9 0 0,-3 0 0,-1 0 1,-1-1-1,0 1 9,-4 0 1,1 0-1,-2 1 1,0-1-1,0 0-16,7 0 1,-1 0 0,-1 1 0,-2-1 3,-5 1 1,-2-1 0,-1 1 0,-1 0 3,7-1 0,-1 1 0,-4 0 9,12 0 1,-6 0 605,-15 0 0,-6-1-353,4 0 1635,-28 0-1877,-29-3-27,-24-1 2,7 1 1,-4 0 848,-8-1 1,-4 1-850,-10 0 1,1 0-1,9 0 1,-1 0-22,8 1 0,-3 0 0,-2 0-15,-8 0 0,-3 0 0,-2 1-48,11-1 1,-2 0-1,-1 0 1,-2 0 59,1 0 0,-2 0 1,-2 0-1,0 1 1,1-1-429,-1 0 1,0 0 0,0 0 0,1 0 0,1 0 436,-5 0 0,2 0 0,0 0 0,-6 0 11,12 1 0,-5-1 0,-2 1 0,-1 0 0,1-1 0,1 1 0,4 0-291,-5 1 0,3 0 0,2 0 0,-2 0 0,-3 0 291,5 0 1,-4-1 0,-1 1 0,-1 0 0,1 0-1,1 1 1,4-1 0,-6 2 1,2-1 0,2 1-1,1 0 1,1 0-6,-8 1 0,1 0 0,2 0 0,2 0-37,6 1 1,1-1 0,2 1 0,0-1 32,-9 2 0,1 0 1,1 0 6,4-1 1,1 1 0,0-1 151,2-1 0,0 1 0,0-1-155,-1 0 0,0-1 0,0 1 1,-1-2 1,0 0 0,1 0 356,0 0 1,0-1-1,0 0-343,5-1 0,0-1 0,3 0 27,-12-1 0,6-2 2106,-11-5-2176,46-4 17,52-1 11,0 6 0,7 0-7,-6 3 1,3 0 0,2 1-9,7 0 0,2 0 0,1 1-147,5 0 0,1 1 0,2 0 167,-14 1 1,1 0 0,1 1 0,0-1-334,3 0 1,1 1-1,0-1 1,1 1 328,5 0 0,2 0 1,-1 0-1,-2-1-1,-9 1 0,-2 0 0,1 0 0,5 0 1,2 0 0,5 0 0,4 0 0,0 0 0,-4 0 0,-5 0-1,-3 0 0,-6 0 0,2 0 0,7 0 0,-9 0 0,6 0 0,4 0 0,3 0 0,2 1 0,-1-1 0,0 0 0,-4 1 0,-4-1-252,5 1 0,-4 0 0,-2 0 0,0 0 0,2 0 0,3 0 256,-1 0 1,3 1 0,2-1 0,2 0 0,-1 1 0,0-1 0,-1 1 0,-3 0-90,-2 0 1,0 0 0,-2 0 0,0 0-1,-1 1 1,-1-1 0,1 1 87,6-1 1,0 1 0,-1 1 0,-1-1 0,0 0-1,-1 0-35,6 0 1,-1 0-1,-1 0 1,-2 0 0,-1 0 26,6 0 1,-2 0 0,-1 0 0,-4 0 197,6 0 1,-4-1-1,-4 0-140,3 1 1,-10-2 1425,-7-4-1456,-63-6-57,-12 2 1,-10 1-425,1 0 0,-4 1 1,-1 0 457,-1 0 0,-1 0 0,2 1 0,-6-1 0,5 1 0,17 2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FE77-9424-6C13-0529-E1719BAFD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9BA8E-6F7D-4B96-63FC-148C04CAD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0D383-311D-D605-23A0-25BC5E25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D6297-F2E9-0DD4-C48A-5E38A04D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EA738-BB4B-0BB4-2E7F-F71965DC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4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CD9E-0B6B-4A6A-6A0C-69CF1F5D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2B094-00B0-8B29-EEAD-193AB1F83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647E-CE86-3AC2-44E9-1152ED7B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781D-1791-38E4-5CFA-4F75EE4A8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1800D-E8D1-7FDC-A3A5-4CF39690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9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EE37-EDB9-86DC-2BFB-02BF10B0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CA55C-A74C-83ED-4121-A98382005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76182-090A-FC70-CA30-29A7711A9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7EF3-FB7C-FFE7-6FF7-8DC6E852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25587-3550-453A-D9E2-458392F5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0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B198-1202-1811-C864-FC9AEBC5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0C8FB-B028-A9C0-5A54-39F2CE082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07920-A0BB-1580-E210-E65A17568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212A8-C180-F5E2-B2F6-A4CE5FF0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D5AE8-DFDB-ED98-4047-83707273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186B1-EDB6-9B9F-D45E-7C802E96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7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ADBB-7AD9-F798-657D-75158F6A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4E322-E25A-FB94-CEDF-2A6AFA878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EFAAF-F472-5736-EFA7-1A371C619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3288E-B3FC-5202-9BBE-EA24DDC87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4AD70-CC36-B410-4F8D-44726E628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7C3B3D-0BED-3628-CD44-743A57FD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7E7A67-0415-129F-6E34-1B0E1E94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E082C-D352-DCD4-CF6A-5A996B1C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39BD-74AD-0205-E1F6-139BBB754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4A579-CC31-7D49-520E-21972AA2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7BE86-5917-0D8E-7B4D-5305AE4A9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403B4-B82E-4E74-5C10-47D574C3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0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83839-7A60-E111-D033-845B2491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A3AD8-8C0D-4C94-6B8A-186F48F3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E182-D099-F78A-36DF-D0D216ACF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8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7EE0-323B-AA72-05F8-61AA85E5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77092-9F95-2A46-64AD-724887DF1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7F19F-FEAB-7465-D323-C0D473766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11286-7B7D-4898-B759-7366967D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F0F76-9E80-299C-CC18-C601B756E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1A5DE-E46D-97AD-77F4-6C25996E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8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8AD2-8FAC-7D3F-36FB-2C559CF8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4AC480-B35C-BDF9-E19A-E4D54773D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6AADD-E2B4-4146-69BB-296195AC6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5AA5A-AEA5-4CD2-DBD7-F0D1DE40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D1057-9011-1AB4-E004-71A25771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C7D30-3ABB-D504-AF28-66851A23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39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7F34-ED91-B7BD-689D-C82B6B70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545B4-8611-4117-AC39-B3181C167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FE550-5990-982E-D965-A73DBFF5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26555-D424-803B-16AB-F166CF6B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3E58F-D8E1-FC11-E3A2-0DB4F1EC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DD4B6-B537-9FBA-53DE-8CFC94A62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08A20-D299-B978-DAC1-A749F6216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26820-2F10-ECA8-A8C2-501CBFFF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616EF-2A87-BD38-E6AE-4BFEC213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788D-FEF3-8167-326F-D25E0216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1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A0E41-DEAB-A8CB-6795-287917890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FBA56-CD2F-FAB4-A41B-398E0BC55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699B5-E20B-6FB2-F51D-79C1F3A1A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D340A-7248-8E42-84E9-23B2EAC0AB2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343B8-DF38-6463-F7EC-674DB766B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41E15-AFCD-E8D5-035E-587AEA32C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E88F3-DB79-764E-99FC-ED3AB98B2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1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65DF36CE-23F6-B463-C4CA-33D1C0AB4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82A5F4-755C-4B6B-6260-B80FD0B66DD1}"/>
                  </a:ext>
                </a:extLst>
              </p14:cNvPr>
              <p14:cNvContentPartPr/>
              <p14:nvPr/>
            </p14:nvContentPartPr>
            <p14:xfrm>
              <a:off x="2530440" y="3210840"/>
              <a:ext cx="506880" cy="288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82A5F4-755C-4B6B-6260-B80FD0B66D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1080" y="3201480"/>
                <a:ext cx="525600" cy="3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077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AE26239-88F9-2EC1-2EC0-0EAB3C4B2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B71F59-0FCA-DEBC-C6E3-BC2007609808}"/>
                  </a:ext>
                </a:extLst>
              </p14:cNvPr>
              <p14:cNvContentPartPr/>
              <p14:nvPr/>
            </p14:nvContentPartPr>
            <p14:xfrm>
              <a:off x="662760" y="698400"/>
              <a:ext cx="11245320" cy="615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B71F59-0FCA-DEBC-C6E3-BC20076098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3400" y="689040"/>
                <a:ext cx="11264040" cy="617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7754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E5E0D-951B-8025-F66C-B7D54DEF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73DDF7-15D4-941C-3768-0C0C2DD06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0534B9C-516E-55B5-378D-93718B222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9DD1C2-A8F6-5B17-BC37-081C2E0F7BD8}"/>
                  </a:ext>
                </a:extLst>
              </p14:cNvPr>
              <p14:cNvContentPartPr/>
              <p14:nvPr/>
            </p14:nvContentPartPr>
            <p14:xfrm>
              <a:off x="344880" y="237240"/>
              <a:ext cx="11612160" cy="4182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9DD1C2-A8F6-5B17-BC37-081C2E0F7B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520" y="227880"/>
                <a:ext cx="11630880" cy="420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620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05CC6-4AA5-6431-8CD1-9591255F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A512A7A-0AB7-6271-1CBA-09BE0CC91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2FCAEE2-E0E8-9202-F193-CE6E250235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2A4CD8-8EB2-BF3C-E75B-EF86A276665E}"/>
                  </a:ext>
                </a:extLst>
              </p14:cNvPr>
              <p14:cNvContentPartPr/>
              <p14:nvPr/>
            </p14:nvContentPartPr>
            <p14:xfrm>
              <a:off x="499680" y="563400"/>
              <a:ext cx="6447600" cy="757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2A4CD8-8EB2-BF3C-E75B-EF86A27666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320" y="554040"/>
                <a:ext cx="6466320" cy="77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443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B07BE-BA8F-9A81-A041-F1AE00E7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959B735-E98F-6256-113F-E13DC0EF3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03203E04-5BEE-9131-7359-021A7CAB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9E067F-29F9-01ED-00A8-F663AEE36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56142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0BC2BB-8B2F-B2D7-DB8D-22EFABA71B60}"/>
                  </a:ext>
                </a:extLst>
              </p14:cNvPr>
              <p14:cNvContentPartPr/>
              <p14:nvPr/>
            </p14:nvContentPartPr>
            <p14:xfrm>
              <a:off x="1068840" y="171000"/>
              <a:ext cx="10706760" cy="6687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0BC2BB-8B2F-B2D7-DB8D-22EFABA71B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9480" y="161640"/>
                <a:ext cx="10725480" cy="670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590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900CD-EF37-AE4B-BDF0-5C0FA630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60CF9F-7DC6-BC92-3A0D-5EDE02F44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F6C8A73A-BE0C-E92F-5ACA-E30FB8DC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C5E129-87BF-E05E-4D71-EAFA8B7C004B}"/>
                  </a:ext>
                </a:extLst>
              </p14:cNvPr>
              <p14:cNvContentPartPr/>
              <p14:nvPr/>
            </p14:nvContentPartPr>
            <p14:xfrm>
              <a:off x="282240" y="539280"/>
              <a:ext cx="11739960" cy="467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C5E129-87BF-E05E-4D71-EAFA8B7C00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880" y="529920"/>
                <a:ext cx="11758680" cy="469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9113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2026-02-18T09:14:26Z</dcterms:created>
  <dcterms:modified xsi:type="dcterms:W3CDTF">2026-02-18T10:28:01Z</dcterms:modified>
</cp:coreProperties>
</file>