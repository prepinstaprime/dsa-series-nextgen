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1:42:56.2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2599 2854 18369,'-4'-53'1311,"1"0"0,-2 2 0,-5 9-891,-12 16-275,0 5 40,-6 15-101,1 9-5,-12 12-1,-9 25-61,15-6-20,14-6 0,4 3 9,6 12 16,8 13-16,15-4-12,12-1-25,-3-22 1,2-2-26,19 18-292,0-4 308,-6-8 29,-14-10 6,-2 6 49,-22 3 18,-19-5-34,-11-2 11,-24-3-502,-2-7 483,21-7 0,-3-2-4,-5-2 1,1-4-54,9-5 1,2-1-76,-23-11-231,22-21-2357,20-1 1896,11-14 1,1 23 0,9 6-1</inkml:trace>
  <inkml:trace contextRef="#ctx0" brushRef="#br0" timeOffset="259">3029 2570 20615,'0'-5'3540,"0"2"-2526,0 3-986,-23 26-6,21 8 1,2 7-23,-10 4 0,0 3-606,10-6 1,3 3 0,0-1 465,-1 13 0,0 0-188,1 1 1,0-2 38,0-12 1,-1 0-667,2 7 0,0-2-1825,0-12 1,-1-2 2779,0 3 0,-1-3 0,1 7 0,-2-22 0</inkml:trace>
  <inkml:trace contextRef="#ctx0" brushRef="#br0" timeOffset="725">2908 3474 13984,'-11'-53'2432,"0"1"1,1 4 0,2 5-1845,3 0 208,4 1-712,10 23-90,13-3-16,19 14-51,18 4 11,-4 3-11,-16 0 1,3 1-423,3-2 1,0-1 483,2 0 0,0 0 13,5-2 1,-2-1 16,-13 0 1,-2-2 31,14-4 218,2-13 33,-29 6 135,2-9 56,-19 9-113,-15 5-139,-11 7-45,-17 15-50,-11 14 63,20-3 1,1 3-191,-1 3 1,2 3-34,3 2 0,3 1 3,5-1 0,3 0 16,-1 14-10,17 8 16,10-27 6,11 3 22,10-24 17,5-18-11,-5-6 131,-7-7 1,0-3 260,5-16-443,-10 11 1,-2-1 313,1-18 11,-10 7-156,-6 16 693,-4 7-805,-3 18-46,-1 10 1,-6 21-45,-2 22-141,4-15 1,2 1-776,0 4 0,2 2 955,6 4 0,2-3 0,-2 7 0,9-7 0</inkml:trace>
  <inkml:trace contextRef="#ctx0" brushRef="#br0" timeOffset="4001">3928 3014 15272,'-2'-47'1798,"-1"-1"0,1 0 0,-2-17 0,2 8-851,1 3-359,3 15-224,0 15-331,1 12-5,3 12 28,2 15 0,6 17-17,-5 3 1,0 5-12,-3 1 0,0 1-383,-1 2 1,-3 1 373,-5 4 1,-3 0-20,-1-7 0,-2-1-6,-3 10 1,-1 0 13,0-5 1,0-2 2,1-7 0,1-3 62,-6 12 296,8-21 136,5-18-186,2-21-123,1-14-56,0-20-22,1-9-45,7-6-40,5 3-27,9 6-1,15 8 1,-9 19 5,26 8 12,-28 17 719,27 11-731,-14 11-28,8 14-379,-4 11 362,-9 5-28,-13 3-5,-13-1-6,-21-1 23,-17-3 19,1-24 0,-4-3-31,3-5 1,-1-3-1,0-1 1,0-4-488,-24-8-1008,21-15-8274,0-23 7623,17 9 0,11-2 1,7 24-1</inkml:trace>
  <inkml:trace contextRef="#ctx0" brushRef="#br0" timeOffset="4717">4431 3544 23437,'31'-31'77,"0"-1"0,0 0 1,1-4-1,-1-1 1,-6-3-43,-9-1 1,-5-2-1,-1-1-1284,3-3 1,-1-1 0,0-2 1252,1-10 0,-2-2 0,-1 1-1,-3 9 1,-1 1 0,0 2 530,-1-9 1,-1 3-513,-2-1 1,-3 6 50,-10-7 22,-7 1 887,-11 26-999,7 17 322,-1 20-277,12 7-17,-2 30-5,5 15 348,4 0 1,2 5-392,4-2 1,2 2-18,1-10 0,0 2 0,2-4-327,2 4 1,2-2 195,-1-12 0,0 1 0,2-2-917,8 13 0,3-2 261,-1-2 1,2-3-631,3-3 1,2-7-1846,15-6 2050,-11-20 1937,0-25-369,-12-18 603,-8 0 0,-1-4 108,-3 1 1,-2 0 54,0-7 0,-1 2 63,0-9 1599,-2 8-1246,-5 23-788,-5 7-405,-4 15-111,-4 10-90,3 8 1357,4-3-1335,11 11-50,7-11 11,10 8 5,10-13-11,7-7-33,-4-5 78,19-16-22,-21-6-23,10-15-6,-23-5 29,-9-3-45,-7 8 184,-12-11-38,-3 22-1,-9-5-72,-2 20-40,-1 10-39,4 6 12,-15 26-29,11 5-17,7-8 1,2 3-233,6-2 1,3 2 164,2 2 1,3 0-272,5 1 0,5 0-813,5 0 0,5-2-3770,6 0 1,2-4 3285,16 13 0,-10-17 1,-23-19-1</inkml:trace>
  <inkml:trace contextRef="#ctx0" brushRef="#br0" timeOffset="6451">1590 4099 15375,'-45'7'1068,"1"-1"0,-1 1 1,-15 1-1,8-1-105,7-3-262,20-3-505,29-1 72,44-1-178,1-2 0,10-1-1297,-3 0 0,6 0 0,4-1 1207,-17 1 0,2 0 0,1-1 0,2 1 0,1-1-251,-3 1 0,1-1 0,2 1 0,0-1 0,2 1 0,-1-1 239,-3 1 1,1 0 0,0 0 0,0-1 0,1 1 0,1 0-1,0 0-223,3-1 1,0 0 0,1 1-1,1-1 1,0 1 0,0-1 0,1 0 196,-6 1 0,1-1 0,0 1 0,0-1 1,1 1-1,-1-1 0,1 1 0,0-1-161,2 1 1,0-1-1,1 1 1,-1-1-1,1 1 1,0-1 0,0 1-1,0 0 57,1-1 1,1 1 0,-1-1-1,1 1 1,0-1 0,0 1-1,0 0 1,-1-1-498,1 1 1,1 0-1,-1 0 1,1 0-1,-1 0 1,-1 0-1,0 0 1,-2 1 638,2-1 0,0 0 0,-1 0 0,-1 1 0,-1-1 0,-3 1 0,-3 0 0,16-1 0,-3 0 0,-5 0 0,-5 1 0,-12 0 0,0 0 0,0 0 0</inkml:trace>
  <inkml:trace contextRef="#ctx0" brushRef="#br0" timeOffset="7125">6539 2568 13659,'0'-6'6660,"0"0"-5994,0 6 561,0 0-1076,-69-18 6,29 42-428,-4-23 1,1 3 334,17 25 0,6 8 26,-9 18 0,14-23 1,2 2-69,6 0 1,3-2 89,9 11-17,4-10 252,11-21 56,-1-10-95,8-11 367,4-12-390,6-27-167,-13 13 55,0-24-55,-19 21-34,-3-7-62,-15 5-55,2 18-258,-18 3 128,15 17-341,-13 10-302,12 13-1127,0 31-632,10 6-986,7-19 1,3 0 3550,10 19 0,-3-22 0,-4-16 0</inkml:trace>
  <inkml:trace contextRef="#ctx0" brushRef="#br0" timeOffset="7441">6515 3148 21052,'-52'14'364,"1"0"0,3 0 1,11 2-337,23 5-11,5 0 11,15 4 61,13-1 1,7 0 44,12-2 113,-4-10-85,-7-7 488,6-7-157,-15-8-29,7-10-55,-12-7-56,-6-4-207,-4 5 218,-7-9-297,0 19 23,-10-13-331,2 20-1098,-10 1-1680,6 11 2171,-6 9 0,12-5 0,0 2 0</inkml:trace>
  <inkml:trace contextRef="#ctx0" brushRef="#br0" timeOffset="12643">7703 4584 20811,'-50'-3'98,"1"0"1,-1 1 0,1 3-51,13 6 1,2 1-389,-5 0 1,1 0 396,0 0 1,2-1 63,-24 5 327,15-5-147,15-2 151,12-3-276,9 0-48,3 2 74,1 5 500,-3 9-383,-3 10-28,-2 12-16,-1 13-141,7-20 0,-1 0-312,1 5 0,1 1 278,0 4 1,1 1-20,1 0 1,2 1-29,-1 0 0,3-1-17,3-2 1,1-2-6,2-3 0,4-2-138,3-5 1,4-3 173,26 16-45,12-16-81,-23-18 1,1-4-458,4-5 1,2-3 515,7-6 0,-1-1 0,5-3 0,0-5 0</inkml:trace>
  <inkml:trace contextRef="#ctx0" brushRef="#br0" timeOffset="14592">8681 4893 18870,'10'-62'1456,"1"1"0,-2 6 1,-1 10-1020,-3 18-288,-3 13-238,-2 11 96,-3 16-7,-3 21-45,-6 26-134,4-19 0,1 3-1060,-1 7 1,3 2 1238,1 10 0,2-2 0,0-26 0,1-2 0,3 30 0</inkml:trace>
  <inkml:trace contextRef="#ctx0" brushRef="#br0" timeOffset="14800">9230 5123 23175,'2'47'-1991,"-1"1"1,2-3 0,2-3 1990,8 2 0,-3-16 0,-4-14 0</inkml:trace>
  <inkml:trace contextRef="#ctx0" brushRef="#br0" timeOffset="15342">9899 4799 17809,'0'-4'2599,"0"1"-800,0 3-1637,19-22 79,-12 18 140,13-18 83,-18 23-100,-4 0-123,-4-2 6,-3-6-23,-2-6-68,3-11-60,4-10-18,13-7-5,8-5-23,14 2-11,7 5-16,4 8-12,0 11 11,-3 10-10,-2 16-1,-1 14 0,-3 17-33,-7 13-259,-17-19 1,-4 2 271,-5 4 1,-4 2-1,-7 4 1,-5 1-9,-7 4 0,-7 0-504,6-13 0,-3 0 1,-1-2 520,-3 1 0,-1 0 0,-1-2 9,0-2 0,-1-1 1,1-1-115,-13 5 1,1-4 168,9-8 1,1-6 97,-15-5-16,21-22-62,17-14 405,20-11-466,14-2-34,15 2-29,12 8 1057,10 9-1242,-25 13 1,1 3-489,4 4 1,1 3-630,2 2 1,1 2 1341,5 5 0,-4 1 0,7 2 0,-8 0 0</inkml:trace>
  <inkml:trace contextRef="#ctx0" brushRef="#br0" timeOffset="15533">10817 5092 21763,'0'-5'3911,"0"1"-3038,0 4-901,-4-6-196,3 33-616,-2 5-558,5 1 1,1 3 549,3 24 0,-1-23 0,0-17 0</inkml:trace>
  <inkml:trace contextRef="#ctx0" brushRef="#br0" timeOffset="16033">11292 4677 19552,'21'-44'785,"0"1"1,2 0 0,3 9-544,11 17-86,13 0-44,1 8-11,6 8-78,-18 6 16,9 13-34,-19 7-16,4 12 11,-9 7 0,-10 15 6,-12-18 27,-18 12 40,-12-25 50,-11 4 85,-6-10 172,0-9 477,1-12-566,16-4 141,6-11-197,17 0-90,8-6-38,9 1 0,22 0-85,-7 7 17,22 2-11,-9 11-28,16 10-6,-19 4 1,-1 4-4,-2 2 1,-3 1 8,0 2 0,-1 1-8,-4 2 0,-4 2-20,2 19-3,-16-12 0,-5 0 9,-7 12-108,-20-11 1,-6-4-134,-7-7-697,-3-3 0,-3-2 960,8-10 0,2-2 0,-14 6 0,5-7 0</inkml:trace>
  <inkml:trace contextRef="#ctx0" brushRef="#br0" timeOffset="16543">12572 5161 20694,'3'-6'3243,"-1"0"-2476,-2 6-464,0 0-292,30-27-207,-24 42-1355,14-6 1551,-26 24 0,-9 6 0,1 3 0,-3 0 0</inkml:trace>
  <inkml:trace contextRef="#ctx0" brushRef="#br0" timeOffset="18358">14408 4693 14566,'13'-53'2425,"-1"1"0,-1 6 1,-1 6-1289,-1 1-554,-5 17-477,-3 11-111,0 13 77,-1 14 29,0 16 39,-1 19-93,-1-18 1,-2 2-321,-2 4 0,0 0 293,-2 3 0,-1 0-12,2-1 0,0 0-5,1-3 0,3-2 14,3 24 16,7-17 113,7-18 67,8-18-56,10-20-23,13-20-333,-18 9 1,0-1 290,2-4 1,-1-1 8,-1 1 1,0 0-2,-4 2 1,-1 2-11,9-11 701,-4 8-746,-18 18-29,0 4 12,-8 19-11,-1 14-11,0 20-79,-1 14-165,1-25 0,0 1-531,0 3 1,1 1 768,3 5 0,1-2 0,-2 6 0,6-5 0</inkml:trace>
  <inkml:trace contextRef="#ctx0" brushRef="#br0" timeOffset="18559">15347 5145 24340,'13'-42'437,"-1"0"0,1 3 0,-6 13-498,-7 25-35,0 15-235,-1 15-727,0 16-2605,-1 11 3324,1-5 0,2-19 0,-1-14 1</inkml:trace>
  <inkml:trace contextRef="#ctx0" brushRef="#br0" timeOffset="19193">16630 4537 19316,'1'-8'3736,"0"2"-3322,2-26 1,0-4 67,-2 13-345,3-16 0,-4 5-64,-5 27-68,-10 3 1,-14 11 5,-18 7-6,15-2 1,-1 2 2,-4 2 1,0 1-235,-1 1 1,1-1 225,3 0 0,3-1 11,-21 11 6,16-8-6,14-6 23,9-3-1,6-1 1,2 2 11,1 2 456,-1 4-439,0 3 11,1 4-17,0 2 28,2 4-11,0 2 6,1 0-7,-1 1 1,0-2 34,-4-1 10,-4-2 51,-5-2 39,-4-5 51,1-6 112,3-5-18,5-7-161,5-9-85,3-7-44,6-10-34,8-7-62,11-3 45,9 0 40,6 3-46,5 7-16,1 8 6,0 7-1,-2 9 0,-2 11-5,-4 10-11,-3 11-40,-4 7-50,-10 1-101,-8 2-223,-19 0-343,-15 1-593,-20 0-1293,16-24 1,-1-2 2664,-23 11 0,18-13 0,15-9 0</inkml:trace>
  <inkml:trace contextRef="#ctx0" brushRef="#br0" timeOffset="19876">17210 4387 14107,'0'-5'6503,"0"1"-5966,0 4 147,22-61-308,3 35-250,5-13 0,6 2-48,21 18-563,-20 11 0,-2 2 530,12 2 276,1 5-270,-16 5-6,2 7 72,-6 16-5,-11 6-61,-5 2 61,-8 12-23,-3-17 1,-1 1 765,0 22-785,-1-5 0,-1 0 31,-2 12-274,1-25 0,1 0 204,0 0 0,1-1 42,0 26 19,-2-13 1,-2 1-49,-1-7 1,-1 0-344,-4 7 1,-3-1 326,0-9 0,-2-2-14,2-8 0,0-2 3,-4 4 0,-1-3-17,-13 12-126,6-16 0,-2-1-1874,-23 8 1238,-2-7 1,24-16-1,13-6 1</inkml:trace>
  <inkml:trace contextRef="#ctx0" brushRef="#br1" timeOffset="26450">13123 4853 20819,'-8'-58'554,"-1"0"1,3 4-1,10 7-414,33 6-22,9 4-66,-7 12-4,-9 11 0,2 3-26,12 3-22,-12 2 0,0 3 6,19 9-51,-7 10 0,-13 2-89,-6 26 38,-19-5 29,-10 23-583,-18-4 647,5-27 0,-3-2 166,-14 17-144,11-20 1,-1-2 125,-23 15 46,3-5 150,1-8 94,21-19-99,10-10-213,7-2 85,4-10 396,6 1-487,9-8-72,4 5-22,1 2 10,3 7-33,6 5 6,5 8-17,11 11-1,-1 12-4,1 10-24,-8 6 7,-11 1 27,-16 1 17,-22-3 12,-22-1-316,8-22 0,-4-2 295,-5 0 1,-3-3-23,0-2 1,0-2-110,2-3 1,1-4-1261,-22-9 1389,19-15 0,20 6 0,11-5 0</inkml:trace>
  <inkml:trace contextRef="#ctx0" brushRef="#br1" timeOffset="26767">13867 5055 24010,'13'-53'145,"-2"11"-341,-11 42-201,0 0-606,0 3-5399,3 1 6402,0 3 0,1-3 0,-2-1 0</inkml:trace>
  <inkml:trace contextRef="#ctx0" brushRef="#br2" timeOffset="33458">13167 4653 7431,'-8'-5'4637,"1"1"-2884,7 4 3025,0 0-3629,-17-2-321,12 1-212,-14 0-140,18 1 337,0 0-471,-1-3-46,0 0-38,-1-3-62,1 0-62,1-1-83,1 1 50,5-7-68,4 0-5,11-8-11,7-1 0,8 1 5,3 0-5,2 4 0,-4 3-6,-5 6-5,-5 4 5,-3 6-11,0 4 5,2 4-5,4 4-5,1 4-1,-3 4-5,-5 5 22,-8 3 0,-11 5 17,-14 3 17,-12 2-28,-12-1 0,-5-2 11,0-2 0,1-3 5,4-5-5,5-6 56,5-6 68,7-7 49,4-4 18,4-2-29,4-4-33,3 0-11,1-4-28,1 0-40,0-1-56,3-1-5,4-1 6,6 1-23,9 0 16,5 4-27,4 3 6,3 9-7,2 7-16,2 13 23,0 12-390,-2 12 395,-20-23 0,-3 3-6,-1 1 1,-4 1-1,-1 1 0,-4 1 12,-4 1 0,-3 0-1,-1-2 1,-4 0 2,-4-3 1,-3-2 5,-2-3 0,-4-3 8,-3-4 0,-3-2 3,-3-4 1,-2-3-10,-3-3 1,0-4-11,-2-5 0,0-4-57,2-3 1,3-5-242,3-5 1,5-4-2196,6-5 0,5-2 2487,0-26 0,13 18 0,5 15 0</inkml:trace>
  <inkml:trace contextRef="#ctx0" brushRef="#br2" timeOffset="33951">13870 5115 17809,'0'-5'5926,"1"2"-4195,-1 3-1703,9-30-5,-7 31-1,8-15 1,-10 45-180,-3 10-2207,-7 10 2364,-5-4 0,2-16 0,4-12 0</inkml:trace>
  <inkml:trace contextRef="#ctx0" brushRef="#br2" timeOffset="41459">11377 5667 6680,'-5'0'1243,"1"0"4398,4 0-5501,68 0 56,-18-5-126,3 3 0,2-2-340,-19 0 1,-2 0 437,26-4 196,-9 4 34,-25 1 816,-10 3-581,-28 0-198,-16 5-138,-24 2-107,18-2 1,-3 1-373,-15 2 1,0 0 315,16-2 1,0-1 165,-13 3 0,2 0 606,-1 1-407,0 0-147,21-3 46,17-3-247,13-2 101,18-5 944,18-3-1241,2-1 1,5-1-122,-2-1 1,2 1-1378,13-3 1,-2 1 1010,-17 4 0,-2 0 532,12-1 0,-6 1 0,-12 2 0,13-1 0</inkml:trace>
  <inkml:trace contextRef="#ctx0" brushRef="#br2" timeOffset="41900">13144 5805 14213,'-63'1'1775,"0"0"1,-1 1 0,6 0-1462,4 2-314,8 0 123,34-2 28,14 0 129,16-2-134,27 1-135,9-4-285,-16 1 1,1-1 281,-3-1 1,-2 0-3,21-3 5,-18 1 0,-2 1 28,7-1 17,10-1 17,-28 3 50,-11 2-44,-9 2-387,-29 7-9523,-27 6 9636,5 0 1,-1-1 0,38-9-1</inkml:trace>
  <inkml:trace contextRef="#ctx0" brushRef="#br2" timeOffset="44809">8487 4628 7449,'-5'-2'5659,"2"1"134,3 1-5112,-18-3-177,13 2-184,-12-2-97,17 3 43,3 0 36,6-2-56,9-3-100,7-4-19,7-2 19,0 1-36,-2 1-39,-4 3-32,-4 3-4,-3 1 7,-3 6 22,-4 4 63,-1 11 69,-5 9 42,-3 11-26,-9 13-22,-6 10-389,3-27 1,-2 0 252,1 2 0,-1 1-26,1 1 0,1-1-14,1 0 1,0 0 3,3-2 1,0 0-145,2-3 0,0-1 72,1 24-112,4-7-322,2-12-830,2-8-1981,4-12 3296,3-7 0,-6-6 0,2-4 1</inkml:trace>
  <inkml:trace contextRef="#ctx0" brushRef="#br2" timeOffset="45116">8550 5084 13284,'-3'0'5309,"0"0"-2939,3 0-1754,-67 3-224,47-2-274,-17 0 0,6 0 22,27 0 22,8-2-33,11-2-56,19-6-45,23-7-34,-21 6 0,3-1-353,4-1 1,0 0 358,-1 0 0,0 1-82,-6 1 1,-2 0-1101,16-4 1182,-24 6 0,-14 4 0,-12 4 0</inkml:trace>
  <inkml:trace contextRef="#ctx0" brushRef="#br2" timeOffset="49301">5221 7138 17608,'-43'8'879,"-1"0"0,1-1 1,18-3-483,30-4-279,20-8-73,29-7-860,-12 4 0,6 0 798,11-3 0,1 1 0,-8 1 1,1 2-33,-9 1 1,2 0-1,-1 1-326,17 0 0,-1 1-362,-4 1 0,-2 2-321,-3 4 0,-9 7-819,-13 16 1424,-48 16 791,-8-15 1,-7-1 280,-15 5 1,-5-1-689,11-8 1,-1 0 0,-1-1 458,-3 1 0,-1 0 0,0 0-82,0-1 1,0 0-1,1 0-99,3-2 0,0 0 0,1 0 227,-12 4 0,3-1-420,11-4 1,4-1 40,-6 4-24,35-10 34,42-13-106,0-3 0,7-2-715,15-4 1,6-3 685,-15 3 1,3-1 0,1 0 35,3-1 1,1-1-1,0 0 34,-2 0 0,1-1 0,-2 0 18,-4 1 1,-2-1-1,-1 0 55,10-8 1,-5 0-9,-16 8 1,-6-3 1557,1-35-1239,-43 15-131,-2 12 0,-4 1 78,-9 4 0,-3 2 73,-2 1 1,-1 0-15,1 1 0,0 0-53,5 2 0,1 0 221,-13-14 266,16 8-663,14 8-191,7 9-23,8 6 1688,10 13-1648,14 16-28,10 21-390,-17-15 1,-2 4 204,-3 7 0,-5 3-448,-6 8 0,-5 0-244,-3-7 0,-4-2 916,-8 8 0,-1-5 0,0-9 0,-2-1 0</inkml:trace>
  <inkml:trace contextRef="#ctx0" brushRef="#br0" timeOffset="57216">7299 6804 22375,'13'-42'700,"-8"8"-762,-20 35 62,-16 4 0,-20 4 0,2 2 8,5-1 1,0 1-664,-17 6 660,19-6 1,1 0 22,-9 2 52,15-7-52,16-2 39,10-3-78,6-1-124,2 1 63,1 2 582,0 1-421,0 11 217,1 14-155,-1 12 29,0 18 44,-1 3-118,1-8 14,-1-9 1,0 1-74,1-11 1,0-1-377,0 15 0,2 1 351,0-10 1,2-2-20,1-4 0,3-1-9,17 23-22,13-16-140,18-16-600,-19-18 0,3-4 768,12-7 0,-2-2 0,8 0 0,-1-6 0</inkml:trace>
  <inkml:trace contextRef="#ctx0" brushRef="#br0" timeOffset="58033">8262 6894 21416,'23'-4'415,"-7"-2"-158,-12 26 102,-18-4-168,-4-1 5,-14-1 22,-1-8-100,7-6 134,-2-5 67,10-6 11,-1-6-10,7-15-225,11 2-50,6-1 11,12 2-28,5 9-12,11-2-16,15 6-5,-1 10-1,-1 6-5,1 13-39,-4 21-1,-4 10-259,-21-12 1,-5 3 275,-10 1 0,-7 2-30,-7 4 0,-4 0-372,-1-6 0,-3 0 349,-13 10 1,-5-1 32,5-10 1,-3-1 71,3-4 1,-3 1 0,1-2 48,-6 2 1,0-4 35,1-4 1,2-5 8,-1-6 78,9-19-27,17-8-6,5-21-96,13 3-50,13-7-5,4 17 5,26 2-44,-9 14-57,22 1-498,-7 15-129,4 8 552,-13 2-1297,-17-4 0,-1 1 1462,20 17 0,-14-11 0,-6-1 0</inkml:trace>
  <inkml:trace contextRef="#ctx0" brushRef="#br0" timeOffset="58226">9006 7292 20940,'0'-5'4190,"0"0"-2930,0 5-1271,-4-21-118,4 39-543,-6-3-866,4 15 1,0 6 1537,-3 26 0,1-21 0,2-18 0</inkml:trace>
  <inkml:trace contextRef="#ctx0" brushRef="#br0" timeOffset="58975">9798 7154 19284,'-14'-57'834,"0"0"0,4 4 1,8 7-606,24 3-77,13 8-12,10 7-33,6 10-6,4 8-45,4 7-773,1 11 673,0 9-52,-4 12-94,-7 8-40,-11 9 95,-15 6 91,-20 2 16,-19-2 72,-16-5 96,-10-7 342,-1-11-85,4-10 257,5-9-38,6-10-53,6-9-149,6-5 267,5-3-485,6-1-89,5 1-56,9 1-23,9 2-23,11 4-5,9 5 17,8 7-28,8 7-17,5 9-134,-29-6 1,-1 1 77,23 16 11,-14 3 50,-16 0 18,-20 2-1,-20 0-22,-18 0-78,-16-3-46,23-17 1,-3-2-227,1-3 0,0-1-1734,-29 1 2112,4-11 0,27 0 0,7-4 0</inkml:trace>
  <inkml:trace contextRef="#ctx0" brushRef="#br0" timeOffset="59193">11089 7438 24542,'-14'56'-151,"0"-1"1,-1 2 0,1-9 0,0-15-1,1-3 1</inkml:trace>
  <inkml:trace contextRef="#ctx0" brushRef="#br0" timeOffset="60893">13139 7561 24402,'-4'8'-403,"-5"10"-2258,-11 36-7170,-2-3 7629,0-5 0,10-21 0,9-19 1</inkml:trace>
  <inkml:trace contextRef="#ctx0" brushRef="#br0" timeOffset="61343">13627 7158 20347,'0'-8'2896,"1"2"-1592,-1 6-525,17-63-403,-11 45-337,3-19 0,-1 11-61,-8 37 50,-3 2 11,-7 28-6,-7 5-11,6-15 1,-1 3-29,-1 9 1,1 2-1,4-8 1,2 0-1,1-2 1,4-2-18,13 17-5,9-21 45,25-4 5,1-22 6,14-20-392,-33-1 0,-2-2 420,17-18 11,-17 10 1,-1-1 117,13-21 16,-11 15 1,0 0-12,-7 9 1,-1 1 178,16-19-257,-20 27 0,-7 9-78,-6 11 27,1 21-55,-2-1-6,0 12 0,-2 4-11,-2 4-37,-1 2 1,-2 4-63,0-13 1,0 2-1562,1 2 0,0 4 0,1-2 1130,-1 7 1,1-2-1,2-3 1,0-6-1,2-6 1</inkml:trace>
  <inkml:trace contextRef="#ctx0" brushRef="#br0" timeOffset="61777">14670 7676 25909,'6'-3'-869,"-8"17"-568,-9 15 1,-3 7 1436,0-5 0,1-1 0,-5 11 0,8-18 0</inkml:trace>
  <inkml:trace contextRef="#ctx0" brushRef="#br0" timeOffset="62616">15793 7044 16084,'1'-4'4907,"0"0"-2056,-1 4-2672,-1-28-39,-3 21-39,-6-20-45,-10 29-23,-12 1 29,-10 2 11,-6 0 11,1-3-34,5-1 1,9-1-23,10 2-23,8-1 23,7 4-22,3 5 11,1 6 27,1 7-4,0 7 16,1 4-12,-1 4 12,0 1 17,-1-1 6,0-2 16,0-5-17,0-4 7,2-7 4,-1-6 147,2-7 665,0-5-738,3-13-79,2-4-34,7-13-5,7-1-23,5 2-16,8 4 5,3 7-17,3 7 1,2 7-18,-1 11 1,0 10-12,-4 12 1,-3 8 16,-9 7-11,-10 3-17,-17 3-386,-16-1 282,2-25 1,-3-2-180,-4 0 1,-1-2-343,-2-2 1,0-2-3084,-27 7 3753,15-12 0,18-9 0,12-4 0</inkml:trace>
  <inkml:trace contextRef="#ctx0" brushRef="#br0" timeOffset="62827">16309 7415 22447,'-15'51'-993,"0"0"0,1-3 0,4-8 993,5-12 0,3-11 0,2-8 0</inkml:trace>
  <inkml:trace contextRef="#ctx0" brushRef="#br0" timeOffset="63159">16773 7042 20761,'0'-7'2700,"0"2"-2263,21-26 0,10-5-706,3 9 420,4-13 0,3 4 56,7 19 77,1 9-172,2 5-34,-1 11-33,-4 9 11,-6 15-23,-8 15-13,-20-18 0,-3 4-20,-1 3 0,-3 1-225,-3 2 0,-2 1 194,-3 0 0,-1 1-61,-1-2 0,-1 0-124,0-2 0,0 1-311,1-3 1,2-1-769,0-1 0,2-2 1295,7 29 0,-4-28 0,5-7 0</inkml:trace>
  <inkml:trace contextRef="#ctx0" brushRef="#br0" timeOffset="63359">16883 7291 22750,'47'-20'-423,"1"-1"1,-1 0 0,3 2 0,0 0 0,-6 6 0,13 7-1,-3 2 1</inkml:trace>
  <inkml:trace contextRef="#ctx0" brushRef="#br0" timeOffset="63776">17627 6772 21808,'36'-23'189,"1"0"0,-1 0 1,10-8-1,-2 8 97,17 16-158,-26 5 102,7 3-6,-11 5 84,11 10-235,-15 0 145,5 30-156,-22-19 39,3 34 5,-10-9-67,-1-17 0,-1 2 0,0 9 1,1 1-939,1-6 1,0-1 906,0-2 0,0-1-2,4-2 0,0-2-66,5 18 65,-4-19 1,-2 0-17,0 2 0,-4 0-68,-10 20-173,-20 2-364,-7-23-961,3-15 1,-3-2 907,-21 3 0,8-4 1,18-8-1</inkml:trace>
  <inkml:trace contextRef="#ctx0" brushRef="#br0" timeOffset="66425">5016 9939 5739,'0'0'0</inkml:trace>
  <inkml:trace contextRef="#ctx0" brushRef="#br0" timeOffset="67042">4946 10016 20767,'48'-22'-223,"0"0"0,0 0 0,-1 2 0,0 0 0,-1 5 49,14 3 1,-2 4-602,-5 1 0,-4 2 302,-11 1 0,-5 4 116,5 13 469,-30-1 129,-34 21 117,-25 0-508,14-11 1,-4 0 454,-4 2 1,-3 0 181,-8 5 0,1-2-322,18-8 1,2-1 74,-6 4 1,5-2-129,10-5-156,6 0 829,28-10-634,22-7-173,10-4-32,-3-3 1,3-2-446,0-1 0,2-1 499,10-4 0,3-2 34,6-3 0,-4-1 5,-18 7 0,-3 1 101,4-6 0,-7 0 1244,-12-5-974,-7-10-7,-21 0 50,-13 1 387,-13-4-268,4 10-315,4 6 158,12 10 871,10 8-1269,0 1-376,2 3 219,6 6 157,2 2-12,15 16-27,9 8-99,-6-1 1,0 3-104,-4-3 0,-1 2-1016,1 8 1,-3 0 359,-2 16-2136,-12-20 0,-4 0 2301,-7 12 1,5-16-1,-1-21 1</inkml:trace>
  <inkml:trace contextRef="#ctx0" brushRef="#br0" timeOffset="67658">7069 9733 23831,'-14'-30'173,"-11"5"-117,-23 31-39,-11 1-434,21-2 1,-2 2 410,6-2 1,2 0 288,-16 3-261,5-2 145,21-4-167,4 0-96,10-1-88,7-1 556,1 1-389,0 6 40,1 4-7,0 3 52,0 23 32,-5 1-52,0-5 0,-1 1-564,-6 19 558,1-16 0,-1 2-37,0 2 1,1 2-6,0-1 0,2 2 0,0 4 0,3-2 11,7-10 1,3-3 5,5 15-1,8-17 1,6-4 6,20 4-40,-9-10 0,3-3-92,-1-7 0,2-4-331,3-2 0,0-1-249,-7-3 0,0-1 689,15-4 0,-4-1 0,-12 1 0,15-5 0</inkml:trace>
  <inkml:trace contextRef="#ctx0" brushRef="#br0" timeOffset="68368">8266 9968 24592,'-10'6'381,"-4"0"-297,-7-5 0,-7 0 11,-2 0 96,1-2 33,8-4-56,6-6-101,7-8-39,5-11-5,7-9-23,6-4 17,10 3 5,5 9-11,1 11-22,-2 9-23,0 7 1,1 10-23,1 10 0,-1 14 11,-3 12 17,-9 11 22,-12-22 1,-4 2-309,-5 3 0,-5-1 316,-6 5 1,-5 0-550,-7 2 1,-5 0 535,-5 0-1,-2-1 15,-3-2 0,-1-3 39,2-5 0,1-4-124,7-6 1,1-4 293,-18 1-32,19-20-57,16-14 458,11-2-514,16-21-55,10 11-68,19-11-23,14 13 442,-20 16 0,3 2-467,3 2 1,2 3-200,2 1 1,1 2-38,0 4 1,0 1-322,-2 2 1,0 2-906,-1 2 1,0 1 1565,2 1 0,-3 0 0,5 1 0,-5-2 0</inkml:trace>
  <inkml:trace contextRef="#ctx0" brushRef="#br0" timeOffset="68541">8906 10269 20341,'0'-3'5148,"0"0"-4123,0 3-1048,0-28 29,0 38-152,0-9-660,-2 53-1427,0-21 1,-1 1 2232,-3 29 0,1-22 0,2-18 0</inkml:trace>
  <inkml:trace contextRef="#ctx0" brushRef="#br0" timeOffset="69741">10994 10312 8601,'0'-3'5691,"0"0"-1351,0 3-2698,19-34-718,-14 25-297,15-26-403,-20 35 583,1 0-740,-1 4 113,-2 3-63,1 2 46,-2 9-63,-1 0-44,1 15-95,0-4-179,0 8-706,0-6-214,-2-7 1138,-5 7 0,6-21 0,-3 5 0</inkml:trace>
  <inkml:trace contextRef="#ctx0" brushRef="#br0" timeOffset="70317">11509 9916 18358,'-3'-5'3445,"1"1"-2935,2 4 140,6-79-426,15 46-296,-6-15 1,4 3 256,30 22 11,1 7-96,-13 6 146,1 6-117,-4 5-84,1 8-23,1 7-27,-10 11-12,-7 0-5,-1 14-46,-12 9 12,-6 2 328,-6-2-216,-21 2 0,2-21-5,-5 5 94,-3-12 96,8-12 297,-13-2-146,12-10-50,2-7-219,15-4 96,8-9-147,13 6-27,10-7-17,15 8-17,9 3-5,-7 7 0,21 9-6,-16 7-174,-13-2 1,1 2 167,19 18-22,-8 4 0,-13-5-73,-11 12 23,-23-12-96,-14 13-162,-20-11-370,-13-4-1220,-8-8-7905,2-8 8514,18-8 0,14-4 1,19 0-1</inkml:trace>
  <inkml:trace contextRef="#ctx0" brushRef="#br0" timeOffset="70525">12771 10142 17809,'1'4'4038,"-1"0"-3572,0-4-477,-9 67-1026,-2-31-3879,0 10 1,-1-1 3324,-2-16 1,3-10 0,8-14-1</inkml:trace>
  <inkml:trace contextRef="#ctx0" brushRef="#br0" timeOffset="71201">13717 9957 18546,'7'-45'1347,"-1"-1"0,1 0 0,2-15 0,-3 6-524,-5-3-146,-3 19-392,0 17-182,0 13-19,-1 19 42,-2 17-30,-3 21-60,2-15 0,0 3-379,-2 5 1,-1 2 325,-1 3 0,-1 1 0,1 0 1,1 0-230,1-3 1,2-1 256,3-5 1,3-1-1,11 21 22,11-19 12,10-17-11,8-21 61,7-19-25,-19 2 0,0-4 81,2-5 0,0-3-59,2-3 1,0-2 10,-1-1 1,-1 1-3,-3 2 0,-2 2 611,15-18-499,-14 18-107,-14 15-106,-7 9 28,-5 13 0,0 9 565,-1 16-627,-1 12 0,-3 10-94,-1 6-88,3-28 0,-1-1-370,1 1 0,0 0-372,0 0 0,2-1-4144,3 26 5102,5-13 0,-1-19 0,0-14 0</inkml:trace>
  <inkml:trace contextRef="#ctx0" brushRef="#br0" timeOffset="71384">14910 10060 18134,'3'-5'5837,"-1"2"-4706,-2 3-1277,-22 16-386,16 7-1109,-13 18 1641,31 3 0,-6-20 0,6-4 0</inkml:trace>
  <inkml:trace contextRef="#ctx0" brushRef="#br0" timeOffset="72034">15981 9625 22940,'9'-51'711,"0"0"0,0 5 1,-4 10-488,-5 21-163,-5 8-66,-1 3 22,-39 11-15,-2 10 1,-4 4-596,5-5 0,-2 2 606,8-1 0,-2 3 0,5-2-2,6-1 1,2 0-279,-18 18 284,21-14 39,6 5-17,15-12 56,2 4 23,2-1 965,1 8-1021,0-8 761,-1 8-711,-1-8-16,0 4-18,-2-1 0,-1 1 6,-3 2 45,-6 2 0,-4 3 0,-7-1 16,-2-3 46,0-5-118,10-9 123,6-4-6,10-6-106,6-6-67,5-6 11,11-11 22,22-11-39,-10 10 17,22-9 0,-20 17-22,8-1-6,-3 6-34,10 6 23,-16 5-17,14 9 23,-19 9-12,5 13-6,-7 10 7,-10 17-1,-11-16-39,-15 17-23,-11-23-16,-14 7-424,-11-6 138,-6-7-459,-2-10-1434,6-9 2274,14-15 0,16 2 0,10-5 0</inkml:trace>
  <inkml:trace contextRef="#ctx0" brushRef="#br0" timeOffset="72225">16455 9940 24699,'-22'59'-1072,"0"0"0,5-8 0,2-6 1072,2 0 0,9-24 0,4-10 0</inkml:trace>
  <inkml:trace contextRef="#ctx0" brushRef="#br0" timeOffset="72967">17078 9603 22963,'27'-52'804,"0"1"1,0 4-1,1 8-484,19 11-113,9 11-762,6 10 597,-29 9 0,0 5 8,0 3 1,-1 6-7,0 6 1,-3 6-31,-1 4 0,-3 5-25,-3 3 0,-5 2-79,-3 1 1,-5 1-419,-4-1 1,-5 1 41,-5-2 1,-4-1-487,-1-1 0,-3-1-1415,-2-1 1,0-3 2366,-10 22 0,10-25 0,8-15 0</inkml:trace>
  <inkml:trace contextRef="#ctx0" brushRef="#br0" timeOffset="73134">17289 9917 21198,'-14'-43'633,"0"0"0,6 3 0,9 7-773,36 10-149,-5 12 1,4 2-1174,8 0 0,4 2-110,7 0 1,1 1-3345,2 0 1,-2 2 3791,-13 0 0,-4 1 0,14-1 0,-39 3 0</inkml:trace>
  <inkml:trace contextRef="#ctx0" brushRef="#br0" timeOffset="73517">18097 9219 23090,'40'-19'171,"-1"-1"0,1 1 0,15-8 0,-4 7-65,-18 16 0,-3 4 130,29-2-74,-6 3-22,-7 7 250,-7 7-239,-9 12-16,-8 12-34,-8 13-320,-10-20 0,-1 1 266,-2 3 1,0 2-6,0 3 0,-1 0-14,0 3 0,0 1-12,0 2 1,1 0-293,2 1 0,0-1 284,1 1 1,2 0-18,1-1 1,0 0-1,0-2 1,-2-1-1,0-2 1,-5-2-138,-4-2 1,-5-2 58,-6-3 0,-5-3-132,-7-3 0,-4-2-904,-6-4 0,-2-2 1123,-10-3 0,3-4 0,-7 3 0,4-8 0</inkml:trace>
  <inkml:trace contextRef="#ctx0" brushRef="#br2" timeOffset="80668">11740 7177 16650,'-1'-3'4783,"-1"1"-3847,2 2-510,18-74-4348,13 35 3964,-15-4 0,3 3 129,10 20 0,2 7-126,-3 5 16,25-3-22,-19 14-16,8 8-34,4 23-6,-14 4 3050,-7 5-3061,-17 1 22,-15-7 23,-8 8 5,-14-2 45,-10-1 68,4-10 1050,4-9-821,9-12 319,7-12-470,3-1 320,1-12-315,9 1-151,0-4 34,7 3-50,5 3-18,7 1-16,17 7-11,3 12-6,3 2 5,6 14 12,8 9-17,-27-16 0,0 0-11,2 4 0,-3 0-6,1 13 0,-18-9-56,-27 4-117,-24-5-1037,-1-8 0,-4-2 1227,8-4 0,2-1 0,1-1 0,3-3 0,6-2 0</inkml:trace>
  <inkml:trace contextRef="#ctx0" brushRef="#br2" timeOffset="81684">9652 10115 12533,'-4'-5'7086,"1"1"-6395,-1-24 1,6-8 8,18-2-521,-7-7 0,4-1-395,10 21 0,4 4 280,1 0 1,1 2-29,0 3 1,0 2-6,-1 3 0,-1 3-67,26-1 25,-7 13 5,-7 9-5,-10 11 17,-9 9-1,-11 5 18,-14 7 16,-6-9 22,-9-8 1,-3-1 56,-14 7-9,8-10 0,0-1 210,-15 3 688,9-10-386,10-8 129,10-5-391,8-3-23,2 0-319,19 1-34,2 5 6,22 7-6,2 11 17,5 6-11,1 6-17,-5 0 22,-12 0 17,-17-2-22,-24-2-101,-25-2-194,5-15 1,-5-2-2273,-8-1 0,-2-1 2578,1-2 0,3-1 0,-15 0 0,23-3 0</inkml:trace>
  <inkml:trace contextRef="#ctx0" brushRef="#br2" timeOffset="83108">3119 8001 8354,'0'5'4762,"0"-2"-2685,0-3-262,-11-66-515,5 23-1093,-2-5 0,1-1 477,4-3-31,1 11-451,3 15-124,0 16 90,2 23-11,2 17-28,0 24-99,-3-20 1,0 1 33,0 5 0,0 0-58,0 0 0,1-1-6,2-2 0,2-1 11,2-5 0,3-2 62,23 15 100,11-18 57,15-23-132,-23-12 0,2-6-14,8-6 0,2-6-571,-12 6 1,0-3 0,1-1 516,2-2 0,0-2 0,-1 0-6,1-2 0,-1 0 1,-1-1-18,-2 1 1,0-1-1,-2 1-18,13-12 0,-3 2-276,-6 6 1,-4 2-126,-7 9 0,-2 3-3139,4-4 3551,-16 20 0,-11 5 0,-3 4 0</inkml:trace>
  <inkml:trace contextRef="#ctx0" brushRef="#br2" timeOffset="83534">2972 10852 14703,'-2'-51'1038,"1"0"1,-1 0-1,2 5 1,0 1-1,2 5-473,3 5 1,1 5 414,5-11-857,-5 21-18,-5 23-21,-1 21-5,-1 21-49,-1-14 1,-1 2-17,0 4 0,0 0-11,0 1 0,1 0-6,3-3 0,1-1 14,13 23 57,15-18 72,14-19 22,16-27-106,-23-5 0,0-4-595,9-10 1,1-3 521,-11 6 0,1-1 0,1-1-763,4-3 1,1 1 0,1-1-1163,4-2 0,0 0 1,0 1 1598,-5 2 1,-1 2 0,-3 1 0,3-1-1,-5 3 1,6-4 0</inkml:trace>
  <inkml:trace contextRef="#ctx0" brushRef="#br2" timeOffset="91199">13276 3936 21685,'0'-41'500,"0"1"1,2 0 0,-4 16-513,-1 27 85,-1 11-17,-2 12-39,2 11 33,3 3 68,10-3 95,6-7 145,9-10 57,5-10-74,6-14-128,8-13-95,6-16-398,-22 11 0,0-1 322,2-3 0,-1-1-14,2-2 1,-1-1-13,0 0 1,1 0-6,0-1 1,-1 1-4,-7 7 0,1 1-115,7-7 0,0 3 51,5 0-253,12-3-536,-23 22-483,-12 18-1545,-19 15 2873,-19 22 0,8-20 0,-5 2 0</inkml:trace>
  <inkml:trace contextRef="#ctx0" brushRef="#br2" timeOffset="91792">11397 3996 19288,'-11'9'891,"5"6"-667,13 16 95,8-2 168,7-7 168,3-8 63,5-7-186,3-15-230,10-12-27,4-16-377,-21 15 0,0-2 211,-1-4 1,-1 0-32,-1 1 1,-1-1-32,-2 0 1,-2 1 2,14-18-61,-10 10-342,-6 12-996,-6 11-7132,-3 18 8481,-4 7 0,-1-1 0,-2-3 0</inkml:trace>
  <inkml:trace contextRef="#ctx0" brushRef="#br2" timeOffset="99608">12093 7946 13911,'-46'11'2014,"0"1"1,6-2 0,7-3-1444,17-4-241,21-4-235,6-1 23,28-3-62,10-3-31,-14 3 0,2 1-3,12-2 1,0 1-297,-9 1 1,-2 0 287,3 1 0,-3-1 14,-3 2 225,-13 0-91,-16 1-72,-10 1-79,-24-1 11,-13 1-5,-9 0-191,18 1 1,0 1 212,-26 0-11,15 1 0,2 0 11,-14 0 3,20 0 0,5-1-64,11-1 378,-2 1-367,22 0 61,11 1 1,16 0-32,3-2 1,3-1-9,18-1 0,-6-1 0,1-1-3,-14-1 1,1 0-1,12-1 1,0 1-37,-13 0 0,-1 1-95,20-2-359,-35 3-470,-17 3-6083,-22 5 7035,-6 1 0,11-2 0,9-3 0</inkml:trace>
  <inkml:trace contextRef="#ctx0" brushRef="#br2" timeOffset="100292">10590 8017 14997,'-46'1'875,"0"1"1,5-1 0,11-1-220,25-1-695,14-1 335,12-1-263,19-1-19,-6 1 0,2 0 9,27-1 102,0 0-119,-16 4 145,-28-1 436,-1 1-464,-28 1-78,-18 3-28,-5-1 11,-28 4 22,2-1-31,21-3 1,-1 0 22,-6 1 0,2-2 14,-14 2 76,15-2 0,4 0-20,8-1 134,-17 2-50,30-3-196,4 0 11,11 0 34,30-4-40,-4 1-5,38-7 6,-3 4-6,-22 2 0,2 1-3,3 0 0,-2 1-507,13 0 510,-11 3 34,-32 2-12,-26 4-16,-17 6-3,-5-2 0,-5-1 5,1 1 0,0-1-2,-2 0 0,0 0 30,1-1 0,2-1 71,-16 2-15,22-3 1,1-1 47,-6 0 398,12-2-494,25-4-27,9-2 22,16-5-44,32-10 24,-22 7 1,3-1-338,11-3 0,2 0 332,-3 1 0,-2 1-9,-8 3 1,-1 0-37,5 0 0,-2 2-865,6 1 896,-5 5 0,-21 1 0,-14 5 0</inkml:trace>
  <inkml:trace contextRef="#ctx0" brushRef="#br2" timeOffset="105560">9972 10917 16891,'17'18'879,"0"-3"-717,-6-7 359,-3-1 146,-11 3-263,-15 3-85,-17 3 95,-16 2-196,-8 0 297,-1-1-11,10-4-117,11-3-213,16-5-141,13-2 18,13-2 49,14-6-49,19-3-46,21-8-269,-22 6 1,3 0 251,2-2 1,1 0-26,-1 0 1,0 0-34,-5 2 0,-1-1-92,18-5 326,-19 5-394,-18 6-5,-21 3 201,-18 3 85,-22 4-1,13-1 0,-1 0-415,-6 3 1,-1 1 465,-4 1 0,-1 0 19,1 1 1,-1 0 238,5 0 0,0-1-253,3 0 0,4 0-83,-5 1-46,12-3 74,30-6 50,19-4-57,23-8-69,-9 3 0,4-2-321,19-7 1,2 1 306,-16 4 0,-1 1-56,19-5 0,-3 2-162,-27 8 0,-3 1 4,33-5 124,-29 7 258,-45 12-73,-10-1 25,-10 2 1,-5 2 24,2-2 1,-1 0 226,-12 3 0,-2 1-218,-2 0 0,0 0 81,-8 2 0,3-1-123,19-4 0,1-1 41,-5 1 1,5-1 285,13-4-389,5-1-11,18-4-23,21-5-1621,12-4 1,6-1 1643,-5 0 0,0 1 0,3-2 0,-3 2 0,0-1 0</inkml:trace>
  <inkml:trace contextRef="#ctx0" brushRef="#br2" timeOffset="106450">11910 10836 22783,'34'-11'-117,"11"-1"58,-11 5 0,2 1-3,0 1 1,-1 0-79,25-2 0,-21 4 27,-23 1 52,-28 5 72,-24 5 28,6-2 0,-3 1-372,-6 1 0,-1 0 369,6-1 1,0 0 44,-6 1 0,1 0-90,6 0 1,1 0 120,-26 8-101,9-1-56,31-6 34,10-4 56,16 0 740,3-2-746,41-1-61,2-8-568,-9 1 0,0-1 593,-12 0 0,1-1-1,15-2 1,-2 0 3,-3 1 47,-7 1 0,-4 1 9,-20 4-68,-16-2 12,-39 8 16,8 0 1,-4 0 38,-8 4 1,-1 0-258,-3 1 1,0 1 332,4-1 0,2 1-20,9-2 1,3-1 1391,-7 3-1347,24-5 90,29-6-84,28-7-143,-4 0 1,4 0-721,12-4 0,5 0 153,-15 3 1,1 0 0,-1 0-2280,11-2 1,-1 1 2820,5 0 0,-9 1 0,-25 6 0,-6 0 0</inkml:trace>
  <inkml:trace contextRef="#ctx0" brushRef="#br2" timeOffset="119966">19790 9607 16891,'-5'0'913,"2"0"-387,3 0-285,102-39-219,-51 25-544,-3-1 1,10-3 0,-6 4 523,-9 8 1,-2 3-45,7-1 0,0 0 91,-11 1 0,-4 3-200,7 7 145,-45 10 29,-40 13 13,5-11 1,-7 1-660,-8 2 0,-3 1 692,16-7 0,0 0 0,1 0 105,-18 6 0,2 1 257,10-2 1,4-1-345,12-3 0,5-1 105,0 10 71,31-7 0,27-9-139,31-6-320,-21-6 1,3-3 229,6 0 0,1-3 334,3-2 1,-1-2-333,-4-1 1,-1-3 35,-6 1 1,-4-4 22,-9 1 1,-4-3 604,4-22-504,-25-3 56,-22-1 174,-16-1-110,11 25 1,-1 0 131,-5-2 0,0 2 34,-12-12-280,7 7 629,20 13-714,10 10 703,6 1-798,12 11 18,22 23-40,-6 0-200,-6-1 0,-2 5 189,0 23-3,-11-20 0,-4 3-31,-5 2 1,-5-1-113,-5 3 0,-4-2-336,-4 1 0,-2 0-1540,-1-2 0,-1-2 2033,4-6 0,1-3 0,-3 6 0,10-18 0</inkml:trace>
  <inkml:trace contextRef="#ctx0" brushRef="#br2" timeOffset="120559">20904 9835 12888,'21'-46'1671,"-1"0"1,1 0-1,-1-2 1,0 1-1,-4 4-1047,-5 6 1,-4 3-203,2 0 1,-3 4-137,-2 3 479,-3 14-709,-4 12 203,-7 21-175,-3 11-6,-4 24-38,7-9 16,4 15-34,10-12-8,5-14 0,4 0 54,19 18-143,-8-26 1,3-5 169,28 1-22,-10-12 95,12-13 67,-6-22-145,-10 3 16,-13-6 1,-5-4 5,-4-10-68,2-10 296,-11-7-312,-7 22-11,0-6-1,-9 14-66,1 19-6,-3-1 117,-2 15-1955,0 19-3253,3 7 5147,2 8 0,5-17 0,3-10 0</inkml:trace>
  <inkml:trace contextRef="#ctx0" brushRef="#br2" timeOffset="121249">21697 9621 20548,'2'-6'1924,"5"-25"0,3-4-1313,0 6-533,0-6 0,1 2 96,4 14-84,4 17-51,3 12 23,3 17-40,-9 5 12,-9 0 0,-3 2-18,-6 16-133,-1-13 0,-2 0 139,-12 18-27,-2-7 10,5-16 102,2-6 201,8-18 16,1-5-234,8-18-12,6-13 6,10-14-22,8-9 5,6-1-31,4 3 4,-2 9-24,-5 11-32,-8 13 27,-6 11-39,-3 13 5,2 11 29,2 11-12,1 7 23,2 4-22,-6-7 281,7 12-264,-8-20-18,5 7 56,-6-20 57,0-8-68,-2-9 34,8-12 5,11-20-22,2-8-334,-13 14 1,0-2 319,-4 1 0,-2-1 8,0-2 1,-2 1 11,7-21 64,-9 21 0,-1 3 53,-2-1-45,3-4-83,-9 24-74,0 6 18,-1 7 621,0 7-605,4 10-5,3 15-23,5 14 17,4 10-11,-4-8 2,0-12 1,2 1 31,11 14-271,-6-16 1,0 1 238,-2-10 1,-1-1-76,7 22-5,-10-15-488,-23 6-207,-9-20-544,-13 2-1489,2-16 2817,7-19 0,11 7 0,6-7 0</inkml:trace>
  <inkml:trace contextRef="#ctx0" brushRef="#br2" timeOffset="121493">22888 9190 24419,'20'-39'434,"-1"1"0,13-14-299,-29 74-40,2 22-62,-2-11 1,1 2-490,1 7 0,0 3 470,0 5 0,0 1-352,0 1 0,-1 0 321,-1 0 0,0-2-75,-1-2 0,-2-2-488,0-2 1,-1-1-343,-2-3 1,0-1-1759,-1-5 0,0-2 2680,-4 14 0,3-21 0,3-15 0</inkml:trace>
  <inkml:trace contextRef="#ctx0" brushRef="#br2" timeOffset="122026">22909 9655 23668,'16'-37'-64,"1"1"1,4 4 0,6 9-19,14 21 1,5 8-767,-1-3 0,0-1 811,-1 0 1,-1-1 28,-5-1 0,-2-1 526,22-6-395,-20-3 334,-16-5-261,-13-1 17,-10-1 45,-7-1 838,-7 3-805,-6 4-90,-5 5-105,-5 12-24,1 10-44,3 16-28,9 8 12,7 5-1,15-1 28,12-3-17,11-6 1,7-9 55,1-10 29,-2-9 16,-2-15-16,-3-11 38,-2-13 91,-4-10 44,-3-6 22,-4-2 17,-3 4 6,-3 11-84,-5 13-174,-2 11-50,-3 10-6,-4 10-5,-4 12 10,-5 14 1,-2 9-11,5 6-101,4 2-292,6 1-722,9-3-1333,5-3-5988,8-8 7582,-1-11 0,-7-13 0,-6-9 0</inkml:trace>
  <inkml:trace contextRef="#ctx0" brushRef="#br2" timeOffset="122483">23788 9547 18280,'6'-57'2165,"0"0"1,-1 7 0,0 3-1365,5-15-291,-2 21-236,-3 18-223,-2 12-85,0 14 57,2 15-7,3 20-4,3 21-4,-6-21 0,-1 2-383,0 5 1,-1 1 391,-1 2 0,-1 1-9,0-3 0,-2 0-11,0-4 1,0-1 2,-1-7 0,0-1-23,-3 16 74,1-18 162,0-17-12,3-14-117,2-16 733,3-13-778,4-15-11,6-7 11,3-1 6,6 4-45,4 9 6,2 10 5,2 13-17,3 8 23,4 14 0,5 10-28,4 14 11,-1 8 5,-7 8-38,-11 2-7,-11 0 35,-15-4 22,-21-8-17,-21-10-9,1-17 1,-2-5-59,-19-2-350,14-7 0,2-4-423,-8-14-404,23 6 1,2-3 1243,-8-25 0,17 20 0,13 0 0</inkml:trace>
  <inkml:trace contextRef="#ctx0" brushRef="#br2" timeOffset="123193">24426 9944 26743,'27'-38'50,"0"-1"1,0 1-1,-2 0 1,0 0-1,-2 0-22,-3-2 0,-2-1 0,-2 1-2421,8-20 1,-3 1 2392,-7 19 0,0-1 0,-2 1-3,5-19 0,-3 4 431,-7 17 0,-1 1-414,0-3 0,-3 0 857,-18-18-815,-3 27-45,-7 13 11,3 22-5,7 18 2668,0 22-2677,8 2 1,4 5-7,2 1 1,1 2-337,2-7 1,0 2 0,0-3 333,2 5 0,0-3-17,2 11 0,2-2-62,-2-13 1,2-1-704,7 17 1,4-1 156,-2-15 0,2-3-170,5 0 0,1-6-17,10-6-432,6-19 768,1-37 711,-3-9 6,-3-11 423,-20 13 0,-3 1-76,-2-2 1887,8-22-1579,-14 32 503,0 1-1108,-6 11-291,0 8-17,0 8 23,1 2 16,7 10 29,20 4 16,9-1-11,19-1 17,-5-10-28,-10-7 100,-1-16-78,-22-7-39,0-16 12,-20-2 21,-10 0-27,-5 10 61,-13-1 67,-3 14 34,-8 2-22,-9 15-129,10 14-28,5 6-6,9 16-6,13 18-16,7 8-332,11-22 1,5 1 81,5-3 1,6 0-737,6 1 0,3-2-1007,-4-6 0,2-1 2004,4 0 0,-3-4 0,-4-4 0,-1-4 0</inkml:trace>
  <inkml:trace contextRef="#ctx0" brushRef="#br2" timeOffset="123800">26738 9388 21838,'-23'-53'911,"0"1"0,3 5 0,-1 9-637,0 17-57,1 11-200,0 10 78,-1 14-73,-1 13 23,1 16-28,6 9-23,7 10-244,11-29 1,4 1 243,4 2 1,4-1 8,6-1 0,5 0 5,4-2 0,2-1-5,1-1 0,1-3-6,-3-2 0,-1-1 76,13 18-45,-21-10 6,-29-10-12,-24-10 1,-26-8-7,21-7 1,-1-2-227,-3-2 0,0-2 204,3-4 1,1-2-43,6-1 1,3-3 28,-8-21-2008,23-2 2027,30 3 0,-7 17 0,9 7 0</inkml:trace>
  <inkml:trace contextRef="#ctx0" brushRef="#br2" timeOffset="124176">27286 9490 20005,'0'-3'4106,"0"1"-3289,0 2-351,-66-10-226,28 16-190,-7-4 1,1 3-6,9 24-28,14 7 0,18 1 11,20 2 0,20-4 28,16-2-31,-22-18 0,0-3 3,1-1 0,1-3 56,26 2 45,-12-10 16,-12-13-38,-16-9 5,-11-11 17,-16-5 5,-9-4-11,-12 2-28,-5 2-67,2 9-16,4 10-24,7 9-94,4 10-370,4 11-1149,5 11-3561,6 8 5186,8-1 0,-1-11 0,1-7 0</inkml:trace>
  <inkml:trace contextRef="#ctx0" brushRef="#br2" timeOffset="124516">27549 9487 23198,'-1'-6'2873,"0"0"-2598,1 6-225,0 0-56,77-18-690,-37 43 699,10-17 0,-1 5 2,-28 18 1,-8 6-3,-1-3 0,-3-1 190,-2 28-182,-17-10-28,-11-12 45,-6-14 67,0-13 68,4-13-23,8-16 475,7-14-526,8-16-55,13-9-34,10-3-317,11 7 172,10 12-258,3 18-555,5 14-762,-1 18-1601,-1 10 2496,-2 12 0,-23-13 1,-5-1-1</inkml:trace>
  <inkml:trace contextRef="#ctx0" brushRef="#br2" timeOffset="124850">28228 9817 25945,'33'-45'96,"0"1"1,0 0-1,-1 1 1,-1 0-1,-4 3-65,-3-1 0,-2 0-530,1-5 1,-1-1 526,-1-2 0,-3 0 0,-1 2 0,-3 1 151,-4 5 0,-2 2-129,-1-23 446,-13 20-496,-6 16 286,-8 14-269,-4 16 906,-5 15-935,-3 19 12,15-11 0,2 3-202,0 7 0,2 2 188,2 6 0,4 3 2,5-5 1,1 3 0,2-3 2,1 3 1,2 0-323,4-2 0,2 2 0,2-4 286,6-1 0,3-2-106,6 11 0,3-1-236,0-5 1,3-3-1227,3 0 0,0-4 5,-12-14 1,-1-2 1607,26 14 0,-37-29 0,-1-2 0</inkml:trace>
  <inkml:trace contextRef="#ctx0" brushRef="#br2" timeOffset="125017">28373 9538 21226,'-44'-26'1342,"0"1"0,3 1 1,18 4-1265,53 11-58,-1 4 0,8 1-11,10 2 1,7 0-1,0 1-1079,-1 0 1,-1 1-1,2 0 920,2 0 1,0 0 0,-1 1-1586,-5 0 1,-2 0 0,-4 1 1342,-4-2 0,-4 1 0,26 0 1,-35-1-1</inkml:trace>
  <inkml:trace contextRef="#ctx0" brushRef="#br2" timeOffset="131126">19026 6915 20761,'-50'-10'1165,"0"0"0,5 0 0,14-5-1114,29-8-74,29-7-5,11 8-11,2 7 0,4 3-1136,2 3 0,1 1 1038,14 0 0,4 2-175,-17 5 0,1 1 0,-3 2-167,5 4 0,-5 1 249,-3 0 1,-10 4 303,-23 21-298,-45-1 238,4-9 0,-7 0-226,-1-3 0,-6 0 0,2 0 447,-17 5 0,2-1-87,1-2 1,2 0 179,11-6 0,5 0 215,-3 0-252,3 1 858,24-8-981,27-7-101,10-4-45,9-3 1,5-2-34,6-2 0,3-2 65,-5 2 0,1-2 0,1 0-60,2-1 0,0 0 1,-1-2 8,1-2 1,0-2 0,-4 0 27,5-5 0,-6 0-6,-6 2 0,-7-2 93,-10-18 67,-28 8 89,-11-6 387,-25-2-101,4 13-308,4 5 185,12 11-140,14 8-202,3 2 1209,6 5-1287,5 9-6,5 3 12,10 18-34,12 5-6,-9-12 0,2 4-249,2 12 0,-3 4-1774,-9-2 1,-5 0-417,-2 2 0,-8-1 2456,-13-2 0,-4-5 0,-2-6 0,-3-1 0</inkml:trace>
  <inkml:trace contextRef="#ctx0" brushRef="#br2" timeOffset="139843">20991 6594 22835,'-34'-25'371,"0"-1"0,0 1 0,-12-10 0,5 11-287,7 23 105,5 13-156,4 12 40,2 11-62,5 9-33,8 3 5,15 4 11,16 1-19,-1-26 0,3 0-359,7 0 1,2-2 380,4 1 0,1-1-14,1 0 0,-1 0-55,-4-1 1,-3 1 15,13 19 51,-26-5 5,-34-4 17,-28-9 11,10-14 0,-4-4-178,-5-1 1,-1-3 191,-2-3 0,1-3-9,2-3 1,3-2-26,5-5 1,4-2-244,-11-25-3339,23-11 3574,22 1 0,3 17 0,4 13 0</inkml:trace>
  <inkml:trace contextRef="#ctx0" brushRef="#br2" timeOffset="140076">21681 6295 25483,'3'63'-28,"0"-1"0,0 0 0,1-3-143,2-12 0,0-2-1231,-2 4 0,-2 0-435,0 2 0,-3 0 1199,-1-7 1,-1-3-1,-2 12 1,1-25-1</inkml:trace>
  <inkml:trace contextRef="#ctx0" brushRef="#br2" timeOffset="140593">21533 6954 16219,'-3'-7'6525,"2"1"-5702,1 6-604,-18-62-219,25 39-40,-6-13 1,7 3-112,45 22 50,-17 7 1,3 1-437,4 1 1,2 1 415,1 0 1,0 1-6,6-1 0,-3 0 112,-16 0 0,-2 0 19,7-2 1,-4 0 100,-3-3 163,-1-3 62,-15-2 117,-17 1-292,-6 3 208,-19 0 889,-6 5-895,-13 7-123,-3 4-145,5 8-50,11 4-18,14 3-22,12 0 6,14 0-1,11-3-5,12-5 51,16-7-12,-12-7 62,12-11 61,-19-7 73,5-9 90,-7-3 190,-7-3-364,-8 12 107,-5-1-90,-5 15-84,0 0-56,0 4-11,-6 14-12,1-3-5,-7 22-16,1-1-1,0 14-22,3 5-320,9 12-72,4-20-1636,13 11 2067,5-24 0,-7-8 0,1-6 0</inkml:trace>
  <inkml:trace contextRef="#ctx0" brushRef="#br2" timeOffset="141317">22568 6703 19994,'9'-58'1738,"1"0"0,-1 5 0,-1 5-1345,2-3 200,-1 5-212,-3 23-168,-1 1-235,-2 14 16,0 15 17,-2 5 17,3 25-22,-2 9-23,-1-2 0,0 3-404,-2-3 1,-1 2 414,0 10 1,-1-1-4,-2-7 1,0-3 8,2-10 0,0-1 14,0 8 0,1-3-25,1 2 22,0 5 39,2-31 57,1-11-79,0-8 5,9-24-22,-2 5 6,2-11 0,2-4 50,6-13-428,-4 14 1,1 0 354,6-7-16,8 6 27,-8 19-38,12 2-12,-6 15 17,5 10 22,-12 6-5,12 26 22,-12-3-28,7 19-16,-15-6 27,-10-2 1552,-17-6-1562,-3-13-12,-22-5-101,-17-13-50,-4-6-17,25-7 0,2-3-824,-11-14-223,18-2 1243,12-18 0,12 24 0,2-8 0</inkml:trace>
  <inkml:trace contextRef="#ctx0" brushRef="#br2" timeOffset="142033">23173 7043 24180,'34'-49'94,"0"0"0,-1 0 0,-1 0 0,-2 0 0,-4 1-80,-5-9 0,-4 1-857,1-4 1,-3 0 900,-1 1 1,-1 2 44,-4 6 1,-1 2 502,-3 7 1,-2 2-405,-5-23-12,-5 18 448,-3 17-643,1 16 311,1 20-284,-3 18 12,-7 27-37,6-16 0,0 3 65,-1 8 1,0 3-77,1 8 0,2-1-17,2-10 0,3 2-124,4 0 0,3 4 1,4-4-157,6 3 0,4-1 2,-1-5 1,3 3 0,2-5-409,14 5 1,3-8 186,-7-10 1,2-6-2330,12-2 0,2-9-1321,11-9 3636,-18-7 1,-2-6 1826,11-24 1545,-13-16 634,-12-8-662,-10 1-1024,-10 6-673,-11 11-458,-7 12-298,-7 11-207,1 7 1129,4 6-1275,7 7 263,6 4-251,13 9 0,11 2-29,17 1 18,10-4 21,5-8 35,-5-8 22,-9-13 22,-12-10 22,-13-12 12,-10-5 45,-14-4-1,-9 3 35,-9 6 10,-5 9-72,-2 12-62,2 11-45,2 16-17,3 17-11,5 20-22,13-20 0,2 3-329,2 3 0,3 0 323,5 3 0,5-1-81,5 0 0,6-1-255,8 1 0,5-3-1999,7-1 1,4-3 2351,-2-4 0,-2-3 0,13 7 0,-21-18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1:45:25.87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7615 2693 15603,'-31'-29'1719,"6"5"-1646,27 25 33,2 0 152,10 5-17,8 4-17,16 4-76,-3-5 0,4 1-72,1-2 0,2-1-598,16 0 1,0-1 555,-13-3 0,0-1 3,-3-2 0,3-1 1,0-1-7,-1-1 1,0-1 0,3 0-456,-2 0 1,3-1 0,2 0 0,2-1 440,3-1 1,3-1 0,2 0 0,1-1 0,-2 1-489,-2 0 0,0 0 0,0-1 0,0 1 0,0 0 481,0 0 0,0 0 0,1-1 0,-1 1 0,1 0-251,3-1 1,-1 0 0,1 0-1,1 1 1,1-1 262,-6 1 0,0 1 1,1-1-1,1 1 1,-1-1-1,2 1-129,-7 0 0,0 1 0,0-1 0,1 0 0,0 1 1,1-1-1,1 1 123,-1-1 1,1 1 0,1-1 0,0 1 0,1 0 0,-1-1-1,-1 2 1,0-1-64,1 0 0,-1 1 0,1-1 1,-2 1-1,0 0 0,-2 0 1,0 0 58,10 0 0,-3-1 1,-1 1-1,1 0 0,3-1 1,-11 2 1,2-1 0,2 0-1,-1 1 1,1-1 0,-1 0-1,-2 1 3,1 0 1,-1-1 0,-2 1 0,1 0 0,3 0 0,3-1-30,-5 0 0,3 1 0,3-1 0,0 0 0,2 0 0,1 0 1,-1 0-1,-2 0 0,0 0 3,2 0 1,-2 0 0,0 0 0,0 1 0,0-1 0,1 0 0,0 0 0,2 0-56,-6 1 0,2-1 0,2 1 0,-1-1 0,2 0 0,-2 0 0,0 1 0,-1-1 0,-2 1 1,-3 0-281,7-1 0,-4 0 0,-1 1 0,-1 0 0,0 0 0,0 0 0,1-1 345,3 1 0,2 0 0,1-1 0,-1 1 0,-2 0 0,-6 0 0,-5 0 0,9 0 0,-8 1 0,-1-1 0,1 1 0,-1-1 0,1 1 0</inkml:trace>
  <inkml:trace contextRef="#ctx0" brushRef="#br0" timeOffset="1090">7551 2729 18106,'-2'5'594,"2"9"-392,3 21-34,3 9-11,1 9-68,1 8-53,-4-27 1,0 2-449,1 4 1,-1 1 419,1 4 0,0 2-340,0 3 0,0 1 349,1 4 0,-2 2-1063,1 3 1,-1 0 1053,-1-12 1,1 1 26,-1 1 1,1 5-1,-1-3-521,1 8 0,-1 1 588,1-3 1,-1 5 0,1-1 12,-2-7 1,0 0 0,0 0-2,-1 4 0,1 0 0,-1 0-28,0 3 0,-1 0 0,1 1-56,-1-14 1,0-1 0,0 1 0,0 1-283,-1 1 0,0 0 0,1 0 0,-1 1 259,0 1 0,1 0 0,-1 1 0,0 0-201,0 1 0,0 1 0,-1 0 0,1 0 210,0 1 1,-1 0 0,1 1 0,0 0-13,-1 1 0,0 0 0,0 1 1,0 0-3,0 1 1,-1 0 0,1 0 0,-1 0-1,0 1 1,0 1 0,0-1 0,-1 1 0,1-12 0,1 0 1,-1 1-1,0-1 1,0 1-2,0-1 0,0 1 0,0 0 1,-1 0-1,1 0-60,0 1 1,-1 0-1,1 0 1,0 0 0,-1 0 62,0 1 1,1-1-1,-1 1 1,0 0 0,0 0-8,0 0 1,0 1 0,0-1 0,0 1 0,-1 0 3,1 0 0,-1 0 1,0 0-1,0 0 0,0 0-108,0 1 1,0 0 0,0 0 0,0 0-1,0-1 109,0 1 1,0-1-1,-1 1 1,1-1-1,0 1 2,1-1 1,-1 0 0,0 1-1,1-1 1,-1 0-5,1-1 0,0 1 0,-1-1 0,1 0 1,1 0-48,-1 0 1,1-1 0,-1 1 0,1-1 0,0 0 47,0 0 0,0-1 1,0 0-1,0 0 1,0 0-1,1 0 0,-1 0 0,1 0 1,-1 0-1,1 0-4,0-2 1,-1 1 0,1 0 0,0 0 0,0-1 2,0 13 1,-1 0-1,1 0 1,-1-1 32,1 0 1,0-1 0,0 1 0,0-1-26,0 0 1,0-1 0,0 1 0,0-1 19,0 0 0,0-1 1,0 1-1,1-1 40,0 0 0,-1-1 1,1 0-1,0 0-62,0-1 0,1 0 0,-1-1 0,1 0-35,-1-2 0,1 0 0,0 0 0,1-1-115,0-2 0,0 0 1,1-1-1,1 0-916,0 13 1,2-1-1,0-3 1055,1-9 0,0-2 0,0-5 1,1 2-1,-1-6 0,3 2 0</inkml:trace>
  <inkml:trace contextRef="#ctx0" brushRef="#br0" timeOffset="2800">14644 2120 15463,'-3'0'4602,"0"1"-644,3-1-3978,-35 8 997,33-5-330,-27 5 336,52-7-914,11-1-24,24-4-133,-7-1 0,4 0-722,-4-1 0,2 0 776,-8 0 1,1 1 0,-3-1-146,2 0 1,-1 1-4,10-2 0,0-1-294,-11 1 1,2 0 474,0 0 0,4-1 1,-2 0-115,13-3 1,0 0-385,-14 3 0,1 0 0,-4 0 353,0-1 1,-2 1 170,6-2 0,-1 0-97,-11 1 1,1 0 116,15-3 0,0 0-29,-11 2 1,-1 1 72,2 0 0,-3 1 1289,4 0-1016,-8 1 516,-17 4-890,-2 0-34,-8 3 1240,0 2-1619,-3 1 115,6 6-282,1 4-1,8 14-79,0 1 18,4 10-4,-5-1 206,-5-7 227,0 12 226,-3 10 67,0 7-316,-4-21 1,0 0 270,-1-2 0,0-1 20,5 23 8,-4-21 0,1 3-12,1 4 0,-1 1-24,0-8 0,-1 2 4,1 6 1,2 4-1,-2-3-25,0 0 1,0-1-14,1 9 1,0 2 23,0-1 0,-1-1-370,-2-7 0,-1 2 369,0 1 0,0 5 0,0-1-514,-1-7 1,-1 0 0,1 2 540,-1 8 0,0 2 0,-1-5-22,1 3 0,-2-2 6,1-10 0,0 2 0,-1-2-367,0 12 0,0 1 374,1 1 0,-1 4 1,0-1-18,1-8 1,-1 0 0,0 0-343,0 9 0,0 1 0,1-1 372,-1-9 1,1-2 0,-1 1 25,1 0 1,0 1 0,0 0-10,1 1 0,0 0 0,0 0-17,0 2 1,1-1 0,0 0-5,1 1 1,0 0 0,0 0 1,1 0 1,0 1 0,1-1-1,0 1 1,1-1 0,0-1-23,-2-12 0,0-1 1,1 3 0,0 3 1,1 4 0,0-1-1,-1-2 3,0-1 0,0-2 0,0 2-3,0 2 1,1 4 0,-1 1-1,0-3 6,1 7 1,-1-1 0,-1-1 18,1 2 1,0 0-1,-1-2-15,-1-11 1,0-1 0,0 2 9,-1 4 0,1 4 0,0-1 0,-1-6-24,1 6 1,-1 1 2,0 2 0,1 8 1,0 2-1,-1-7-11,-1-8 0,0-4 0,0 3-390,1 2 1,-1 4-1,0 0 1,0-4 389,0-4 0,-1-4 0,0 3 2,1 2 1,-1 4 0,0 0 0,0-3-3,0 0 0,-1-3 0,1 3-40,-1 2 0,1 3 0,0 0 0,-1-1 38,0 6 0,-1-2 1,1 0 4,-1 1 1,0-1 0,0 0 3,-1 0 1,-1 0-1,1 0 11,-1 0 1,0 1 0,-1-3-16,1-11 1,0-3 0,0 4 18,-1 2 1,0 3-1,0 0 1,0-4 1,-1 0 0,1-4 1,0 4-11,0 1 0,-1 3 0,1 0 0,-1-2 12,1 6 0,0-2 0,0 0 0,0 0 0,0-1 1,1 1-90,0-2 1,0 1 0,1-1 92,-1-1 0,1 0 0,0-1-12,0 0 1,0-1 0,-1 0 5,1 0 0,1-1 1,-2 0 3,1 0 0,-1 1 0,1-3-9,-2 9 1,1 0 17,-2-3 0,0 3 1,0-3-13,-1 2 0,-1 1-12,1-4 0,-1 3 0,0-2 101,1-10 1,-1-1 0,0-1-96,-3 20 1,-2 0 671,0-2 1,-1 0-662,0-1 1,-1-2-3,1-1 0,-2-2-3,1-2 1,0-1-15,1-3 0,0-1 431,1-3 1,0 0-449,1-2 0,1-1-2,1-1 0,0-1-102,2-2 1,0 0-1045,1-2 0,0 0 1154,-3 18 0,4-20 0,2-16 0</inkml:trace>
  <inkml:trace contextRef="#ctx0" brushRef="#br0" timeOffset="4391">7420 12245 12298,'8'-54'2107,"-1"0"1,1 5 0,0 6-1037,6 0-254,-1 12-218,-3 13-324,-5 8-236,-3 7 11,-2 10 118,0 10 79,0 18 39,-4 19-180,1-20 1,-2 2-386,-2 4 0,-1 0 312,-1 2 1,-1 0-15,0 0 1,-1-1-12,0-1 1,0 0 5,1 0 0,0-1-6,1-2 1,0 1-207,1-3 1,1 1 208,2-2 0,0 0-3,2-2 1,0-1 13,2 29 1,7-4-12,4-5 6,7-5 0,6-7 22,5-8 6,10-8 5,11-7 3,-18-10 0,3-1-37,5-2 1,2-1 30,5 0 1,3-1-1,5-1 1,2 0-664,4 0 1,3 0 632,-19-1 0,1 0 0,1 0-4,4 0 0,0 0 0,1 0-4,3-1 0,0 0 1,2 0-559,3 0 0,2 0 0,0 0 550,-14 0 1,1 0-1,1 1 1,0-1-381,1 0 0,1 0 0,0 0 1,1 0 387,0 0 1,0 0 0,0 0 0,1 1-5,1-1 1,0 0 0,0 0-1,0 0 5,1 1 0,-1-1 0,1 1 0,0 0-9,0 0 0,0 0 1,1 1-1,-1-1 0,0 1 1,0-1-1,0 1 1,0 0 5,0 0 0,-1 1 0,1-1 0,0 1-3,-1 1 0,1-1 0,-1 0 1,1 1-1,-1 0 0,-1 0 0,1 0 0,0 1-4,-1-1 0,1 1 0,-1 0 0,0 0 3,0 0 0,0 0 0,0-1 0,1 1 1,-1 0 0,1 0 0,1 0 0,-1 0-3,1-1 1,0 1-1,0 0 1,1-1 2,0 1 0,1-1 0,-1 0 1,1-1-4,1 1 0,-1 0 1,1-1-1,-1 1-3,1-1 1,0 0 0,0 0 0,0 0 2,0 0 0,0-1 1,0 1-1,-1 0 3,1-1 0,0 0 1,-1 1-1,0-1 0,0 0 0,0 1 1,0-1-1,-1 0-4,0 0 0,0 0 0,0 0 0,0 0 4,-1 0 0,0 1 0,0-1 1,0 0-179,0 0 1,-1 0 0,0 0-1,0 0 182,-1 0 1,1 0-1,-1 0 1,1 0 0,-2 0 1,1 0 0,0 1 0,-1-1-3,0 0 0,-1 1 0,0-1 0,2 0 1,8 1 1,3 0-1,-1 0 1,-5 0-6,-1 0 1,-5 0 0,4 0-2,-2 0 1,3 1 0,0-1 0,-5 0-1,-6 1 1,-4-1 0,2 0 0,8 1 1,2 0 0,-2 0 171,-5-1 1,-1 0 0,-1 1-151,15 0 1,-4 0 664,-8-1 1,-3 0-635,-7-1 0,-2 1 50,20 0 1553,-12-3-1608,-4-1 1546,-1-3-1552,14-7-28,-16 3 0,18-7 0,-20 6-1,9-5 1115,-3 1-1125,-3 0 0,-3 1 276,-3-1-277,0 0 43,1-1-31,-2 0-6,0 0-5,-3 0 11,-4 2-6,-4 2 6,-4 2-23,-1 1 12,2 1-6,-1 4-6,-2 0-5,-3 3 11,-6 0 17,-1 1-12,-2 0 342,-1 0-105,1-2-197,0 1 39,2-3-68,-2 3-16,1 0-1148,-3 1 0,0 0 0</inkml:trace>
  <inkml:trace contextRef="#ctx0" brushRef="#br0" timeOffset="7865">8730 4586 15238,'3'-10'3966,"-1"2"-2051,-2 8 57,0 0-1490,-18-66-236,4 46-182,-1-16 1,-3 5-3,-9 27-34,0 8-17,2 4-33,6 11 5,8 7 6,6 7-1,9 4 1,8 2-6,11-3 12,9-1-23,7-4 0,3-3 11,0-5-11,-5-4 39,-10-3 51,-13-5 22,-17-1-34,-17-3-11,-16-1 6,-16-3-11,-8-1-310,-1-4 270,8-2-78,14-3-454,17 0-1232,14 1 1770,21 1 0,-8 3 0,9-1 0</inkml:trace>
  <inkml:trace contextRef="#ctx0" brushRef="#br0" timeOffset="8858">9204 4625 24486,'-44'-26'155,"0"0"0,2 3 0,5 9-105,5 23-16,0 6-23,6 5-28,9 2-33,8 0 50,9 2 28,9-4-12,11-2 29,12-7 0,8-5 17,4-11 50,-3-7 17,-8-8 61,-9-4 40,-11-2-40,-6 1-10,-6 1-7,-3 5-78,0 6-55,-1 6-46,2 5-50,0 2 28,1 6 22,0 6-22,0 8-112,2 6-207,3 3-325,6 1-404,7-1-284,7-4-164,8-6 213,1-9 774,2-7 598,-6-11 298,-5-7 313,-9-7 364,-8-4 185,-4 0-196,-6 1-308,0 6-230,-3 5-235,0 6-218,2 4-34,1 7 22,1 6 0,0 9 1,1 9-18,2 5-27,2 4 16,2 0 12,2-1-12,-2-5 6,-1-7 56,-2-9 147,-1-8-30,-1-8-128,2-10 0,-1-8-17,2-12 22,-2-4 23,1-4 0,2-2-68,-1 15 12,5 1-6,-1 18-22,6 2-6,5 4 12,7 7-1,6 3-5,1 8 17,-1 6-23,-3 4-6,-6 4 23,-5 2 12,-8-2-7,-5-2-10,-4-8 33,-1-6 67,0-9 17,0-3-45,0-8-45,2-7-5,4-12 6,8-10-12,9-7 11,6 1-16,7 1-12,-13 18 6,3 5-11,-14 15-6,4 4-50,2 6-140,6 6-348,4 5-576,4 4-734,3 5-1535,1 1 3400,2 3 0,-18-15 0,-4-2 0</inkml:trace>
  <inkml:trace contextRef="#ctx0" brushRef="#br0" timeOffset="9192">10289 4788 21483,'14'-49'1122,"-1"0"0,-1 3 1,-3 6-507,-8 5-5,-8 5-505,1 14 1,-7 6-68,3 10-17,-4 6 1,-2 11-23,2 6 5,4 1-5,5 6 0,8-4 0,9 10 11,22 8 1,7-7-18,5-3 12,4-7-6,-13-8 5,4 4 1,-13-4 5,-15 2-11,-13-8-28,-21 6-50,-11-9-146,-15-1-379,16-7 1,-2-3-1638,-19-11-5938,-2-11 7509,25-3 1,13 7-1,10 8 1</inkml:trace>
  <inkml:trace contextRef="#ctx0" brushRef="#br0" timeOffset="9559">10664 4610 23707,'2'47'409,"0"-2"-353,-2-8-28,9 0-5,0-9 94,23 3 51,-6-17 140,14 1 107,-8-18 39,-5-10-247,-8-4 129,0-13-50,-7 1 27,3-16-212,-6 8-34,-1 0-56,-5 18-22,-1 5-190,-2 9-270,1 2-789,3 9-2202,6 5-1875,0 3 5337,7 4 0,-11-11 0,1 0 0</inkml:trace>
  <inkml:trace contextRef="#ctx0" brushRef="#br0" timeOffset="10325">11225 4701 26570,'-6'-29'28,"2"22"0,1 54-40,0 4 7,-1 8-18,2-17 18,1-14 27,1-1 45,0-18 29,2-2-18,4-16 0,4-9-5,6-11-11,3-8 27,5-4 18,2 1-23,3 5-39,1 7-17,1 8-34,-8 9 0,11 8-5,-10 15-6,11 9-22,-8 15-6,-3 8 1,-7-6-236,5 21-112,-6-19-264,13 16-190,5-19 17,12-11 264,10-12 374,8-14 18,-32-5 1,-1-4 242,-1-2 0,-2-4 199,19-20-81,-13-8 192,-11-5 52,-10-1 39,-6 2-35,-4 5-83,-6 9-95,-5 9-96,-7 8-95,-4 8 323,-2 7-373,1 12 165,0 8-176,1 15-12,2 10 6,5 10-22,8 4-258,13 2 297,14-4 2,-4-30 1,3-2 41,3-4 1,2-2 39,17 8 190,10-11 247,3-10-443,-17-3 123,7-2-55,-37 0-74,-1 0-33,-6 0-39,-3 3 280,0 6-292,0 11-16,0 14 6,0 14-35,-3 12-10,-1-26 0,-2 1-515,-4 3 0,-4 0-9,-4 2 1,-6 0-1318,-6 1 1,-3-2 1261,-1-4 1,1-4-1,-13 9 1,18-20 0</inkml:trace>
  <inkml:trace contextRef="#ctx0" brushRef="#br0" timeOffset="11499">12112 4938 20330,'7'-48'816,"0"0"0,-1 4 0,0 7-71,-1 14-275,-2 8-274,-8 8-90,-8 7-16,-12 8 22,-12 7-39,-7 12-34,-1 6-33,5 5-23,10 2 17,13 1-6,12-2 6,16-1 28,14-4-5,14-5 16,11-8 11,2-9 45,-1-8 96,-5-11 100,-6-9 113,-4-13 5,-4-8-85,-5-4-44,-5-1-33,-5 7 10,-6 11-128,-5 12-106,-3 12 5,-6 17 16,-3 16 7,-5 24-40,4-20 0,-1 2-387,0 5 0,-1 1 384,1 4 1,0 0-6,1 0 0,1 1 5,2-1 0,1 0-22,0 0 0,-1-1-14,-1-1 0,-3 0-48,-5-2 1,-5-2-146,-5-3 0,-6-5-149,-6-4 1,-3-7-315,-4-5 1,-1-8-1776,-1-9 0,0-6 2459,7-4 0,2-2 0,-7-8 0,20 3 0</inkml:trace>
  <inkml:trace contextRef="#ctx0" brushRef="#br0" timeOffset="12125">12984 4840 17255,'-6'1'5036,"1"-1"-3911,5 0 146,-28 10-1047,32-7 34,-15 7-22,41-10-40,1-1-28,0-2-6,-3-2-22,-3-2-39,-7-1-28,-4 1-73,-8 1-370,-2 2-2542,-3 2 2912,-1 1 0,0 1 0</inkml:trace>
  <inkml:trace contextRef="#ctx0" brushRef="#br0" timeOffset="14025">14138 4520 16196,'0'-3'4901,"0"1"-3489,0 2-1194,-48-10 6,14 13-90,-4-5 1,-3 2 134,-15 13-6,-1-1 45,5-3 6,11-5-23,11-1-22,11-3-51,9 0-95,5 0-111,4 0-40,0 1 39,1 6 6,0 7-1,0 8-4,1 7-18,0 4 12,0 2 22,1 2-12,-1-3 30,0-4 15,-3-4 29,0-8 61,0-6 140,0-7 163,1-2-23,0-3-173,1-4-146,0-5-51,0-7-38,4-6-18,6-1-10,1 4-18,17-1 12,-5 11 0,15-2-17,1 7 11,6 9-5,4 5-1,-1 8 7,-5 6-40,-9 4-34,-12 2-61,-11 4-208,-17 0-251,-13-1-466,-15-3-1214,-8-9 2290,-4-9 0,20-6 0,4-6 0</inkml:trace>
  <inkml:trace contextRef="#ctx0" brushRef="#br0" timeOffset="14641">14628 4527 24855,'-7'-7'202,"-10"4"-129,-19 9 5,-9 1-11,-2-2 1,2-1-6,7-1-34,8 1 5,9-1-16,7 1-22,5 1 16,3 2 0,2 4 23,0 4-12,3 4-5,0 5-6,1 2-5,2 4 27,-1 1-10,1 0 16,-1-1 45,-1-4-23,-1-3 23,-1-6 34,0-5 123,-1-6 162,3-3-190,-1-3 224,1-6-286,0-5-62,1-8-5,7-4-61,5 0-12,8 1-5,5 6-1,4 5-10,3 5-40,6 5 28,3 8 28,3 6-22,-1 9 0,-6 4-28,-11 5-29,-13 2-32,-13 4-124,-15-1-258,-13-2-509,-10-5-1104,-6-9-6307,-1-11 8402,9-9 0,13-1 0,11-3 0</inkml:trace>
  <inkml:trace contextRef="#ctx0" brushRef="#br0" timeOffset="14859">14990 4471 21906,'8'33'89,"1"0"1,-1 0 0,-3 0 886,-7 17-1189,-2 5-1170,-3-1 1383,0 0 0,3-25 0,2-6 0</inkml:trace>
  <inkml:trace contextRef="#ctx0" brushRef="#br0" timeOffset="15141">15375 4561 24601,'-56'7'80,"-1"0"0,-3 4 0,8 6 16,3 23-316,21-16 1,1 3 247,-11 22 165,21 0-131,18-19 106,34 0-23,25-21-98,-16-5 1,5-3-492,7-3 1,2-3 398,3-1 1,0-1-570,0-2 1,0 0 613,3 0 0,-5 0 0,-25 4 0,-2 1 0,22-3 0</inkml:trace>
  <inkml:trace contextRef="#ctx0" brushRef="#br0" timeOffset="16382">8537 6464 24704,'-7'-40'283,"0"0"0,-5-20-311,6 72 33,2 4-5,-7 24-72,-1 7-738,2-5 1,-1 3-4107,3-5 1,0-1 4815,0 4 1,1-3 0,2-1 0,4-18 0</inkml:trace>
  <inkml:trace contextRef="#ctx0" brushRef="#br0" timeOffset="16766">8747 6005 18919,'-5'-3'2273,"2"1"-1405,3 2-761,-62 41-17,44-11-667,-16 2 1,4 0 599,27 1 72,11 8-39,-3-23 429,15 8 47,2-20-179,2-8-40,5-12-161,-11-5 200,0-15 1139,-10-6-1233,-3-2-78,-12-2-91,-7 17-94,-4 8-40,4 10-185,-4 9-90,7 13-525,-3 12-1525,8 15-418,2-3 1940,7 7 0,-3-25 0,3-2 0</inkml:trace>
  <inkml:trace contextRef="#ctx0" brushRef="#br0" timeOffset="17375">9058 6104 23394,'18'3'789,"-5"4"-512,-16 32 1,-9 13-138,3-10 0,-2 1-983,0-1 1,0 4 0,-1-1 856,0-3 1,0-1 0,0 1 2,-1 2 0,1 0 0,-1 0-10,0 0 1,1 1-1,0-1-4,1 0 1,0 0 0,1-1 10,-4 17 0,2-3 58,3-6 1,1-3-57,2-7 1,1-4 587,-2 16-430,3-23 162,2-16-129,2-20 1238,4-15-1400,5-21-31,-1 12 0,0-3 45,4-7 1,0-2-46,2-5 0,1-1-495,1-3 1,0-1 497,-1 1 0,0-1-3,-2 2 0,-1 1-3,-2 2 0,-1 0-228,-2 0 1,-1 1 221,-1 0 1,0 0 5,-1 0 0,1 1-11,0 3 0,1 2-17,1 3 1,1 1-23,13-21 11,8 14 16,-3 17-161,29 8 139,-11 15-8,-11 5 0,-1 4-3,18 21 23,-6 19 2,-26-18 1,-4 2 472,5 21-448,-19-13 1,-8 0 6,-21 14 55,3-15 1,-5-1-82,-4-7 0,-2-4 3,-3-2 0,-1-1-26,1-4 0,0-3-78,4-4 0,1-3-464,-22-3-1408,20-17-4550,17-14 6537,15-5 0,5 8 0,4 9 0</inkml:trace>
  <inkml:trace contextRef="#ctx0" brushRef="#br0" timeOffset="18182">9633 5990 23887,'-9'42'137,"-1"-1"0,0 1 0,-3 18 0,0-2-67,4-16 0,0-1-626,2 0 1,1 0 594,1-1 0,1-2-5,1-3 0,2-1 420,-1 23-336,2-16 378,0-15 160,0-12-74,1-13-380,1-13 541,2-13-682,3-15-21,5-12 27,6-5-240,-6 27 1,1 1 206,17-24-29,6 10-46,2 12 47,1 11 5,0 11-17,-3 10-22,-3 11 17,-4 13 11,-5 12 0,-7 8 11,-5 7-11,-5-2-11,0-4 421,3-8-404,5-9 48,4-11-65,6-9 11,5-11 5,6-8-5,0-9 23,0-7-18,-5-6 1,-5-1 16,-5 3-27,-7 7-12,-5 10 6,-5 10 28,-7 12-6,-4 9-17,-5 12-5,-1 8 0,3 2 0,4 0 22,12-4-11,8-4 0,11-6 0,5-8-6,6-9 17,-1-8 1,-2-9 32,-6-9 7,-7-10-6,-8-10 5,-7-10 0,-6-8-5,-6-1-6,-5 3 23,-5 11 11,-3 11-45,-3 12-23,1 10-5,2 8-28,3 11 6,3 8-34,3 13-146,5 10-341,3 8-549,10 2-784,7 1-1563,13-6 3439,13-4 0,-18-20 0,2-6 0</inkml:trace>
  <inkml:trace contextRef="#ctx0" brushRef="#br0" timeOffset="18742">10720 6593 22638,'21'-46'1131,"0"0"1,-2 5-1,-4 7-733,-8 19-270,-4 7-100,-2 9-5,-1 6 10,0 12-16,-1 10-6,-6 14 12,-5 8-4,2-18 1,0 0-20,-5 12 0,-2 10 11,12-28-22,1 0 78,4-13 56,5-10-11,7-13-33,8-10-1,8-12 17,4-7-44,4-4-6,2 2-51,-14 18 0,0 2 6,8-6 12,8 2-18,-19 19 0,3 8 34,0 19 6,-5 7-23,-3 5-11,-3 4-22,-1-6 22,5 5 33,7-6-5,7-8 0,18-13-22,-13-8 28,22-16-6,-19-7 16,8-15-19,-24 9 1,-3-1 19,8-23-12,-9 1 68,-12 9-6,-8 17 0,-5-1 51,-3 11-112,-2 7-23,1 8 0,0 9-11,0 10-56,-3 10-17,1 21-610,6 1-280,6 1 963,7-19 0,1-5 0,-2-6 0,7 11 0</inkml:trace>
  <inkml:trace contextRef="#ctx0" brushRef="#br0" timeOffset="19325">12297 6676 15273,'-7'2'4274,"2"-1"-2536,5-1-271,0 0-892,7 16-441,29-12-70,2 3 1,4-1-40,6-7 0,2-3-259,10 1 0,1-1 253,-12 0 1,-3 1-6,-12 0 0,-2 1 59,27-2 914,-30 2-684,-7 1-51,-11 0-174,-11 1-629,0 0 0,0 0 1</inkml:trace>
  <inkml:trace contextRef="#ctx0" brushRef="#br0" timeOffset="20266">13593 6371 23875,'6'-52'980,"2"10"-890,6 37-51,1 1 17,20-2-17,8 3-14,-7 3 1,3 1-29,-5 3 0,0 2-986,6 4 0,-3 2 995,8 13 340,-7 18-329,-21 1-20,-11-7 0,-5 1-11,-4-5 0,-2-1-630,-4 5 1,-1-1 150,-5 7-2279,4 5 2772,12-10 0,-2-11 0,5-5 0</inkml:trace>
  <inkml:trace contextRef="#ctx0" brushRef="#br0" timeOffset="20791">13749 6710 24195,'-12'-45'80,"0"1"0,17-5 0,13 9-83,12 24 1,7 6-1112,15-10 1,4 2 1096,-3 3 1,-1 1-4,0 1 0,-1 1 6,-12 3 0,-2 0-11,3 1 0,-2-1 627,17-4-613,-6 3 422,-13 1-338,-24 6-17,-9 2 11,-2 1 1178,-10 9-1133,-5 4 103,-11 16-64,-2 5-73,5 8-22,8 2-5,11-2 22,14-4 16,9-8 13,13-8-35,-3-8 106,26-9-83,-15-11 39,17-8 33,-19-10 29,-10-7-102,-13 4 141,-10-22-79,-12 14-17,-7-16 1,-11 15-62,-6 9-51,-1 9-22,3 8-62,7 5 1,9 9-57,7 6-341,4 9-757,9 7-1393,5 6 2609,11 5 0,-10-17 0,-1-2 0</inkml:trace>
  <inkml:trace contextRef="#ctx0" brushRef="#br0" timeOffset="21075">15036 6299 23119,'9'-51'999,"-1"0"0,0 6 0,-1 8-646,-1 19-297,-2 10-39,-3 11 39,-1 14-23,0 14 6,0 16-11,-1 7-271,-2 5 243,-1 1-107,1 1-307,1-1-897,6-3-2369,2-6 3680,11-6 0,-9-21 0,3-7 0</inkml:trace>
  <inkml:trace contextRef="#ctx0" brushRef="#br0" timeOffset="21342">15303 6413 23377,'-14'-38'358,"1"-1"1,-2 4-1,-2 12-156,-18 34-34,-5 8-67,-3 10 5,3 6-22,5 4-45,6 2-5,7-2-23,10-3 6,13-5 11,22-5 5,27-8-8,-11-10 1,3-4-659,11 0 1,2-2 590,6-2 0,2-2-132,-21 0 1,1 0 0,0 0-1362,18-2 0,-2 0 940,-11 1 1,-4 0 0,10 0 0,-30 2 0</inkml:trace>
  <inkml:trace contextRef="#ctx0" brushRef="#br0" timeOffset="24649">8520 8327 14174,'1'-5'7024,"0"2"-3876,-1 3-3131,11-42-1,-8 41 18,7-23-28,-10 58 10,-3 11 46,-1 7-34,-4 3 6,-2 1-1,-2-5-5,-3-7 56,0-11 179,2-11 62,2-11-151,2-14-90,2-14-11,3-16-50,2-18-9,5 19 0,1-2-153,3-4 0,1-2 155,3-2 1,2 0-289,2 1 1,1 0 268,0 5 0,0 1 3,1 7 0,0 2-28,15-13 0,0 14 6,2 11-29,3 7 289,1 12-277,1 8 567,-4 13-579,-9 11-5,-12 10 33,-21 8 18,-20 1-337,5-25 0,-4-2 336,-3-1 1,-2-2 13,-1-1 1,0-2 7,5-4 1,1-2 57,-14 5 49,19-12-22,12-7-84,7-3-51,2 1 684,2 1-645,7 3-16,8 2 28,13 2-6,11-1-39,9 1-334,10-1 182,-27-3 1,0-1-300,2-1 0,0 0-515,-1 0 0,1-2-1093,-1-2 1,0-1 2086,1-3 0,-2-1 0,3-1 0,-6-2 0</inkml:trace>
  <inkml:trace contextRef="#ctx0" brushRef="#br0" timeOffset="26199">9225 8384 24318,'-37'-12'148,"0"1"1,-21-3-77,58 32 18,9 1 16,8-2 6,12-5-16,7-5-57,4-8 17,3-9-6,0-8 12,-4-8 27,-7-5 2,-8-5-19,-13-2-4,-8 0 10,-12 4-5,-9 7-23,-12 10 6,-7 8-22,-5 15-29,2 7-10,5 13-6,10 8-17,10 7-12,11 6-44,14 4-156,12-1-360,15 1-263,-15-28 0,4 0-112,2-1 0,2-2-543,4-1 1,0-3-553,4-2 1,0-3 357,3-3 1,1-3 1123,-1-4 0,0-4 692,-1-3 0,-2-3 447,-3-4 1,-1-3 524,-5-2 1,-2-3 2048,17-23-442,-11-7-790,-10-2-520,-10 0-343,-6 4-291,-10 9-285,-8 12-213,-12 12-89,-13 13-57,-10 15-39,-8 14-6,26-8 0,2 4-56,0 2 1,2 1 10,4 2 1,3 1 128,-7 27-123,13-2-16,15-8-12,11-9 0,14-12-11,11-11 17,6-18-17,3-13 45,0-17-63,-26 12 1,0-3 67,-2-3 1,-1-2 2,-1-3 0,-3-2 14,-1-3 1,-2 0 13,-2-1 0,-2-1 11,-1 1 1,-2 1-100,-2 5 0,0 1 242,0-20 1,-2 18-80,-2 16-88,0 12-40,-1 11 603,-1 12-592,0 14-22,-2 18-1,0 13-16,1-25 0,1 2-92,0 1 0,0 0 69,0 3 1,2-1-93,3-1 1,3-1-164,1-1 1,4-1-180,4-5 1,4-2-110,2-3 1,2-4-460,29 8 515,-3-14 459,-6-16 281,-12-14 325,-11-11 279,-7-8 85,-8-6 401,-3-2-714,0 0-169,1 5-129,4 8-96,1 7-178,-1 10 16,1 6 1,0 9-18,3 7 12,0 13 6,0 17-23,-6-10-12,-1 16 12,-7-19 23,-1 6-23,-3-9 101,-1-8-40,4-9 12,2-13-39,2-9 5,2-11-11,4-9-23,5-9 18,5-6-1,5 0-33,4 3 0,4 8 28,1 10 27,7 8-55,-5 10 6,-2 6-12,-1 10-11,-7 7 39,4 11-22,-3 18 11,-9-1-11,-4 1 22,-9-2 0,-6-11-22,-2 3 11,0-9 33,2-11-16,4-8 6,2-10-7,4-7 7,4-10 10,10-16-21,1 2-7,2 0-5,4 7 11,-3 13-11,7 3-39,6 11 22,-5 10 1,3 7 27,-12 1-11,4 6 33,-1 2-38,-5-5-23,10 6 28,-13-18 5,4 1 1,-2-12 0,-3-6 22,9-16-6,-3-3-5,2-10-6,-8 12 17,0-3-6,-7 11 46,0 1 44,-5 8-40,-2 6-44,-2 7-22,0 2 22,-1 9-28,-1 15 0,1-4-17,5 30-78,6-17 17,2 9-438,10-2-3219,6-2 3735,-1-6 0,-5-7 0,-12-20 0</inkml:trace>
  <inkml:trace contextRef="#ctx0" brushRef="#br0" timeOffset="26366">11615 8169 21607,'-1'-4'2560,"0"1"-3115,1 3 1,0 0-1</inkml:trace>
  <inkml:trace contextRef="#ctx0" brushRef="#br0" timeOffset="26882">12229 8600 22375,'-49'5'996,"0"0"1,5-1 0,9-1-420,18-2-241,12-3-201,19-3-40,16-5-17,25-4-50,-20 6 0,3 0-402,5 0 0,2 1 374,1 0 0,1 1 5,0 0 1,-1 1-6,-4 0 0,-1 0 5,-5 1 1,-2-1 45,14-2-1,-17 3-55,-19 2-578,-8 1-5606,-7 1 6189,-1-1 0,0 1 0,1 0 0</inkml:trace>
  <inkml:trace contextRef="#ctx0" brushRef="#br0" timeOffset="28092">7413 4174 13596,'45'-25'37,"-1"0"0,1 1 0,8-1 0,3 1 0,2 5 166,-9 9 0,2 3 0,1 2 0,-3 0-867,8-3 0,-3 1 0,7-2 973,-9 3 0,7-2 0,2 1 0,1-1 0,-1 1 0,-4 0-604,7-1 0,-3 1 1,-1-1-1,3 1 370,-4 0 0,2 0 0,0 0 0,1-1 1,1 1 17,-8 0 0,-1 1 1,2-1-1,0 0 0,1 1 1,1-1-147,-2 0 0,2 0 0,1 1 1,0-1-1,2 0 0,-1 0 0,1 0 64,-5 1 0,0-1 0,0 1 1,1-1-1,1 1 0,0-1 1,1 0-1,2 1-120,-6-1 0,2 1 1,0 0-1,2-1 1,0 1-1,0-1 0,0 1 1,0-1-1,-1 1 1,-2 0 110,4-1 1,-1 1-1,-1 0 1,1 0-1,-1 0 1,-1 0-1,0 0 1,-2 0-1,0 0-71,7 0 0,-3 0 0,-1 0 0,0 0 0,0 0 0,1 0 0,2 0 72,-5 1 0,1-1 0,1 1 0,1-1 0,0 1 0,0-1 0,0 1 0,-2 0 1,-1 0 2,7-1 0,-3 1 1,-1 0-1,0 0 1,1 0-1,3 0 0,3-1 2,-11 2 1,3-1 0,2 0-1,1 0 1,1 0 0,1 0 0,0-1-1,0 1 1,-1 0 0,-1 0 0,-2 1-1,5-1 1,-1 0 0,-1 0-1,0 0 1,-1 0 0,0 1 0,1-1-1,0 0 1,2 1-8,-3-1 1,2 0 0,1 0-1,0 0 1,0 1 0,0-1 0,-1 0-1,-1 1 1,-1-1 0,-2 1-11,3 0 1,-1 0-1,-1 0 1,-2 0 0,0 1-1,-1-1 1,-2 1 0,-1 0-5,6-1 1,-2 1 0,-2-1 0,-1 1 0,1 0 0,1-1-111,2 1 1,1 0 0,0 0 0,0 0-1,-2 0 1,-3 0 122,11 0 0,-2-1 0,-3 0 0,-3 1 0,4-1 0,-3 1 0,-3 0 0,-13 0 0,0 0 0,0 0 0</inkml:trace>
  <inkml:trace contextRef="#ctx0" brushRef="#br0" timeOffset="28892">9689 3085 21461,'-41'-13'214,"-1"1"1,1-1-1,-15-3 1,8 7-249,13 22-89,12 6-12,11 5 101,10-3 40,12 11 83,21 6-21,8 3-226,-11-17 0,2-1 163,-4-4 1,0-2-6,14 9 40,-2 2 139,-18-6 129,-9 1-34,-23 1-72,-26-6-124,-4-4-25,8-7 1,-2-1 13,-4-2 0,0-2-53,8 1 0,0 0-17,-14-2 0,4-2-422,10-6-138,-2 0 563,26-13 0,7 13 0,3-6 0</inkml:trace>
  <inkml:trace contextRef="#ctx0" brushRef="#br0" timeOffset="29525">10109 3225 23226,'-5'46'43,"0"0"0,1-4 0,0-5-4,4-4 0,0-5-5,-2-7 173,2-8 510,-2-7 246,2-5-408,0-8-410,-3-9-55,0-16 22,-2-11 39,2-8 12,1 1-29,7 6-72,2 6-74,8 8 1,7 6 11,11 6-28,7 8 6,5 7-23,-2 12-5,-7 8 16,-9 12 23,-10-3 5,-6 20 6,-7-15 0,-5 13 0,-4-15 0,-1-9 34,2-9 55,2-6-5,2-8-44,3-6-29,3-11-6,5-10 1,7-5 0,4 1 10,7 4-27,1 8-28,3 9 5,3 5-16,2 8-68,3 7-139,-1 7-253,1 8-375,-1 4-554,1 5-797,3-1-2121,3-2 3509,6-4 0,-24-11 0,-2-5 0</inkml:trace>
  <inkml:trace contextRef="#ctx0" brushRef="#br0" timeOffset="30375">11197 3281 21780,'1'-48'1040,"0"0"0,1 4 0,-4 10-693,-9 20-251,-2 6-96,-4 9 16,-6 10-16,-4 11-22,-3 12 16,3 9 23,5 4-22,10-1-18,7-3 1,12-8-12,7-9 40,10-10 44,5-7 29,3-13 0,1-10 94,-2-10 124,-4-6 0,-8-2 16,-7 0-38,-5 4-40,-3 4-50,-2 10-112,-1 5-101,-1 7-79,0 2 34,0 6 85,0 7-1,0 9 0,0 8-11,2 5-34,5 0 29,7-2 16,11-6 6,10-6-6,7-9 6,1-7 28,-6-10-1,-9-3 18,-9-9 0,-6-3-40,-5-7 6,-3-5 6,-1-4-18,3 0 1,1 4-6,4 5-5,3 6-17,5 4-23,2 6 12,6 4-1,2 8 7,2 10 16,1 10-23,-2 11 6,-3 7 12,-5 2-12,-3-1 11,0-4 6,0-8 17,4-8-17,3-10 17,6-12 5,5-11-10,4-12 4,0-11 12,-6-12-133,-20 19 0,-3-3 116,-2-3 0,-3-2-254,-1-3 0,-3 0 282,-3 0 0,-1 1 20,-3 3 0,-2 1 42,-9-25 22,-5 14-11,1 11-11,4 12-29,6 8 127,3 9-249,3 10 542,0 14-486,2 19-12,-1 21-329,1-21 0,2 1 346,1 3 1,3 2-29,1 1 0,3-1-39,3 1 0,3-2-81,3-1 0,1-2-202,2-2 0,1-2-367,0-4 1,1-2-992,-1-4 0,0-3 1697,14 8 0,-14-15 0,-11-9 0</inkml:trace>
  <inkml:trace contextRef="#ctx0" brushRef="#br0" timeOffset="30526">12000 3195 18319,'-3'-2'5713,"0"1"-5461,3 1-5572,92-58 4187,-40 39 1,0-13 0,-4 5 0,-18 21 0</inkml:trace>
  <inkml:trace contextRef="#ctx0" brushRef="#br0" timeOffset="31258">13458 3152 24665,'-10'-39'798,"0"0"1,-7-21-889,14 67 112,0 19-10,2 4-7,0 27-5,5-1-113,0-20 0,1 3 105,4 9 0,2 0-879,-2-7 1,1-2 861,0-1 0,-1-1-143,7 18-39,-8-25 128,0-4 74,-5-19-74,-9-34 68,-1 2 5,-3-5 1,-2-5 10,1 5 1,-1-2-322,-7-21 1,-1-4 331,4 6 1,0 0-11,0 2 0,2-1 22,2-7 0,3 4-6,1 0-8,3 7 0,3-1 872,14-13-936,6 3-86,18 5 91,5 27 23,-5 12-17,12 10-12,-12 12-22,10 18 50,-17 11 46,-10 17 906,-18-13-889,-19 14-12,-3-27 0,-3-2-23,-1 1 1,-2-1 240,-5 2 1,0-4-281,-14 4 65,16-11-1448,11-10-2649,17-10-5765,10-8 8743,2-1 0,1 0 0,-7 7 1</inkml:trace>
  <inkml:trace contextRef="#ctx0" brushRef="#br0" timeOffset="32075">13809 2720 16146,'2'-5'6727,"0"2"-3691,-2 3-3159,15-47 33,-11 44 129,13-22-28,-14 67 1,3 17-1,-1-6-3,-3-10 1,-1-1 7,0 15-132,-2-17 0,0-1 138,-1 14-10,-1-13-18,1-13 118,2-13 235,0-7 40,2-10-214,3-9 132,4-13-249,7-12-16,5-7-12,5-1-12,4 3-10,2 7-6,0 7-39,-1 9 33,-8 9-22,5 5 6,2 12 39,1 5-40,2 10 1,-11 4 22,-2 4 5,-6-6-33,4 9 28,-8-14-11,5 4 22,-7-12-11,-2-6 23,0-3 5,2-5 39,9-5 0,3-6-28,2-4-5,-2-2 0,-4 0-12,-3 3-5,-5 7-17,-4 5-101,-2 3 84,-10 13 23,0 3-34,-6 12 11,4 0 51,4-2-46,7 0 12,4-8 23,13 5-46,1-11 35,10 3 16,-5-9 5,-1-5 1,-3-6 22,-2-7 33,-1-7-33,-1-7-22,-3-8 11,-3-6-28,-6-3 44,-3 2 6,-8 7-55,-7 11-12,-10 11-56,-7 10 5,-4 11-10,2 9-107,7 10-174,9 7-448,9 4-582,13 1-650,11-2-1316,14-4-4314,12-8 6859,-2-8 1,-13-8 0,-12-5 0</inkml:trace>
  <inkml:trace contextRef="#ctx0" brushRef="#br0" timeOffset="32642">14857 3013 16062,'2'-4'7718,"0"0"-6458,-2 4-402,10-67-259,-6 44-417,2-14 0,-2 4-48,-3 25-162,-1 5-112,0 3 73,1 8 95,2 11-28,2 12 11,0 13 6,-2 7-17,-4 2 6,0-1-23,-1-6 17,1-11 11,1-12 51,0-12 50,1-6 0,3-10-51,6-8-27,7-10-17,7-10 5,5-4-5,3 0 5,1 4-11,0 5-16,-2 7-1,-1 8 1,-2 7-7,-1 7 7,-1 8 10,-1 7 1,-2 8-23,-1 3 23,-3 1 11,1-6-12,0-3 1,5-8 11,5-5 5,3-9-5,4-8 16,0-10-5,0-10 23,-2-8 27,-5-8 23,-8-3-11,-9 0 16,-13 8 51,-12 10 22,-6 11-67,-3 10-78,3 6-40,4 8-5,4 6-17,2 11-135,4 11-721,6 9-2583,13 10 3467,4-6 0,-2-14 0,-6-14 0</inkml:trace>
  <inkml:trace contextRef="#ctx0" brushRef="#br0" timeOffset="36616">13735 8194 15709,'3'0'2985,"0"0"1771,-3 0-4566,0-11-123,0 8-83,0-8-63,0 11 124,-1 8 0,1 1-34,-2 3 23,0 1 16,1-6 112,-1 0 264,1-4 571,1-2-537,-1-12-337,0-5-17,1-14-44,-1-7-6,6-4-17,2-1-17,9 3 1,3 7-29,6 9 6,4 10-5,3 7-29,0 14 12,-2 10-1,-6 15 18,-10 15 5,-20 12-451,-4-25 0,-5 1 437,-7 3 0,-4 0 3,-7 3 0,-2-1 14,-5 2 0,-1-1-550,-3 1 1,0-2 540,1-3 0,1-2 20,6-6 0,2-4 70,-12 6 0,23-22-39,18-23-22,15-14-12,13-12 0,15-4-14,-14 22 0,2 2-3,4 1 1,1 3 185,2 1 0,1 3-220,0 2 1,1 3-67,0 1 0,1 3-110,-1 0 0,1 2-218,-1 1 0,1 0-294,0 0 0,0 0-300,0 0 0,0 1-347,0-2 0,0 0-121,-2-1 1,-1-2-213,28-5 2730,-10-8-104,-10-8 808,-11-6 575,-7-3 29,-7 1-542,-8 6-640,-5 8-560,-7 7 93,-5 6-519,-8 12 38,-5 8-155,-2 12-6,1 7-16,8 4-1,9 1 17,16-2 0,14-5-5,18-6-28,16-10-228,-25-10 1,1-4 229,1-2 1,0-4 13,-2 0 0,-3-3 119,20-15 50,-17-6-23,-16-8-45,-15-7 0,-14-2 45,-11-2-22,-9 5-18,-4 7-38,-2 11-73,0 10 0,1 8 425,2 12-509,2 7-185,5 12-588,8 6-1490,12 7 2330,21 2 0,-7-18 0,11-3 0</inkml:trace>
  <inkml:trace contextRef="#ctx0" brushRef="#br0" timeOffset="36875">15226 8059 23864,'-6'-44'931,"0"1"1,1 6 0,0 8-781,2 18-190,1 8 6,1 13 49,1 13-4,0 19-35,-1 17-282,-1-24 0,0 1 302,-2 3 0,1 0-89,-1 0 0,1 1-256,-1-1 1,2 0-480,4-2 1,3-2-783,1-3 1,2-2-5253,19 16 6861,0-18 0,-9-15 0,-7-10 0</inkml:trace>
  <inkml:trace contextRef="#ctx0" brushRef="#br0" timeOffset="37116">15513 8292 14247,'8'-52'2412,"-1"0"0,0 5 0,-3 6-1352,-10 0-355,-6 15-257,-8 11-168,-7 10-5,-9 14-7,-9 13-32,-6 13-364,26-13 0,1 2 217,2 2 1,2 0 61,-8 28-38,12 0-6,16-3-31,19-5 14,17-8-85,-9-21 1,4-4-241,4-3 0,2-2 187,4-3 1,0-1-284,2-5 1,0-1-1354,0-3 1,-1 0 1072,-6-2 1,-2 1-1,9-4 1,-20 5 0</inkml:trace>
  <inkml:trace contextRef="#ctx0" brushRef="#br0" timeOffset="42133">8552 10184 17204,'-2'-36'2943,"1"0"1,4-5-2681,-4 2 1,2 2 469,4 10-430,-3 18-286,-1 2 89,0 34-11,-1 7-56,0-3 1,0 3-24,0-2 1,0 1-167,-1 1 1,0 0 165,0 0 1,0-1 11,-4 30 17,-2-7 34,-3-10 100,-1-15 180,2-14-46,2-13-156,-3-26 187,4 3-304,-5-34-12,7 2-288,2 16 0,0-3 254,2-3 0,2-2 12,2-12 0,3 0-4,1 8 1,1 0-3,0 3 0,3 1-17,1 6 1,3 4-24,13-9-21,10 0-6,8 17 22,-7 16 34,-5 9-12,-5 15 23,-10 10 23,-2 14 513,-11 11-516,-15-14 0,-4 0-26,-7 16 14,-3-15 1,-5 0-271,5-13 1,-1-2 272,-6 5 0,-2-1 42,0-3 0,1-2 15,-8 3 206,7-10-184,26-12-18,2-4-49,3 0-46,4-1-16,20 0 590,10 2-562,8 3 0,13 2-17,-7 4-25,-17-4 0,2 2-261,6 0 0,0 0-1070,-5-1 1,0-1 980,-2 0 0,0-1-1814,28-3-460,-13-8 453,9-6 1384,-11-8 1478,-10-11-55,-17 10 1008,-7-7 246,-15 14-269,-6-2-78,-15 4 779,1 7-1883,-5 2-164,13 4-121,3 3-84,7 5 5,3 3 1,9 6 5,11 0-17,2-5 11,26 2-10,-20-8 16,26 1 50,-28-10 46,5-3-79,-16-3 83,-5-8-27,-5-4 56,-5-13-23,-5 3-22,-6-1-33,1 16 22,-8 2-17,-10 9-45,-2 9-39,-8 9 0,12 13-17,7 8 0,11-3-28,7 21-67,16-14 45,3 7-266,9-20 0,5-5-569,23 5 341,-20-9 0,1-2-41,4-4 0,2-3-197,3-2 1,1-2 582,1-1 1,1-2 198,4-2 0,-2-2 123,-14-3 1,-3-2 100,11-7 381,-11-6 488,-16-9-387,-3-3-90,-6-9-89,-5 8-275,-1 9 353,-7-5-313,-1 18 472,-6-2-714,-3 15-16,-7 13 11,-6 14-34,-3 15-5,3 8 6,9 1 5,11-3-23,15-7 1,10-7 11,12-10 33,3-11 23,1-7 44,-4-14 23,-6-6 12,-5-11-12,-5-7 11,-4-3 11,-4-1 40,-1 6 44,-1 9-83,0 9-102,0 8-27,-2 6-1,-1 8 7,-4 9-12,0 9-12,2 6-10,2 0-6,10-5 11,10-4 34,13-8 0,12-7-12,9-9 23,4-13-16,0-10-24,-3-11-199,-27 14 1,-2-4 221,-1-2 0,-2-3 3,-1-5 0,-1-2-6,0-6 1,-1-2 5,0-5 0,-1-2-556,0-4 1,-1 0 552,-2 0 1,0 1 7,-4 5 1,-1 1 16,1 8 1,-9 5 142,-33 2-157,7 38-8,-2 14 0,1 8-17,9 9 1,3 3-73,0 6 1,2 2 63,2 5 0,2 1-92,2 3 1,3 1 46,4 1 0,3 0-76,6-2 1,5 0-169,7-5 0,5-3-656,7-3 0,6-4-25,4-5 1,4-4-779,2-4 1,1-4 1758,2-7 0,-3-2 0,7 1 0,-13-11 0</inkml:trace>
  <inkml:trace contextRef="#ctx0" brushRef="#br0" timeOffset="43000">10867 10212 19081,'2'-54'1938,"-1"0"0,0 6 0,-1 8-1165,-2 13-263,-2 10-258,2 10-252,0 3-51,0 8 74,1 9-12,-2 15 0,-1 15 6,-4 14-251,3-25 0,0 0 228,-1 1 1,0 0-18,0-2 1,0 0 17,-4 24 10,3-12 34,2-16 129,4-13 34,0-14-112,1-13-46,1-14-4,-1-2 16,5-34-62,1 11 17,-1 13 0,1-2 6,0 7 0,2 1 5,9-28-86,3 12 103,0 12-16,1 12-40,2 7-6,3 10 7,4 4 462,2 11-441,2 8 120,-3 11-130,-4 10-12,-6 7 23,-9 4-6,-6 0 0,-8-3-6,-5-7-5,-3-10 5,0-11 79,4-9 22,3-7-72,3-10-12,0-10 11,3-13-22,6-10-5,9-4-7,10 1-4,6 6-7,6 8 23,2 9 23,2 9-23,-1 6 0,-1 9 0,-3 11-34,-4 10 6,-5 13 22,-9 11 12,-8 8-6,-7 4-11,-5-3 28,-1-5-23,-1-11-16,4-10 22,3-12 5,7-8 12,8-12 5,8-11 6,6-14-5,6-10-436,0-9 430,-20 22 0,-1 0 28,18-25-115,-7 5 126,-8 7 39,-9 7 68,-6 9 10,-5 7-21,-2 7 356,0 5-491,-3 3 113,-3 7-107,-7 8-35,-3 13-4,1 9 10,5 7-11,15 2-16,15-1 16,18-3-341,-12-23 1,2-2-52,3-1 0,2-3-1202,4-2 1,0-2 1610,-4-2 0,-2-2 0,12 0 0,-20-4 0</inkml:trace>
  <inkml:trace contextRef="#ctx0" brushRef="#br0" timeOffset="43250">12719 10114 26704,'41'-1'52,"-1"0"0,2 0 1,-5-1-14,-2-2-11,5 0-67,-8 0-2375,-4 2 2414,-12 0 0,-4 2 0,-9 0 0</inkml:trace>
  <inkml:trace contextRef="#ctx0" brushRef="#br0" timeOffset="44917">14109 9709 24435,'0'-39'202,"0"0"0,-7-23-169,-19 67-22,-10 4-5,-9 7 11,-2 1 11,7-2 0,10-4 50,12-5-22,10-3 123,5-2-60,2-1-35,-1 3 11,-4 5 6,-8 7-51,0 1 96,-12 15-102,9-8 7,-4 12-12,9-6 6,5-2 0,3-2-17,3-4 0,0-5 33,0-5 18,1-6 122,0-2 706,0-3-795,6-10-78,3-5 0,12-12-23,11-3-22,-1 6 5,2 9 0,1 2 12,19 2-171,-16 3 1,0 3 164,15 9 0,-10 9-22,-9 12 16,-10 6-5,-9 4 11,-11 4-22,-15 1-23,-13-1 45,-16-1-20,16-19 1,-3-1-28,-3-2 0,0-1-102,-1-2 1,0-3-440,-24 3-488,14-11-1007,17-14-3681,15-10 5764,11-4 0,1 7 0,2 8 0</inkml:trace>
  <inkml:trace contextRef="#ctx0" brushRef="#br0" timeOffset="45284">14385 9769 23842,'6'38'134,"-1"0"0,0-4 1,0-2-90,-2 0 28,8-3 67,9-6 22,7-8 28,5-7 57,2-10 84,-1-10 83,-6-10-11,-8-11-111,-9-7-85,-10-6 17,-10-3-6,-9 4-39,-6 8-55,-4 11-63,0 12-33,0 8-56,3 10-22,4 7-85,7 10-385,6 8-999,10 7-3650,14 4 5169,7-5 0,-5-14 0,-5-9 0</inkml:trace>
  <inkml:trace contextRef="#ctx0" brushRef="#br0" timeOffset="45540">15103 9713 22049,'0'-9'1941,"0"-24"0,1-5-1146,0 12-532,-1-11 1,0 3-23,-1 22-219,-3 9-5,-1 15 28,-5 13-23,-4 18-16,-3 15-18,9-25 1,0 1-308,1 3 1,1 0 172,1 0 1,3 1-303,0 0 0,3-1-646,3-2 1,2-2-2822,13 25 3915,10-15 0,-12-21 0,-1-9 0</inkml:trace>
  <inkml:trace contextRef="#ctx0" brushRef="#br0" timeOffset="45800">15289 9876 16902,'19'-56'1984,"0"1"1,-3 5 0,-3 7-1078,-7 13-391,-10 11-236,-8 10-62,-12 9 6,-10 11-28,-10 11-17,-6 11-81,24-12 1,1 1-146,0 2 0,1 2 128,2 0 0,2 1 9,-10 27-51,14-4 17,18-2 60,18-8 30,21-9-23,17-11-380,-24-13 1,1-3 281,2-2 1,2-3-189,10-2 1,-2-2-267,-15 1 1,0 0 428,12-2 0,-4 1 0,-18 1 0,5 2 0</inkml:trace>
  <inkml:trace contextRef="#ctx0" brushRef="#br0" timeOffset="54208">13718 9745 17098,'-47'2'1017,"1"-1"1,4 2 0,8-2-397,19-1-150,8 1-152,2-1 230,5 0-179,4-1-40,6-6-89,12-3-34,10-9-11,9-1-5,5-2-12,1 3-50,-3 2-56,-3 6-40,-7 4-16,-5 4 5,-3 7 6,-4 9 28,1 12 0,-2 12-16,-3 11 4,-5 8 7,-4 6-226,-6-30 1,0 0 188,-1 1 0,0 0 17,-1 0 0,0 1 0,-1-1 0,-1 0-3,-2-1 0,-1 1 22,-9 29-112,-7-4-358,0-5-1058,6-8-6357,11-11 7835,11-13 0,-2-11 0,2-7 0</inkml:trace>
  <inkml:trace contextRef="#ctx0" brushRef="#br0" timeOffset="54625">13684 9765 23360,'-7'-61'230,"14"10"-152,46 37-16,-1 4-12,-4 5 1,-8 9-18,-5 7 18,-5 13-7,-4 9-32,-2 11 16,-3 6 5,-3 8-372,-3 2 347,-7-29 1,-2 1 16,1 0 0,-2 0-8,0 0 0,-1 0-6,1 29-95,-3-3-291,-3-3-1003,-6-5-2722,-1-7 3280,0-11 0,4-14 0,2-9 0</inkml:trace>
  <inkml:trace contextRef="#ctx0" brushRef="#br0" timeOffset="55232">13769 10158 15827,'-5'0'5091,"0"0"-3270,5 0-1424,-60-11-240,45 7-163,-45-7-10,65 10 66,11-1 6,19-3-28,21-4-268,-22 3 1,1 0 253,2-1 0,0 0-12,-2 0 1,-1 1-8,25-5 10,-13 3 34,-16 2 62,-13 3 50,-10 1 34,-5 2 457,-3 0-586,-6 0-39,-8 1-12,-13 4-5,-14 2 12,-9 5 10,-4 0-22,3 1-6,10-2-44,12-2-62,14-2-6,8-4 68,9 1 61,3-3 40,14 2-18,11-4-16,16-4-6,9-4 23,-2-5 27,-8 0 51,-12 3 90,-13 3 72,-10 4-16,-6 3-191,-5 0-179,-15-1 84,1 1 0,-25-1 11,3 5-22,-11 1-67,4 2-281,10 1 85,15-4-1064,8-1-1933,12-2 3299,10-2 0,-6 2 0,6-2 0</inkml:trace>
  <inkml:trace contextRef="#ctx0" brushRef="#br0" timeOffset="55649">13660 9777 13659,'-8'-2'3058,"-25"-4"1,-3-1-2018,14 2-304,-15-2 0,3-1 63,24 2-553,5-2-180,28-6-5,13 0-23,10-2-6,-13 9 1,1 1 33,26-1-22,-16 4 0,1 3-20,-9 2 0,-1 3 0,2 2 1,-2 4 46,10 20-240,-14-1 274,-5 18 12,-17-17 0,-2 2-57,-1 2 1,0 0-32,-2-1 1,-1 1 61,-2 6 1,-1-2-48,0 3-9,0-5 1,0 1 8,0 7-26,0-13 1,0 0-9,0 19-5,1-6-96,-1-9-184,0-12-3887,0 2 4161,1-13 0,0-4 0,0-9 0</inkml:trace>
  <inkml:trace contextRef="#ctx0" brushRef="#br0" timeOffset="56016">13632 9912 17686,'-4'-2'3058,"1"0"-1731,3 2-1074,48-71-1565,-5 44 1443,-1-15 1,3 4-23,-11 28 0,-2 6-19,17-3 327,9 13-339,-24 10 45,11 16 17,-18 15-50,-16-17 0,-3 3 24,-2 3 1,-2 3 14,-1 1 0,-3 1-6,-2 0 0,-1 1-36,-1-3 0,-1-1-34,-2-2 0,1-1-22,0-3 0,1-1-3,-2 23 306,2-8-423,3-11-1535,0-8 1624,3-10 0,-1-7 0,1-6 0</inkml:trace>
  <inkml:trace contextRef="#ctx0" brushRef="#br0" timeOffset="60958">15109 11788 19664,'-3'44'236,"0"0"1,0 0-1,2 20 1,8-4-11,12-18 1,8-5-1093,4 4 1,4-3 1058,7 1 1,6-3-517,-11-13 0,3-2 0,2-2 442,6 0 1,3-3-1,1-2-4,8 0 1,2-3 0,2-2-49,-11-3 0,1-1 1,1-2-1,1 0-420,5-2 0,2-1 0,0-2 0,1 0 391,-10-1 0,1 0 0,0-1 0,0-1 0,1 0-341,4-2 0,-1 0 0,2-1 0,-1-1 1,1 0 330,-9 0 0,0 1 0,1-2 0,0 1 0,0-1 0,0-1-127,0 0 1,1 0 0,0-1 0,0 0-1,0-1 1,0 0 115,0 0 1,0-1 0,0 0 0,-1 0 0,1-1 0,-1 0-86,0 0 0,-1 0 1,0-1-1,0 0 1,-1 0-1,0-1 81,9-2 1,-1-1-1,0 0 1,-1-1-1,-1 0 11,-2 1 1,-1 0-1,-1 0 1,0-1 0,-1 1-9,8-5 1,0 1 0,-2 0 0,-2-1 163,-6 2 0,-1 0 0,-1 0 0,-2 0-130,6-4 1,-3 0-1,-3-1 59,8-8 1,-7 0-12,-15 4 0,-6 0 544,-9 3 0,-7 0-570,-11-26-32,-19 2-24,3 27 1,-5 2-11,-4-1 0,-2 2 810,-5 0 1,-1 2-806,-4 0 1,0 2-7,-1 1 1,0 2 5,3 1 0,2 2 2345,-22-7-2328,18 8 1378,19 5-1423,11 5 92,7 0-92,8 2 729,13 0-689,27 0-9,-10 2 0,3 1-647,13 2 0,2 3 636,-13-1 1,2 2 0,-1 1-6,2 2 0,-1 3 0,0 1 0,-2 2 0,-1 2 1,-2 2-459,14 14 1,-6 3 453,-9 0 1,-6 3-339,-9 0 0,-5 1 257,-6-2 0,-6 1-459,-6-2 0,-4 1-3129,-3 0 1,-3-1 3674,-2-5 0,0-4 0,0 3 0,8-24 0</inkml:trace>
  <inkml:trace contextRef="#ctx0" brushRef="#br0" timeOffset="69225">21974 2393 19955,'11'-40'1196,"0"0"0,7-19-972,-22 72-68,-1 13-88,-1 1 116,-4 33-100,5-8-473,2-10 1,0 2 413,2-1 0,0 1-8,1 6 0,0 1-17,0-8 0,0 1 11,0 14 0,-1 4 13,-1-12 0,-2 1 1,0 1-738,0 3 0,-1 2 0,0 1 728,-1-6 0,-1 2 1,0 1-1,0-2-3,0-4 1,0 0 0,-1-1 0,1-2-8,-2 6 1,1-2 0,-1 2 3,1-5 1,0 1 0,-1 2 0,0 0 2,0 5 1,0 0 0,-1 1-1,0 0 0,1 3 1,-1 0 0,0 1 0,-1 2-475,2-6 0,-1 2 0,1 1 0,-1 0 0,0-3 476,0 8 0,0-2 0,0 0 0,0 0-4,2-11 0,0 1 0,-1-1 0,1 0 0,1 1-4,-1 1 1,1 0 0,-1 0 0,1 0 0,1 0-3,-1 1 1,1-1-1,0 1 1,0 0-1,1 0-4,0 0 0,1 1 0,0-1 0,0 1 0,1 0 1,0 0 0,0 0 0,1 0 1,0 0-1,0 0-313,1 1 0,0-1 0,0 1 0,0 0 0,1 1 321,-1-1 0,1 2 0,0-1 0,0 0 0,0-3-2,0 2 0,0-2 0,0 1 0,1 3-147,-1-4 0,0 5 1,0 1-1,0 0 0,0-3 1,0-5 139,1 9 0,-1-5 0,0 8-36,0-13 0,-1 8 1,0 3-1,-1 2 0,1 0 1,-1-3-1,1-5 42,-1-2 1,0-4 0,0-2 0,-1 1 0,0 4 0,0 6 1,-1 4 0,0 2-1,-1 0 1,1-3 0,0-4 3,-1 5 0,1-5 0,-1-2 1,-1 4 52,1-6 1,-1 2-1,0 1 1,-1 0 0,0 0-53,0-1 0,0 1 0,0 0 1,-1 0-1,1 0-8,-1 1 1,1 1-1,-1-1 1,1 2 0,-1 0-2,1-6 1,-1 2 0,1 0-1,0 0 1,-1-1 0,2-3 2,-1 2 1,1-1 0,0-1 0,0-2 0,0-2-5,1 2 1,-1-3 0,2 0 0,-1 3 32,0 2 1,0 4-1,1 1 1,0-1-1,0-4-48,0 10 0,2-3 0,-1 2-23,1-11 0,-1 2 0,1 2 0,0-2 0,1-2-252,1 15 1,1-3 0,0-1-513,2-4 0,1-1 0,1-1 800,2-1 0,2-2 0,-1-5 0,-1-4 0,0-4 0,2-8 0,0 0 0</inkml:trace>
  <inkml:trace contextRef="#ctx0" brushRef="#br0" timeOffset="71342">22027 2228 14471,'-24'-34'1244,"6"6"-1138,24 22 219,13-1 95,23-2-221,-10 4 0,4 0-838,11 0 0,3-1 698,10 1 0,3 0-50,-16 1 0,2 1 1,0 0-14,3 0 0,1 0 1,1 1-579,1-1 0,2 1 0,-1 0 589,3 0 1,1 0-1,0 1-4,-13 0 0,0-1 0,1 1 0,1 0-1,1 0 1,1-1 0,1 1 0,0 0-1,3-1 1,0 1 0,1-1 0,0 0 2,2 1 1,2-1 0,-1 1-1,1-1-554,2 0 1,1 0 0,1 0-1,-1 0 554,-10 1 1,0 0 0,0-1 0,0 1-1,0-1 0,2 0 1,1 1 0,-1-1 0,1 0-1,0 1-312,0-1 0,1 0 0,0 1 0,0-1 0,0 0 308,1 1 0,0-1 0,0 1 0,0-1 0,0 1 0,0 0 0,0-1 0,0 1 1,0 0-1,0 0-4,0 0 1,-1 0 0,1 0 0,-1 0 0,0 0-5,-1 0 0,0 0 0,0 0 1,0 1-1,-1-1 3,0 0 1,-1 0 0,0 0 0,-1 0-1,1 0-91,-2 1 0,-1-1 0,1 0 0,-1 0 1,0 0 92,11 0 1,-1-1-1,-1 1 1,1-1-1,-3 0 1,1 0 0,-1 0 0,0 0 1,-1-1 0,-1 0 0,1 0 0,-1-1 1,0 1 0,0-1 1,0 0-1,-1 0-4,1-1 0,-1 1 1,0-1-1,0 0-2,-1 0 1,0 0 0,0 0 0,-1 0 5,-1 0 1,0 1-1,0-1 1,0 0 16,-3 0 0,0 1 1,0 0-1,-1-1-20,13-1 0,-1 1 1,0-1 182,-5 0 0,0 0 1,-2 1-173,-4-1 0,-1 1 1,-1-1 614,16-2 1,-3-1-549,-7 2 0,-2-1 667,-7 1 1,-1-1-484,-7 0 1,-1 1 1824,23-6-1698,-7 1-135,-8 6-107,-3 3 1476,-5 3-1576,-3 5 896,-6 5-913,-4 8 515,-8 7-476,-6 7 72,-5 10-44,-2 9 34,-3 7-315,2-26 1,0 0 238,-1 3 0,0 1 3,1 4 0,2 0-20,0 4 1,0 2-18,2 4 1,0 1 11,2 5 0,0 1-780,0 5 1,0 1 770,-1-19 1,-1 2-1,1-1-4,-1 3 1,-1 0 0,1 1 1,-1 1 1,0 1 0,-1 1-6,0 1 0,-1 0 0,0 1 1,0 2 1,-1 0 0,-1 2-591,0 0 0,-1 1 0,1 0 589,-2 1 0,1 1 0,0 0 5,-1 1 1,0 0-1,1 0 3,0-14 1,0-1 0,1 1 0,0 0 1,0 1 0,0 0 1,0 1-1,1 0-6,0 1 1,0-1 0,1 1 0,0 0-1,0 1 1,0 0-1,0 0 1,0 0-400,1 1 1,0 0 0,0 1 0,-1-1 384,1 1 1,0 0 0,0 0-1,0 1 2,-1 0 0,1 0 0,-1 1 0,-1-1-4,1 1 0,0 0 0,-1 0 0,-1 0-3,0 1 0,0 0 0,-1-1 0,0 1 5,-1 1 1,0-1-1,0 0 1,0 1-302,-1-1 0,-1 1 0,0-1 0,0 1 293,0-1 0,0 1 1,0 0-1,-1 0 3,1-1 0,0-1 0,0 2 0,-1 1 7,2-4 1,-1 3 0,1 0 0,-1-1 0,1-3-1,0-5 0,1-3 0,0 1 0,-1 2 4,1 2 0,0 4 0,0 1 1,0-2-1,1-3-9,-1 10 0,1-4 0,0 3-112,0-5 1,0 2 0,0 1 0,0-1 117,1-1 1,-1 0-1,1 0 1,-1 2-96,0-3 1,0 1-1,0 1 1,0-2 0,0-3 91,-1 11 1,1-3-1,-1 2-1,0-12 1,0 2-1,0 2 1,0-2 0,-1-4 58,0 9 0,-1-5 0,0 3-52,0-5 0,0 2 1,-1 0-1,1 0 1,0-2 1,-1-1 0,1 1 0,-1 1 2,0 7 0,0 2 1,0-1-1,1-4-13,-1-2 0,1-3 0,1 2-2,-1-1 0,1 2 0,0 0 0,1-4 5,1-4 1,-1-3 0,1 2 245,-1 9 0,1 3 1,-1 1-250,0-10 1,1 1 0,0 1 0,-1-3-2,0 8 1,0-2 0,-1-1-2,1-2 0,0-1 0,-1-1-3,-2 17 1,0-3 24,-1-11 1,0 0 347,-2 11 0,0 1-356,-1-3 0,-1 0-3,4-16 1,-1 0-1,0-1-3,-2 11 1,1-2 845,1-5 1,1-1-861,1-6 1,2-2 1370,1 18-1365,2-22 0,-1 0 6,2 23 16,0-3-10,0-20 809,-2 2-804,-3-17 1173,-4 0-1201,-14-1-22,-3-7 5,-2-2 639,-9-5-695,2-2-16,-28-3 72,0-1-883,21 0 1,0 0 887,-19-1 12,17 1 0,-2 0-513,2 1 1,0 1 509,-16-1 0,-6 1-5,8 0 0,-5 0 0,2 1-2,3 0 1,0 0-1,-2 0-467,6 0 1,-4 0 0,2 0-1,3 0 480,0 0 1,4 0 0,-3 1 2,4-1 1,-2 0 0,-1 1 0,2 0-331,-8-1 0,1 1 1,-4 0 330,9 0 1,-5 0-1,-2 0 1,1-1 0,1 1 10,-6 0 0,2 1 0,-1-1 0,-1 0-156,4 0 1,-1 0-1,-1 0 1,2 1-1,3-1 152,-9 0 1,3 1 0,-1 0 4,6 0 1,-3 0-1,1 0 1,1 0-85,9 0 0,2-1 1,-1 1-1,-3 0 76,-6 0 0,-5 0 0,-1 1 0,0-1 0,2 1-9,7-1 0,2 0 0,0-1 0,-1 1 0,0 0-62,-8 1 0,-2-1 1,1 1-1,1-1 0,4 0 58,-9 0 0,5 0 0,-2 0-3,7 0 1,-1 0 0,0 0 0,2-1 19,-5 0 1,3 0 0,-5 0-4,12 0 0,-5 0 0,0-1 0,0 1 0,2-1 4,-4 1 1,3-1 0,-1 1 0,0-1 1,-7 0 0,-1 0 0,1 0 0,5 0-7,6 0 0,4 0 0,-2 0 1,-8 1 1,-2-1 0,3 0 97,9 0 1,3 0-1,-4 0-88,-3 0 0,-4 1 1,-1-1-1,3 0-11,-10 1 0,3-1 0,-3 0 137,10 0 1,-2 0 0,0 1 0,2-1-116,-9 0 1,2 0-1,1 0-5,11 0 0,2 0 0,-3 0 27,-3 0 1,-3 1 0,0-1 0,3 1 13,1-1 0,3 0 0,-2 1-25,-1 0 1,-3-1 0,0 1-1,2 0-3,-2 0 0,2-1 0,1 1 3,3 0 1,1 0 0,3-1 245,-6 1 0,1 0-243,1-1 1,3 0 1940,-12-2-4481,14-1 2504,24-4 0,19 2 0,6 1 0</inkml:trace>
  <inkml:trace contextRef="#ctx0" brushRef="#br0" timeOffset="73767">22840 2668 20727,'-41'-11'472,"-1"1"0,1-1 0,-18-2 0,5 7-352,21 9 1,3 5-20,-28 13-79,13 6-22,18 3 0,20 1 34,23 1 39,20-1-51,-8-15 1,3-2-196,4 1 0,1 0 176,3 0 0,0 0-6,-2-1 0,-1 1 3,-3-1 0,-1 0-6,18 13 23,-20-2 34,-23-2 5,-30 0 0,-29 0-40,13-11 1,-5-1-348,-6-1 1,-2-1 338,-3-1 1,0-1-15,4-2 1,2-1-60,7-1 1,4-2-484,-12-5-5132,24-6 5680,19-5 0,7 3 0,3 4 0</inkml:trace>
  <inkml:trace contextRef="#ctx0" brushRef="#br0" timeOffset="75649">22599 4459 20266,'4'-57'1157,"-1"0"1,0 2-1,-1 11-98,-2 21-902,0 7-233,-2 8 87,1 25 4,0 9-104,3 21-2178,2-12 1,0 0 1123,4 15 873,3-2 0,0-5 0,-4-17 0,8 19 0</inkml:trace>
  <inkml:trace contextRef="#ctx0" brushRef="#br0" timeOffset="75999">22957 3903 22083,'-31'9'36,"-1"1"1,-17 4-26,51 27 1,9-10 66,12 12 40,-1-14 206,5-5-32,-14-15 380,-2-9-185,-4-11-22,0-16-241,-3-5-56,-5-11-73,-6 8-62,-1 9-139,-8 1-712,7 16 818,-6 1 0,9 7 0,1 4 0</inkml:trace>
  <inkml:trace contextRef="#ctx0" brushRef="#br0" timeOffset="80451">23690 1017 32611,'-1'-4'-5350,"-1"0"8221,2 4-1575,-11-29-2747,-2 28 2267,-17-17-1086,-2 37 473,-8 5-1506,0-1 1931,2-2-10,4-5-1322,8-5 1456,9-5-1316,8-4 406,7-1-738,1 0-65,1 0 360,0 3 11,-1 6 35,-1 6-4,1 7-22,0 3 369,1 4 257,3-2 0,4 1-12,4-3 29,1-3-12,-3-4 23,-3-5 107,-3-5 145,-2-4 476,0-3-639,0-10-72,1-6-51,4-10-39,4-2 5,8 0-10,6 7 10,4 6-21,5 7 10,2 6 23,6 9-23,2 5 29,0 7-23,0 11-28,-18-10-45,-5 13-22,-22-13-45,-15 9-101,-18-1-118,-18-1 23,23-15 0,0-2-907,-29 5-1547,13-7 2790,14-10 0,17 0 0,8-5 0</inkml:trace>
  <inkml:trace contextRef="#ctx0" brushRef="#br0" timeOffset="80834">24198 1100 23909,'-16'51'46,"0"1"1,1-5 0,6-7-19,16-12 67,7-4-22,-1-10 157,7-3 100,-8-9-39,5-8-100,-3-6-45,-1-12-45,-4-11-45,-4-8-6,-8-5 12,-7 3 22,-13 5-62,-4 17 0,-6 9-10,9 11-57,-2 8-129,12 3-437,0 5-6592,20 9 7203,7-6 0,3-1 0,-4-9 0</inkml:trace>
  <inkml:trace contextRef="#ctx0" brushRef="#br0" timeOffset="81207">25207 1381 24235,'23'-54'268,"0"-1"1,3-4 0,0 4-219,-8 21 1,-1 1-368,4-10 0,-1-1 365,-4 1 0,-3 2-15,-2 7 1,-3 1 19,-1-5 0,-2 1 668,-6-12-542,-15-6-123,-6 23-28,-13 12-22,11 19 339,-5 15-328,8 15-9,6 2 1,3 5-9,2 0 0,3 3-960,-1 14 0,3-1 943,3-13 0,2 0-31,3 11 1,2 1-189,3 3 1,2-2 53,-2-9 0,2 1-702,4 0 1,2 3-1,1-5-1326,0-6 1,1-3 2209,9 17 0,-1-4 0,0-6 0,-7-12 0</inkml:trace>
  <inkml:trace contextRef="#ctx0" brushRef="#br0" timeOffset="81674">25194 1280 21355,'55'-27'-10,"1"0"0,-1 0 0,-10 3 0,-2 0 0,0 8-38,21 10 0,-3 7-2216,-18-2 1,-2-1 2265,9 1 1,-1-1 28,-3-2 0,-6-1 1530,3-1-1231,7-3 908,-33 4-465,-10 2 168,-14 3-655,-8 3 3375,-15 6-3476,-8 8-135,7 2 1,-4 20-51,23-7 11,5 15 28,23-8-33,16-4 5,0-9-6,-2-10 1,2-3 5,11 0 40,18 2 38,-20-17 68,-10-10-62,-12-3 230,-5-23-146,-12 1-67,-8-20-61,-9 4-237,-10 3 230,-7 9-16,-3 11-33,-3 14-6,9 9-269,-5 17-874,20 4-3624,4 16 4778,18-5 0,0-6 0,1-9 0</inkml:trace>
  <inkml:trace contextRef="#ctx0" brushRef="#br0" timeOffset="82450">26821 996 26609,'27'-27'53,"-1"1"0,16-15-34,-22 62 1,-2 11-3,10 17-648,-7-11 1,0 1 599,-5-3 0,-2 0-56,0 0 1,-2 1-208,-2 1 1,-2 0-114,-2-2 1,-3 0-210,-4-3 0,-3 0-1271,-12 24-69,-9-13-5,-3-15 998,4-13 940,6-13 1082,5-13-84,5-10 931,-1-10-472,0-6-314,1-6-404,2-1-352,5-3-201,8 4-118,9 4-85,11 6-72,12 4-84,11 6 56,-19 11 0,1 2-330,3 1 1,1 1 250,2 0 1,1 0 5,0 0 0,-1 1 59,0 0 0,0 0 64,-2 0 1,0 0 55,-3 0 0,-1 0 96,24-7 123,-14 3 246,-15 1 163,-14 3-28,-8 1-73,-12 2 558,-8 1-614,-11 6-107,-7 4-145,-4 10-101,2 5-39,7 7-34,11 3 6,11 4-17,14 1-17,12-2-5,14-2 11,11-5 16,6-6 18,-2-9 16,-6-8 56,-10-14 28,-11-9 29,-9-12-23,-6-8-28,-9-7-1,-6-3-4,-6 1-24,-6 7-44,-2 10-56,-3 11-106,-1 9-399,1 10-1068,5 10-6554,7 7 8155,9 3 0,3-7 0,2-5 0</inkml:trace>
  <inkml:trace contextRef="#ctx0" brushRef="#br0" timeOffset="82691">28211 1025 21343,'0'-6'3524,"0"2"-2617,0 4-873,0-9 11,-4 33-6,-3 2-25,0 3 0,0 4-25,-1 0 0,-1 0-133,-1-1 0,1 1 10,1-2 0,1 0-629,-2 23-883,4-10-2471,12-13 4117,4-11 0,-1-11 0,-2-6 0</inkml:trace>
  <inkml:trace contextRef="#ctx0" brushRef="#br0" timeOffset="82941">28425 1132 11122,'0'-4'9141,"0"1"-5792,0 3-2705,-65-5-123,21 16-714,-8-7 0,-1 4 325,19 5 0,4 4-68,1-2 0,2 3 231,-7 18-244,29 3 16,37 3-42,-1-20 0,5-1-609,11 1 1,4-3 588,7 1 1,4-3-83,-11-5 1,2-1 0,-3-1-121,3 1 1,0-2-644,-7-3 0,1 1 0,-3-2 279,1-2 1,-6-1-1,20 1 1,-13-1-1</inkml:trace>
  <inkml:trace contextRef="#ctx0" brushRef="#br0" timeOffset="83683">24429 1114 23678,'0'-3'3704,"0"1"-3026,0 2-894,-7-32-176,5 24 58,-5-24 102,7 37 65,0 1-935,0 14 1017,-2 17 87,-1 6-114,-1 15 44,-1-8-39,1-11-486,3 7-1104,1-11-3440,5 4 5137,0-11 0,0-13 0,-1-8 0</inkml:trace>
  <inkml:trace contextRef="#ctx0" brushRef="#br0" timeOffset="83957">24655 1116 23343,'-41'3'308,"0"0"0,2 2 0,6 5-156,4 20 83,1 9 6,15 2-180,3-7 124,16 14-45,11-24-73,7 2 40,14-10-56,16-9-113,7-2-328,-22-5 1,1-1 30,-2-1 0,-2 0 1,5-2-1,-5 2 1</inkml:trace>
  <inkml:trace contextRef="#ctx0" brushRef="#br0" timeOffset="93657">22661 4314 9156,'0'-3'5175,"0"0"1669,0 3-6289,-6-51-314,4 39-213,-4-38 67,5 54 62,1 9 45,0 13-6,1 14 0,-1 14-28,0 6-1808,-1-28 0,0 0 1690,0 16 49,-2 10-20,2-26 22,0 9 95,1-21 16,0-8 544,0-7 3543,0-8-4119,-2-10-55,-1-9-63,-3-14 5,0-10-28,-1-12-263,5 25 0,1-2 238,-1-3 0,1-1 0,0-2 0,2-1 2,2 0 1,0 1-9,0 8 1,1 2-4,4-6 1,4 1-12,5 5 1,2 0 2,2 2 1,1 2-1,6-1 0,2 5-54,22 1 85,-4 11-17,-12 6-39,8 15 6,-19 4 5,8 15 11,-17 9-5,-9 9 11,-18 12-6,1-27 1,-5 0-113,-7 2 0,-3 0 112,-6 0 1,-3-2 5,-2 0 0,-2-3 5,0-3 1,0-2 28,9-7 0,0-1 10,-4-2 1,3-2 50,-1-5-11,-5-5-28,22-11-22,8-5-34,5 3 674,22-3-668,14 9-6,-3 2 0,3 1-429,6 3 0,1 4 443,7 0 0,1 3-17,4 3 1,-1 2-133,2 2 1,0 3-799,-2 1 0,0 2 933,0 4 0,-3-1 0,5 3 0,-11-2 0</inkml:trace>
  <inkml:trace contextRef="#ctx0" brushRef="#br0" timeOffset="94183">22529 5507 24010,'11'-12'297,"-2"-1"-258,-13 39 0,-5 14-11,-4 14-595,5-20 0,1 1 281,1 0 1,2 0-978,1-1 0,3-1 1263,5 2 0,2-4 0,-1 6 0,7-9 0</inkml:trace>
  <inkml:trace contextRef="#ctx0" brushRef="#br0" timeOffset="94534">22777 5234 21763,'-46'7'73,"12"8"-62,39 17 29,12 7 60,4-13 176,17 6 110,-7-13 191,2-6-280,-16-10 212,-5-11-33,-6-14-218,-2-6-34,-6-11-112,-7 4-123,-6 4-40,-1 10-279,-6 5-3126,-6 16 3456,1 5 0,4 1 0,14 1 0</inkml:trace>
  <inkml:trace contextRef="#ctx0" brushRef="#br0" timeOffset="95500">23467 2990 22453,'56'-23'21,"0"0"0,0 0 1,-3 2-1,1-1 1,-3 5-17,9 4 1,-3 3-960,-2-1 1,-1-1 964,-6 1 0,-4 0 39,-8-1 1,-6-1 651,5-13-685,-42-3 83,-32 0-5,7 15 1,-4 3-31,-4 0 1,-1 3 138,0 1 1,2 1 5,3 2 0,2 1 189,-20 0-102,17 1 830,15 1-1121,11 0-23,7 2 51,11 5 538,11 6-561,19 7-6,-9-6 1,3 0-412,7 2 0,2 0 400,5 2 1,1 1-1,0 1 1,0 1-7,-3 0 1,-2 2-34,-7-1 1,-4 3-321,8 23-1029,-35 4 1394,-19-19 0,-4-3 0,-4 4 0,-11 0 0</inkml:trace>
  <inkml:trace contextRef="#ctx0" brushRef="#br0" timeOffset="96091">23644 4256 20431,'-48'1'1068,"0"0"0,7 0 0,9 0-917,21-2-118,18-1 18,40-4-32,-10 2 1,3-1-571,17-1 0,6 0 552,-4 0 1,5 1 0,-2-1-479,-7 1 0,-1 1 1,1-1 479,6 0 1,2-1 0,-6 1 1,-4 0 1,-5 0 5,0-2 1,-5 0 72,4-8 95,-4-6 28,-35-12-112,-28 3-39,-13-2 42,4 16 0,-3 1-105,2 3 1,-1 0 191,-7-1 0,-2 0 14,-1 2 0,2 1-81,-14-3-113,14 6 649,29 5-665,10 4 1785,9 7-1740,27 15-29,14 5-114,-22-13 0,2 0 95,8 3 0,-1 0-28,-6-2 1,0 2 41,6 4 0,-2 3 3,-2 5 0,-6 3-12,-9-4 1,-5 1-87,-8 5 0,-7 0-247,-15 13-1019,-5-18 0,-4-1 1361,-12 11 0,4-6 0,15-17 0</inkml:trace>
  <inkml:trace contextRef="#ctx0" brushRef="#br0" timeOffset="96684">23330 5516 23590,'58'0'34,"-1"0"1,0-1 0,0 1 0,0 0-1,-1-1-29,-7 0 1,-2 0 0,1-1-773,-3 0 0,1 1 0,-2-1 800,16-2 1,-3 0 25,-10 0 0,-4-1 520,18-8-338,-28-4 321,-28-4-511,-24-5 10,-25-4-22,0 6 67,2 7 1,-2 0 134,-14-2-235,17 5 1,0 2 217,-7-1 1039,18 4-1151,14 6 204,12 2-293,10 8 22,14 8-23,21 11-11,-11-8 0,2 1-8,7 5 0,1 0 0,3 3 0,-1 1-464,-2 4 0,-3 2 374,-8 2 1,-8 3-1124,-13 4 0,-10 1 1210,-10-3 0,-4-3 0,-14 14 0,2-22 0</inkml:trace>
  <inkml:trace contextRef="#ctx0" brushRef="#br0" timeOffset="99742">25606 2498 17927,'5'2'2817,"-1"0"-447,-4-2-2073,-59-7-23,21 3-182,-3-1 1,-3 1-2374,-4-1 2349,13 1 563,-3 0-586,12 2-17,-1 0 0,6 3-11,10 2 33,0 6 23,3 4 1906,-1 6-1867,-1 5-5,0 3 5,0 9-45,2-5-39,2-2 22,3-2 17,0-5 23,-1 6 89,-1 0-5,0-8-78,1-4 150,1-9 112,2-5 393,0 0-544,1-14-179,1 4 17,4-16-28,6 5-6,6-4-6,9 4-10,14 4 10,1 8-5,1 3 0,0 9-5,-9 7-6,7 10-6,-2 13 6,-15-2-1,-7-1-38,-22-1-23,-12-7-84,-17 4-87,7-12 1,-2-3-485,-21 7 72,3-6-2604,16-8 3260,19-12 0,3 4 0,7-4 0</inkml:trace>
  <inkml:trace contextRef="#ctx0" brushRef="#br0" timeOffset="100332">26164 2467 24598,'28'-8'560,"-6"0"-437,-59 8-22,-12 0-61,-1-1-24,-6 0 1,21 1-6,12 2 12,3 5-12,12-1 17,-3 6 11,6 3 12,1 3-7,2 7-10,2-7 78,-1 17-6,-2-7 1,-3 17-12,-4-5 0,-3 0-56,1-11 90,-4 2-62,8-15-5,-3 2 162,8-11 151,1-4-207,2-3 123,1-8-190,2-5-22,5-10-57,6-5-16,10-2 5,-1 6 0,14 0-22,5 8 11,4 2 0,6 6 22,-11 10-39,-2 10 23,-5 10-6,-5 8-22,-12 5 33,-11 1-11,-10-8-107,-30 14-251,-4-13-138,10-10 1,-2 0-1651,-20 7-234,14-11 1964,4-5 0,22-8 0,0-1 0</inkml:trace>
  <inkml:trace contextRef="#ctx0" brushRef="#br0" timeOffset="100575">26685 2426 25808,'0'59'28,"0"-1"0,1-2 0,-1-5-185,2 9-594,1 0-1741,2-6 2492,1-5 0,-3-23 0,-1-8 0</inkml:trace>
  <inkml:trace contextRef="#ctx0" brushRef="#br0" timeOffset="100859">27022 2609 12293,'2'-5'8765,"-1"1"-6015,-1 4-2615,-46-47-7,11 46-44,-2-17 0,-1 5 62,-14 42-23,7 4-39,9 3-39,14 1 5,11 1-10,7 2 16,4-2 0,3-4 11,5-3 50,5-6-44,3-8 50,33-3-201,9-10-761,-11-2 1,4-1-128,3-3 0,2 0 966,-13 0 0,1 0 0,-4 0 0,-2 0 0,-3 0 0,28-1 0</inkml:trace>
  <inkml:trace contextRef="#ctx0" brushRef="#br0" timeOffset="101808">25187 4086 22139,'33'-35'455,"0"-1"1,-1 4 0,1 7-154,22 13-184,-1 7-57,0 13-21,0 11-10,-27-3 1,0 3-423,1 3 1,-2 4 413,-2 3 0,-1 2-22,-3 2 0,-3 2-6,-4 0 1,-3 0-18,-3-1 1,-3-1-89,-10 30-740,-9-8-1513,-9-8-4402,-1-11 6766,4-10 0,9-14 0,6-6 0</inkml:trace>
  <inkml:trace contextRef="#ctx0" brushRef="#br0" timeOffset="102342">25359 4306 17742,'0'-3'3831,"0"1"-3237,0 2-498,66-50-10,-13 35 1,3 0-844,-2-14 0,2 1 757,-8 16 0,2 5 0,-8 2 348,9 0-393,-4 1 0,3 1-516,-2 1 0,-1 1 505,-8 0 0,0-1 28,1 2 0,-5-1 28,-16 1 1183,-8-1-992,-6 1 403,-4 0-73,-7 5 757,-4 0-802,-7 7-246,-2 1-118,3 5-62,4 4-5,6 2-17,12 2 5,10-2 1,17-1-12,10-4-5,8-5 6,0-6 33,-3-6 56,-8-8 72,-8-5-60,-12-2 492,-3-35-369,-23-3-147,-2-7-49,-20 12-40,-6 30 6,-12 8-23,-6 12-44,0 7-342,13 9-1978,18 6-4558,20-3 6928,15 2 0,-3-15 0,1-2 0</inkml:trace>
  <inkml:trace contextRef="#ctx0" brushRef="#br0" timeOffset="102583">27097 3938 26217,'-35'29'50,"6"10"-53,21-6 1,3 3-32,1 1 0,1 0-123,2 1 1,1 0-781,4 0 1,1-1-330,1-2 1,2-2 1265,3-2 0,1-2 0,2 3 0,-1-10 0</inkml:trace>
  <inkml:trace contextRef="#ctx0" brushRef="#br0" timeOffset="102842">27337 4138 22822,'-52'-30'367,"0"1"1,3 3 0,3 12-301,15 24 0,3 7-5,-23 16-51,12 6 17,15 2 28,17 4 34,22 1 16,19-1-64,1-18 0,4-4-42,-11-6 0,1-3-14,16 5 0,0-3-802,15-3 222,-23-6 0,1-1 594,3-2 0,-2-1 0,3 1 0,-4-2 0</inkml:trace>
  <inkml:trace contextRef="#ctx0" brushRef="#br0" timeOffset="104166">24924 5453 23769,'38'-28'823,"13"5"-736,-13 18 0,4 4-542,-1 0 0,0 2 491,-1 2 1,-2 2-21,0 3 1,-2 2-14,-1 3 0,-2 2-12,-3 3 1,-1 2 166,-4 1 1,-2 3-168,-2 2 1,-3 2-48,8 28-128,-9 2-360,-9-2-996,-8-5-5792,-8-5 6572,0-12 1,0-15-1,5-9 1</inkml:trace>
  <inkml:trace contextRef="#ctx0" brushRef="#br0" timeOffset="104716">25286 5759 23262,'39'-48'60,"0"-1"0,1 5 0,4 10-60,0 23 0,2 8-884,2-2 0,2 1 842,0 2 0,1 1-48,1 0 1,0 1-90,-1 0 0,-1 0-79,-1 0 1,-2-1-43,-3 1 0,-1-1 190,-4 0 1,-3 0-93,25-3 376,-17 0 553,-20-1-307,-13-1-31,-11-1 99,-7-1 997,-5 0-998,-5 3 43,0 2-373,0 3-96,4 6-27,3 5-6,3 10 0,4 9 6,8 7 27,7 3 34,12 2-33,9-3-6,9-6-236,9-5 247,4-9 34,-1-9 44,-8-9 18,-9-12 0,-10-9-6,-9-9-29,-11-6-44,-14-7 0,-10-1 0,-12 1-22,-9 6-23,-10 8-22,-6 10-17,-2 8-68,8 9-195,12 9-835,16 10-4346,17 9 5444,12 1 0,0-9 0,0-7 0</inkml:trace>
  <inkml:trace contextRef="#ctx0" brushRef="#br0" timeOffset="104975">27151 5410 22179,'1'-8'3461,"-1"1"-2795,0 7-386,1-60-263,-3 52-17,0-43 17,-8 79-17,0 9-6,-4 18-283,7-23 1,2 1 237,0 3 1,2 0-146,1 1 0,2 1-381,3 0 0,3 0-644,2-2 0,3-1-2042,3-4 1,2-1 3262,15 15 0,-11-20 0,-9-14 0</inkml:trace>
  <inkml:trace contextRef="#ctx0" brushRef="#br0" timeOffset="105226">27542 5517 16840,'-1'-4'5243,"0"0"-7376,-33-10 0,-13 0 2402,13 8-54,-22-8 1,-1 5 1254,6 22-1339,19-3 1,0 4-26,1 2 1,2 3-37,2 1 0,3 2 59,-11 25 858,19 3-757,30 1-135,5-26 0,6-1-379,12 1 0,6-3 317,7-1 1,5-3-31,-7-6 1,3-2 0,-3-1-26,3 0 0,0-1-255,-5-3 1,1-1-1,-3-1 277,0 0 0,-3-2 0,18 2 0,-12-2 0</inkml:trace>
  <inkml:trace contextRef="#ctx0" brushRef="#br0" timeOffset="106367">6858 7225 12769,'-9'-59'1000,"1"0"1,-1 0 0,-1 3 12,0 11 1,-1 2-678,0-2 0,-1 2 372,2 2 1,1 3 377,-5-21-34,7 22-867,3 20 41,3 17-114,1 19-22,0 20-29,0 18-47,0-21 0,2 0-9,2 10 1,3-2-319,4 17 341,2-23 0,4-5 168,20-6 118,21-5-169,-21-23 1,2-6-177,7-8 1,2-5 67,-10 0 1,0-3-1,1-1-581,5-4 0,1-2 0,0 0 562,3-4 1,0 0 0,1-1-514,0 1 0,0-1 1,0 0 488,-3 2 1,0 1-1,-1 0-54,-4 3 0,-1 1 1,-1 2-415,10-6 0,-3 3-2534,-10 8 1,-3 3 3007,8-1 0,-22 13 0,-13 5 0</inkml:trace>
  <inkml:trace contextRef="#ctx0" brushRef="#br0" timeOffset="145634">20871 7180 13129,'-59'6'112,"0"0"0,-5 2 0,4 1-233,24-1 1,3 1 155,-2 2 0,6 1-181,12 3 560,46-5 12,20-12-670,-10-3 0,6-2 0,4-1 869,6-2 1,4-1-1,7-1-573,-19 3 1,5 0-1,3-1 1,2 0-1,1 0 1,0 0-1,-2 1 73,1-1 1,0 0 0,0 1-1,0 0 1,1-1 0,2 0 0,1 1-219,-3-1 0,2 1 0,1-1 0,2 0 0,0 0 0,0 1 0,0-1 0,0 1 1,-2 0 148,0 0 1,-1 0-1,1 1 1,-1 0 0,0-1-1,0 1 1,-1 0 0,0 1-1,-2-1-180,0 0 0,-2 1 0,0 0 0,-1 0 0,0 0 0,0 0 0,3 0 0,1 0 154,-3 1 1,2-1 0,1 0 0,1 1 0,0-1 0,1 1 0,-1 0-1,0 0 1,-1 0 0,-2 0-56,7 0 0,-3 1 0,-1-1 0,0 1 0,0 0 0,2 0 0,2 0 0,3 0 33,-12 1 0,2 0 0,1 0 1,2 0-1,1 0 0,1 0 0,0 0 1,0 0-1,1 0 0,-1 1 0,-1-1 1,-2 1-1,0 0-8,3 0 1,-1 0-1,-1 0 1,0 0-1,-1 0 1,1 1-1,-1-1 1,0 1-1,1 0 1,1 0-1,0 0-9,1 0 0,0 0 0,2 0 0,0 0 1,1 1-1,-1-1 0,0 1 0,-1-1 0,-1 1 1,-2 0-1,-1 0 0,-3 1-15,6-1 0,-3 1 0,-2 0 1,-2 0-1,0 0 0,0 1 0,0-1 1,2 1-99,5 0 1,1 0 0,0 0 0,1 1 0,-1-1 0,0 1 0,-1 0 0,-2 0-1284,1 1 1,0 0 0,-1 0-1,-1 1 1,-1-1 0,-2 1-1,0-1 1104,9 0 0,-1 0 0,-2 1 0,-2-1 0,-1 0 1,10 2-1,0-1 0,-7 1 0,-16-2 0,-9-1 1</inkml:trace>
  <inkml:trace contextRef="#ctx0" brushRef="#br0" timeOffset="146284">22594 8437 13586,'1'-9'2380,"1"-31"1,2-10-404,2-3-1543,-2 1 0,2-2 501,2 17 1,1 5-331,3-2-353,4-5-246,-10 27 39,-3 13 22,-3 7 123,-2 35-123,-2 4-45,1-9 1,0 1-1,-1-3 1,2-1-508,1 1 1,2-2 512,6 18-4,10-20 0,5-2 105,20-1 2,-9-10 1,2-4 243,24-7 35,-4-18-69,-10-12-117,-7-14-33,-8-10-68,-10-5-39,-7-3-28,-8 1-34,-3 6 6,-5 7-61,-1 10-191,-1 11-655,2 11-7692,2 5 8571,7 13 0,-4-8 0,5 8 0</inkml:trace>
  <inkml:trace contextRef="#ctx0" brushRef="#br0" timeOffset="146967">23402 8185 22604,'-2'-3'2638,"1"0"-2408,1 3-202,-6-4-34,9 19 23,-2 3 34,11 21-35,2 0-16,-2-3 0,-2-7 23,-3-8 10,-3-11 533,-1-5-68,-2-8-268,1-9-135,1-11-5,2-12-23,4-5-28,3 0-44,7 7-18,5 7 12,4 10-23,1 8 34,1 12 0,0 9-5,2 12 16,0 9 0,-2 6-22,-4 4-6,-1 0 12,-5-11-18,9 6 18,-8-21-1,4 2 51,5-19 11,-7-16 28,12-13-39,-5-16 5,-3-11-14,-14 24 1,-2-1 5,-1-1 0,-1 0 16,-1 2 1,-2-1 104,2-22 44,-4 11 17,-3 12-62,-1 13-89,-1 10-73,1 5-123,-2 3 95,2 8 45,2 7 5,9 13-27,13 9 10,18 9-326,-16-20 0,2 1 307,3 1 0,1 0 11,-2 0 1,-2-1-26,13 15-51,-23-14 1,-7 1-34,-17 11-78,-20 16-23,1-33 0,-5-3-438,-3-1 0,-1-2-1187,3-3 1,1-3 1837,-14 3 0,22-10 0,15-3 0</inkml:trace>
  <inkml:trace contextRef="#ctx0" brushRef="#br0" timeOffset="147241">24963 7784 27197,'12'24'5,"7"19"-16,1 0 0,1 6-991,-1 2 1,-2 1 917,-2 0 0,-3 0-149,-2-1 1,-4 0-300,-2-3 0,-2-1-522,-3-5 1,-3 0-1253,1-7 0,-2-1 2306,-4 20 0,3-27 0,3-10 0</inkml:trace>
  <inkml:trace contextRef="#ctx0" brushRef="#br0" timeOffset="147751">24977 8321 23590,'-45'-40'614,"-1"-1"0,3 5 1,18 7-643,36 15-141,29 6 9,-6 5 1,6 2-803,9 2 1,4 2 580,6 0 1,2 1-591,1 0 0,-1 2 719,-3-2 0,-2-1 187,-6 0 1,-3-1 354,-8-3 0,-2-1 231,15-6 252,-23-6-112,-18-3 520,-20-1-626,-15-2 1314,-12 1-1348,-5 2-52,2 6-402,9 6-50,6 9-23,5 10-10,4 13-12,3 10 16,6 6 35,11 2-18,9-2 29,7-8-34,4-10 6,0-12 78,-2-12 11,1-14 56,0-13 107,-1-9 22,-3-6 28,-5 3 0,-5 6-45,-4 11-217,-4 9-46,-1 7 0,-1 4 0,0 7-7,3 16 1,0-2-50,6 23-95,1-9-241,7 12-425,3-1-1911,15-1 953,-10-18 1775,20-5 0,-31-18 0,7-2 0</inkml:trace>
  <inkml:trace contextRef="#ctx0" brushRef="#br0" timeOffset="148217">25993 8154 20655,'0'-61'1880,"0"1"0,0-2 0,0 6-1516,0 3 213,0-2-185,0 37-224,0 4-202,0 12 34,7 36 0,-2-8-3,2 6 1,0 4-15,2 20-298,-4-19 1,-1 1 308,-2 2 0,-1 0 9,0 0 0,0 0-107,-2-3 1,0-2 97,0 24-16,-2-17 22,1-16 39,0-14 56,2-11 577,6-18-639,1-10 222,8-19-236,-3 15 1,0 1 8,11-21-22,2 4 11,-1 17 5,-1 14 0,12 2-10,10 7-1,14 15-14,-16 5 0,-1 4-301,-11-4 1,-1 3 306,11 10 0,-5 3 8,-1 15-50,-18-10 0,-4 3 16,-13 19 15,-11-24 0,-5-5-391,-21 4 385,5-18 0,-3-4-37,-24-2-67,18-8 1,0-4-505,-15-12-1237,11-20-768,30 5 2627,17-9 0,-1 25 0,4 0 0</inkml:trace>
  <inkml:trace contextRef="#ctx0" brushRef="#br0" timeOffset="148934">26856 8388 26753,'37'-32'104,"1"0"0,-1 0 0,-2-1 0,0-1 1,-7 2-83,-8 1 1,-3-1-631,4-15 0,-1-2 630,-3 4 1,-1-2-10,-1 0 0,0-3 0,-2 2-2,3-9 1,-3 2 24,-1-4 1,-2 6 534,-7 4-476,-10 15 255,-3 22-350,0 2 111,-6 27-111,4 16-9,3-2 1,1 3 189,1 7 0,2 3-203,0 6 0,3 2-539,0 3 1,3 0 520,3 1 1,3-1-62,4-1 1,3-3-71,6-3 0,3-2-253,3-7 0,3-3 138,-1-6 1,1-6-197,26 3 71,-6-29 327,-2-23 115,-25 2 0,-1-1 386,13-20-210,-14 7 0,-2 0 185,2-9-151,-8 15 0,-1 2 1232,-3 1-1294,-6 14 242,-9 11-410,-9 12 127,-9 10-138,0 10-6,7 9 17,15 0 1,20 1 10,13-6 17,13-10-5,1-11 44,0-17-22,-4-14 0,-5-17 0,-5-11-5,-8-3 33,-8 3-17,-8 8 0,-4 11 17,-5 10-56,0 8 0,-8 6-17,-5 10 6,-16 8-28,-9 12-28,-7 13-12,12-4-44,16-8 0,4 3-320,7 7 1,4 4-798,2 4 1,6 2-430,6 12 0,8 0 1641,0-19 0,5-1 0,-2-4 0,-2-2 0,-1-4 0,3-1 0,-1 0 0</inkml:trace>
  <inkml:trace contextRef="#ctx0" brushRef="#br0" timeOffset="149300">22392 9427 18392,'-57'7'38,"-1"0"0,1-1 1,0 1-1,-1 0 0,1-1 1,0 1-1,-1 0 0,0 0 1,2 1-1,0-1 0,1 1 1,2 0-285,-3 0 1,1 1 0,1 0 0,3 0 0,4 0 177,-7 1 1,5 1-1,18 1 1102,21 7-1001,54-12 1,29-8 30,-19 0 1,8-2 0,3-1 0,4 0-226,-11 0 0,3 0 1,1-1-1,3 1 0,1-2 1,1 1 315,-9 0 0,2 0 1,0 0-1,2-1 1,1 0-1,0 0 1,1 0-1,0 0-167,-8 1 0,2 0 0,-1-1 0,2 1 1,0 0-1,0-1 0,0 0 0,1 1 0,0-1 1,1 1 90,-3 0 1,0 0 0,1-1 0,1 1 0,-1 0 0,1 0 0,0 0 0,0 0 0,0 0 0,0 0 0,1 0-84,1 0 0,0 0 1,1 0-1,-1 0 1,1 0-1,0 0 1,0 0-1,1 1 0,-1-1 1,0 1-1,0-1 38,-5 1 0,1 0 0,-1 1 0,1-1 0,-1 0 0,1 1 0,-1-1 1,1 1-1,-1 0 0,0-1 0,1 1 0,-1 0-106,4 0 0,0 0 0,1 0 1,-1 0-1,0 0 0,0 1 1,0-1-1,0 0 0,0 1 0,-1 0 1,1 0 71,-3 0 1,0 0-1,0 0 1,0 1-1,0-1 1,0 1-1,-1-1 1,0 1-1,0 0 1,-1 0-1,1 1-31,1-1 1,1 1 0,-1 0 0,0 0 0,-1 0 0,1 1-1,-2-1 1,1 1 0,-1 0 0,-1 0-351,9 0 1,-1 0 0,0 1 0,-1 0 0,0 0 0,-2 0 0,-1 1-1,-2-1 381,7 1 0,-2 0 0,0 0 0,-3 1 0,-3-1 0,-4 1 0,4-1 0,-5 1 0,-3 0 0,-6-1 0,2 1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1:48:49.89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3353 2494 20828,'-6'-4'3350,"2"1"-2928,-27-18 1,-7-3 132,5 8-379,-10-10 1,0 3-3,12 18-113,6 8-49,6 6 4,4 11 7,7 9-6,6 9-6,10 5-34,14 2-16,19-2-257,-13-23 0,2-2 254,4 1 0,1-2 2,2 0 1,0-1 5,-2 0 1,-2 1-4,17 17 76,-22 2 6,-30 2 16,-25-2 1,-25-2-290,19-18 0,-2-2 264,-3-1 0,-1-2-16,0-2 0,0 0-9,3-4 0,1-1 497,-24-3-676,17-12-529,18-12-1408,21-14-6264,24-8 8369,11 4 0,-6 15 0,-9 13 0</inkml:trace>
  <inkml:trace contextRef="#ctx0" brushRef="#br0" timeOffset="360">3703 2539 24665,'-12'44'-4,"0"0"0,3-3 1,7-4-31,19 3-11,11-8 23,8-7 28,4-11 89,-1-8 73,-8-11 134,-8-9 152,-9-14 28,-9-8-62,-11-6-101,-9-3-95,-11 0-56,-6 4-17,-1 7-39,-1 11-84,6 12-61,3 10-51,8 12-202,6 8-487,5 8-1165,13 3 1938,13 0 0,-6-13 0,5-4 0</inkml:trace>
  <inkml:trace contextRef="#ctx0" brushRef="#br0" timeOffset="867">4116 2535 21763,'-3'-1'4510,"0"-1"-3889,3 2-615,-11 10-6,30 9 6,-6 16-15,8-12 1,2 2-189,-4 2 1,-1 1 151,-2 4 0,-2-1 6,6 20 25,-10-15 0,-5-2 25,-8 5 51,-7 8 55,-11-29 40,-3-15 11,5-18 348,9-30-493,8 5-21,6 6 1,4 0-354,18-15 306,-6 20 0,4 0-48,3 1 1,3 3-76,4 0 0,2 1-84,4 1 0,0 1-440,4 0 1,0 1 509,-1 0 0,1 0 128,-4-1 1,0 0 75,-5 0 1,-3-2 142,-4-8 1,-4 0 47,3-12 330,-12-16 357,-22 28-380,-8-3 820,-8 9-803,-6 6-425,11 9-60,0 5-52,13 11 0,-2 14 0,4 21 0,2-9 0,0 4-278,3 9 1,0 2 165,0 7 0,1 3-872,2 6 0,0 2 624,-2-19 0,1-1 0,0 1-313,0-1 1,2 0 0,0 0-1756,5 15 0,1-3 1877,0-11 0,0-5 0,5 5 0,-8-24 0</inkml:trace>
  <inkml:trace contextRef="#ctx0" brushRef="#br0" timeOffset="1217">4832 2828 24329,'-45'-28'526,"0"0"1,3 3 0,17 4-502,37 7-131,25 0-90,3 5 0,6 1-29,-2 0 1,1 2-425,2-1 0,0 0 366,-3 1 1,-3-1-15,20-5 239,-26 4 1,-1-1 186,20-12 220,-16-2 217,-14-1 146,-11 1 21,-10 3 1044,-8-1-1250,-4 5-146,-1 1-247,3 8 359,2 3-476,2 6-1,-2 17-21,2-2-107,-1 41-11,3-25-129,2 0 0,1 1-913,7 15-2543,6 12 3708,2-12 0,-6-20 0,-4-15 0</inkml:trace>
  <inkml:trace contextRef="#ctx0" brushRef="#br0" timeOffset="1384">5424 2303 20078,'45'-11'0,"-10"2"0</inkml:trace>
  <inkml:trace contextRef="#ctx0" brushRef="#br0" timeOffset="2126">5748 2548 27163,'9'48'9,"0"0"1,-1-7-1,0-3-20,8 20-17,-4-20 22,-2-13 29,1-9-1,-5-14 85,11-22 27,-5-11 62,9-26-17,-2-1-3408,3-2 3285,-4 17-6,11-2-44,-3 26-29,12-2 6,-4 23 6,-5 6-28,3 17-73,-1 15-6,2 8 1495,-12-18 1,-1 0-1627,-2-3 0,1-2-292,2 0 1,1-1-301,16 11-1080,-5-17 0,2-3-504,18-4 2072,-16-7 0,1-4 1277,20-16-100,-17-4 548,-18-4 0,-3-2 90,0-15-424,2-18-236,-15 14-175,-7 9-179,-4 8-213,-4 12-117,-6 9 349,-5 15-434,-8 12 1,-5 18-40,0 12-5,5 6 5,9-1 1,9-7 67,11-12-57,8-11 12,10-12 11,-1-9 78,19-21 102,-11-2 66,10-13 34,-15 7-105,-8 7-203,-7 9 0,-3 8 0,-3 15 0,-1 20 0,-1 23-437,-2-18 1,1 2 436,-1 5 0,0 2 0,1 5 0,0 0 0,2-10 0,3 2 0,4 2 0,4 5 0,0-3 0,4 6 0,2 1-616,-2-3 0,1 3 1,-3-1-285,-3-11 0,-2 0 1,-2-2 364,-3 13 0,-3-5 1,-4 12-1,-6-28 1</inkml:trace>
  <inkml:trace contextRef="#ctx0" brushRef="#br0" timeOffset="2876">8279 2491 23089,'-4'-44'823,"0"0"1,0-1-1,-1-14 1,-1 10-432,-4 18-122,4 16-225,3 12 43,3 18-60,6 16 10,-2 6-38,3 3 0,1 4 14,-4-8 0,1-1-9,0 7 1,1 1 11,-3 7 0,-1-3-12,-3 13-2,-1-21 0,-1-2 112,-4-1 42,-9-12-39,2-23-57,-8-17-22,8-8 9,1-10 0,2-5-34,4 6 0,1-1-447,-2-18 0,1-3 438,4 5 1,1 2-3,1 8 0,2 0-17,4-12 0,3 1-3,8-6-111,-2 20 1,3 2 99,16 1 23,10 13 5,9 12-23,6 9-5,3 12 6,-30 0 0,-1 2-18,-2 6 1,-2 4-14,-1 4 0,-4 4-324,-2 5 0,-4 3 181,-4 3 0,-3 2-160,-4 2 0,-4 0-347,-4-1 0,-3 0-1059,-2-4 1,-1-2 1761,-1-2 0,0-3 0,-3 3 0,6-11 0</inkml:trace>
  <inkml:trace contextRef="#ctx0" brushRef="#br0" timeOffset="3067">8388 2583 25942,'26'-53'-228,"1"1"0,2 3 1,7 10-263,9 22 0,3 7-873,-1 1 1,-1 1-2246,-4 2 1,-1 3 2758,17 0 1,-25 4 0,-19 0-1</inkml:trace>
  <inkml:trace contextRef="#ctx0" brushRef="#br0" timeOffset="4217">8882 2608 25819,'54'-33'205,"0"1"1,-16 6 0,-1-1 0,-6 2-116,7-19-732,-11 8 0,-4-3 686,-8 6 1,-3 0-14,3-12 0,-2-2-20,-2-4 0,-3 0 8,-2 1 1,-1 1 33,-2 4 1,-2 2 27,-3 8 0,-1 3 525,-5-9-522,-5 21 180,-4 22-236,-3 20 6,-1 22-18,10-13 1,2 3-14,1 4 0,2 3 4,1 2 0,3 1-19,1 1 1,3 0-25,2 0 0,4 0-65,9 7 0,4-3 59,-6-15 0,4-2-84,15 9 0,6-6-59,-5-17 0,2-5-3,11 2 1,4-4 61,0-4 0,1-7 64,8-11 1,-2-5 64,-19 6 0,-3-3 33,9-10 0,-6-4-155,-3-9 371,0-8 67,-16 4 129,-11 4-319,-9 14 84,-6 3-84,-5 16 626,-7 5-710,-14 20-45,-2 9 11,0 6-16,3 10-12,13-5 296,3 12-323,23 3 16,14-17-12,19-4 29,-6-24 11,9-9 23,-10-16 38,12-22 34,-15-7-150,-17 12 0,-3 1 156,-2-13 89,-6-8 62,-4 14-99,-4-8-153,1 17 0,-2 8 0,4 15 0,0 4 267,4 10-267,9 27 0,1 12 0,-2-10 0,-1 2-248,4 21 248,-6-18 0,-2 2-645,-1-2 1,-2 2 644,0-7 0,0 4 0,-2 1-72,0 15 1,-1 2 0,-1 0-206,-1-8 1,0 0 0,-1 1-768,-2 7 0,-2 2 0,0-5 781,-1-4 0,-4-3-32,-6 2 1,-7-5-260,-8-13 1,-4-5 629,1-2 0,-2-4-277,-5-5 1,1-8 324,-5-13 737,18-30-789,30-23-65,9 17 1,5-4 0,3-1 103,1 2 0,2-1 1,3-1-115,0 4 0,2-3 0,1 1 1,1 1-409,7-6 1,1 1 0,-1 3 406,-7 7 0,0 2 0,1 0-2,4-5 1,2-1 0,-2 1 93,6-6 0,2-1-96,-2 2 1,3-2 0,-3 0 14,-7 9 1,-2 1-1,0 0-397,3-4 1,-1 1 0,-4 3 400,-4 2 0,-3 3 23,-2-1 0,-3 3 1128,-1-4-927,-4 7 2212,-12 12-2425,-13 20 767,-13 13-750,0 3 3,1 7 0,-1 4-28,8-7 0,2 2-17,-9 13 1,2 3 982,9-8 1,3 0-987,3-2 1,3-1 11,5 16-221,14 1 248,13-20 7,22 1-18,-12-16 14,-3-18 1,-1-5 2,-4-5 56,1-10 0,-2-6 40,-3-14-82,-9 10 0,-3-3 93,-3-25 100,-12 0-128,-4 16 95,-17-2-118,3 23-73,-7-2 398,8 16-750,4 6-582,2 9-8919,3 6 8511,4-1 0,2-1 1,4-7-1</inkml:trace>
  <inkml:trace contextRef="#ctx0" brushRef="#br0" timeOffset="4750">11725 2104 27079,'-26'-38'51,"0"15"-51,7 51 5,4 2-22,9-1 6,12-1 17,8-5 11,11-6 33,4-7 12,3-8 27,-3-11 96,-5-6 5,-8-10 1,-8-2-102,-6 6 96,-11-4-118,0 14-89,-10-1-135,2 11-212,-5 10-567,-1 10-1539,4 12 2475,7 14 0,7-19 0,5 0 0</inkml:trace>
  <inkml:trace contextRef="#ctx0" brushRef="#br0" timeOffset="4976">11684 2597 23758,'-3'0'2980,"0"0"-2628,3 0-324,-3 37-22,21-17-12,4 29-22,21-29 12,-4-6-7,-8-6-10,-12-4-169,-9-8-840,-10-7 1042,-13-13 0,6 10 0,-6-2 0</inkml:trace>
  <inkml:trace contextRef="#ctx0" brushRef="#br0" timeOffset="5400">2796 4124 18887,'62'-10'339,"0"0"1,0 0-1,0 0 1,0 0 0,-10 1-1,0 1 1,1 0 0,0 0-1,2-1 1,1 1 0,1 0-819,-4 0 1,1 0 0,1 0 0,1 1-1,1-1 1,0 0 0,1 0 0,1 0-1,0 0 513,0 1 0,2-1 0,-1 0 0,2 0 1,0 0-1,1 0 0,0 1 0,1-1 1,0 0-1,0 1-91,-6 0 0,0 0 0,1 1 0,1-1 0,-1 1 1,1-1-1,0 1 0,1 0 0,0-1 0,0 1 0,0 0 1,0 0 67,-1 0 1,0 0-1,0 0 1,0 0 0,1 0-1,-1 1 1,1-1 0,0 0-1,1 1 1,-1-1-1,0 1 1,1 0 0,-1 0-36,-2 0 0,-1 0 0,1 0 0,0 0 0,0 1 0,-1-1 0,2 0 0,-1 1 0,0 0 0,0-1 0,0 1 0,0 0 0,0 0 0,0-1 18,4 1 0,1 0 0,-1-1 0,1 1 0,-1 0 0,1 0 0,-1 0 0,1 0 0,-1 0 0,0 1 0,0-1 0,0 1 0,0-1-91,-1 1 1,-1 0-1,1 0 1,-1 0 0,0 0-1,1 0 1,-1 0 0,0 1-1,0-1 1,-1 1 0,1-1-1,-1 1 1,0 0 24,3-1 0,-1 1 0,1 0 0,-1 0 0,0 0 1,0 1-1,0-1 0,-1 0 0,0 1 0,0 0 0,0-1 1,0 1-261,2 0 0,0 0 0,0 0 0,0 1 0,-1-1 0,0 0 0,0 1 0,-1 0 0,-1-1 0,-1 1 0,0 0 332,3 0 0,0 0 0,-1 1 0,0-1 0,-2 0 0,-1 1 0,-1 0 0,-3-1 0,-2 1 0,17-1 0,-3 1 0,-3-1 0,-5 1 0,-3 0 0,-3 0 0,1 1 0,-1-1 0</inkml:trace>
  <inkml:trace contextRef="#ctx0" brushRef="#br0" timeOffset="6717">4314 5650 21366,'-2'-44'842,"-1"-1"0,2 5 0,-1 11-797,2 25 28,0 14 72,-1 13 63,-2 19-40,-4 14-320,1-24 0,0 1 205,-1-1 1,0 0 63,-9 24 85,1-14 100,3-13 86,3-16-52,2-15-135,-1-14-50,2-15 382,0-16-443,2-12-60,3 24 1,-1-1-316,2-3 1,-1 0 306,0-3 0,1-1-14,3 0 1,1 0-9,1 1 0,3 2 0,4 3 0,2 2-138,4 5 1,2 3 142,29-13 7,8 15-18,5 12 6,-2 15-11,-3 13 0,-11 15-1,-11 15-16,-15 11 22,-16-24 1,-3 1 2,-4 2 1,-5-1 4,-3 2 1,-4-2 5,-4-2 1,-1-2-12,-2-3 0,-1-2 31,-18 13 6,5-17 11,7-12 0,6-12-45,9-8 604,7-6-576,9-1 257,11 2-290,11 5 5,11 5 17,9 10-23,4 8 0,-1 11 1,-4 9-40,-7 5 34,-10 3 33,-11-2-22,-22-3-22,-18-3-40,-24-5-22,20-14 0,-1-3-168,-1-1 0,-1-2-1479,-26 1 1731,4-6 0,27-2 0,5-1 0</inkml:trace>
  <inkml:trace contextRef="#ctx0" brushRef="#br0" timeOffset="8134">4274 7096 24267,'-26'-41'969,"-9"9"-792,3 29 0,-2 5-9,-27 7-118,1 1-16,14 10-18,21 1-4,2 9-1,16 14-11,18 1-11,17 11-413,3-16 427,-6-16 0,3 0 0,-3-4 0,1-2-31,8 5 0,2 0-34,6 1 0,-1-1 23,-7-5 0,-2-1 25,-2-1 0,-3-1 8,5 8 57,-24-8 22,-17 4-23,-49 0-53,20-10 0,-3-2-210,-4 1 1,-1-1 209,-7 0 0,2-1-22,12-2 0,0 0-225,-13 1 1,1 0-429,14-3 0,3 0-8166,-27 1 8844,35-3 0,14 0 0,8 0 0</inkml:trace>
  <inkml:trace contextRef="#ctx0" brushRef="#br0" timeOffset="9117">4981 5723 23707,'6'-42'521,"1"0"0,-1 0 0,-1 18-443,-6 32 52,-3 17-24,-3 21-50,-3 16-358,5-27 1,2 0 312,1-1 0,3 0 34,10 25 70,11-12-64,12-16 72,6-15 73,4-21 22,0-18 12,-2-19-135,-23 16 0,-3-3-28,-3-2 1,-3-1-124,-2-2 0,-4 1 134,-1-30-27,-7 7-23,-4 14 403,0 15-627,1 14-141,2 12-425,0 16-767,1 13-2868,4 14 4397,4-2 0,0-15 0,1-11 0</inkml:trace>
  <inkml:trace contextRef="#ctx0" brushRef="#br0" timeOffset="9609">5590 5400 23941,'-11'-52'771,"1"0"0,1 5 1,1 12-666,2 24-72,4 15-11,4 18-6,2 22-1,-1-11 1,0 1-509,0 7 0,1 2 486,-1 3 1,1 1 5,0 1 0,0-1 3,0 0 0,0-2-1,1-3 1,-1-2 88,-1-6-1,0-2-78,0 16 60,-2-18 68,-1-15 11,-1-16-28,-2-15 745,-1-16-789,1-13-18,1-11 12,5-4-17,5 0-17,8 7-22,8 11-11,5 13 70,7 13-76,2 12-12,0 18 12,-3 14-16,-7 17-245,-10 11 283,-12 5-22,-16 0 0,-16-3-6,5-32 1,-3-3-4,-3-1 1,-2-3-6,-2-3 0,-1-3-53,1-4 0,0-2-375,-23-6-1474,14-16 1916,17-19 0,12 13 0,10-3 0</inkml:trace>
  <inkml:trace contextRef="#ctx0" brushRef="#br0" timeOffset="10110">6202 5276 22408,'-3'-6'3652,"1"2"-2353,2 4-1276,-26-22 27,19 53-28,-18 1-28,23 12 1,5 8-572,-2 2 0,0 2 583,-1 1 0,0 0 2,0-1 0,-1-1-5,0-3 0,0-2-169,-1-7 0,0-3 166,-4 22 50,-1-22 101,0-21-33,0-18-56,0-18 22,-1-18 0,2-17 261,3 20 1,1-1-324,1-2 0,3-1 0,1 1 1,3 0 175,3 3 0,2 3-181,22-20 5,8 16-33,11 15-23,4 16-293,3 16 310,-7 15-6,-7 14 40,-9 9 0,-13 3-28,-14 0-12,-24-3 1,-22-5 13,9-25 1,-6-3-26,-3-2 1,-2-3-18,-1-4 1,-1-3-65,2-4 1,2-3-525,-24-14-1176,17-16 1815,20-18 0,13 20 0,9-2 0</inkml:trace>
  <inkml:trace contextRef="#ctx0" brushRef="#br0" timeOffset="10810">6713 5973 22077,'-5'0'4162,"1"1"-3271,4-1-768,-26-62-39,35 12-813,-12-4 0,2-5 757,18 12 0,5-1-10,-7 3 1,0-3 0,-1 2-8,2-3 0,-3-2 0,-1 4 1,-2-3-1,-1 5 8,-4 2 1,-2 2 192,1-6 0,-3 1-142,-5 6 0,-2 5 42,-5-9-62,-4 17 1,4 20-40,4 12-5,-3 14 5,-3 39-20,9-21 1,0 1 369,-1 3 1,2 3-387,3 8 0,3 1-605,1-6 1,1 1 419,3 13 0,2 2-255,1-2 0,5 0-460,0-17 1,2 0 0,1-4 344,0 3 1,4-5-365,12 7 0,5-9-173,16-15 1092,-23-12 0,2-7 293,2-13 1,-2-8 145,-6-1 1,-2-4-106,4-11 0,-5-2 302,6-16-26,-17 21 0,-1 0 841,1-12-518,-2-1 767,-7 17-1345,-9 14 55,-1 11-357,-6 10 594,4 6-610,3 9-7,9-4 18,10 1-12,2-11 6,11-5-6,-2-9 22,8-7 57,0-21 0,-13-4-51,-6-3 73,-17-2 45,-9 12 83,-16-7-105,-3 18-74,-8 7-10,7 22-46,8 1 7,-4 20-12,3 18-23,2 9-309,10-19 1,4 0 132,3-4 1,3-1-239,4 21-1780,17 5 2217,20-12 0,-14-15 0,4-5 0</inkml:trace>
  <inkml:trace contextRef="#ctx0" brushRef="#br0" timeOffset="12350">4718 7610 15984,'-4'-4'7214,"1"1"-4436,3 3-2705,-13-24 28,10 24-34,-9-16-28,12 29 34,3-1 0,3-5 44,6-2 6,6-7-33,8-10-23,7-10-22,3-12 33,-2-7-5,-6-6 11,-10-4 28,-9-3-28,-10 5 23,-6 9 5,-5 13-56,-5 14-17,-4 14 11,-5 16-33,-4 15-39,0 15-328,3 10 369,18-27 1,1 2-26,2 0 1,2 0-34,10 30 27,11-7 1,19-8 28,15-12-12,-18-23 1,3-4-3,4-3 0,1-4 5,3-6 1,0-5-441,1-5 0,-1-5 446,1-7 0,-3-4-552,1-6 1,-2-3 545,-1-4 0,-4-4 14,-3-2 1,-3-4-20,-6-2 0,-4-1 5,-4-4 1,-5 0 10,-3 0 1,-4 1-4,-1 6 1,-2 1-92,-3 9 1,-2 4 136,-5-15 275,-4 27-332,-1 20 752,-3 24-757,-7 19-3,9-6 1,1 3 328,-3 9 0,2 3-323,-1 6 0,1 2-448,1 6 0,1 1 439,1 1 1,3 1-21,1-1 1,3-1 2,6-4 1,4-2 11,6-6 0,5-3-250,6-6 1,6-6 246,4-7 0,2-5 11,2-6 0,1-5-3,-2-9 1,0-5-1,-1-5 1,-1-5 7,-1-6 1,-2-4 11,0-3 0,-1-3-11,-3-1 0,-1-2-1,-3 1 1,-2-1 11,-4 4 0,-1 0 3,8-17 39,-10 18 500,-7 16-545,-7 11 1133,-5 12-1127,-6 8 593,-4 13-621,-1 7-22,3 2 38,6 1 18,4-6 5,10-4 5,7-8-33,11-9-11,7-8 17,6-15 5,0-8 50,-3-13 46,-7-7-6,-9-4 11,-10-3-17,-14 0-49,-7 2-46,-8 5 0,-3 6 0,2 10 0,2 10 0,1 12 0,-2 15 0,-5 16 0,-3 15 0,14-17 0,1 1-281,1 4 0,3 0 281,1 2 0,3 0 0,4 0 0,4 0-12,5-2 1,5-1-330,6-3 1,5-2 23,6-1 1,4-4-214,4-3 1,3-4-872,2-4 1,1-4 1400,5-4 0,-4-3 0,6-1 0,-8-6 0</inkml:trace>
  <inkml:trace contextRef="#ctx0" brushRef="#br0" timeOffset="12834">6884 7207 25281,'-48'3'584,"-1"0"1,-4 8-1,6 5-460,5 12-661,12 1 0,3 4 604,11-6 1,2 2-52,-3 9 1,3 2-11,3 1 0,4 0-9,4-1 0,4 0-105,5-3 0,6-2 7,4-3 0,5-3-87,6-3 1,4-4-1,1-4 1,3-4 78,0-4 0,0-5 61,-1-7 0,0-5 54,-2-4 0,0-4 13,0-6 1,-1-5-4,1-5 1,0-3-443,2-8 1,0-2 427,-10 10 0,0-1 0,0-1 7,2-4 0,0-1 1,-1 0 14,0-2 0,-1 0 1,-1 0 23,-1 1 1,-1 0-1,-2 1 67,5-17 0,-4 2 33,-6 7 1,-4 3-44,-4 7 1,-5 4 225,-8-17 469,-6 21-648,0 16 285,1 23-392,1 22 6,1 30 299,5-19 0,2 4-360,2 0 1,1 2 0,0-1 9,1 4 0,0 1-12,0 0 1,1 3 0,-1-3-584,1 3 0,-1-1 535,0-10 0,1 1 1,1 0-109,2 16 0,3 0-451,6 0 0,3-3 249,-6-20 1,2-3-1099,4 3 1,2-6 1467,0-14 0,-5-4 0,-4-11 0</inkml:trace>
  <inkml:trace contextRef="#ctx0" brushRef="#br0" timeOffset="13167">7296 7585 20246,'-8'-4'4906,"2"1"-4166,6 3-449,0 0-330,24-46-45,24 32 47,-21-11 1,3 1-468,16 17 0,3 6 344,-9-3 1,1 0 29,9-3 1,2-1 118,3-3 0,-2-2 72,-12 2 1,-3-2 5,-4 1 1,-4-1 347,3-8 55,-22 6 40,-9-2 44,-13 3 45,-14 3 426,0 5-941,1 5 12,4 9-46,7 9-39,0 13-44,6 19-57,7 1-5,4 0-308,8 2-555,2-9-2870,1-13 0,2-1 3828,11 10 0,-3-10 0,-12-22 0</inkml:trace>
  <inkml:trace contextRef="#ctx0" brushRef="#br0" timeOffset="13351">8192 7081 26182,'-24'-39'37,"1"1"1,1 0-1,7 17 29,16 41-693,8 11-1009,11 21-425,2-9 2061,-3-13 0,-1-2 0,-5-7 0,7 9 0</inkml:trace>
  <inkml:trace contextRef="#ctx0" brushRef="#br0" timeOffset="13700">8574 7318 18823,'2'-6'6452,"-1"2"-5835,-1 4 223,-1-60-179,-15 39-555,5-12 1,-3 5 33,-31 32-73,-6 17-45,1 17-351,12-4 318,9 20-68,24 6-38,15 2 52,4-28 1,5-2-23,6-9 0,3-4-2,20 10 13,-7-17 1,1-5 91,13-9-83,-17-2 0,-2-6 151,6-25-11,-17-14-22,-13 6 27,-13 4 0,-5-2-30,-2 10 0,-2 0-239,-4-13 1,-3 0 223,0 11 1,0 4 28,-16-15-68,10 20 252,5 16-570,10 28-589,3 9-1949,8 23-2521,3-10 4623,7 1 1,-7-25 0,0-3-1</inkml:trace>
  <inkml:trace contextRef="#ctx0" brushRef="#br0" timeOffset="14026">9005 7408 21655,'7'-10'3400,"-1"3"-1750,-6 7-1280,0 0-29,-8 32-313,11-4-39,-2 28 5,17-13 192,6-6-180,4-8 78,-1-12 541,-4-12-513,-3-19 39,0-12-71,6-15-80,6-9-193,-13 24 0,1 0 193,1 1 0,0 2 0,23-15 0,-11 15 0,12 14 0,-15 19 0,11 13 0,-11 17-174,-6 13-1067,-14-21 1,-2 2 424,4 28 0,-6-22 0,-4-16 0</inkml:trace>
  <inkml:trace contextRef="#ctx0" brushRef="#br0" timeOffset="14567">3866 8854 25292,'-50'-18'449,"24"0"-628,68 5-91,-8 5 1,4 0-207,12-1 0,2 0-1117,7 0 0,1 2-513,-1 2 0,0 1 2106,-6 2 0,-5 1 0,5 1 0,-19 3 0</inkml:trace>
  <inkml:trace contextRef="#ctx0" brushRef="#br0" timeOffset="15450">4210 8839 27191,'-25'-24'3,"0"-1"0,-10-3-76,47 59-17,7 18 6,-10-18 0,-1 2-540,0 5 1,-3 0 315,-2 4 0,-4 1-191,-4 2 1,-4 0-96,-4 0 1,-4-1 273,-4-2 1,-3-2 333,0-5 0,-1-3 300,-18 14 424,11-23-127,13-24 5,10-15-123,10-15-218,12-6-180,13-4-84,14 1-20,-16 21 1,4 1-20,2 2 0,3 1 29,4 2 0,0 1-97,3 2 1,0 1-14,0 2 0,0 2 21,-1-1 1,-1 1-60,-4 1 0,-1-1 181,21-7 28,-15-4 61,-14-4 124,-9-3 106,-7 1 611,-4 1-465,-2 3 211,-2 2-357,0 5-196,-1 4-124,1 6-16,1 10-28,2 12 0,1 17 5,-1 14 12,-2 11-196,-3-30 1,-2 0 189,1 0 0,-1-1 28,-3 22-28,2-13-5,2-16 33,2-13-12,3-18-21,4-13 16,8-17 39,5-10 6,5-8-5,0 1 153,3 5-193,1 9-34,3 13 12,4 12 0,2 13 11,1 15 17,1 9-17,-1 9 17,1 1-12,-2-2 6,-1-6-5,0-10 174,-2-9-180,-2-13 23,-3-9-1,-4-12 62,-5-6 34,-10-6 16,-9-5-43,-10-3-91,-5 3 0,-4 1 0,5 18 0,0 5 0,9 18 0,0 0 0,2 5 0,11 17 0,-1-1 0,19 28 0,1-1-319,-8-14 1,0 2 318,1 1 0,0 1 0,2 10 0,-1-1 0,-8-15 0,-1 1-118,1 12 0,-5-1-1008,-10 9-1058,-15 12 2184,-16-10 0,9-23 0,-1-10 0</inkml:trace>
  <inkml:trace contextRef="#ctx0" brushRef="#br0" timeOffset="16293">5697 9165 21433,'3'-2'3708,"0"1"-2083,-3 1-1469,56 9-128,-26-2-6,4-1 1,1 0 11,1-1-6,-6-3 11,16-11-5,-10-2 61,0-14-56,-19 5 51,-4-12 27,-9 2 46,-13-14 21,-5 10 40,-13 3-145,4 18 44,-9 6-11,3 10-17,-9 7-28,-9 21-89,11 7 28,4 4-23,16 7 28,14-4 3,10-9 0,5 0-31,1-5 0,3-2-162,9 5 0,4-3 179,0-10 0,0-3-5,19 6 38,6-11-33,-18-15 11,12-20 29,-14-9 44,-4-18-61,-15 12-23,-3-13 0,-4 3 0,-1 1 0,1 5 0,-1 20 0,-1 10 0,10 6 0,15 4 353,6 7-353,13 9 0,-8 12 0,-11-2 0,4 16 0,-6 12 0,-1 4-207,-15-25 0,0 0 207,5 14-11,1-7 11,-3-15 0,9-7 0,5-15 0,27-18 0,-1-10-438,-23 2 1,-1-2 437,7-17 0,-19 10 0,-3-4 0,-3-11 0,-3-3 0,0-3 0,-2-2-249,-3 12 0,-2-2 1,-1 2 248,-4-11 0,-2 4 4,1 12 1,-3 2-5,-5-6 0,-1 5 0,-4 2 0,-3-5 0,9 30 803,3 16-803,2 5 1234,-4 30-1234,4-2 0,0 5 0,0 5 0,1 3-477,1-7 0,2 3 1,0-1 476,2-2 0,0 0 0,2 0 0,2 3 0,1 1 0,1-2 0,2 10 0,3 0-415,3-5 0,4 3 0,-1-6-736,2-5 0,0-1-2815,8 13 1,0-3 3965,2-7 0,-16-24 0,-10-14 0</inkml:trace>
  <inkml:trace contextRef="#ctx0" brushRef="#br0" timeOffset="16643">7032 9519 14777,'-41'-37'1484,"-1"0"1,1 1-1,-7-9 1,7 3 1264,4-8-2441,35 21-185,21 5-73,5 9-19,8 6 0,5 3-20,-6 2 0,2 0-2,17 0 1,3 1-2,-6 2 1,0 0-15,1 0 1,-2 1-12,-1 0 0,-2-1 11,-3-1 1,-3-2 0,17-2 598,2-17-476,-31 1 1511,1-11-1225,-23 4 96,-11 3-91,-5 5 491,-4 5-899,4 6 120,4 6-120,1 6 0,0 10 0,-2 14 0,0 16 0,4 12-397,6 8 397,4-27 0,1-2 0,8 22-880,2-12 0,4-1-2464,-4-12 0,1-2 2692,4 9 0,0-3 0,1-1 0,-9-17 0</inkml:trace>
  <inkml:trace contextRef="#ctx0" brushRef="#br0" timeOffset="16817">7652 8838 24133,'22'31'-751,"-1"-1"1,3 3-1,-4-2 1</inkml:trace>
  <inkml:trace contextRef="#ctx0" brushRef="#br0" timeOffset="17500">8225 9157 27930,'-50'-21'108,"-1"1"1,5 3-1,5 12-74,-1 48-12,12 8-540,15 5 496,22 2-34,19-3 45,-4-28 0,4-4-6,2-1 0,3-3 14,0-4 0,0-4 31,27 2-5,-8-20 10,-10-14 85,-10-16-68,-11-10 12,-12-10-40,-15-5-165,1 29 0,-3 0 151,-2 1 1,-2 1-3,-11-19-34,3 16-62,8 18 205,4 19-462,5 16-271,2 16-346,7 9 149,5 5-759,8-4-488,10-6-503,8-9 331,11-10 1595,7-10 2017,1-13 1171,-5-11 38,-10-10-492,-9-4-594,-8 1-487,-9 5-426,-5 8-319,-5 8-79,-5 13-22,-4 10-56,-2 13-50,-1 8-40,3 3 0,5-2-10,6-5-1,5-6 34,6-6-12,4-9 6,6-7 6,7-17-21,8-11-24,-16 4 0,1-3-240,3-2 0,0-1 240,2-2 0,0 1 0,0 1 0,-1 1 0,-1 4 0,-1 2 0,23-4 0,-7 15 0,-4 22 0,-6 20-331,-18-7 0,-2 5-576,-3 9 0,-3 3 474,0 15 1,-2-2 0,-3-24 0,-1-2 0,0 1 0,0-1 0</inkml:trace>
  <inkml:trace contextRef="#ctx0" brushRef="#br0" timeOffset="18817">3873 10676 15681,'-3'-4'4487,"0"1"985,3 3-5231,14-22 207,-7 30-303,9-19 51,-10 48-39,-4 5-39,-4 17-74,-3-17 1,-2 1-28,-1-6 0,0-1-12,-1 0 1,-1-2 11,-10 23-6,4-24 45,-4 0-17,7-17 45,1-24-39,9-16-22,0-8 10,9-21 18,2 0-468,-2 17 1,1-1 447,1-3 0,-1-1 2,3-8 1,-1 1-32,-2 16 1,0 0 17,4-10 0,2 3 13,8 1-38,18-6 10,-10 21-5,32 12 11,-32 16-33,29 15-6,-23 11 31,-13 0 0,-2 3-6,-5-2 0,-2 1-682,-1 9 0,-3-1 696,-3 13-103,-4 7 86,-6-19 738,-3 5-720,0-21 10,0-13-5,3-24 1504,3-4-1521,-1-21 154,3-1-101,2 5 0,2-1-25,5-24-3,-1 23 0,1 2-2,6-7 10,6 3-33,4 17-11,2 5 11,7 11 0,-3 13-5,-6 4-12,8 14-140,-1 15-39,0 5-163,-16-17 1,-1 0-482,5 21 156,-5-11-1394,2 0-2643,-2-13 4721,6-1 0,-10-13 0,-1-6 0</inkml:trace>
  <inkml:trace contextRef="#ctx0" brushRef="#br0" timeOffset="20267">4825 10917 26194,'22'-30'148,"0"-1"1,18-14-93,-27 57-22,0-2 33,11 4 39,9-7-44,3 0-23,9-6-28,-8-8-5,-9-1 56,0-12-12,-10-3 34,1-23-6,-8 3 46,-9-8 27,-10 14-78,-2 12 111,-16 5-128,0 13-5,-14 3-34,3 14-6,0 10 6,8 1 16,-3 26-38,17-8 33,2 21 5,23-7-44,16-2-12,-5-27 1,3-1-1,5-2 1,2-3 17,21 8-18,-11-14 1,1-3 28,13-4-97,-17-4 0,0-3 108,13-10 0,-8-12 11,-8-4 11,-9-6 34,-9-4-23,-5-3 45,-3 2-16,-3 9 49,4-2-72,0 16 188,6-3-244,4 12 0,6 7-6,5 10 0,2 10-38,0 13 38,-4 9 6,-4 6-73,-4 2-128,-4-1-348,0-3-526,3-6-455,8-10-363,10-13-286,10-12 578,8-13 1270,4-7 477,-30 3 0,-1-2 1064,24-18 201,-9-8-89,-12-6-264,-11-4-223,-11-2-118,-10 2-168,-10 7-146,-7 11-156,-8 14-74,-7 14-78,-4 16-83,-1 15 32,3 16-44,6 9-45,7 7 56,10-1-102,8-5 91,12-5 6,9-10 33,8-9 17,5-12 45,2-12 78,1-15 406,-1-9-321,-4-10 10,-5-3-274,-4-1 0,-6 5 0,-3 6 0,-4 10 0,-4 6 0,-2 10 0,0 12 0,1 18 0,2 21 0,-1-17 0,-1 2-531,1 8 0,-1 2 531,1 7 0,-2 2-448,0-17 0,0 1 0,-1 1 448,0 1 0,0 0 0,-1 1 0,-2 0 0,-1 0 0,-2 0-435,-1-1 1,-2-1 0,-2-1 196,-10 17 0,-4-3 129,-3-8 0,-2-6 81,0-9 0,-1-6 28,-22 0 45,14-35 790,17-30-824,18 5 1,5-5 2,8-9 0,5-2 23,7-9 0,6-2-45,-4 17 1,3-1-1,1 1-214,4-1 1,2 0-1,1 1 199,2 1 1,1 0 0,0 2 10,0 1 1,1 1 0,-1 0-2,-1 2 0,-1 0 0,0 0-337,-3 2 1,0-1 0,-1 0 335,-2 1 1,0 1 0,-1 0-9,10-13 0,-1 1-73,-5 6 1,-2 1 116,-6 6 1,-3 2 38,5-12 979,-14 16-995,-13 15 1528,-6 8-1534,-6 12 1354,-4 6-1354,-1 10 247,2 7-286,5 5 17,5 4-12,8 2 6,12-3-16,13-4 5,12-11 11,5-9 6,2-12 0,-3-15-1,-5-10 29,-7-14 0,-9-6 5,-8-8 23,-8-2 45,-9 3 33,-6 6-28,-8 11-28,-8 12-22,-11 10-28,-9 15 5,-7 13-25,25-3 1,2 4-10,1 4 1,2 3-283,5 4 0,2 2 257,4 3 1,3 1-6,6 3 0,4 0-31,4 2 1,4-1-144,5 1 0,4-2-400,4 0 1,4-2-2973,3-2 1,2-3 3559,-2-5 0,-2-4 0,11 6 0,-19-16 0</inkml:trace>
  <inkml:trace contextRef="#ctx0" brushRef="#br0" timeOffset="21543">3655 13002 21339,'13'-41'900,"0"0"0,0 0 1,5-12-1,-9 10-586,-16 25 328,-16 25-418,-18 23-126,13-1 0,0 4-766,-6 9 0,1 5 679,9-12 0,0 1 1,1 2-12,0 1 0,2 1 0,1 0-9,-6 19 1,4 0-179,7-6 0,6 0 162,11-8 0,9-3-55,9-6 1,10-7 27,6-11 0,8-6 0,0-2 26,18-3 1,2-4-306,-20-3 1,1-1 0,-2-4 338,16-10 0,-6-6 3,-18-1 1,-2-3 203,3-6 1,-3-5-174,-8-4 0,-6-3-14,-5-4 0,-6-1 2,-5-6 1,-5 0-17,-6-3 0,-4 0-104,-6 1 0,-3 2 112,-5 4 0,-3 5 3,-1 6 1,-4 6-1102,-5 9 1,-1 5 1086,-15 0 299,21 19 0,1 7-270,-5 24-43,15-6 0,1 5 76,0 6 0,2 4-157,-2 18 0,2 0 8,6-17 1,2 1-175,-4 19 1,4 0-149,7-23 1,2-1 19,1 6 0,2 0 165,5-8 0,5-3 706,23 12-387,2-27-22,1-17 3280,-5-24-3039,-8-12 34,7-15-174,-16 22 0,0-2 72,3-4 1,-1 2 38,5-11-11,6-1 379,-14 35-529,7 7 158,2 19-254,17 29-28,-10-6-3,-4-6 1,1 1-474,12 16 473,-11-19 1,2 0-37,0-1 0,2-1-140,12 3 0,0-2 39,-14-10 0,2-1-274,13 3 0,0-3-746,11-7 345,-22-6 1,1-4-839,27-9 1242,-28-5 0,-1-4 786,16-25 17,-6-3 143,-25 15 1,-3 0 752,7-22-389,-8 14 1,-2-1 7,4-19-374,-6 3-325,-7 31 145,-2 9-196,0 10-107,0 15-5,-2 13 0,1 21-45,0-3 12,1 18-12,3-10 461,4 11-489,12-1 28,3-18 94,2-9-83,1-20 12,-5-12-1,9-10 57,8-20-40,-6-9-33,-14 11 0,-2-2 0,2-14 5,-4-17 40,-6 10-26,-4 16 1,-1 1-15,0-9-16,-7 1-23,1 31-118,-6 1-212,3 16-1176,0 14-930,6 6-6470,8 12 8923,5-11 0,-3-10 0,-2-9 0</inkml:trace>
  <inkml:trace contextRef="#ctx0" brushRef="#br0" timeOffset="21734">5313 13293 22268,'2'-3'5153,"0"0"-3903,-2 3-1250,34-27 0,-25 35 0,25-13 0,-35 46 0,-1 5-500,1 2-821,0-2-2365,4-3 3520,0-11 0,1-13 0,-3-11 0</inkml:trace>
  <inkml:trace contextRef="#ctx0" brushRef="#br0" timeOffset="21910">5687 13092 23310,'17'-19'0,"-4"4"0</inkml:trace>
  <inkml:trace contextRef="#ctx0" brushRef="#br0" timeOffset="22160">6144 13205 23450,'-3'-10'3478,"0"3"-2996,3 7-202,0 0-73,-72-8-95,31 22-98,-8-8 0,0 5-275,8 34 266,13 5-61,13 3-151,19-2-319,15-5-549,19-8-763,13-12-1887,10-11 3725,-25-12 0,-3-3 0,7 0 0,-6-4 0</inkml:trace>
  <inkml:trace contextRef="#ctx0" brushRef="#br0" timeOffset="22360">6500 13184 14342,'4'-11'4876,"5"-25"0,-1-6-3470,-5 3-941,4-6 0,-1 1 134,-9 14-330,1 15-185,-3 12-23,-4 17-22,-5 14-5,-8 19-31,10-17 0,0 2-162,-1 4 1,2 1 40,1 3 1,2 1-591,2 0 0,3 0-796,2-1 0,4-1 1504,5-2 0,2-3 0,0 5 0,7-12 0</inkml:trace>
  <inkml:trace contextRef="#ctx0" brushRef="#br0" timeOffset="22600">6710 13294 24195,'-18'-37'545,"-1"0"0,0 6 0,-3 10-85,-26 34-91,1 10-100,4 5-107,11 6-27,14 2-51,11 4-56,18 0-6,16 0-16,21-1-246,-17-21 1,3-2 9,5-1 1,1-1-1878,3-1 1,0-2 2106,-4-1 0,-3-1 0,12 2 0,-21-4 0</inkml:trace>
  <inkml:trace contextRef="#ctx0" brushRef="#br0" timeOffset="25017">2157 5635 19356,'20'-42'1174,"-1"0"1,0 0 0,7-15 0,-3 6-201,3-5-369,-10 20-364,-10 17-202,-7 19 12,-9 22 10,-9 22-50,4-12 1,-1 3-414,-1 6 1,1 2 337,1 3 0,3 2-234,2-1 1,4 2-493,5-2 1,6 0-2085,4-2 1,4-3 2873,3-7 0,1-5 0,8 8 0,-8-20 0</inkml:trace>
  <inkml:trace contextRef="#ctx0" brushRef="#br0" timeOffset="25193">2637 5625 19758,'57'-25'0,"-1"0"0,-11 6 0,0-1 0</inkml:trace>
  <inkml:trace contextRef="#ctx0" brushRef="#br0" timeOffset="25917">2254 7294 20873,'-3'-5'2398,"0"1"-948,3 4-1069,-24-64-174,18 41-157,-6-14 1,2 4-17,11 24-51,1 4 45,-1 4 6,-5 7-23,-6 5 11,-14 7-27,-12 3 38,-8-3 46,4-6 50,12-6-17,16-8-79,20-12 6,14-12-11,15-13-28,-14 17 0,1 0 14,1 2 0,0 1 3,22-10 6,-8 13-12,-8 14-17,-7 15 17,-6 17-16,-7 16-1,-12 15-171,-6-26 1,-4 1 164,-5 3 1,-5-1-437,-6 2 1,-3 0 463,-6 1 1,-4-2-628,-4 1 0,-3-1 605,-2 1 0,-1-2-2,2-4 0,1-2-52,5-5 0,3-5 79,8-6 1,2-5 333,-8-6-235,15-17 770,14-10-865,12-8 1349,14-2-1394,18 4-84,15 7-262,-18 13 1,1 3 76,6 1 0,2 2-258,3 2 0,1 2-575,3 0 1,0 1 1123,6 1 0,-4 0 0,6 2 0,-7-1 0</inkml:trace>
  <inkml:trace contextRef="#ctx0" brushRef="#br0" timeOffset="26077">2905 7535 21999,'-8'-3'3507,"2"1"-3211,-24-12 1,-5-4-34,12 3-257,-15-4 0,8-1-247,29 7-689,26 2-4083,27 3 5013,10 2 0,-17 4 0,-16 2 0</inkml:trace>
  <inkml:trace contextRef="#ctx0" brushRef="#br0" timeOffset="27284">2110 9041 21775,'26'29'1238,"-6"-7"-997,-16-15-124,-4-4 169,0 2 140,-5-1-191,-2 1-22,-7-2-6,0-1-95,2-3 140,-1-5 90,3-10-208,2-6-33,3-10-50,10-3-7,7-2-27,4 7-17,17-5 0,-8 18-33,11-1 21,-10 13 18,-1 12-12,-6 1 23,7 26-11,-12 1-6,4 20-34,-11-2-1178,-6 2 1217,-5-12-311,-12 8 300,-9-11 34,-11 5-28,-9-8 123,8-18-45,6-9 46,11-20-24,11-12 1018,1-3-1123,10-4 369,9 10-359,9 6 100,5 5-94,7 8-28,4 9 12,3 8-12,0 10-5,-3 4-34,-4 3-68,-10 1 18,-11 3-12,-17-1-44,-17 0-84,-17-4 27,3-9-593,-12-4-5451,3-12 6263,7-1 0,9-5 0,21-2 0</inkml:trace>
  <inkml:trace contextRef="#ctx0" brushRef="#br0" timeOffset="27493">2775 9280 26054,'43'-12'-262,"0"0"0,7-8 0,-17 20 1</inkml:trace>
  <inkml:trace contextRef="#ctx0" brushRef="#br0" timeOffset="28277">2200 10795 20263,'21'-56'1316,"-1"0"0,0 2 0,-5 8-884,-6 13-287,-2 8-10,-5 15-147,-2 7 68,-3 28 12,-11 29-63,5-16 1,-1 2-258,0-1 0,-2 0 255,-1 4 0,1-1-1,4-10 1,1 1 0,-1 4 0,3 1 2,4-4 1,3-3 39,11 8 11,4-13 50,16-24-16,4-19-11,18-14-9,-19 2 0,-2-3-823,-5 3 0,-1-1 789,-2 1 1,-3-1 159,8-23 455,-15 19-287,0-4-196,-8 18-145,-5 9-23,-3 11 16,-4 12 1779,-5 11-1789,-6 16-20,4-8 0,0 2-53,1-2 0,0 0-349,1 7 1,1-1 40,1 12-829,12 8-941,16-16-5664,19 4 7809,6-15 0,-13-15 0,-13-9 0</inkml:trace>
  <inkml:trace contextRef="#ctx0" brushRef="#br0" timeOffset="28427">2883 11012 21119,'-3'-3'3048,"1"0"-3071,2 3-3797,77-58 3820,-33 43 0,-1-16 0,-3 4 0,-16 25 0</inkml:trace>
  <inkml:trace contextRef="#ctx0" brushRef="#br0" timeOffset="29284">2382 12906 24995,'45'-39'919,"-13"8"-891,-46 32 17,-10 3-34,-2 0 12,-31 8-12,9-1-255,12-3 0,-1 0 252,5-1 1,1 0 13,-27 3 130,11-3-141,15-4-16,16 0 5,10 2 5,5 5-10,2 5 408,2 8-392,0-4 51,0 21-6,-2-9-23,0 17 1,-2-8-23,0-1-5,0-11 22,0 7-23,1-15 18,0 5 22,-2-12 27,1-6 63,-1-3 223,2-4-246,0-9-39,0-2-34,6-11-11,8-1-11,13-2-11,11 1 16,7 5-11,7 6-16,-2 6 5,-2 12-12,-6 7-4,-8 11-12,-9 4-62,-10 5-207,-11 2-448,-15 3-1434,-12 1-7652,-10-5 8112,8-10 1,7-11-1,13-9 1</inkml:trace>
  <inkml:trace contextRef="#ctx0" brushRef="#br0" timeOffset="29484">2539 13217 23915,'47'-10'85,"1"0"1,-4 0 0,-6 1-9917,-8-1 8042,-11 4 1,-6 2-1,-10 3 1</inkml:trace>
  <inkml:trace contextRef="#ctx0" brushRef="#br0" timeOffset="62759">17521 4841 24346,'-6'16'683,"0"16"-636,2 7 1,1 5-810,-1 1 1,-1 1 808,-1 1 1,-1 1-9,-1-2 1,-2 0-4,-1-3 1,-1-3 2,-7 19 658,-11-5-428,14-34 316,-4-1-372,11-30-112,5-18-57,2-7-10,4 5 0,2-4-1,1 1 1,0-3-388,2-3 0,1-3 0,0 0 385,2-15 0,1-1-13,-3 12 1,0-2 0,0 4-14,0-2 1,-1 3 2,2-9 1,0 1 2,1 6 0,2 1-39,-1 4 0,3 2-48,2 2 0,4 5 48,19 7 22,9 18 12,-6 11-9,-9 8 0,0 5-8,1 6 2,4 7 1,0 4-6,-16-10 0,-2 1-209,9 11 1,-2 0 216,5 13-16,-13 11 44,-28-2-28,-15 1 6,1-28 0,-4-2 14,-4-7 0,-2-3-2,-21 8 4,21-15 1,1-2 1170,-10-3-1075,-1-12-95,22-2 33,20-24-44,12 14 754,22-15-788,19 13 28,3 5-92,-21 9 1,-1 5 79,19 14 12,-4 14 0,-12 2-16,3 18 16,-12-2-3,-13-10 0,-2 0-3,3 13 269,-14-16 1,-5-2-264,-16 4 11,-18 6 0,0-14-47,-8-13 0,-4-3-323,-11-6-1259,11-4 1,2-4-1312,4-11 2295,11-13 1,26 20 0,3 1-1</inkml:trace>
  <inkml:trace contextRef="#ctx0" brushRef="#br0" timeOffset="63209">19755 4621 23366,'-8'-1'1534,"1"1"-1293,7 0-112,0 0-40,59-77-910,-26 59 1,3 1 801,5-12 1,3-6-1,2 8-73,-5 14 1,1 6 0,0 1-290,19-3 0,-2 2-923,-7 3 0,-1 1 1304,-7 2 0,-5 1 0,4 1 0,-16 1 0</inkml:trace>
  <inkml:trace contextRef="#ctx0" brushRef="#br0" timeOffset="63526">20081 4559 20285,'-6'0'3910,"2"0"-2672,4 0-1126,-22 30-67,26-3-40,-11 34-122,31-5-77,-12-23 1,0 2-544,-3 3 1,-2 2 145,-2 4 1,-3 1-88,-5 2 0,-4 0 311,-4 0 0,-4 0 434,-3-3 1,-5-3 304,0-5 1,-3-4 158,1-6 0,0-3 790,-19 5-239,13-15-281,12-12-264,12-7-251,11-6 537,15-8-800,24-7-40,-9 10 0,3-1-765,12-3 0,3-1 162,-12 7 0,3 0 0,0-1 620,9-2 0,1 0 0,-5 2 0,-3 1 0,-3 2 0,-3 0 0,1 1 0</inkml:trace>
  <inkml:trace contextRef="#ctx0" brushRef="#br0" timeOffset="64435">23108 4541 26127,'43'22'140,"0"0"0,-5 1 0,-8 6-112,-20 15 0,-8 4-546,2-16 1,-2 0 528,-3 14 1,-4-1 49,-6 9 147,2-24 1,-3 0-8,-19 22-10,4-24 94,2-9-106,9-26-44,8-15-46,1-19-33,4-16-22,6 22 0,1-2 133,1-3 0,1-1-162,3-2 1,1-1-249,1 1 1,1 0 261,2 2 1,2 1-23,1 3 1,2 1 7,0 5 1,4 3-12,4 3 1,1 5 5,11-2-34,15 13 29,-16 18 27,10 9-33,-22 1 0,-1 4-6,14 23 17,-9 2-50,-14 4 16,-12-8-11,-7 13 248,-11-5-175,-17-2-22,7-20 557,-9-6-529,17-20 30,-1-10-30,8-12-18,14-30-4,5 10 4,4 4 1,4 0 22,21-13-133,-12 18 0,3 1 116,7 1 0,1 3 0,-5 6 1,0 4-4,4 1 1,-1 3-8,9 5 27,9 14-34,-10 10-5,-17-3 0,0 4-8,3 12 0,-4 5-155,-7 1 1,-4 2-564,2 1 0,-7 1-3072,-13 9 1,-8 0 3293,1-14 0,-1-2 0,-1-3 0,1-3 1,-5 6-1</inkml:trace>
  <inkml:trace contextRef="#ctx0" brushRef="#br0" timeOffset="65509">25056 4901 23023,'60'8'84,"0"0"1,0 0 0,-11-3 0,0-1 0,1 0 0,0-3-81,3-2 0,1-2 1,0-1-1,0 0-1279,3 0 0,1 0 1,-1-1-1,1 0 1251,-2 0 0,1 0 1,-2-1-1,0 0-2,-5 0 1,-1-1 0,-2 0 0,-1 0 164,6-3 0,-2 0 0,-4-2-86,7-5 0,-9-3 1030,5-21-921,-51-2 130,-44-1-368,5 22 1,-5 2 422,-11 0 1,-4 3 268,17 5 1,-1 1 0,1 1-444,0 0 1,0 2 0,1-1 5,-13-1 1,4 2 336,13 1 0,5 2-460,-1 0-17,38 5-6,34 9-22,-3-1 1,5 2-59,12 3 1,3 3 51,-12-3 1,1 2 0,1 0-3,1 1 1,1 2 0,-2 1-1,0 2 1,-1 0 0,-2 3-10,12 10 1,-6 4-6,-10-1 0,-8 2 476,-12-2 0,-8 1-482,-13-1 1,-9-2-68,-8 0 0,-7-3-185,-8-1 0,-3-4-546,-3-1 0,-1-2 815,0-3 0,2-2 0,-4 1 0,12-5 0</inkml:trace>
  <inkml:trace contextRef="#ctx0" brushRef="#br0" timeOffset="66242">27895 4521 24155,'31'-33'397,"0"-1"1,-2 2 0,-15 8-179,-34 20 33,-39 12-171,25 1 1,-2 2-1256,-13 6 1,0 3 1195,15-4 1,1 2-4,-5 5 1,5 2 403,-3 17-434,9 11 22,35-21 0,9 0-6,5-3 1,5-3-171,4 1 0,4-1 165,10-1 0,2-1-6,-7-5 1,2 2 1,-4-2 0,2 2 0,-3-1-4,5 4 0,-3 1 5,-2 1 0,-9 1 25,-15 10 1790,-22-11-1812,-39 1 0,15-16 0,-4-2-213,-13 2 1,-5-1 213,9-4 1,-4-2 0,3 0-501,-14 0 0,3-1 451,3-2 1,3-3-281,16-2 1,7-5-2636,6-17 2963,11-6 0,11 9 0,8 7 0</inkml:trace>
  <inkml:trace contextRef="#ctx0" brushRef="#br0" timeOffset="66952">28554 4268 24071,'0'-5'2538,"0"1"-1950,0 4-521,-31 54-56,32 8-1012,-10-3 0,2 1 1001,14-15 0,4 0 0,2 10 0,-1 3-429,-2 0 1,0 2 240,-1-2 0,-1 1-533,-2 4 0,-1-2-33,-3-18 1,-1-5-367,-4 15-1972,-4-8-1826,-11-29 4145,3-5 2317,-18-34 42,14-10-539,-4-10 1149,7-7-259,10 5-931,3 12 0,1 0-586,2-10 1422,11-16-1742,7 31-88,16-8-68,12 13 238,-17 14 0,3 2-294,5 1 0,2 1-48,1 1 1,1 1 27,-1 0 1,-1 1 75,-3-1 0,-2 1 39,13-2 162,-2-3-33,-29 2 308,2-6-140,-23 3-134,-2-2 386,-24 0-139,4 5-63,-15-1 361,6 12-517,1 6-140,9 5 10,-7 20-49,20-7-6,-3 15 16,21-10 23,9-4-50,10-9-1,4-11 63,4-11-1,3-14 6,3-11 50,2-11 90,-3-7-73,-10 10 240,4-13-105,-15 22-57,3-4-117,-12 18-39,-5 11-23,-2 11-17,-1 3-83,-1 27-247,2-3-555,3 19-879,6-8 202,3-12 1568,13 8 0,-16-30 0,6 6 0</inkml:trace>
  <inkml:trace contextRef="#ctx0" brushRef="#br0" timeOffset="67484">29675 4337 20414,'-1'-7'4777,"1"2"-3886,0 5-84,0 0-578,3-4-83,-1 39-28,1 10-82,-2-4 0,-1 4-369,0-2 1,0 0 340,0 1 0,0-2 12,1-3 0,0-1-89,0-3 0,1-2 108,2 21-33,-1-16 33,-1-16 90,-1-13-11,1-10 575,1-12-687,2-13 210,3-13-155,3-12-16,3-7 0,6 0-34,7 8-3,1 26 1,7 7-20,-2 8 0,3 5-12,10 6 1,-1 9 22,-6 16 0,-7 8 0,-9 4 0,-7 3 0,-6-5 0,-6 0-6,-11 1 1,-8-3 5,-29 5 8,11-17 0,-3-2-389,-6-5 1,-2-4 391,-1-3 0,0-3-33,3-6 0,1-3-129,7-2 0,3-5-683,-7-20-1743,27-10 2577,31-10 0,-6 22 0,8 2 0</inkml:trace>
  <inkml:trace contextRef="#ctx0" brushRef="#br0" timeOffset="68192">30369 4888 26967,'13'-51'166,"1"-1"0,0 1 1,4 3-137,2 11 1,2 1-674,1-7 0,0-2 640,-2-5 0,0-3-452,-2-3 0,-1-2 480,-3 1 1,-3 1-1,-2 4 0,-3 2 6,-2 8 0,-2 4 568,-3-16-560,-3 23-11,-3 19-6,-1 14 603,-3 18-586,-4 17-17,-3 22 93,9-20 0,0 1-127,1 8 1,2 1-6,0 6 1,2 1-626,1 3 1,2 0 492,2 1 1,3-1-202,1-2 0,1-1-500,3-5 1,1-3-101,1-6 1,1-3-1718,16 17-150,7-27 1434,7-26 1517,6-24 705,-22 2 1,-1-4 137,1-6 1,-2-2 383,1-3 1,-2-2-522,-1 1 0,-2-1-199,-3 5 1,-2 2 784,6-16-827,-11 18-302,-15 13-151,-8 12 187,-8 10-311,-2 8 590,5 11-618,8 7 6,14 4-22,11 2-34,13-6 17,4-7 16,3-12 29,-4-13 11,-3-15-6,-5-13 17,-5-11 39,-8-4 45,-11-1 51,-14 4 145,-22 4-202,7 15 56,-20 4-72,21 19-45,-5 8-12,8 14-5,9 13-11,8 11-11,13 8-242,2-26 1,3 0 207,4 0 0,2 0-129,1-1 0,2-1-465,-1-3 1,1-1 621,15 17 0,-16-21 0,-5-8 0</inkml:trace>
  <inkml:trace contextRef="#ctx0" brushRef="#br0" timeOffset="70001">17340 6767 22083,'6'-59'1097,"0"1"1,1 2 0,0 7-56,-1 13-935,0 12-208,-4 19 112,2 27 6,-1 6 0,2 3 0,1 6-9,0 15 0,-1 4-1035,-1 4 0,0 3 993,-1-12 1,0 2 0,-2-1-50,-2-6 1,-2 0 0,0-3-22,0 9 1,-1 0-161,-6 8 1,-3-1-109,-3-10 0,-1-4 408,0-4 0,-2-5 48,-3-5 0,-2-11 62,-17-30 56,-5-32-79,20 9 1,2-3-189,4 5 1,0-2 276,-7-18 1,0 0-65,11 20 1,0 1-9,-5-10 0,0 2 51,-2 4 1252,8 18-1364,-1 19 733,5 18-779,1 16-16,6 15-11,15 5-6,4-10-3,4-20 0,6-1-474,14-2 0,5-3 463,4 0 0,4-3-347,-9-5 0,3-2 0,-1-2 131,16-2 1,-4-4-26,-13-1 0,0-3-4319,7-3 1,-5-2 4573,-3-3 0,2-3 0,-34 8 0</inkml:trace>
  <inkml:trace contextRef="#ctx0" brushRef="#br0" timeOffset="71001">17006 8533 25830,'22'-36'390,"-1"0"0,0 3 1,-8 10-419,-14 22 0,-1 15 39,-1 16-5,-2 21-12,1-18 0,1 1-269,-1 4 0,-1 1 277,0 1 1,0-1 2,-1-2 1,0-1 17,-5 25-12,1-16 79,3-16 83,1-15-50,0-16-72,-3-18 572,-2-17-555,-3-18-49,7 21 1,1-1-253,0-4 0,1 0 261,2 0 0,0 0-14,2 2 0,3 0 0,2 5 0,3 0 20,16-23-40,12 11-28,11 12-255,9 13 300,6 10-3,-30 10 1,1 3-9,0 3 0,-1 3-17,-2 4 0,-2 4-17,-2 3 1,-3 4 5,-4 2 0,-4 3 5,-4 2 1,-5 1 11,-6 2 0,-6 1 2,-4-1 1,-5 0 2,-5-1 1,-5-3-1,-2-2 1,-2-3 16,0-4 0,0-4 28,-25 7-23,8-13 40,8-15 478,10-11-478,10-11-17,9-5-22,14-1 302,11 1-308,10 7 21,8 8-37,5 10-18,5 14-5,6 11-282,2 10 299,-24-11 0,-2 0-28,24 21-34,-9 1 23,-11 0-29,-15-2-33,-18-2-117,-18-2-231,-19-5-408,-11-9-644,-3-9-1810,6-13 2684,12-7 1,16 1 0,11 0 0</inkml:trace>
  <inkml:trace contextRef="#ctx0" brushRef="#br0" timeOffset="71358">17883 8578 26203,'-14'60'5,"0"0"1,3-5 0,6-7 28,20-8 231,10-9-114,8-8 163,-1-12 22,0-8-14,-5-15-98,-2-9 92,-6-13-159,-5-6-95,-6-5-23,-4-2-17,-2 4-72,-1 9-286,-1 13-683,0 10-875,0 10-3745,0 10 5639,3 2 0,-2 0 0,1-3 0</inkml:trace>
  <inkml:trace contextRef="#ctx0" brushRef="#br0" timeOffset="71841">18437 8470 25124,'8'-48'954,"1"0"0,-2 6 0,-1 9-730,-4 15-212,0 11-35,0 11 46,7 14 10,7 21-36,-3-1 1,0 3-1,-4-10 0,0 1-411,3 20 1,-3 2 413,-6-16 0,-1 0-22,1 10 0,-1-1-26,-1-4 0,-1-1-136,0-3 1,0-4 183,0 6 17,1-9 89,-1-28-16,3-11-40,0-14 68,6-29-96,-3 12 6,9-22-56,-2 24 802,6-5-774,2 11 0,8 13 0,-8 10 308,17 15-347,-6 12 17,12 12 33,-2 8-42,-21-13 0,-2 2 14,5 19 23,-8-2-6,-23-8-17,-15-12 17,-20 3 0,-14-9 5,24-13 1,-1-3-45,-1-3 0,1-3-263,-28-8-706,14-7-1955,21-9 2963,26-6 0,2 14 0,12 0 0</inkml:trace>
  <inkml:trace contextRef="#ctx0" brushRef="#br0" timeOffset="72317">19337 8232 28076,'-1'52'52,"1"0"0,-1 8 1,1 0-48,0-18 1,0 2-732,0-2 0,-1 3 1,0-2 722,0 11 0,0-3-8,-2 6 0,0-5 27,0 5 680,-1-8-623,3-25 11,-1-7 515,4-20-599,2-19 0,1-7 0,5-24 0,2 4 0,0 13 0,1 0 0,13-20 1164,1 11-1164,11 16 0,-16 20 0,23 1 0,-9 17 0,11 11 0,1 13 0,-4 10 0,-7 3 0,-11 2 0,-12-3 0,-21-2-35,-22-8-16,-8-20 1,-5-4-133,11-3 0,-2-2 91,-20-3 0,-1-5-102,19-3 1,2-3-462,-5-2 0,2-3 655,-12-21 0,24 14 0,18 1 0</inkml:trace>
  <inkml:trace contextRef="#ctx0" brushRef="#br0" timeOffset="73041">19970 9093 27320,'19'-58'112,"0"1"0,-1-1 0,-2 0-51,-4-4 1,-1 2-745,-4 16 0,0-1 696,-2-1 0,1-3 0,-2 4 15,-2 1 0,0 2 33,0-5 1,-1 0 264,-2 7 0,-1 5-191,-2-5 200,-1 14-324,2 21-55,2 4 10,-1 9 750,-1 31-705,0 18-6,0-12 1,2 2-460,-1-9 0,1 0 373,-1 14 0,2 0-93,2-9 0,2 0-162,3 9 0,3 0-235,5-3 0,6-4-625,11 0 0,4-4 779,-11-15 0,1-3-239,11 1 1,1-7 134,6-13 1137,17-21 426,-15-11-984,-22 5 0,-2-1 558,2-12 477,0-6-124,-10 11 1001,3-3-1461,-8 14-290,-4 8-175,-4 11 1236,-1 1-1274,6 9-12,6-1-16,12 7-1,8-5 23,-4-4 17,8-4 45,-12-7-33,7-12-29,-12-11 0,-6-16 0,-9 8 0,-9-6 0,-8 13 0,-7 6 0,-6 9 0,-2 20 0,4 3 0,-8 18 0,7 8 0,10-4 0,1 3 0,5-4 0,3 2-179,4 7 0,6-1 179,7-5 0,4-3 0,18 22-71,-2-22 1,5-1-1171,6-1 1,1-1-3676,-2-4 1,-2 0 3866,-1-3 1,-4-3-1,-7-6 1,-21-9 0</inkml:trace>
  <inkml:trace contextRef="#ctx0" brushRef="#br0" timeOffset="73674">20458 3151 21959,'-1'-9'3911,"1"2"-3234,0 7-425,0 0-263,-3-34 17,3 37-18,-3-8-88,2 55-52,-1-17 1,0 2-543,-1 2 0,-1 0-488,0 1 0,0-1-2921,1-2 0,1-2 3297,-1 18 1,2-21 0,1-18 0</inkml:trace>
  <inkml:trace contextRef="#ctx0" brushRef="#br0" timeOffset="74007">20500 3203 18268,'-13'-54'2020,"0"-1"0,2 13 1,-5 6-1579,-20 8-296,6 26 89,-16 15-95,2 9-95,17-5 0,-1 2-9,-3 7 1,0 2-23,6-3 0,2 0-9,1 0 1,1-1 22,-13 20-11,9-14 95,-3 1 387,3-11-23,10-14-129,4-18-213,8-6 101,12-22-50,10-6-82,6 9 1,4 0-73,1 5 0,3 2-367,8-4 1,2 4 346,-13 13 0,0 3 3,6 1 0,0 4-238,22 2 190,-13 10 0,1 3-67,-8 2 1,0 3-936,6 6 0,-3 3 241,10 11-3084,-23-8 0,-2 0 3224,4 10 0,-4-5 1,-14-12-1</inkml:trace>
  <inkml:trace contextRef="#ctx0" brushRef="#br0" timeOffset="76409">19301 1275 32767,'50'-23'0,"0"0"0,1 0 0,-1 2 0,0 1 0,-1 4 0,12 6 0,-2 5 0,1-1 0,-2 1 0,-5 2 0,-4 0-573,-9 1 1,-5 1 0,5 0 0,-22 1 0</inkml:trace>
  <inkml:trace contextRef="#ctx0" brushRef="#br0" timeOffset="77375">19597 1197 23450,'16'50'50,"-1"1"0,-2-1 1,-1-3-132,-3-12 0,-3-1-639,-3 3 0,-3 1 404,-4 2 0,-4-1 4,-4 1 1,-2 0 171,-2-4 0,-2-1 182,1-5 0,0-4 767,-8 9-209,11-22 59,13-25-223,13-16-133,14-14-141,13-5-261,-15 22 1,3 2 112,2 0 0,2 2-31,2 0 0,1 3-5,3 0 0,2 2-62,-1 1 1,1 1 24,0 1 0,-2 1 20,-2 1 0,-3 0 44,20-9 51,-18 1 51,-16 0 33,-10 2 340,-8 3-150,-5 2 752,-2 4-678,-3 2-230,1 3-113,2 5-27,1 9-6,0 9 11,2 12-11,2 6-11,1 5 0,1 0-12,0-2-5,0-3 6,1-8 28,0-11 134,3-9 16,2-14-66,6-12-6,6-13 22,8-13-27,4-6-23,3-1-11,2 7-62,0 9-11,-3 13 5,-1 12 7,-2 14-18,-2 11 12,-1 12-1,-5 7 1,-3 4-6,-3 1-23,-1-1 18,2-5 5,2-9 5,3-11 46,5-10-12,3-16 11,2-10 62,-1-15 34,-2-7 5,-5-7-294,-4-1 317,-4-4-40,-4 4-5,-2 2-28,0 7-17,-1 10-28,-2 9-56,-1 11-17,-4 7 334,1 11-312,0 8 18,0 12-23,3 12 5,1 8 40,4 6-51,9 3-44,12-2-236,-9-27 1,4-2 282,4 0 0,2-2-25,3-2 0,0 0-14,-3-3 0,-2 0-47,16 10 44,-22-7 28,-21-5 6,-28-5 11,-22-3-48,15-5 1,-1-1-177,-1-4 0,1-2-1159,-23-9-4275,20-12 5658,19-1 0,11 8 0,6 8 0</inkml:trace>
  <inkml:trace contextRef="#ctx0" brushRef="#br0" timeOffset="78175">21400 1434 23856,'-2'5'2264,"0"-2"-634,2-3-1688,37-3 4,-9-2-7,31-5 50,-23-3 10,-5-4-98,-7-4 76,-8-1 90,-8-2 6,-10 4-11,-9 2-29,-10 4-27,-6 4-17,-3 5 28,1 4 16,5 7-22,6 6 12,4 9-18,6 8-5,5 15-11,4-12-28,11 15 5,8-16 1,11 8 5,10-4 30,-14-17 1,2-4-8,20 5 10,-4-7 23,-11-16 17,-11-5 6,4-8 21,-5-7 12,-3-4-22,-2-2-23,0 2 34,2 5-51,1 8-44,3 6 16,13 12-22,-10 2-11,13 14 6,-13 3 27,5 10-16,-3 5 27,-3-1 12,1 1-17,-8-15-6,8-2 1,-5-17 10,10-11 27,-6-19 0,1-13 0,-4 2-4,-3 2 0,-3-4-829,5-15 1,1-8-1,-6 5 837,-12 6 1,-4 3-12,1-11 1,-1 2-25,-1 21 1,0 3 56,-2-1 1,0 4 59,-3-1-72,0 6-46,1 16 0,0 19 2492,1 4-2492,-1 30 0,3 10 0,1-14 0,0 1-182,1 5 1,3 3 113,3 13 1,3 2-735,3-7 0,3-1 701,0 0 1,4-2-217,8-1 1,4-5-250,-2-10 1,2-2-873,7 6 1,3-1 1437,0-4 0,-3-6 0,7 4 0,-12-11 0</inkml:trace>
  <inkml:trace contextRef="#ctx0" brushRef="#br0" timeOffset="78525">22344 1602 19994,'-6'-5'3484,"2"2"-2963,4 3-460,18-60 1,18 41-62,-6-13 0,6 1-31,14 24 0,4 8-747,-7-2 0,1 0 744,8 0 0,-1 0 14,-13-1 1,-3 0 19,19-2 525,-4-11-329,-22-14 300,-6-5-59,-12-13 168,-19 7-274,-2 10 1044,-7-1-837,5 13 22,0 1-454,4 8-83,3 8-29,2 6 12,2 15-6,4 15-6,1-1 1,2 3-23,1-2 0,1 2-1034,4 8 1,0-1 759,7 15-261,-8-26 0,1 1-8818,12 20 9381,-4-8 0,-5-13 0,-13-25 0</inkml:trace>
  <inkml:trace contextRef="#ctx0" brushRef="#br0" timeOffset="78692">23156 1096 19148,'30'28'0,"-5"-6"0</inkml:trace>
  <inkml:trace contextRef="#ctx0" brushRef="#br0" timeOffset="79065">23722 1296 26790,'-55'-11'15,"0"0"0,5 4 0,9 11-10,18 35 1,13-5 0,4 0-34,7 13-6,3-14 0,4 0-50,23 12 0,16-8 62,9-12 28,0-12 72,-6-17 56,-13-14 106,-14-15-78,-12-14-89,-16-9-37,-2 23 1,-3 1-218,-2-2 1,-3 0 211,1 2 0,-2 2-14,-11-17 41,7 16-232,9 19-147,5 17-413,5 15-829,8 15-1568,6 9 3131,14 5 0,-11-23 0,0-4 0</inkml:trace>
  <inkml:trace contextRef="#ctx0" brushRef="#br0" timeOffset="79375">24065 1385 25942,'10'-37'140,"-1"18"-145,-14 64 16,3 2 6,8-1 0,5-6 11,7-7 78,3-10 112,0-12 12,2-11 28,5-13 44,7-11 62,6-10-514,7-7 237,-23 20 0,2 1-20,0 1 0,0 1 6,29-11-205,-4 13 121,-5 12-50,-3 16-298,-3 18-1696,-4 21 2055,-10 4 0,-12-17 0,-11-14 0</inkml:trace>
  <inkml:trace contextRef="#ctx0" brushRef="#br0" timeOffset="80442">23694 6121 21359,'8'-54'666,"0"1"1,0-1-1,-1 6 1,-1 1-1,-1 3-64,-1-6 1,-1 4-1484,-3-9 1016,-2 17 448,-2 29-578,3 18 302,0 16-307,2 5 0,-1 5-6,2 3 1,0 0-164,0 3 1,0 1 154,1 6 0,-1 0-95,-1-6 1,-2 1 72,-3 10 0,-3 1-9,-1-3 0,-6-1-22,-9 1 0,-4-5 64,2-12 0,-2-4-79,0-4 1,0-5 76,-24-10 55,14-26 29,-4-17-7,21 0 1,4-5 5,4 3 1,2 0-26,1-1 0,1 0 222,2-24 145,2 21-314,2 8-11,-2 11-83,3 23 376,0 3-343,3 22-6,8 8 6,10 15 16,4-20 1,5-1-37,2-5 0,2-1 287,1-2 1,2-2-305,7-4 1,0-3-12,-8-6 0,1-1-182,15 0 0,0-2-386,-13-4 0,-1-3-2487,0-1 0,-3-2 3058,0-7 0,-18 3 0,-10 4 0</inkml:trace>
  <inkml:trace contextRef="#ctx0" brushRef="#br0" timeOffset="81715">23395 7901 22060,'4'-45'934,"1"0"0,-1 1 0,1-13 1,-1 10-297,1 18-335,-2 17-259,-1 3-4,-1 25-18,0 11-5,0 10-12,1 17 1,0-2-3,-1-20 0,0 1 2,0 4 1,0-1 16,-2 14 45,-4-8-16,0-27 61,-4-10-56,0-14 22,-7-20-16,4-11-12,1-20-400,8 13 369,3 14 1,3 1 19,8-20-31,-2 20 1,3 1 2,7-2 1,4 2-4,-1 8 0,2 2-19,24-15 0,8 21 11,-8 15-3,-17 5 0,1 4 3,3 9 0,-2 6-17,-7 1 1,-2 2 10,-2 1 1,-4 1-1,-6 5 0,-5-1-27,-2 21 24,-3-21 1,-3 0-14,-6 27 27,-1-23 51,-3-11 350,6-20-372,0-17-6,2-10 34,5-33-18,5-6-404,-1 22 0,1 0 393,5-14-1565,-2 19 1,0 4 1553,0 3-16,11-10-34,1 30 5,6 11 18,2 5-46,12 17-44,-3 4-90,-9-6 0,0 1-39,9 13-426,-11-5 1,-4 0-259,-8-3-2962,7 24 3870,-16-31 0,-1-3 0,-4-11 0</inkml:trace>
  <inkml:trace contextRef="#ctx0" brushRef="#br0" timeOffset="82941">24633 7879 26822,'50'-25'48,"0"0"1,-5 1-1,-5 4 31,-6 4 38,-6-5-66,-12 1 77,-5-18-44,-10 10-28,-5-11 34,-10 15-23,-5 8-16,-5 9-1,0 7-33,0 9 22,-1 10-28,1 12-22,1 9 17,5 7-34,7-7 28,10 23 0,15-23-20,-1-11 0,3-1 9,29 10-22,9-10 16,-7-10 11,-12-13 1,0-2-35,1-5 51,0-5 1,-1-4 33,-2-13 11,7-19 11,-20-4-39,-9 7 78,-5-19-55,-2 24 5,1-11-6,3 18-22,5 6 0,6 5-11,0 7-12,13 4-21,-10 9 10,10 6 6,-8 10-17,-8 1-28,8 26 6,-9-7-78,7 20-135,-4-9-269,2-4-392,2-8-504,2-9-515,4-9-315,5-9 584,5-8 1242,6-10 893,2-6 659,0-10 369,-3-7-37,-5-8-214,-5-7-241,-7-2-218,-9 1-185,-9 6-146,-8 8-185,-8 8-151,-6 10-67,-6 8-44,-3 10-7,0 10-10,-1 10-1,4 10 0,4 4 6,6 2 6,9-1-6,9-6 17,5-8 28,5-9 50,0-8 84,-2-5 84,-2-6-5,-2 0-156,-3-1-102,-4 2 0,2 2 0,1 9 0,6 10 0,4 15 0,4 17 0,-10-19 0,-2 3-438,1 4 1,-2 3 437,1 5 0,-1 2 0,-1 3 0,-1 1 0,-1 2 0,0 2-18,-2 0 1,-2 0-56,-1-2 0,-4-3 28,-2-6 1,-4-3 29,-2-11 0,-5-4 15,-22 4-17,-3-30 45,3-21 22,10-24-44,19 13 0,5-3-361,5-6 1,7-1 359,7-6 1,7 0-308,9-4 1,6 2 267,-6 14 1,2 1-1,3 1-9,2 0 0,3 0 1,1 2 15,0 0 1,2 1 0,-1 0 13,0 2 0,0 1 0,-1-1 13,-4 3 0,0 0 0,-2-1-238,13-9 0,-5 0 260,-7 4 1,-6 0-76,-7 4 0,-5-1 126,0-17 587,-24 6-587,-15 6 1393,-14 8-1405,-4 9 623,1 9-649,2 14-35,1 18 0,2 21-183,18-16 0,1 3 183,3 4 0,3 1-12,6 2 0,6 0-55,5 1 0,6-1-115,9 0 0,5-2-440,8-2 1,6-3 621,10-2 0,-1-4 0,-20-11 0,-3-3 0,29 7 0</inkml:trace>
  <inkml:trace contextRef="#ctx0" brushRef="#br0" timeOffset="91899">18090 12404 18756,'-5'1'4246,"1"0"-2561,4-1-1259,-62-46-286,31 34-193,-17-13 0,-6 5 170,12 24 1,2 7-345,-1-2 1,1 3 240,-5 4 0,5 5-14,-6 17 11,23-6 6,22 19-12,25-15-2,-1-10 0,4-1-362,8-3 1,4-3 358,4 0 0,1 0-6,1 1 1,-1 1-9,-2-1 0,-2 1 11,-5-1 1,-2 2 198,14 18-123,-24-2 50,-37-4-39,-37-2-6,22-19 1,-4-2-36,-10 0 0,-7-2 0,2 0-525,-7-1 0,-1-2 504,5 0 1,-4 0 0,4-1-21,-5-2 1,5 0-107,12-1 1,3-2-1015,-6-5 1118,27-4 0,12 3 0,8-2 0</inkml:trace>
  <inkml:trace contextRef="#ctx0" brushRef="#br0" timeOffset="92573">19590 12691 21898,'4'-55'1277,"0"-1"0,-3 6 1,-2 6-858,-13-4-191,-16 15-134,-21 15-505,16 15 0,-3 5 454,-6 7 1,-1 4-543,-4 5 0,1 6 517,0 6 1,3 5-3,3 3 0,3 5-17,6 2 0,6 4-3,5-2 0,8 2-5,5-1 0,9-2-73,9-3 0,8-4 67,8-3 0,7-5 8,9-4 1,6-6 7,6-4 1,3-4-487,3-4 1,1-4 486,-1-4 0,0-5 19,-5-4 1,-1-5 7,-7-4 1,-3-5 78,-6-3 1,-5-5-43,-7-3 0,-5-2-22,-5-3 0,-6-2 116,-8-3 1,-7-1-148,-6-1 0,-7 0-3,-6-1 0,-5 3-5,-5 4 0,-4 3-6,0 7 0,-2 5-12,1 7 1,-1 5 183,5 8 1,0 4-296,-23 15-235,16 15-863,17 14-85,14-4 1306,13-1 0,2-1 0,-1-12 0,7 22 0</inkml:trace>
  <inkml:trace contextRef="#ctx0" brushRef="#br0" timeOffset="92773">19356 12937 22565,'-2'-6'3904,"1"1"-2913,1 5-829,27-60-61,7 49-40,1-12 1,2 5-3,2 32 0,-1 12-805,5 4 1,-1 6 750,1 6 1,-2 4-6,-13-13 0,0 1 0,-1 1-116,1 2 0,1 1 1,-1 1-612,1 0 1,0 1 0,1 0 726,1 3 0,0 1 0,-2-4 0,-3-4 0,-2-2 0,-5-5 0,1 0 0</inkml:trace>
  <inkml:trace contextRef="#ctx0" brushRef="#br0" timeOffset="98132">21569 12635 21958,'-43'16'40,"0"0"1,0-1-1,-11 3 1,13 0 54,24 1 587,27-6-285,23-3-280,1-4 1,9-1-1056,11-3 0,9 0 0,1-2 939,-14-1 1,0 0-1,1-1 1,0 0 0,3 1 1,0-1 0,1-1 0,1 0-10,1 0 0,2-1 0,-2-1 0,-2 1-5,2-1 1,-2 0 0,0 0 3,7-1 1,1 0 0,-3-1-573,-11 0 1,-2 0 0,-5 0 598,-3 2 1,-10-4 105,-17-10-114,-37 11 11,-11 0 1,-7 2-302,-2 1 0,-3 1 402,6 1 0,-1 0 1,-3 0 137,-8-1 1,-1 0-1,1 1-48,-8-2 0,3 0-135,4 0 1,7 0 1524,2-2-1608,33 4 2855,20 2-2822,30 7-11,0 0 0,3-1-288,-2 1 0,3 2 274,-1-1 1,4 0 0,-2 2 46,12 3 1,0 2-55,-11-2 0,1 1 0,-1 3-4,2 4 1,-2 2 0,-3 0 1,-1 0 1,-4 2-4,1 10 1,-10 2-116,-24 12 15,-10-18 0,-7 0-466,-8 1 1,-5-3-2183,-7 0 0,-3-3 2757,4-3 0,1-3 0,-10 5 0,21-12 0</inkml:trace>
  <inkml:trace contextRef="#ctx0" brushRef="#br0" timeOffset="99015">24110 12880 19561,'19'-54'870,"0"1"0,0-1 1,-2 2-1,0 1 0,-3 8-359,3-16-349,-7 15 659,-7 28-754,-2 14 230,-3 15-208,-3 17-44,-3 4 0,-2 2-39,-4 17 5,2-9 0,0 0-176,4 13 165,7-23 0,5 1 5,4-4 1,8-3 30,12-1 1,5-5 19,15 5 14,-10-17 0,0-7 98,5-20 17,7-14-17,-11-18-59,-22 12 0,-4-3-47,-4 5 0,-3 0-40,0 0 0,-3 0 29,-5-25 310,-3 19-310,-3-3-158,1 21-150,3 12 38,3 16-822,6 15-1308,11 10 2349,14 16 0,-10-19 0,2-3 0</inkml:trace>
  <inkml:trace contextRef="#ctx0" brushRef="#br0" timeOffset="99675">24890 12690 26368,'8'35'67,"-2"-5"-50,6 17 17,-5-11-29,-1-10 29,-5-1 89,-3-14 79,-2-1 55,-5-16-122,2-8-63,1-6 46,4-10-12,8 3-5,16-17-67,10 10-29,18 0-5,-11 20 12,9 7-29,-14 13 34,11 17 5,-14 10 0,-2 17 6,-15 3-265,-7-9 249,-4 14-12,0-16 11,14 12 0,6-19 6,17-10 11,-6-21 39,18-18-6,-21-3 1,0-6-12,0-1 1,-1-4-369,5-9 0,-4-4 363,-7 0 0,-4 0-29,-5 7 1,-2-1 14,1-8 0,-3-2-152,-3 4 1,-2 1 168,-1 3 0,0 0-48,-1 1 0,-2 4 215,-3 2-215,0 13 0,-1 11 0,0 5 705,0 11-705,0 8 452,0 16-452,1 13 0,1-6 0,4-2 0,3 2 0,2-9 0,2 0-411,7 16 1,4 0 410,4-5 0,3-3-529,3 1 1,0-3 528,-6-8 0,-1-2 0,2 2 0,-4-1-152,-4 14-386,-19-5-403,-30-5-874,-24-19 18,5-8 1797,-6-16 0,37 7 0,-4-8 0</inkml:trace>
  <inkml:trace contextRef="#ctx0" brushRef="#br0" timeOffset="99948">26500 12266 27846,'5'54'9,"1"-1"1,-1-10-1,-1 1-22,-1 2 0,-1 3 0,1-2-1246,3 7 1,1 0 1189,1-3 0,0 3 0,2-3-262,5 11 1,2-3-398,0-5 0,2-2-517,-2-8 0,1-3-1516,-3-8 0,0-5 2186,11 7 1,-13-19 0,-4-13 0</inkml:trace>
  <inkml:trace contextRef="#ctx0" brushRef="#br0" timeOffset="100432">26703 13100 17028,'-31'-35'1842,"1"-1"1,-1 1 0,-13-13 0,1 6-1395,11 17 0,2 4 266,-21-11-484,15 13-107,19 10-123,23 6-6,26 4-39,31 3-290,-19 0 0,3-1 240,7-1 0,2 1-1182,2-2 1,-1 0 1195,-12-2 0,0-1-71,16-5 1,-2-3-63,-24 2 0,-1-2 259,11-4 0,-3-1 134,-2-10 51,-21 1 477,-20 2-416,-13 4 2319,-11 3-2341,-6 8 474,-4 5-631,-1 13-39,0 10-40,1 12-16,5 9-28,7 5-6,11 0 12,15-1-12,14-5 22,15-9 7,10-12 16,6-13 16,0-19-16,-12-2 129,6-30 34,-22 11 89,4-16 67,-17 16-77,-6 9-270,-2 10 0,-2 8 0,-1 11 0,-2 8 0,1 12 0,0 11 0,5 6 0,5 3-197,4-1-711,4-4-1545,1-7 2453,4-9 0,-9-11 0,1-5 0</inkml:trace>
  <inkml:trace contextRef="#ctx0" brushRef="#br0" timeOffset="100891">27605 12580 23310,'0'-10'4100,"0"2"-3804,2-22 1,1-3 62,0 14-278,-1-16 0,2 6-31,-1 28-5,4 11-39,7 13-23,5 19 22,-9-12 1,-1 2-282,0 5 1,-3 2 280,-1 4 1,-2 1-6,-2 1 0,-2 0-11,-1-1 0,0-1 8,0-4 0,-1-3-2,0 20 10,1-22 35,1-17-28,2-17-12,3-15 0,3-14 568,7-15-568,1-9 0,2-3 0,0 5 0,0 8 0,1 14 0,3 9 0,7 11 0,12 15 0,12 11-290,-23-1 1,2 2 289,1 4 0,0 2 0,-1 2 0,-3 2 0,-3-2 0,-4 1 0,6 19 0,-27-12 0,-25-14 0,-18-10 0,-10-9 0,4-8 387,11-6-1423,11-3-2772,11 0 3808,7 5 0,6 4 0,2 4 0</inkml:trace>
  <inkml:trace contextRef="#ctx0" brushRef="#br0" timeOffset="101575">28491 13064 26838,'53'-34'317,"-1"0"1,-3 0-1,-6-2-253,-18 7 1,-4-3-1788,6-19 1,-1-2 1730,-7 15 1,-1-1-4,-2-2 1,1-4-1,-3 2 18,-2-2 0,-2-1-18,1-9 1,-2 0 5,-3 6 1,-3 3 381,-5 9 1,-1 3-338,-9-15-5,-4 19-40,1 15 1775,-1 14-1798,-4 18-21,-4 20 41,11-8 1,0 3 7,1 9 1,2 4-45,2 6 0,2 3 5,2 4 1,2 2-20,4 1 0,3 1-124,1-14 0,3 1 0,0-4 20,1 2 1,3-2-233,7 10 0,4-6-683,12-11 19,10-8 269,2-30 566,1-26 288,-17-6 0,-2-4-3,-8 10 1,-2-1 203,7-16 1,-2 1 541,-1-5 89,-1-4-179,-12 17-225,-7 16-470,-6 10 23,-5 11-34,2 10 915,1 10-876,20 15-50,11-4-40,8-1 29,16-11 0,-5-12 10,12-5 12,-27-12 0,-2-5 67,14-19 122,-8-9-116,-17-11 11,-13 9 106,-5-8 34,-12 11-127,-8 11-125,-19 14 0,9 8 0,-18 17 0,13 14 0,9 3 0,0 5 0,4 1 0,3 3-540,-1 13 0,3 2 540,7-15 0,5 1-6,5 14 0,7 1-347,6-7 0,6 2-2924,5-1 0,4 4 0,-1-5 2170,0 1 0,1-4 1,5 3-1,-4-10 0,-18-21 1</inkml:trace>
  <inkml:trace contextRef="#ctx0" brushRef="#br0" timeOffset="104591">10789 8033 21500,'26'34'97,"0"0"0,3 1 0,1 0-44,1-1 1,1 0-1642,8 5 0,2 1 1616,-10-11 0,1 0 0,2 0 0,3 3 0,2 1 1,1-1 8,5 3 0,2-1 1,1 1-16,-10-8 1,2 1-1,0 0 1,1-1-452,3 2 0,1 0 0,1 0 1,0 0 453,3 2 0,1-1 0,0 0 1,1 0-186,-8-5 0,0 1 0,1-1 1,0 0-1,1 1 185,1 0 1,1 1 0,1-1 0,0 1 0,0 0-283,3 0 1,-1 1 0,2 0 0,-1-1 0,1 1 280,1 0 1,1 1 0,0-1 0,1 0 0,0 1-6,-9-6 1,1 1-1,0 0 1,0-1 0,1 1-1,-1-1-91,1 1 1,0 0 0,0-1 0,1 1 0,-1 0-1,1 0 92,-1-1 1,1 1 0,0 0-1,0 0 1,0 0 0,0 0-22,0 0 1,-1 0-1,1 0 1,-1 0 0,0 0-1,0 0 28,0 1 0,0-1 0,-1 0 0,1 1 1,-1-1-1,0 1-17,9 3 1,-1 1 0,0 0-1,0-1 1,0 0 12,-2 0 1,1 0-1,-1 0 1,0 0 0,-1 0-14,-1-2 0,-1 1 0,1 0 0,-1-1 0,0 0-6,-2 0 1,0 0-1,0 0 1,0-1-1,-1 1 23,-1-1 0,-1 0 1,0-1-1,0 1 1,0 0-23,9 5 1,0 0-1,-1 1 1,0-1 5,-2-1 0,-1 0 1,0 1-1,0-1 117,-3 0 1,0-1-1,0 1 1,-1-1-127,-2 0 1,-1-1 0,-1 0 0,0 0-3,-2-1 0,0 0 0,-1 0 0,-1 0-11,9 7 0,-1 0 0,-1 0 11,-4-2 0,-1 1 0,-2-1 1,-3-2 1,-2 0 0,-1-1 569,10 12 0,-3-1-563,-7-5 1,-1-1-4,-7-4 1,-1-1 16,14 18 1845,-7-7-1822,-4-4 2354,-2-1-2371,-2-2 1690,-1-3-1701,-2-4 456,-4-5-462,-2-4 94,-3-5-105,-4-5 28,-4-3-5,-1-2-12,-2 0 0,3 1 11,3 3 1,9 6-18,9 3 7,10 5-7,4 2-5,1 0 11,-1 2 1,-3-2-1,-5-2 0,-2-2 11,-6-4 6,-5-4 6,-5-3 240,-4-2-89,-4-3 241,-3 0 34,-1-1-208,-5-5-236,-7-6-16,-15-13 12,-14-11 4,15 14 1,-1-2-204,0-2 1,0-1 203,2-1 0,2-2 5,3 0 0,3-1 6,-8-27 6,8 4 50,4 8-6,3 9 23,3 10-22,2 9-96,3 7 211,2 7-261,0 6 39,3 12 44,9 17-32,9 22-320,-6-19 0,1 3-1036,3 15 0,-1 0-512,-7-14 0,-1-1 1884,-1 13 0,-3-6 0,-6-16 0,-2-1 0</inkml:trace>
  <inkml:trace contextRef="#ctx0" brushRef="#br0" timeOffset="106258">19334 13574 23825,'-26'14'235,"-11"8"-210,10-4 1,-3 3-968,-4 0 0,-3 2 0,-1 0 947,-1 0 1,0-1 0,-1 0-4,-1 1 0,-1-1 0,-2 0 7,-7 2 0,-2-1 1,-1-1-853,2-3 1,0-1 0,-3 1 849,2-1 0,-2 0 0,-2 0 0,-3 1-4,10-4 1,-3 0 0,-2 1 0,0-1-1,0 0 1,1 0-184,-8 1 1,1 0 0,0 0 0,0-1 0,0 0 180,1 0 0,0 0 0,-1 0 0,0-1 1,0 1-216,8-4 0,0 1 1,-1 0-1,0-1 1,1 0-1,1-1 218,-5 1 1,1 0-1,0-1 1,0 0 0,-4 0-79,9-1 0,-1 0 0,-2 1 0,0-1 1,-2 0-1,-1 1 0,-1-1 75,4-1 0,-2 0 0,-1 0 1,-1 0-1,-1 0 0,0 0 1,0 0-1,2-1 0,0 0-6,-4 1 1,2-1 0,-1 0 0,1 0 0,0 0 0,0 0 0,0-1 0,0 1 4,0 0 1,0-1 0,1 1-1,-1-1 1,1 1 0,-1-1 0,1 0-1,-1-1 0,-1 0 0,0 1 0,-1-1 0,1-1 0,0 1 0,0-1 0,1 0 0,1 0 0,-1 0 1,1-1 0,1 1 0,1-1 0,-2 0 0,0 0 0,-3 0 2,6-1 0,-2 1 0,0 0 0,-1 0 0,-1-1 0,0 1 1,-2-1-1,0 1 0,0-1-2,4-1 0,-1 1 0,-1 0 0,-1-1 0,0 0 0,0 1 0,0-1 0,0 0 0,0 0 0,2 0 0,0 0 2,-6 0 1,1 0 0,0-1 0,1 1 0,0 0-1,0-1 1,1 1 0,0-1 0,0 1-4,1-1 0,1 0 0,0 0 0,0 0 0,0 0 0,1 0 0,0 0 0,0-1 0,0 1-2,-4-1 1,0 0-1,0 0 1,1 0 0,0-1-1,1 1 1,1-1 0,1 0 1,1 0 0,2 0 0,1-1 0,0 1 0,0-1 0,-1 0 0,-2 0 2,0 0 1,-2 0 0,-1 0 0,0 0 0,-1-1-1,-1 0 1,0 0 0,0-1 2,2 1 1,-2-1-1,-1-1 1,0 1 0,0-1-1,1 0 1,0 0 0,1 0-1,1 1-4,1-1 1,2 0-1,1 0 1,0 0-1,0 0 1,0 0-1,0-1 1,-1 1-1,-5-2 0,-2 0 1,0 0-1,-1 0 1,2-1-1,1 1 0,2 0 1,5 0-1,-8 0 0,4-1 0,3 1 0,1 0 0,-3-2 0,4 2 0,0-2 0,-1 1 0,0-1 0,2 0 0,2 0 56,-10-2 1,3 0-1,0 0 1,-3-2-56,7 2 1,-3-1 0,-1-1 0,-1 0 0,2-1-1,2 1 0,0 0 1,2 0-1,0 0 1,1-1-1,0 0 8,-5-1 0,0-1 0,0 0 1,2 0-1,5 2 6,-5-3 1,6 1 0,-1 0 242,-4-2 0,1-1 1,3 1-118,-2-2 1,3-1 424,10 4 1,-1-2 0,4 2-445,1-1 0,4 0 1214,-11-12-1315,33 19 2592,8 5-2710,1 5 1272,0 0-1277,2 2 781,3 2-675,3 2 210,1 1-215,5 4 5,-4-3-10,2 1 16,-7-3 0,-2-2 0,-2 0 45,-1-1 919,0 1-953,1-10-27,-1 1 10,1-6-10,0 6-18,-1 4-94,0 2 38,-1 5 68,-4 9 17,-5 11-1,0 1 12,-14 22-6,6-13 0,-11 15 6,6-12 17,-2 0-23,7-10-11,-11 11 11,13-17-5,-6 5 67,14-16 78,5-7 526,3-2-492,3-12-140,0-7-34,3-19 12,2-9 16,3-8-34,7-5-329,7 1 302,8 7 10,10 5 20,-18 25 1,3 3-12,2 0 1,1 2-4,2 2 0,1 2-8,-1 3 0,-1 1 9,26 0 27,-11 6-39,-13 6-5,-10 3 16,-11 0-10,-4 0 32,-7-4 348,0 1-314,-2-3 46,-1 0-24,-5 0-32,-13 3-29,-20 9 0,9-1 0,-3 3-464,-8 4 0,-2 2 439,-2 3 0,-1 1 22,2 0 1,3 1-175,5-2 1,4-1 154,-17 17 0,18-9 5,16-8 6,8-3-17,13 0 824,11 5-1563,17 2-7069,22 0 7098,2-7 0,-16-8 0,-16-8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1:50:47.46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1691 2627 21584,'9'-43'959,"0"1"1,0-1-1,2-13 1,0 7-294,6 0-308,-9 22-257,-5 15-90,-3 14 17,1 15 28,2 17-33,1 17-15,-2-19 1,-1 1-432,1 3 1,-2 1 153,-1 2 0,0 1-1067,0 0 0,1-1 1336,-1-5 0,-1-3 0,3 9 0,-1-20 0</inkml:trace>
  <inkml:trace contextRef="#ctx0" brushRef="#br0" timeOffset="290">2346 2593 26614,'-6'-5'432,"15"-1"-371,37-1-27,3 1-34,-4 2 5,-8 2-16,-8 1-123,-10 1-611,-9 0-6525,-5 1 7270,-3 1 0,-2 0 0,0 1 0</inkml:trace>
  <inkml:trace contextRef="#ctx0" brushRef="#br0" timeOffset="1317">3882 2879 21133,'-2'-46'995,"1"-1"1,-1 1-1,0-19 1,1 8-340,1-3-48,2 12-266,0 13-81,1 15-205,-1 10-40,-1 13 6,1 14 43,1 18-43,0 16 0,-1-20 1,-1 2-210,0 3 1,-1 0 192,0 1 0,0 0 2,1-2 0,-1 0-8,0 20 34,1-16 123,-2-20 28,-2-13-107,-4-17-5,-3-14 389,-1-20-423,0-13-31,6 23 1,1 0-276,1-3 1,1 0 268,0 0 1,2 1-9,2 1 1,2 2-12,9-27 12,10 12-12,7 11 11,7 9 40,5 11-45,4 9-12,4 6 7,0 10-35,-2 8-5,-4 11 34,-6 10-1,-10 7 18,-12 8 5,-17 4 22,-18 2-357,-15-5 329,-11-8 29,1-12 22,2-13 11,8-11 5,8-12 530,8-8-563,8-8-16,9-4-1,13 2 356,9 2-390,11 6 6,7 7 1,2 8 10,3 8-5,2 10-12,2 8 18,-1 6-18,-5 2-16,-12 1 34,-15-2-18,-21-2 12,-19-4-28,-17-3-152,-8-8-324,-3-7-745,7-9-1809,7-10 3069,13-3 0,11 2 0,9 3 0</inkml:trace>
  <inkml:trace contextRef="#ctx0" brushRef="#br0" timeOffset="1683">4796 2613 21299,'7'-6'4156,"-2"0"-3411,-5 6 140,0 0-818,-10 79-888,8-30 832,-3 6 0,3 2 12,10-2 171,8-8-172,7-11 6,6-12 45,4-11 11,7-18-11,5-14-11,2-18-26,-22 14 0,-3-3 14,-1-3 1,-2-2 103,-2-2 1,-4-1-111,-2-1 1,-3 0-14,-3 1 0,-2 2 8,-2-26-40,-7 9 1,1 22-95,-2 8-235,4 16-919,2 10-8582,8 14 7506,-2-4 1,4 2 0,-7-15-1</inkml:trace>
  <inkml:trace contextRef="#ctx0" brushRef="#br0" timeOffset="2166">5539 2412 28037,'3'-2'17,"1"22"-17,1 24 0,-1 10 8,0-8 0,-2 0-622,0 0 0,-2-2 622,-1-2 1,-2-4-9,-4 16 406,-3 3-282,-1-19 49,4-19 115,2-12-187,2-19-21,1-12-80,0-17 0,2-10 0,8-6 640,6 3-640,9 7 0,6 14 0,4 12 0,5 12 0,11 17 0,-5 10 0,-4 8 0,-6 12 0,-13-2 0,2 23 0,-13-11 0,-16 5 0,-7-24 0,-23 1 0,-5-13 0,6-8 0,-2-2-287,-23-1-783,-1-9-290,33-4 1360,15-11 0,10 12 0,5-5 0</inkml:trace>
  <inkml:trace contextRef="#ctx0" brushRef="#br0" timeOffset="2640">6329 2336 24234,'0'-4'3394,"0"1"-2722,0 3-638,-17 54-23,13-22 14,-6 26 0,3 5-1600,9-24 1,1-2 1577,-2 9 0,2 1-1,3-6 1,0-1 240,-1-6 1,-1-1-222,3 29 6,-2-8 17,-5-31 113,-2-10-158,-2-11 0,-8-17 0,-1-10 2401,0-18-2401,8-3 0,15 0 0,13 3 0,13 7 273,-2 12-273,23 4 0,-13 15-237,19 7 237,-23 6 0,6 16 0,-6 8 0,-5 3 0,-9 7 0,-28-8 0,-10-8 0,-18-7 0,-6-4 0,4-5 0,-3-2-293,-15 4 0,-2-3 293,10-5 0,2-4-32,6-2 1,3-3-1061,-13-13-2341,22-10 3433,18 0 0,5 9 0,5 7 0</inkml:trace>
  <inkml:trace contextRef="#ctx0" brushRef="#br0" timeOffset="3323">7058 3085 27880,'13'-56'97,"-1"-1"0,2-1 0,0 3-89,0 22 1,0-1 6,-2-5 0,0-6 0,-2 2-1035,0-5 1,-2-2 1037,-1 5 1,0-3 0,-1 3 11,-2-7 1,-1 4 209,-1 7 0,-2 4-173,-3-19 420,0 23-447,-1 16-40,1 11 0,1 11 1075,1 15-1075,-2 25 0,1-9 0,0 3-420,-2 10 0,1 3 406,0 7 0,0 1-662,1 3 1,3-1 529,4 0 1,5-2-138,6-5 0,3-4 73,-2-12 0,5-5-686,15 2 0,3-7-553,11-8 1113,-14-10 0,0-7 308,14-23 392,-6-18 247,-8-13 195,-7-5 119,-9 2-29,-7 7-224,-8 13-252,-8 14 717,-6 11-991,-6 12 1210,-1 7-1356,1 7 315,6 5-315,13-2 0,14-1 0,15-8 0,15-6 0,3-13 0,-3-9 0,-10-19 0,-12-10 0,-13-6 0,-7 3 0,-13 12 0,-8 15 0,-16 14 0,-12 19 0,-10 14 0,25-4 0,1 2-251,1 5 1,3 3 250,4 2 0,4 2 0,3 0 0,7 1 0,9 0 0,8-1 0,10 0 0,9-2-1174,1-10 1,5-2 0,3-1 1173,1-2 0,5-2 0,0 0 0,-4-2 0,10 4 0,-2-2 0,5-2 0,0 0 0</inkml:trace>
  <inkml:trace contextRef="#ctx0" brushRef="#br0" timeOffset="4290">4817 2656 24906,'3'-45'537,"0"0"1,0 4 0,-1 10-269,0 22-112,-1 5-84,0 2-57,-1 2 29,0 5 45,1 6-12,0 10-22,-2 11-11,-5 7-79,-3 4-587,1 1 621,6-1 0,2-19 0,4-6 0</inkml:trace>
  <inkml:trace contextRef="#ctx0" brushRef="#br0" timeOffset="5166">3826 2952 13866,'1'-5'6716,"-1"1"-3411,0 4-3025,-2-8-40,1 6-4,-1-6 301,2 10-295,2 4-35,0 2-56,3 7-61,0 1-34,3 2 16,4 0 29,6-3 39,7-5-5,9-3-46,6-6-27,6-3-23,-1-3-67,-2-3-386,-7 1-2790,-5-1 3204,-8 1 0,-10 3 0,-6 1 0</inkml:trace>
  <inkml:trace contextRef="#ctx0" brushRef="#br0" timeOffset="7908">9498 2810 20190,'0'-6'5579,"0"1"-5392,-13-23 1,-6-5 344,-4 6-359,-1-9 1,-3 2 28,-6 19-129,4 10-29,1 25-32,12-1 4,2 34-16,12 1-233,4-18 0,2 1 224,2-1 1,5 1-15,9 6 1,3-3 0,13 12 13,-4-19 1,3-4-6,-8-12 0,2-3-3,5 4 0,2-2 3,-6-4 0,-1-1 37,10 4 5,-36-9-17,-17-3 6,-47-3-12,23-1 1,-2 0-470,-13 0 1,-2 0 421,0-1 0,1 0-252,4 0 0,4 0 225,-8-1-1858,19-1 1927,38 0 0,-3 2 0,8-1 0</inkml:trace>
  <inkml:trace contextRef="#ctx0" brushRef="#br0" timeOffset="8265">10252 2879 24139,'-6'-1'2190,"1"1"-1924,-26 4 0,-8 6-9,-1 8-204,-10 4 1,2 2-54,17 8-23,17-1 1,6-1 11,10-3 16,19 23 18,18-22-21,-12-12 1,3-2 0,2-3 0,1-4 84,2-3 0,-1-4-3,7-5 123,-4-18-6,-29-7-27,-9-15-12,-16-7-72,-1 19 0,-4 1-46,-9-10-5,7 16 1,1 3-18,-3 3-83,-2 3-158,12 8-251,8 16-1,7 2-1814,12 18 2285,16 5 0,-10-11 0,7-1 0</inkml:trace>
  <inkml:trace contextRef="#ctx0" brushRef="#br0" timeOffset="8582">10608 2906 28446,'32'20'-28,"-7"6"-9,-2 11 1,-1 7-434,-7-9 1,-2 0 441,-3-1 0,-1-1 11,1 15 307,-13-10-167,-9-27 101,-1-14-123,0-24-6,8-23-50,6 2-31,3 16 1,2-2-15,5 2 0,3 1-18,0 0 1,2 2-148,5 0 0,3 3-636,23 1 554,-5 13-2016,18 13 2263,-4 13 0,-16-5 0,-5 4 0</inkml:trace>
  <inkml:trace contextRef="#ctx0" brushRef="#br0" timeOffset="8882">11443 3249 28014,'5'-46'131,"1"0"0,-1-1 1,1 2-1,0-1 1,1 3-132,3-7 0,0 1-416,1-7 1,-1 0 415,0-3 0,-1 1 0,-2 13 0,-1 1 0,-1-8 0,-2 4 0,-5 4 269,-5-8-269,-4 37 0,-1 12 0,2 9 0,-9 36 0,6 15-507,5-8 1,1 3 506,3 4 0,2 0 0,1-9 0,2 1 0,2 2 0,0 3 0,2-3 0,1 4 0,2-1-16,0-4 1,1 4 0,1-4-615,6 8 0,2-4-950,1-6 1,4-3 1579,2-9 0,0-4 0,2 4 0,-2-19 0</inkml:trace>
  <inkml:trace contextRef="#ctx0" brushRef="#br0" timeOffset="9048">11494 3085 24256,'-42'-26'1042,"0"0"0,4 3 0,12 4-869,24 7-139,30 0-29,33 0-36,-13 5 1,4 1-725,-11 2 0,3 0 1,0 1 490,3 0 1,2 1 0,0 0-492,1 0 1,0 0 0,-1 0-2523,-1 0 0,-1 0 0,-4 0 2461,7 0 1,-6 0 0,13-1 0,-42 2 0</inkml:trace>
  <inkml:trace contextRef="#ctx0" brushRef="#br0" timeOffset="9375">12722 2542 24900,'-4'-3'2644,"1"2"-2258,3 1-391,-67 4-1,45 12 6,-15-5 0,5 4-5,28 23-12,13 2 6,10-1 16,9-5 23,2-11 45,0-10 50,-4-16 62,-3-13 0,-5-13-23,-8-7-138,-5-4-24,-11 3 0,-4 4 0,-4 9 0,1 9-265,0 10-681,-1 16-1216,-3 16 2162,-4 29 0,9-23 0,2 4 0</inkml:trace>
  <inkml:trace contextRef="#ctx0" brushRef="#br0" timeOffset="9649">12848 3225 28518,'-21'7'-16,"13"4"4,33 12 12,9-5-11,3-5 45,-3-8 61,-7-8-32,-11-10-63,-9-11 0,-16-10 0,-12-4 0,-14-1 0,-7 6-108,-3 10-1757,-2 9 1865,0 16 0,21-1 0,5 5 0</inkml:trace>
  <inkml:trace contextRef="#ctx0" brushRef="#br0" timeOffset="10032">3165 4083 23807,'53'-3'3,"1"-1"0,0 1 0,0 0 0,-1-1 0,1 1 0,7-1 1,0 1-1,1-1 0,1 1 0,2 0 0,0 0-524,-9 0 1,0 1 0,1 0 0,1 0-1,1 0 1,0 0 0,1 0 0,1 0 526,0 0 0,0-1 0,1 1 1,1 0-1,1-1 0,0 1 0,1 0 1,0 0-1,1-1-75,-7 1 1,1 0 0,-1 0 0,2 0-1,0 0 1,0-1 0,1 1 0,0 0-1,0 0 1,1 0 0,0 0 92,-6 0 1,1 0-1,-1 0 1,2 0-1,-1 0 1,1 0 0,0 1-1,0-1 1,1 0-1,0 0 1,0 0 0,0 1-1,0-1-11,0 1 1,-1-1 0,1 1 0,0-1 0,0 1 0,1-1 0,-1 1 0,1-1 0,0 1 0,1 0 0,-1 0 0,1-1 0,-1 1 0,1 0 23,-2 0 1,0 0 0,0 0 0,0 0-1,1 1 1,0-1 0,0 0 0,0 0-1,0 0 1,0 1 0,0-1 0,0 1-1,1-1 1,-1 1 0,0 0-69,2-1 0,0 1 0,0 0 0,0 0 0,0 0 0,0 0 0,1 1 0,-1-1 0,1 0 0,-1 0 0,0 1 0,1-1 0,-1 1 0,0 0 0,1-1 44,-1 1 0,0 0 0,0 0 0,0-1 0,1 1 0,-1 0 0,0 1 0,0-1 0,1 0 0,-1 0 0,0 1 0,0-1 0,-1 0 1,1 1-1,-1 0-11,-1-1 1,0 1-1,0 0 1,-1-1 0,1 1-1,0 0 1,-1 0-1,1 0 1,-1 1 0,0-1-1,0 0 1,-1 0 0,1 1-1,-1-1 1,0 1-50,5-1 1,0 1-1,0 0 1,0 0-1,-1 0 1,0 0-1,0 1 1,0-1-1,0 0 1,-1 1-1,0-1 1,0 0-1,-1 1 47,3-1 0,0 1 0,1 0 0,0 0 0,0 0 0,-1 0 0,-1 0 0,-1 0 0,-2 0 0,-2 0 0,-2-1 0,-3 1 0,10 0 0,-4 0 0,-2 0 0,-3 0 0,-1-1 0,-1 1 0,-1 0 0,7 0 0,-1 0 0,1 1 0,0-1 0,0 0 0</inkml:trace>
  <inkml:trace contextRef="#ctx0" brushRef="#br0" timeOffset="45742">4593 5809 16644,'0'-3'3501,"0"0"-269,0 3-3025,-12-23-184,1 17-35,-12-16-27,-15 23 45,-19 8-674,2 0 0,-4 2 665,5 0 0,0 0 17,-9 2 0,4 0-3,23-5 1,4-1 10,-18 4-16,31-7-17,5-1-6,11 0 73,2 5-6,1 2 73,-2 16 1376,0 7-1320,0-2 0,-1 4-76,1-1 1,-1 2-465,-1 10 0,0 1 414,1-14 0,0 1 56,-2 6 0,-1 3 28,0-1 1,-1 0-99,1 0 1,1-1-29,-1 4 0,3-3 23,14 12 55,17-16-55,7-17-99,-3-14 1,5-4 64,10-4 0,2-3-709,1 0 1,1-1-1824,8-2 1,-2-1 2093,-20 2 1,-4 0-1,8-1 1,-23 4-1</inkml:trace>
  <inkml:trace contextRef="#ctx0" brushRef="#br0" timeOffset="47015">5690 6016 16499,'2'-4'6027,"0"0"-3681,-2 4-2116,6-42-135,-12 31-61,-3-31-23,-22 47-6,-15 3 12,-14 7-279,25-6 1,-1 0 261,0-1 0,1 0 50,-26 3 63,19-4 38,18-5 51,14-2-45,7-1-118,2 1-34,0 2 563,-1 10-517,-2 12-18,-1 17 40,-2 12-11,2 4-29,1-1 7,2-8 10,1-9 40,1-10 72,0-7 84,-1-9 107,0-6 56,0-5-90,0-2-145,-2-3-73,-1-3-29,-1-3-32,1-4-40,2-1 11,11-1 6,12-3-17,19 1 0,16 2-189,-23 9 0,0 3 189,1 0 0,-2 4-11,26 7-12,-12 11-10,-13 10-12,-11 8 0,-11 5-17,-17 4-22,-16 3 28,3-24 0,-3-1-39,-5 0 0,-2-1-251,-2-2 1,-1-2 185,1-3 1,0-3-306,-22 4-103,14-18-1493,18-17 2061,17-21 0,4 16 0,7-4 0</inkml:trace>
  <inkml:trace contextRef="#ctx0" brushRef="#br0" timeOffset="47225">6055 6415 26295,'-11'42'-263,"0"1"0,3-12 0,0 0-1600,-4 2 0,1-2 1285,0 6 1,2-6 0,5-14 0</inkml:trace>
  <inkml:trace contextRef="#ctx0" brushRef="#br0" timeOffset="47659">6678 6083 24463,'10'-56'1182,"-1"0"0,-1 12 0,-3 7-1014,-6 6-11,-1 24-146,-1 8 0,0 11 11,-5 28-22,0 11-5,0 10-347,3-24 0,0 1 346,1-5 1,1 0 7,-1 7 1,0 2-159,3 1 0,1-1 139,7 17 11,3-11-33,10-25 73,-1-15-6,10-14-12,14-25-10,-2-9 5,-2-7 34,-4-4 0,-11 8 708,4-9-674,-4 6 286,-10 19-365,-6 10 0,-7 14 0,-1 11 0,0 12 0,0 31 0,0 4-359,0-17 1,0-1 168,1 15-202,0-19 0,2 1-1946,5 24 2338,1-19 0,-1-1 0,2 4 0,2-7 0</inkml:trace>
  <inkml:trace contextRef="#ctx0" brushRef="#br0" timeOffset="47849">7441 6504 22627,'0'-5'3629,"0"0"-1775,0 5-1888,-24-26-89,11 48-219,-13-18-716,24 54-1575,13-7-1551,3-13 4184,8 0 0,-13-24 0,1-1 0</inkml:trace>
  <inkml:trace contextRef="#ctx0" brushRef="#br0" timeOffset="48332">8000 6212 24480,'5'-62'650,"-1"-1"0,0 6 0,4 7-544,17 6-50,6 6-11,9 7-28,4 10-6,4 9-16,-1 10 5,-11 6 5,5 13-22,-3 22 6,-3 10-409,-17-14 0,-4 2 408,-7-1 1,-2-1 216,-3 22-208,-10-18 1,-2-3 2,-4-2 16,-7-3 1,-3-3 45,-7-7 50,-15 4-37,17-17 250,-6-9-34,18-9-72,-2-8 525,15-7-671,12 0-28,8-1-23,14 5 12,8 5-6,9 7-39,6 7-6,4 13 22,2 10-5,-29-5 0,-1 3-169,-1 2 1,-2 2 154,-2 3 0,-4 2 0,-4 0 0,-5 2-48,-6 30-66,-26-2 4,-7-15-408,-5-16 0,-4-4-2823,-17 1 2740,19-9 1,2-2 0,0-4 0,17-7-1</inkml:trace>
  <inkml:trace contextRef="#ctx0" brushRef="#br0" timeOffset="48542">9192 6327 22190,'3'2'2290,"-1"-1"-710,-2-1-1636,-23 66-1322,17-20 1378,-5 2 0,1-2 0,10-12 0,2-14 0</inkml:trace>
  <inkml:trace contextRef="#ctx0" brushRef="#br0" timeOffset="49075">9694 6085 27141,'32'-39'134,"-11"17"-89,-32 60-17,-8 1 22,-5-2 12,-5-7 22,0-8 45,2-12 0,5-9-12,5-10-50,7-11-33,5-10 11,11-8-45,9-4-11,14 0 22,10 7-22,7 11 11,4 12-6,2 12-5,-2 13 5,-2 15-11,-5 17-270,-25-14 1,-4 2 274,-4 5 1,-4 3-45,-10 7 0,-6 0-499,-8 6 1,-7 0 473,2-15 1,-3-1 0,-2 1-465,-4 1 1,-2-1 0,-1 0 499,-1-2 0,0-1 1,-1-1 51,4-5 1,0-1-1,2-2 18,-3 1 1,3-4 209,-17 5-95,34-30 418,8-15-468,23-17-34,15-8-39,13 0 225,-19 22 0,1 2-265,2 3 1,1 3-185,31-3-460,0 9-941,-4 10-2727,-1 4 4335,-11 2 0,-16-3 0,-13-4 0</inkml:trace>
  <inkml:trace contextRef="#ctx0" brushRef="#br0" timeOffset="49275">10493 6599 28591,'-8'14'-134,"4"-9"-68,-1 25 1,1 8-1149,0 13-1846,2-18 1,1 0 2390,2 20 1,-1-19-1,3-18 1</inkml:trace>
  <inkml:trace contextRef="#ctx0" brushRef="#br0" timeOffset="49499">11063 6120 26491,'16'-43'515,"1"0"0,-2 0 1,-4 19-466,-9 33 17,-5 23-33,-6 29-779,1-19 0,-3 3 725,-3 6 1,-1 2-133,-3 3 1,0 1-501,0 1 0,3-1-1665,3-2 1,4-2 2316,5-9 0,2-4 0,2 8 0,6-24 0</inkml:trace>
  <inkml:trace contextRef="#ctx0" brushRef="#br0" timeOffset="49899">11644 5862 25903,'47'-41'179,"0"-1"0,-2 5 1,-1 9-163,12 21-576,4 9 598,2 9 6,-6 9-39,-6 8-23,-12 5 190,-12 3-173,-12 3 51,-11 10-35,-5-14 18,-5 16 16,2-15 12,1 11 5,4 4-5,3 2-17,2 7-327,0 2 296,-4-28 0,0 1 3,0 0 0,-1 2-1,-2-1 1,-2 1 5,-4 8 1,-2-2-29,-7 17-25,0-20 1,-2-2-413,-18 10-1033,8-19 1,-2-2 843,1-4 0,0-3 1,-11 4-1,15-12 0</inkml:trace>
  <inkml:trace contextRef="#ctx0" brushRef="#br0" timeOffset="80183">5452 7319 20262,'-7'-56'1286,"-1"0"1,1 6 0,2 8-757,3 22-160,1 7-222,-1 7-111,1 5-33,0 7 23,0 9 20,0 17-10,1 14 0,-1 10-14,9 2 0,11-3 50,18-9-311,-11-27 0,4-4 285,7-2 1,3-3-12,5-3 1,2-4-34,5-3 0,0-3 22,2-3 0,0-2-447,0-3 1,0-2 457,-3-2 1,-2-2 2,-2 0 0,-2-1 3,-5-1 0,-3 0 0,-4 0 0,-3 0 42,17-17 0,-13 5 39,-11 8 12,-9 7 485,-7 9-570,-5 4 901,-2 3-957,0 7 12,0 5-17,-1 11 5,-1 5 6,0-2 11,-9 18 0,-7-11 12,-18 17-396,10-29 1,-2-3 380,-8 1 1,-3-2 8,-6-2 0,-2-1-17,-4-3 0,-1-2-6,-2-2 0,0-2 12,1-2 0,1-2 8,2-3 0,2-3 2,4 0 1,2-4 0,3-3 0,3-4-191,4-2 0,2-3 182,4-3 1,2-2-4,4-1 1,3-1 16,-7-27-5,12 8 0,9 7 0,8 9-17,5 9 736,4 7-753,0 7 407,2 6-412,3 8 10,7 8 12,6 11-11,9 9-174,-18-13 1,1 1 184,1 2 0,1 0 0,1 1 0,1-1 0,0 0 0,0-1-6,1-3 0,1-1 9,-1-2 0,1-3-3,27 6 6,-1-10 10,-1-13-4,0-13 2,-26 3 0,0-3 2,2-3 1,0-2-3,0-3 0,-1-1 5,0 0 1,-1-1-12,-2 2 1,-1 0 8,19-18 22,-11 13 0,-12 9 12,-10 10-6,-6 5-29,-5 4-100,0 1 404,-1 3-656,1 3-2303,1 8 2639,0 2 0,-1-4 0,-1-4 0</inkml:trace>
  <inkml:trace contextRef="#ctx0" brushRef="#br0" timeOffset="81576">15386 3268 18022,'14'-61'1818,"0"-1"1,-2 3 0,-2 3-1335,-9 18 1,-1 3-330,0-2 1,0 2 455,-1-27-129,-1 15-6,1 18-375,-1 14-142,0 9 69,2 31 39,1 7-50,1 28-23,1 4 14,-2-30 1,0 0 2,-1 0 0,0 0-11,0 27-5,0-13 305,0-17-31,0-16 78,0-13-151,-3-14-101,-3-12-39,-4-13-5,0-7-18,0-2-5,3 4 0,2 5-5,3 8 5,0 8 0,1 8-23,0 7-33,0 3-78,0 3 84,2-2-135,3 1-560,1-1-1344,-1 1-4963,-4 4 7024,-4 3 0,0-2 0,0 1 0</inkml:trace>
  <inkml:trace contextRef="#ctx0" brushRef="#br0" timeOffset="82275">15686 2919 20078,'1'-5'3680,"-1"2"-3202,9-25 1,0-7 137,-4 4-383,5-10 0,-2 2 114,-14 10-134,-5 7-84,-10 9-57,-9 6-21,-9 16-6,-9 14-336,20-3 0,1 4 310,-3 4 1,1 3-4,-2 4 1,3 2-3,1 1 0,2 1-11,4 0 0,2 0-14,5 0 0,4-1-6,2-2 0,5 0 8,5-4 1,6-1 11,8 0 0,5-3-3,13 7-9,-2-17 1,3-5-465,21-6 456,-18-5 0,2-4 3,2-3 0,0-3 8,9-10 1,-1-2 13,-15 5 1,-2-1 13,10-11 0,-4-2 6,1-11-3,-18 15 1,-2-1 52,7-17 34,-12 9 609,-13 11-659,-10 10-40,-10 7-11,-12 11 486,-6 8-486,-2 12-16,5 7-12,12 5 11,13 2 6,18-1-22,16-3-12,18-6 48,-7-17 0,1-4 3,18 3-191,-15-11 1,-2-3 218,6-9 11,3-11 62,-14-17-1,-17-2-49,-10 1 32,-18-3-16,-7 9-11,-13-6 0,-6 9-11,-3 10-29,0 11-33,1 10 347,5 14-375,1 11-174,3 26-274,12 1-22,7 2-1233,24-1-1574,17-12 2626,-3-14 1,2-3 0,4 4 0,3-7-1</inkml:trace>
  <inkml:trace contextRef="#ctx0" brushRef="#br0" timeOffset="82859">16555 3130 20951,'2'-8'3764,"0"1"-3240,5-22 0,2-4 131,-5 10-481,5-12 0,-2 4-186,-6 24 1,-1 9 34,0 12-1,-1 13 12,-5 28-29,-1 1-768,1-20 0,1-1 768,-3 11-22,0 4 6,6-18 39,0 1 219,2-13-35,0-16-133,0-17 1509,0-5-1487,0-20-17,3-3-45,2 6 0,2-1-14,0 4 1,2 2-217,4-5 0,0 2 203,9-4-1,8 4 6,-2 16-34,19 1 6,-6 11-23,8 14 23,-19 4 11,3 17 403,-12 3-403,-1 13 40,-9 1-40,-7 6 5,-6-15 6,-1-7 34,-1-17 196,2-13-135,1-10-89,3-13 22,5-16-22,0 3 19,5 2 1,1 1-31,10-11-9,-5 14 0,0 2-19,13-4 22,-3 14-12,-8 9-27,8 15 17,-9 10-1,8 16-33,-9 12-112,-4 10-11,-5-9-650,-1 13-2654,6 2-674,-6-30 1,2 0 3548,1 0 0,0-3 0,3-1 0,-5-12 0</inkml:trace>
  <inkml:trace contextRef="#ctx0" brushRef="#br0" timeOffset="83315">17539 3340 24419,'14'-40'963,"1"0"0,-2 1 1,-3 10-830,-8 23-111,0 6 16,2 18-11,2 16-17,2 2 11,6 25 9,-5-21 0,2 1-369,-1 4 1,1 1 342,3 9 1,-1 0-807,-4-9 1,0-2 803,-2-10 0,-1-1-7,-2 6 0,-3-3 38,-3-3 33,-9 5-11,-11-34-22,-12-21-12,-11-21-17,18 8 1,1-3-183,-2-7 0,1-3 188,1-7 0,4-2-3,3-3 1,4-3-1,3 1 1,6-1-6,6 0 0,6 1-12,3 1 1,6 2-4,7 0 1,6 2-3,5 2 0,5 3-11,5 4 0,3 3 0,3 7 0,2 4 8,-2 8 0,1 4 524,-5 6 0,-1 5-518,-7 7 0,-1 6-103,19 18 97,-18 19 17,-18 15 3,-19-25 0,-7 1-6,-5 1 0,-7 0-412,-10 0 0,-5-2 404,-6 0 0,-4-4 11,-3-2 0,-3-2-42,1-5 0,1-2-124,4-6 1,1-3-18,10-4 1,2-3-894,-7-6 452,31-26 0,6 19 0,11-15 0</inkml:trace>
  <inkml:trace contextRef="#ctx0" brushRef="#br0" timeOffset="84149">18423 2912 26206,'23'-20'571,"-11"12"-510,-42 32-44,0 8 0,2 5 0,7 2-6,10 1 0,8-2 0,15-3 12,12-6 16,13-7 34,4-10 39,2-11 17,-4-11 16,-4-10-5,-7-10-33,-8-4-1,-8-1 6,-5 6 6,-5 8-40,-4 8-61,-1 8-23,-3 3-5,-1 7 11,-2 4 17,-2 10-6,1 9 6,-1 8-40,4 5-16,3 3 28,7-1 5,5-5 12,5-8-6,-1-10 17,1-10 28,0-9-1,5-9 7,3-7 10,4-11 1,0-7-28,1-7-51,1-3 34,2 2-1,4 4-21,2 8 10,1 8-5,1 8 6,1 7-12,2 7-10,-1 8-7,-2 11 12,-4 12 0,-8 10 0,-5 9 11,-3 2 16,1-1-21,3-4-6,7-9 22,2-9 11,4-12 1,1-10-7,0-15 18,1-13-6,-1-17-17,-3-18-368,-18 22 0,0-2 368,-1-3 1,-1 0-1,-1 0 0,-1 1 22,-3 5 1,0 2-5,0-18-29,-9 17 0,-3 13 0,-3 9 0,-1 6 759,-3 11-759,-2 11 6,-4 16-6,3 14 0,6 13-198,11-26 0,6 2-301,5 2 0,5 1-2174,10 3 1,4-2 2672,1-3 0,-1-4 0,-9-10 0,-1-4 0,6 3 0</inkml:trace>
  <inkml:trace contextRef="#ctx0" brushRef="#br0" timeOffset="85475">20914 3353 22739,'13'-56'970,"0"1"1,-1 5 0,-3 5-461,-7-2-174,-2 10-101,-3 9-39,-3 7-45,-5 6-61,-7 5-40,-14 6-27,-16 12-1,17-1 0,-2 3-2,-2 5 0,1 2-230,0 2 0,2 3 207,3 2 1,3 1 2,4 2 0,2 0 5,-7 28 1,13-3-12,20-7 6,16-10-5,20-11 22,14-12-287,5-15 295,-30-4 0,0-4 14,-3-3 0,-2-4 14,-1-4 1,-4-2 30,-3-2 0,-3-2 134,6-32 1,-10 0 10,-6 5 373,-3 14-579,-1 14-23,0 15 0,-1 7 0,-3 29 0,1 5 0,-2 28 0,1 1-96,3-26 0,1 0-24,3 1 0,3 1-194,3-1 0,4-1-240,5 1 0,5-3-152,6-1 0,3-4 56,6-2 1,3-4-156,4-4 1,1-6 669,1-4 1,0-6 207,-2-4 0,-2-6 165,-5-3 0,-4-4 120,-5-3 0,-3-3 26,-6-2 0,-3-1-43,-5-2 1,-2-2-192,-2-1 0,-2 0 102,-2-1 0,-3 1 145,-5-26 315,-10 11-578,-14 15-67,-12 15-27,-14 19-21,22 5 1,-1 5 19,-9 12 0,1 6-1216,7 0 1,2 2 1176,1-1 0,4 3-3,9 1 1,6 0-123,4 20 113,9-23 1,5-1 0,21 22 11,22-17 5,-21-23 1,3-6-3,1-6 0,0-5 19,2-5 1,-2-5-7,0-6 1,-1-6 8,5-15 1,-2-7-868,-5 0 1,-3-2 847,0-1 0,-3-3 3,-9 13 0,-2-2 1,-1 1-266,3-12 1,-1 1 301,-4 11 1,0 0 0,-2 1 42,2-11 1,-2 4-7,-5 12 0,-1 4-44,-4 0 39,-8 18-78,-5 30 22,-10 19-22,10-7 0,1 5 686,-1 7 1,1 5-691,4-3 0,1 3 1,1-2 19,0 5 1,0 0-40,1-1 1,0 4-1,0-3-159,0 3 0,0-1-176,-2 11 0,5 3-572,9 0 1,7-3-279,1-17 1,4-5 1514,4-4 1,4-8-9399,31-8 9091,-19-21 0,-7 1 0,-13-4 0</inkml:trace>
  <inkml:trace contextRef="#ctx0" brushRef="#br0" timeOffset="85875">22093 3511 20910,'27'-38'1242,"0"0"0,0-1 0,10-14 0,-8 8-643,-16 20-425,-5 8 210,-7 12-361,-3 9 95,-5 10-79,-13 23-16,-5 5-18,8-13 1,-1 0 42,-8 10 14,-7 8 16,2-8-5,3-8 219,4-8-152,16-27-101,4-6 39,10-24-22,6-7-11,2 4 0,3-3 11,-1 6 0,1 0-567,4-5 0,1 1 561,6-4 23,4 7-28,-11 19-56,9 5 16,-11 10 1,14 31 0,-14 12 10,4 9-114,-15-16 0,-2 2 101,-3 7 0,-2 2 79,-2 2 0,-2 2-99,-4 10 0,-3-1 0,-5-8 1,-3-4-10,4-8 1,-3-1-56,-7 5 0,-4-2-372,2-12 1,0-2-75,1-3 1,1-5-1737,-20-2 2263,28-44 0,9 10 0,6-9 0</inkml:trace>
  <inkml:trace contextRef="#ctx0" brushRef="#br0" timeOffset="86065">22460 3017 22145,'-7'-4'3439,"2"1"-2812,5 3-1041,0 0-6503,-15-14 6917,26 19 0,-23-17 0,27 20 0</inkml:trace>
  <inkml:trace contextRef="#ctx0" brushRef="#br0" timeOffset="87465">22662 3245 25707,'-36'9'319,"6"4"-257,23 20 0,6 1 10,13-3 1,9-2 11,14-8 17,8-8 0,6-12 22,2-12 34,-4-11 5,-7-13-16,-11-9-62,-13-5-17,-8 0 23,-14 3-6,-8 10-23,-13 10-16,-12 13-6,-8 13-22,-4 13-23,3 12-10,9 11 4,12 7 1,12 8-17,11 4-410,16 3 254,15-1-91,-4-29 1,3-2-295,7 0 1,3-3-365,5 0 1,3-2-617,2-3 0,2-2-2721,-1-5 0,0-2 4270,-6-3 0,-5-2 0,1-2 0,-26-2 0</inkml:trace>
  <inkml:trace contextRef="#ctx0" brushRef="#br0" timeOffset="88342">23447 3402 19938,'11'-61'1512,"1"0"0,-2 2 1,-2 10-718,-6 25-195,-1-2-175,-2 9-156,-1 7-163,-2 6-72,-4 7 11,-5 8 16,-11 11 18,-12 14-46,13-15 1,-2 2-129,-2 3 1,0 1 113,1 0 1,1 1-23,3 0 0,2 1-8,-5 26 0,12-3-73,24 7 22,1-20-201,26 8-101,1-25-22,18-2-73,6-11 170,-31-9 0,0-5-240,5-5 0,-1-2 243,13-10 104,-18 4 0,-2-2 48,4-10 72,4-9 29,-6 0 66,-3-6-10,-11 17 27,-1-8-11,-11 19-72,0 0-152,-4 6 84,-4 6 56,1 2 234,0 3-200,0 0 1781,2 1-1613,3-3-68,-2 3 85,2-4-12,-2 3-16,-1-1 44,3 0 108,1-3-209,0 1 74,3-1-23,-3 1 0,0-1-51,-1 1-44,-2 2-17,0 1-6,-2 3 12,-3 4-17,-1 7 28,-3 8-34,4-3-11,0 0 28,3-5 17,4-5 27,1-1 63,8-2-29,3-8-16,6-7-45,-5-3 50,3-11 17,-7-2 0,0-23-39,-7 6 27,-5-8-32,-4 22 66,-5 3-50,-6 15 50,-15 3-100,0 15 5,-10 10-28,13 4-11,-5 17 0,6 3-28,11-6 0,1 3-59,4-6 1,3 1-851,6 6 1,3-1 287,11 10-792,4-20 1,5-2-5578,25 13 7018,-19-19 0,-1-2 0,10 2 0,-16-11 0</inkml:trace>
  <inkml:trace contextRef="#ctx0" brushRef="#br0" timeOffset="89382">22760 3329 11469,'2'-3'7847,"0"1"-3769,-2 2-3641,27-55-113,-22 39-88,19-41-113,-33 54-22,-5 2-40,-7 0-33,-8 5 6,-9 5-6,-5 8 17,-4 9-281,-1 7 264,3 5 23,11 4-46,12 0-5,15-3 23,18-2-12,10-4 28,14-4 23,6-5 39,2-9 352,-3-8-217,-6-15 72,-4-9 28,-5-15 0,-2-9-11,-4-9-84,-1-5-12,-3-1 23,-1 7-17,-3 12-33,-4 16-124,-4 12-55,-3 10-23,-2 14 11,-1 15 0,-2 18-11,2 11-247,2-27 1,2 1 123,3 1 0,5-1-446,3 1 1,4-2-1717,8-1 0,4-2 1657,0-4 0,1-3 0,11 5 1,-15-14-1</inkml:trace>
  <inkml:trace contextRef="#ctx0" brushRef="#br0" timeOffset="90609">24315 3483 23668,'7'-50'612,"0"-1"1,-1 5 0,1 8-48,3 15-442,-3 10 1,-2 4-113,-3 9 28,-2 8 11,-3 12 40,-6 34-62,-1-9-198,1-7 1,-1 2 186,-5 15-17,7-22 0,1 1 11,-5 24 0,6-12 11,3-14 113,2-15 72,4-12-45,3-16-44,8-12 5,6-15 17,4-12-33,4-3-36,2 1-9,-1 7-40,1 11-11,1 13-11,14 13 11,-11 11 1,21 17-24,-16 9-381,8 13 393,-7 5 11,-21-20 1,-2-1-7,5 8-10,2 1 16,-9-25 387,6-3-381,4-16 0,17-27-6,-10 2 8,-5 1 1,-2-4-334,-6 6 1,-3-2 324,6-11 0,-2-3 3,-1-3 0,-3-2 4,-6 10 1,0-2 0,-2 3-5,0-2 0,-1 2 17,-1-11 0,-3 6 427,-4 6-374,-2 3-39,-1 18-56,-2 12 16,1 16 1,2 2 711,-3 24-706,2 11-8,1-12 0,1 3-508,-1 17 1,0 1 498,2-3 1,0-1-4,-1 0 1,2-1-9,3-1 0,3-3-380,1-9 0,4 0 235,5 7 0,6-1-956,12 1 1,5-4-3799,-5-10 1,0-3 3920,0-4 0,-2-4 0,0-4 1,-24-12-1</inkml:trace>
  <inkml:trace contextRef="#ctx0" brushRef="#br0" timeOffset="90809">24891 3308 25478,'46'-7'145,"-1"-1"1,1 1-1,-1 0 1,1 1 0,-2 1-130,7 2 1,-1 1-838,7-1 0,-2 1 821,-17 1 0,-1-1-235,6 1 0,-3-1-2135,6 1 2370,-19 0 0,-24 1 0,-5 1 0</inkml:trace>
  <inkml:trace contextRef="#ctx0" brushRef="#br0" timeOffset="93915">5577 7336 8237,'-2'-5'9432,"0"1"-5388,2 4-2990,-34-61-270,21 38-457,-6-13 1,1 4 170,12 20-257,2 5-202,2 5-44,1 5 49,0 10 12,0 14-5,1 17-1,-1 11-309,8 6 321,7-3 5,16-5 12,17-11-23,-15-25 0,3-4-423,8-3 1,3-4 413,6-5 1,1-4-12,5-3 1,0-3 2,2-5 0,-1-3 3,-2-3 0,-1-1 3,-4-3 0,-2-1 14,-6 1-1,-3-2 18,-6 2 0,-4-1-7,-7 3 0,-2 0 194,8-15-11,-11 8-45,-8 7 230,-4 6-359,-5 6 838,0 4-922,-2 4 12,0 2-62,-1 4 62,0 5-1,-4 9 6,-4 6 6,-9 6-6,-11 4 1,-15 3-373,14-17 0,-2-2 367,-7 2 0,-2-1-6,-6 0 0,-1-1 2,-1-1 1,-1-2 5,2-3 1,0-1 13,6-3 1,2-3-34,7-4 1,2-4 50,-18-13 4,12-17-16,7-15-11,6-10 0,7-2-17,5 5 22,6 10 6,4 14-28,1 13 6,1 10-56,0 6 715,0 3-682,6 9 77,4 9-72,10 14-4,5 14 27,4 7 3,-14-24 0,2 1-229,1-2 1,1-1 214,3 0 0,1-3 19,4-4 1,3-3-15,4-3 1,2-4-14,4-3 0,3-5 2,3-6 0,1-3-488,2-5 1,0-3 521,1-6 0,0-3-9,-2-3 1,0-3-962,-13 5 0,1-2 0,-4 1 953,2 0 1,-3-2 7,6-7 1,-5 0 38,-5-2 49,-2-2 249,-11 14-340,-8 10 543,-5 9-1220,-2 7 830,-4 10-169,-2 4 0,2-2 0,0-4 0</inkml:trace>
  <inkml:trace contextRef="#ctx0" brushRef="#br0" timeOffset="101975">5370 8460 18285,'0'-12'2694,"0"-27"1,0-6-1547,0 6-784,-1-9 0,-1 2 124,-2 15-270,-1 16-263,0 8-22,0 14 84,-2 17 16,-6 23-16,6-13 0,-1 3-228,-1 4 1,2 1 198,1 2 1,1 0 3,1-4 0,3 0 2,2-5 0,2-1 6,6 17-5,4-17 100,1-18 95,1-18-38,9-19-24,8-18-30,-13 15 0,1-2-118,0 0 1,-2 0 148,14-18 400,-9 13-501,-9 12-62,-7 11 1,-3 16 44,1 12 0,3 16 217,1 13-256,0 10-42,-4-26 0,1 0-390,0 2 1,2 0-126,1 1 0,3-2-253,2-1 1,4-3-547,8-2 1,2-5 548,14 5 295,-10-23 0,-1-7 288,12-27 355,-16 3 1,-2-4 150,-2-10 1,-2-3-283,-3-9 0,-4-2 459,-2-7 0,-4-3-621,-5 18 0,-1 0 0,-2 0 440,-3-1 1,-1 0-1,-2 1-26,-3 0 0,-1 1 0,-2 1-99,-3 2 0,-2 2 1,-3 1-478,-14-15 0,-5 5 503,-5 5 0,-4 7-28,-5 6 1,-4 8-59,16 12 0,-1 3 1,-1 4-284,-1 5 0,-1 4 0,0 4 246,-2 4 0,0 3 0,2 5-6,-2 5 1,2 4-1,2 3-18,-1 6 0,2 3 0,2 4-4,10-8 0,2 2 0,1 1 0,2 2-5,1 3 1,2 1 0,1 1 0,3 1-275,1 1 1,2 1 0,2 0 0,3 1 275,2-2 0,2 0 0,3 1 0,4 0-21,7 2 0,5 2 1,3-1-1,3-5 11,9 5 0,5-5 0,2-2 15,1-2 0,4-3 0,4-8-129,10-9 1,5-7-1,-1-6 125,-5-6 0,0-4 0,2-2 0,-5-1 1,3-2 0,0-2 0,-1-3 6,-2-2 1,0-2 0,0-2-1,-3-2 9,-1-3 0,-2-2 0,0-1 0,-3-3 4,9-9 1,-2-4 0,-4-2 5,-5-2 1,-4-4-1,-3-1-121,-4-3 0,-3-1 0,-4-2 119,-4-2 1,-4-2 0,-3 0 12,-3 0 1,-3 0-1,-6 0 21,-9-5 0,-6 1 1,-1 4-27,0-2 1,-8 5-3,-5 13 0,-6 2 0,-1 8 67,-9 9 0,-3 8-155,8 3 0,-2 1 1,0 2-250,0 4 1,0 2 0,0 2-2969,-2 3 0,1 2 0,3 0 1840,1 0 1,4 1 0,-23 7 0,51-10 0</inkml:trace>
  <inkml:trace contextRef="#ctx0" brushRef="#br0" timeOffset="103048">7375 8146 17266,'0'-4'5125,"0"0"-3624,0 4-1299,0-43 39,0 32-141,0-32-27,-1 43 392,0 0-426,8 0 0,1-3 85,6 0 4,-6 0-15,-2 2-40,-6 1 1344,1 0-1356,-4 0-33,-5 0-39,-9 0-23,-13 3 40,-9 4 33,-17 7-28,17-3 51,-11 1 44,21-9-16,0-6-23,2-2-5,10-6 22,3 1-79,6 4 40,2 2-39,5 3-57,-1 1-27,2 6 89,0 9-5,-1 4-12,1 18-22,0 14 45,-2 2-6,-2 9-5,-2-15 11,0-15 27,-4 6-32,5-20 4,-2 1 96,5-13 96,2-5-91,0-1 130,0-6-208,0 1 22,-1-16-38,2 4-34,7-10-34,13 5 34,4 6-29,28 1 46,-17 10 0,1 3-1,2 0 1,0 2-171,5 4 0,-1 4 159,-11 3 1,-3 3-57,20 22-61,-13 7 5,-16 2-54,-17 2-13,-23 1-190,-23-3 78,-2-12-381,-1-13 1,-4-3-63,12-10 1,-1-2-1142,-16 2 1,0-6 1880,11-9 0,4-3 0,-6-2 0,14-6 0</inkml:trace>
  <inkml:trace contextRef="#ctx0" brushRef="#br0" timeOffset="103409">7320 7604 17098,'0'-4'5069,"0"1"-4579,-33-2 0,-15 7-1300,15 9 1,-2 4 939,-10-2 1,-6 1 0,4 5-482,9 9 1,3 6-1,1 2 390,-2 5 0,2 4 1,2-1-31,5-5 0,3-1 1,0 5 18,1 7 0,0 6 0,2 2 0,4-4-8,2 0 1,4-3-1,1 5-192,-1-1 1,0 4-1,2 1 1,5-5 176,7 3 1,5-3-1,5-3 6,6-5 0,4-1 1,3-5-12,8 6 0,10-6-14,-3-17 0,8-3 0,2-2 0,-1-5-3,3-1 0,-1-6 1,5 0-402,1-1 1,4 0-1,2-2 1,-4-4 421,-7-3 0,-3-3 0,0-2 1,-1-2 6,-1-1 0,-1-3 0,-2-1 0,0-2-32,10-8 0,-3-3 1,-3-4 46,-4-3 0,-4-3 0,-4-3-4,-4-3 1,-5-4-1,-3-2-19,-5-4 1,-4-3 0,-5-1-21,-3-1 0,-5-2 0,-4 0-3,-6 0 1,-4 1 0,-4 2 15,-4 3 1,-5 2-1,-3 3-15,-4 5 1,-3 3-1,-3 5 175,-1 4 1,-2 5 0,-2 4-525,2 4 1,-2 5-1,-1 2-3080,-20 2 1,2 6 3447,8 6 0,5 2 0,-14 2 0,30 2 0</inkml:trace>
  <inkml:trace contextRef="#ctx0" brushRef="#br0" timeOffset="104925">8910 8303 24603,'-14'-37'179,"0"-1"0,2 3 1,9 4-135,24 5-17,12-1-28,10 5-17,7 8 11,3 8-10,-2 16-12,-6 11 22,-12 15 6,-12 10-17,-13 8-16,-18 4 30,0-29 0,-3 1 6,-5-2 0,-1 0-193,-2-1 1,-1-2 217,-22 17 50,4-10 197,9-12 45,8-9 33,10-9-62,4-8-84,4-3-55,1-5 259,1 1-338,2 4-28,0 4-40,1 4-229,-1 1 208,-1 3 10,2-2 28,-3 3-27,3-3-18,0 0 29,-1 2-6,0-1 6,0 1 10,0 1-16,0-2-11,0 0 6,1 0 313,-1-2-292,6-3-27,2-3-6,11-5 1,20-2 21,-10 6-27,23 2 16,-17 17 23,8 11-23,-2 15-10,-7 11-1,-19-14 0,-3 1 28,3 14-20,-14-16 1,-5 0-3,-19 6 22,4-16 1,-4-1 2,-11-1 0,-2-4-6,3-6 0,1-2-2,0-1 0,1-5 10,-19-14-139,19-13-812,-1-16-4633,9-13 4720,10 1 0,8 17 0,4 14 0</inkml:trace>
  <inkml:trace contextRef="#ctx0" brushRef="#br0" timeOffset="105342">9066 7974 25427,'-53'-23'102,"0"0"1,8 2 0,2 10-70,4 30 1,2 10-1453,-2 1 1,-2 5 1421,7-5 1,-1 3 0,1 4-13,4-1 1,1 4-1,1 1 1,2-1-846,-2 9 0,4 1 0,1-1 848,2 0 1,1 1-1,6-1-7,7-4 0,6 1 0,5-3 336,9 7 0,10-2-340,6-4 0,8 1 1,2-4-5,1-8 1,3-3-1,4-3-435,-4-5 0,4-1 0,0-1 0,-3-4 444,1-2 1,-2-4 0,2-1-10,7 0 1,2-2-1,0-3-63,-2-4 1,0-3 0,-1-1 107,-1-2 0,0-1 1,-1-4 14,3-2 0,0-3 1,-5-5 18,2-12 1,-9-7 497,-5-6 0,-7-2-525,-8 8 0,-5-4 10,-6-6 0,-3-6 0,-4 2-8,-4-7 1,-5-1-17,1 3 0,-2-3 0,-5 2-181,-3 11 0,-3 3 1,-3 2 165,-3 2 0,-3 2 0,-1 3 0,-7-6 1,-3 5 584,-12 3 0,-2 6-724,11 14 0,-1 4-795,-17 1 1,-1 5 931,13 8 0,3 2 0,9-2 0,5 2 0,-1 7 0</inkml:trace>
  <inkml:trace contextRef="#ctx0" brushRef="#br0" timeOffset="106375">10566 8563 19820,'3'0'3518,"-1"0"-908,-2 0-2459,32-36-100,-24 26-29,24-26 28,-33 42 57,-2 4-34,-1 2 123,-16 12-73,-3-8 6,-12 5 55,8-11 35,10-5-57,9-10-100,7-9-57,8-13 46,8-10-18,5 4 18,21-9-29,-9 20 1,14-3-18,-10 17-10,4 15-18,2 12-5,1 17-28,-7 12-408,-16 10 475,-19-25 0,-6 0-8,-7 4 0,-6 0 2,-10 2 1,-4 0-12,-8 3 1,-3-3-1,-3 0 1,-3-2-397,2-4 1,1-3 418,4-7 0,3-3-12,7-7 1,2-3 0,-11-4 16,19-9 68,14-11-130,19 0-16,20-8 12,27 4 89,-16 8 0,3 1-141,7 0 1,2 0-238,4-1 1,2 0 77,-1 0 0,0 0-179,-2 0 0,0-1-219,-3-1 1,-2-1-388,-3 0 1,-2-4-51,-6-1 1,-2-3-463,-7-3 1,-4-4-29,-8-4 1,-5-3 918,-7-5 0,-6-2 879,-7-4 1,-7-1 56,-4-4 0,-5 0 991,-5-2 0,-5 2 78,-4 2 1,-5 2-301,-5 4 1,-4 4-599,14 16 0,-3 3 1,-1 2-182,-2 2 0,-2 3 0,-1 3-112,-1 2 0,-1 2 0,0 3-54,-2 2 0,1 4 0,0 2-40,1 2 1,0 3 0,1 3-17,2 3 0,1 3 0,2 3-23,1 3 1,3 3 0,3 3-345,2 3 1,4 3 0,2 2 326,3 4 1,4 2 0,3 2-12,4 2 1,2 2 0,5 0 3,4 1 0,4 0 0,5-1-2,3 0 1,5-1 0,4-2-153,6-3 0,4-1 1,4-4 143,6-1 1,3-4 0,3-4-340,5-1 1,3-4 0,0-3 348,3-3 0,0-3 1,1-2 8,-1-4 1,1-3-1,-2-3-38,-2-4 0,-2-3 0,0-4 67,-5-2 0,0-3 0,-3-4-4,-3-3 0,-2-4 0,-2-2-6,-3-3 0,-3-3 0,-3-2-4,-2-3 1,-3-3 0,-2-2-10,-3-3 0,-3-2 1,-2-1-5,-2-2 0,-3-2 1,-2 1-1,-3 0 1,-3 0-1,-4 1 13,-2 3 1,-4 2 0,-5 2 175,-11-11 0,-8 7-168,-6 9 0,-5 8 417,-1 9 1,-2 7-477,3 6 0,3 5-84,6 5 1,4 7-733,-9 22-2849,27 18 3696,20 1 0,1-17 0,3-14 0</inkml:trace>
  <inkml:trace contextRef="#ctx0" brushRef="#br0" timeOffset="106608">12513 8288 26290,'5'-40'408,"0"1"1,1-17-364,-11 78-28,-5 21-17,3-11 0,-1 2-437,0 6 1,1 2 332,0 4 1,2 2-427,1 1 1,1 0-1165,2 2 0,2-1 1694,0-6 0,1-5 0,1 12 0,-1-25 0</inkml:trace>
  <inkml:trace contextRef="#ctx0" brushRef="#br0" timeOffset="107115">12832 8094 10539,'-1'-5'9337,"1"1"-7254,0 4-783,-62-62-538,26 36-1228,-10-12 1,-3 3 661,17 23 0,0 6-34,-7-1 1,-2 3-37,-7 2 1,-1 4-29,-7 5 0,-1 4-283,16 0 1,0 2 0,0 3 221,-2 3 0,1 3 1,2 3-281,0 4 1,2 2 0,3 3 259,3 3 0,3 4 0,3 1-2,5 4 0,4 2 0,5 1 5,3 2 1,5 1-1,6 0-11,5 0 1,6 0-1,5-2-2,5-2 1,5-1 0,4-4 3,7-2 0,3-3 0,4-4-634,5-2 1,2-3-1,3-3 628,-12-8 1,1-1 0,1-2 0,0-2-5,2-1 0,0-1 1,1-1-1,2-3-350,11-1 1,4-3-1,-1-2 1,-4-1 359,-2 0 0,-3-1 0,3-4 8,0-2 1,5-3 0,-2-3 0,-6-2-130,-6-3 0,-4-4 0,0-2 151,7-6 0,1-3 0,-3-4 2,-7-3 0,-3-3 0,-5-2-17,-5-3 0,-5-2 0,-4-1-2,-5-2 1,-5-2-1,-5 1-2,-7 1 1,-5 0-1,-7 2-28,-6 2 1,-6 1-1,-7 5-24,-10 2 0,-8 4 1,-4 4-111,6 10 0,-4 2 0,-2 4 0,-2 1-1218,5 5 0,-1 1 0,-1 2 1,-1 1-1,2 1 1358,-10 0 0,0 1 0,2 2 0,4 0 0,0 2 0,4 0 0,5 1 0,5 1 0,-1 0 0</inkml:trace>
  <inkml:trace contextRef="#ctx0" brushRef="#br0" timeOffset="108899">7486 9736 16560,'-2'-9'2607,"-7"-30"1,-2-9-1527,3 4-633,-3-9 0,1 1 213,6 15-308,3 12-303,0 15-106,1 9 90,1 15 22,5 15-34,3 21-11,-2-18 1,2 1-295,1 4 0,2-1 297,3 1 0,2 0 3,5-3 0,4-1 13,6-2 1,4-4-532,8-3 0,3-4 526,7-2 0,4-5 9,3-4 0,2-3-10,-20-4 0,-1-2 0,1-2 7,19-3 0,0-3 11,-3-3 1,-2-3-1,-4-2 0,-2-2 16,-3-1 1,-3-3-230,-4 2 1,-2-2 240,-5 0 0,-3 0-33,-4 1 0,-2 1 153,14-14 467,-9 6-489,-10 6 1018,-7 6-1080,-5 5 528,-4 4-600,-2 4-15,-2 3-47,-2 11 34,-2 3-12,-6 14 6,-10 3 0,-12 7 5,8-18 1,-2 0-410,-7 1 1,-4-1 408,-5 0 1,-2-2 8,-5-1 0,-2-2-17,-1-2 1,-2-3 4,2-1 1,0-4 11,3 0 0,0-3-3,3-4 1,2-2-1,5-2 0,1-2 0,5-2 1,2-3 16,-22-18 0,8-4-352,1-7 324,23 19 0,0-2 0,0-2 0,0-1 14,2 0 0,1-1 14,-12-24-28,10 8 5,9 14 797,6 13-791,3 9-39,2 6-28,0 4 402,1 7-362,7 11 16,4 15 11,7 14-28,4 10-151,-9-27 0,0 1 171,3-1 0,2 0-9,4 0 0,3-3-371,6 1 1,4-4 381,7-1 1,4-4-543,6-3 0,3-3 553,4-3 1,1-4-14,1-4 0,-1-2 8,-2-4 0,-2-4 20,-3-2 0,-1-4-17,-4-2 0,-2-4 8,-4-1 1,-2-3-1303,3-10 0,-3-1 1305,-13 10 1,-3-1 7,7-12 1,-4-2 130,2-10-100,-14 21 0,-1-1 82,5-16 463,-7 14-481,-8 9 746,-3 9-824,-2 5 3287,-1 4-3359,-1 3 160,-1 1-194,-5 8 39,3-1-352,-8 17-1664,3 1 2033,-4 16 0,7-19 0,1 1 0</inkml:trace>
  <inkml:trace contextRef="#ctx0" brushRef="#br0" timeOffset="109841">1154 4766 21257,'-38'-29'498,"1"0"1,-1 0-1,1 3 1,0 2-1,2 7-327,-3 10 0,1 7-84,1 3 0,2 2-9,-24 10-39,17 12 334,20 8-340,14 8 6,21 9-327,-1-22 0,4-1 285,7 2 1,2 0 2,4-1 0,2 0 0,2-1 0,1-2 5,0-1 1,-1-2-9,-1-3 0,-2 0 6,-3-3 0,-2 0 232,12 13-213,-18-3 180,-26 1-202,-25-1 33,-26-2-8,19-13 1,-3-2-339,-5-1 0,-1-1 338,0-2 0,-1-1-17,4-2 1,1-2-1,7-3 1,2-2 417,-15-10-1037,22-12-1746,23-10 2357,33-13 0,-12 21 0,12 0 0</inkml:trace>
  <inkml:trace contextRef="#ctx0" brushRef="#br0" timeOffset="110075">1645 4532 21097,'0'-4'3904,"0"1"-2851,0 3-985,-40 46-40,32-1-472,-8 0 1,2 2 409,19-5 1,6-1-155,0 3 0,0-1-322,0 0 0,-1 0-495,-2-2 0,0 0-839,-1-5 1,-2-1 1843,1 28 0,-3-31 0,-3-10 0</inkml:trace>
  <inkml:trace contextRef="#ctx0" brushRef="#br0" timeOffset="111032">1524 5211 22615,'-22'-56'959,"0"1"1,3 2 0,9 8-887,15 20 72,14-2-122,11 16-62,17 2-17,14 4-240,-26 6 0,1 2 228,1 0 1,2 1-43,-2 0 1,-1 2 0,-1-1 0,-1-1-9,21 2 262,-14-3-76,-16-6 106,-13-5 46,-10-7 37,-10-3 68,-5-1 497,-6 2-531,-2 5-56,-6 5-195,9 5-18,-5 9-16,14 7-6,2 9 11,11 12-6,12-4 1,4-3 5,18-8 0,0-12-5,0-9 0,1-6 61,13-17-34,-21 7 1,-5-3 50,-8-25 6,-21 5-29,-12 2 34,-21 2-44,-2 13-29,-1 7 23,0 14-45,12 14 0,-5 23-17,13 10-295,11-12 1,4 0 300,3 16-12,4-16 1,4 0-529,13 24 262,-4-22 1,4 2-494,11 4 1,3-3 167,-1-7 1,1-3 358,1-1 1,1-5-18,0-7 1,0-6 231,18-2 253,6-11 689,-6-24 22,-19-9-437,-8-4 365,-11-1 411,-8 12-754,-1-2 333,-4 8-702,-2 13-84,-2 13-28,0 6 22,-4 19-22,0 9-23,2-2 1,-1 1 0,-1 17 13,2-4 1,0-1-9,1-3-125,0-4 1,1 1 108,-2 6 5,-2 5 5,-1-23 1,-4-18-12,1-18 23,-5-20 0,2-12-12,3 1 1,0-3 2,2 0 1,1-1-1032,-1-11 0,2 0 1025,2 16 1,2 0-3,-1-6 0,3-1-399,5 1 0,2 1 401,1-1 1,4 0-6,5-3 1,6 2 4,0 12 1,3 3-163,1 4 0,2 4 154,16-7 12,4 15 5,-18 22-39,10 24 22,-17 9 748,-13-11 0,-5 0-747,-7 14 5,-12-9 0,-5 0 0,-17 12 2,7-15 1,-1-1-20,-19 7-100,3-14-51,14-13-378,2-16-2255,21-8-7030,10-9 8916,8 4 0,4 6 0,-10 7 1</inkml:trace>
  <inkml:trace contextRef="#ctx0" brushRef="#br0" timeOffset="111225">3110 5037 23287,'-4'1'3031,"0"0"-2449,4-1-677,8-1-734,28-8-163,0 1-3924,10-4 1,0-1 2662,-3 0 0,13-3 1,-47 13-1</inkml:trace>
  <inkml:trace contextRef="#ctx0" brushRef="#br0" timeOffset="111398">3720 4719 21534,'0'-3'4812,"0"0"-3278,0 3-1500,-24-5-6,9 35-34,-14-9-126,18 22 1,6 10-681,1-15 0,3 3 310,1 1 0,1 3 1,1-5-1,0 19 1,7-4-1</inkml:trace>
  <inkml:trace contextRef="#ctx0" brushRef="#br0" timeOffset="111732">1420 5784 11207,'-58'14'323,"0"1"1,-1-1-1,1 1 1,0-1-1,3-1 1,1 0 0,0 0-1,1 0 1,0 0-53,1 0 0,0-1 0,0 0 0,1 0 1,3-1-65,-3 1 0,1 0 0,2-1 0,3 0 586,-1-1 1,2 0 0,5-1-736,-1 0 1,18 0 1608,30-1-1508,23-8 1,12-4-84,0 0 1,5-1 0,4-2-379,-3 1 0,2-1 0,3 0 0,1-1 323,-3 1 0,2-1 1,1 0-1,1-1 1,1 1-43,-4 0 0,1 0 1,0 0-1,1 0 0,1-1 1,0 1 25,4-1 1,1 1-1,0-1 1,0 0 0,1 0-1,0 0-189,-7 1 0,1 0 0,-1 0 0,1 1 0,-1-1 0,0 0 0,-3 1 184,10-2 0,-3 1 0,-1 0 0,2 0 0,3 0-145,-5 0 1,3-1-1,2 1 1,1-1-1,-1 1 1,-2-1 0,-5 2 144,2-1 0,-5 1 0,-2 0 0,2 0 0,3 0 5,2-1 1,4 0 0,2-1-1,-1 1 1,-3 0 0,-4 0-138,4 0 0,-5 1 0,-2 0 1,-2 1-274,1 0 1,-3 0-1,-4 1 405,-1 0 0,-7 2 0,-3 0 0,-26 3 0</inkml:trace>
  <inkml:trace contextRef="#ctx0" brushRef="#br0" timeOffset="113874">1827 6820 18841,'-32'-54'1026,"1"0"1,2 6 0,0 10-746,-5 21-35,-7 12-123,-8 18-22,-6 14-59,27-6 0,1 4-306,2 2 1,2 2 277,3 2 0,4 2-11,4-2 0,4 1 102,1 27-94,18-12 88,13-15 75,16-16 55,11-23 46,5-19-344,-26 5 1,-2-3 280,-2-4 1,-2-2-20,-2-1 1,-4-1 78,-2 0 1,-3-1 41,4-27-39,-6 9 8,-5 12-120,-2 15-119,-2 12-38,0 13 576,3 14-565,3 14-23,3 16-16,2 11-88,-6-25 1,1 2-443,0 1 0,1 0-2131,1 1 0,2 0 2683,10 22 0,-7-22 0,-5-17 0</inkml:trace>
  <inkml:trace contextRef="#ctx0" brushRef="#br0" timeOffset="114024">2326 6978 21315,'-13'-39'0,"2"7"0</inkml:trace>
  <inkml:trace contextRef="#ctx0" brushRef="#br0" timeOffset="114750">1637 8594 19417,'-11'-57'1531,"0"0"0,1 6 0,0 6-753,-2-2-363,2 17-298,5 14-173,3 9 11,2 14 85,6 11-29,3 20-39,4 20-189,-6-21 1,-2 2 238,0 5 0,-3 1-380,-1 3 0,-2 0 380,-3 0 1,-2 0-9,-1-4 0,-2-1-128,-1-5 1,-1-4 141,-10 22 106,3-22 158,6-16 368,5-17-504,3-15 745,3-15-794,3-14-29,6-8-39,6-3-11,5 3 0,6 5-56,2 10 315,6 9-293,7 13 12,9 10 27,9 18-226,-27-1 1,0 2 183,0 5 1,0 3 8,-3 2 0,-1 2 0,-4 2 0,-2 0-6,-5 1 1,-4 1-119,-1 29 158,-27-5-1,-18-7-252,8-27 0,-3-2 227,-3-3 1,-2-3-6,-2-2 0,-1-2 8,0-3 0,1-3-56,1-1 1,2-4-780,-23-7-6810,20-8 7634,19-3 0,11 6 0,7 5 0</inkml:trace>
  <inkml:trace contextRef="#ctx0" brushRef="#br0" timeOffset="114907">2448 8977 23259,'0'0'0</inkml:trace>
  <inkml:trace contextRef="#ctx0" brushRef="#br0" timeOffset="126409">5010 11058 15961,'1'-10'3190,"5"-33"0,0-9-1958,0 6-1528,1-10 0,-1 1 649,-1 20 866,-2 7-1073,-3 19 12,1 0-124,-6 37-17,-1 5-20,1-2 0,-1 2 0,0 1 1,0 0 191,0 2 0,1-1-189,1 0 0,2 0-5,4 24-12,8-13 62,9-17 67,8-16 0,6-21 17,6-16 33,1-15 28,-1-5-22,-7 3-67,-4 9-67,-9 11-45,-4 11 381,-3 13-353,0 15-34,1 16-11,-1 15-84,-2 12-354,-5-27 0,0 0-22,0 2 0,2 0-579,1-1 1,3 0-853,2-2 1,2-3-6797,24 19 8715,0-17 0,-13-17 0,-11-10 0</inkml:trace>
  <inkml:trace contextRef="#ctx0" brushRef="#br0" timeOffset="126775">5892 11118 12371,'1'-55'1651,"0"1"0,0 0 0,-3 3 0,-1 0 1,-3 3-944,-8-12 0,-6 4-1414,-8 4 0,-7 5 1011,-8 5 0,-6 6-152,13 15 0,-4 3 0,-1 2-24,-3 3 0,-2 3 0,-1 4-423,-2 3 0,-1 3 0,0 4 339,-2 3 0,1 3 0,0 4-16,1 4 1,0 4 0,1 4-12,1 4 1,2 3 0,1 4-4,1 4 0,2 5 0,2 2-234,11-9 0,1 3 0,2 0 0,2 2 217,1 2 1,2 1-1,2 0 1,3 1-6,2 0 0,1 0 0,4 0 0,3 0-16,4 12 1,6 0 0,7-3-357,5-4 0,7-3 0,5-3 336,8-5 0,6-3 0,3-5-6,7-3 1,3-5-1,3-4 5,-11-8 1,1-3 0,1-1 0,0-3-192,2-1 0,0-2 0,1-2 0,0-2 207,0-2 0,0-3 0,0-1 0,0-2 28,-2-1 0,0-2 0,-1-2 0,0-2-22,-3-1 1,-1-3 0,-1-1 0,-2-2 50,10-8 1,-2-3 0,-4-3 0,-5-1 0,-3-4 0,-5-2 11,-5-1 0,-4-2 0,-4-3 174,-3-1 0,-6-1 1,-3-2-147,-5 1 0,-4 0 0,-5 0 3,-2 3 1,-5 1 0,-3 2-30,-4 5 0,-3 2 0,-3 3-12,-18-10 0,-4 7-54,-4 8 1,-4 7-62,0 8 0,0 5-286,3 5 1,1 6-2827,6 4 1,4 4 3195,-17 9 0,29-3 0,17-5 0</inkml:trace>
  <inkml:trace contextRef="#ctx0" brushRef="#br0" timeOffset="127949">7232 11061 20688,'-26'-56'806,"-1"0"1,6 8 0,10 5-706,29-10-67,19 17-29,-2 11-5,21 6 34,0 12-20,-11 10 0,2 4-521,-7 2 0,-1 5 504,5 6 0,-3 5-8,-13 2 0,-5 2-17,9 19-59,-21-15 0,-5 0 65,-11 22 16,-4-21 1,-5 1 10,-13 3 1,-5-3 36,2-8 0,-2-2-3,-1-1 0,1-4 197,-24 0 368,16-21-234,6-12-90,10-14-112,20-8-129,8 6 774,10-5-774,14 9 392,6 5-392,13 7-33,1 19-18,-7 4 7,15 18-12,-10 8-20,-15-7 1,-1 3-34,-9-3 0,-5 1-23,-1 5 1,-8 0-577,-24 19 450,-7-13-69,-2-19 0,-5-4-718,-4-4 1,-2-4-737,0-2 0,-1-2-48,2-3 1,3-4 1789,-13-16 0,31 8 0,2-3 0</inkml:trace>
  <inkml:trace contextRef="#ctx0" brushRef="#br0" timeOffset="128282">7462 10610 22229,'-62'-7'591,"-1"-1"1,-2 8 0,5 11-427,11 20 1,3 11-1317,12-9 1,-1 2 0,1 3 1178,-1 6 0,2 2 0,1 2-21,0 4 1,3 3-1,2 0-7,4 1 0,2 2 0,4-1 5,4-2 1,3-1 0,6 0-85,7-6 0,4-1 1,6-2 70,5-5 1,6-3-1,5-4 4,8-2 1,6-4-1,-1-3 4,14 3 0,5-5 7,-13-11 0,6-2 0,0-2 0,-3-4 8,-2-3 0,-3-3 0,3-2-142,0 1 1,4-2-1,0-2 1,-5-3 150,4-8 0,-5-4 1,-1-4 3,-3-2 0,-2-4 0,-3 0-3,7-8 0,-6-5 38,-9-5 1,-4-7-1,-5 2-28,-9 13 1,-4 0 0,-2-2-20,-1 0 1,-1-5 0,-3 1 0,-4 3-14,-7-6 1,-6 4 0,-6 2-19,-6 3 0,-5 4 0,-1 3-38,-11-4 0,-6 6-377,4 14 1,-4 3 0,0 5 429,2 5 0,0 3 0,4 1 0,-7-3 0,4 2 0,5 4 0,-1 0 0</inkml:trace>
  <inkml:trace contextRef="#ctx0" brushRef="#br0" timeOffset="129708">9107 10879 24115,'33'-37'222,"1"0"0,-3 3 0,-15 12-57,-34 27-154,-6 5 63,-2 3-57,-1 2 54,-2 0-15,0-2 112,-2-3-22,0-5 11,3-2 55,3-7 18,5 0-23,5-1-112,6 1-123,4 3 34,3 2-12,-4 11-5,-5 12 28,-5 13 5,-1 10-10,1 4-1,4-2 0,3-4 6,3-7 16,1-10 79,2-11 185,1-9 487,2-5-196,0-3-470,2-11-85,2-3-33,5-13-11,8 0 0,11 2 0,13 7 22,11 6-293,9 7 276,-28 5 0,1 4-16,6 5 0,-2 2-6,14 8-57,-21-2 1,-4 3-11,-5 11-17,-6 10-6,-26 2-70,-17-13 1,-7-4 72,9-6 0,-4-2-735,-23 7 0,-5-4 91,17-11 0,0-3-877,-9 2 1,0-3 1077,3-8 0,5-2 1,-5 1-1,15-9 1</inkml:trace>
  <inkml:trace contextRef="#ctx0" brushRef="#br0" timeOffset="130058">8860 10520 22311,'-56'17'296,"0"0"1,-1 5 0,2 8-230,16 7 1,2 7-1,3 2-915,2-4 0,2 2 1,2 3 848,5-3 0,0 2 1,3 0-1,3-2-5,2-2 0,3-2 1,5 1 14,5 6 0,6 1 1,5-4-164,15 5 1,8-3 162,-1-9 0,5 0 0,4-4-6,7-2 1,4-4 0,3-3-1,4-1 1,2-4 0,3-3 3,-6-7 1,4-2 0,-1-2 0,-4-2-137,-1 0 0,-4-2 0,2-3 131,-2-4 0,2-2 1,-1-3-1,-6-3 29,9-12 1,-5-8 9,-6-2 0,0-7 1,-5-2-18,-9 4 0,-5-2 0,-1-3-2,-2-11 0,-3-2 1,-4 2-11,-4-4 0,-7 1-5,-5 12 0,-5 0 1,-6 2 3,-9 6 0,-5 3 0,-4 1-6,-1 1 1,-3 1-1,-2 3-9,0 2 0,-3 2 1,-3 6-50,-11 5 1,-5 6 0,6 2-38,12 2 1,0 3-512,-5 2 0,-5 1 0,8 4 191,-16 17 0,14-6 0,20 2 0</inkml:trace>
  <inkml:trace contextRef="#ctx0" brushRef="#br0" timeOffset="131175">10916 10847 26458,'-7'-17'-56,"1"6"95,3 15-28,0 1 67,-11 8 1,-6-2-18,-14 5 23,-4-7 62,1-4 22,8-7-39,9-8-40,7-12-38,7-11-51,5-8-6,13 1 1,11 7-7,12 10 7,7 12-6,7 13-12,2 14-310,-1 14 317,-5 16 10,-28-19 0,-4 3 6,-4 4 0,-5 1 0,-9 4 0,-6 0-556,-8 5 0,-7 0 550,-10 3 1,-5-2 1,10-14 0,-1-1 0,-2-1 9,1-2 1,-2-1 0,1-2 11,-14 5 0,2-4-45,9-8 0,2-4 162,-12-6-39,22-18-33,23-12 254,22-7-294,19 0-16,2 8-9,-2 11 0,1 2-13,22 3 245,-16 2 0,1 1-291,-5 3 0,-2 2-198,4 0 0,-1 0-354,3 1 1,-1 0-516,2 0 1,0-1-1334,1-2 0,-1-2 1937,-6-1 0,-3 0 0,11-4 0,-22 1 0</inkml:trace>
  <inkml:trace contextRef="#ctx0" brushRef="#br0" timeOffset="131532">11593 10645 16717,'-33'-44'1322,"0"0"0,0 0 0,-3 5 0,-2 2 0,-3 5-1001,-2 8 0,-2 4 0,-3 4-1347,-5 2 1,-2 5 0,-1 3 1142,-4 3 1,-1 4 0,0 4-51,-2 2 0,0 3 1,2 4-38,1 3 0,2 3 0,2 4-23,4 3 0,2 2 1,3 4-6,5 2 0,4 3 0,3 3-15,5 3 1,4 1-1,5 5 13,9-5 0,3 4 0,4 0 0,1-3 2,0-1 0,3-2 0,5 1-2,8 16 0,8 2 0,5-8 1,2-19 1,5-6 0,3 0-394,10 6 1,4 0-1,3-4 385,-10-9 0,3-3 0,0-1 0,1-2-5,2-1 1,1-2 0,0-1 0,1-1-229,-1-2 1,0-1-1,1-1 1,-1-3 233,14 0 1,0-3-1,-1-4 4,-4-3 0,-2-3 1,-2-4 12,-4-3 0,-3-3 0,-2-3 138,-7-4 0,-2-3 0,-5-3-133,-4-3 1,-5-2 0,-3-2 16,-4-3 1,-5-2 0,-3-1 11,-6-1 0,-4 0 0,-4 0 1,-3 0 1,-4 1 0,-4 2-1,-4 3 1,-4 2 0,-4 3-23,-2 4 0,-3 2 0,-2 3-11,-2 4 0,-1 4 1,-1 2-9,-18-1 1,0 4 66,7 6 1,4 5-244,10 5 0,6 5 692,-3 21-8273,45 19 7752,20 3 0,0-16 0,-6-15 0</inkml:trace>
  <inkml:trace contextRef="#ctx0" brushRef="#br0" timeOffset="131742">12824 10560 27039,'-33'45'-215,"-1"-1"0,4 2 1,7 1-893,14 1 1,7 2 23,5 2 1,1-3 0,-1 5-1,9-8 1</inkml:trace>
  <inkml:trace contextRef="#ctx0" brushRef="#br0" timeOffset="132299">13122 10276 18005,'-36'-30'478,"-1"0"0,1 0 1,0 2-1,0 1 0,-1 7 135,-20 10 1,1 7-1303,14 0 1,-1 5 962,-3 4 1,-4 4-1,4 3-531,-8 11 1,2 5 405,9-2 1,-2 2-1,2 4-60,1 2 1,2 2 0,3 5-33,7-3 1,2 4-1,2 1 1,2-3-25,1-1 1,2-2 0,3 4 16,-2 15 0,3 5 1,6-5-15,6 2 1,8-2-9,2-9 0,3 0 0,4-1 0,5-2 0,5-3 0,4-1-11,7-2 0,5-3 0,3-2-6,7-2 0,3-2 0,3-4-7,-9-6 0,1-2 1,2-1-1,0-2 1,3-2 1,1 0 0,0-2-1,0-2-264,2-1 0,-1-2 0,1-1 0,-1-2 273,-1-2 0,0-2 0,-1-3 0,0-3 22,3-5 1,1-3-1,-2-3 1,-4 0-19,-3 1 1,-3-2 0,-2-4 20,7-13 0,-1-6 0,-9-2-445,-9-10 0,-8-5 426,-3 11 1,-2-5 0,-5-1-9,-6 6 1,-3-1-1,-3-1 1,-2 2-13,-5-6 0,-5 2 0,-5 1-17,-7-5 0,-7 1 1,-3 8-38,-9 3 1,-8 9-248,1 10 1,-7 5-1,-1 4 147,-2 6 1,-1 4 0,3 0 0,-5-3 0,4 1 0,1 7 0,-1 0-1</inkml:trace>
  <inkml:trace contextRef="#ctx0" brushRef="#br0" timeOffset="133015">2124 11293 12673,'5'-53'2742,"0"1"1,-1 5 0,-1 6-1124,-2-2-465,-6 14-544,-3 12-363,-9 9-85,-11 11 6,-13 13-22,-12 13-532,24-7 1,1 2 408,-16 19-15,18-3 0,3 5 0,10-13 1,2 2-12,-5 14 1,4 2-287,7-10 0,6-2 278,5-2 0,7-2-65,6-2 1,6-4-191,12-2 0,5-5-555,9-4 1,5-5-2356,-15-5 1,2-2-1,0-1 3176,16-3 0,-3-2 0,-18 1 0,-4-1 0,5-4 0</inkml:trace>
  <inkml:trace contextRef="#ctx0" brushRef="#br0" timeOffset="133192">2927 11347 27673,'-32'-18'-1148,"0"-1"1,-19-6 0,48 41 0,1-4 0</inkml:trace>
  <inkml:trace contextRef="#ctx0" brushRef="#br0" timeOffset="135999">9447 12220 18162,'0'-45'1382,"-1"0"0,1 0 0,-2-14 1,2 12-1059,4 27-284,-3 15 27,0 18 39,0 18-22,0 25-56,-1-20 0,0 1-289,1 3 1,1 1 277,3 0 0,2-2-6,8 19 19,11-21 1,7-5 5,-1-12 1,4-4-663,20 6 0,6-4 661,-20-11 1,1-4 0,2-2 6,4-3 1,1-3 0,-1-1-15,12-1 0,-1-3 17,-12-2 0,3-2 0,-2-2 26,-2-2 0,-1-1 0,0-1-23,-2 0 1,0-1 0,0-1 3,0-3 0,0 0 1,-5-1-117,-2-2 0,-6 0 394,13-17 513,-22 17-647,-13 14-168,-8 11-45,-9 11 1404,-7 8-1375,-11 13-18,1-2-11,-15 12 20,10-16 0,-3 1-351,-5 2 0,-3 1 337,5-6 0,-3 1 0,0-2-953,-1-2 0,0-1 0,1-1 964,-11 4 0,-1-2-2,10-5 0,-2-2 1,-1-2-336,-16-1 1,0-4 341,2-3 1,0-3-1,-1-5 1,4-6 0,19-6 0,4-3-6,-14-16 8,24 8 0,2-4-47,7 4 1,2-4 43,-1-16 1,3-3 5,2 11 1,3 1-1,3-2 0,2 3 0,3-1 642,0 20-714,-1 13 2857,-1 18-2779,1 15-28,1 24 11,-1-16 0,0 1 1114,3 28-1111,1-11 0,4-1 2,0-16 1,3 0-271,8 14 0,5-3 265,3-12 0,5-6-864,7-3 0,2-4 875,-7-6 0,2-4 2,6-5 0,4-5 0,-1-2-647,6-6 0,1-4 645,-2 0 0,3-1 0,-2-3 6,-9-2 0,-1-2 0,-2-2 3,0-1 1,-1-1-1,-3 0-6,7-5 0,-3-2 36,1-6 1,-4-2-305,-11 5 0,-3 0 304,-3 4 1,-2 1 390,8-20-917,-26 35-850,-17 25 1326,-6 8 0,2-1 0,5-4 0</inkml:trace>
  <inkml:trace contextRef="#ctx0" brushRef="#br0" timeOffset="137542">5131 13156 22184,'0'-8'3052,"0"1"-2239,9-52-460,-6 40-292,7-41-22,-10 63 17,0 16-39,0 5 56,-6 27-28,-7 5-237,2-17 0,-2 3 220,-5 10 0,0 1-544,5-9 0,0-1 518,1-3 1,2-2 25,4 13 17,10-28 39,7-6 22,15-23-30,1-12 0,1-5-20,16-14 2,-7 2 1,1-1-52,-13 12 0,-1 0 80,4-4 0,1 0 460,-4 5 0,-1 3-530,7-3 27,-7 20-10,-16 12-12,1 25 6,-6 8 6,1 19-20,-6-18 0,-1 1-222,3-4 0,-1-1 121,-2 0 1,1-1-295,4-1 0,3-2-1033,12 20 509,-4-24 0,6-3-154,8-8 1,4-7 615,25-15 9,2-18 492,-31-7 1,-3-7 120,-5 1 1,-3-4 143,-1-4 0,-1-4 0,-2-1-584,2-15 0,-5-2 501,-3 12 1,-3-1 0,-2 3-93,-2 0 1,-4 2 91,-6-9 1,-5 3 151,-1 12 0,-6 3-230,-1 4 1,-4 0 0,-2 4-35,-11-3 1,-4 7-1055,-13 3 1,-1 11 945,17 11 0,-1 7 2,3 7 0,-2 5 1,1 3-212,1 4 1,0 5 0,-2 4 192,3-1 1,-3 5-1,-1 2 1,0 2 0,3-1-242,3-1 1,2 0 0,0 0 0,1 2 0,0 2 234,2-1 0,-1 1 0,1 2 0,1 0 0,2 0 0,3-1 2,-2 13 0,3-1 0,4 0 0,3-3-226,-2 4 1,4-2 0,7-1 212,8 2 0,7-1 0,7-6 335,12 0 1,13-8-314,8-6 0,9-4 1,2-5-1,-1-7 0,1-6 1,4-4-224,-4-5 1,4-3 0,-1-4 0,-3-1 217,1-2 0,-5-3 0,3-4 3,-5-3 0,3-2 0,-1-2 0,-3-2 298,4-5 1,-2-2-1,1-4-300,-11 4 1,2-4 0,0-2-1,-1-1 1,-3 1-53,1-5 1,-3-1 0,-1-1 0,-2-2 60,1-5 0,-1-4 0,-3 0 0,-5 3-3,-5 3 0,-4 3 0,-5-1 9,-2-5 1,-4 0 0,-7 3-34,-11-2 0,-7 3 38,-7-5 0,-10 4-48,-2 17 1,-5 5 0,-1 4-20,-16-2 0,0 5-48,0 3 1,0 4-505,8 6 0,4 3 582,13 2 0,3 2 0,-16-2 0,17 3 0</inkml:trace>
  <inkml:trace contextRef="#ctx0" brushRef="#br0" timeOffset="138176">7723 13476 24307,'8'-54'610,"0"0"1,-3 7-1,5 9-531,19 9-29,0 11-27,27-1-996,1 10 981,-22 9 0,1 4-14,-4 3 1,-2 5-6,-2 5 0,-3 2-6,9 17-39,-19-2 0,-6 3 11,-13 19 39,-2-16 1,-5-1 10,-6-7 1,-4-3 11,-2-3 0,-2-3 5,-14 10 459,-14-8-268,24-17 186,-10-7-141,19-14-51,8-9-73,5-5 463,8 0-563,7 5-6,9 7-23,9 7 1,13 11-12,12 11 1,-6 3-33,-11 5 1,5 7 0,-8-2-70,4 17-103,5 0 1,-13 1 7,-43-3-10,-22-6-113,-19-10-3,21-18 1,0-3-307,-3-4 1,0-4-773,-1-4 1,3-2-2746,-21-13 4151,7-9 0,32 17 0,3-1 0</inkml:trace>
  <inkml:trace contextRef="#ctx0" brushRef="#br0" timeOffset="138525">8116 13087 23679,'-43'-13'351,"0"0"1,-1 0 0,1 4 0,0 2 0,2 6-209,-9 12 0,2 10-1721,11-3 0,0 3 0,0 2 1615,-2 7 1,0 3-1,1 2-9,-1 7 0,0 3 0,3 2-191,8-8 0,2 3 0,1 1 0,2 0 163,1 2 0,2 2 0,1 0 0,3 0 52,1 0 1,3 1 0,2-1 0,3 0-63,3 13 1,5 0 0,6-2-16,6-4 1,4-1 0,7-4-333,6-2 1,7-3 0,3-3 331,8-4 1,4-4 0,3-4 81,-10-10 1,3-2 0,0-2 0,2-4-89,1-1 0,2-3 0,0-2 0,0-4 10,1-3 0,0-2 0,-1-4 0,0-2 17,0-3 0,-1-3 0,-2-2 0,0-4 1,-2-2 1,0-3 0,-3-3-1,-1-2 22,-2-2 1,-2-3 0,-2-2 0,-2-1-4,-2-3 1,-2-2 0,-3-1 0,-2-1 1,-3-2 0,-3-1 0,-2 0 1,-2-2-7,-3 2 1,-2-2-1,-3 1 1,-3-1-46,-2 3 1,-4 0 0,-2 1 0,-2 1 62,-6-11 0,-4 1 0,-4 4-17,-3 5 0,-4 2 0,-3 3 96,-2 6 1,-2 3 0,-2 4-273,-16-9 1,-2 7-1116,3 8 1,0 5 1277,8 6 0,5 4 0,-10 0 0,24 7 0</inkml:trace>
  <inkml:trace contextRef="#ctx0" brushRef="#br0" timeOffset="139608">10261 13440 24531,'0'-4'1955,"0"0"-1563,0 4-437,-10-29 17,8 26 28,-7-18 0,10 36 17,0 4 11,-10 4-23,-9-1 40,-13-4-17,-8-6-11,7-7 61,-7-11-22,17-9 11,-5-14-22,17-10-34,14-4 34,12 2-28,13 9-28,6 11 5,4 13-11,2 14 12,0 15-1,-1 15 1,-8 13 27,-14 8-322,-19-25 0,-5 1 297,-8 2 0,-6 0 0,-10 3 0,-5-1-445,-8 4 0,-4-1 434,13-12 1,-2-1 0,1 0-335,-1-2 0,0-1 0,1-2 365,-14 7 0,3-5 2,9-7 1,3-6 25,-9-9 0,24-15 453,26-12-487,22-6-16,25 0 47,-18 17 0,2 1-50,6 1 0,2 3-9,3 1 0,1 1-20,2 2 1,-1 0-127,0 0 1,0 1-255,-2 0 0,0-1-309,0 0 1,-1-2-317,-1-1 1,0-2-472,-3-2 1,-1-3-555,-4-2 0,-2-4 882,-6-3 0,-4-4 1028,-5-3 0,-6-4 994,-4-5 1,-7-2 705,-6-4 0,-6-2-521,-6-3 0,-6 0 22,-8-2 1,-6 1-601,6 18 1,-2 2-1,-2 1-142,-4 1 1,-1 3-1,-3 2-129,-2 3 1,-2 3 0,-2 3-482,0 3 1,-2 3 0,0 4 378,-2 4 0,0 5 0,1 3-26,0 4 0,0 3 0,1 5-25,0 4 1,1 5 0,2 4-10,2 4 0,1 4 0,2 3-415,2 5 1,3 3-1,2 1 409,1 4 1,4 3 0,2 0-1,4 1 1,2 1 0,3 0-237,2-1 0,3-1 1,4-1 220,5-5 1,3-1 0,5-2-25,5-6 0,4-2 0,5-3 32,7-5 0,5-4 0,4-3 2,7-4 0,3-5 0,3-3-118,6-3 0,1-4 0,2-3 123,3-5 1,0-5 0,0-3 14,1-3 1,-2-4-1,0-4 8,-3-3 0,-1-4 0,-3-3 152,-3-2 1,-3-3 0,-3-3-118,-4-2 0,-4-2 1,-4-3-18,-3-1 1,-4-2 0,-3-1-10,-4-1 0,-3-2 1,-3 1-7,-3 1 1,-3 1 0,-3 1 124,-4 4 1,-3 1 0,-3 3-129,-10-12 0,-7 5 152,-7 10 0,-7 7-172,-2 8 0,-3 5 562,1 5 1,2 6-899,6 3 0,4 3-750,-6 10 1078,40 9 0,0-7 0,15 0 0</inkml:trace>
  <inkml:trace contextRef="#ctx0" brushRef="#br0" timeOffset="140199">12533 13050 26469,'-43'-16'37,"0"1"0,0 1 1,4 4-21,6 10 22,-20 0-17,-7 0 9,22 1 0,2 0-3,-12 1 11,-8 2-5,32 0 16,1 1-16,9-1-6,7 7-17,2-3 17,0 15 0,1 3 17,-3 10-1,-2 6-27,-4 0 34,-4 8-40,5-18 0,-3 6 0,9-20 23,1-1 235,1-8 145,3-5-173,1-4 117,3-6-263,4-7-55,10-12-11,11-7-29,22-4 0,-13 13 0,22-1 0,-18 17 0,14 6 0,3 13 0,-24 4 0,-1 4-278,-5 1 1,-3 2 268,-1 1 1,-4 1 8,1 32-39,-23-6-6,-16-9 0,-8-1-48,-3-6 1,-5-3-687,-14 5 1,-4-6 669,15-13 0,-1-4-264,-7-3 1,1-5-1095,-17-13-3449,23-7 1,3-2 3405,-5-8 0,13-6 0,24 23 0</inkml:trace>
  <inkml:trace contextRef="#ctx0" brushRef="#br0" timeOffset="140558">12147 12759 25853,'-60'-7'124,"1"1"1,13 8 0,-1 4-1,2 9-53,-1 17 0,2 11 0,0 0-1472,8-10 0,0 1 0,0 1 0,-1 2 1405,-5 7 0,-2 4 0,1 0 0,4 0-3,7-6 1,2 1-1,2-1 1,2-1 76,-1 3 1,2 0 0,4 1-83,2 4 0,3 3 1,8-3-14,13 5 0,8-2 366,-6-1 1,15-3-357,9-25 1,14-3-1,10-1 1,6-2 0,0-3-1,-2-2 1,-8-1-366,6-2 0,-5-3 0,1-4 0,8 1 370,-13 0 0,7 0 0,4 0 0,2-1 1,2 0-1,-2-2 0,-2-1 0,-5-3 1,-6-2 5,16-9 0,-8-5 0,-4-3 0,0-3 0,-6 3 1,0-2-1,-1-1 1,-3-3 0,-5-1 8,7-17 0,-7-4 0,-6 1-6,-6 9 1,-4 0-1,-3-3 10,-1-8 0,-5-3 0,-6 0 330,-6 2 1,-6 1 0,-4 0-330,-1 0 1,-3 1 0,-6 0-2,-7-1 0,-5 0 0,-6 8 1,-2 11 1,-4 6 0,-3 4-111,-4 3 1,-2 4-1,1 2 88,9 4 0,1 2 1,-2 4-191,-16 2 0,-2 5 0,5 3-1921,9 4 1,3 4 2114,-15 3 0,8 3 0,15 4 0,26-8 0</inkml:trace>
  <inkml:trace contextRef="#ctx0" brushRef="#br0" timeOffset="140899">13551 13168 17297,'0'3'6027,"0"-1"-1928,0-2-4110,40-50-12,-32 46 29,29-35 99,-52 93-94,0 3-70,3-11 0,-1 2-640,3-3 0,1 0-371,1 2 0,2-1-28,1-10 1,1-2 1097,3 1 0,1-5 0,0-7 0,2-3 0</inkml:trace>
  <inkml:trace contextRef="#ctx0" brushRef="#br0" timeOffset="141292">13996 12965 22363,'-14'-41'851,"-1"0"1,1 1-1,-7-15 1,-1 7-477,-15 0-257,4 19 55,-26 14-122,5 27-747,12 2 0,-2 5 718,1 13 0,1 6-11,12-6 0,0 2 1,1 2-3,-1 5 0,0 3 1,3 1-473,0 3 1,1 3-1,3 0 457,1 1 1,2 1 0,3 0-3,2 0 1,4 0-1,2-1 6,5-1 0,2-1 1,6-1-370,4-3 1,4-1-1,5-2 371,5-3 0,5-2 0,4-3 0,5-1 0,5-4 0,2-2 7,6-2 1,4-3 0,1-3-436,4-2 0,1-3 0,2-3 433,1-2 1,0-3 0,1-4 20,-2-5 0,-1-3 1,0-4 1,-4-4 0,-1-3 0,-3-4 3,-3-5 1,-3-5 0,-2-3 1,-4-4 1,-3-3 0,-3-4-6,-2-3 0,-4-3 0,-3-2-4,-3-3 0,-4-1 0,-3-1 0,-2-1 1,-4 0-1,-4 0 2,-5 2 0,-4 1 1,-4 1-118,-5 3 1,-3 2 0,-6 2 77,-5 4 0,-5 3 0,-3 4-111,-5 2 1,-4 4 0,-4 4-1382,-7 4 1,-4 4-1,0 3 1505,2 3 0,0 2 0,4 3 0,-6 0 0,6 4 0,19 2 0,0 0 0</inkml:trace>
  <inkml:trace contextRef="#ctx0" brushRef="#br0" timeOffset="143699">2567 14056 23472,'8'-52'745,"0"-1"0,-2 5 0,-8 11-510,-25 18-111,-18 17-96,14 8 0,-3 4-3,-6 7 0,-1 3-781,-5 6 1,0 3 760,1 3 1,1 3-1,5 0 1,3 2 100,7-2 1,4 0-118,7-4 0,6-2-6,9 17 34,25-20 39,23-20-48,-12-14 0,1-6-299,8-6 1,-1-5 307,5-9 0,0-3-101,0-6 0,-2-3 97,-16 14 0,-1-2 1,-2-1 8,-2-2 0,-1-1 1,-3-1-3,-1-1 1,-3 0-1,-1-1 0,-2 0 1,-2-1 0,-1 1 10,0-18 0,-2 2-185,-4 7 0,-3 2 168,-3 8 0,-3 4-25,-9-13 34,-2 22 501,4 16-529,2 22 61,2 22-45,1 29 122,5-17 1,0 3-134,1 10 0,1 3-289,1-17 1,0 1 0,1 1 263,0 0 1,0 1 0,1 0-228,1-2 0,1 0 0,1-1-1695,5 17 0,3-2 1947,0-11 0,1-5 0,6 10 0,-6-27 0</inkml:trace>
  <inkml:trace contextRef="#ctx0" brushRef="#br0" timeOffset="143850">3292 13990 27482,'-24'-38'-166,"1"0"0,-2 7 0,5 13 0,16 23 0,-4 7 0</inkml:trace>
  <inkml:trace contextRef="#ctx0" brushRef="#br0" timeOffset="146833">12250 14209 23405,'8'-46'580,"0"1"1,-1 0 0,-2 19-604,-3 29 62,0 16 17,4 21-28,7 21-424,-3-24 1,1 2 417,3 1 1,3 0-1,5-1 1,3-3 0,5-1 0,5-4-351,6-4 0,3-4 347,6-3 1,3-5-592,5-3 1,2-4 602,2-5 0,0-4 11,1-4 0,0-6 0,-3-3 0,-1-4 2,-4-4 1,-2-4 17,-5-3 0,-2-4-308,-6 1 1,-2-3 337,-4 2 1,-3 0 269,-7 5 0,-2 1-54,9-13 680,-16 18-882,-9 13 1161,-5 6-1267,-10 17 868,-2 4-873,-15 16-6,-3 4-12,-12 5-320,17-20 1,-2 0 336,-7 2 1,-2-1 2,-6 1 0,-4-1 6,-8 0 0,-2-1-493,14-8 0,0-1 0,-1-2 492,0 0 0,-1-2 0,0-1 9,-17 2 0,3-5-228,7-5 1,5-4 222,8-5 0,5-5-169,-14-27 168,28 13 1,3-3 10,3-4 1,1-3 23,1-3 0,2-1-23,1-1 0,2 2-6,1 2 0,2 2 1362,-1-22-1356,2 18 520,1 19-571,0 12 147,0 9-135,3 12 675,3 16-641,4 20-24,-3-15 1,-1 2-438,3 5 1,1 1 453,2 3 1,2-2-12,4 0 1,4-1-1,5-3 1,4-3 10,7-4 1,4-4-1,6-4 1,4-4-608,5-5 1,2-5 617,2-6 1,1-4-14,-2-5 0,0-5-308,-4-5 0,-1-5 347,-4-3 0,-3-4 2,-4-3 1,-3-4 5,-2-2 1,-4-3-6,-2-1 0,-4 0 11,-3 1 0,-2 2 33,-4 5 1,-2 2 78,4-14-67,-9 20 595,-10 13-953,-5 9 343,-9 13-86,-20 19 0,15-12 0,-10 9 0</inkml:trace>
  <inkml:trace contextRef="#ctx0" brushRef="#br0" timeOffset="149609">1217 15729 21196,'-50'-38'478,"-1"1"0,-3 2 0,5 12-405,13 25 44,-24 12-50,21 6-39,-5 10-16,15 3 10,16 9-11,15-12 28,21 11-22,14-13-17,17 5 125,-23-16 0,1-2-167,6 2 0,-1-2 88,11 7-136,10 3 60,-37-10 36,-7 5 139,-27 4-145,-27 3 6,-1-7 0,-4 0-314,12-7 1,-1 0 287,-17 6 1,0-3-71,-8-4-208,-3-1-822,21-15-4106,25-21 5226,17 0 0,5-2 0,2 16 0</inkml:trace>
  <inkml:trace contextRef="#ctx0" brushRef="#br0" timeOffset="149842">1506 15598 25236,'1'24'17,"3"12"-37,5 8 1,2 5-116,-2-6 1,1 0-1341,1 11 1,0-1 1113,-4-17 0,-1-1-816,0 6 1,0 0-3195,1 19 4371,-3-25 0,0-1 0,-1 2 0,-1-11 0</inkml:trace>
  <inkml:trace contextRef="#ctx0" brushRef="#br0" timeOffset="150792">1568 16142 18828,'-29'-43'1650,"0"1"1,0-1 0,4 6-839,8 13-291,0-2-471,10 12-66,15 4 32,22 7 1,7 2-9,-3 0 1,5 1-32,-3 0 1,1 0-68,19-1 1,2 0-300,-12 0 0,0 0 363,3-2 1,-4-1 36,6-2 23,-6-6 123,-21-4-34,-6-3-11,-12-4-6,-16 6-55,-2 5 761,-14 2-604,-7 7-169,5 2-11,-14 16 11,24 2-33,-1 6-6,12 2-6,19 1 6,9-1-6,21-3-10,8-12 66,4-9-22,-12-6 50,-2-11 141,-19-14-74,-6-6-33,-12-12 12,-14 4-63,-3 10 113,-19-7-85,6 21-38,-15-1-23,5 21-23,-1 16 7,11 5-1,-1 34-17,18-4-315,5-11 1,3 1 202,5-4 1,5-1-261,3 3 0,3-2-283,15 19-675,5-19 0,6-4 305,-7-15 1,3-2-373,17 5 1,3-4 892,-8-9 1,0-7 548,-4-4 1,-2-5 337,-4-2 1,-5-4 1341,18-24 404,-19-9-359,-14-2-571,-10 2-341,-6 6-197,-4 12-291,-1 10 286,-2 10-656,1 13 820,-1 14-814,0 18-11,-2 19-1,1-5 15,3-3 0,0 3-14,1-12 0,2 2-396,-2 17 0,2 2 404,-1-11 0,1-3-8,1-5 0,0-3 11,1 18 28,1-27 5,-1-22-10,-2-23 10,-1-22 1,-6-24-565,2 22 1,-1 0 538,1 5 0,-2-2 31,-2-23 1,0-2-26,4 19 0,0 0 11,-1-18 0,1 1 135,2 16 0,3 3-160,2 6 0,2 1-11,3-13-151,24-3 140,2 24 10,-6 9 1,2 3-28,29 1-6,0 13-11,-7 18 45,-13 16 39,-17 18-17,-22 10-219,-8-28 1,-5 0 199,-6 1 0,-5-3 8,-3 0 0,-2-3-54,-2-4 1,1-2-244,2-5 1,0-3-514,-17 2-8241,17-16 9051,14-9 0,10 1 0,5 0 0</inkml:trace>
  <inkml:trace contextRef="#ctx0" brushRef="#br0" timeOffset="150991">3049 15871 26110,'33'2'-545,"18"-6"0,-18-2 1,4-2-1</inkml:trace>
  <inkml:trace contextRef="#ctx0" brushRef="#br0" timeOffset="151308">3485 15622 25578,'-4'-50'198,"1"0"0,2 4 0,9 9-181,32 13-6,9 10-28,2 8 17,-2 14 0,-8 15 0,-14 20 23,-17 16-792,-17-24 1,-6 1 773,-6 2 1,-3 0-4,-6 1 1,-3-2-3,1-2 0,0-2 3,4-3 0,3-1 471,-10 16-480,19-14 270,26-13-326,28-11-213,-4-9 1,5-3-1295,12-1 1,5-2-145,-13 1 1,1-1 0,0 1 1342,18-4 1,-4 2 0,-18 2 0,-5 1 0,5-1 0</inkml:trace>
  <inkml:trace contextRef="#ctx0" brushRef="#br0" timeOffset="151625">1343 16643 14628,'-58'13'347,"0"1"0,0 0 0,0 0 1,-1-1-1,-4 2 0,1 0 1,2 0-1,6-1-17,5 0 1,5-1-1,4 0-16,0 1 0,6 0 2011,6 5-1518,56-9-561,12-12 0,9-4-760,1 0 0,5-2 0,3-1 563,-1 0 0,2-2 0,3-1 0,2 0-295,-14 3 1,1 0-1,2-1 1,0 0 0,1 0-1,1 1 260,-3-1 0,1 1 1,0-1-1,1 1 1,1-1-1,0 1 1,0 0-185,3-1 1,2 0 0,-1 1 0,1-1-1,0 1 1,0-1 0,0 1 185,2 0 1,-1-1 0,1 1 0,0 0 0,0 0 0,0 0 0,0 1-172,-2-1 0,1 1 0,0-1 0,-1 1 0,1 0 0,-2 0 0,1 0 166,-4 0 0,1 1 0,-1-1 0,0 1 1,-1 0-1,-1 0 0,0 0-68,3-1 0,0 1 0,-1 0 0,-1 0 0,-1 0 0,-2 1 50,2-1 0,-1 0 1,-1 0-1,-2 1 1,-3 0 56,15-1 0,-5 0 0,-5 1-2316,-3 0 1,-10 2 2265,-7 3 0,-28 2 0,-9 1 0</inkml:trace>
  <inkml:trace contextRef="#ctx0" brushRef="#br0" timeOffset="162657">5446 16968 19798,'9'-60'1189,"1"1"0,-1 9 1,-2 8-317,-7 6-133,0 16-57,1 0-442,-1 10-174,1 5-111,-1 6 32,0 3 29,0 13 45,-5 30-40,-3 11-322,2-18 1,0 2 307,-1-5 1,1-1-15,-2 19 6,6-23 0,2-1-11,5 1 11,6 6 67,8-27 84,11-20-72,-1-7-18,-4-4 1,1-6 72,4-8 1,0-4-51,1-2 0,-1-1-128,3-9 1,-3 0 99,-8 11 0,-3 3 11,9-17 96,-4 11-29,-15 26-140,0 6 46,-5 22-40,-1 21 0,4 20-23,-4-20 1,1 3 126,0 2 1,1 1-214,1 0 0,0 0-62,3 0 0,2-1-64,2-2 0,3-3-84,2-4 0,2-3-91,15 10-1341,27-20 536,-17-28 716,-12-1 0,-1-6 3,-6-7 1,-5-6 428,-1-6 0,-4-1 64,-4 5 0,-4-1 81,-3-26 1,-8-2 41,-5 18 1,-3 0-400,-1 2 1,-2-3 0,-2 3 491,-14-9 0,-4 3 28,-6 2 0,-5 3-96,13 17 1,-2 1 0,-1 2-6,-2 3 0,-1 2 0,-2 3-13,-1 3 0,-2 2 0,1 4-42,-3 4 1,0 4 0,-1 4-390,-2 3 0,0 4 0,1 3 358,-4 5 0,1 5 0,1 2 4,-2 6 0,1 2 0,1 4-26,12-7 0,1 2 0,1 1 1,2 2-22,1 1 0,1 2 0,2 0 0,2 2-13,3 0 1,2 1 0,3 0 0,2 1-11,-1 13 1,6 0 0,5-1 0,8-2 0,5-2 0,7-2 14,6-4 1,6-3 0,6-3-8,8-3 0,6-5 1,3-4-6,-5-9 1,2-3-1,2-2 1,1-2-437,5-2 0,1-2 0,2-3 0,0-2 441,4-2 0,1-2 0,0-3 0,0-1-331,2-1 0,-1-3 0,1-1 0,-1-2 344,-12 1 0,0-1 0,-1-2 0,0 0 0,-1-1 3,11-5 1,0-1 0,-2-2 0,-1-2-129,-3 0 0,-1-1 0,-2-2 1,-2-2 120,-4 0 1,-3 0-1,-1-3 1,-4 0 20,6-12 0,-5-2 0,-5-1-8,-8 2 1,-5-2 0,-6-1 217,-7 3 1,-6-1 0,-5 2-219,-5 2 1,-5 2 0,-5 2-8,-6 2 1,-4 4-1,-4 3 0,-5 2 0,-3 5 1,-3 2 221,-3 4 0,-3 4 1,0 3-315,-3 2 1,0 3 0,-1 3-277,2 4 1,1 2-1,0 2 357,2 2 0,1 2 0,5-1 0,4 1 0,4 0 0,-18 9 0</inkml:trace>
  <inkml:trace contextRef="#ctx0" brushRef="#br0" timeOffset="163340">7816 16516 21965,'-5'-5'2655,"2"0"-2347,-7-29 0,2-7-10,8 11-254,-6-15 1,7 3-11,30 20-6,23 6-23,-18 11 1,2 2-462,6 3 0,1 4 453,1 2 1,-1 4-12,-2 4 0,-2 3-3,-4 3 0,-4 3-13,-5 0 1,-4 2-55,6 26 56,-20-2 17,-27-3 28,-17-4 17,-17-5 8,23-22 0,-2-1 98,-27 6 56,7-10 84,10-7 28,14-9-40,11-2-88,8-4-119,8 2 636,8 1-692,11 5 241,16 0-229,15 9-23,-18 0 1,2 1-297,3 3 0,1 3 304,2 1 1,-2 2-23,-2 2 1,-2 2-149,-5-1 0,-4 3 112,6 20-5,-26-1-79,-31-1 2,0-20 1,-5-4-408,-10 1 1,-3-3 222,-6-3 0,-1-3-211,-2-3 1,1-3-487,2-5 0,1-5-2519,6-3 1,2-3 3537,9-2 0,4 0 0,-6-8 0,19 10 0</inkml:trace>
  <inkml:trace contextRef="#ctx0" brushRef="#br0" timeOffset="163699">8142 16021 20420,'-44'-5'688,"0"1"1,0-1 0,0 3 0,-1 2 0,2 5-415,-12 10 1,1 8-922,15-4 1,0 3 0,0 3 722,0 4 1,1 3-1,1 2-493,0 5 1,2 2 0,2 3 423,2 3 1,3 2-1,3 1-2,4 0 1,3 2 0,5 1-10,4-2 0,4 0 1,6-1 8,6-4 1,6 0 0,5-3-34,6-2 0,5-3 0,6-3-6,7-1 1,5-5-1,3-2-406,-6-9 0,1-1 0,2-2 0,1-2 423,5 0 0,1-2 1,2-2-1,0-1-234,4-2 1,0-1 0,2-2-1,-1-2 257,-9-2 1,-1-1 0,1-1 0,0-2 0,-1 0 4,0-2 0,0-2 0,0 0 1,-1-2-1,-1-2 10,10-4 0,-2-3 0,-1-2 0,-3-3-19,-6-1 0,-2-1 0,-3-3 0,-4-3 42,3-11 1,-5-4 0,-7-3 1,-8-2 1,-7-3 0,-6 0-6,-8-2 1,-6-1-1,-5 1 18,-5 1 1,-4 0 0,-6 3 3,-4 4 1,-4 1 0,-5 5-8,-1 4 0,-4 4 0,-2 4-169,0 5 0,-2 4 0,-1 4 49,3 4 1,-2 3-1,2 3 63,-18 0 0,2 5-2682,8 6 0,3 3 2683,11 0 0,5 1 0,-6 5 0,22-4 0</inkml:trace>
  <inkml:trace contextRef="#ctx0" brushRef="#br0" timeOffset="164807">10704 16449 26166,'-11'-23'73,"2"6"-62,9 21 6,0 0 17,0 4-6,0 0 67,-5 3 28,-3-3-61,-4-1 100,-15-8-111,9-4 105,-27-21-60,20-6-12,-4-18-45,18 11 22,12-4-27,12 15-34,9-1-22,22 11 10,1 11 7,2 9-6,3 17 5,-11 14-5,-13-3 0,-3 6-217,-7-4 1,-4 2 196,-6 10 0,-6-2 20,-15 16-26,-9-21 1,-5-1-12,-3-6 1,-5-1 22,0 0 1,-5 0 0,0-3-873,-10 5 0,-1-5 936,-6 0 1,3-6 18,19-13 1,5-4-20,-12-6 57,14-15-40,20-4-68,25-13 18,18 7-20,0 14 0,3 2 43,25 1-41,-15 7 1,2 2 8,-6 1 1,1 2-58,0 0 0,4 1 1,-1 0 256,14 1 0,0 0-350,-13-1 0,1 1 0,-4-1 10,2 0 0,-2-1-185,7-1 1,0-4-147,-7-6 1,-2-3 229,-2-2 1,-2-4-142,-2-8 0,-8-5 360,-12-3 0,-7-2 30,-5 5 1,-3-1 50,-8-16 0,-6-1 33,-4 5 1,-5 0-408,-3-1 0,-6-1 1,-1 2 438,3 8 0,-2 2 1,-4 2 3,-6-3 0,-4 2 0,0 5-262,2 11 1,0 5-1,1 3 213,-11-2 0,0 5-4,10 7 1,-3 3 0,1 4-17,1 5 0,1 5 0,0 1-49,-1 3 1,2 2-1,0 3-20,-3 7 0,0 4 0,6 2 5,10 0 1,5 3 0,2-1 1,-4 9 1,6 4-12,8 1 0,4 4 0,5-3-8,8 2 0,6 0 8,1-4 0,3 2 0,6-4 4,5-12 0,5-4 0,4-4-494,6 0 1,4-4-1,0-2 503,-7-5 1,0-3-1,4-3 1,7-2 0,7-2 1,-1-2-1,-5-2-125,5 1 1,1-6 146,-2-4 1,9-3 0,0-4 0,-9-3 52,5-11 1,-6-7-264,-4 1 1,1-4 0,-7-1 237,-7-4 1,-9-5 36,-11-1 0,-7-7 0,-5 3-7,-10-7 1,-7 0-45,1 3 1,-4-3 0,-4 4-21,-4 11 0,-5 2 0,-1 4-19,-2 2 0,-2 4 1,-2 3 500,-18-3 1,-1 7-656,12 6 1,0 7-2662,-12 11 1,4 6 2820,2 3 0,-5 8 0,41-12 0</inkml:trace>
  <inkml:trace contextRef="#ctx0" brushRef="#br0" timeOffset="165583">12380 16192 21959,'2'-49'1389,"-1"-1"1,-1 7-1,2 5-801,2 7-280,-2 13-285,-1 9-51,-1 12 16,3 16 7,2 21-23,0-10 0,1 3-126,0 7 0,1 3-740,1 3 0,0 1-198,1 0 0,1 1 1092,1 3 0,1-5 0,0 8 0,1-12 0</inkml:trace>
  <inkml:trace contextRef="#ctx0" brushRef="#br0" timeOffset="166007">12903 15829 20575,'-41'-36'621,"0"0"1,0 0 0,2 3 0,0 2 0,-1 6-253,-16 3 1,-1 8-1295,5 8 1,1 5 952,0 1 0,1 7 8,-2 11 1,2 8-9,8 3 0,1 5-15,7-2 0,0 2 0,1 3-13,1 4 0,2 2 0,2 5 1,7-3 1,1 4-1,2 1 1,2-3-6,0-1 0,2-3 1,3 3-270,1 17 0,4 3 0,7-6 239,14-4 0,8-4 4,-2-10 0,5 1 0,4-4-17,7-2 1,5-3-1,5-4 0,1-4 1,5-3 0,2-3 0,-3-1 38,0 0 1,-2-2 0,3-3 7,3-1 0,5-1 0,0-3 0,-5-3 15,-4-6 0,-3-3 0,1-3-183,9-1 0,1-3 0,-1-5 201,-7-2 1,-2-5 0,-3-7-6,0-10 0,-3-8 0,-6 1-14,2-3 0,-7-4 6,-9-1 1,-3-6 0,-7 3 18,-8-5 1,-7 1-302,-1 11 0,-4-1 0,-3 2 291,-3 3 1,-4 1 0,-6 3 15,-10 0 0,-7 2 0,-1 5-42,3 7 1,-2 5 0,0 1-10,0 2 1,-1 1-1,1 5-53,-16 2 1,4 5 143,18 4 0,2 3-763,-3 1 1,4 5-9154,-5 24 8625,20-8 1,11 5 0,5-21 0</inkml:trace>
  <inkml:trace contextRef="#ctx0" brushRef="#br0" timeOffset="166583">14631 15819 25018,'-46'-24'12,"0"-1"0,0 0 1,2 2-1,0 2 0,4 8-12,4 12 0,4 6 12,-26 0 4,22-2 1,0 0 22,-27 1 12,7-1-40,10-1-5,28 0-6,11 0 16,4 6 40,-1 12-11,0 6 40,-1 15 44,2 2-79,0-7 45,-2 11 6,0-11 50,-6 17-61,1-14-1,-2 1-10,5-19-57,3-9 141,3-5 1186,1-5-1102,4-12-152,3-5-62,1-6 1,14-14-17,-3 12-6,15-8-22,3 13 28,10 8-1,-5 4 24,17 8-124,-1 17 81,-28-6 0,-1 2-14,1 5 0,-3 3-44,7 22 10,-15-11-66,-11 9-309,-34 0-195,-11-1-285,6-19 0,-3-3-912,2-8 0,0-3 1213,-21 2 1,22-9-1,16-2 1</inkml:trace>
  <inkml:trace contextRef="#ctx0" brushRef="#br0" timeOffset="166924">14311 15510 25604,'-39'-19'131,"-1"0"1,1 0-1,-23-1 1,2 14-104,23 22 0,0 9-1804,-11 6 1,-4 6-1,4-2 1781,7-4 1,0 4-1,-2 3 1,-6 7 0,1 2 0,8-2 15,10-5 1,6-1 0,-1 3-26,1 0 0,-3 3 0,4 0 0,7 0-4,8 3 1,7 0-1,4-3 11,2 8 0,12-3-15,15-5 1,14-1 0,1-5-4,-4-10 0,3-5 0,4 1-137,-8-4 0,4 1 0,1-1 0,2 0 0,0-3 143,-1-2 0,0-1 0,2-3 0,-1 0 0,2 0 5,2-1 1,1-1 0,1 0 0,0-2 0,0-1 10,-1 0 1,2-2 0,-1 0 0,0-2 0,-1-2 7,10-2 0,0-2 1,-1-3-1,-2-3-212,-7-1 0,-2-3 0,-1-2 0,-4-5 204,7-10 1,-5-5 0,-6-6 152,-10-4 1,-5-4-1,-7-4-308,-6-4 1,-7-4 0,-6 0-258,-6 11 0,-5 0 1,-2 0-1,-1 3 173,-2-7 1,-3 3 0,-7-1-1736,-3 12 1,-7-2 0,-2 0 0,-1 4 0,6 5 1455,-12-9 1,1 4 0,0 3-1,-3-2 1,10 11 0,9 12-1</inkml:trace>
  <inkml:trace contextRef="#ctx0" brushRef="#br0" timeOffset="172724">6144 17746 22929,'-20'-47'567,"0"0"1,0 5-1,8 9-511,14 20-44,1 7 38,4 14 12,3 12-23,0 20-17,-2 14-17,-6-22 1,0 0-31,-1 1 0,0 0-25,7 29-146,12-9 230,16-10 0,21-15 2,-19-18 0,3-5-627,8-4 1,2-5 626,9-3 1,2-4-547,-17 1 1,1-1 0,0-2 525,2 0 1,2-2 0,-1 0 11,0-1 0,-1 0 0,0-2-315,-1 1 1,-2 0 0,-1-1 318,-3 0 0,-1 0 0,-2-1 21,13-9 0,-2 0-92,-8 2 0,-2 1 89,-7 3 1,-3 1 123,12-8 900,-18 13-917,-14 10 1453,-8 4-1610,-2 4 1320,-2 1-1298,-5 5 432,-6 6-438,-9 8-32,-15 5-1,12-9 0,-2 1-493,-8 2 1,-2 0 484,-8 5 0,-2-1 13,-8 2 1,-1-1 5,17-9 1,0 0 0,0-2 21,-19 7 1,1-3 22,6-4 1,1-4-18,8-3 0,1-3-162,6-5 0,1-4 208,-25-12-49,31 1 1,1-3-26,1-5 1,1-2 19,0-4 0,1-2 19,3-2 1,2-1-6,2 0 0,2 1 2,5 2 1,1 1 42,-2-17-39,7 15-57,4 14-38,0 12 924,1 7-874,2 8 357,5 12-318,6 16-6,4 16-308,-8-21 0,1 0 283,0 3 0,2-1-20,1 0 1,2-1-80,3-2 0,3-3 77,3-3 0,3-3 25,5-2 0,2-5 11,5-3 0,3-5-393,5-2 1,2-5 403,6-6 1,1-4-4,5-4 1,0-4-9,-18 3 1,0-3-1,0-1-454,0-1 0,0-2 1,0-2 442,-2 0 0,-1-2 0,0-1 9,-3 0 0,-1-1 1,-2-1 15,13-14 0,-4-1 77,-6 3 0,-3 0-38,-7 5 1,-4 1 114,9-18 159,-16 22-170,-10 16 533,-8 11-762,-4 11 1572,-11 11-1500,-11 15-45,-10 16-164,14-17 0,-1 1 201,-2 4 0,-1 2-506,-4 2 1,-2 1 471,-2 2 1,-3-1 2,-4 0 0,-2-1 16,13-14 1,-2-2 0,0 0-355,-2-2 1,0-1 0,-1-1 351,-19 7 0,-1-4 42,2-5 0,-2-4 3,-6-7 0,2-4-34,21-3 0,1-4-163,-11-6 1,3-5 204,-6-18-20,21 10 1,0-3-6,4 1 0,0-2-9,4 2 1,2 1 575,-13-14-593,13 12 902,11 11-1002,6 8 1195,4 9-1088,1 8 494,5 13-540,6 14 1,10 7 5,12 3-178,-10-26 0,2-2 211,8-3 1,3-3 31,8-3 0,2-4 8,7-4 0,3-5-683,4-3 0,0-6 671,-18 1 1,-1-2 0,0-2-2,1-2 0,-1-2 0,-1-2-8,-1-1 1,-1-2 0,-2-2 36,16-12 1,-4-3 2,-5-2 1,-5-2-3,-5-1 0,-4 0-317,-5 0 1,-4 1 310,-4 6 0,-3 1 112,4-20-5,-13 20 212,-5 19-402,-6 7 1013,2 8-1977,-2 7-3124,-1 8 4132,0 5 0,2-4 0,3-4 0</inkml:trace>
  <inkml:trace contextRef="#ctx0" brushRef="#br0" timeOffset="174183">14890 5346 22755,'12'52'-112,"0"0"0,1 0 0,1-3 59,0-11 0,1-2-550,2 5 0,-1 1 637,0 4 0,0 1-516,0 4 0,-1 1 532,1 5 1,-2 1 5,-5-17 0,0 2 0,0-1-4,0 3 0,-1 0 1,1 2-342,-1 1 0,0 2 1,-1-1 327,1 3 0,0 1 0,0 0-469,-1 3 0,0 0 1,1 1 453,-1 1 0,1 1 1,-1 0 1,0 2 0,1 1 0,0-1-1,-2-14 0,0 0 0,1 1 1,-1-1-252,1 2 0,0 0 0,0 1 0,1-1 238,0 2 1,0 0 0,0 0 0,1 1-182,-1 0 0,1 1 0,0 0 0,0 0 197,0 2 0,0 0 0,0 0 0,0 0-7,1 2 0,-1-1 0,0 0 0,-1 1 2,1 1 1,0 1 0,-1-1 0,0 1-116,0 0 1,0 1 0,-1 0-1,0 0 106,-1 1 0,1 0 0,-1 0 0,-1 0-2,0 1 1,0 0 0,0 0 0,-1 1-1,0-1 1,-1 1-1,0-1 1,0 1-2,-1-12 0,0 0 0,-1 0 1,1 0-1,0 0 2,-1 0 1,0 0-1,0 0 1,0 1-1,0-1-6,1 0 1,-1 0 0,0 0 0,1 0 0,0 0-14,0 12 1,0 0-1,1 0 1,0 0-115,0-1 0,1 0 0,0 0 0,1 0 118,0-1 1,1 0 0,0 0-1,0 0-1,1 0 0,0-1 1,0 1-1,0-1-53,1 0 1,0 0 0,1 0 0,-1 0 60,0-1 1,1 0 0,0 0 0,-1 0 1,0 0 0,0 0 0,0-1 0,0 1-2,0-2 1,-1 0-1,1 1 1,-2-1-4,1 0 1,-2-1 0,1 0 0,-2 3-32,0-5 0,-1 3 0,0 0 0,0-2 0,-1-3 47,1 12 1,-1-4 0,0 3 2,-1-13 0,-1 4 0,0 0 1,0-1-1,0-4 69,-1 9 1,0-3 0,0 1-73,0-4 0,0 2 1,1 1-1,0-1 0,0-2 0,0-1 1,1 1-1,1-1-6,0-1 1,1 0 0,1 0-1,0-1-1,4 14 0,0 0 1,2-1 136,2-1 1,0-1 0,1 0-133,1-2 1,1 0 0,0 0 7,1-2 1,0 0-1,0 0 4,-1-1 0,1 0 0,-1-1-2,-1-1 1,0 1-1,-1-1 190,-1 0 0,0 0 0,-1 0-198,-1 0 1,-1 1 0,-1-1-1,0 0 1,-2 0 0,0 0 293,0-1 1,-1 0 0,0 0-313,-1-2 0,0 0 0,-1 2 17,0 7 0,0 2 0,0-3-12,0 2 1,-1-1 5,0-5 0,0 3 1,-1-4 332,0 1 0,-1-2-339,1-8 1,-1 1 0,0 0-10,0-2 0,0 0 1,0 0 10,-1 0 0,0-1 1,0 0 11,0 21 1,-1 0-6,-1 0 0,-1-1 5,0 0 1,-1-1 0,0 0 0,0-2-18,0-4 1,0 0 8,0-5 1,1 1 2,1 2 0,0-3-17,1-17 0,1-2 25,0 9 1,2-2 1246,5 3-1337,1 6 239,10-2-4635,0-17 4464,2-8 0,-8-14 0,-4-5 0</inkml:trace>
  <inkml:trace contextRef="#ctx0" brushRef="#br0" timeOffset="180657">6203 18443 9050,'-8'-3'9011,"3"1"-6910,5 2 330,0 0-2224,-30-61-123,31 39-56,-12-14 0,7 4-11,33 20 0,12 6-23,7 5-44,6 9-12,-1 6-61,-4 10-34,-7 5 12,-10 1 21,-11 0 74,-11-3 95,-25 4-45,1-12 45,-24 3 55,7-12 108,-3-2 139,7-4 78,10-3-5,9-1-89,5-1-163,2 0-112,5-1-56,3 0-17,8 0 6,5 0-6,7 4 0,7 5-11,4 6-50,3 7-34,-2 5-73,-6 8 118,-15-9-96,-7 6 191,-17-15 68,-15 6-253,-11-6-370,-17-2 79,10-6-1003,-14-6-1921,13-13 3372,-2-13 0,17 7 0,13-2 0</inkml:trace>
  <inkml:trace contextRef="#ctx0" brushRef="#br0" timeOffset="181033">6385 18081 12034,'-45'-10'1621,"0"1"0,1 0 0,-6 2 0,-1 2 1,5 2-1373,6 4 0,1 4-651,-15 5 0,1 6 645,17 1 1,2 3-112,-11 8 0,0 5-127,12 0 1,0 5 0,3 0-110,-7 14 0,5 2 42,2-1 1,6 0 49,11-7 1,8-2 23,15 11-161,1-22 0,8-1 59,24 4 1,10-6 91,-14-12 0,2-2 0,2-1-248,2 1 1,1-2-1,3-2 212,11-3 1,3-3 0,-1-2-556,-6-2 1,0 0 0,3-2 635,-6 0 1,3-1 0,1-1 0,-1-1 19,-1 0 0,0 0 0,1-3 0,0-1 8,-6-3 0,2-3 1,-1-1-1,-1 0 0,-5 1-21,7-2 0,-5 0 1,-1-4 118,6-8 1,-1-6-1,-17-1 86,-23 0 1,-13-2-126,-7-9 0,-11-1-39,-9 8 1,-8 2-1,-2 2-28,0 4 0,-2 3 1,-3 1-286,3 5 1,-4 0-1,0 2 1,2 3 253,-18-4 1,0 6-43,12 6 0,-1 2 1,3 3 24,-7 3 1,1 3-1484,7 2 0,-3 3 1,5 1 1463,-3 1 0,5 1 0,6 2 0,7-2 0,10-1 0</inkml:trace>
  <inkml:trace contextRef="#ctx0" brushRef="#br0" timeOffset="182033">7820 18450 21607,'7'-48'1036,"1"1"0,-1-1 1,3-15-1,-2 9-571,-2 10-196,-3 20-225,-2 13-72,-1 9-22,2 31 67,1 4-79,5 26 29,3-4-12,5-2-17,7-8 85,7-10-23,6-12 33,3-11 29,-1-15-12,-10-6 124,8-28-40,-14 6-11,9-16 40,-12 14-40,-5 5-84,-4 11-16,-3 4-57,-5 11 45,6 11-44,3 11 5,7 16-23,3 10-27,3 7-51,2 4-186,-12-29 1,0 1 157,2-2 0,1 0-224,23 22 1,3-12-47,3-15-71,2-17 123,0-23-69,-1-19 477,-25 11 1,-4-4-643,-1-6 1,-3-1 641,-5 7 1,-3-2 75,-3-26 1,-6-3-18,-4 17 0,-4-1-36,1 2 0,-2-2 0,-4 2-317,-12-7 0,-6 4 325,-8 5 1,-7 4-18,12 15 0,-4 2 0,-1 3 1,-4 3 1,-2 2 0,-1 2-440,-2 2 0,-2 3 0,1 3 419,0 2 0,0 4 0,2 2-17,1 2 0,2 3 1,1 3-253,2 2 1,3 4-1,1 2 226,3 3 0,3 2 1,2 3 33,2 1 1,3 4 0,3 1-62,4 1 1,3 2 0,4 1-18,0 21 0,9 1-11,11-2 0,11-2 28,10-3 0,8-6 137,8-6 0,5-6-37,-11-15 0,2-2 1,1-4-65,5-1 0,3-4 1,1-1-253,-5-3 0,1-2 1,3 0-1,2-2 217,-1 0 1,2-2-1,2 0 1,1-1 0,1-1-186,2-1 0,2-1 1,1-1-1,-1-1 0,0-1 239,-2 0 1,1-1-1,-1-1 1,-2-1-1,-1-1 20,4-3 1,-1-2 0,-3-1 0,-5-3 58,-2-3 0,-5-3 1,-7-3-4,1-14 1,-11-4-12,-15-3 1,-11-3-18,-11-3 1,-10 1-31,1 16 1,-5 2 0,0 2-24,-8-8 1,-7 4 5,-5 7 1,-7 2 0,2 5-37,-6 3 0,-2 4-126,4 1 1,-3 0 0,3 3-492,-10 5 1,4 3 638,2 4 0,5 2 0,-4 0 0,15 4 0</inkml:trace>
  <inkml:trace contextRef="#ctx0" brushRef="#br0" timeOffset="182957">10214 18039 19552,'-5'-2'4279,"2"0"-3266,3 2-357,-40-78-253,30 40-319,-9-11 0,6 0-33,29 11-29,16 7-22,16 7 14,-17 16 0,1 2-6,4 3 1,1 4-524,0 4 1,1 5 514,-3 3 0,-3 5-31,-4 5 0,-5 4-11,-5 5 0,-7 2-17,-9 5 0,-8 0 9,-8 5 0,-7-1 27,-10 2 1,-5-2-499,-3-2 1,-3-3 525,2-5 1,1-2 5,5-6 1,3-2 463,-12 7-486,22-13 11,18-9 56,19-6-17,23-1-36,-7-3 0,3-1-108,9-2 0,4 0 110,6-3 1,0-1-9,3-1 0,-1 0-53,-1 0 0,-1-2-90,-5 1 1,-2-2-49,-3-2 1,-2-3-9,-5-1 1,-4-4 453,-4-3 0,-6-4-367,-5-3 0,-6-2 101,-9-4 0,-6-1-334,-8-3 0,-7 1 379,-9-2 0,-6 2-554,-8 0 1,-5 3 568,12 14 1,-3 2 0,-2 1 7,-3 2 0,-1 1 0,-2 3 11,-3 1 1,0 3-1,-1 1-2,-1 3 1,0 1 0,-1 3-20,2 3 1,0 2 0,0 3-25,4 2 1,-1 2 0,3 3-6,2 4-1,1 3 1,2 2 9,-13 16 0,4 5-60,5 6 0,7 3-20,7 5 0,7 1-341,7 2 0,8 1 332,10-1 1,9-1 2,10-3 1,10-4 20,-3-18 0,4-4 0,4-2-278,6-1 0,5-4 1,2-2 295,7-2 1,2-4 0,2-2-172,-13-3 1,2-2 0,0-1 0,0-2 194,0 0 0,1-2 1,0-1-1,-2-2 4,-1 0 1,-1-2 0,0 0 0,-2-2-15,9-3 1,-2-3 0,-3-2 103,11-10 0,-8-6 25,-15-3 1,-8-7-1,-13-4 1,-9-4-3,-11-5 0,-10-1-93,-6-4 0,-9 2 21,5 19 1,-3 1 0,-3 3-19,-1 1 0,-3 2 0,-1 3-6,-20-8 1,-1 5 297,2 9 1,1 4-436,5 6 0,3 4 562,8 6 1,5 5-7858,-6 11 6918,23 6 0,13-5 0,4-6 0</inkml:trace>
  <inkml:trace contextRef="#ctx0" brushRef="#br0" timeOffset="183416">12224 17916 22811,'-5'-49'1163,"1"1"0,0 5 1,1 6-761,4 6-285,0 14-124,1 11 17,1 15 84,5 12-83,3 20-85,1 12-1819,-6-14 0,0 1 1589,1 16-351,-4-16 0,1-1-1306,2 8-1177,6 7-3831,5-17 6968,-1-15 0,-6-13 0,-4-8 0</inkml:trace>
  <inkml:trace contextRef="#ctx0" brushRef="#br0" timeOffset="183773">12335 17722 15255,'-18'-39'1547,"0"1"0,0-1 0,-11-14 1,-4 6-1033,-1 15 1,-4 7-1219,-6 3 0,-4 6 921,-6 4 1,-3 5-77,-4 6 1,-1 6-83,19 2 0,1 2 0,1 3-46,0 3 1,1 3 0,2 3-18,-14 15 1,5 6 7,5 4 1,7 7-36,17-9 0,4 3 0,3-2 13,0 3 1,8 1-5,7-6 1,6 3-1,5-5-18,13-2 0,7-4 16,-4-6 1,4 0 0,3-3 5,5-2 0,3-2 0,4-4 19,0-3 1,4-2 0,2-3 0,-1 0-608,-4-3 0,0-1 0,0-2 0,0 0 609,0 0 0,0-1 0,0-1 0,-1-3 14,-1-1 0,1-2 1,-2-1-1,-3-2-35,3-3 1,-2-1-1,1-3 69,6-3 1,2-2-1,-3-3 32,-7 0 0,-3-3 0,-4-4 22,-3-8 1,-5-5-1,-3 1-75,-1-2 0,-6-1-153,-9 0 0,-4-3 0,-6 3 194,-10-2 1,-8 2 5,-6-9 1,-11 1-40,-2 18 0,-9 3 1,0 3-31,2 7 0,-1 3 1,-1 2-20,-1 2 1,-1 1 0,0 4-83,1 5 1,0 3-1,3 2-407,-6 3 1,1 3-2913,-7 3 0,2 3 3411,13 0 0,6 1 0,-6 6 0,24-8 0</inkml:trace>
  <inkml:trace contextRef="#ctx0" brushRef="#br0" timeOffset="184624">14448 17414 14897,'2'-3'7034,"0"1"-4188,-2 2-2762,-4-41-62,-12 31 1,-12-30 33,-16 44-34,-9 2-292,-5 3 309,1-1-22,8-1 22,12-1-39,15-3 28,4 8 34,9 3-6,-5 12 33,1 7-10,1 9-51,3-7 338,3 17-321,5-16 11,5 12 22,5-15 34,5-7 62,-1-9-57,-3-8 337,3-7-180,-2-9-22,6-8-56,0-13-39,-1-4-45,1-4-34,1 4-50,4 6 0,5 10-22,5 8-34,6 15 34,4 10-23,1 18-249,-3 12 255,-7 6-62,-12 4-112,-19 0-173,-25-1 55,1-28 1,-5-3-537,-7 0 0,-4-3 82,-3-4 1,-1-3-720,0-4 0,0-3-2862,4-8 0,3-4 4338,-19-10 0,25-1 0,15 4 0</inkml:trace>
  <inkml:trace contextRef="#ctx0" brushRef="#br0" timeOffset="184940">14315 17277 14639,'2'-9'7528,"0"2"-6581,-2 7-589,0 0 432,-133-32-600,87 39 1,-3 3-790,0-8 1,-6-4 0,-2 3 0,6 7 646,3 11 1,4 8-1,2 1-37,0 2 1,2 1-1,2 2-184,4 1 1,3 2-1,3 2 158,6 0 0,3 2 0,5 1 4,0 20 0,11 0-12,13-1 1,12-3-1,10-3 1,10-6 7,-5-17 0,5-3 0,3-2-405,7-2 0,4-3 1,1-2 419,-10-6 0,2-1 0,1-1 0,0-2-356,2-1 0,1-1 0,0-1 0,0-2 370,0-1 0,0 0 0,-1-3 0,0-1 24,-2-2 0,-1-2 0,0-1 0,-2-3 124,10-4 0,-2-3 1,-3-4-103,-7-4 0,-3-3 0,-5-4-23,-7-2 0,-5-3 1,-4-3-27,-5-3 0,-5-2 0,-6-1-19,-6-2 1,-5-1 0,-5 0-80,-6 0 1,-5 1 0,-5 2-310,-8 2 1,-5 2-1,-7 5 279,3 10 1,-6 2 0,0 3-1,5 2 1,-11-6 0,3 5 0,-5 8-1,-1 0 1</inkml:trace>
  <inkml:trace contextRef="#ctx0" brushRef="#br0" timeOffset="188225">9338 18746 6994,'-4'-2'5450,"1"1"1814,3 1-6340,-20-58-291,12 40-364,-4-14 0,0 4 123,7 23-224,3 3-397,0 2 161,1 11 96,0 14 73,1-3 51,1 13-192,5-14 130,7 7 16,11 1-16,11-3-28,13-5 33,11-7-51,-26-10 1,2-1-271,3-3 1,1-3 295,1-1 0,2-3-28,4-3 0,1-3-451,6-5 0,1-4 457,3-3 0,-1-2 50,-3-1 0,-1-2-14,-7 2 0,-3 0 2,-11 5 1,-3 1 221,11-8 95,-18 13-162,-12 10-207,-7 6 370,-3 1-471,-1 4 870,-6 4-814,-6 11-34,-10 8-39,-13 9-140,-9 1 266,18-18 0,-1 0-556,-4 0 0,-3 1 463,-5 0 1,-3 0 50,-7 2 0,-1-1 0,-5 1 0,-1-2 16,-1 0 1,0-3 39,4-3 0,1-3-17,8-3 1,1-3-96,9-4 0,2-4 123,-16-12 62,15-15-230,9-20 42,16 20 0,2-1 118,2-1 0,2 1 25,-1-22-56,6 21-39,0 15 269,0 10-348,0 6 914,0 8-852,2 8 182,3 9 53,2 6-5,4 2-275,4 0-22,9 3 27,12 2-372,14-1 459,-20-20 1,2-2 25,5-2 0,1-3 22,3-2 0,1-3-363,3-3 0,0-3 338,0-2 0,-1-3-59,0-3 1,-1-2-52,1-4 1,-1-1-600,1-3 1,-1-1 666,0 0 0,-3 0 0,9-4 0,-15 7 0</inkml:trace>
  <inkml:trace contextRef="#ctx0" brushRef="#br0" timeOffset="190033">16701 5501 21321,'-5'-7'1207,"-5"-24"0,3-5-652,13 2-429,-5-7 0,4 1-59,19 10 11,21 2-50,4 14-25,-8 7 0,2 4-412,-6 4 0,0 3 381,6 4 0,-3 3 165,8 11-266,-1 16-61,-21 7 117,-8 4 73,-25 8 56,-24-13 67,-18-5 67,-6-9-66,11-11 475,-9-7-324,29-8 1044,-13-9-1055,28-4-197,-1-3 17,20-5-62,-1 8-5,34-6-23,-2 11 0,-9 3 1,1 1 16,14 5-33,10 11-40,-4 14-72,-4 4-56,-9 12-18,-33-5 96,-18-8-62,-19-6 1,-8-3 55,3-6 1,-3-3-627,-19 7 1,-2-3 499,6-7 1,1-5-233,4-4 0,2-6-824,7-4 1,5-6-8532,-10-23 9299,23 3 0,16 8 1,5 17-1</inkml:trace>
  <inkml:trace contextRef="#ctx0" brushRef="#br0" timeOffset="190366">17038 4987 21331,'-45'-15'478,"0"-1"1,0 0-1,-1 4 1,-1 3-1,1 8-308,4 9 0,1 7 0,1 3-1159,-6 3 0,1 4 0,0 2 1035,0 4 1,0 3 0,2 3-17,1 5 0,2 3 0,3 1-15,8-9 0,2 0 0,2 5-8,4 5 0,1 6 0,3 1 0,5-3-13,4-2 1,5-3-1,2 4 3,1 0 0,2 5 1,3-2-1,6-3-26,10 3 1,7-4 0,6-3-8,7-1 1,6-4 0,4-3 15,-9-10 0,3-3 1,2-2-1,1-1 4,4-2 1,1-2 0,2-2 0,0-2-372,2-2 1,1-1-1,1-3 1,0-1 384,-1-3 1,1-2 0,0-2 0,-1-3 16,-3-1 0,1-3 1,-2-2-1,-1-3-44,-5-1 0,0-3 0,-2-2 0,-3-4 45,8-9 1,-4-5 0,-4-4-238,-6-3 1,-5-3-1,-5-3 253,-4-3 0,-6-3 0,-3-1 1,-4 0 1,-3-2 0,-6 1 12,-4 2 1,-4 0 0,-5 2-16,-3 2 1,-5 2 0,-4 3-10,-6 3 1,-4 3 0,-2 4-12,-9-6 0,-6 6-49,8 16 0,-7 3 0,-1 3 1,2 3-316,1 2 0,1 3 0,-2 2 353,-4 1 0,-5 0 0,2 2 0,7 0 0,-2 1 0,6 2 0,8 3 0,-1 0 0</inkml:trace>
  <inkml:trace contextRef="#ctx0" brushRef="#br0" timeOffset="192199">18987 5519 23646,'62'2'112,"-16"1"11,-31 20 112,-16-3 62,-13 0-45,-18-2 11,-15-5 107,-8-8 28,1-12-56,9-9-85,12-13-106,14-7-78,15-5-45,22-1 0,19 6-5,18 13-174,-24 15 1,2 5 144,1 6 1,-1 4 5,18 8-6,-16 10 1,-4 7-23,0 22-313,-12-12 1,-7 3 340,-15-4 0,-10-1-14,-8 4 0,-9-1 4,3-12 1,-4-1 0,-3 0 9,-4 2 0,-3 0 0,-1-1-528,-3 1 0,-2 0 0,1-2 537,2-2 0,-1-1 1,1-2 46,-12 5 0,3-5 99,13-9 0,4-7-15,-7-17-33,28-24-46,25-14-27,22-4 20,-7 27 0,5 2-48,6 3 0,2 3-23,5 2 0,1 4-39,4 2 0,1 2-51,3 2 1,2 1 90,3 1 1,0 0-391,4 2 0,1 0-270,0 0 1,1-1-555,-2 1 1,-1 0-1448,-3-1 0,-2-1-2239,-7-2 1,-4-1 4719,14-2 0,-26-1 1,-24 5-1</inkml:trace>
  <inkml:trace contextRef="#ctx0" brushRef="#br0" timeOffset="192549">19669 5544 10136,'-39'-44'810,"0"1"1,1-1-1,-1 0 1,-1 3-1,0 1 1,-1 2-1,-1 4-319,-9 1 0,-1 6 1,-1 2-724,-5 2 0,-2 3 0,-1 3 527,15 7 1,-1 1 0,-1 3-1,1 1-66,-15 2 1,0 4 0,1 3-111,3 3 1,1 3 0,1 5-61,5 3 1,2 4 0,2 4-34,3 4 0,3 2 0,4 4-104,2 4 1,3 2 0,4 3 81,2 3 0,4 3 0,4 1-3,1 2 1,5 2 0,3 0-106,6 1 0,4 1 0,4-1 100,6-1 0,4 0 1,6-3-10,6-2 0,6-3 0,4-3-12,7-3 1,5-4 0,3-3 5,-10-10 1,2-3 0,2-2 0,1-2-245,3-1 1,0-2 0,2-2 0,0-1 259,1-2 0,1-2 0,0-1 1,0-2 17,0-3 0,0-1 1,0-2-1,-1-2 14,-1-2 1,0-1-1,-1-3 1,-1-2 42,12-6 1,-2-4 0,-2-3 75,-7-3 1,-2-3-1,-4-3-34,-6-3 0,-4-3 0,-3-2-42,-6-2 1,-5-3 0,-3-1-21,-3-2 0,-5-1 1,-3 0 13,-5 0 1,-4-1 0,-4 2-47,-2 3 1,-4 0 0,-4 3 149,-3 3 0,-4 3 0,-3 3-162,-17-10 0,-4 7-39,-1 9 1,-3 5-136,5 8 1,2 4 361,9 3 1,3 5-5743,-4 8 5546,26 5 0,11 0 0,4-2 0</inkml:trace>
  <inkml:trace contextRef="#ctx0" brushRef="#br0" timeOffset="193299">20929 5119 26250,'-33'41'7,"0"1"1,3-3 0,8 0-3,20 25-10,11-8 22,10-10 44,10-12 96,6-14 106,3-15 23,1-16 50,0-12 17,-3-11-73,-6-5-23,-6 2-66,-8 4-63,-7 11-72,-5 8-89,-3 12 16,0 13 23,0 13-29,2 16-22,4 10-117,6 9-239,-4-27 1,2 0 187,3 1 1,3 0-54,4-1 0,4-2-107,4-1 1,4-3-62,2-3 0,3-5 13,3-4 1,2-5-239,0-5 0,0-6 533,-1-5 0,-1-7 132,-3-5 0,-4-6 61,-3-7 0,-5-5 39,-4-5 1,-5-5-505,-3-6 0,-5-2 582,-2-5 1,-6 0-37,-5-2 1,-7 0-73,1 21 1,-4 0 0,-4 1-19,-5 1 0,-5 1 0,-4 3-2,-6 0 0,-5 2 0,-3 3-618,-8 1 1,-3 4 0,-4 4 621,12 6 0,-3 2 0,0 2 1,-1 2-358,-2 1 0,-1 2 0,0 2 0,0 3 336,0 2 0,1 2 0,1 2 0,0 3-17,4 2 1,1 1-1,1 3 1,2 2-195,-9 9 0,3 5 0,4 4 174,8 2 0,4 5 0,5 3 1,6 3 1,5 3 0,5 1-8,5 3 0,5 2 1,5 0-11,6 1 1,4 1 0,6-1-4,4 0 1,5-1-1,5-2 12,-4-14 1,2 0 0,4-3 0,1 0-167,4-1 1,2-2 0,2 0-1,2-3 165,3-1 1,2-1-1,2-2 1,1-1-53,2-2 0,2-2 1,1-1-1,0-3 65,2-2 0,0-1 0,1-3 0,-1-2 7,-1-2 0,0-2 0,0-2 0,-2-4 104,-3-2 0,-2-4 0,0-1 0,-3-4-44,9-6 1,-4-3 0,-4-6 29,-7-4 1,-5-5-1,-4-3-78,-6-3 0,-5-3 1,-4-2-20,-3-3 1,-4-2-1,-5 0-17,-3-2 1,-5 0 0,-4 1-57,-2 0 1,-5 1 0,-4 2-236,-6 4 1,-4 1 0,-5 4 256,-11 3 0,-5 3 1,3 4-1,6 1 0,1 6 1,-5 7-1,0 0 0</inkml:trace>
  <inkml:trace contextRef="#ctx0" brushRef="#br0" timeOffset="195550">22803 5410 24863,'4'-49'601,"1"1"0,-1 7 1,-1 8-440,-1 14 1,0 16-163,3 18 68,5 17-113,4 20-28,-6-20 0,0 2-466,0 3 0,-1 2-120,-1 2 1,0 1-1535,-2 1 1,-1 0 1569,1-4 0,-2-3 0,1 10 0,-1-22 0</inkml:trace>
  <inkml:trace contextRef="#ctx0" brushRef="#br0" timeOffset="195933">23027 5319 20182,'-12'-51'802,"-1"0"0,1 0 0,-1 6 0,-2 1 1,-3 8-557,-9 7 1,-4 7-322,-3 6 1,-2 6 124,-2 8 1,0 6-51,0 8 0,3 6 0,0 11 0,4 6 5,2 10 1,4 6-521,9-11 0,3 2 1,1 2 521,2 3 1,2 2-1,2 1-13,2 2 1,2 0-1,4 0-13,2 0 1,4-1-1,3 0-11,2-2 0,4-1 1,3-2-24,4-3 1,3-2 0,3-3-8,2-2 0,3-2 1,3-4 34,1-4 1,2-3-1,2-3 32,0-4 1,1-3 0,1-3-104,-2-5 1,0-3 0,0-3 165,18-9 0,-3-8 28,-6-7 0,-5-7 11,-5-8 0,-7-7-17,-4-7 1,-6-5-416,-11 15 0,-2-2 0,-2-1 345,-2-3 1,-1-1 0,-2 0 6,-1-1 1,-2 1 0,-3 0-169,-2 3 0,-2 2 1,-3 1 202,-7-13 0,-6 6 243,-6 10 1,-7 7-319,-3 10 0,-4 7-59,0 6 0,-1 7 233,3 5 0,2 7-1681,-18 18 1518,26 26 0,17-22 0,11 5 0</inkml:trace>
  <inkml:trace contextRef="#ctx0" brushRef="#br0" timeOffset="196583">24744 5214 26502,'19'31'84,"-3"-2"-28,-8-2 28,-4-5 51,-6-6 10,-9-5-21,-12-4-46,-14-3-33,-13-7 11,-9-6 22,-1-7 34,7-5 0,11-2 11,12 3-16,11 3-46,6 6-44,0 6-11,5 6 11,-6 11 5,0 10-16,-7 14 22,-3 9-23,9-16 1,0 1-6,-4 11 5,0 15-10,14-22 10,2 7-16,3-9 78,1-9-11,0-12 146,1-6 5,3-10-95,3-7-88,14-18-24,4 0 0,4-3 0,10 5 0,-1 10 0,15-1-250,3 8 250,0 9 0,-25 10 0,-1 3 0,10 6 0,5 26 0,-29-2 0,-5 13-37,-22-19 1,-8-2-26,-2-3 0,-5-3-402,-4 0 1,-4-2 337,-8-3 0,-1-3-101,6-6 0,-1-3-213,-7 2 1,-2-4-1684,0-8 1,2-4 2122,-12-10 0,14-3 0,31 5 0</inkml:trace>
  <inkml:trace contextRef="#ctx0" brushRef="#br0" timeOffset="196917">24687 4989 22968,'0'-7'2538,"0"2"-2393,0 5 51,-83-46-817,50 45 1,-5 4 674,-21-4 0,-10 0 0,7 8-547,8 12 1,1 11 508,7 1 1,-6 7 0,2 3 0,7-5-14,2 3 0,4 4-8,4 3 1,-2 8 0,2 2 0,7-8 1,7-2 0,7 1 3,3 8 0,5 5 0,11-3-10,16-12 1,12-3 0,2-2 11,4 4 0,4-1 0,2-3-204,-10-9 0,1-2 0,2-2 0,2-1 196,5-2 0,2-2 1,1-2-1,-1-3-7,9 2 0,-2-4 0,6-1 20,-12-4 1,4-1 0,2-1 0,-1-1 0,-2-3-376,2-2 0,-2-1 1,-1-3-1,1-3 384,2-2 1,1-3 0,-2-3 0,-6-5 9,-2-8 0,-6-6 1,-4-2-202,3-9 0,-6-5 193,-13 4 1,-3-4 0,-5-1-1,-7-3 1,-4-2 0,-3 1-5,-2-1 1,-3 1 0,-5 0-21,-6-6 1,-5 0 0,-7 5-259,-6 13 0,-6 5 0,0 4 60,5 4 1,0 4 0,-5 2 203,-6 4 0,-6 1 0,1 2 0,8 3 0,8 1 0,1 3 0,-20-2 0,-1-1 0</inkml:trace>
  <inkml:trace contextRef="#ctx0" brushRef="#br0" timeOffset="198407">3506 17213 20712,'-8'-43'836,"1"0"0,-1-1 0,-1-11 0,-5 9-483,-23 9-219,9 21 64,-14 12-80,3 17-79,-13 15-45,19 3 1,2 4 5,9-9 0,1 2-14,-6 17 0,5 1-5,12-14 1,4 0 12,1 9 1,6 0 11,16 15 27,24-13 12,17-30 0,-7-16-3,-15-5 0,-1-6-90,-6-2 0,-1-5 298,12-14 0,-1-4-370,-10 4 1,-3-2 340,-1-7 0,-4 2 3,-4-10 202,-11 3-68,-4 24-55,-2 2-51,-1 15-274,0 15 668,0 16-646,0 4-5,1 22-146,5-2-323,2-10 1,3 2-479,1-6 0,3-1 647,6 5 0,0-3 0,1-4 0,0-8 0</inkml:trace>
  <inkml:trace contextRef="#ctx0" brushRef="#br0" timeOffset="198549">4051 17348 21920,'0'-4'4157,"0"1"-3944,0 3-4392,-41-33 4179,33 35 0,-32-33 0,42 41 0</inkml:trace>
  <inkml:trace contextRef="#ctx0" brushRef="#br0" timeOffset="200057">4276 18012 16745,'0'-7'5921,"-1"2"-4913,1 5 17,0 0-1003,-9-51-5,6 55-6,-9-27-22,7 75-6,1-20 0,-1 1 3,1 3 0,-2 0 3,1 0 0,-1 0-3,1-2 0,0-1-9,-2 24 1,3-11 5,2-11 0,0-12 62,2-11 185,-1-6 392,1-5-460,0-16-22,0-2-28,0-18-56,4 0-11,4 0 11,7 2-11,5 6 5,3 5 6,3 7-39,0 7 6,2 9-18,-1 11-50,-1 10 12,-3 10-12,-3 5-17,-8 3 51,-6 0 34,-15 0 21,-12-2 12,-17-3-28,-10-5-11,-4-9-106,2-9-253,8-13-745,13-11-3578,15-13 3817,15-3 0,2 9 0,4 7 0</inkml:trace>
  <inkml:trace contextRef="#ctx0" brushRef="#br0" timeOffset="200233">4830 18297 27561,'-54'-10'-1181,"8"6"1,44 9 0,-1 1-1</inkml:trace>
  <inkml:trace contextRef="#ctx0" brushRef="#br0" timeOffset="203765">21503 6445 23668,'-19'46'235,"0"0"0,0 3 1,5-4-169,9 3-407,13 12 508,19-3-42,10-28 0,5-4-93,-10-7 1,2-2-471,5-4 0,5-1 1,-1-2 478,8-3 0,2-3-20,-8 0 0,2 0 1,0-2-5,1-1 1,0-2 0,1-1 1,-1 0 1,-1-1 0,1-2-1,-2-1 1,0-1 0,-1-2 7,-3 0 0,-1-1 0,-1-1 44,15-7 1,-3-1-59,-8-2 0,-3-1 106,-7-1 1,-3-1-6,-6 2 1,-3 0 136,9-21 146,-14 12-180,-9 10 1063,-6 11-1258,-4 6 648,-5 8-671,-9 9 44,-9 10-55,-7 9 27,-6 7-21,-6 4-4,19-20 1,-3-1-17,-18 6 0,-2-2-555,12-7 0,-1-1 568,-6-2 1,-4 0 0,1-3-690,-12 1 0,-2-3 704,9-3 1,-3 0 0,0-1-1,0 0 1,-1-2 0,0-2 7,-4-4 0,0-3 1,4 0-7,-1 1 1,4-3 2,-4-8 1,8-6-135,17-14 137,6-19 8,18 23 1,4-3-17,7-11 0,4 0-3,-3 13 0,1 1 5,8-10 1,3 2 61,5 3-44,0 2-18,-7 16 942,-9 11-964,-4 20 1572,-2 0-1560,1 33-12,0 7-86,1-16 1,2 3 96,4 13 1,5 1-539,2-7 1,2-2 540,1-1 0,4-2 6,7-6 0,4-5-9,0-8 1,3-3-384,10 3 1,4-3 385,3-5 0,2-5 12,-9-8 0,2-4 1,-3-1-2,4-1 1,-2-3-2,-4-5 1,3-2-1,-4-3 18,-1-5 1,-2-3 7,9-8 1,-1-4-14,-12 3 1,-2-4-1,-3 3-3,2-3 0,-3 0-1,-5 3 1,1-3 0,-3 4 79,11-18 63,0 1-19,-16 23 176,-11 18-316,-9 15 1013,-3 12-1019,-2 4 869,-6 16-891,-2 1 5,-2-6 1,-2 2-6,-3-4 0,-2 1-720,-13 9 0,-2-2 723,8-11 0,-3-2-7,1-2 0,-4 0 0,-1 0-6,-5 0 1,-3 0 0,1 0 37,0-2 0,0 0 0,0 0 9,-5 0 1,-1-1-1,4-3-1,-2-4 1,6-4 8,-18-3-220,5-19 220,21-14 17,-7-17-9,20 10 0,2-2-3,3 3 1,3 0-18,0 1 1,2 0 0,-3-27 38,11 11-21,6 5-18,4 7 1398,4 20-1414,-1 9 273,-2 5-279,3 10 17,1 12 0,8 32-17,1 4-340,-5-19 1,0 0 350,9 12 3,-5-21 0,4-3-3,10-4 1,4-3-1,3-1 1,2-3 8,13-2 0,3-5-1252,-5-9 0,0-5 1260,-9 0 0,0-2-6,11-8 1,0-5-450,0-6 0,-2-3 446,-2-1 1,-1-2-42,1-7 0,-5-1-449,-19 9 1,-5 1-1798,5-15 1779,-14 10-1,-10 25 1,-1 2 0</inkml:trace>
  <inkml:trace contextRef="#ctx0" brushRef="#br0" timeOffset="206982">20875 8503 23159,'11'-57'884,"2"23"-598,1 74-84,-1 18-152,-7-22 0,-2 3-540,-1 4 0,-1 1 448,-2 2 0,-1 2-179,-1-1 0,0 1-440,-2-2 0,0-1-1322,0-2 1,0-1 1982,1-2 0,-1-4 0,1 5 0,1-12 0</inkml:trace>
  <inkml:trace contextRef="#ctx0" brushRef="#br0" timeOffset="207375">21165 8317 17547,'-34'-34'1094,"0"0"1,0 0-1,-6 3 1,-3 1-1,3 7-1272,4 6 0,-1 7 354,-20 1 1,0 8-544,16 8 0,1 6 426,-11 4 0,-1 6-17,2 8 0,3 6-20,16-7 1,1 1-1,1 3-207,1 4 1,2 2 0,2 3 189,0 3 1,2 2 0,3 1-486,1 4 0,3 1 0,2 1 470,2 0 1,2 1 0,5 0-14,3-1 1,5 0 0,3-1-6,3-2 0,5-2 0,7-2-467,5-8 1,6-1-1,3-2 1,-1-4 494,-1 0 0,0-3 0,6-2-5,6-2 1,6 0 0,2-3 0,-2-5-184,2-4 1,-1-4 0,1-2 199,-4-1 1,2-1 0,0-1 0,0-3 6,-3-3 1,0-2-1,-1-3 1,-1-2 10,11-5 0,-1-4 0,-4-5-16,-4-4 0,-3-5 0,-4-3-11,-4-2 1,-3-4 0,-4-3-4,-4-2 0,-3-4 0,-4 0 12,-4-3 1,-4-2 0,-3 0 2,-3 0 0,-3-1 0,-6-1 3,-5 10 0,-4-2 0,-3 1 1,1 3-12,1 2 1,-1 4-1,-6 0 2,-11-9 1,-7 1-1,-2 8 491,-10 9 1,-4 6-658,10 6 0,-3 1 1,-1 2-776,0 4 0,-1 3 1,2 1 817,-14 1 1,5 2-1,18 2 1,5 1 0,-3 0-1</inkml:trace>
  <inkml:trace contextRef="#ctx0" brushRef="#br0" timeOffset="208642">22650 8644 20397,'6'-52'1424,"0"0"1,0 5 0,-2 6-663,1 0-337,-3 16-352,-1 14-101,-1 11 67,0 17-5,0 19-23,-2 23-411,-1-22 0,-1 1 391,0-6 1,0 0 8,-3 16 0,1-1-208,1 10 208,3-19 0,3-1 33,8 2 169,5-16-45,1-12 308,14-24-213,-1-12 33,15-20-46,-23 17 1,-1 0-156,0-2 0,-1 0 294,13-23-255,-8 12-67,-10 18-61,-6 13-29,-6 15 12,-1 15 549,1 4-533,4 38 12,4-13-218,-1-12 1,2 0 171,1-7 1,4-2-17,3-1 0,4-2-48,3-1 1,3-3-29,5-2 1,2-4-15,3-4 1,2-3 13,2-4 1,-1-6 44,0-5 0,-1-5 50,-4-5 1,-3-5 44,-3-6 1,-4-4-9,-7 6 0,-3-3 3,1-26 0,-5-5 16,-6 13 1,-4-2-432,0 3 1,-2-4 0,-3 2 417,-6-13 0,-6 2 2,-9 4 0,-4 5-2,4 11 0,-7 5 16,-11 7 0,-9 5 1,0 5-8,8 7 0,0 4 0,-3 1-459,-2 1 0,-4 1 1,-1 2-1,3 4 453,-11 5 1,2 5-1,2 4-13,0 5 1,1 4-1,3 1 6,11-5 0,3 2 0,0 5-12,4 5 0,-1 5 0,2 3 1,5-2-1,5 2 1,5-1 0,0 4-318,-1 0 0,1 3 1,1 1-1,7-2 323,6 5 0,7 0 1,5-2-241,5-2 1,5 0 0,4-3 235,8-1 1,4-3 0,5-3 7,5-1 0,4-2 0,3-4-4,4-1 0,3-3 1,2-3-143,-14-7 1,2-2 0,0-2-1,0-1 144,1-2 1,0-1 0,-1-1 0,1-3-3,12-2 0,0-3 1,-1-4 4,-5-4 1,-2-3 0,-3-3 6,6-3 1,-5-8 134,-15-8 0,-3-7 0,-7-1-129,-6-8 0,-7-4-14,-1 2 0,-1-5 0,-6 1 29,-6 5 1,-4 1-1,-3 1-26,-2-2 1,-2 1 0,-1 2-7,-4-7 1,-4 1-2,-1 11 0,-4 0 1,0 6 106,-3 3 0,-1 5-753,-13-11 0,-1 4-2420,11 16 1,2 5 3069,-16-4 0,23 10 0,15 6 0</inkml:trace>
  <inkml:trace contextRef="#ctx0" brushRef="#br0" timeOffset="209542">25179 8343 9738,'0'-3'1871,"0"0"5220,0 3-5786,-15-51-224,11 38-398,-13-38-420,15 51-27,-2 3 151,-3 5-1,-6 5-44,-9 5-23,-10 0-45,-10 0 1,-9-3 33,-3-6 22,1-4 12,5-7-6,10-5-56,9-3-39,12-1-67,6 2-113,7 4-44,1 4-11,-2 4 16,-4 8 0,-5 9 6,-3 11-22,0 7 16,0 6 1,2 4-18,0 0-10,1-1 16,1-6 17,2-6 11,3-8 79,2-10 162,4-8 218,0-6-33,2-4-258,0-7-140,0-8-33,4-10-23,1 3-16,24-18-40,8 16 50,-6 8 1,3 1-323,1 8 1,1 3 316,2 2 0,0 4-12,-1 4 1,-1 4-132,-2 3 1,-2 3 128,-4 4 0,-4 3-31,14 27-11,-19 3-28,-22-2-78,-28-5 25,3-23 0,-5-2-491,-9-1 0,-4-3 331,-6-1 0,-2-2-168,-1-3 1,-1-4-368,4-4 0,1-4-1605,8-6 1,3-4 2436,-15-16 0,27 5 0,19 8 0</inkml:trace>
  <inkml:trace contextRef="#ctx0" brushRef="#br0" timeOffset="209865">24819 8052 23907,'-52'8'171,"0"-1"1,-1 1-1,2 3 1,0 2-1,5 7-130,10 6 0,4 7 1,2 1-1110,-3 4 1,2 2-1,2 3 1083,2 2 0,3 2 0,4 1 0,2 1 0,4 0 0,6 1-136,5-2 0,6 0 0,6-2 150,5-1 1,7-1 0,5-3-15,7-1 0,7-2 0,3-3-12,6 0 1,5-2 0,2-3 0,-10-7 0,1-3 1,1 0-1,1-3-205,1 0 0,0-2 1,1-2-1,-1-1 222,-1-1 0,0-2 0,-1-2 0,0-3 12,12-1 1,-2-4 0,-1-5-224,-7-2 0,-1-4 1,-3-5 209,-5-3 1,-3-5-1,-3-3-7,-5-3 0,-3-4 1,-5-2-9,-3-5 1,-4-1-1,-5-3 0,-2-3 1,-5-1 0,-4-1-2,-5-3 0,-4 0 0,-4 0-21,-4 0 0,-4 1 1,-4 3-22,-6 2 1,-5 2 0,-4 4-102,-6 4 1,-4 4 0,-3 4-289,9 10 0,-2 4 0,-1 2 0,-2 2 336,-8 1 1,-2 3-1,0 3 1,6 0-1,7 0 1,5 2 0,0 1-1,-17 3 1,-1-1-1</inkml:trace>
  <inkml:trace contextRef="#ctx0" brushRef="#br0" timeOffset="210926">19318 8817 23651,'15'-20'381,"-3"7"-269,-6 17 11,-4 1 45,-1 1 112,-1-1 45,-2 1-39,-3-1-106,-5-1-35,-5 0 68,-5-2 145,-5-2-251,8-3 100,-4-5-50,11-5-56,0-11-40,3-8-33,4-7-33,9-3 10,6 4 12,10 8-17,4 10-17,2 11 6,-2 12 0,0 15-12,-2 18 29,-2 17-182,-13-23 1,-4 2 169,-1 2 1,-5 0-4,-7 1 1,-4-1 2,-7 1 1,-4-1-1,-10 3 1,-5-3-678,-7 2 0,-2-3 672,-3 0 0,-1-4 27,3-3 1,2-4 25,8-6 0,3-5 76,-13-13-101,27-8 11,16-23 304,26 5-310,19-5-28,0 17 1,4 4 230,-3 3 1,0 3-238,2 0 1,-1 3-42,-2 5 0,-2 2-210,19 4-278,-17 0 1,1 0-231,-9-1 1,-1-1-818,4 0 1,-2-1-1286,7-2 2873,11-13 0,-34 7 0,8-7 0</inkml:trace>
  <inkml:trace contextRef="#ctx0" brushRef="#br0" timeOffset="211242">19772 8704 11975,'-16'-52'1966,"0"1"0,0 0 0,-8-1 0,-3 2 0,-3 6-947,-12-1 1,-5 7-1875,6 14 0,-4 4 1,2 4 949,-5 3 0,-2 7-13,6 6 0,-3 4 0,-1 4-2,-5 7 1,0 5 0,0 2-55,-2 3 0,1 2 0,0 4-380,7-1 0,0 2 0,1 4 0,4 0 363,7 1 1,3 1 0,2 1 0,2-1-9,-4 6 1,3 0 0,3 3-9,4-4 0,1 3 0,3 1 0,3-2 82,1 4 1,5 0 0,4 3-95,6-1 1,3 5 0,4-1 0,4-4-24,7 6 1,5-4 0,7-3-437,2-9 0,4 0 0,4-4 0,-2-5 472,4-4 1,-1-6-1,5-3 18,-3-5 1,4-1 0,1-4-1,-3-2-10,6-3 0,-2-4 0,2-2 39,9-2 0,2-3 0,-1-7-70,-14-4 0,0-4 0,-2-3 0,-4 1 47,-1 0 1,-4 0 0,-1-5 2,-4-4 0,1-5 0,-4-2 0,-4 1-55,-6-2 1,-5 1 0,-1-3 38,3-11 1,-1-3 0,-5-2-8,-6 8 1,-3-3-1,-3 1 1,-3 2-11,-3-7 1,-4 3 0,-5 0 174,-5-4 1,-5 0 0,-6 7-527,-1 15 1,-4 6 0,-1 4-403,-9-5 1,-3 7 677,2 10 0,-3 4 0,7 2 1,-7 0-1,15 5 0,-1 0 1</inkml:trace>
  <inkml:trace contextRef="#ctx0" brushRef="#br0" timeOffset="212115">17372 8857 14292,'-3'-3'7096,"0"0"-4788,3 3-1815,-30-65-247,23 37-190,-7-12 0,6 2-22,27 16-28,19 7 22,18 7 0,-5 4-48,-11 10 0,0 5-290,8 12 301,-16-3 1,-4 4-9,0 23 6,-18 4 0,-22 1 33,-19-2-5,8-26 0,-3-2 19,-3-2 1,-1-2 35,0-2 1,0-2 140,-24 5 129,10-9 84,14-7-85,12-8-117,10-4-89,4-3 153,9 0-266,6 4 1,13 3-18,10 7-27,8 9 0,6 9 10,5 11-5,-25-13 1,-1 1-1,0 1 0,-1 1-11,15 20-11,-15-2-6,-25-2-50,-29-1-12,2-18 1,-5-3-118,-10 1 0,-3-4-666,-6-1 0,-1-3 341,-1-2 1,0-3-290,4-5 1,1-3-1418,8-3 0,3-3 2255,-14-15 0,24 7 0,16 7 0</inkml:trace>
  <inkml:trace contextRef="#ctx0" brushRef="#br0" timeOffset="212465">17489 8402 21002,'-44'-16'541,"0"-1"0,0 0 0,-2 5 0,0 3 0,1 7-355,2 12 1,1 6 0,0 3-1199,-4 4 1,0 3-1,1 3 1098,-3 4 0,1 3 0,1 2-51,1 5 1,0 2-1,3 3-31,11-11 0,2 3 1,0 0-1,3 2-280,1-1 1,3 2 0,1 1-1,2 0 272,-2 13 1,4 1-1,6 0-17,6-3 1,4-1 0,7-2 35,6-4 1,5-2-1,6-3-21,7-4 1,5-3-1,5-5 0,7-2 1,4-4 0,2-4-401,7-3 0,1-4 0,2-4 436,-13-4 1,0-1 0,1-3 0,-1-1 36,0-3 0,1-3 0,-1-1 1,0-2 21,-2-2 1,-1-1 0,-1-2 0,0-3 12,10-8 1,-1-3 0,-3-3-31,-4-2 1,-4-3 0,-2-3-49,-5-1 1,-4-3 0,-2-1 10,-5-2 1,-4-1-1,-2 0 123,-5-2 0,-2 1 0,-5-1-129,-3 2 1,-5-1 0,-3 3 6,-10-17 1,-6 4-26,1 15 1,-7 5-26,-8 12 1,-7 4 0,1 5-116,-6 5 0,-3 6-327,4 1 1,-3 2-1,2 4 456,-14 9 0,7 5 0,-7 3 0,13 2 0</inkml:trace>
  <inkml:trace contextRef="#ctx0" brushRef="#br0" timeOffset="214732">15777 5654 20627,'-3'-44'726,"-1"1"0,1 2 1,-4 11-358,-14 21-89,-3 3-72,-7 7-29,-8 8-6,-7 11-348,19-5 1,-1 3 247,-3 5 0,0 1-12,-2 4 1,0 1-20,-1 3 0,2 0-17,2-1 1,2 1-12,5-3 0,4-1-9,-5 22 6,21-9 17,24-9-89,25-8-54,-11-15 0,3-4-611,8 0 1,3-3 266,4-2 0,2-2-930,-1-1 0,0-1 869,-1-1 1,-4 0 0,6-2 0,-16 2 0</inkml:trace>
  <inkml:trace contextRef="#ctx0" brushRef="#br0" timeOffset="214892">15876 5913 27197,'6'-38'-2538,"-1"7"2538,-5 33 0,-1-1 0,1 1 0</inkml:trace>
  <inkml:trace contextRef="#ctx0" brushRef="#br0" timeOffset="243616">16124 7589 24049,'-39'-19'278,"1"0"1,-1 0 0,-15-5-1,4 11-154,-6 31-63,7 14-27,11 11-29,15 7-10,18 2 17,22 1-30,17-1 15,-8-27 1,3-1-542,5-1 1,1-1 540,4-2 0,0 0 3,-1-2 0,-1-1-3,-5-1 0,-2 0 379,9 12-326,-23-2 176,-32-3-136,-28-1-43,9-12 1,-3-2-425,-7 0 1,-2-1 418,-1-2 0,-1-1-17,3-1 0,1-2 106,5-2 1,4-3-558,-19-10-2044,24-13 2470,29-17 0,3 20 0,10-4 0</inkml:trace>
  <inkml:trace contextRef="#ctx0" brushRef="#br0" timeOffset="243833">16406 7363 23315,'0'-4'3103,"0"1"-2604,0 3-477,2 49 6,11 1-39,-4-3 0,0 4-647,3-6 0,0-1 361,-1 2 0,-1 0-558,-2-2 1,-2-1-1146,0-4 0,0-1 2000,1 23 0,-3-30 0,-2-12 0</inkml:trace>
  <inkml:trace contextRef="#ctx0" brushRef="#br0" timeOffset="244757">16414 7927 20554,'-16'-40'974,"0"0"1,1 1 0,-6-15 0,5 7-599,9 12 27,10 8-392,13 10 111,18 8-116,21 4-15,-19 6 1,1 1-289,4 0 1,1 1 223,-1 1 0,0 0 17,-4 0 0,-1-2 168,25 0-101,-16-8 73,-13-5 74,-14-6 38,-10-1-6,-13 1 622,-11 1-499,-12 3-22,-9 5-89,-4 4-107,3 7-67,10 4-22,11 7-12,13 3 6,13 6-11,14 1-23,16-2 12,10-6 11,0-8 28,-5-9 50,-10-9 34,-12-10 16,-11-9 1,-9-6-6,-13-1-56,-11 0-23,-13 8 63,-5 7-18,-1 10-56,5 10 18,4 18-29,14-1-28,3 24-28,15-1-78,11 13-275,13 2-243,-5-27 1,3-2-220,2 0 0,3-3-115,2-1 1,1-3 212,2-4 0,2-3 459,-1-2 1,0-5 355,-1-7 1,0-4 623,22-17 713,-12-16 223,-13-10-341,-10-4-337,-9 1-246,-6 4-174,-3 10-140,-1 12-207,0 13-202,0 9 51,1 32-22,6 7-4,-1 5 1,-1 3 8,5 13-155,-4-13 0,-1 0 160,1 16-8,-4-25 1,1 0-10,2 24 35,-3-17 16,-1-20 39,-1-11-22,-3-19-39,-3-13 6,-2-19 5,2 5 0,1-1-23,-3-20 9,2 12 0,2-1-31,1 14 0,1-1 20,-1-6 0,2-2-9,2 3 1,2 2-6,9-25-23,20 10 23,-7 23 0,22 6-23,-13 19 12,9 7 10,-6 8-10,-7 11 16,-8 10 607,-9 5-595,-10 5-6,-16 1 22,-14-4-22,-14-5-39,-10-7-207,0-9-852,5-8-6010,16-5 7108,13-8 0,12 2 0,4-2 0</inkml:trace>
  <inkml:trace contextRef="#ctx0" brushRef="#br0" timeOffset="244950">17803 7527 24021,'46'-14'0,"-1"0"0,-9 3 0,0 0 0</inkml:trace>
  <inkml:trace contextRef="#ctx0" brushRef="#br0" timeOffset="245390">18267 7311 22139,'-4'-2'3181,"0"0"-2827,4 2-315,4-68-17,16 42-5,-8-13 0,5 2 28,38 23-34,-15 7 6,14 3-23,-22 11-22,7 5 28,-6 9 22,-2 15-16,-12-9 0,-2 16-6,-14-15 44,-6 4 46,-9-5 33,-11-6 168,-15-4-156,10-8 167,-5-3-22,21-5-140,3-1-73,8 0-27,10 0-7,3 0 12,17 5-34,4 3 17,13 7 28,7 11-28,-10 0-5,-7 0 5,-15 0 44,-21-4-38,-25 4-275,-2-11 0,-7-3-244,-23 4 1,-1-3-1,24-5 1,1 0-1,-5-2 1,1 1-1</inkml:trace>
  <inkml:trace contextRef="#ctx0" brushRef="#br0" timeOffset="247016">15867 9230 15115,'-2'-3'6520,"1"0"-4291,1 3-2066,-63-55 66,25 43-123,-14-9 1,-1 8-894,-2 42 834,22-5 1,2 3-29,6 1 1,4 0 290,-9 18-299,10 9-34,21-5 40,11-4 17,15-3 208,9-27-52,6-14-83,-6-11 134,-6-10 0,0-5 213,10-20-508,-11 10 0,-3-2 247,-9 5 1,-4 0 214,6-26 229,-10 16-144,-6 4-337,-3 23-144,0 0-35,0 13 18,-2 11 557,2 1-569,-2 32-78,7-2-275,-1-9 1,2 2-1910,4-1 0,1-2 2279,13 25 0,-7-20 0,-6-17 0</inkml:trace>
  <inkml:trace contextRef="#ctx0" brushRef="#br0" timeOffset="247166">16339 9532 28625,'-29'-38'-144,"0"0"0,-1 7 0,10 15 1,19 19-1,-1 10 0</inkml:trace>
  <inkml:trace contextRef="#ctx0" brushRef="#br0" timeOffset="249532">17558 10232 17081,'-10'-57'2119,"1"1"0,0 6 1,1 5-1196,-3-12-320,2 22-385,4 17-230,2 12 22,2 16 50,1 13-21,5 20-7,4 15-14,-1-23 1,1 0-268,2 1 0,3 0 251,3 0 0,2-1 11,5-1 0,3-3 17,6-2 0,3-4 0,6-2 0,4-4-1,6-5 1,4-4-659,5-4 0,2-5 650,-19-4 1,1-2 0,0-2-578,2-2 1,-1-2 0,-2-1 576,9-4 1,-1-4 12,-7-2 1,1-4 0,-4 0-301,-3-2 1,-2-2 316,-4 4 0,1-2 0,-4 1 198,-2-3 1,-4 3 124,8-16 938,-15 18-1173,-10 12 1659,-6 8-1788,-9 22 909,-3 6-937,-12 19 28,-5 2 12,-10 3-12,13-23 0,-3-2-282,-6 0 1,-3-1 275,-7-1 1,-4-2-663,-7-1 0,-2-3 659,14-5 0,0-2 0,-2-1 1,-1 0 1,-2-3 0,1 0-4,0-2 0,0 0 0,0-3 0,4 0 0,0-2 0,2-2-292,-13-4 1,3-4 285,8-3 1,5-4-59,6-3 0,5-4 80,5-1 1,4-3-6,5-1 1,4 0-12,-1-26 5,14 11 549,2 17-576,2 14 1303,-1 11-1275,1 13 754,5 13-738,6 14-10,4 15-12,-11-20 0,0 2 6,1 3 1,1 1-13,1 1 1,3 1-344,3 0 0,4-2 335,4-1 0,5-3-9,5-3 1,5-3 30,5-5 1,2-4 10,5-3 1,2-6-17,1-3 0,0-6-499,0-5 0,-2-5 504,-1-4 1,-1-6-568,-3-7 0,-1-5 576,-3-5 0,-2-4-10,-16 11 0,-1-1 1,-2-1 5,0-2 0,-2 0 0,0 0 12,8-15 1,-2 2-36,-5 6 1,-3 4 222,7-16 450,-16 24-657,-11 17 702,-6 9-1934,-6 14 1560,-12 16 0,10-9 0,-5 7 1</inkml:trace>
  <inkml:trace contextRef="#ctx0" brushRef="#br0" timeOffset="252200">17710 11278 13267,'3'-5'3389,"0"0"-3233,-3 5-760,-17-17 408,15 14-287,-10-10-474,19 23 957,-3 1 0,0-2 0,-4-4 0</inkml:trace>
  <inkml:trace contextRef="#ctx0" brushRef="#br0" timeOffset="253983">17655 11241 10763,'5'8'2907,"-1"-2"-257,-4-6 1970,0 0-4121,6 35-74,-4-20-4,2 27 5,-7-31 38,-3 0 18,-3-4 16,-2-1-22,-2-3-78,0-6-101,1-7-95,2-12-68,5-9-72,7-8-56,8 3 22,7 7-23,5 13-16,2 11 11,3 14-6,1 14 6,0 17 6,-5 13 0,-8 8-257,-11-28 1,-3 0 239,-6 2 0,-3 0 2,-6 4 1,-3-1-537,-8 4 1,-3-1 524,-7 2 1,-2-1 7,-3-1 1,-1-3 31,0-6 0,0-4-56,7-7 1,0-7 119,-15-7-22,21-28-29,26-21 1,26-13-26,-2 26 1,4 2-19,5 1 0,3 4 2,2 4 0,2 4-12,-3 5 0,1 3-30,-3 3 0,0 3 782,26 6-1646,-4 5-1315,2 0-1993,-25-7 1,0-1 4221,25 0 0,-20-2 0,-17-1 0</inkml:trace>
  <inkml:trace contextRef="#ctx0" brushRef="#br0" timeOffset="254333">17999 11086 15102,'-44'-29'869,"0"1"1,0-1 0,0 0 0,1 4 0,0 1 0,-1 3-1,1 6-653,-6 5 1,1 8 0,-1 2-413,0 3 0,-1 4 0,0 2 285,1 4 1,1 1 0,2 5-267,2 3 0,2 3 0,2 4 201,3 4 1,2 2-1,4 4-223,3 3 0,3 2 0,4 3 202,3 2 1,3 2 0,5 2-16,5 0 1,4 2 0,6-1-10,4 0 1,6 0 0,4-1 3,6-1 0,6-1 0,4-3-384,6-1 1,5-3-1,4-3 380,-9-12 0,2-2 0,2-2 0,1-2 10,2-3 0,1-2 0,1-2 0,1-2 5,-1-3 0,0-2 1,1-2-1,-1-3 15,12-4 1,-1-3-1,-2-5-60,-5-4 0,-2-3 0,-4-5 110,-5-3 1,-3-4 0,-4-4 20,-3-3 0,-5-2 1,-2-3-12,-5-3 0,-2-2 0,-4-1-28,-2-4 0,-4-1 0,-2 0-6,-3-1 1,-2 0 0,-3 0 3,-2 1 0,-3 1 1,-2 1-1,-3 5 0,-3 1 1,-3 3 73,-14-13 0,-6 7-127,-7 9 0,-5 7-132,-3 8 0,-3 6-496,0 6 1,1 6 641,2 5 0,5 3 0,-6 0 0,18 6 0</inkml:trace>
  <inkml:trace contextRef="#ctx0" brushRef="#br0" timeOffset="254983">19182 11232 22778,'-14'-46'599,"0"-1"0,3 5 0,7 4-503,21 5-52,16 6-16,12 8-11,8 8-17,4 9-293,-1 8 282,-1 9-17,-6 10 33,-10 9 1,-12 7 5,-13 6 11,-20 2 18,-15-3 44,-17-6 16,6-22 1,0-3 45,-15 3 61,15-10 1,0-4 322,-3-5-110,0-2-218,13-2-185,14 2-12,11 2 6,20 1 1,22 2-18,-10 0 0,2 0 2,5 2 0,3 2 18,7 3 0,-1 1-14,-16-3 0,-2 2-6,9 4 1,-4 3 0,0 6-40,-4 8-22,-26 2-241,-54 7 112,3-12-596,-6-8 0,-4-3 296,11-8 0,-1-1-372,-10 0 0,-1-1-2109,4-4 0,3-2 2977,8-3 0,5-2 0,-6-1 0,22-1 0</inkml:trace>
  <inkml:trace contextRef="#ctx0" brushRef="#br0" timeOffset="255300">19404 10834 22940,'-53'-13'558,"0"-1"0,-7 8 1,4 10-442,19 15 1,2 8-983,-12 9 1,0 6 873,12 1 1,2 6-1,3 1-1062,5-4 1,4 1 0,1 0 1048,0 1 0,2 1 1,5 0 3,6-2 0,4 0 0,5-2 20,8 8 1,8-1-31,-1-11 1,4 0 0,7-2 13,6-6 0,5-3 0,5-1 1,-1-4-1,-1-2 0,0-3 0,2-2 0,2-1-332,11 2 0,3-3 0,0-1 0,-4-3 333,-1-3 1,-3-2 0,1-3 22,8-4 0,1-5 0,-4-3-18,-14-2 0,-2-3 0,-1-4 102,13-13 0,0-6 1,-5-3-46,-10 3 0,-6-4 0,-2-3 201,-1-10 1,-4-4 0,-5 1-252,-4-5 0,-9 0-1,-6 9 1,-6-2 0,-4 4-76,-5 8 0,-3 4 0,-5 0 38,-7-6 1,-6 0-1,-7 5-573,-3 11 1,-8 3 0,-2 4 0,3 3 593,-6-1 0,2 4 0,0 3 0,1 2 0,0 2 0,8 3 0,-13 2 0</inkml:trace>
  <inkml:trace contextRef="#ctx0" brushRef="#br0" timeOffset="258516">21211 10932 25035,'-1'-44'569,"-1"-1"1,2 5-1,-2 11-546,1 26-46,1 12-5,6 12 23,6 18-29,10 16-73,-9-20 1,1 1-686,2 3 0,-1 2-275,-1 3 0,-1 1-2720,0 0 1,-2-1 3786,-2-5 0,-1-4 0,1 9 0,-5-21 0</inkml:trace>
  <inkml:trace contextRef="#ctx0" brushRef="#br0" timeOffset="258873">21315 10765 19899,'-27'-41'925,"0"1"1,0-1 0,-15-12 0,-2 15-716,4 30 0,-2 12-415,-3 5 1,1 6 248,-1 7 1,3 7-552,2 7 1,5 7 517,5 7 1,6 5-263,11-14 0,4 2 1,4 1 248,4 3 0,4 1 0,4 0 4,4 2 0,3-1 0,5-1-6,4 0 0,4-1 0,4-3-7,3-2 0,4-1 0,2-3-453,4-2 1,2-3 0,3-2 446,4-2 0,2-2 0,1-3 14,-11-7 0,0-2 1,1 0-1,1-3 0,0 0 0,0-3 1,1-1-1,-1-1 1,14-1 0,-1-2 0,-1-4-142,-7-4 1,-1-4-1,-3-3 205,11-12 1,-7-7-3,-13-9 0,-9-8-17,-10-6 0,-9-5-24,-8 15 1,-5-2 0,-3-1 0,-3-3 0,-4-1 0,-2 1-18,-5-1 1,-3 1 0,-4 1-115,-3 1 1,-3 2-1,-3 3 109,-4 3 0,-3 3 1,-3 3-29,-4 3 0,-2 3 0,-1 3-151,-2 4 0,-1 3 0,-1 2-896,2 4 0,0 2 0,3 2 1079,-14 0 0,7 3 0,20 2 0,5 2 0,2 0 0</inkml:trace>
  <inkml:trace contextRef="#ctx0" brushRef="#br0" timeOffset="260150">23015 10697 23825,'-16'-43'745,"-1"-1"0,2 7 0,4 8-655,9 20-57,1 19 40,1 16-11,0 26-46,-1-18 1,1 3-314,-1 3 0,0 2 314,-1 0 0,2 0-20,2-3 0,2-1-50,2-5 0,4-2 104,19 15 83,13-19 57,8-23-35,8-24-403,-26 1 1,-1-3 352,1-7 1,-2-2 5,-2-3 0,-2-2-204,-2 0 1,-3 1 192,-5 3 0,-1 0 671,5-18-599,-9 19 15,-5 15-182,-5 14 687,-1 15-693,-1 15-11,1 17-6,6 11-24,-1-23 0,1 0-1,3 1 0,3 0-25,0 1 0,3-1-235,1 0 1,2-2-77,2-2 0,3-3-241,0-4 0,3-3-1045,29 5-72,-1-24 554,-6-23 779,-12-25 397,-23 15 1,-6-5-345,-6-7 1,-4-2 455,-5-6 1,-3-1-427,-5-3 0,-4 0 547,-4-2 0,-2 3-79,5 12 1,-3 1 176,-5 5 0,-4-1 0,-1 5-17,-8 2 0,-4 5-410,2 2 1,-4 0-1,-1 6 234,3 8 1,-1 5 0,0 4-55,-2 3 0,-1 4 1,1 3-31,-2 3 1,2 4-1,0 3-24,2 3 1,0 3-1,4 3-7,1 3 0,3 2 0,3 3-16,3 1 1,2 2 0,4 2-6,5 2 1,3 1-1,4 1 2,4 1 0,4 0 0,5 1-175,5-1 0,6 0 0,5-1 171,5-1 1,5-2 0,6-2-1,6-2 0,6-2 1,3-4-385,7 0 1,4-4-1,2-2 387,-10-8 0,1-2 1,1-1-1,1-1-230,3-1 0,0-2 0,1-1 0,0-1 220,1-1 0,0-2 1,0-1-1,-1-2 6,-1-2 0,-1-1 0,0-2 0,-2-3-10,11-2 1,-1-4-1,-4-4 43,-7-4 0,-3-3 1,-5-4-60,-6-3 0,-4-3 1,-6-3 67,-4-3 1,-5-3 0,-4-1-12,-3-3 0,-4-2 0,-5 1-11,-3-2 0,-5 0 1,-4 2-5,-1 1 0,-5 1 1,-3 3-14,-3 2 0,-5 3 0,-2 3-65,-3 3 0,-3 2 0,0 4-469,-2 2 0,0 3 1,-1 2 465,-19-5 1,3 4 0,21 7 0,5 3 0,-17-4 0</inkml:trace>
  <inkml:trace contextRef="#ctx0" brushRef="#br0" timeOffset="260857">25574 10304 25976,'-9'-51'1092,"-5"7"-997,-17 26-50,-12 2 0,-15 5-440,25 7 0,-3 1 403,-1 1 1,-2 1-7,3 1 1,0 0 205,-23 3-225,18 1-11,17 5 40,10 4 10,4 8-11,0 8 605,1 9-616,2 7 5,3 5 7,3 1 10,2-3-22,1-6 22,1-7 29,0-10-18,-1-6 40,1-10 134,-1-5 118,1-3-67,2-6-157,4-6-17,5-10-34,5-6-16,3 0-1,1 3-27,3 8-12,4 6-5,5 5 5,8 11 1,3 10 5,1 14 5,-4 10 7,-6 7-46,-10 2 12,-12 2-6,-18-1-96,-27-1-329,5-24 0,-5-3 21,-6 0 1,-4-4-524,0-2 0,-1-5-2971,4-4 0,2-4 3926,-16-9 0,24 0 0,16-3 0</inkml:trace>
  <inkml:trace contextRef="#ctx0" brushRef="#br0" timeOffset="261200">25440 9858 23069,'-7'-5'767,"-26"-1"0,-19 0 1,4 5-642,4 10 0,-1 1-644,-9-7 0,-7-3 0,5 8 555,14 10 1,2 6-1,4 2-815,-12 14 0,2 5 793,8-5 0,-1 4 0,3 2-13,1 3 0,3 2 0,4 4-7,8-6 1,4 3 0,2 0 0,2-3 0,0-2 0,3-2 1,6 2-10,6 13 0,8 3 0,7-6 5,3-19 1,6-5-1,3 0 8,8 8 0,5 1 0,2-4-294,5-1 1,3-3 0,2-4 295,-12-9 1,1-2 0,1-2 0,3-3 2,8-3 1,4-4 0,-1-3-1,-3-1-2,-2 0 1,-3-3 0,3-5 7,-1-4 0,3-4 1,-2-3-1,-5-4 11,-5-4 1,-6-4-1,0-4-4,8-7 1,1-5 0,-6-7-21,-11 2 1,-3-7 0,-3-1 0,-4 0 8,-4 7 0,-5-1 0,-1 0 0,-3 0 2,1-1 1,-2 0 0,-4 1 0,-5 2-3,-11-10 1,-7 3-1,-6 5 0,-3 14 1,-4 5 0,-4 1-51,-9-4 0,-4 1 0,-4 4-568,5 11 1,-3 3-1,-1 2 1,2 3-2667,-5 0 0,2 2 0,1 3 1936,4 2 0,0 1 1,8 2-1,-15 3 0,43 0 1</inkml:trace>
  <inkml:trace contextRef="#ctx0" brushRef="#br0" timeOffset="262283">19849 12183 20330,'-12'-48'1376,"0"0"0,2 7 0,1 6-794,4 5-279,3 15-264,1 9-27,7 12 27,9 12 6,15 20-26,-10-13 1,2 2-278,2 4 1,1 1 282,2 0 0,1-1 11,1 0 1,0-1-12,2-4 1,2-1 27,2-2 0,2-2-3,5-4 1,1-3-18,5-2 1,2-4 11,4-3 0,2-3-642,4-6 1,0-3 624,-18 0 0,0-1 0,-1-1 0,0-3 0,0-2 0,-1-2 25,18-8 0,-3-4-347,-5-3 1,-3-1 324,-5-2 0,-3 0 33,-6 1 0,-3 0-43,-6 5 1,-2 1 185,8-14 442,-14 18-509,-9 11 1089,-6 8-1229,-3 5 826,-4 9-787,-6 9 187,-9 13-220,-9 8 5,-11 7-8,15-22 0,-3-1-371,-6 1 0,-2-3 359,-6 0 1,-3-2-542,-6-2 0,-2-3 555,-6-3 1,0-2-1,18-4 1,-1-2 0,1-1 22,-21-2 0,2-3-26,3-3 1,3-3-11,6-4 0,2-2-271,6-3 1,3-3 281,5-2 0,2-2-3,5-2 0,2-2 0,4 1 0,3-1 11,-6-22 613,10 11-619,9 15 1116,2 12-1261,2 8 844,6 24-704,3 7-11,11 29 16,-9-24 1,0 0-3,3 3 0,0 1-6,1 0 0,2 0-264,2-2 1,2-1 266,2-3 0,4-3 0,4-3 0,3-3-9,6-4 1,3-5-514,6-2 1,3-5 537,5-6 1,1-5-6,3-3 1,1-4 1,-20 1 0,-1-2 0,0-1 2,-1-2 0,-1-1 0,0-2-431,-2-1 1,-1-1 0,-2-2 415,15-15 0,-3-1 6,-4-1 0,-2-1-215,-6 3 0,-2 1 198,-7 7 0,-3 1 342,4-12-986,-17 16-9176,-31 14 8444,6 9 0,-8 4 0,18 1 0</inkml:trace>
  <inkml:trace contextRef="#ctx0" brushRef="#br0" timeOffset="267990">15958 11278 21523,'-3'-51'1082,"0"1"1,0 5 0,0 7-472,2 18-359,0 10-246,-1 7 11,0 12 22,-2 12 11,-2 20-5,-1 20-382,3-24 0,-1 1 342,1 3 1,1 0-3,0 0 0,0 0 0,1-2-1,1-1-132,0-2 1,1-1 124,0 28 21,-1-10 40,-1-12 23,-1-12 162,-1-13 195,2-9 533,-1-10-851,0-10 244,-4-11-312,-1-9-10,2-9-18,2 0-22,8 4-22,7 10-12,10 9 23,11 10-6,9 5 0,10 10 17,4 8-314,-1 11 298,-5 7-7,-11 4-5,-14 1 0,-17 1 6,-24-2 33,-20-1-14,9-18 0,-3-3 0,-4-1 1,-1-2-26,-2-2 0,1-1-143,3-3 0,1-2-1168,-21-9 1339,19-12 0,17 5 0,10-3 0</inkml:trace>
  <inkml:trace contextRef="#ctx0" brushRef="#br0" timeOffset="268190">16476 11697 27544,'-33'1'-887,"8"-3"0,22 9 0</inkml:trace>
  <inkml:trace contextRef="#ctx0" brushRef="#br0" timeOffset="269300">16393 13553 20929,'-14'-56'1140,"1"1"1,1 6 0,-1 6-609,-6 5-240,0 14-169,-3 11-50,-7 10-28,-8 12-6,-9 11-16,-6 13-21,26-13 1,0 2-120,2 1 0,1 1 61,-12 27 5,13-1 29,19 0 10,18-2 12,19-3-3,-10-23 1,3-2 2,4-3 0,2-1-6,1-2 1,1-1-1,-2-3 0,-1-1 12,18 4 44,-20-6 58,-21-3-52,-25-3-17,-26-3-23,9 1 1,-3-1-365,-6-1 1,-2 0 336,-1 0 0,1-2-79,4 0 0,3 0-292,-23-8-1281,20 0 1663,16-2 0,13 8 0,8 0 0</inkml:trace>
  <inkml:trace contextRef="#ctx0" brushRef="#br0" timeOffset="269517">16511 13205 18868,'3'-7'5663,"-1"2"-4677,-2 5-353,0 0-577,20-24-23,-14 46-16,18-5-28,-17 17 0,-4 8-129,2 0 0,1 2-837,1 2 1,-1 1-769,0 0 1,-1-1 1744,-1 2 0,0-4 0,0 6 0,-2-11 0</inkml:trace>
  <inkml:trace contextRef="#ctx0" brushRef="#br0" timeOffset="270500">16564 13537 16756,'-2'-9'7237,"1"2"-6658,-5-23 1,0-4-434,3 17-124,-6-18 1,5 6-51,10 27 28,12 8-34,18 3-59,-1 0 1,3 0-31,19 5-31,-13-5 0,1-2-422,11 0 537,-23-4 0,-1-1 95,20-6 78,-14-8 101,-13-10 101,-12-6 91,-8-3 110,-6 1-33,-5 4 206,-4 6-424,-4 6-264,3 8-5,-4 6-11,4 11-23,-4 9 17,3 17-11,5-3 0,7-1-12,8-8 6,6-10 34,6-2-6,4-7 17,1-13 12,0-10 21,-3-12 51,-4-8-5,-9-3 16,-6 0 67,-13-3-89,-2 14-56,-4 7-17,-5 14-28,-1 13 11,-8 11-11,-7 28 0,9 6-11,4 2-62,15 6-50,10-13-124,11 10-95,6-25 1,6-4 19,2-6 0,2-2 165,1-2 1,2-4-82,6-4 0,0-6-323,24-9 555,-25 2 1,0-5 92,0-7 0,-4-3 210,12-16-85,-11-1 326,-19 5 33,-8 12-72,-1 2-225,-3 8-128,-2 6-130,0 13 349,-2 9-393,-1 19 33,-1 12 0,2-11 1,-1 1 5,1-2 1,0-1-144,0 0 1,0-1 125,1 1 1,0-2 16,-1 14-17,2 13 17,0-24 79,0-10-6,0-20 56,1-13-95,0-12-17,2-33-28,-1-12-961,0 18 0,-1-1 966,0 11 1,0 0 5,-1-12 0,0 1-112,1 9 0,-1 1 112,1-14 0,0 1-3,0 12 1,1 2 8,0 1 0,2 2-34,5-7 6,0 15-34,6 0-17,6 9 2165,2 3-2159,3 5 240,-6 14-206,-7 2 44,-2 15-28,-9 4 12,-15 19-17,-3-7 11,-13 4 0,10-23-123,0-1-1333,5-8-3922,5-3 5378,2-3 0,6-5 0,1-1 0</inkml:trace>
  <inkml:trace contextRef="#ctx0" brushRef="#br0" timeOffset="270690">17963 13395 28149,'-29'-22'-4940,"6"14"4940,22 19 0,-1 1 0,2-6 0</inkml:trace>
  <inkml:trace contextRef="#ctx0" brushRef="#br0" timeOffset="271499">17971 13328 16364,'1'-4'6856,"1"1"-5825,-2 3-253,28-72-173,-15 43-350,4-13 0,0 3 137,-9 24-151,-4 6-157,-2 5-73,-2 6 6,-5 10 39,-5 13-11,-11 17-29,6-14 1,-1 2-233,-2 2 1,-1 1 226,1 1 1,0 0-4,1-2 0,3 0-2,-6 23 11,10-11 16,13-13 51,8-14 79,15-14-40,16-17-48,-14 0 1,2-1 33,2-6 1,1-2-62,1-2 1,0-2 35,-3-1 0,-2 0-12,-1 0 1,-2 0 5,-4 4 1,-1 2-6,11-13-73,-12 17 17,-10 10-11,-4 15-6,-1 12 581,2 14-581,0 10 0,-1 8-57,0 3-978,1 4-2164,3 1 2447,-1-9 0,-2-18 1,-3-15-1</inkml:trace>
  <inkml:trace contextRef="#ctx0" brushRef="#br0" timeOffset="275257">16140 14316 21847,'37'11'368,"0"0"0,2-1 0,1-3-208,-3-6 0,3-3-1384,11-4 1,5-1 1260,-11-1 1,2-1-1,3-1-571,7-3 0,2 0 0,2-2 539,-10 2 1,2 0-1,1 0 1,0-1-217,6-1 0,1 0 1,2 0-1,-1-1 106,-8 3 1,-1 0 0,2 0 0,-1-1 0,1 1-1193,1 0 1,1-1 0,-1 1 0,0 0 0,-1 0 1296,6-2 0,-1 1 0,-2 0 0,-4 2 0,-2 0 0,-5 0 0,-4 2 0,-6 2 0,0-1 0</inkml:trace>
  <inkml:trace contextRef="#ctx0" brushRef="#br0" timeOffset="277617">18260 14587 23271,'3'13'756,"-1"4"-577,0-3-101,-2 0 90,-1-2 23,-2-3 285,-5-1-106,-3-3-12,-6-9-201,4-3 95,-4-14-112,8-5-50,2-12-40,27-13-33,10 9-201,-5 19 1,2 4 183,14-2 5,11 8-5,-11 12 0,-10 8 0,1 4 6,19 16-6,-23-4 0,-4 2 6,3 14-18,-10 18-38,-27-6-17,-9-10 0,-6-1-450,-3-3 0,-4-3 461,-11 6 0,0-3 47,13-13 1,1-2 28,-3 0 0,2-3 136,-9-2-105,11-8 331,17-16-382,30-12-11,5 1-12,28-8-22,-13 12 1,3 0-29,2 0 0,2 0-89,12-3 1,0-1-103,-7 4 1,-2 0-219,0-1 1,-1-1 136,-11 5 1,0-3-981,14-8 1,-3-3-14,-18 6 1,-3-2 163,10-9 1,-4-3 343,-15 2 1,-8-3 608,-7-3 0,-5 0 294,-11-25 319,-12 11 0,-8 1 115,3 16 0,-3 2-491,1 1 1,-4-2 0,-1 5 708,-17-4 1,-3 6-220,14 11 0,0 2 0,0 3-182,-11-2 1,0 3-6,9 6 1,-3 1 0,0 4-50,-1 5 1,-1 4 0,1 1-150,-2 2 0,0 1 1,1 4-544,-8 6 1,1 5 0,4 3 462,9 1 0,3 4 0,4 0-30,6-6 0,3-1 1,0 6-5,3 3 0,1 5 0,2 2 0,4-3-28,4-3 0,4-1 1,2 2-95,-2 15 0,2 3 0,9-4 59,15 5 0,14-7 2,-2-21 0,5-3 0,4-3 3,8-3 1,4-3 0,3-3 33,8-3 0,2-3 0,1-2 7,-11-4 0,0-1 1,1-2-1,0-2-331,2-2 1,0-1-1,0-3 1,-1 0 352,0-2 1,0-2-1,0-1 1,-2-2 13,-1-2 1,-2-1 0,0-3-1,-2-1 99,11-8 1,-3-3 0,-3-3-67,-7-1 1,-3-3 0,-4-1-7,4-7 0,-8-5 44,-12 0 0,-5-6 1,-5 3-14,-5-2 0,-5 1-43,-2 4 0,-2-3 0,-5 6-19,-11-4 1,-8 8-40,-8 7 0,-5 6-25,6 10 0,-4 4-669,-23 3 0,-1 7-4205,23 6 1,1 2 4305,-9-2 0,4 2 0,7 5 0,26-5 0</inkml:trace>
  <inkml:trace contextRef="#ctx0" brushRef="#br0" timeOffset="278300">20211 14280 20358,'8'-56'1435,"0"0"1,-1 7 0,1 6-1038,3 6-264,-2 17-84,-2 15 18,2 18 16,3 19-17,1 23-42,-8-19 1,0 3-182,-2 4 1,-1 2-288,-5 12 0,-1 0-302,3-18 0,-1 0-1322,-3 12 1,1-2 1378,4-4 1,0-9 0,2-18 0</inkml:trace>
  <inkml:trace contextRef="#ctx0" brushRef="#br0" timeOffset="278666">20527 14181 19736,'-22'-44'854,"0"0"1,1 1 0,-1 3 0,-1 2 0,-2 7-643,-9 5 1,-2 8-445,-4 3 1,-2 6 331,-15 13 1,0 6-588,17-3 0,1 4 504,1 6 0,-1 5 0,5 1-3,2 8 0,4 4-17,-6 12 0,5 4 6,6 3 0,8 4-15,11-9 1,3 3 0,3-4 5,1 3 1,6 0-3,4-7 1,4 3 0,4-7-30,9-4 1,5-4 13,12 6 1,6-4-340,-15-14 1,3-4 0,1-2 348,5-1 0,1-4 0,2-1 9,3-2 0,1-2 1,1-3 3,3-2 0,0-3 0,0-3 16,-2-2 1,0-2 0,-2-3 29,-4-4 1,-1-3 0,-4-3 37,-6 0 0,-3-4 0,-4-4 69,-5-9 1,-6-4-1,-3 1-89,-2-3 1,-8 0-17,-9 0 1,-6-2-1,-6 4-437,-14 0 0,-7 4 409,4 8 1,-4 1 0,-2 2-10,-3 4 0,-3 3 0,-2 4-36,-6 3 1,-2 3 0,2 3-138,-7 0 0,3 4 2,5 3 0,8 4-1110,11 11 1270,45 4 0,-10-4 0,18-1 0</inkml:trace>
  <inkml:trace contextRef="#ctx0" brushRef="#br0" timeOffset="279224">22234 14003 24273,'3'-47'171,"0"-1"1,-5 7 0,8 8-99,30 15 5,-4 9-50,10 2-16,16 14-46,-6 9 34,1 5-6,-4 14-10,-14 0 4,-15-7 1,-2 2 11,-1 20 39,-21 5-22,-13-24 11,-16-7 47,3-11 1,-1-1 25,-10 1 50,3-2 1,-2-2 817,-21-7-594,16-5-240,4-3 33,32-8-101,13-1-56,10 1-22,16 2 22,13 8 0,-2 4 0,17 8-5,-26 3 0,-2 2 5,22 9-48,-11 2 1,-2 3-9,1 9 12,6 7-74,-24-4-156,-34-2 95,-3-7-389,-19-7 0,-9-5-270,8-10 1,-1-2 75,-7 3 1,-1-2 750,-5-7 0,6-3 0,11 2 0,-12-4 0</inkml:trace>
  <inkml:trace contextRef="#ctx0" brushRef="#br0" timeOffset="279574">22404 13667 18554,'0'-7'5243,"0"2"-4347,0 5-336,0 0-235,-98-25-1236,61 33 0,-2 3 965,-14-6 0,-6-1 0,6 6-32,6 13 1,3 11 3,1 4 0,-1 7 1,5-1-14,12-8 0,3-1 0,1 3-13,-10 15 0,1 4 0,5-1-8,11-10 1,4 0-1,6 0-3,6-3 0,4 0 0,4-2-17,5 6 0,8-3-36,6-11 1,8-1-1,4-4-84,14 1 1,6-4 0,1-2 88,-13-5 0,0-1 0,1 0 0,3-2-345,8 1 0,3-1 0,0-2 0,-3-4 411,-9-3 0,-2-3 0,-1-2 0,0-2 21,11-4 0,-1-5 0,-3-1-264,7-3 0,-3-8 305,-12-9 0,-1-8 1,-5-2-20,-3-9 1,-5-5-426,-2 3 0,-1-4 0,-4 0 382,-10 6 1,-5 1 0,-3 0 8,-3 1 1,-4 1 0,-3 1 69,-4 3 1,-4 1 0,-3 3-73,-15-14 0,-7 6-62,-6 6 1,-5 7-301,-2 7 1,-3 5-1639,2 6 1,0 4 1985,8 5 0,3 2 0,-9 2 0,24 2 0</inkml:trace>
  <inkml:trace contextRef="#ctx0" brushRef="#br0" timeOffset="280549">24600 13771 21478,'-19'-52'1299,"0"0"1,3 5-1,4 5-889,7-1-198,9 15-161,2 14 83,7 19-22,-5 17 17,1 24-68,-10-13 1,-5 3-766,-3 7 0,-4 2 735,-5 6 0,-4-1-6,-3 1 0,-1-1-6,2-3 1,2-2-18,3-6 0,4-3 9,-1 21 23,22-18 50,19-20 0,24-19-59,-16-8 0,3-4-344,6-4 1,0-3 390,2-3 1,-1-1 19,-4-1 1,-1 0 513,-6 3 0,-3 1-427,12-11 317,-18 14-445,-15 9-23,-6 13-6,-8 11 850,-5 14-844,-7 13 5,-3 7-94,2 4-79,4-1-118,7-3-296,12-6-348,13-10-370,16-13-285,14-13-67,11-23 805,-27 1 1,0-4 711,0-7 1,-2-4 148,-3-6 0,-3-4 47,-4-6 1,-5-3 109,-3-6 0,-4-2-472,-3-4 1,-5-2 762,-4 0 1,-5 1-46,-4 0 0,-5 3-126,-7 5 0,-5 4-511,-5 4 0,-5 6 402,-5 6 0,-5 6-31,-6 7 1,-2 6-485,16 9 0,-2 4 0,0 2 372,-3 5 1,-1 3-1,0 4-32,-2 3 1,1 4-1,0 3-26,1 4 1,1 4-1,3 2-4,1 4 1,3 3 0,3 3-307,3 3 0,3 2 0,4 2 289,4 1 1,4 2 0,3 1-10,4 0 1,4 1-1,5 0 4,6-2 0,5-1 1,6-2 4,4-2 1,7-3 0,4-2-6,8-2 0,6-4 1,3-3-10,6-2 0,5-4 0,2-3-208,-11-7 1,2-3 0,1-2 0,0-1 207,3-1 1,0-2 0,0-2 0,1-3 18,-2-1 0,1-3 0,0-2 0,-1-2-42,-3-2 1,0-2 0,-1-2-1,-3-3 64,11-7 0,-3-3 0,-4-5 22,-6-3 1,-4-3-1,-5-3-9,-5-3 0,-4-2 0,-4-2-17,-5-2 0,-4-3 1,-2 0-7,-4-1 1,-2 0 0,-4 0-10,-2 2 0,-4 0 0,-2 1 11,-2 5 1,-3 1 0,-2 2 221,-11-11 0,-5 5-428,-1 10 0,-3 5-684,5 7 1,0 5 882,-15-4 0,22 13 0,14 7 0</inkml:trace>
  <inkml:trace contextRef="#ctx0" brushRef="#br0" timeOffset="281133">27014 13603 15115,'2'-4'8268,"-1"0"-6874,-1 4-1226,-65-36-62,26 27-317,-8-9 0,-3 1 279,-6 19-18,-5 1-16,1 2-6,1 0-6,6 2 0,9 1 151,7 4-73,7 4 7,5 4-12,4 5-17,5 3-16,6 5 401,5 2-390,4 0 22,2-1 0,0-4 1,0-5 27,-3-7-11,0-5 17,-1-5 100,1-4 516,1-2-555,3-9-106,3-4-44,7-9-12,6-1 16,8 2-38,4 8-17,5 6 5,2 14 1,2 9-7,-1 17-10,-3 9-279,-6 9 279,-10 5-57,-10 2-38,-17-1-1,-6-15-185,-10-18 1,-6-4-527,-23 1-45,13-9 1,-1-5-3152,7-10 1,1-4 4024,-19-9 0,23 0 0,16 3 0</inkml:trace>
  <inkml:trace contextRef="#ctx0" brushRef="#br0" timeOffset="281490">26707 13246 24576,'-59'-3'124,"-1"0"0,0 0 1,0 3-1,0 4 1,3 7-107,8 11 1,2 6 0,3 2-852,-1 2 1,1 3 0,4 2 843,4 2 0,4 2 0,3 1-9,6 0 0,5 2 0,4 0 46,6 0 0,5 0 1,5-1-44,5-1 1,5-1-1,5-1-11,5 1 1,6-1 0,3-3-319,8 2 0,3-3 0,4 0 314,-7-9 0,2 0 1,3-1-1,0-1-389,5 1 1,2-2-1,1 0 1,1-2 395,2-1 0,1 0 1,1-2-1,0-3 1,-1-1 1,0-1 0,0-3-1,-1-3 20,-5-2 0,-1-2 1,0-2-1,-3-5 30,7-5 1,-2-4 0,-5-7-99,-8-5 0,-5-6 0,-4-3 76,-4-7 0,-5-3 0,-4-4-17,-3-5 1,-4-2-1,-2-2-2,-3-2 1,-2-2-1,-4 0 0,-2 1 1,-3 1 0,-3 1-16,-3 4 1,-2 1-1,-4 4-35,-2 6 0,-4 3 1,-3 3-252,-18-7 0,-6 7-866,-4 10 1,-3 7 1159,5 5 0,2 5 0,17 4 0,3 3 0,-6 0 0</inkml:trace>
  <inkml:trace contextRef="#ctx0" brushRef="#br0" timeOffset="282566">18517 15513 16689,'1'-11'3212,"7"-26"1,0-3-2692,-4 19-183,4-18 1,-1 5-132,-7 28-134,3 11-11,2 14 33,4 19-61,-1 0 44,8 22-56,2-5-25,-5-21 1,3 1 30,9 2 0,6-2-490,0-8 1,4-2 494,16 0 1,2-4-15,-12-9 1,3-4 13,-2-3 1,4-2 0,0-1-375,-5-2 0,1-2 0,3-2 359,4-1 0,4-1 0,2-1 1,-3-1-538,9-2 0,-2-2 1,1-1 536,-10 1 0,2-2 1,-2 0-1,-5 0 2,14-6 0,-4-2 11,-17 3 1,0-2 0,-3-1-78,1-6 0,-1-4 135,11-11 1,-2-3 47,-13 12 1,-4 0 135,-1 0 0,-4 4-105,-6 3 966,-8 10-1033,-8 12 1711,-2 3-1840,-12 16 28,-10 9 0,-5 6-45,-18 13 9,22-22 0,-2-1-335,-11 9 1,-3 0 272,-7 1 0,-5 1 17,3-7 1,-4 1 0,1-3-478,3-2 0,1-1 0,-1-2 556,1 0 0,-1-1 0,1-2 2,2-4 0,0-1 0,4-2-118,-6-1 1,0-3 153,-13-5 1,1-4-26,18-2 0,3-4 11,2-7 1,6-3-12,1-15 9,16 6 0,2-2 30,2-6 12,-2-12-34,10 31-40,1 12 712,2 9-689,-1 9 2336,2 10-2358,10 25 17,6 1-6,0-16 0,4-2 398,15 10-395,7-13 0,6-3 5,-9-7 1,3-2-389,-2 0 0,2 0 1,0-1 376,11-2 0,-1-2 6,-2-1 0,-1-4-212,-1-3 0,-1-4-411,5-3 1,-1-2-1595,-7-1 1,-1-1 2213,9-4 0,-5 1 0,-6 1 0,-2 1 0</inkml:trace>
  <inkml:trace contextRef="#ctx0" brushRef="#br0" timeOffset="288008">16750 15100 21226,'-23'-51'922,"-1"-1"0,3 7 1,-1 8-593,-7 15-156,-6 12-68,-9 18-16,-10 14-54,24-3 1,1 4-372,-1 3 1,1 3 339,1 2 1,3 1-9,4-2 1,2 1 164,-5 24-162,14-11 11,19-13 50,12-13 18,17-16 22,14-19-23,-21 2 0,2-3 1,1-5 0,0-3 100,-1-2 0,-1-1-5,-4 0 0,-3 0-20,-3 1 0,-3 1 104,8-16-90,-11 14-84,-8 14-95,-6 11 33,-1 12 12,0 12 567,2 14-612,3 13-141,3 8-559,4 5-1966,3 0 2154,5-1 1,-9-26 0,0-8-1</inkml:trace>
  <inkml:trace contextRef="#ctx0" brushRef="#br0" timeOffset="288165">17111 15234 26402,'-27'-4'-2693,"0"-4"1,37 17-1</inkml:trace>
  <inkml:trace contextRef="#ctx0" brushRef="#br0" timeOffset="289965">18712 16897 23898,'11'-50'862,"1"-1"1,-2 5 0,-1 8-527,-3 13-213,-3 11-95,-1 10-51,-2 8 46,1 31 5,0 10-93,-1-7 1,0 2-673,0 1 1,0 1-771,0 2 0,2 1 1507,4 3 0,0-3 0,-1 5 0,8-8 0</inkml:trace>
  <inkml:trace contextRef="#ctx0" brushRef="#br0" timeOffset="290349">19120 16777 21024,'-25'-53'760,"1"0"1,-1 0 0,1 5 0,-1 1-1,-1 4-536,-9-6 0,-3 6-988,-1 9 1,-2 7 827,-1 8 1,-2 8-23,-3 10 0,0 9-20,-2 10 1,0 7-4,-1 11 1,3 7-516,15-9 0,1 3 1,2 2 491,1 5 0,1 1 1,3 3-3,1 1 0,2 3 1,3 1-14,3 1 0,2 1 1,3 0-1,3-1 0,2 0 1,5-1-7,4-3 1,3 0 0,4-3-65,3-3 1,3-3-1,4-2 63,5-4 0,3-2 0,3-4-12,4-2 1,2-4-1,2-3-1,5-3 0,1-3 0,2-3 18,2-2 1,2-3-1,1-3-404,1-5 0,0-3 0,0-3 438,-1-3 0,0-3 0,-3-4 5,-2-3 1,-2-5 0,-4-2-117,-4-4 1,-3-3 0,-4-4 153,-4-2 1,-4-3-1,-4-2-10,-3-1 1,-5-3 0,-3 0-17,-3-2 0,-5 0 0,-2 1-10,-4 1 1,-3 1-1,-3 2 6,-4 5 0,-2 0 1,-4 4 215,-16-12 0,-5 7-234,-4 11 1,-5 6-63,-1 8 1,-1 6-373,2 4 0,0 5-3010,5 5 0,2 2 3436,9 1 0,4 0 0,-6 5 0,19-4 0</inkml:trace>
  <inkml:trace contextRef="#ctx0" brushRef="#br0" timeOffset="292509">20568 16604 14729,'0'-9'4043,"0"2"-2787,0 7 1001,0 0-2111,-17 11-107,12-6 106,-15 12 79,16-9 303,-3 3-40,1-3 0,-1-3-89,2-3-241,1-2 27,0-6-4,-1-13-130,2 0 141,1-27-79,8 13-62,0-4 12,9 9-6,11 13-39,8 4-28,18 12 5,3 17 12,-9 4-18,-18-2 1,-3 5-6,-7 5 1,-4 3-1,0 1 0,-5 2-256,-7 7 1,-8 0 252,-8-6 1,-5-3-1,0-5 1,-2-3 13,-9 3 0,-2-3 23,-17 5-87,17-15 1,0-3 125,-12-2-34,9-16-33,21-11 0,12-1-39,17-6 450,37-1-493,-19 11 1,3 0-37,14-3 0,3 0-506,-2 2 0,-2 1 554,-8 2 0,0-1-152,6-2 1,0-2-687,-3-2 1,-2-2 442,1-1 0,-2-2-304,0-4 0,-5-3 273,-14 2 0,-5 0 166,2-18 16,-21-15 302,-14 28 1,-6 1 86,-3-1 1,-5 1 117,-13-4 0,-6 5 73,-2 7 0,-1 5-68,8 4 1,-2 2 213,-2 3 0,-5 3 1,2 1-7,-4 2 0,-1 3-372,3 2 0,-4 2 0,3 2 150,9 3 1,1 3-1,2 3-82,-1 3 1,2 4 0,0 2-59,1 4 1,2 3 0,1 1-26,-6 8 0,3 4-6,11-5 0,2 3 0,4 3-45,7 3 0,5 2 0,3 0 13,2 0 0,4 1 1,5 0-16,6 6 0,6 1 0,8-6-11,8-9 0,7-5 0,1-3 24,-5-6 0,0-3 1,6-2-49,8-1 0,8-3 0,2-2 1,-4-3 45,3-2 0,-3-4 1,4-2-326,1 0 0,4 0 0,1-3 1,-4-4 373,5-4-1,-3-5 1,-2-4 41,-4-3 0,-2-3 0,-3-4 32,-6-2 0,-3-3 0,-3-2-3,-5-3 1,-3-2 0,-4-2-28,-3-2 0,-3-1 0,-3-2-319,-2-1 1,-4-1 0,-2-1 278,-1 0 1,-2-1 0,-3 1-6,-3 2 0,-2 0 0,-4 1 6,-5-16 1,-9 4-9,-7 8 1,-8 6-35,-7 9 1,-5 7-122,-3 6 0,-3 7-693,0 3 0,0 5 837,1 6 0,4 1 0,-6 0 0,13 5 0</inkml:trace>
  <inkml:trace contextRef="#ctx0" brushRef="#br0" timeOffset="293166">22549 16534 24312,'-12'-55'321,"0"1"0,3 5 0,6 8-281,19 13-57,16 10 6,16 9 16,11 10-271,-27 5 1,-1 3 239,0 3 1,-3 3-59,19 25 128,-15 6-94,-15 2 38,-13-2 46,-16-5 5,-10-6 6,-12-7 50,-2-9 404,2-7-336,7-7 5,9-5-61,10-5-57,8-4-28,12-1 1,13 1-6,11 4-40,6 4 34,1 9-22,1 6-6,2 10 29,-1 5-18,-5 3 17,-14 2-61,-16 0-113,-28-1-77,-21-4 71,9-15 1,-2-3-157,-5-3 0,0-1-538,-1-2 1,0-4-723,3-3 0,1-4 1585,-21-18 0,26 8 0,12-4 0</inkml:trace>
  <inkml:trace contextRef="#ctx0" brushRef="#br0" timeOffset="293491">22922 16094 24290,'-49'14'121,"0"0"0,0 0 0,0 4 0,1 1 0,4 5-90,8 5 1,4 4 0,1 3-1000,0 1 0,1 2 1,2 1 972,3 2 1,2 1 0,3 0-21,4-1 0,4 0 0,4 0-152,6 18 0,10-2 127,12-3 1,10-5 7,-2-17 0,4-3 1,4-2-255,5 0 1,3-3 0,2-1 257,4-2 0,2-1 0,0-3 30,2-3 0,1-2 0,-1-2 9,0-4 0,0-2 0,-2-5 24,-1-4 1,-1-4 0,-3-4-291,-3-3 1,-2-3-1,-3-5 301,-3-3 1,-3-4 0,-4-2-14,-4-3 1,-3-2 0,-3-1-19,-4-3 0,-3-1 0,-4-1-6,-3 0 0,-4 0 1,-3-1-3,-3 2 1,-4 0-1,-2 1-18,-10-17 0,-6 5 171,-3 6 0,-3 4-720,1 8 0,-1 4 256,3 6 0,3 4 0,-4 0 0,12 8 0</inkml:trace>
  <inkml:trace contextRef="#ctx0" brushRef="#br0" timeOffset="294399">24627 16158 24542,'10'-44'717,"0"0"0,2 3 0,-7 14-644,-7 25-12,-5 20 12,-6 21-11,-7 20-40,8-24 0,0 3 6,-1 10 0,1 0-477,5-9 1,0 0 448,1-3 0,3-1-12,11 17 200,8-25-227,16-4 83,21-22-21,-12-9 7,-9-5 1,-1-4 115,9-16 106,2-9 78,-13 6-66,-13 12-152,-10 11 559,-4 9-666,-9 29 7,0 6-1,-7 28-11,8-21 0,2 1-42,0-2 0,3-1-239,0 0 0,3 0 135,4 0 1,3-2-342,20 21 145,-8-23 1,4-1-200,10-3 1,4-5 287,-5-8 1,0-5 173,0-2 1,-1-7 11,-1-10 0,-3-8 67,14-29 25,-18 12 0,-3-6 6,-8 1 1,-4-4 0,-1 0-988,-2 1 0,-2 0 0,-1-1 969,-1 0 0,-1 0 0,-3 0 17,-1-3 0,-3 0 0,-2 3-453,-7-10 0,-4 1 488,2 11 0,-2-1 1,-6 3 66,-9-1 1,-7 4 0,-1 4-27,3 8 1,-2 4-1,-1 2-52,0 0 0,-2 3 1,0 5 12,-1 8 0,-2 5 0,2 4-17,-14 8 1,1 6-31,10-1 1,-1 3 0,0 5-13,6 2 0,1 5 1,1 1-1,3-1-5,0-1 1,4-1 0,0 5-3,-1 11 1,-2 8-1,3 0 1,7-7-2,3 0 0,6-1-13,2-5 1,0 5-1,2 0 1,5-4-42,9 12 1,11-2 8,8-6 0,9 2 1,5-5 32,2-7 1,5-6 0,4-2-398,0-6 1,5-2 0,1-3 0,-2-3 406,2-3 0,-2-3 0,3-4 2,-3-2 0,2-3 0,1-1 0,-3-3-131,5-3 1,-2-4-1,3-4 142,-1-2 0,3-5 1,0-1-1,-5-1-6,-3 2 1,-4-1 0,-1-7 19,-2-8 0,2-8 0,-5-1 1,-7 4-18,-6-1 1,-6-2-2,2-11 0,0-7 1,-6 4 3,-8 0 0,-7 1-4,-6 6 1,-5-1 0,0 3-20,0 0 1,-7 5-111,-10 8 1,-7 3 0,3 6-343,-14 1-106,3 9 0,1 3 570,6 8 0,8 2 0,14 3 0</inkml:trace>
  <inkml:trace contextRef="#ctx0" brushRef="#br0" timeOffset="294998">27328 16064 24441,'-36'-48'212,"0"1"1,1 2 0,3 11-162,2 21-40,-9 6 0,-3 15-33,-7 6 27,-3 8-5,2 3 6,5 2 50,6 1 22,6 2-22,10-6 119,0 5 205,-1 1-122,-2 1-62,-5 2-28,5-11-95,8-6 128,1-3 35,11-8 150,1 0 40,4-5-152,2-1-207,0-1 23,4-8-57,2 0 1,8-7 0,4 5-18,9 3 1,4 4-11,-5 4-29,20 12 12,-10 5 8,-9-2 1,0 4-230,19 22 221,-25-16 0,-1 2-6,7 17 5,-16-10 1,-6 1-50,-19 11 24,0-14 1,-7-1-214,-9-8 1,-5-5 221,-7-1 0,-1-4-34,-4-3 1,-1-4-93,2-2 0,1-3-230,4-5 1,3-3-1718,-17-17 2101,25-19 0,15 19 0,13-1 0</inkml:trace>
  <inkml:trace contextRef="#ctx0" brushRef="#br0" timeOffset="295315">27025 15531 25556,'-51'-6'256,"1"-1"1,0 1-1,-3 3 1,0 4-1,3 7-196,3 9 0,3 6 0,-1 3-1402,-6 5 0,0 4 0,1 2 1346,12-6 0,-1 2 0,2 1 0,1 2-10,2 2 1,1 1-1,2 1 1,3 1-1,-4 14 1,4 2-1,7 1-17,6-3 1,5 2 0,8-2-201,7-2 0,7 0 0,6-2 187,7-2 1,5-2 0,4-2-16,8-1 1,5-2-1,0-5 36,-8-5 0,1-4 1,6-2 2,4-3 1,7-1 0,1-4 0,-3-3 11,-1-4 0,-2-5 0,4-1-152,0-1 1,4-1 0,1-3 0,-4-4 167,4-7 1,-3-6 0,-2-5 3,-3-3 1,-2-6 0,-3-3-287,-3-5 1,-2-4 0,-3-3 255,-11 9 0,-2-2 1,-2-2-1,-2-1-38,0-2 1,-3-1-1,-1-1 1,-3 0-7,-1 0 1,-1-1 0,-3 0 0,-4 1-201,-2-13 0,-5 2 0,-6 1-1529,-7 7 0,-5 1 0,-5 5 1783,-14-9 0,-4 9 0,9 15 0,2 7 0,-12 1 0</inkml:trace>
  <inkml:trace contextRef="#ctx0" brushRef="#br0" timeOffset="318383">4427 4909 18123,'-4'0'3786,"1"0"-2788,3 0-937,77-64-1834,-24 44 1748,-17-2 1,5-4 0,-2 7-97,-4 14 1,-2 5-365,28 3-534,-10 7 168,-11 8-152,-16 6 494,-17 5 441,-26 4 404,-19 3-28,10-18 1,-2 0 242,-4 0 0,0 0-198,-1-1 0,1 0-79,3-1 1,2 0 363,-15 9-515,21-5 23,24-9-17,25-6-101,24-10-37,-17-1 1,3-2-289,4-3 0,1-3 308,0-1 0,0-2 14,-2 0 0,-3-2 162,-4-1 0,-3-1 32,10-25 112,-22-5 106,-25-1 167,-22 4-246,5 27 1,-3 2-26,-5 2 1,-1 3-43,0 3 1,0 1 172,-25-3-172,17 5-231,20 5-55,19 7-1,10 3 586,23 15-614,11 5 1,-13-7 0,3 1-208,1 2 1,-1 2 97,-2 1 1,-2 2-90,-4 0 0,-4 2-242,-5 1 1,-5 2-176,-6 1 0,-6 0-906,-5 0 1,-5-1 1543,-6 3 0,-2-4 0,-4 4 0,1-7 0</inkml:trace>
  <inkml:trace contextRef="#ctx0" brushRef="#br0" timeOffset="318600">5475 4686 22979,'0'-4'3232,"0"1"-2834,0 3-404,-14 29-39,9-6-64,-3 8 0,0 4-938,7 25 41,2-22 1,1 1-2827,3-1 0,2-1 3832,9 21 0,-4-24 0,-3-17 0</inkml:trace>
  <inkml:trace contextRef="#ctx0" brushRef="#br0" timeOffset="318950">5942 4387 23719,'-45'-19'177,"-1"-1"0,3 5 1,7 11-167,15 24-11,-1 18-11,13 9-1,3-7-21,24 19 44,8-32 28,8 1 68,8-16 61,-9-12 61,5-9 326,-2-17-163,-17-9-235,-4-1 95,-17-7 17,-14 2-146,-4 3-78,-10 2-90,3 20-11,6 9-263,-1 6-258,8 12-1367,-1 12 1944,8 20 0,3-17 0,5 2 0</inkml:trace>
  <inkml:trace contextRef="#ctx0" brushRef="#br0" timeOffset="319183">6071 4770 25119,'-45'-4'498,"-1"1"1,6 0-1,11-1-492,24 0-236,33-4 46,-4 3-357,22 0 0,8-1-218,-12 3 1,2 0-945,-2 1 0,3 0 0,-2 0-3213,10 1 1,-4 1 3397,-13 0 0,-5 1 1,8 0-1,-30 0 1</inkml:trace>
  <inkml:trace contextRef="#ctx0" brushRef="#br0" timeOffset="319323">6257 4898 22347,'-43'12'987,"1"0"0,4-2 1,10-3-938,22-5-89,23-8-918,44-11-225,-22 5 0,4 0 733,-1 0 1,3 0 0,-5 0 0,-5 3 0,-4 1 0,30-9 0</inkml:trace>
  <inkml:trace contextRef="#ctx0" brushRef="#br0" timeOffset="319591">7105 4637 25416,'-51'2'354,"1"-1"1,-3 5 0,10 5-321,24 10-12,-3 14 0,27-2-44,13 0 22,4-8-17,31 6 12,-9-14-120,-13-7 0,2-1 181,18-2 23,-5-13-34,-11-4-3135,10-30 3135,-24 14-61,-2-9 0,-4-1-180,-13-8-1491,-24-14 1687,-17 29 0,4 15 0,9 10 0</inkml:trace>
  <inkml:trace contextRef="#ctx0" brushRef="#br0" timeOffset="336392">5079 15513 20324,'0'-4'4907,"0"1"-3736,0 3-1289,1-28 23,-1 30 50,3 23-22,-2 8-118,1 5 0,1 0-1025,3-3-2481,7 6 3691,1-10 0,-3-15 0,-4-8 0</inkml:trace>
  <inkml:trace contextRef="#ctx0" brushRef="#br0" timeOffset="336715">5318 15197 23198,'-44'-7'229,"0"0"1,4 1 0,7 7-230,9 28 0,11-9 0,7 21 5,10-23 40,11 14 56,8-16 16,11-1 259,8-11 10,-8-11-179,-6-5 214,-14-14 105,-12-8-207,-7-3-184,-4 2 139,-13 3-218,10 19-22,-9-5-197,12 14-419,-4 5-707,5 13-6586,1 14 7875,6 4 0,0-8 0,4-11 0</inkml:trace>
  <inkml:trace contextRef="#ctx0" brushRef="#br0" timeOffset="336932">5617 15446 25046,'43'-13'-1740,"-1"0"1,1 0 0,15-3 0,-5 6 1739,6 14 0,-26 2 0,-19-2 0</inkml:trace>
  <inkml:trace contextRef="#ctx0" brushRef="#br0" timeOffset="337242">5784 15554 23595,'-48'14'638,"-1"0"1,6-2 0,11-2-611,24-8-219,10-1-78,18-4-419,27-4-29,-10 0 0,4-1-1860,9-3 1,0 0 1562,-8 1 0,1-2-3902,12-8 1,-3-3 3740,-21 7 1,-2-2 1174,11-8 0,-4-2 8323,2-17-1411,-17 3-4907,-11 12 465,-13 2-1030,-3 8-119,-4 0 1251,3 8-2572,1 6 32,5 7-32,0 2 0,3 20 0,7 12-32,-2-4 1,2 3-727,3 8 1,1 3-475,3 9 0,-1 2 722,-1-2 0,-1-3 0,-3-14 1,-2-4-1,2 8 0</inkml:trace>
  <inkml:trace contextRef="#ctx0" brushRef="#br0" timeOffset="347276">19350 7221 23119,'47'-10'-168,"-4"6"0,3 2-239,-4 3 1,2 1 124,1 2 0,2 1 0,-7 1-1639,10 10 1568,6 4 124,-48 4-197,-35 0 485,-10-3 0,-7-1 137,-3-1 0,-4 0-740,8-4 1,-3 0 0,3-1 722,-2 0 1,1-1 147,-4 2 1,2 0 328,-13 9-583,14-3 926,34-3-865,45-13-120,0-6 0,3-2-275,-2 0 0,2-1 247,17-5 0,2-2 42,0-4 0,-2 0 95,-3-1 0,-3-2 104,1-3 0,-9-4 2380,-7-20-2299,-18 7 419,-23-15 394,-17-1-494,-7 3-134,-7 4-135,12 23-240,10 11-1,7 7 484,8 7-601,2 9 383,9 12-383,10 15 17,2-1-1786,-1-1 0,0 0 1629,0 4-728,-1 7 1,-4 3-4399,-12 9 5266,-3-19 0,-2-2 0,-5 0 0,-3-16 0</inkml:trace>
  <inkml:trace contextRef="#ctx0" brushRef="#br0" timeOffset="349367">20336 7446 16583,'0'-8'5001,"0"2"-3645,-7-56-667,4 43-571,-4-43-146,6 61 89,2 13 18,3 11-35,0 15-21,3 10-191,1 5-924,1 1 1092,4 4 0,-6-28 0,1-3 0</inkml:trace>
  <inkml:trace contextRef="#ctx0" brushRef="#br0" timeOffset="349716">20511 7020 24290,'-23'23'84,"10"-1"-56,33 9 22,3-7 73,0-8 208,-7-7 61,-3-11-89,-6-10 27,-2-10 29,-3-8-74,-8-3-117,-7 2-73,-6 5-44,-3 7-107,1 9-95,1 9-163,0 15-868,3 14-4581,5 17 5763,8 1 0,3-16 0,3-12 0</inkml:trace>
  <inkml:trace contextRef="#ctx0" brushRef="#br0" timeOffset="349907">20779 7327 23108,'-5'-2'2963,"1"0"-3254,4 2-695,47-47-1125,7 39-2773,-6-13 1,1 4 4883,-10 20 0,-3 6 0,8 0 0,-22-2 0</inkml:trace>
  <inkml:trace contextRef="#ctx0" brushRef="#br0" timeOffset="350057">20852 7504 21657,'-5'0'3725,"1"1"-2985,4-1-1794,38-11-3862,0 7 1,1-1 4190,-4-2 1,-1 1 0,4 2 0,-6 1 0,-19 2 0</inkml:trace>
  <inkml:trace contextRef="#ctx0" brushRef="#br0" timeOffset="350424">21608 7408 21595,'-3'-1'2560,"1"1"-2156,2 0 44,48-71-219,-18 47-170,3-16 0,2 5 9,-1 28-68,-9 6 5,0 10 1,-4 21-6,-6-2 33,-9 7 1,-8 3 28,-19 16-277,10-21 0,-4 1 215,-8-2 0,-4-2 16,5-6 1,-1-2-3,-5 4 0,1 0-14,-20 15 84,23-19 56,15-7 118,36-14-208,10-6 1,6-2-60,-9 3 1,1-1-23,14-4 0,5-2 31,-2 1 0,3 0 0,-9 2 0,11-3 0,3 0 0,-1 0 0</inkml:trace>
  <inkml:trace contextRef="#ctx0" brushRef="#br0" timeOffset="359116">19442 13084 26558,'13'20'-173,"-2"8"-903,-6 28-4278,0 1 3938,1-10 1,-2-17 0,-1-16 0</inkml:trace>
  <inkml:trace contextRef="#ctx0" brushRef="#br0" timeOffset="359457">19750 12882 24869,'-50'-39'231,"1"1"1,4 4-1,4 15-191,4 38 323,7 14-363,11 8-34,12 5 34,19 4 0,15-4 111,16-8-106,7-13 34,-1-12 68,-9-15 111,-11-12-22,-12-13 135,-11-11-236,-14-4 17,-9 1-33,-9 5-51,-2 7-28,4 9-185,7 8-470,7 7-1373,6 6 2028,11 5 0,-4-3 0,6 2 0</inkml:trace>
  <inkml:trace contextRef="#ctx0" brushRef="#br0" timeOffset="359657">20087 13055 25303,'-6'-2'2011,"0"1"-1955,6 1-246,0 0-331,66-56-627,-36 49 1,2 2-297,6-11 1,4-4 0,-2 7 991,2 15 0,-4 5 1,10 2-1,-25-4 1</inkml:trace>
  <inkml:trace contextRef="#ctx0" brushRef="#br0" timeOffset="359807">20221 13188 21803,'-7'0'4711,"1"1"-4252,6-1-588,0 0-806,51-19-1065,-20 13 0,2 0 1210,15-8 0,-1 1 0,12 5 0,-28 2 0</inkml:trace>
  <inkml:trace contextRef="#ctx0" brushRef="#br0" timeOffset="360241">20959 12938 27393,'-1'-42'29,"1"1"1,1 2 0,8 9-35,35 16-1,4 5-11,2 5-33,-3 6 16,-6 8-5,-6 9 11,-8 11-11,-12 10 11,-11 9 56,-16 1 11,-9-3 0,-10-8 6,-1-9 22,1-8 6,6-8 6,10-6 44,8-5-6,7-2-44,6-4-28,7 0-28,7 0-28,6 0-6,3 5 22,3 3 23,4 6-28,2 5-11,2 5 28,-4 2-39,-9 4-96,-18 1-436,-34 4-1169,-6-14 1,-6-1 1156,-4 0 1,-1-2 0,8-3-1,4-3 1,-12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2:05:15.80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5648 2925 18520,'-1'-3'2549,"0"0"-1765,1 3-346,-71-20-287,41 16-45,-24-2 1,-2 4-495,11 17 402,12-2 0,-1 0-3,5 1 0,0 0 11,-2 1 1,-1 0-6,-2 0 0,1-1-1,0 0 1,1-2 118,-25 6 202,13-8-23,12-7 33,11-3-44,8-1-96,3-1-106,2 4 273,-1 7-290,-3 11 23,-2 17 5,-2 18-643,8-20 1,0 3 586,-1 6 0,1 2-11,2-3 0,-1 1 0,1-2-34,0 3 0,1 0 3,-2 18 0,4-3-267,7-27 0,2-1 247,3 5 1,5-3-155,6-6 1,5-4-51,4-5 0,5-5-835,5-3 1,3-4 1044,9-5 0,-3-3 0,9 1 0,-5-5 0</inkml:trace>
  <inkml:trace contextRef="#ctx0" brushRef="#br0" timeOffset="791">6961 3021 20565,'0'-4'1905,"0"1"-253,0 3-1619,-44-17-10,18 19-9,-6-6 0,-2 2 36,-16 24-5,-1 0-23,2-2 6,9-5 68,-9 0-35,14-5 1,-11 4-34,27-6 5,7 1-21,8-3 16,2 7 16,0 3 35,3 15-29,3 2 12,2 11-34,0-14 5,0 11 29,-3-6 140,-2 20-39,-8-10-1,-4 4-67,-3-20 135,-4-1 95,4-13 39,-3-1-34,3-8 6,1-11-263,5 0 16,2-14-77,6-3-35,15-16 23,-2 10-11,28-13-6,-9 24 6,6-1 11,2 13-39,9 16 28,-7-3 25,-6 8 0,-1 3-31,2 10 0,5 7-17,-22 7 12,-20-3 5,-6 1-84,-19-4 1,-6-2 10,-4-2-101,-5-1 1,-3-2-689,-8-8-1882,-9-2 1913,15-10 0,20-7 0,14-3 0</inkml:trace>
  <inkml:trace contextRef="#ctx0" brushRef="#br0" timeOffset="1150">7515 3796 21948,'8'-45'1264,"0"-1"0,1-7 1,-1 5-660,-1 9-297,0-7-252,-5 29-280,-1 11 89,-4 38-520,0 6-424,1-2 1,0 3-3838,2-4 1,0-1 3605,2 16 0,0-18 1,0-24-1</inkml:trace>
  <inkml:trace contextRef="#ctx0" brushRef="#br0" timeOffset="1558">8092 3271 24262,'0'-53'603,"0"1"0,-1 2 0,0 12-597,0 29-73,-1 6 55,5 19 12,4 17 0,5 18-6,-5-20 1,1 2-246,0 2 0,-1 0 242,1-1 1,-1 0 2,6 24 17,0-15 17,-2-18 79,-1-14 38,2-17-38,1-14 27,7-17 40,3-10 401,-3 6-317,11-14-208,-12 25-5,6-6-28,-11 23-17,-3 12 33,-1 16-33,2 15-5,-1 19-4,-6-18 1,-1 1-309,0 5 1,0 1-20,1 2 0,1 2-740,1 0 1,1-1-3841,2-1 1,1-2 4785,7 15 0,-5-21 0,-9-24 1</inkml:trace>
  <inkml:trace contextRef="#ctx0" brushRef="#br0" timeOffset="1741">9092 3573 26911,'-39'-11'-761,"8"17"-1558,36 54 2319,3-26 0,1-1 0,1 5 0,6-5 0</inkml:trace>
  <inkml:trace contextRef="#ctx0" brushRef="#br0" timeOffset="2234">9535 3288 21982,'-5'-9'1145,"-11"-26"1,1-6-608,7 2-429,-6-6 0,4-1-59,22 6-55,13 8-12,15 8 11,11 10 1,4 7-340,2 11 322,-1 9-10,-2 14-1,-6 13 23,-26-14 0,-3 2 2,-4 4 1,-3 2-4,-3 3 1,-5 0 14,-4 0 0,-4-1 16,-3-2 1,-2-2 187,-16 18 68,-6-14 207,-1-15 67,1-10-124,4-13-139,7-9 149,7-11-362,6-5-51,13-1-22,9 1 0,14 5 17,12 8-34,10 7-5,7 13 22,-26 0 0,-1 3-189,1 4 0,0 3 181,-1 2 0,-2 2-1,-3 1 1,-2 2-20,12 24-34,-15-1 62,-17-3 12,-18-2-164,-16-6-559,-17-8-1457,-11-11 2168,25-14 0,2-2 0,-5-1 0,7-5 0</inkml:trace>
  <inkml:trace contextRef="#ctx0" brushRef="#br0" timeOffset="2424">10782 3520 24508,'3'45'-366,"-1"1"0,1-4 1,2-6 365,12-5 0,-8-14 0,1-3 0</inkml:trace>
  <inkml:trace contextRef="#ctx0" brushRef="#br0" timeOffset="2958">11417 3200 26004,'2'33'50,"-1"-4"68,3-5-45,-3-10 168,-3-2 134,-4-10-34,-6-1 12,-10-13-174,1-3-106,1-8 34,6-8-57,8-1-39,4-8-22,12 1-28,23 1 33,-4 16-16,27 1 5,-8 18-295,-15 4 1,3 3 311,2 4 0,0 3-48,8 11 1,-3 4-4,-10-1 1,-3 2 33,-2 0 0,-6 2-22,-9 33 22,-31-5 8,-1-17 1,-4 0 8,-10 2 0,-5 0 18,4-10 1,-3-1 0,2-3-5,-3 2 0,0-3 25,-10 2 1,2-7 83,2-13 11,-1-8-33,19-10-67,15-7-45,11-5-40,15 0-55,18 2-146,21 5-306,-7 10 1,3 3-1357,-2 3 1,1 1 736,0 1 1,0 1 1176,-4 2 0,-7 0 0,-6-1 0,0-1 0</inkml:trace>
  <inkml:trace contextRef="#ctx0" brushRef="#br0" timeOffset="3151">12471 3633 28317,'-29'-15'-56,"10"22"-67,29 35-381,6 18-1454,-3-20 1,1 1 1106,-3-10 1,-1-2 0,10 23-1,-12-34 1</inkml:trace>
  <inkml:trace contextRef="#ctx0" brushRef="#br0" timeOffset="3358">12962 3281 25180,'1'-39'1182,"-1"-1"0,1-22-1244,-1 64 51,0 17 34,0 6-12,0 13 0,0 6-22,0-6 0,0 3-1983,2 22 0,0 0 1538,0-17 0,0-1 456,3 19 0,0-5 0,-1-16 0,3 19 0</inkml:trace>
  <inkml:trace contextRef="#ctx0" brushRef="#br0" timeOffset="3950">13670 3103 20968,'41'-47'463,"0"-1"0,-9 6 1,2 9-279,3 20 0,0 8-788,24-1 687,-16 2 0,1 1-23,-7 4 1,-2 0 16,-2 2 1,-1 1 249,27 7-294,-12 7 39,-8 5 16,-11 5 177,-9 7-149,-8 5 23,-6 8 73,-3 5-6,-3 3-346,1 3 228,-2 3-53,0-30 1,1 0 5,-1 2 0,1 1-14,-1 0 0,1 1-20,-1 0 1,1-1-51,0-1 0,-2 0-123,0-2 0,-3 0-687,-13 27-196,1-31 1,-4-3-1596,-20 13 2643,11-19 0,1-5 0,3-2 0,-1-2 0</inkml:trace>
  <inkml:trace contextRef="#ctx0" brushRef="#br0" timeOffset="9333">6337 4362 13861,'-4'0'1358,"0"0"-727,4 0-706,57-17-100,-4 4-154,-2-1 1,4 1 172,-6 3 1,-3 1-574,-11 4 0,-2 0 354,20-3-274,-39 10 509,-32 7 252,-25 7 185,-5-1 0,-5 1 44,1-1 1,-1 1-393,9-3 1,-3 1 0,5-2 307,-3 2 1,3-1 265,-5 2 1,3 1 1173,-12 5-1383,3-1-426,26-8 213,31-10-62,12-6-61,37-12-51,-21 5 0,3 0 488,12-4 1,3 0-476,-8 2 1,2 0-1,-2 0-1055,11-2 1,-3 1 1116,-2 0 1,-5 2 104,9-3-1,-33 10-100,-14 0 111,-47 12 40,-18 6-244,24-4 1,-2 0 232,-8 4 0,0 2-25,5-3 0,0 1 377,-8 2 1,-2 2 223,3-2 1,3 0 1781,-11 3-2257,24-7-124,37-14 67,30-11-117,24-10-673,-3 4 1,6-1-194,-5 2 1,2 1 792,-9 4 0,2 1 0,-7 1 0,-9 2 0,-4 3 0,23-4 0</inkml:trace>
  <inkml:trace contextRef="#ctx0" brushRef="#br0" timeOffset="21225">8326 4276 15143,'-49'1'944,"0"0"0,0 0 1,3 0-1,0 1 0,6 1-678,3 3 0,5 1-148,-19 4 21,22-4-178,24-3 214,21-3-108,22-3-22,23-4-587,-22 2 1,0 0 532,-6-1 1,0 1-221,14-1 1,-2 0 217,8 1 5,-19 1 1,-3 1 78,-3 1 78,-15 1-84,-13 0 1057,-24 6-1057,-8 2-5,-26 8-37,26-8 0,-1 1 306,-3 0 1,-1 0-302,-1 1 1,0-1-6,2 0 1,2 0-26,-21 5-118,22-5 56,20-4 118,25-4-16,23-6-35,24-7-14,-20 3 1,0-1-285,3-1 0,1 0 301,-2 0 1,0-1 2,-6 1 0,-1 0 62,17-6 207,-21 5-111,-16 6-394,-24 3-503,-19 10-2952,-25 7 3680,-5 4 0,18-3 0,17-6 0</inkml:trace>
  <inkml:trace contextRef="#ctx0" brushRef="#br0" timeOffset="27191">10103 4054 10231,'-47'16'2205,"-1"0"0,5-1 0,4-2-805,4-1-834,10-4-656,11-3-56,9-3 314,14-1-10,12-5-119,20-4-56,18-5-348,-23 4 0,1 0 351,2 0 0,0 1-3,-3 0 0,-1 1-145,20-3-29,-22 5 135,-28 7 51,-29 9 16,-27 8-6,16-5 1,-4 1-226,-5 2 0,-2 0 262,-2 2 0,0 0-78,0 1 0,1-1 120,4-2 0,2-1 5,6-2 1,2-2 56,-13 5-124,22-8 331,17-6-146,47-18-111,8-4-68,-6 1 0,4 0 55,-3 1 1,-1 0-81,1 0 0,-1 1-40,-4 2 1,-2 1-1018,20-5 1054,-23 9 0,-17 6 0,-12 3 0</inkml:trace>
  <inkml:trace contextRef="#ctx0" brushRef="#br0" timeOffset="31301">11506 4296 12802,'-43'2'859,"0"0"1,0 0 0,-9 0 0,3 1-211,8 4 1,3 0 95,-11 3-644,4 0-219,22-4 264,26-3 89,20-2-67,21-2-126,-12-2 1,2-1-483,7-2 1,2 0 450,4-2 0,1-1 0,2 1 1,-1-1-250,-3 1 0,-2 0 246,-5 2 1,-2 0 19,15-3 146,-20 5 44,-22 1-95,-21 7 863,-20 5-829,-20 7-57,17-5 1,-2 1-95,-4 0 0,-2 1 187,-2 1 0,0-1-6,-1 1 1,2-2-195,3 0 0,2-1 231,-22 7-140,21-6-118,20-6 34,15-4 146,23-2 707,-1-3-780,27-4-23,-4-4-10,14-3-12,1-2 6,4-2-29,-22 7 360,3-1-439,-25 7-268,-1 1-1119,-8 2 1461,-4 5 0,-3-2 0,0 1 0</inkml:trace>
  <inkml:trace contextRef="#ctx0" brushRef="#br0" timeOffset="32350">13098 4438 9787,'-45'8'1193,"-1"-1"0,1 1 0,-1 0 0,0 0 0,8-3 308,-9 0-90,-1-2-1383,26-4 68,25-7-62,29-7-23,6-1-17,5 0 1,4 1-1,-11 4 0,2 2-348,16-6 1,2 1 358,-13 5 1,-2 0-12,-5 2 1,-2 1 167,14-1-95,-23 3 28,-28 10-67,-27 7-5,-27 11-1019,19-9 0,-1 1 1010,5-3 0,1-1 22,-8 3 1,1 1 290,9-4 0,1 1-171,-23 7 29,15-3-11,27-12 341,8-4-381,21-7 1986,4-4-3005,19-8 885,5-1 0,-21 8 0,-1 1 0</inkml:trace>
  <inkml:trace contextRef="#ctx0" brushRef="#br0" timeOffset="38684">8201 5191 19199,'-3'-48'640,"0"1"0,0 4 0,2 11-656,4 24 83,8 22-39,-3 1 17,11 31-6,-5 5-698,-5-15 1,0 1 683,-1 2 1,-1 2-1732,0 6 1,-1-1 1716,0 14 452,-3-25 1,-1-3-391,-2-5 313,0-1 819,0-14 462,0-11-1208,-5-26 2995,2 4-3309,-4-37-38,2 4-276,3 18 0,0-1 233,1 0 0,-1 1 60,2 0 0,-1 2-46,1-7 34,0 6-95,0 27-79,0 2 6,0 15 62,-1 27-12,1-3-14,0 0 1,0 3-65,2 18-121,-1-19 0,1 0 51,0-2 0,0 0-596,2 25-536,-2-9-3234,-1-11 4520,-1-13 0,0-11 0,0-10 0</inkml:trace>
  <inkml:trace contextRef="#ctx0" brushRef="#br0" timeOffset="39017">8214 5133 18201,'-42'-1'654,"0"-1"0,-1 0 0,-6-4 0,6 7-486,13 12 0,5 6 235,-10 20-268,6-6 58,11-5 1,2 0-105,4-7 152,-6 13 123,14-24 323,0-2-200,4-11-188,0-19-137,5-10-16,6-18-85,4 11 51,13-10 6,7 11-76,-11 16 0,3 0-14,9 2 0,1 2-331,-3 6 1,-1 1 302,0 2 0,-1 3-22,31 9-439,-6 11-2297,-11 3 0,0 4 2758,-11-5 0,-3 2 0,-1-1 0,-5-1 0,-5-2 0</inkml:trace>
  <inkml:trace contextRef="#ctx0" brushRef="#br0" timeOffset="41189">4647 6983 17866,'0'-4'1751,"0"0"1790,0 4-3301,-71-28-291,26 30-253,0-14 1,-3 3 420,15 19 0,2 4 51,-25 5-116,15-6 0,1 1 127,-20 2-4,5-3-197,31-10 330,7-2-356,8-1-69,0 5 183,0 6-191,-2 11-38,2 0 600,-1 16-480,0 4 70,4-4 0,-1 2-53,1-3 1,1 1-256,-1 7 0,2 0 186,1-9 0,1-2 89,2 18-20,9 0-63,18-11-172,13-4-598,-10-19 0,4-5 859,6-6 0,-1-2 0,6-1 0,2-4 0</inkml:trace>
  <inkml:trace contextRef="#ctx0" brushRef="#br0" timeOffset="41456">5719 7027 21976,'-3'-4'1989,"0"1"100,3 3-2072,-18 7-62,14 22-162,-12 16-552,15-12 0,4 3-336,0 4 1,0-2-363,-1-6 1,2 0 1456,0 4 0,0-3 0,1-8 0,-1 1 0</inkml:trace>
  <inkml:trace contextRef="#ctx0" brushRef="#br0" timeOffset="41679">6519 7408 26071,'-29'-10'-140,"6"2"-210,8 33 0,3 11-3661,-7 19 2596,-1 5 0,11-22 0,4-18 0</inkml:trace>
  <inkml:trace contextRef="#ctx0" brushRef="#br0" timeOffset="44800">7319 7388 16495,'13'-49'1438,"1"0"0,-1 1 1,4-8-1,-4 5-931,-9 14 0,-3 6 411,-2-4-420,-1-1-236,-1 14-390,-1 13 113,3 11 21,1 18 33,0 18-17,3 23-241,-1-24 1,1 2 223,1 3 1,0 0-6,0-1 0,1 0 6,1-3 0,0-1-6,5 23 17,0-19 73,-2-19 61,3-16-22,5-23-39,10-18-32,-9 9 1,1-2-5,4-3 1,0 0 26,0 0 0,1 0-11,0 3 0,-1 3-3,20-19-33,-5 16-6,-7 14-28,-4 15 22,-2 17-28,-2 17-89,-10-2 0,-1 3-252,5 17-680,-6-9 1,0 1 1026,-1-8 0,-1-2 0,3 14 0,1-4 0</inkml:trace>
  <inkml:trace contextRef="#ctx0" brushRef="#br0" timeOffset="44991">8566 7445 25550,'13'33'-1967,"-11"-34"1,9 30 0,1 5 0,-9-27 0</inkml:trace>
  <inkml:trace contextRef="#ctx0" brushRef="#br0" timeOffset="45457">9123 7134 21338,'-4'-8'1190,"-2"-28"1,3-6-973,6 14-95,-1-18 0,5 0-39,24 15-61,17-4-18,-10 19 1,2 3-770,-3 4 0,-1 3 753,0 1 0,0 4-1,-4 6 1,-1 5-1688,-3 9 1,-3 4 1653,17 14 293,-18 4 1,-8 5-277,-12 13 25,-3-24 0,-3 1 3,-21 22-95,-4-23 274,-11-2 637,0-15 2,-2-15-493,16-7 3337,0-13-3360,19 1 405,1-5-601,12-1 186,2 5-275,14 1-17,-4 9 0,16 3-6,16 13 12,9 8-289,-24-3 1,0 4 271,-7 1 0,-3 1-6,11 14-16,-11 12-130,-32 7-206,-12 3-378,0-25 1,-5-1-1201,-2-7 1,0-4 1506,-20 11 0,17-14 0,13-8 0</inkml:trace>
  <inkml:trace contextRef="#ctx0" brushRef="#br0" timeOffset="45649">10323 7176 22565,'20'43'-605,"0"-1"0,0 1 0,7 15 0,-7-11 0,-15-25 0,-3-10 0</inkml:trace>
  <inkml:trace contextRef="#ctx0" brushRef="#br0" timeOffset="46173">11043 6950 21808,'0'-5'3137,"0"2"-2061,0 3-1082,5-34 1,0 31-7,6-23 1,-4 40 11,-1 2 0,-3-4 39,-2-1 230,-1-7-50,0-3-91,0-9-60,3-10-52,1-3 40,17-23-33,5 13 5,17-11-11,3 19-17,6 10 0,2 9-6,3 15 0,-2 15-259,-29-5 1,-2 4 255,-4 5 1,-3 3 5,-5 6 0,-6 1-3,-8 5 1,-8 2-6,-9 4 0,-8 0-2,4-15 0,-4-1 0,-1-1-398,-3 0 0,-1-1 1,-1-1 415,-14 10 1,0-4 5,6-8 0,3-5-760,-19 2 817,24-18 116,12-29-100,16-8-50,9-19-40,16 2-27,17 3-79,16 7-22,-21 22 1,2 3-122,3 2 0,1 4-300,1 3 1,1 4-611,0 2 0,-1 4 1165,4 3 0,-3 1 0,3 3 0,-5 0 0</inkml:trace>
  <inkml:trace contextRef="#ctx0" brushRef="#br0" timeOffset="46372">12168 7292 27410,'21'33'-3781,"5"3"3781,0 4 0,-8-15 0,-7-11 0</inkml:trace>
  <inkml:trace contextRef="#ctx0" brushRef="#br0" timeOffset="46938">13260 6682 24295,'-1'-40'577,"0"0"1,-4-23-550,-11 59-12,-10 8-16,-13 5-5,-12 7 5,-8 4 2,27-10 1,0 1 8,0-1 1,0 0-18,-25 9-27,11-2 10,13-4 29,11 1 16,6-1-16,4 1-1,1 1 1,2 3 0,3 5-12,2 5 12,2 5 5,1 2-11,-1 3 0,-2 0 33,-2-2 18,0-5-12,0-7 28,2-9 152,2-8 307,0-4 762,2-2-1109,3-10-151,1-4-11,7-10-6,5-2-11,11 1-5,9 6-1,10 7-5,5 6 0,3 13-1,-3 9-10,-1 11 5,-5 8-28,-7 4-67,-14 0-207,-18 1-627,-25 2-1748,-21 1 2015,7-21 1,-1-2-1,-4 4 1,-2-5 0</inkml:trace>
  <inkml:trace contextRef="#ctx0" brushRef="#br0" timeOffset="47447">13774 6548 19675,'-10'-3'2968,"3"0"-1708,7 3-515,19-65-375,1 32-530,-1-9 0,5 1 283,20 11-78,-14 17 0,2 3-34,11-3 138,14 6-132,-27 13 5,7 9 1,-7 16-1,-4 16-8,-15-17 0,-3 2 11,-1 5 1,-1 2-348,-2 4 1,-3 1 335,-2 2 0,-1 0 11,-1 2 1,-1 0-21,0 1 1,-1-1-1,2-1 1,0 0-3,2-2 0,0 0-9,1-2 1,1-1-1,-1-1 0,0-1-36,1-2 1,0-1 24,-2-3 1,-3 0-136,-4 0 1,-2-2-213,-10 8-577,-4-16 0,-6-5 941,-7-9 0,-1-4 0,-9 6 0,-9-6 0</inkml:trace>
  <inkml:trace contextRef="#ctx0" brushRef="#br0" timeOffset="49668">7796 8024 13121,'-60'11'2104,"1"0"0,-8 2 1,10-2-1943,21-4-201,-10 6 269,47-9-73,6 0 72,29-2-89,14-6-95,3 0-17,-8-3 0,8-2 0,-7 1-998,-13 2 0,0-1 973,9 0 1,4-2 0,-4 1-1370,-4 1 0,-6 2 1355,9-2 95,13-2 33,-54 12-66,-22 7-23,-15 3-6,-1-1 0,-4 2 9,-1 0 0,-2 0-134,6-2 0,-2 0 1,-2 1 247,-9 3 1,-2 1 0,2-2 187,10-2 0,0-1 0,1 1-240,-1-1 0,-1 1 1,6-2-43,-17 6 2755,26-8-2706,39-8-16,25-11-62,-2 2 1,5-3-624,13-3 0,1-1 612,-7 1 0,3 1 0,1-1 0,4 0 1,-3 1 7,0 0 1,0 1-17,-6 2 1,2-1 0,-5 1 303,-2 2 0,-6 2-200,5 1 818,-30 7-807,-65 20-90,18-8 0,-6 0-542,0 1 1,-5 1-1,-1-1 547,-1 1 1,-1-1 0,-1 0 53,-1 0 1,0 0 0,2-2 35,-9 3 0,2-1 154,3-3 1,6-2 1308,9-8-1552,27-13-46,53-17-122,4 7 0,8-1-1090,-6 5 0,3-1 0,0 2 1224,0 0 0,1 0 0,-3 2 0,5-1 0,-5 2 0,11-2 0</inkml:trace>
  <inkml:trace contextRef="#ctx0" brushRef="#br0" timeOffset="52324">5868 7285 19686,'4'-52'1310,"1"1"1,-1 5 0,-2 10-1188,-2 25-201,-1 6-74,0 9 152,1 9 51,-1 26-29,1 10 23,-1-14 0,0 1-12,-2 15-13,-1-19 0,-2-1-15,-7 17 40,-5 7 106,-7-6 135,6-21-73,1-8 184,7-19-117,2-14-84,-1-13 29,-1-34-197,6 29 0,1-2-320,0-10 0,0 1 354,0-16-23,2 24 0,0 1 23,1-11 38,-1-5-32,2 21-85,-1 11 11,1 16 17,5 27-22,3 22 8,-3-13 1,-1 1-512,2 7 1,-1-1 507,-1 20-11,-1-25 1,0 0-198,1-3 1,0-2 219,4 27 10,2-7 96,-5-32-16,-2-11 94,-2-12-123,-1-12 1628,-2-14-1611,-5-30-28,-2-3-137,3 21 0,0 2 104,-2-15 16,1-6 34,1 17-51,3 7-22,-1 12-62,3 18 37,6 30 0,3 16 25,-1 11-851,2 3 0,-1 3 839,-1 3 1,-3-23 0,-1 0 600,1 26-611,0-8 38,-1-12 113,-2-28-50,-1-20-57,-2-3 51,-4-41-34,2-3 544,0 10 1,1-2-559,1 0 0,1 1-5,-1-4 0,1 1-9,0 10 0,0 0 17,1-11 0,1 4 0,1 5 17,2-21-51,-1 47 1,2 2 10,-1 16 6,13 30-16,-2 10-1,-4-8 1,0 2-15,-2 2 1,-3 0-79,0 6 0,-2-2-143,-1-8 0,0 0-2966,0 8 1,0-2 3206,2 12 0,0-10 0,-2-22 0</inkml:trace>
  <inkml:trace contextRef="#ctx0" brushRef="#br0" timeOffset="63642">9479 8080 15814,'-45'3'1667,"0"0"0,6 1 0,8-2-1614,20-2-174,14 0 285,15-1-45,23-5-58,-9 1 1,3-1-648,9-4 0,3 0 671,5-1 0,1-1-32,1 0 0,-1 0 10,-5 2 0,-2 0 262,-10 1 1,-3 2 507,6-3-176,-27 5-464,-33 3-268,-30 5 88,10 1 0,-4 2-387,-12 2 0,-2 1 434,17-1 1,-1 1-1,-1 0-69,1 0 0,-1 0 1,2 0 150,-17 5 0,3 0-48,10-2 0,2-1-243,-15 7 238,27-7 159,25-4-51,26-5-270,24-2 54,-7-3 1,4-2-88,9-2 0,2-1 94,8-2 1,1-1-3,2 1 1,0-1-18,-3 1 0,-1 1 333,-9 1 1,-3 1-159,-12 2 1,-3 0 709,2-1-383,-29 3-503,-26 0-87,-27 1 100,14 3 1,-3 1 282,-7 1 1,-1 1-241,-1 2 0,0 0 6,3 0 0,3 0-10,7 0 1,2-1 485,-9 2-578,19-2 107,14-2 45,12-1-821,9 0-989,13 1 1706,19-2 0,-20 0 0,3-1 0</inkml:trace>
  <inkml:trace contextRef="#ctx0" brushRef="#br0" timeOffset="65667">11288 8051 11515,'-5'0'3629,"1"0"-50,4 0-3691,-31-23-186,41 11 214,-9-19-13,33 20 0,12 5-86,-7-1 1,0 2 40,1-1 0,-1 1-322,23 1 176,-31 5 528,-7 6 238,-48 15-371,-30 7 34,5-7 0,-4-2-264,10-3 1,-3-1 416,-2 0 0,-4 2 0,4-2-669,-1 0 1,1 0 344,6-1 1,-2 0-1,4-1-94,3-1 1,5-2 115,-7 4 184,22-8 589,38-9-617,2-2-50,22-7 1,8-3-64,-8 1 0,3 0-969,0-1 1,3 0 0,-2 0 953,5-1 1,-1 1 7,-11 3 1,1 1-1,-3 0 83,5-1 0,-3 2-118,8-1 1,-3 0 65,4 0-47,-32 8-86,-34 8-241,-39 11-2542,6 1 0,-3 2 2595,5-2 0,0 0 0,1-1 0,5-1 1,6-1-1</inkml:trace>
  <inkml:trace contextRef="#ctx0" brushRef="#br0" timeOffset="66999">7959 8742 22285,'-15'-54'-998,"5"25"598,17 65 411,2 2 0,2 3-23,2 0 1,3 1-599,4 13 1,4 0 608,3-5 0,0-3-41,-3-9 1,2-2-86,12 8 1,7-4 217,-5-14 0,3-4 0,2 0 13,4 0 1,1 0-1,4-3-584,-4-4 0,2 0 0,2-3 0,0-2 541,-2-2 1,0-4 0,0 0 0,-1-2 12,7 1 1,-3-3 0,6-1-2,-6-3 1,4-1 0,2-2 0,0-1 0,-4 0 20,-1-1 1,-3-2 0,0 1 0,1-1-21,-3 1 1,1 0 0,0 0 0,1-1 0,0-2-19,5-2 0,1-1 0,-1-2 1,-1 0-1,-4 1 5,-6 0 1,-2 1 0,-2-1-1,2 0-73,7-3 0,2 1 1,0-2-1,-3 0 41,5-5 1,-3-1-1,-4 0-214,3-3 1,-2-2 345,-9 3 0,1-2 0,-3 0 79,1-4 0,-4 1-102,-4-2 1,-5 2-160,-8-3 472,-10-3-269,-7 17 509,-3-6-816,-1 13 2525,-1 4-2659,1 7 757,0 2-1126,1 3 176,-1 3-1465,-6 14 1878,-8 10 1,6-5-1,-2 0 1</inkml:trace>
  <inkml:trace contextRef="#ctx0" brushRef="#br0" timeOffset="69364">4429 10295 27448,'0'-5'1438,"0"2"2443,0 3-3881,-15-16-957,4 15 1486,-26-3-289,7 20-52,-14 6-188,0-2 0,7-4 0,6-6 0,-1-1 0,-15 2 0,15-5 0,0-1 0,-14 0 0,11-5 0,8-3 0,9 1 0,7-1 0,6 2 0,3 1 0,0 3 0,-2 10 0,-4 14 0,-5 16 0,-4 14 0,7-25 0,0 1 0,0 0 0,1 1 0,1 0 0,1-1 0,-2 29 0,6-6 0,10-8 0,2-5 0,7-5-1097,2-5-339,4-5-158,6-10 252,11-8 63,16-15 114,-19-2 0,2-5 1288,13-6 1,-3-2 0,9-3 0,-2-2 0</inkml:trace>
  <inkml:trace contextRef="#ctx0" brushRef="#br0" timeOffset="69765">5366 10650 21513,'-4'-61'1628,"-1"0"1,1 6-1,1 5-943,2-5-177,0 18-307,0 16-262,0 13 45,1 16 199,6 17-159,-1 26-64,0-14 1,-1 3-950,-1 6 0,-1 3-1342,0 7 1,0-1 1716,0-4 1,-1-4 0,0 15 0,0-27 0</inkml:trace>
  <inkml:trace contextRef="#ctx0" brushRef="#br0" timeOffset="70414">6272 10806 23462,'2'-47'1094,"0"0"0,1 5 0,-3 11-879,-6 25-693,0 11 1179,0 14-1309,-2 17-2883,0 19 3464,2 0 1,2-18 0,4-16 0</inkml:trace>
  <inkml:trace contextRef="#ctx0" brushRef="#br0" timeOffset="71173">7057 10592 23211,'3'2'-280,"0"3"54,-3 0 372,1 0 260,-1-2 588,0-2-543,0-7-258,0-1 193,0-14 103,-1-7 0,1-15-87,10-17 16,4 12-71,13-2-62,-3 27-73,13 4-70,0 12-137,17 5-20,6 18-124,-21 5 1,-2 5-320,-10-7 1,-3 2 227,6 15 0,-5 3-435,-13 23 442,-12-21 0,-7 2 80,-7-4 0,-7 0 0,-1-1 83,-2-2 0,-2-2 0,-2 0-212,1 0 1,-2 0 0,-2-3 330,-1-1 0,-1-2 0,0-3 148,-3-1 0,-2-4 315,-11 0 0,1-6-167,14-11 0,3-7 110,-18-24-358,32-6-174,19-15 102,16 9 26,0 14 1,5 1 84,23-11-159,-15 22 0,2 3-510,29 3 438,-8 10-250,-19 3 1,0 2-341,-5 2 1,1 1-4242,15 5 1,-1 0 3130,12 5 1,-5-2-1,-43-16 1</inkml:trace>
  <inkml:trace contextRef="#ctx0" brushRef="#br0" timeOffset="71347">8109 10799 23114,'0'-3'2632,"0"1"-2592,0 2-556,-6 37-1142,8 6 1658,-5 2 0,1 0 0,5 0 0,-3 0 0</inkml:trace>
  <inkml:trace contextRef="#ctx0" brushRef="#br0" timeOffset="72956">9083 10410 25817,'2'-40'-159,"-1"-1"0,2 3 0,3 2 42,12-8 279,8 4 38,7 6-17,4 10 51,3 10-96,-2 10-128,0 15 54,-1 15-170,-5 15-249,-6 13 112,-16-23 0,-4 2-176,0 2 0,-4 1 170,-3 0 1,-4 0 77,-1-1 0,-3-1 126,-3-4 1,-3-1 199,-18 16 326,-4-12 315,-1-14 201,-1-9-156,0-16-256,5-8 88,8-11-712,11-4-222,12-1 2,14 4 105,11 4 64,11 6 184,9 8 77,9 9 7,9 12-63,-25-3 1,0 3-322,3 3 1,1 2 221,-1 1 0,-2 2-159,-4 1 1,-3 2-366,8 26-200,-36 6 502,-14-27 1,-8-1-235,-9 2 1,-5-3 360,-7 0 1,-3-3-341,-2-4 0,1-3-2768,1-5 0,2-3 2657,9-5 1,2-3 0,-4 0 0,19-5 0</inkml:trace>
  <inkml:trace contextRef="#ctx0" brushRef="#br0" timeOffset="73147">10312 10484 18480,'0'5'3987,"0"-2"-2954,0-3-202,-36 87-731,20-55-611,-9 24 1,-1 0-4085,2-18 4618,-1 3 0,9-16 0,9-10 0</inkml:trace>
  <inkml:trace contextRef="#ctx0" brushRef="#br0" timeOffset="73723">10853 10472 23939,'13'-48'617,"1"0"0,0 0 0,0-1 1,-1 0-1,-2 7-297,-2-12 103,1-3 66,-4 17-481,-3 22-176,-3 10 51,-2 12-78,-3 14 101,-2 16 84,-3 22-10,5-11 1,2 3-542,2-4 0,2-1 514,0 1 1,3-2-8,4-3 0,4-3-44,14 13 18,-4-21 1,1-2-33,9 2 127,22-17-52,-30-20 170,25-25-4,-14-11-52,-13 13 0,1-1 88,0-6 1,-2 1-871,10-16 822,-6 10 1059,-16 29-811,-7 11-23,-1 13-263,1 13-8,1 21-19,4 15-383,-1-4 211,-2-18 0,-1 0-788,3 27-1772,-2-12 1,-1 1 2260,-1-13 1,-1-3 0,1-2 0,-1-4 0,-1-6 0</inkml:trace>
  <inkml:trace contextRef="#ctx0" brushRef="#br0" timeOffset="73914">12040 10446 28349,'33'43'-2255,"-7"-10"-1171,-24 2 0,-4 2 3398,2 5 0,0 4 1,0-28-1</inkml:trace>
  <inkml:trace contextRef="#ctx0" brushRef="#br0" timeOffset="74522">13167 9883 25147,'10'-32'2,"-1"1"1,5-19 2,-38 61 1,-9 10 28,-8-2-15,4-2 1,-2-2 59,-13-3 0,5-6-40,13-3 39,0-5-72,22 2-6,-4-1-135,14 1 96,-1 2 39,-1 7-12,-3 7 40,0 12-28,0-2 17,-3 26-11,2-11-6,-2 9 17,-3 9-22,2-21 5,-3 14 22,3-19 12,1-10 134,6-10 347,1-7 185,3-6-303,1-6-324,2-8-28,3-10-34,6-4-28,6 0 40,7 4-6,8 6-34,6 7 11,6 6 6,2 13-22,2 8-29,-4 13-273,-1 7 240,-8 6-96,-10 3-100,-15 1-240,-22-1-500,-18-4-1612,-18-6 2632,17-20 0,1-3 0,-5 2 0,4-6 0</inkml:trace>
  <inkml:trace contextRef="#ctx0" brushRef="#br0" timeOffset="74963">13778 9705 25025,'50'-33'396,"1"0"0,-4 2 1,-3 7 43,-3 17-124,0 0-104,-5 0 35,-10 1-80,-12 4-42,-8 1 102,-6 1-225,0 3-147,-2 5 4,1 7 9,0 7-13,3 6 6,5 5-49,6 5-60,7 6 68,6 8-186,-12-22 0,2 1 321,0 3 0,0 2 31,2 2 0,1 2 23,1 1 1,1 1 7,1-1 1,2 1-31,2-1 1,1 0-14,0-2 1,0-1-38,0-2 0,-2-2-72,-3-2 1,-3-1-257,6 24-101,-30-7-594,-38-7-1805,2-22 1,-7-4 2887,-3-3 1,0-2 0,13-3 0,2-2 0,-9 0-1</inkml:trace>
  <inkml:trace contextRef="#ctx0" brushRef="#br0" timeOffset="76190">4741 12492 10371,'-55'11'-108,"0"-1"0,0 1 1,0-1-1,-1 1 0,-1 0 1,2-1-1,0 0 1,1 0-77,-2 1 1,-2 0 0,6-2 0,11-6-1900,-2-14 1933,79-11 0,31-6 6,-22 9 1,4 0-1,3-1 1,1 0 353,-4 3 0,1-1 0,2 1 0,0 0 0,0 1 178,3-1 0,0 1 1,1 0-1,1 1 1,-1 0 89,2 1 1,-1 0 0,1 0 0,0 2-1,1 0-180,0 1 0,0 0 0,1 2 0,-1-1 0,2 2-17,0-1 0,1 1 0,0 1 1,1 0-1,0 0-132,-8 2 1,1 0-1,0 1 1,0 0-1,1 0 1,1 0-51,3 1 1,0-1 0,1 1 0,1 0 0,0 1 0,1-1-182,-5 1 0,0 0 1,1 0-1,0 0 0,1 0 1,0 1-1,1-1 112,-4 1 0,1 0 0,0 0 0,1 0 0,0 0 1,0 0-1,1 0 0,0 0-20,-4 1 0,1-1 1,1 0-1,0 1 0,0-1 1,0 0-1,1 1 0,0-1 1,0 1-3,-3-1 1,0 1 0,1-1 0,0 1 0,0-1 0,1 1 0,-1-1 0,1 1 0,0-1 0,0 0-4,2 1 1,1-1 0,-1 1-1,1-1 1,0 0 0,0 0-1,0 1 1,1-1 0,-1 0-1,1 0-2,-5 0 1,0 0-1,1-1 1,-1 1 0,1 0-1,0 0 1,0-1 0,0 1-1,0-1 1,0 0 0,0 1-1,0-1 1,1 0-1,0 0 1,0 0-1,0 0 1,0 0 0,0-1-1,0 1 1,0 0-1,0-1 1,0 0-3,0 0 1,0 1-1,0-2 1,1 1-1,-1 0 1,0 0-1,0-1 1,1 1-1,-1-1 1,0 1 0,0-1 0,0 0 0,-1 0 0,1 0 0,0 0 0,-1-1 0,1 1 0,-1 0 0,1-1 0,-1 0 0,0 1 0,0-1-1,0 0 0,-1 0 0,0 0 0,0 0 0,1-1 0,-1 1 0,0 0 0,-1-1 0,1 1 0,0-1 0,-1 0 0,5 0 1,-1 0 0,1-1 0,-1 1-1,0-1 1,0 1 0,0-1 0,-1 0-1,1 0 1,-1 0 4,-1 0 0,-1 0 0,0-1 0,0 1 1,0 0-1,0-1 0,0 1 0,-1-1 0,1 0 1,-2 0 2,6-1 1,-1 0 0,0 0 0,-1 0 0,1-1 0,-1 1 0,0-1 0,-1 0 0,0 0 0,-2 0 0,0 0 0,0 0 0,-1 0 0,0 0 0,0-1 0,0 1 0,-1-1 0,0-1-2,4 0 0,0-1 1,0 0-1,-1 0 1,0 0-1,-1-1 1,1 0-1,-2 0 0,6-2 0,-1 0 0,0 0 0,-1-1 0,-1 0 0,0-1 0,0 0-2,-4 0 0,0 0 1,-1-1-1,0 0 1,-1 0-1,-1-1 1,0 0-3,5-3 1,-1-1 0,-1 0-1,0 0 1,-2-2 0,0 0 69,-5 2 1,-1-1 0,0-1-1,-2 0 1,0-2 0,-1-2-80,1-2 0,-1-3 1,-1-1-1,-1 0 0,-3 0 1,-1 2 87,2-2 1,-3 1 0,-2-1 0,-2-3-89,5-10 1,-2-5 0,-3-1 0,-8 4 2,-9 4 0,-7 2 1,-2-1 223,0-9 1,-1-3 0,-5 1-199,-6 4 0,-4 0 1,-3 1-3,-4 3 0,-3 0 1,-3 2-1,-3 2 1,-2 0-1,-3 2-2,-2 2 1,-2 1 0,-2 2-18,-2 1 1,-2 2 0,-2 2-4,-1 1 0,-2 3 0,-2 2-10,-2 2 1,-1 2 0,-4 3-15,1 4 0,-5 2 0,0 1 1,4 2 10,-1 1 0,4 1 0,-6 1-5,7 3 0,-3 0 0,-3 2 0,1 0 0,2 2 18,-2 1 0,3 1 0,0 2 0,-4 0-6,0-1 0,-2 1 1,-2 0-1,-1 0 1,0 1-95,7 0 0,0 1 0,0 0 1,-1 0-1,0 0 0,-1 1 103,-2 0 1,0 0 0,-1 1 0,-1-1 0,1 1 0,-1 1-68,-2-1 0,0 1 0,0-1 0,-1 1 1,0 1-1,0-1 60,8-1 0,-1 1 0,0 0 0,0-1 0,0 1 0,-1 0 0,1 0-65,-2 1 0,0-1 0,1 0 0,-1 1 0,0-1 1,-1 1-1,1-1 69,-2 1 1,0 0 0,0 0 0,0 0 0,-1 0-1,1 1 1,-1-1-6,-1 0 0,0 0 1,0 0-1,0 1 1,-1-1-1,1 0 1,-1 0 5,6-1 0,1 0 1,-1 0-1,1 0 1,-1 0-1,0 0 0,0-1 1,0 1 0,-2-1 0,1 1 0,-1-1 0,1 0 0,-1 1 0,0-1 0,0-1 1,0 1-3,-2 0 0,1-1 0,-1 1 0,1-1 0,-1 1 0,0-1 0,0 0 0,0-1-3,-1 1 1,1 0 0,-1-1 0,0 1 0,0-1 0,0 0 0,0 1 0,0-1 1,-1 0 0,1 0 1,-1-1-1,0 1 0,0 0 1,1-1-1,-1 1 0,0-1-2,1 1 0,1-1 0,-1 0 1,1 0-1,-1 0 0,0 0 1,-2 0-1,0-1-8,6 1 0,-1-1 1,0 0-1,-2 0 0,1 1 1,-1-1-1,0 0 1,1 0-1,2-1 0,0 1 4,-7 0 1,1 0 0,0-1 0,2 1 0,-1-1-1,2 0 1,-1 1 0,0-1 4,3 0 1,0 0-1,0 0 1,0 0 0,1 0-1,0 0 1,1 0 0,-1-1 1,-3 0 0,-1 1 0,1-2 0,0 1 0,1 0 0,2-1 0,1 1-3,0-1 0,3 0 0,1 0 1,0 0-1,-1 0 0,-3-1 2,1 1 0,-1-1 0,-1 1 1,0-1-1,-2 0 0,0 1 0,-1-1 3,3 0 1,-1 0 0,-1 0 0,0-1 0,-1 1 0,1 0 0,1 0 0,1 0 1,-1 0 1,0 0 0,1 0 0,1 0 0,0 0 0,1 0-1,-1 0-7,-7 0 0,1 0 1,0-1-1,0 1 0,1 0 1,0 1-1,1 0 0,0 0 0,1 1 0,0 0 1,1 0-1,1 0-2,-2 0 1,2 1-1,0 0 1,-1-1-1,-2 1 6,1 1 0,-2-1 0,-1 1 0,-1-1 0,1 1 0,0 0 17,2 1 0,0-1 1,1 0-1,0 1 0,-1 0 1,-1 0-15,4 0 0,-2 1 0,-1 0 0,1 0 0,1-1 0,1 1 0,4 0-3,-2 0 0,3-1 0,2 1 0,-1 0 0,-3 0 2,1 1 1,-3 0 0,-1 0 0,1 0 0,2 0 0,5 0 81,-15 1 1,6 1 0,-2 0-85,8-2 1,-2 2-1,0-1 1,-1 1 3,0 0 1,-1 0 0,1 0-1,5 0-5,3-1 0,4-1 0,-2 1 15,-12 1 0,-1 0 0,9-2 1100,-3-1-1087,12-3 0,5-1 1568,16-6-1674,10-4 1796,23 1-1723,22 3 5,1 9 8,-7 5 0,1 7-11,9 18 1,-2 6 1083,-6-8 0,0 5-1085,-5 7 0,2 10 0,-2 2 0,-4-6-730,-7-9 0,-3-4 1,-1 7 733,2 4 0,0 7 0,0 4 0,-1 0 0,-2-4-7,-3 2 0,-1-1 0,-2 0 0,0 2-436,1-1 0,-1 1 1,0 2-1,0 0 1,1-1 437,-1-1 1,-1-1-1,1 0 1,2 0-1,2-1-51,2 3 0,2 1 0,2 0 0,2-3 0,3-4-550,4 1 0,2-4 1,3-2-1,1-3 265,0-1 1,0-2 0,4-3-1,5-8 341,15-7 0,9-7 0,-1-6 0,-10-1 0,-7-1 0,-3-3 0,5-3 0,1-1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2:10:47.44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2277 2619 19288,'-21'-40'1173,"0"0"1,-1 0-1,-10-18 1,2 10-637,2 24-279,-10 4-140,-5 26-85,5 10 42,3 18 1,0 9-920,8-6 1,2 3 859,1-1 1,-1 3 0,4-1 5,-1 13 1,5-2-107,5-3 0,6-1 106,6-7 1,5-3 5,18 18 23,14-23 94,12-23 1,6-32-383,-24-1 1,-1-6 297,2-11 1,-3-7-85,-9 11 0,-1-3 0,-2-2 54,-1-3 1,-2-3 0,-2 0-2,0-3 0,-2 0 0,-2 0-2,-1 1 0,-1 0 0,-1 2 47,2-17 1,-2 2 179,-2 13 0,-1 5 59,0-16-130,-5 29-167,1 20 551,-1 21-557,3 19 28,3 28-34,0-17 1,1 3 342,2 11 0,2 2-371,-2-15 1,1 2 0,1 1-418,0 2 1,0 1-1,1 1 205,0-1 0,2 0 0,-1 0-298,1-3 1,1 0 0,0-2-1524,8 13 1,0-5 2055,-2-12 0,0-6 0,5 4 0,-10-23 0</inkml:trace>
  <inkml:trace contextRef="#ctx0" brushRef="#br0" timeOffset="642">2617 2570 19014,'-4'-9'4973,"0"3"-3920,4 6-419,-44-60-366,30 44-246,-12-18 1,8 8-17,23 31 11,13 7-12,17 12-5,14 10 3,-22-13 0,0 1-261,0 1 1,-3 3 237,-5 0 1,-3 2 2,2 28-201,-24-5 263,-15-11 27,-13-17 68,-5-17 79,3-21 44,6-15 408,14-13-598,11-8-51,20-3-11,15 0-236,-6 28 0,3 2 177,3 2 1,3 2-51,3 3 0,0 2-56,1 2 0,0 3-66,-1 2 1,0 1 45,-4 3 0,0 0-66,20 1 121,-14 1 153,-16 2 146,-12 0 324,-8 0 473,-11 0-730,1-2-10,-7 2-181,4-1-45,3 6 6,3 6-11,7 7-1,10 4-27,12 2 16,15-4 23,11-8-11,4-6 10,-1-15 24,-6-8 49,-11-14 62,-13-7 62,-10-5 90,-10-1 33,-8 4-17,-4 8-90,-3 11-139,2 11-51,1 14-15,-3 35-24,3-4-341,2 5 0,0 4 341,3-7 0,2 1-71,-1 12 1,3 2-641,4 1 0,5 1 58,2 0 1,4-1-1560,6-1 0,3-3 2212,-2-7 0,1-4 0,7 9 0,-12-24 0</inkml:trace>
  <inkml:trace contextRef="#ctx0" brushRef="#br0" timeOffset="1567">4180 2236 27079,'-4'-8'62,"-2"20"-57,2 17 1,0 9 2,0 11 1,0-1-12,1-14 0,1 1-8,0 11 0,0-1 22,0 2-5,1 1 78,-1-20 212,2-21-245,-1-12-1,-2-23-27,-2-11 16,-2-22-213,3 24 0,1-2 182,1-15 1,2-1-550,4 7 1,1 2 542,-1 0 1,4 2-3,6 7 0,3 5-222,16-12 205,-10 20 0,2 2 6,6 5 0,1 4-6,20 3 17,-3 12-17,-12 20 11,-13 9-2624,0 27 2608,-12-16-735,-18 2 0,-8-1 740,-7-1-110,-9-1 1,-5 0 137,6-16 1,-1-3 10,-8 4 1,-1-3 27,5-7 0,0-5 90,-25-7-134,26-8 84,11-15-74,22 1 2105,10-3-2115,20 2 3117,6 9-3134,17 7-11,-16 8-62,14 11-79,-6 4-125,-6-3 0,2 0-29,-4-2 1,1-2-131,8 2 1,-1-1 37,17-1 64,-27-8 1,-1-3-360,14-7 748,7-8 388,-11-20 151,-19-3-263,-7-2 262,-14 0 0,-7 10 891,-7-5-1355,1 15 423,-9 8-541,10 14 78,-5 12-83,6 9-12,4 22 22,5-13-27,18 24 16,5-29 23,5 4-11,11-15 16,-4-14-16,19-16 33,-13-11 56,-5-18-61,-21 8 61,-10-13 6,-9-4-17,-6 0-34,-4-2-27,1 23-12,4 11-140,4 8-453,5 12-466,9 9-1170,7 12-5791,11 12 8009,-3-2 0,-8-11 0,-9-9 0</inkml:trace>
  <inkml:trace contextRef="#ctx0" brushRef="#br0" timeOffset="1950">5527 2325 27611,'-11'35'6,"5"13"-6,10-10 0,0 3 11,-3-16 34,0-11 67,-1-1-62,-4-42 23,2-8-31,0 5 0,0-4 3,3 4 0,1 0-6,2-1 0,2 1 23,13-26-23,0 17 0,23 4-22,-7 23 0,19-1-17,-2 21 0,1 10-17,0 16 17,-28-11 0,-2 2-127,-1 2 0,-4 3 104,-4 2 1,-4 0-9,-4 3 0,-4 0-1737,-7 2 1,-3-1 1487,-9 21-2275,0-16 1,1-3 2554,3 1 0,-3 3 0,14-29 0</inkml:trace>
  <inkml:trace contextRef="#ctx0" brushRef="#br0" timeOffset="2659">6623 2036 21825,'0'-5'3282,"0"1"-1674,0 4-1552,-69-46-28,44 42-3,-21-10 1,2 10-38,25 34 24,-4 16 38,23-12 12,13-6 66,12-10 68,10-9 12,5-15 49,0-12-16,-5-13-34,-8-5-39,-11-3-17,-9 2-22,-12 3-105,-9 9-24,-10 8 4,-7 12 190,-4 14-88,1 14-388,6 16-770,11 12-3355,10 10 4439,9-6 0,0-19 0,1-16 0</inkml:trace>
  <inkml:trace contextRef="#ctx0" brushRef="#br0" timeOffset="2960">6726 2404 23875,'-1'3'2980,"1"-1"-2353,0-2-347,-63-17-218,42 13-34,-17-3 0,2 6-22,27 17-1,-1 14 1,15 10-12,11 5 6,11 1-5,11-4-12,3-6 39,1-8 6,-9-10 45,-8-10 39,-9-15-17,-9-11-16,-7-12-29,-12-8-28,-13-1-94,-14 2-264,-13 9-834,-9 11 142,27 11 0,-1 4 367,-2 5 0,2 1 0,-5-2 0,6 7 0</inkml:trace>
  <inkml:trace contextRef="#ctx0" brushRef="#br0" timeOffset="3300">1957 3800 14655,'-59'14'570,"0"0"0,0-1 1,0 1-1,-6 1 0,2 0 1,9-2 28,8-3 0,15-1 1624,22-2-1069,71-15-884,-18 1 1,6-2 0,5 0-1027,2-2 0,4 0 0,3-1 1,3-1 805,-12 3 1,3-1-1,1 0 1,1-1-1,2 1 1,1-1-176,-9 2 0,1-1 0,0 1 0,2-1 0,0 1 1,1-1-1,1 0 0,0 0 148,-2 1 1,1-1 0,0 1-1,2-1 1,-1 0 0,1 1-1,1-1 1,-1 0 0,1 0-125,-3 1 1,1 0 0,0-1 0,0 1 0,0 0-1,1-1 1,0 1 0,0 0 0,0-1 0,1 1 115,-5 1 0,1-1 0,0 1 1,0-1-1,0 1 0,0-1 0,1 1 1,-1-1-1,1 1 0,-1 0 1,1-1-101,0 1 1,0 0 0,0-1 0,0 1 0,0 0 0,1 0 0,-1-1 0,0 1 0,0 0 0,0 0 0,0 0 90,5-1 0,0 1 0,0-1 0,0 1 0,0-1 1,-1 0-1,1 1 0,-1 0 0,0-1 0,0 1-3,-1 0 0,-1 0 1,0 1-1,0-1 1,0 0-1,-1 0 1,1 1-1,-1-1 0,0 1 1,0 0-2,3-1 1,0 0-1,0 0 1,0 1-1,0-1 1,-1 1-1,0 0 1,-1 0-1,0 0-33,5 0 1,-1-1 0,-1 1 0,1 0 0,-1 1 0,-1-1 0,0 1 0,-1 0-362,3 0 1,1-1 0,-1 2 0,-1-1 0,-1 0 0,-1 1-1,-3 0 392,0 1 0,0 0 0,-2 0 0,-3 0 0,-1 1 0,-4 0 0,20-2 0,-6 2 0,-8 0 0,-12 1 0,1 1 0</inkml:trace>
  <inkml:trace contextRef="#ctx0" brushRef="#br0" timeOffset="9293">10207 2009 21534,'-1'-46'849,"-1"-1"1,1 5 0,0 12-974,1 25 24,3 11 128,1 3 50,14 33-61,-2 2-242,-3-10 0,-1 1 230,-1-3 1,-1-1 17,6 30-140,-3-7 140,-6-10 117,-4-15 408,-2-13 427,-1-9-387,0-14-20,-2-11-473,-3-17-6,-1-17-5,2-9-173,4 29 1,2 0 238,9-31-37,8 8 229,7 11 56,6 10 56,6 13 368,10 10 158,11 14-635,-25 4 1,1 3-147,3 6 1,-1 4-554,1 3 1,-2 3 66,-2 3 0,-2 2-370,-3 1 1,-3 1-746,-3 1 1,-3 0 655,-1 3 1,-3-3-1,1 6 1,-4-7 0</inkml:trace>
  <inkml:trace contextRef="#ctx0" brushRef="#br0" timeOffset="9516">11563 1834 31287,'50'-19'114,"-1"-1"1,2 3 0,0 5-1486,3 8 1,0 4 385,1 4 1,-4 1 0,6-2 0,-13 7 0</inkml:trace>
  <inkml:trace contextRef="#ctx0" brushRef="#br0" timeOffset="9650">11712 2183 30550,'53'-25'-39,"0"-1"0,-1 0 1,-5 1-1,-4 3 1,-10 9-1,1 0 0</inkml:trace>
  <inkml:trace contextRef="#ctx0" brushRef="#br0" timeOffset="10176">13167 1483 28320,'-52'-9'-395,"0"0"1,-2 2-1,2 6 286,12 10 1,2 3-66,-5-1 0,1 1 81,4-1 0,2 0-8,-22 8 421,21 0 428,13 0-325,10 4 102,3 5-130,5 6 14,1 4-76,3 2-119,4-1-390,2-3-469,2-3 60,-1-7 255,-2-6 256,-2-7 274,0-6 268,0-5-26,1-3 781,1-4-596,3-8-103,4-8-59,10-8 9,11-3 29,12 4-503,9 5 0,6 10 0,2 7 0,-3 15 0,-5 8 0,-7 12 0,-9 6 0,-12 5-275,-12 0-1067,-20 2 275,-20-3 284,3-19 1,-4-3-388,-7 0 1,-4-4 612,-9 0 0,2-4 0,-8 2 0,5-6 1</inkml:trace>
  <inkml:trace contextRef="#ctx0" brushRef="#br0" timeOffset="15133">3348 4629 14107,'-3'-3'5064,"1"1"-2796,2 2-1776,-66-35-267,37 27-178,-12-8 1,0 5 14,11 24-34,3 13-6,4 7-10,9-2-12,9 23-12,17-14 7,14 17-345,16-16 344,-16-23 0,2-1 12,1-1 0,1-2-6,17 6-45,-15-6 0,-2-2 57,0 4 27,5 7 22,-29-4 12,-22 1-28,-20 4-20,7-11 0,-3 0-254,-7 1 0,-2 0 274,-5 0 0,-1-1-9,-3 0 0,1-1-8,0-3 0,2-2-154,5-2 1,3-2-194,-21-12-892,26-14-3000,32-18 4211,19-1 0,0 14 0,-1 12 0</inkml:trace>
  <inkml:trace contextRef="#ctx0" brushRef="#br0" timeOffset="16325">3838 4492 24699,'-32'-26'44,"12"24"-58,27 27 0,8 10-45,-4 1 1,0 2-102,0 2 1,-2 0-660,-1 3 1,-1 0 233,-2-1 0,-1 0-289,-2-1 0,-1 0-242,-3-4 1,-1-2-1192,-6 23 1427,-4-18 1042,0-19 349,1-22-41,4-8 1904,-4-30-693,1 3-298,-7-18-234,2 8-236,-3 5-325,4 6 383,5 9-898,9 7-51,16 5-27,13 3-6,19 2-29,12 1-297,-24 4 1,1 1 294,2-1 0,0 0 8,1 0 1,0-1 13,-3-1 0,0 0 6,24-8 64,-15 0 79,-18 0 56,-14 0 22,-12 1 50,-10 3 652,-9 4-623,-8 5-120,-3 9-104,2 7-40,5 8-10,10 3 21,9 1 1,14-3-40,12-5 17,12-7-11,7-6 12,3-12 27,-5-9 17,-8-10-6,-12-7 23,-10-5 0,-16-4 5,-9 3 57,-13 3-23,-4 10-28,-5 10-6,0 12-56,3 16-10,7 13-12,9 15 0,9 10-45,15 7-654,12 2 548,-2-29 0,3-1-104,5-3 0,3-2-62,4-2 1,3-3-6,3-5 0,2-3 87,2-3 0,-1-4 137,-1-4 0,-2-4 98,-4-3 0,-2-3 128,17-17 175,-18-9 122,-13-2 79,-10 0-16,-6 4-51,-4 7-107,-1 10 318,-1 9-648,3 9 28,1 13-11,1 15 6,3 17-1,0 15-17,-1-26 1,1 1-306,-1 2 1,0 2 282,1 3 0,0 0 8,0 0 1,0-1 8,-1-3 0,1-2 6,2 21 50,-2-25 11,-1-23-22,-1-26-12,-2-23 1,-3-23-471,1 21 1,-1-2 441,-1-5 1,-1-1 8,0-3 0,0 0 16,1-1 1,1 1-14,1 3 0,1 1-1,2 4 0,2 2-5,2 6 1,3 1-18,12-23 1,12 14 27,7 11-33,7 13-40,3 11 40,0 18 0,-6 12 5,-8 16 23,-13 10-28,-18 8 474,-22 4-475,0-30 1,-5 0-34,-12 2 1,-4-3 2,12-9 0,0-2-188,-9 1 1,1-6-387,6-8-4072,6-13 3880,16-6 1,6 5 0,2 5-1</inkml:trace>
  <inkml:trace contextRef="#ctx0" brushRef="#br0" timeOffset="16518">5358 4683 24861,'62'-3'-2798,"-24"-1"1,-1-4 2797,-5-4 0,-2-1 0,13-4 0,-6 0 0</inkml:trace>
  <inkml:trace contextRef="#ctx0" brushRef="#br0" timeOffset="16692">5861 4381 27079,'-38'-5'-95,"15"21"-17,32 33-171,2-12 0,1 1-465,0-4 1,0 1-4169,8 20 1,0-1 3276,-8-19 1,0-3-1,1 3 1,-3-7 0,-7-17-1</inkml:trace>
  <inkml:trace contextRef="#ctx0" brushRef="#br0" timeOffset="16975">3781 5716 17088,'-52'15'159,"1"-1"0,-1 1 0,0-1 1,1 0-1,-1 1 0,-10 3 1,2-1-1,2 0 0,3 0 43,-5 2 0,4 1 0,8-2-15,10-1 1,8-2 1488,0 3-1200,59-10-314,6-11 0,10-4 1,2-2-1076,9 0 1,4-2-1,5-1 952,-12 2 0,5-2 0,1-1 1,2 0-1,-1 0-222,-7 2 1,1-2 0,1 1 0,-1 0 0,0-1 0,-1 2 183,3-2 0,-1 1 0,0 0 0,0-1 1,3 1-204,1-1 1,3-1-1,2 0 1,0 1-1,-1 0 1,-3 0 186,2 0 0,-3 1 1,0 1-1,1-1 1,4-1-17,-13 3 1,3 0 0,2-1 0,1 0 0,0 0 0,-1 1 0,-1-1 0,-3 2-197,6-2 1,-2 0 0,-1 1 0,0 0 0,-1 0-1,0 1 96,2-1 0,1 0 1,-1 0-1,-1 1 1,-3 0-1,-5 1 42,10-2 0,-6 1 1,-1 1 88,-3 1 0,-1 0 0,-9 2 0,3 0 0,4-1 0</inkml:trace>
  <inkml:trace contextRef="#ctx0" brushRef="#br0" timeOffset="21025">8362 4448 24279,'-18'-22'-17,"5"8"-224,14 51 0,8 20-263,-3-21 0,0 1-1359,4 17 1,2 0-3054,-1-13 1,2-4 3699,6 18 0,-5-23 0,-10-23 0</inkml:trace>
  <inkml:trace contextRef="#ctx0" brushRef="#br0" timeOffset="21375">8686 3988 20957,'-49'-18'311,"0"0"1,4 4 0,7 11-239,10 29-56,8 18 0,9 10-397,18 4 408,16-5 11,18-10 133,-2-16-55,-8-17 1,1-4 246,4-8 199,8-11-110,-29-14-133,-16-11-63,-15-4-5,-13-1-39,-8 5-101,-3 8 111,5 10-324,8 9-190,10 12-325,10 12-611,15 14-1747,17 13 2974,-1-13 0,2-2 0,4 4 0,3-1 0</inkml:trace>
  <inkml:trace contextRef="#ctx0" brushRef="#br0" timeOffset="21575">9071 4423 23394,'32'-46'-1434,"0"0"0,1 5 0,5 9-1994,8 23 0,1 8 2296,-9 0 0,-3 1 0,8 1 0,-23 3 0</inkml:trace>
  <inkml:trace contextRef="#ctx0" brushRef="#br0" timeOffset="21734">9131 4703 21926,'45'-26'-648,"-1"-1"1,1 0-1,0 0 1,0 1-1,-1 2-2293,-2 3 1,-1 3-1,0 0 2025,14-7 0,-4 1 1,-16 8-1,-4 3 0,5-3 1</inkml:trace>
  <inkml:trace contextRef="#ctx0" brushRef="#br0" timeOffset="22034">10178 4092 17972,'1'-3'3982,"-1"0"-2385,0 3-1429,-62 34-107,41-7-42,-13 7 1,4 2-20,27 1 0,14 16-16,10-21-7,14 5 23,10-8 42,-12-18 0,0-3 20,14 0 38,-14-9 1,0-5 202,4-13 66,4-13 79,-10-9-5,-14-7-101,-10-3-56,-14 1-96,-6 6-145,-9 10-146,-10 15-246,-9 12-664,9 13 0,0 4-1090,-13 4 1393,-9 17 1,40-20 0,3 0 0</inkml:trace>
  <inkml:trace contextRef="#ctx0" brushRef="#br0" timeOffset="22958">10958 4288 24413,'0'-33'-98,"0"0"0,-1-12 109,-1 61 0,-1 6 1,-2-4-7,1-5-22,1 1 34,1-7 95,1-1 51,0-3 240,1-2-246,0-9-107,0 3-11,-1-7-16,0 6-12,0 2 34,0 1-34,1 2-6,0-1 18,0 1-12,0-1-22,0 0 22,0 1 102,0 0-69,0-1 7,0 0-6,0-1-23,0 1 6,-1-2 6,0 2-40,0 0-611,0 1 528,1 4 44,-1-1 51,1 3 22,0-3 246,0-2-201,0-3 28,0 1 22,0-4 17,0 5 303,1-1-432,1 12 6,0 8-6,1 18-78,-6 14-225,-3-18 1,-3 3-2406,-3 5 0,-2 1 2697,-1-2 0,0-3 0,-5 13 0,8-22 0</inkml:trace>
  <inkml:trace contextRef="#ctx0" brushRef="#br0" timeOffset="23484">11833 4073 21243,'-1'-8'3198,"1"1"-2498,0 7-482,0 0-190,-11-36-10,10 50-52,-6-14-90,8 26 1,5 12-336,-1-1 0,0 0-1937,3 1 0,0 0 2396,0-6 0,0-1 0,4 7 0,-4-19 0</inkml:trace>
  <inkml:trace contextRef="#ctx0" brushRef="#br0" timeOffset="23851">12214 3662 23125,'-45'-15'138,"0"0"0,4 3 0,7 10-126,14 39-7,9 9-10,10 5-18,13 0 6,11-5 34,13-9 22,6-12 129,-1-12 163,-6-14 50,-9-14 11,-11-15-6,-9-11-61,-13-9-45,-8-2-50,-10 1-51,-4 7-67,-1 11-78,2 13-101,4 12-101,3 16-163,4 13-448,7 16-1063,8 11 1842,14 8 0,-6-25 0,7-3 0</inkml:trace>
  <inkml:trace contextRef="#ctx0" brushRef="#br0" timeOffset="24241">12022 4006 6798,'0'-4'-265,"1"0"0,-1 4 1,0 0-1</inkml:trace>
  <inkml:trace contextRef="#ctx0" brushRef="#br0" timeOffset="24975">13156 3819 24307,'-32'4'91,"0"0"0,-5 8 1,1 7-50,-7 23 0,2 6-696,5-9 0,0 0 674,6-6 1,-1 2 0,1-1 35,-10 13 0,2 0-17,5-3 0,4-1 6,3-2 0,12-4-91,37-3 79,15-19-64,6-14 1,8-6-226,-4-2 0,4-4 0,0 0-1577,1 0 0,2-1 0,0-1 1833,5-1 0,1-1 0,-7 1 0,-8 2 0,-7 1 0,4-1 0</inkml:trace>
  <inkml:trace contextRef="#ctx0" brushRef="#br0" timeOffset="26067">14363 3559 23775,'-48'-31'487,"10"7"-286,-15 30-94,11 1-292,10-1 1,-1-1 369,-22 5 78,1-3 192,9-2-186,13-3-24,14-2-212,10 0-72,7 1-6,0 2 297,0 8-241,1 12 12,0 10-6,-1 10-12,1 3 6,-1-1 12,0-2-18,0-5 12,-1-5 6,-1-6 5,1-7 56,0-8 179,1-7 185,1-3-112,3-7-196,4-4-67,7-9-29,7-4 7,5-1-6,4 2-40,3 7 1,4 5-6,5 7-17,4 9 23,3 8-6,0 10-23,-3 5-10,-11 5-51,-13 3-28,-20 2-84,-23 3-196,-24 1-480,12-22 1,-3-1-219,-4 0 1,-2-2 1089,-7 0 0,2-3 0,-5 2 0,4-5 0</inkml:trace>
  <inkml:trace contextRef="#ctx0" brushRef="#br0" timeOffset="36200">8024 6131 22795,'-21'-49'1120,"-2"8"-1048,-2 34-60,1 3-18,-35 11-11,9 10-339,14-5 0,1 3 188,-14 19 0,18 3 267,16 1-172,16-1 166,11-4-76,12-3-1,9-5 1,9-5 0,7-2-11,8-5-59,-25-7 1,0-1 2,29 6-40,-7 0-5,-18 3 117,-20 4 23,-17-2 73,-48 21-93,18-21 0,-3-1-507,-17 8 1,-4 0 497,4-4 1,-1-4-20,3-2 1,2-2 3,7-4 1,3-3-1150,-16-9-2589,25-10 3737,30-14 0,0 12 0,13-1 0</inkml:trace>
  <inkml:trace contextRef="#ctx0" brushRef="#br0" timeOffset="36817">8444 6182 21870,'9'38'119,"1"0"1,-2-3 0,-1-4 26,-1-1 22,-3-3 39,-5-5 218,1-7 320,-1-7-78,-1-5-253,-1-10-117,-2-6-95,-4-12-68,2-11-33,2-9-6,3-8 6,4-1-28,3 6-62,5 9-28,7 11-11,7 9 17,10 6 0,10 7-11,9 5-23,3 9 11,-2 10 1,-6 9-23,-10 10 11,-11 5 28,-13 4 28,-11-1 6,-12-5 28,-5-9 67,0-10 45,2-11-12,4-8-33,1-11-28,3-9-22,1-11-40,7-8-5,8-4-11,10 0-6,9 6-12,3 8-21,2 8-6,3 8-45,4 5-101,4 6-168,3 8-297,-2 8-470,-3 9-734,-5 5-1389,-3 3-4498,-3-4 7298,-6-7 1,-11-10-1,-8-6 1</inkml:trace>
  <inkml:trace contextRef="#ctx0" brushRef="#br0" timeOffset="38418">9572 6109 9296,'3'-6'9325,"-1"0"-8003,10-25 0,2-7 415,-8 12-1205,8-15 0,-6 5-95,-16 25-348,-10 6-44,-8 14-11,-7 10-18,-2 14-10,3 11-6,6 6-17,9 2-22,10-3 5,14-8-10,7-11 16,11-13 44,5-10 40,3-13 17,0-10 62,-5-14 83,-4-7 51,-9-5 23,-8 2 44,-5 5-17,-5 9-151,-1 10-157,0 9-45,2 8 23,-1 10 22,1 13-22,0 15 0,3 11-6,7 3 6,12-4 0,12-9-34,14-11-387,13-15 446,-26-11 0,2-4-6,0-5 1,1-4 7,-1-5 1,-2-4-3,-2-5 0,-3-4 0,-2-4 0,-4-4-404,-1-3 1,-4-3 425,-2-5 1,-4-1-9,-1-5 0,-4-2-9,-1-4 1,-2-2-1,-1-2 1,-2 0 25,-2 1 0,-2 1 22,-1 5 0,-1 3 28,-4 8 1,-1 4 7,-1 9 1,-2 5 42,-15-8-96,2 19-50,3 19 406,4 19-417,6 24 11,8-12 0,2 4-114,2 9 0,1 3 103,2 8 0,1 2-443,1-17 0,0 1 0,1 0 443,1 1 0,1 0 0,2-1-3,0-1 1,2-1 0,1 0-369,8 13 1,4-3 336,2-6 0,4-5 3,2-8 0,4-5-3,-2-6 1,3-6-52,-2-6 1,0-5 103,-2-8 1,0-7-18,-1-6 1,-2-6 253,1-8 0,-1-6-243,-2-8 1,-2-3 128,-2-7 1,-2-2-124,-4-3 1,-4-1-7,-2 1 1,-4 0 28,-1 7 0,-4 2 105,-5 2 1,-2 5-75,-2-9 236,-13 6-219,9 33 301,-1 4-385,4 15 21,-3 32-16,3-3 234,1 5 0,0 3-237,2-5 0,2 1-3,-1 12 1,2 2-7,3 0 1,6 2 11,10 6 0,5-3-6,-6-18 1,4-3-9,16 9 0,6-5-3,-10-20 1,1-3-7,8 3 1,2-3 8,-4-4 0,-1-4 0,2-8 0,-2-4 8,8-5 729,8-21-706,-29 0 16,-1-5 6,-12-1-44,-10 13 33,-9-5-11,1 17 5,-7-7-16,7 9 689,-1-1-690,3 4-5,1 2-73,2 1 101,4-1-11,2-1 0,2-2-23,-3 1 34,0 2-5,-3 1 33,0 1-28,-1-3-6,0 1-11,0-7-11,1 1 12,0-5-7,0-5 1,0 5 22,-5-7-23,1 12 12,-7-4 6,1 7-23,-7 0 0,3 3 5,-1 1-5,6 4-17,0 3 29,0 7 4,-5 15-32,3 1-1,1 11 17,8-13-17,15 13 6,-3-20 0,30 20-1,-7-22 12,21 3 0,-4-12-5,-10-5 5,8-9 5,-7-10 18,-4-7-12,-4-11 11,-20-5-16,-8 4 8,-6 2 0,-2-2 14,-4-15-3,3 14 0,-2 0 48,-4-14 22,2 13-33,2 13 33,1 7 0,2 10-89,0 1-17,2 5 5,5 8 12,2 1 5,14 17-28,10 7 6,-4-5 0,3 2 11,-1-3 0,1 0-304,6 5 1,-1-1 292,-7-6 0,-2 0-73,11 22-155,-25 1 71,-29 2 28,-1-25 0,-5-2-373,-5 1 0,-4-4-230,-1-3 1,0-3-680,-18 3 1422,-4-14 0,37-4 0,-4-3 0</inkml:trace>
  <inkml:trace contextRef="#ctx0" brushRef="#br0" timeOffset="38791">12119 6016 26956,'0'-63'65,"0"0"0,-1 0 1,-2 5-55,-3-2-740,-3 7 1,-2 0 742,2 17 0,-1 0 3,-3-14 0,-2 3 520,-11-7-486,2 21 236,2 19-254,1 15-10,4 12-6,4 11 783,5 14-789,8 14-11,4-4-6,8 0 1,3 3-6,1-12 0,2 1-486,1-1 0,2 3 0,1-2 334,13 10 1,3-3-180,5-1 1,3-3-393,2-3 0,1-3-1134,-1-4 0,0-3 1868,-2-5 0,-3-3 0,5 2 0,-14-11 0</inkml:trace>
  <inkml:trace contextRef="#ctx0" brushRef="#br0" timeOffset="38958">12156 5792 19445,'56'-25'-1127,"0"0"0,0 0 0,0 2 0,-1 0 0,-3 5 336,6 8 1,-6 4 0,-15 1-1,-5 0 1,4-1 0</inkml:trace>
  <inkml:trace contextRef="#ctx0" brushRef="#br0" timeOffset="39167">12966 5546 21472,'-6'0'2818,"2"0"-2549,4 0-997,43-31-566,6 19-809,-5-6 1,2 1 2102,-2 12 0,-3 4 0,5-1 0,-9 2 0</inkml:trace>
  <inkml:trace contextRef="#ctx0" brushRef="#br0" timeOffset="39317">13066 5949 26407,'58'-14'-871,"0"0"0,-7 3 0,-5-1 0,12-9 0,-26 9 0</inkml:trace>
  <inkml:trace contextRef="#ctx0" brushRef="#br0" timeOffset="42167">14875 5211 19540,'-39'5'338,"1"1"0,0 0 0,2 0 65,-14 5-17,-5-2-27,0-4-18,3-2-43,9-5-12,13-2-18,10-2-44,10 0-112,6 2-156,3 3-52,1 1 91,0 5 50,2 8-23,0 2 45,5 23-28,-4-4-5,1 18 11,-4-8 16,-1 1-10,-2-3 38,-2-5 74,-2-5 72,1-8 129,0-8 241,1-8-11,1-4-224,0-8-107,0-5-78,1-8-101,2-5-62,8-4-16,6 1-1,15 2-10,11 5-12,12 7 11,8 6 3,-26 8 1,0 1-4,2 2 0,-1 3-186,1 3 0,0 3 158,-3 2 1,-1 2-37,-5 0 0,-3 3-138,5 23-77,-26 1-253,-30 1-148,1-23 0,-6-2-3573,-11 0 0,-2-2 4259,0-3 0,2-3 0,-16 5 0,26-11 0</inkml:trace>
  <inkml:trace contextRef="#ctx0" brushRef="#br0" timeOffset="47858">8173 7529 13067,'-59'7'944,"0"-1"1,8 0 0,10 0-1309,22 0 225,13-2 509,11 2 184,7 3-101,11 4-128,10 6-129,9 5-101,5 6-90,3 4-16,2 0-342,-1 0 297,-4-6 6,-11-3 318,-14-7 651,-17-3 17,-23 2-399,-23 0-302,11-7 1,-4 0-35,-4-2 1,-2-1-57,1-1 1,1-2-87,3-3 0,3-2-339,-17-7-1708,19-6 1988,17-5 0,9 10 0,5 0 0</inkml:trace>
  <inkml:trace contextRef="#ctx0" brushRef="#br0" timeOffset="48091">8578 7397 23584,'24'-22'-389,"0"0"0,14-13-393,5 21 1,4 4-352,-8 0 1,-2 1 0,18-5 0,-11 4 0</inkml:trace>
  <inkml:trace contextRef="#ctx0" brushRef="#br0" timeOffset="48434">8779 7396 23892,'18'44'-181,"-1"1"0,-1-2 0,-3-2-177,-2 4-1351,-5 16-262,-6-6 467,-5-13 0,-3 0 1249,2-9 1,-2-2 452,-2 1 1,-2-3 305,-1-2 1100,1-13-113,6-10-235,0-6-174,2-8-802,1-5-213,3-1 230,8-9-347,11 1-113,16-9-543,-3 11 0,4 1-1509,-1 2 0,2 1 1591,4-1 1,-2 2-1,5 0 1,-19 8 0</inkml:trace>
  <inkml:trace contextRef="#ctx0" brushRef="#br0" timeOffset="48875">9685 7553 17434,'4'-3'5377,"0"0"-4038,-4 3-880,-67-27-117,20 20-300,-1-5 0,-1 4-20,-9 23 12,12 12-23,11-1 6,-2 24-51,21-12-50,0 15 0,19-12-28,9-7 45,4-10-17,11-5 73,0-14 22,10-9 90,10-30 16,-6-15-472,-22 21 0,-1-2 419,-1-7 1,-4-3 58,-1-9 0,-2-3 3,0 0 1,-2-1 32,0-9 1,-3 2 33,-2 17 1,-2 4-10,-3-15 242,-6 7-280,3 29-158,-3-1-77,5 19 66,2 15 795,2 3-783,4 28-17,5 7-132,1-5 1,1 4-675,0-4 1,2 0 261,3 11 1,4-2-376,0-9 1,1-5 242,-3-10 1,2-2-3663,15 4 1,2-6 4365,7-3 0,5 1 0,-31-21 0</inkml:trace>
  <inkml:trace contextRef="#ctx0" brushRef="#br0" timeOffset="49058">10218 7587 13575,'3'-9'4016,"11"-27"0,1-5-2431,-6 12-1302,5-10 0,-1 2 406,-11 24-493,-6 13-185,-4 14-17,-9 13-33,-3 16-23,2-3-140,8-7 1,1 0-420,1 16-100,2-14 0,-1 1-1844,-4 23-4616,-9-4 7181,-2-11 0,6-17 0,6-15 0</inkml:trace>
  <inkml:trace contextRef="#ctx0" brushRef="#br0" timeOffset="49225">9908 7656 17313,'6'-61'1982,"0"0"1,-1 7 0,1 10-1596,4 18-254,1 15-88,4 13-17,10 14-68,14 15-64,-15-10 1,1 2-606,4 3 1,1 1-598,3 1 1,1 0-3611,1-2 1,0-2 3827,17 11 1,-17-16-1,-25-13 1</inkml:trace>
  <inkml:trace contextRef="#ctx0" brushRef="#br0" timeOffset="49450">10991 7380 21853,'-45'-5'730,"0"0"0,4 2 0,14-4-786,26-4-100,26-3-180,28-6 64,-16 8 0,3 1-469,7-1 1,1 0-8,2 0 0,1 2-1851,-1 0 0,-1 2 2599,2 2 0,-3 2 0,4-1 0,-9 3 0</inkml:trace>
  <inkml:trace contextRef="#ctx0" brushRef="#br0" timeOffset="49617">11307 7466 20514,'-39'23'742,"-1"-1"0,1 0 1,-12 7-1,9-5-675,22-10 295,17-8-166,21-5-152,26-9-181,-7 1 0,3-1-952,12-5 1,2-2 311,-14 5 0,2-2 1,0 1 458,5-2 0,1-1 1,-4 1-1,-5 2 1,-2 1-1,-4 0 1,0 1-1</inkml:trace>
  <inkml:trace contextRef="#ctx0" brushRef="#br0" timeOffset="52284">12578 7049 17008,'0'-7'4095,"0"1"-3261,0 6-380,0 0-386,-69-32-24,28 46-24,-9-15 0,-1 5-254,22 23 1,6 7 233,-1-1 0,3 1-9,5 0 1,4-1-3,8 29 11,27-7 28,22-11-239,-15-26 0,2-4 230,2-2 1,2-4 16,-1-3 1,0-2 131,27-9 41,-12-10 194,-14-12 551,-18-10-551,-13-7-123,-19-7-324,-11-1 257,-9 1-62,-3 7-83,5 10 368,6 9-1047,9 11-2040,9 8 2651,4 10 0,3-1 0,1 4 0</inkml:trace>
  <inkml:trace contextRef="#ctx0" brushRef="#br0" timeOffset="57808">6539 9035 9369,'0'-6'6911,"0"1"-1377,0 5-5035,-28-63-85,10 40-364,0-12 1,-2 4-40,3 24-55,-4 6-1,-3 11 34,-12 9-1705,9 3 0,2 2 1683,-12 12-135,13-6 0,3 1 62,4 12-1,3 10 18,16-6 22,13-6-1,25-5 57,-9-15 39,23-4 51,-16-18 33,8-8 173,3-20-83,-15-9 3157,-5-4-3135,-13-10 62,-10 5 396,-1-13-195,-10-3-319,3 24 168,-6 0-101,5 29-185,0 1-167,1 7-1,2 6 90,2 8 34,10 23-23,-1-6-134,13 25-269,-3-12-292,-4-9 1,2 3-300,-2-7 0,0 1-2073,5 4 0,1-2 3084,10 9 0,-11-16 0,-10-14 0</inkml:trace>
  <inkml:trace contextRef="#ctx0" brushRef="#br0" timeOffset="57967">7106 9255 25522,'-34'-47'-464,"9"9"1,26 38-1,3 0 1</inkml:trace>
  <inkml:trace contextRef="#ctx0" brushRef="#br0" timeOffset="64691">8572 9016 23937,'-20'-45'-297,"10"25"348,17 67-71,-2-17 0,1 3-100,-1 4 0,0 0-615,-1 3 1,-1 0 126,0 1 1,-2 0-712,-2 0 0,-3-1-2709,0-1 1,-3-2 4027,-8 24 0,4-26 0,4-17 0</inkml:trace>
  <inkml:trace contextRef="#ctx0" brushRef="#br0" timeOffset="65100">8722 8707 21254,'-32'-11'-34,"7"14"-22,22 47 0,11-3 67,9-8 73,13-12 180,14-11-12,-4-17-124,-1-6 96,-8-22 35,-12-7-24,-10 4 0,-3-2 118,-4-26-393,-7 25 0,-3 1 197,-9-5 117,-13 2-100,4 17-124,-7 0-78,4 10-140,8 5-207,7 5 231,7 9-826,4 11-1684,3 15 2654,8 15 0,-5-22 0,4-1 0</inkml:trace>
  <inkml:trace contextRef="#ctx0" brushRef="#br0" timeOffset="65324">9248 8795 22032,'27'-22'-1427,"0"0"1,2 2 0,0 5-1117,32 8 2543,-24 7 0,-5 2 0,-8-1 0,7 4 0</inkml:trace>
  <inkml:trace contextRef="#ctx0" brushRef="#br0" timeOffset="65491">9294 9250 18702,'42'-25'-557,"-1"1"0,1 0 0,12-8 0,-6 5 0,-5 7 0,-20 10 0</inkml:trace>
  <inkml:trace contextRef="#ctx0" brushRef="#br0" timeOffset="66974">10404 8886 17496,'-7'-58'1671,"1"0"0,0 7 0,1 8-1021,-1 14-365,2 12-290,1 10-130,2 6 113,0 11 72,4 11-33,3 18-6,2 12-5,4 9-9,-7-28 0,1 0-2,5 26 5,-1-5 39,-2-12 56,-4-13 263,-1-13 46,-3-8-220,-4-15-77,-4-10-23,-7-14-6,-3-14-33,-3-9-3,10 25 0,0-1 25,0-1 0,0 1 62,-8-25-11,5 13-45,6 17-163,4 15-39,3 8 101,4 14 45,7 13-23,8 16 6,5 11-357,2 7 352,1-2-6,-3-4 16,-3-10 1,-5-12 72,-7-11 175,-3-11-35,-6-10-134,-7-12 346,-7-12-368,-7-15 10,-3-8 46,2-5 28,5 2 5,7 7-22,5 14-85,4 12-83,1 11 17,2 9 11,7 11 11,6 12-23,8 13-223,4 10-640,-1 8-1172,-13-25 0,-2 0 2058,7 22 0,-8-18 0,-5-16 0</inkml:trace>
  <inkml:trace contextRef="#ctx0" brushRef="#br0" timeOffset="68067">11286 8649 19087,'0'-4'2542,"0"0"-2156,0 4-1925,-16-38-2113,17 37 3652,-10-28 0,15 39 0,0-2 0</inkml:trace>
  <inkml:trace contextRef="#ctx0" brushRef="#br0" timeOffset="68258">11477 9070 23257,'-15'47'-14,"-1"0"0,1 0 0,-4 11 0,-2-3-470,0-17 1,-3 0-1,2-5-1211,3-2 0,-1-1 1695,-15 24 0,2-5 0,13-18 0,1-3 0</inkml:trace>
  <inkml:trace contextRef="#ctx0" brushRef="#br0" timeOffset="69408">12557 8618 20761,'-8'-51'1157,"1"0"1,0 5 0,2 9-705,4 15-206,1 10-186,0 7-89,0 6 45,1 9 6,6 15-63,1 18-167,4 16-154,-6-24 0,-2 1-912,1 3 1,-1 1-2476,0 0 1,0-1 3101,0-5 1,0-3 0,2 8 0,-2-20 0</inkml:trace>
  <inkml:trace contextRef="#ctx0" brushRef="#br0" timeOffset="76526">13367 8389 16236,'0'-4'4346,"0"0"-1736,0 4-2593,0-46-213,-1 36 67,-3-30 180,-5 57 10,-10 15 1,-12 18-423,10-19 1,-3 1 388,-3 3 0,-2-1-20,-1 0 1,1-1-21,3-4 1,2-1-39,-9 17-34,18-12 84,24-10 33,19-7-94,25-8-29,-17-8 1,2-1-367,5-2 1,2-1 180,1-2 1,1-1-339,-1 0 0,-1-2-191,-11 3 0,-1 0-2181,25-6 2985,-16 2 0,-20 5 0,-2 0 0</inkml:trace>
  <inkml:trace contextRef="#ctx0" brushRef="#br0" timeOffset="77326">14367 8234 13597,'0'-8'5378,"1"1"-3654,-1 7 366,0 0-1905,-12-40-185,2 29-56,-14-29 28,-2 40 45,-13 5 11,-12 3 11,-9 6 56,0 1 17,12-3-17,14-3-39,18-5-45,10-2-72,5 0 16,1 1 73,0 6-28,0 7 17,-2 9 11,2 6-6,0 2 12,0 4-12,0 1 6,0-2 11,0 0 6,-1-5 6,0-4-7,1-8 96,-1-7 308,1-6 325,0-4 29,0-2-366,0-4-307,0-4-62,0-7-61,4-3-12,5-2 1,11-1 10,13 1 23,10 3-33,8 5 5,4 6-300,2 10 283,-1 7 6,-5 11-51,-7 8-50,-11 7-33,-15 5-46,-18 6-94,-21 3 38,3-23 0,-5-3-387,-4 1 1,-3-2-174,-2-1 1,-1-3-1667,-1-3 0,1-3 1684,-20 6 1,21-10 0,16-7 0</inkml:trace>
  <inkml:trace contextRef="#ctx0" brushRef="#br0" timeOffset="77616">14363 8235 21282,'43'-33'649,"0"-1"1,-4 4 0,-7 6 11,-15 15-470,-8 5 111,-4 3-313,-5 1-706,1 0 39,1 2-5875,7 3 6553,3 0 0,-3-1 0,-2-2 0</inkml:trace>
  <inkml:trace contextRef="#ctx0" brushRef="#br0" timeOffset="78566">15273 8282 17445,'-2'-3'851,"1"0"-2587,1 3-2986,-7-26 4722,9 20 0,-8-19 0,9 25 0</inkml:trace>
  <inkml:trace contextRef="#ctx0" brushRef="#br0" timeOffset="91616">7307 452 27823,'25'-44'1648,"0"0"0,-3 3 0,-6 11-1648,-14 25 0,-4 2-1286,-6 3 908,-10 4 282,-18 6 97,-18 10-669,19-7 0,-2 0 364,-4 2 1,-2-1 13,0 0 0,0 0-4,3-3 1,0-1 745,6-2 0,1-3-836,-19 2-320,16-7-222,15-1-210,12-1 536,5 1-646,3 1 635,1 5-108,-1 10 237,-1 13 234,-1 13 214,1 7-24,1 4 16,5 0 37,3 0 27,6-2 6,3 1-6,0 2 1,-1 3-248,-2 0 219,-3-2-22,2-8-61,4-10-74,8-12-145,12-12-347,17-15 33,-17-4 1,2-4-1113,7-4 0,2-3-1341,5-4 0,-1-1 2481,-3 3 0,-4 0 0,12-7 0,-25 14 0</inkml:trace>
  <inkml:trace contextRef="#ctx0" brushRef="#br0" timeOffset="92259">8285 324 21254,'-37'-5'44,"1"-1"1,1 2 0,0 5-2847,4 12 0,2 3 2836,-13 3 782,11-6 0,3-2-715,8-3 971,-7 1-936,23-8-52,1 0-146,2-1 3426,1 2-3381,2 1 56,1 6 12,7 9-18,-1 2 29,4 10-40,-6-8 6,0 9 6,-3-5-12,-2 7-16,-1-1 67,-1 0-45,0-12 61,0 0 169,0-15 459,0 0 1529,0-4-2011,0-9-196,0 2 34,0-15-73,7 1-50,7-6 39,23-5-12,2 9 23,3 3-33,0 12-12,-9 8-6,8 8-105,4 14 32,-14 4 35,-4 3-107,-17 7-12,-14-1-111,-10 12-79,-2-18 1,-3-2-740,-19 18 89,-1-6-5561,-1-16 6609,17-15 0,3-2 0,10-5 0</inkml:trace>
  <inkml:trace contextRef="#ctx0" brushRef="#br0" timeOffset="92458">8558 585 13704,'11'0'4772,"-2"0"-4122,-9 0 660,0 0-1315,22 66-477,-11-36 191,1 9 0,2-2 291,4-7 0,-12-20 0,7 5 0</inkml:trace>
  <inkml:trace contextRef="#ctx0" brushRef="#br0" timeOffset="92859">8957 355 15620,'1'-7'6227,"-1"2"-4719,0 5-568,0 0-872,11-27-35,-5 44 29,7 6-68,-10 7 1,-1 7-164,0 4 1,1 1 146,1-8 0,2-3-1,4 16-27,13 0 39,-2-29 55,9-1 46,-1-28 22,1-14 17,3-16 33,0-9 34,-3-1 73,-6 5 23,-5 11 290,-7 12-542,-6 12-35,-3 10 40,-2 13-34,2 12 34,1 16-73,1 12-179,0 11-18,-2-29 1,2 1-587,0 2 1,1 1-680,2 1 0,2 0 1490,2 3 0,0-2 0,1 5 0,1-7 0</inkml:trace>
  <inkml:trace contextRef="#ctx0" brushRef="#br0" timeOffset="93016">9810 769 16465,'0'-4'6162,"0"1"-6263,0 3-382,-3 1-1163,2 13-4252,2 5 5898,3 9 0,0-11 0,-1-7 0</inkml:trace>
  <inkml:trace contextRef="#ctx0" brushRef="#br0" timeOffset="93875">10370 324 8920,'-7'3'3742,"1"-2"-1883,6-1 309,0 0-1339,-24 29 224,17-19 6,-18 21-146,23-28-113,2-1 1917,0-2-2459,-1-4-129,0-4-101,1-9-68,3-4 1,8-4 17,9 1 5,10 2-11,4 6-34,4 7-10,0 8 55,1 10 6,-1 10-45,-5 11-34,-5 10-16,-12 7 33,-8 7 56,-15 5 17,-10-2-181,-9-6 337,-5-13 175,2-12 184,6-13 23,6-8-146,6-12-117,4-6-102,3-8 143,7-1-327,8-1-34,8 3 28,8 7 40,5 5 16,3 9-45,3 10-61,0 10 0,1 10 5,-4 6-16,-7 4-34,-13 2-17,-15 1-11,-17-2-112,-15-2-325,-12-8-784,-8-10-3221,-2-11 4162,9-11 1,18-2-1,14-2 1</inkml:trace>
  <inkml:trace contextRef="#ctx0" brushRef="#br0" timeOffset="94076">11109 627 21153,'0'48'-764,"-1"1"1,1-7-1,0-7 1,0-17-1,1-9 1</inkml:trace>
  <inkml:trace contextRef="#ctx0" brushRef="#br0" timeOffset="94633">11720 395 21047,'2'-8'2319,"0"2"-1770,-2 6-594,0 0 50,-5 2 23,3 1 90,-5 4 61,2 1 152,-3 0 66,-4-2 46,-3-3-17,0-7-124,3-4-145,3-8-95,4-5-40,4-2-44,8-1 5,4 5-6,9 4 18,6 7-1,8 4-16,9 7-1,9 8-2,-18 2 0,-1 1-20,12 7 6,-16-3 0,-4 2-84,-8 13 5,-11 17-25,-22-10 0,-9 1 79,-2-3 0,-4 0-454,-3 1 0,-3-2 541,-4-4 0,1-4 35,11-11 1,0-3 27,-7 1 1,1-3 182,-9-3-62,11-13-106,23-4 39,6-8-68,6 3-55,12-6-28,11 4-34,18 4 12,-4 5-163,21 10-196,-6 5 132,-17 0 1,0 0-562,1 2 1,1 1-4096,7 3 1,0 0 4768,-12-5 1,-2 0-1,21 7 1,-35-11-1</inkml:trace>
  <inkml:trace contextRef="#ctx0" brushRef="#br0" timeOffset="94816">12419 736 26502,'24'-26'-280,"-3"13"62,-2 54-695,0 9-1467,-4-6 2380,6 15 0,-9-26 0,-2-6 0</inkml:trace>
  <inkml:trace contextRef="#ctx0" brushRef="#br0" timeOffset="95042">12981 482 23455,'9'-41'648,"0"-1"0,0 1 0,-3 16-625,-6 32 33,-2 13-17,0 18-22,-2 2-31,1 0 0,-1 2-76,1 4-622,1 1 1,0 1-1243,6 15 1954,3-22 0,1-3 0,0 6 0,6-12 0</inkml:trace>
  <inkml:trace contextRef="#ctx0" brushRef="#br0" timeOffset="95409">13422 537 21371,'38'-29'353,"1"0"0,-1-1 0,15-10 0,-7 11-190,-14 24 100,3 2 95,-2 6-184,1 4-23,4 4 34,-8 6-118,-5-2 135,11 17-90,-12-5 5,9 19 7,-11-1-965,-5 8 920,-6-9-126,-7-10 0,-1 2 109,-1 15-34,-1-14 0,1 0 0,1 25-45,5-1-17,2-14-207,6 10-111,-9-26-556,-10 8-5029,-29-17 5937,-13-8 0,10-7 0,10-4 0</inkml:trace>
  <inkml:trace contextRef="#ctx0" brushRef="#br0" timeOffset="108833">9362 10560 19664,'-50'-15'252,"0"-1"0,2 3 0,6 7-157,-3 20-67,4 6-79,11 2-38,11 2 33,11 1 28,10 2 39,9 1 28,13 2-11,10 0-5,11 0-349,6-1 326,3-1 0,-1-2-28,-8-2 22,-12-4 124,-15-3 173,-16-2-11,-23 1-56,-19 2-129,9-8 1,-2-1-32,-5 0 0,-1-1-28,0-1 1,0-2-43,4-2 1,2-1-337,-18-8-1427,20-7-4740,16-8 6509,13 0 0,3 7 0,4 6 0</inkml:trace>
  <inkml:trace contextRef="#ctx0" brushRef="#br0" timeOffset="109457">9633 10585 22425,'15'62'45,"-3"-4"-17,-5-18 5,-3-1-38,-1-3 5,-3-7 56,0-7 274,0-11 1098,0-6-1209,-3-23-35,-5-5-44,-3-23 6,-1-2-17,2 0 22,5 6-44,2 6-85,9 8-5,9 3-17,15 3 6,15 4-1,7 6-16,6 7-210,-3 12 188,-4 8-13,-6 11 35,-7 7-22,-8 4 10,-11 1 12,-9-2 17,-8-5 44,-6-8 35,-1-11 10,-2-7 182,1-13-233,0-9 18,2-14-34,5-8-17,7-2-11,6 3 0,7 8 0,2 9-5,2 8 21,4 7-49,7 3-62,5 7-45,7 6-163,4 8-746,4 6-99,0 3-908,-2 2-2245,-2-1 4301,0 0 0,-24-12 0,-5-5 0</inkml:trace>
  <inkml:trace contextRef="#ctx0" brushRef="#br0" timeOffset="110767">10889 10652 20890,'5'-51'1146,"0"-1"0,-1 7 1,-4 8-744,-8 18-302,-8 10-73,-7 12-6,-8 14-10,-6 14-12,-1 12-17,6 4-28,11 0-28,12-2 0,14-7 1,9-8 27,7-11 78,5-9 23,3-14 0,2-12 34,1-13 72,-2-9 18,-6-5 162,-7-8-174,-9 19 190,-5-4-106,-3 26-151,0 1-135,-1 6-22,-1 9 56,0 9 0,0 12 0,1 9-33,4 5-12,7-1 28,8-1 0,10-7 6,10-6 17,9-11-228,9-11 227,1-15-1657,-25-5 1,-1-3 1667,9-12-153,-15 3 0,-4-3 170,0-24-14,-9 17 1,-2-3 2,-3-5 1,-1-2 24,-3-14 1,-1 0 5,-1 10 1,-1 2-21,-1 2 1,-1 3 36,-1 9 0,-2 4 64,-6-7 40,-2-1 104,1 18-261,3 11 3204,3 10-3238,-1 14 475,-5 16-430,-3 22-42,5-6 0,1 4-1232,1-1 0,1 1 1240,1 2 1,1 0-12,3 4 0,1-2-334,2-9 1,3-1 322,2 7 0,4 0 5,3-6 1,6-3-43,13-2 1,4-4 33,-11-12 1,3-4-26,15 5 0,3-6-299,15-7 288,-23-7 0,1-2 33,-4-7 1,0-4 24,4-11 1,-2-5 11,-7-3 0,-3-3-242,0 0 1,-3-3 249,-3-8 0,-3-2 28,-4 6 1,-2-2 7,5-16 1,-2 0 25,-5 11 0,-3 2 2,-1-1 1,-2 3 2020,-8-2-1973,-6 2 778,-2 16-795,-3-1 327,3 10-455,4 9-23,3 3 690,3 6-667,2 7 22,-1 6-28,6 16 39,0-3-11,3-2-17,-2-6 23,-3-9 50,0 0-45,-2-6-5,-1-2 234,0-3-245,0-4 10,0 2-16,-1-3 6,1 3 10,-1 0 23,1-1-33,0-1-7,-2-2 7,2 0 5,0 0-34,-1-4 62,0-4-28,0-1 11,0-3 6,-1 4 0,0 3-6,0 1 0,-1-1-5,1 2-17,-4-6 11,2 5 28,-2-5-23,2 7 7,1 1 10,2 6-140,0 0 68,-2 8 44,-1 11 1,-1 4-1,-2 21-22,-3 18 25,5-27 1,0 1-271,1 8 1,0 2 272,2-7 0,1 0-22,3 21-32,1-25 1,5 0-174,6-4 1,4-1-400,0 1 1,3 0-98,6 2 0,3-2-596,-3-7 0,0-3-2817,2-1 0,0-2 4136,20 8 0,-18-12 0,-14-8 0</inkml:trace>
  <inkml:trace contextRef="#ctx0" brushRef="#br0" timeOffset="111434">12499 10581 25147,'-44'-40'100,"16"6"-77,37 29 38,21-6-33,-5 0 23,14-8 39,-8-4 33,-3-6-11,-5-9 0,-7-5 45,-7 0 84,-9 6 0,-9 8-107,-10 10-50,-12 10-39,-7 10-23,-2 11 12,1 12-23,6 9-11,6 11 0,7 9 0,8 6-284,10 3 268,12-3-18,13-4 0,13-8-27,9-8 10,8-12 12,-2-13 28,-1-12 11,-7-14-18,-6-11 68,-7-12 1,-5-11-1,-6-7 23,-7-8-192,-7 29 0,-1 0 298,0-28 34,-1 8 6,-5 9 5,-3 10 244,-2 9-277,1 7-39,1 7-96,2 4 327,2 4-500,0 1 100,4 8 34,5 3-17,7 11 22,7 6-33,5 7-12,1 7 35,1 7-332,-3 3 292,-1 2-28,-2 0-90,-1-3-201,-2 0-291,-6-1-393,-8-1-1039,-17-2 2070,-23-2 0,13-21 0,-7-5 0</inkml:trace>
  <inkml:trace contextRef="#ctx0" brushRef="#br0" timeOffset="111840">13542 10218 23847,'-42'-2'657,"0"1"1,3 0-1,14-5-657,36-12-112,19-4-173,25 0-24,-18 12 1,3 1-861,6 1 1,1 2-241,2 1 1,0 3 1408,2 2 0,-3 1 0,5 0 0,-11 4 0</inkml:trace>
  <inkml:trace contextRef="#ctx0" brushRef="#br0" timeOffset="111991">13596 10591 23276,'60'-15'-337,"0"1"0,0-1 0,0 1 0,-7 2 0,3-3 0</inkml:trace>
  <inkml:trace contextRef="#ctx0" brushRef="#br0" timeOffset="116167">13187 10069 14493,'-2'-8'6335,"0"1"-5005,-4-28 1,0-8-239,3 7-717,-3-12 0,0 2 124,6 20-258,0 12-218,0 8-40,0 9 50,0 13 18,3 22-18,-1 24-333,0-21 1,0 3 240,0 6 0,0 1-637,2 3 0,1 2 225,1 0 0,4 0-431,1-2 1,4-2-1146,2-4 0,1-2 2047,-1-11 0,0-3 0,5 5 0,-9-20 0</inkml:trace>
  <inkml:trace contextRef="#ctx0" brushRef="#br0" timeOffset="116384">13252 10228 21029,'-57'-10'849,"0"0"1,7 0-1,12 3-692,26 6 121,29-2-88,27-3-145,-8 1 0,4-1-614,6 0 0,2-1 412,0 0 1,0 0-2572,-5 1 0,-4 1 2728,18-3 0,-27 4 0,-18 2 0</inkml:trace>
  <inkml:trace contextRef="#ctx0" brushRef="#br0" timeOffset="119040">14525 10050 23338,'1'-63'-129,"-4"26"191,-8 76-29,-4 16-16,6-22 0,1 1-260,1 1 1,1-1 250,1-2 1,2 0 24,8 23 51,6-14 219,9-13 217,4-13-10,6-16-168,8-17-56,6-17-132,-20 12 0,-1-2-3,0-1 0,-2 0 146,17-22-56,-11 11 266,-9 14-473,-10 13 44,-3 9-72,-2 14 11,5 15-29,3 21-47,-3-17 1,-1 3-473,2 5 0,0 2-836,2 2 0,1 1 1088,3 5 0,0-2 0,2 5 0,0-8 0</inkml:trace>
  <inkml:trace contextRef="#ctx0" brushRef="#br0" timeOffset="120050">9209 11721 24665,'-33'23'6,"0"24"-57,25-16 1,4 3-1155,-3 18 1,4 2 462,5-8 0,4-2-1530,5 6 1,4-4 2271,1-15 0,2-6 0,7 7 0,-10-18 0</inkml:trace>
  <inkml:trace contextRef="#ctx0" brushRef="#br0" timeOffset="120857">9398 11495 14891,'-5'-2'4476,"2"0"-3367,3 2-1026,-31-3-32,24 8-1,-22-2 1,31 9 10,1-4 34,0-3 258,-1-2 409,-1-2 874,0-1-1306,0-2-67,-2-2-145,0 0 50,-2-1 11,-2 2-145,2 0-1,0 1-5,3 1-492,0 1 436,-2 4 50,1 2-22,0 4 6,1 1-1,0-1 6,3 1-22,1-2 11,2 0 11,-1-3 1,2-1 38,-4-2 40,0-2 72,-2-1 107,0 0-23,1-1-128,0-5-79,2-3-5,-1-3 39,-1 2 0,-1 4 5,-1 3 163,0 3-179,0-2-34,0 1 0,0-1 11,0-1-17,-1 3-1534,0-2 806,0 5-750,2 3-2292,0 4 3748,2 3 0,-1-6 0,0-1 0</inkml:trace>
  <inkml:trace contextRef="#ctx0" brushRef="#br0" timeOffset="125917">9137 11861 10332,'-2'-5'5164,"1"1"-688,1 4-3922,-6-62-28,9 35-280,-3-11 1,1 0 223,11 15-26,-3 5-80,-2 7-208,-4 5 85,-2 5-269,-1 1 34,0 7 89,0 9-17,1 15-50,-1 3 34,1 1 0,-1 3-6,1 23-377,-1-16 0,0 2 338,0-8 0,0-1 2,0-1 1,1 0-85,0-3 1,-1 0 58,2 24-39,0-11-207,0-12-627,0-11-1143,0-10-7809,3-9 9573,-1-5 1,-1-1 0,-2 0-1</inkml:trace>
  <inkml:trace contextRef="#ctx0" brushRef="#br0" timeOffset="126267">9049 11691 12606,'-8'0'3714,"2"0"-2740,-28 4 0,-7 1 142,9 1-892,-11-1 0,3 0-168,26 0 145,11-3 325,12-2-27,9 0-236,15-4-106,14-5-34,11-7-56,-26 4 0,-1 0-3,2 0 1,-1-1-1,-1 0 1,-2 0 70,23-11 44,-12 4 253,-14 7 139,-13 6-274,-9 4-538,-6 3-627,-4 1-931,-7 5-5515,-7 8 7314,1 2 0,5-4 0,7-4 0</inkml:trace>
  <inkml:trace contextRef="#ctx0" brushRef="#br0" timeOffset="126617">9058 12627 13043,'-2'6'6296,"0"-1"-3361,2-5-2812,29-29-11,2 6-51,-1-1 1,4-1-323,-5 6 0,2 1 280,0 0 1,1 0-20,-2 2 0,0 0 51,21-11-723,-12 9-2296,-17 6 2968,-14 6 0,-6 3 0,-6 3 0</inkml:trace>
  <inkml:trace contextRef="#ctx0" brushRef="#br0" timeOffset="127157">8692 12218 21405,'-40'-19'-30,"-1"0"0,3 3 0,11 10 53,23 32 5,4 6 17,4 5 5,4 0 12,5-1 22,5-1 61,9-4 1,13-6-57,17-5-242,-22-13 1,2-2 166,5-1 0,1 0-9,-1-1 1,-1-1-26,-5 1 1,-3 0-26,12 5 107,-24 4 78,-41 15-106,-4-6-12,-7-2 1,-6 0-306,4-5 1,-1-2 287,-9 4 1,-3 0-40,3-3 1,0-1-1085,-2-3 1,4-1 1117,-13 1 0,14-6 0,30-3 0</inkml:trace>
  <inkml:trace contextRef="#ctx0" brushRef="#br0" timeOffset="128133">10071 12018 13541,'2'-3'4755,"-1"1"-1064,-1 2-3483,-68-58-118,40 46-17,-23-13 0,-1 9-34,17 37-28,-15 16-5,19 3-1447,8 5 1441,9-7 332,6 10-355,15-4 34,8-3 45,13-6 79,7-22 61,4-13-107,-9-7 175,15-33-57,-17-4 162,-8 9 1,-1-3-222,-7 2 1,-4-2-10,-1-1 1,-2-2 14,-3-1 0,-1 0 17,-3 0 0,0 2 36,-3-20 117,1 27 1,-1 3 67,0 3-252,-1-3-78,2 22-241,2 7 89,0 12 90,5 18-22,5 21 8,-1-14 0,0 0 0,0-3 0,0 1-205,4 27 1,1 2-645,-4-16 1,0 0-81,0-3 0,2 3 0,0-3 943,5 11 0,-1-7 0,3 8 0,2-17 0</inkml:trace>
  <inkml:trace contextRef="#ctx0" brushRef="#br0" timeOffset="128491">10651 11852 19389,'0'-4'3602,"0"0"-3378,0 4-303,-66 49-106,34-7-727,-11 1 0,0 3 587,23-11 0,4 1-258,-3 0 1,-1 0-75,0-2 0,0-2 298,2-4 0,-1-4 722,-12 8-32,8-24 251,9-23 236,5-20 50,7-19 1,11-7-447,-3 29 1,3 2 260,13-21 457,-2 14-995,-3 15 210,0 10-355,4 12-51,11 11-145,14 13-123,-18-6 0,2 2-1191,3 4 0,1 2 1510,6 3 0,-3 0 0,5 4 0,-4-3 0</inkml:trace>
  <inkml:trace contextRef="#ctx0" brushRef="#br0" timeOffset="128700">11429 11787 23467,'-34'-15'58,"-1"0"1,2-15-468,87 12-36,-14 8 0,3 1-1329,6 1 0,2 3 1774,3 1 0,-3 2 0,7 1 0,-12 2 0</inkml:trace>
  <inkml:trace contextRef="#ctx0" brushRef="#br0" timeOffset="128867">11322 12177 24155,'-41'18'717,"1"0"1,-12 5-685,81-38-44,-1 1 0,5-1-118,9-3 0,3-1-1111,7 0 0,1-1-1138,2 0 1,0 2 1848,-9 2 0,-4 2 1,11-4-1,-26 9 1</inkml:trace>
  <inkml:trace contextRef="#ctx0" brushRef="#br0" timeOffset="129767">12481 11861 19535,'0'-8'1960,"-2"-24"0,-1-7-812,0 3-812,-1-6 0,1 0 79,1 11-252,0 12-270,1 11-5,1 9 124,4 14 21,3 16-5,4 19-23,-6-17 1,0 2-115,-1 3 0,-2 1 109,0 3 0,-2 0-277,0-1 0,-1-1 280,-1-3 0,1-2 8,-5 21 51,2-19 145,-1-18 11,2-18-134,-2-17 200,-1-19-205,-2-19-46,3 21 1,1-2 12,0-4 0,1-1 18,0 0 1,1 1-4,1 2 1,0 3 95,3-20-22,0 20-107,1 18-73,-2 14 39,0 8 6,4 18-5,3 14-1,1 24-149,-4-23 0,-2 2 149,-1 5 1,-1 2 7,-3 11 1,-1 0-6,1-19 1,0-2 4,-1 10 1,-1-5-3,3-8 40,0-5 38,3-20-16,4-34-62,0 0 2,1-7 1,-1-3 14,2-24 165,-3 20 1,-1-1-203,-1 3 1,-1 1-244,0 1 0,-1 2-572,0-5 835,0 7 0,-1 25 0,0 0 0</inkml:trace>
  <inkml:trace contextRef="#ctx0" brushRef="#br0" timeOffset="142562">6894 13441 11858,'-9'-48'1280,"1"0"1,2 8 0,0 8 1380,1 16-2717,3 13 1375,1 19-1291,0 1 0,0 19 0,-1 7-26,0-2 1,-2 1 208,2 8 0,-2 4-203,-2 6 1,-1 2 2,-1 1 0,1-1 828,0-2 0,0-1-828,-1 2 0,2-4-3,2-23 1,0-4-4,0 10 191,0-13 392,2-19-56,1-8 135,1-9-605,0-33-34,2-4-17,3-12-897,5 17 1,2 3 896,4-3-141,8 1 1,3 2 129,9 5 0,-9 11 0,1 4-11,9 3-12,9 10 6,8 25 12,2 7-174,-22-5 1,-3 4 141,-7-2 1,-4 1 3103,9 15-3135,-19 21 40,-29-16-110,0-13 1,-6 0 134,-6-6 0,-5-3-14,-3-2 1,1-3-15,7-4 0,0-4-627,-7-5 0,2-4-1106,4-8 1764,-15-26 0,36 19 0,1-12 0</inkml:trace>
  <inkml:trace contextRef="#ctx0" brushRef="#br0" timeOffset="142770">7481 13930 26536,'-26'-38'-975,"4"14"1,26 14-1</inkml:trace>
  <inkml:trace contextRef="#ctx0" brushRef="#br0" timeOffset="148412">8809 13509 15737,'-1'-4'5920,"0"0"-4239,1 4-1384,-4-2-51,4 26-128,-3 12-99,3-3 1,1 3-26,-2 24-120,-4-7 0,-2 1-129,-1-13 1,-2-1-749,-4 19 1,-4 1 172,0-11 1,-2-2-745,-2-2 0,-2-2-2092,-1-5 1,0-2 3665,3-8 0,2-3 0,-7 3 0,14-16 0</inkml:trace>
  <inkml:trace contextRef="#ctx0" brushRef="#br0" timeOffset="148811">8928 13016 16863,'-3'-3'4256,"2"1"-3360,1 2-817,-61 44-34,46-12-31,-14 1 0,6 1 37,39 6 5,12-6 45,6-7 111,1-10 96,-2-8 79,-5-9-18,-7-10-55,-8-10-6,-6-7-11,-8-5-12,-8 2-89,-8 4-84,-5 6-22,-4 8-79,3 5-106,3 4-118,5 7-308,2 7-655,5 10-1607,3 11 2783,10 11 0,-3-19 0,6 0 0</inkml:trace>
  <inkml:trace contextRef="#ctx0" brushRef="#br0" timeOffset="149028">9399 13368 23539,'23'-28'-1070,"0"0"0,1 3 1,3 6-1665,7 13 1,2 6 1318,21 2 0,-23-1 0,-17 3 0</inkml:trace>
  <inkml:trace contextRef="#ctx0" brushRef="#br0" timeOffset="149195">9402 13691 19384,'-6'2'3803,"1"0"-3742,5-2-453,66-42-23,-38 27 1,3-1-539,7-4 1,3-4 0,0 3-2431,7-1 0,-3 2 2939,-5 3 1,-4 2 0,9-4 0,-22 10 0</inkml:trace>
  <inkml:trace contextRef="#ctx0" brushRef="#br0" timeOffset="149538">10117 13326 18997,'-3'0'4061,"0"0"-3014,3 0-879,-19-73-67,25 41-68,-10-13 1,5 3 22,29 18-6,3 6-5,3 8-22,6 12-18,-13 4 40,7 18 17,-20 10-23,-5 22-25,-14-20 0,-6 2-6,-10 15 1,-5 0-392,6-15 0,-2-1 400,-10 13 0,1-1 39,-5 4-59,15-24 0,1-1 31,-5 13 17,12-18 101,23-13-40,25-19-112,-4-1 1,5-2-866,13-7 1,4-2 300,-11 4 1,2 0 0,1 0 569,9-4 0,2 1 0,-5 1 0,-4 1 0,-4 3 0,-2 0 0,0 0 0</inkml:trace>
  <inkml:trace contextRef="#ctx0" brushRef="#br0" timeOffset="150230">14179 12257 24575,'0'0'0</inkml:trace>
  <inkml:trace contextRef="#ctx0" brushRef="#br0" timeOffset="151038">11620 13083 22503,'-13'-33'-3543,"-1"1"0,-3-14 3543,22 53 0,1 1 0,-2-2 0</inkml:trace>
  <inkml:trace contextRef="#ctx0" brushRef="#br0" timeOffset="151212">11811 13290 23640,'-13'45'-577,"0"0"0,0 0 0,0-1 0,0 0 0,1-2 577,-3 10 0,2-6 0,-4 10 0,0-5 0</inkml:trace>
  <inkml:trace contextRef="#ctx0" brushRef="#br0" timeOffset="151821">12861 12995 24071,'3'12'504,"-14"5"-459,-31 6-6,-13 4-409,24-14 0,0-1 471,-29 6 119,10-7-75,15-14 81,16-12-226,17-14 17,17-6-6,14-2-5,11 6 11,12 6-6,-16 12 397,13 4-403,-13 13-10,11 9-23,-1 13 14,-26-1 0,-3 4 3,4 13-151,-18-4 0,-7 1 148,-9-6 0,-4-1-462,-8 13 1,-5 1 472,-5 1 0,-3-2 31,-2-1 0,-1-3 53,3-8 1,-1-4 64,6-9 0,0-5 229,-17-4-22,15-22-141,16-12-105,23-21-96,6 12 6,29-14-12,5 18-20,-14 13 1,3 2-56,1 1 0,3 3-275,9 2 1,2 2-287,-4 2 1,-2 2-3,0 1 1,-1 1 632,7 1 0,-6 1 0,-11 0 0,16 0 0</inkml:trace>
  <inkml:trace contextRef="#ctx0" brushRef="#br0" timeOffset="152128">13848 12892 25091,'-49'-4'117,"-10"19"-100,15 25 0,1 8-835,12-17 0,0-1 832,-12 13 0,3-2 8,2-1 423,5 5-422,18-19 333,20-7-322,6-12 16,22-3-61,16-5-166,2-3 0,4-3-436,1 0 0,1 0 53,-8-1 0,3-1 0,-3 0-471,2 0 0,0 0 1031,-5 0 0,2-1 0,-7 1 0,5 0 0,-13 2 0,0 0 0</inkml:trace>
  <inkml:trace contextRef="#ctx0" brushRef="#br0" timeOffset="152688">15067 12639 18386,'0'-4'4845,"0"0"-2739,0 4-2061,-54-36-17,18 35-244,-6-13 1,-2 2 266,-16 32-40,11-5 11,-10 1 23,11-7-11,7-1 122,9-3-145,21-5-5,8 1-6,2 0 28,1 3-11,0 7 358,2 6-364,2 8 23,2 5 5,0 3-11,-2-4 39,-1 6 45,-6 0-22,-4 0 11,-4 2-56,-1-17 95,0-3 296,6-10-44,1-3-162,3-8-112,2-7-79,0-2 6,11-14-6,5 7-28,15-9-5,7 10-12,8 3 17,-6 7-22,-6 6 0,1 2 5,18 7 6,-21-4 0,1 3-14,5 8 0,-2 3-42,9 12 19,-16-5 1,-4 1-48,-4 10-216,-22-3 1,-8 1-518,-22 13-219,6-12 1,-5-2-920,-1-9 0,-2-3 1401,2-4 0,3-2 0,-8 1 0,15-9 0</inkml:trace>
  <inkml:trace contextRef="#ctx0" brushRef="#br0" timeOffset="152961">15368 12512 20548,'4'-2'4498,"-1"1"-2750,-3 1-1569,57-33-101,-41 25-47,16-11 0,-6 5-14,-25 14-404,0 0-878,-1 5-5917,-1 3 7182,0 4 0,0-5 0,0-2 0</inkml:trace>
  <inkml:trace contextRef="#ctx0" brushRef="#br0" timeOffset="168638">10675 1000 28372,'-51'-9'622,"16"3"-1278,41 9-467,15 2 908,4 0 23,14-1-49,8-1-195,15-3-406,-19 0 429,11 0-554,-29 2 328,-1 1 84,-12 4 130,-20 10 261,-2-3 520,-22 14-191,-1-6-339,-13 5 247,-4-2-243,-2-3 353,3-1 314,2-2-671,6-2-318,6-3-66,11-3-315,11-4-35,12-2 612,8-3-226,16-1-20,12-4-38,18-5 273,-14 0 0,2-2-8,-5 2 1,-2-1 150,0 0 1,-2 1 135,12-3 253,-26 7 293,-4 1-275,-31 7-236,-2 3 101,-40 11-38,29-7 0,-2 0-228,-9 3 0,-2 1 368,0-1 0,2-1 196,3-1 0,3-1-196,-6 1-226,16-5 61,36-10-4,17-7-119,28-10-1107,-5 3 0,4-2-3731,-3 3 1,0 1 4274,-2-1 1,-3 2 0,3 1 0,-36 10-1</inkml:trace>
  <inkml:trace contextRef="#ctx0" brushRef="#br0" timeOffset="170145">10451 14324 19221,'-56'8'241,"-1"-1"0,-2 5 0,12 1-230,29 1-34,-10 11-38,21-11-23,4 6 84,6-7 73,17 8-12,4-8-27,6 3 5,12-1-22,-3-1-15,-7-4 1,1 1-8,21 7 10,0 4 12,-27-8 112,-12 6 162,-35 8-112,-17 5-90,3-11 1,-4-1 11,-4-3 0,0-3-56,7-2 0,-1-2 16,-4-3 1,0-1-157,-9-4-1860,-1-19-319,25 0 1426,15-19 0,10 21 0,2 0 0</inkml:trace>
  <inkml:trace contextRef="#ctx0" brushRef="#br0" timeOffset="170737">10827 14350 21075,'12'52'160,"0"0"1,-1-8-1,-3-6 47,-7 1-55,-3-14-18,-1 8-89,-1-15 325,1-4-23,2-10 146,0-1 1182,-5-39-1647,2 9 5,-2-30 34,5 21-33,5 6-17,1 7-17,4 8-17,1 5 6,-1 6-34,11 1 39,-1 6-16,14 5 5,1 7 12,-5 0-1,18 15-44,-15-7-23,13 11 22,-21-5 57,-11-1 11,-9-7 84,-17 5 16,-1-17 23,-8 1-17,6-21-16,4-10-23,5-15-28,10-7-11,9-1-17,9 3-39,5 9 17,2 7-1,0 11-33,1 7 11,-5 7-100,9 10-685,8 17-721,3 5-693,-17-11 1,-2 0-2155,8 8 3603,-3 0 0,-19-18 1,-1-1-1</inkml:trace>
  <inkml:trace contextRef="#ctx0" brushRef="#br0" timeOffset="171387">11820 14519 22218,'4'-47'909,"0"0"0,-1 5 0,-4 7-551,-10 15-245,-6 9-107,-7 9-18,-6 13-11,-5 13-27,2 15 5,4 8 17,10 3-28,9-3 28,6-13-39,13 5 39,2-21 34,9 3 33,0-17 45,3-14-23,3-11 35,3-13 78,-3-9 39,-4-2 44,-6 4 18,-7 6-57,-4 12-128,-3 11-118,-1 8-40,-1 5 40,1 8 40,5 9-1,4 12-22,7 7 11,7 1 0,5-4-12,7-4-10,9-8 5,5-8 34,1-9 5,-2-13 23,-6-12 22,-8-17-284,-6-15 259,-18 19 0,-3-2 0,-2-5 0,-2-1-467,-2-5 1,-1-2 457,-3-2 1,-1-1 19,-1 0 1,-2 2 30,-1 4 0,-1 1-60,0 7 0,0 3 172,-7-16-33,3 20-96,4 16 144,3 9-261,3 10 952,-1 14-890,2 22-7,0-10 1,0 3-12,1 9 1,0 2-513,0 6 0,2 2 493,0 4 0,2 1-37,2 0 0,3 1-455,3-4 1,4 0 238,3-5 1,3-2-258,3-6 1,2-2-545,1-6 1,2-3-2723,-2-6 1,1-4 3800,18 6 0,-19-15 0,-14-9 0</inkml:trace>
  <inkml:trace contextRef="#ctx0" brushRef="#br0" timeOffset="171911">12776 14416 25489,'-18'-23'442,"4"3"-403,15 16 40,1 1 5,-1 1 817,-1 2-783,0-3-62,0-2-6,0-5 6,0-6-22,0-8 11,-1-13-40,-3-13 7,-1-10-146,1 28 0,1 0 179,-5-24 61,0 12 28,1 15-50,1 14-84,2 9-61,2 7 50,0 12 323,1 14-329,1 21 23,0-17 0,1 2-251,2 5 1,1 1 238,2 1 1,1 2-340,3 0 1,3 0 257,0-1 0,3-2-75,2-1 0,1-2-332,0-3 0,1-2-156,0-4 0,0-1-1674,18 13-3300,-3-15 5624,4-19 0,-20-4 0,1-7 0</inkml:trace>
  <inkml:trace contextRef="#ctx0" brushRef="#br0" timeOffset="172487">13199 14472 14034,'0'-5'8968,"0"2"-6268,0 3-2656,-11-31-38,11 22 5,1-28 12,21 26-12,12-8 11,7-7-11,-16 5 1,-2-1-1,10-10 50,1-19 35,-24 20 55,-4-2-50,-14 10-57,-10 11 12,-12 8-11,-5 10-6,-1 9-5,4 9 0,4 5-23,5 15-22,11-3 11,2-1 0,13-1-12,6-9 1,10 5 0,10-7-6,17-8 17,-12-11 11,14-8 6,-17-13 11,7-13 28,-4-11 3,-18 6 0,-2-2-9,3-13 28,-8 8 1,-2 0 139,0-12 113,-1-7 190,-1 7-370,-2 22 224,-3 6-291,-1 17 0,0 0-101,1 4-28,2 7 17,9 8 28,1 4 6,20 17-12,6 3 12,-12-14 0,2 2-20,6 6 0,0 2-794,-7-5 0,-2-1 777,-2-1 0,-4 0-289,-6 29-173,-28-10 8,3-18 1,-4-1-1908,-8 1 0,0-3 2392,-13 5 0,9-9 0,20-19 0</inkml:trace>
  <inkml:trace contextRef="#ctx0" brushRef="#br0" timeOffset="172854">14207 14356 27454,'37'-25'258,"-6"-10"-213,-27-16-23,-1-10-774,-4 19 0,-2-1 763,-2 3 0,-1 1 233,0 7 0,0 1-230,-4-3 0,0 2 20,-7-7 248,-6-1-215,-2 16-56,5 13-11,0 10 791,9 7-803,0 24 7,7 6 5,5 24-326,6-28 0,5 0 312,5 3 0,4-1-6,-3-5 1,4 0-177,21 13 0,4-1-252,-14-14 0,2 0-583,14 10 0,0 0-3492,-13-13 1,-3-2 3889,15 11 0,-21-15 0,-15-10 0</inkml:trace>
  <inkml:trace contextRef="#ctx0" brushRef="#br0" timeOffset="173021">14199 14169 24463,'38'-29'-408,"0"0"0,0 0 1,1 2-1,0 2 1,3 4 407,3 10 0,3 4 0,-5 2 0,-3-2 0,-4 1 0,-4 1 0,0 0 0</inkml:trace>
  <inkml:trace contextRef="#ctx0" brushRef="#br0" timeOffset="173228">14889 13959 23091,'-5'0'2431,"2"0"-2375,3 0-173,92-36-2423,-32 24 2146,-18 0 0,6-3 1,-5 5-1190,-6 6 1,-4 5 1548,25 6 1,-27-5 0,-10 5 0</inkml:trace>
  <inkml:trace contextRef="#ctx0" brushRef="#br0" timeOffset="173361">15095 14099 25679,'51'-8'-206,"1"1"0,-1 0 1,-3 4-1,-6-1 1,-12-5-1,1 0 0</inkml:trace>
  <inkml:trace contextRef="#ctx0" brushRef="#br0" timeOffset="174754">15857 13825 13575,'-9'3'5607,"2"-1"-3815,7-2-408,0 0-1015,-13-62-49,22 30-208,-9-9 0,5 2 16,27 8-44,4 9-56,0 7-16,-1 9-29,-1 10-22,-4 9 11,-4 13-28,-5 10-6,-7 6 0,-5 9 57,-5 2 50,-10 1 39,-6-6 95,-10-9 353,-10-10-241,9-13 342,-5-6-151,15-15-185,2-5-140,6-11-40,18-9-100,0 9 5,24-7 12,0 16-17,15 2-394,9 11 377,-29 4 0,2 3 0,0 3 0,0 3-23,-1 3 1,-1 2-23,-5 1 1,-3 2-102,5 27 12,-35 3 8,-12-23 0,-8-2-201,-6-3 0,-7-2 0,1-2-610,-3 2 1,-3-2 936,-4-3 0,-5 0 0,9-5 0,1-2 0,-18 1 0</inkml:trace>
  <inkml:trace contextRef="#ctx0" brushRef="#br0" timeOffset="176045">10760 15547 14029,'0'-6'8273,"0"2"-6856,0 4-555,-6-61-257,-2 42-448,3-15 0,-5 4-90,-9 25-22,-9 12-23,-8 10-27,-5 14-18,4 10-16,9 6 11,12 3-45,11-2 1,13-5 49,10-8-17,13-8 35,7-7 16,8-7-28,2-4-5,0 0-23,-8-1 17,-13 2 45,-13 2 16,-15 1 29,-16 4-28,-19 2-11,-17 0-9,22-11 0,-1-2-28,0-1 0,0-2-317,-25-5-1181,12-10 1512,17-9 0,14 7 0,10 0 0</inkml:trace>
  <inkml:trace contextRef="#ctx0" brushRef="#br0" timeOffset="176287">11221 15458 26486,'32'-29'-73,"0"0"0,0 0 0,16-10 0,1 7-162,-5 20 0,1 6-695,2-1 0,-1 1-297,-1 2 1,0 1 1226,-1 1 0,-3 0 0,6 2 0,-13 0 0</inkml:trace>
  <inkml:trace contextRef="#ctx0" brushRef="#br0" timeOffset="176621">11530 15381 20414,'-5'0'5142,"1"0"-4408,4 0-746,-20 4 12,22 12-44,-12 11-119,26 20-313,-4 11-409,-8-15 0,-2 0 6,-2 18 83,-5-18 1,-3 0 139,-9 6 746,-8 6 420,-1-16 414,5-16 454,4-16-1020,9-10 180,4-13-269,12-5-163,9-8-83,16-4-74,16-3-64,-19 18 1,1 0-587,4-1 1,1 2-90,2 0 1,0 2-1376,0 1 0,-1 1 2165,-5 2 0,-2 2 0,7-2 0,-17 5 0</inkml:trace>
  <inkml:trace contextRef="#ctx0" brushRef="#br0" timeOffset="177111">12186 15505 18571,'3'-1'5920,"0"0"-3186,-3 1-2594,-19-23-34,12 17-78,-16-17-17,6 29-22,-5 7 17,-5 4-40,-9 13-16,11-1 5,-4 12 6,14-6 39,8 4-11,9-16-29,11 6-4,6-9-7,10 3-16,5-6 22,6-10 62,-12-7 22,3-13 17,-13-10 11,-1-14-3,-9 5 1,-3-2-15,-1-1 1,-2-1-503,-2-11 1,0 0 490,-1 13 1,0 1 44,-1-8 0,-1 1-224,1 8 1,-1 0 391,-2-24-11,1 12-195,1 30-46,2 9 0,0 4 952,0 1-975,4 13 627,8 11-627,8 26 7,0-3-21,-7-9 1,-1 3-297,-3-4 1,-2 3-214,3 21 0,0 1-710,-2-9 1,1-2-146,2 5 1,1-4-1524,8 5 2924,6-12 0,-15-31 0,0-3 0</inkml:trace>
  <inkml:trace contextRef="#ctx0" brushRef="#br0" timeOffset="177437">12828 15513 19367,'0'-5'6094,"0"2"-5114,0 3-930,-27-11-27,12 24-46,-23-2-16,22 20-487,-15 22-466,2-11 56,5-11 1,-2-1-797,-1-4 1,-1-3 748,-2-1 0,0-3 781,-18 7 1698,-4-19 262,27-23 46,-1-17-376,19-13-486,14-6-304,8 0-425,3 14 140,17-6-264,-4 22-66,22 0-90,6 21 5,-23 7 1,1 3-662,4 2 0,1 3-4193,1 0 1,-1 1 3727,-10-3 0,-2-2 0,10 4 1,-29-10-1</inkml:trace>
  <inkml:trace contextRef="#ctx0" brushRef="#br0" timeOffset="177645">13551 15296 20162,'-10'-1'3915,"1"0"-3669,9 1-587,0 0-158,85-65-1096,-54 54 1,3 1 343,7-11 0,6-6 0,-4 9 802,-5 14 1,-5 5-1,7-2 1,-21 3-1</inkml:trace>
  <inkml:trace contextRef="#ctx0" brushRef="#br0" timeOffset="177811">13499 15478 26934,'42'-4'-284,"-1"-1"0,4 0 0,1-1-1741,9-5 0,1-1 893,-6 2 0,-3 0 0,14-2 0,-26 5 0</inkml:trace>
  <inkml:trace contextRef="#ctx0" brushRef="#br0" timeOffset="179337">14514 15191 21786,'0'18'1389,"-1"-2"-1209,2-14 122,-1 0 908,0-2-1009,-1-3-66,-3-4-7,-4-8-4,-3-7-29,-1-6 29,4-11-102,4 11 12,10-10 5,9 15-11,12-5-17,14 5 23,11 5-34,9 9-6,-28 8 0,-1 2 3,0 5 1,-1 3-37,24 19-1,-17 15-269,-19 15 264,-21-24 1,-7 2-673,-9 6 1,-6 0 659,-11 5 1,-6 0 33,10-14 1,-2-1 0,-1 1 67,-6 1 0,-2 0 0,4-3 16,-2 1 1,2-3 106,-5-1 0,6-11 258,15-25 11,6-20-12,26-25-294,2 20 1,7 0-673,17-8 0,7 4 597,0 8 0,3 4-45,1 2 0,2 4-352,6 9 1,0 6 337,-8 6 1,1 5-82,11 1 0,4 4-1055,-14 2 0,2 2 0,-4 1 1139,8 2 0,-3 1 0,-5-2 0,-7-2 0,-7-3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6878-B155-5A47-517D-35837EAF6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F5D2F-B64C-3677-A8E4-91C2CF205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136A1-B1DD-9231-96B5-5C1259BE6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471F4-0596-52DE-498F-2E639227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4E4D-DE92-BB06-ACE3-F2440E2E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53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563D-37DF-81FD-8A33-666767C2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04CB1-1F1E-7162-8414-038B1A895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A88AB-2879-87E4-126D-EC6F8C786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F3E6B-BFC1-3583-7A2E-CF625665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0058-9912-E88A-B32C-5B94B20A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25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F685-C24A-F12C-C580-A8311458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D95D8-1C36-9233-2F04-BD6281F38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5299C-17DE-046A-91CE-65F8EB04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53C59-6490-64AD-5976-FD085A24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9ACF4-125D-59AC-66C8-3588FF58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3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2C00-6876-3E1B-8733-96EBE5D7D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BFEE0-A7A0-CA47-D25B-5FA6F8EF11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515AE-8F03-CA79-DE8D-4B6AD5C3F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D623E-3540-E9B4-68C0-E3A250D8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E3C74-17D4-EE49-9FE0-E5D067A4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3BD27-3068-234B-1AF4-AA127CF6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4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1BD6-9DC2-20EB-C93C-B70937D1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1E734-5169-64AD-CCFA-AB1697451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02F5D-0AC7-EFB9-9C76-2B7FB5FB4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1D2E5-21BC-D3FF-1829-2BFDD362F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D53013-9532-D220-9222-C5437EDB1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99816-1478-91DA-C752-76661974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3F0B4-E393-8FBE-A754-9D870F8C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AEBC6-7B7A-9847-5CBD-EF96836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5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789-32EF-D04F-572D-61DE9AA7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E6FE0-5C37-9178-41A0-C0A54E8C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72EEE-7079-2BFD-7F95-0D580523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E216B-5D95-A95D-64A5-D14E0E55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9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ED3C2-7613-0E14-42FA-0B071D1D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B6CBD-D75E-53C5-07AA-2AE87C0F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188A2-7564-02E1-4808-60061494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6C417-64C0-FBB4-C7F1-34F53A03A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AF436-79BC-9051-D4A8-7D9BDA347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E5995-D950-D77F-D7A5-27FD1A618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58D4B-4004-3804-1E31-1D3D9584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7B896-B24A-4B69-C2D3-C5149F88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837E5-551F-E98C-5356-D3BF4A6A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2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80FD-EEB6-9CF2-4AB0-B8DA2F0F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126B38-8E4B-AA9B-667D-E5C3BF56E1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BB2E1-3E98-8D51-FDB2-1FA48333D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F4783-8BAA-EB7D-3C1F-34356725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2C1E7-F94C-6012-3FFA-6C44AAEE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59E6E-B0A6-E657-5055-A6B9F817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2B734-5D25-FA83-F0C4-006B9765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9173D-E6B1-C805-1866-B1BFF0F51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C71B9-9D0E-3D6D-2DC4-1C24C297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E1161-8A28-7C0E-E4F9-FD234D97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41AC-0131-D965-9565-31ABDF3F6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84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54D7A-5DB5-CFA9-3628-76F6D8281B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980BA-0E20-C84D-2E47-D94426E67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DE85A-871A-84B6-59E1-A1B4150B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D6BF-EEFC-D569-4F72-C9767068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B5618-02DC-03AA-0A84-C5A955A3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0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835CE-D234-B66F-066F-2325A455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6D5C8-EAED-70CE-1529-550F60043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6228-78F6-3F9F-D543-C6326A55F7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5F52C-DC60-B449-8D36-FB77ADDBB9F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B7F1B-48AA-3DF1-E5AB-277D66950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30766-8F09-B2E8-646B-DE285E921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AE88-8A32-1544-AA25-1A28FD692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6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0156A8D0-675A-D784-B39B-BF4A8CD5A3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1A166C2-C6F3-B4CF-94B1-9AA92334F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28014C-1845-BB6B-E56F-4C90C59E76A6}"/>
                  </a:ext>
                </a:extLst>
              </p14:cNvPr>
              <p14:cNvContentPartPr/>
              <p14:nvPr/>
            </p14:nvContentPartPr>
            <p14:xfrm>
              <a:off x="458640" y="847080"/>
              <a:ext cx="10019520" cy="3155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28014C-1845-BB6B-E56F-4C90C59E76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280" y="837720"/>
                <a:ext cx="10038240" cy="317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23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D0A1E-240D-9E37-1975-50F96E73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DC3A2B-865D-A644-1BBF-5914BB6DB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A10BF67-AC67-6428-D328-2DE9A3D24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1DE883-3DBD-DE08-09E3-B10880CF89BB}"/>
                  </a:ext>
                </a:extLst>
              </p14:cNvPr>
              <p14:cNvContentPartPr/>
              <p14:nvPr/>
            </p14:nvContentPartPr>
            <p14:xfrm>
              <a:off x="2423880" y="223560"/>
              <a:ext cx="8247240" cy="4533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1DE883-3DBD-DE08-09E3-B10880CF89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4520" y="214200"/>
                <a:ext cx="8265960" cy="45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264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3E56E-3DE9-66DA-D7DC-3CEF4FF1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0B17F9-CA61-A17B-0541-1676A1C62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C172760-FF9C-BABF-A4B2-5035CD260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8003A4-2097-06D0-C618-5EF4A9EDA0B2}"/>
                  </a:ext>
                </a:extLst>
              </p14:cNvPr>
              <p14:cNvContentPartPr/>
              <p14:nvPr/>
            </p14:nvContentPartPr>
            <p14:xfrm>
              <a:off x="595440" y="316080"/>
              <a:ext cx="10633680" cy="499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8003A4-2097-06D0-C618-5EF4A9EDA0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080" y="306720"/>
                <a:ext cx="10652400" cy="50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836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EEF85-AC5A-2AD4-BC94-67D9E352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2E02F4-D926-BEBE-0A17-38E108774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C450F9B-8A28-C7E7-AC37-8E1B5416C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1A6B45-DA74-93FD-0D3E-3C07040127BC}"/>
                  </a:ext>
                </a:extLst>
              </p14:cNvPr>
              <p14:cNvContentPartPr/>
              <p14:nvPr/>
            </p14:nvContentPartPr>
            <p14:xfrm>
              <a:off x="79200" y="770040"/>
              <a:ext cx="9906120" cy="6036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1A6B45-DA74-93FD-0D3E-3C07040127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40" y="760680"/>
                <a:ext cx="9924840" cy="60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184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F992B-F872-CABF-91A5-66F29DA1C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E0CF680-6CA6-BC48-D799-CCBB2A213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2340815-6538-88AA-30DB-6B3226FF5A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6DE7905-9BFD-827C-BD49-118B353CD26D}"/>
                  </a:ext>
                </a:extLst>
              </p14:cNvPr>
              <p14:cNvContentPartPr/>
              <p14:nvPr/>
            </p14:nvContentPartPr>
            <p14:xfrm>
              <a:off x="749160" y="1039320"/>
              <a:ext cx="5374080" cy="3504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6DE7905-9BFD-827C-BD49-118B353CD2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800" y="1029960"/>
                <a:ext cx="5392800" cy="352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399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A3950-39D0-B954-99F7-7D23FC29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5738E2-861A-A7A3-44B4-E12C85EC1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FAFE53B3-BEE1-C6A5-F81A-CCB35FD5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468F44-AFF1-E0B1-D188-44E2FDE0E398}"/>
                  </a:ext>
                </a:extLst>
              </p14:cNvPr>
              <p14:cNvContentPartPr/>
              <p14:nvPr/>
            </p14:nvContentPartPr>
            <p14:xfrm>
              <a:off x="523080" y="92160"/>
              <a:ext cx="5402520" cy="564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468F44-AFF1-E0B1-D188-44E2FDE0E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720" y="82800"/>
                <a:ext cx="5421240" cy="56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5406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2025-12-03T11:09:38Z</dcterms:created>
  <dcterms:modified xsi:type="dcterms:W3CDTF">2025-12-03T12:15:09Z</dcterms:modified>
</cp:coreProperties>
</file>