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53:17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2510 3324 17361,'-1'-51'1275,"0"0"0,0 0 0,1 0 1,-2-13-1,0 1 0,-2 8-1012,-1 14 1,-2 3-217,-3-5 0,0 3 541,-7-12-157,-3 0-140,4 19 87,6 16-390,4 11 100,4 15-94,1 20 17,-1 31-451,0-17 0,-1 7 374,0 0 1,-2 4 0,1-2-386,-1 6 1,0 0 230,0 0 0,-1 4 0,1-4-335,2 0 1,2-2-33,2-12 1,0 1 0,3-2-2235,7 19 1,2-6 521,-3-21 0,1-4 2299,17 22 0,-21-43 0,-1-3 0</inkml:trace>
  <inkml:trace contextRef="#ctx0" brushRef="#br0" timeOffset="275">2418 2957 16936,'-15'-40'1575,"1"-1"0,-1 1 1,-2-7-1,2 2-1032,4 4 0,2 2 68,3-17-370,5 18 0,3 1-168,4-9-17,9 15 0,5 5-34,19 3-11,9-1-11,-17 17 0,2 4-22,27 7-17,-12 10 0,2 5-415,-9 2 0,-2 4 364,2 11 0,-7 2 50,-14-10 1,-7 2-3,-9 5 0,-9 2 17,-17-1 0,-8-1-6,1-1 0,-4-1-483,-12 2 1,-2-5-140,9-10 1,1-5-788,-17 3 1440,-7-10 0,41-7 0,-7-1 0</inkml:trace>
  <inkml:trace contextRef="#ctx0" brushRef="#br0" timeOffset="825">3111 2591 19333,'-2'-8'2461,"-3"-23"1,1-4-1947,2 10-168,-3-13 1,2 0 201,9 10-398,2 4-111,10 7-24,6 15 1,12 13-11,9 14-1,2 17-252,-25-15 0,-4 3 233,-3 4 0,-5 1 5,-4 2 1,-5 0-1,-6-1 1,-4-1 11,-3-4 0,-3-4 31,-21 16 33,-1-20 56,7-14-33,9-19-6,9-12-45,7-3 39,13-28-50,11 11 43,-4 11 1,4 0-86,1 6 0,3 2-87,2 0 0,0 3-140,16-9-658,-9 14 0,1 3-1470,11 4-2163,16 1-5299,-22 13 9327,-14 1 1,-11-1-1,-10-3 1</inkml:trace>
  <inkml:trace contextRef="#ctx0" brushRef="#br0" timeOffset="1165">3652 2542 26872,'-7'-23'28,"6"4"6,21 19-46,10 0 35,13-5 5,-1-4-34,-10-1 12,0-7 27,-8-4 1,-6 3 89,-4-10 12,-15 5-12,-7 0-56,-1 2 45,-10 6 45,-5 9-118,-2 2-11,-6 11-22,4 10-6,7 3 0,-2 16-23,12 3-148,6-6 1,4 3-222,4-2 0,5 0-1490,6 8 0,4-1 927,-2-12 0,3-1 955,15 9 0,-1-5 0,-7-7 0,13 8 0</inkml:trace>
  <inkml:trace contextRef="#ctx0" brushRef="#br0" timeOffset="1708">4525 2432 23109,'-17'-49'1129,"1"0"1,1 7 0,1 6-676,-2 6-57,4 16-386,4 12 104,-1 19-104,-4 24-22,2-7 0,1 4-684,-4 13 1,0 5 677,4-11 0,0 2 0,1 1-58,1 6 1,0 2-1,2 1-151,0 4 0,2 1 1,1 1-639,3-15 1,0 2-1,2-1 1,-1 0 363,0 1 0,1 0 0,0 0 1,-2-1-217,1 15 1,-1 0 0,-4-2 242,-1-5 0,-3-2 0,-3-3 685,-9 11 1,-5-8 282,-1-16 1,-3-12 648,-21-17-635,18-28 59,18-24 1,8-10-312,5 5 1,4-3-95,1 1 0,1-5 0,3 0-102,3 4 1,2 0 0,2 1 184,3-3 0,2 0 0,1 1-254,3 2 1,1 0-1,1 2-5,1 1 0,2 2 0,0 2-2,0 4 0,2 1 0,0 1-145,-1 4 0,1 1 0,-1 2 151,4-3 1,1 1-281,14-7 1,-2 1 296,-18 14 1,0 0 10,10-7 1,-1 0 879,4-10-675,-16 10 1545,-15 5-1327,-8 6 1235,-8 3-1347,-2 3 795,-2 5-991,-2 4-73,1 4-17,-5 9-27,-1 9-28,-1 12 0,2 11-6,5 7-89,5 7-208,7 0-776,6 0-882,7-3-4957,7-4 6929,-1-12 0,-8-15 0,-5-12 0</inkml:trace>
  <inkml:trace contextRef="#ctx0" brushRef="#br0" timeOffset="1893">5038 2120 25141,'3'13'-1469,"0"1"0,4 11 1,-3-10-1</inkml:trace>
  <inkml:trace contextRef="#ctx0" brushRef="#br0" timeOffset="2265">5604 2409 23528,'0'-5'3187,"0"1"-2039,0 4-1142,-38-10-68,5 32-61,-1-11 0,-2 4-758,5 14 0,2 7-136,-2 1 1,0 1-659,0 2 0,2 1-1409,2-3 1,1-2-986,5-6 0,2-4 3037,-8 5 4404,11-29 3590,7-24-2678,3-21-1847,7-13-1727,2 24 1,1 0-117,2 1 0,2 0 190,10-24 394,2 11-870,-1 14-190,0 15-73,2 13-29,7 17-32,13 15-136,-14-9 1,0 3-759,5 4 0,1 3-2712,3 2 1,1 2 3242,-3-4 0,-2-1 0,10 10 0,-17-18 1</inkml:trace>
  <inkml:trace contextRef="#ctx0" brushRef="#br0" timeOffset="2882">7129 2413 17714,'0'-5'5579,"0"2"-4431,0 3-448,-50-64-898,22 37 396,-5-11 1,-1 3 87,4 19 138,5 6-329,5 6 55,5 9-133,1 9 11,0 12-22,2 13 330,5 8-348,4 8 12,12 5-275,-1-29 1,1 0 271,5 1 0,1-1 15,16 24-124,-5-5 128,-11-21 74,-20-1 22,-21-16-17,-20-1-33,-14-6-43,28-6 1,0-2 19,-28-10-28,11-12-78,14-9-269,15-8-616,22-4-779,25-1 392,-3 25 1,4 3-1718,6 1 1,3 3 2422,-2 3 0,-2 3 1,11-1-1,-19 5 0</inkml:trace>
  <inkml:trace contextRef="#ctx0" brushRef="#br0" timeOffset="3215">7441 2408 26732,'-33'37'87,"-1"0"1,5-7 0,7-1-54,17 7 22,10-11 5,6 6-10,11-7 122,18-7-111,-8-8 61,22-12 12,-12-10-7,8-10 80,-2-19-52,-19 3-83,-9 0 56,-14 3-62,-10 9-22,-3-3-17,-5 5-50,2 10-230,2 5 33,6 8-587,2 7-1014,3 9-7708,11 21 9528,0-3 0,1-2 0,-7-18 0</inkml:trace>
  <inkml:trace contextRef="#ctx0" brushRef="#br0" timeOffset="3808">7955 2572 23002,'1'-4'3528,"-1"0"-3220,0 4 163,13-60-180,-6 39-241,1-13 1,2 5-34,-2 22-1,2 13-49,-1 9 33,-2 4 0,-2 16 33,-10 11-5,-3 3-16,-6 5-18,-1-17 12,6-15 27,2-7 124,6-11 39,0-9-134,4-7 5,3-12-50,0 1 22,4-11 17,2-9-23,2-3-21,5-7 16,2 14-28,-3 11-28,17 1 16,-6 15 29,17 0-39,-6 12 11,1 9-1,-4 11-38,-6 8-3353,-8 7 3403,-9-6-11,-10 18 11,-11-16-6,-6 11 0,0-20 90,2-10 0,8-11 3342,0-10-3426,5-13 11,5-13 0,1 2 12,15-12-34,11 1 39,4 3 5,9 1-44,-10 20-6,-7 9 6,5 7-67,-3 15-34,0 6-269,0 17-851,-12 7-4078,-6 8 4557,-5-4 0,-5-17 1,-2-12-1</inkml:trace>
  <inkml:trace contextRef="#ctx0" brushRef="#br0" timeOffset="4408">9301 2236 19434,'1'-6'4766,"-1"2"-2772,0 4-1882,-20-41 23,1 49-6,-20-22-57,12 61-49,6-8 16,10 14-11,12-23 17,7 10 61,6-22 96,2-7 61,0-10-22,-2-9-73,0-8-17,-3-8-33,-3-4-51,-4-3-11,-3 2-17,-2 4-28,-1 7-28,-1 6-89,1 7-124,-2 8-307,-1 11-858,-4 13-1965,0 15 3360,1 13 0,4-23 0,3-2 0</inkml:trace>
  <inkml:trace contextRef="#ctx0" brushRef="#br0" timeOffset="4682">9387 2608 22582,'0'-4'3965,"0"1"-2890,0 3-1030,-44-7-62,29 20 40,-30-2-12,42 21 6,7-3 33,5-3-16,6-8 55,2-6 7,0-7-46,2-8-50,-1-7-162,-1-7-477,-5-5-1209,-6 0-5798,-11-1 7646,-4 6 0,0 6 0,1 5 0</inkml:trace>
  <inkml:trace contextRef="#ctx0" brushRef="#br0" timeOffset="5215">2233 3818 19535,'-62'5'1165,"1"1"0,6-2 0,7 1-672,9 1-191,15-3-179,13 0-112,7-2 79,4 3 196,11 2 156,19 2-266,2-4 1,5-1-1173,21-2 1,7-2 1030,-7-2 1,5-1 0,4-1-488,-18 1 1,1 0-1,2-1 1,2 0-1,0 0 467,-1 0 0,0 0 0,2 0 0,1-1 0,1 1 0,1-1-273,-3 1 0,2 0 0,0 0 1,1-1-1,0 1 0,2 0 1,0 0 266,-3 0 1,1 1 0,0-1 0,2 1 0,-1-1 0,1 1-1,1 0 1,0 0-139,-3 0 1,0 0-1,1 1 1,0-1 0,1 1-1,0 0 1,0-1-1,1 1 1,0 0 138,-4 0 0,0 0 0,0 1 0,1-1 0,0 1 0,0-1 0,0 1 1,1-1-1,-1 1 0,0 0-42,2 0 0,0 0 0,0 0 0,0 0 0,0 0 0,0 0 0,0 1 0,1-1 0,-1 1 0,0-1 39,0 0 0,0 1 1,0 0-1,0-1 0,0 1 1,0 0-1,0-1 0,0 1 1,0 0-1,-1 0-16,0 0 1,-1 0 0,1 0 0,-1 0 0,1 0 0,-1 0 0,0 0 0,0 0 0,0 0 0,0 1 13,4-1 0,0 0 0,0 0 0,0 1 0,0-1 0,0 0 0,-1 1 0,0-1 0,0 1-2,-3-1 0,0 1 0,0-1 0,0 1 0,-1-1 0,1 1 1,-2 0-1,1-1 0,-1 1-5,4 0 1,0 0-1,0 0 1,-1 0 0,0 0-1,-1 0 1,0 0 0,-1 0-39,3 1 0,0-1 0,-1 1 0,-1 0 0,0-1 0,-1 1 0,-1 0-1041,2 0 1,0 1 0,-1-1 0,-2 0 0,-1 1 0,-3-1 1080,12 1 0,-3 0 0,-3 0 0,-5 0 0,15 1 0,-11 0 0,-2-1 0</inkml:trace>
  <inkml:trace contextRef="#ctx0" brushRef="#br0" timeOffset="10598">6478 5177 22755,'-8'-44'1098,"0"0"0,0 6 0,2 7-897,3 18-117,1 10-22,12 27-34,-3-6 19,4 13 1,0 4 14,1 15-268,-4-12 1,-1 2 216,-3-6 0,-2 0 29,1 28-7,-4-13 40,-1-16 179,0-17 61,0-10-117,2-18-72,0-12-29,4-19-6,3-15-78,-1 24 1,1 0 24,1-1 1,1-1-12,0 3 0,1 0-14,9-22 28,0 16-33,1 14-6,2 14 16,6 7-27,8 12-50,8 6-51,9 12 11,-26-10 0,1 2 68,-1 2 1,0 1-243,-4 0 1,-1 2-533,15 24-207,-10-3-263,-6-5-155,-4-10 535,-4-12 746,-1-16 308,0-16 235,4-13 314,1-11 403,1-3-286,-1 1-67,-2 5-84,-3 9-235,-5 9-274,-3 10-130,-3 9 1,1 8 5,2 9-11,3 10-22,6 6 5,7 1-11,10-1 5,-2-10 1,27-4 16,-10-16-8,-12-5 0,-1-4 48,17-16 84,-12-15-1,-13-8 1,-13-4 5,-13-4 11,-7 3-50,-7 4-56,-3 8-5,3 10-62,3 10-135,6 9-162,4 7-403,6 11-869,7 10-1691,9 11 3271,16 10 0,-16-18 0,2-2 0</inkml:trace>
  <inkml:trace contextRef="#ctx0" brushRef="#br0" timeOffset="11482">7982 5076 26917,'-10'34'123,"4"6"-89,13 23-718,0-1 701,-2-4 5,0-12 229,-1-15-83,0-14 133,-2-13-217,1-16-17,1-14-34,1-19 23,3-13-25,-5 25 0,1-1 54,1-2 0,0 2-35,0 1 1,0 1 44,5-20 1,2 14-68,1 15-17,5 12-11,7 9-6,8 14 23,6 13-34,2 13 12,-4 10-1,-4 4 51,-8 2-17,-5-5-39,-5-8-1,-6-10 46,-6-13-6,-1-10 11,-2-17-16,1-10-7,-1-15 215,1-9-209,4-5 6,2 3-16,4 5-24,4 7 18,5 10-6,5 7 17,9 7 0,8 5-34,8 11 6,4 9-350,2 11 363,-30-9 1,0 1-14,21 22-6,-8 2 12,-8-2-1,-10-7 12,-7-8 16,-7-12-11,-1-10-16,1-15-1,4-13 39,5-16-4,2-12-67,0-8 94,-4-1 28,-3 3-44,-4 11-40,-4 10 0,-2 10 0,-3 7 0,0 5 0,-1 6 416,1 4-416,2 3 0,0 12 0,5 10 0,8 31 0,-1-13-146,-1-5 0,3 0 146,10 10 0,11 9 0,7-5 0,-16-21 0,0-3 0,9 8 0,2 5 0,-25-18 0,-2 2 0,-14-3-1216,-29 1-1428,-12-3-2430,-10-3 5074,-2-4 0,35-6 0,1-1 0</inkml:trace>
  <inkml:trace contextRef="#ctx0" brushRef="#br0" timeOffset="11749">9730 4946 24654,'-4'0'2800,"1"0"-2721,3 0-1065,86-55-504,-29 41 381,-2-16 0,2 5-1426,-22 26 0,-2 6 2535,10 8 0,-10-4 0,-13 2 0</inkml:trace>
  <inkml:trace contextRef="#ctx0" brushRef="#br0" timeOffset="11891">9892 5128 27639,'48'-13'-4760,"3"3"4760,-7 2 0,-14 4 0,-14 2 0</inkml:trace>
  <inkml:trace contextRef="#ctx0" brushRef="#br0" timeOffset="12541">11563 4687 20699,'1'-4'3871,"0"0"-2135,-1 4-1708,-24-51-16,12 38-29,-24-36 11,19 52 23,-29 11-39,2 1-229,9-4 0,-1 0 240,2-2 0,1 0 27,-28 5 24,12-6-7,17-4 18,14-3-40,11-1-11,4 0 50,3 0 457,0 9-389,0 5 84,-2 15 10,-7 12-10,-5 11-107,-1-5 42,3-5 1,0 3-71,5-11 0,0 0-401,-2 15 0,2 0 337,2-10 0,4-1-17,4-3 0,4-3-25,19 23-26,-3-33 1,5-4-300,8-4 0,5-6-2138,9-2 0,3-5 2502,-2-3 0,-2-2 0,-14 2 0,-3-2 0,6-3 0</inkml:trace>
  <inkml:trace contextRef="#ctx0" brushRef="#br0" timeOffset="12999">12403 5074 22923,'-5'-47'1009,"0"0"1,0 0 0,-1-16 0,-2 7-428,-3-4-184,3 20-158,3 17-161,3 13-62,1 14 11,5 14-17,3 18-22,4 21-17,-5-21 0,-1 1-468,0 6 0,-1 1 193,0 4 1,0 0-448,0 3 0,-1 0-892,2 1 1,0-1-3275,0-2 1,1-2 3638,-2-13 1,0-3 0,3 9 0,-5-30 0</inkml:trace>
  <inkml:trace contextRef="#ctx0" brushRef="#br0" timeOffset="13198">12940 5236 26962,'11'-22'-1227,"-4"18"-1753,-14 59 2980,2-23 0,1-1 0,-1 4 0,0-4 0</inkml:trace>
  <inkml:trace contextRef="#ctx0" brushRef="#br0" timeOffset="13916">13669 4929 26446,'10'-29'269,"-2"6"-190,-10 26-1,-2 3 12,-2 3 10,-2 1-49,-4 0 33,-2-2 78,-2-2 23,1-4-28,1-4-28,1-6-1,2-6-21,2-9-12,5-8-22,4-6-62,9-2-11,8 2 11,10 4 6,11 6 5,9 7-22,6 8 0,5 7-343,2 9 326,-1 10 6,-6 12-34,-9 11-5,-12 9 16,-14 5-5,-19 6 39,-18 0 5,2-28 1,-3-2-9,-3-1 1,-2-1 2,-1-3 0,0-3 16,-22 10 24,8-13-1,7-11 28,7-14 23,6-7 16,4-8 40,6-2 260,5 0-406,11 1 0,10 3 0,13 6 0,12 6 0,9 12 0,6 12-215,-27-2 0,0 2 215,1 2 0,-2 3 0,-2 0 0,-2 2-91,12 22-111,-17 1-190,-25 2-408,-19 1-241,3-23 0,-4-2-1010,-5-1 1,-2-3 2050,3-3 0,2-3 0,-11 2 0,19-9 0</inkml:trace>
  <inkml:trace contextRef="#ctx0" brushRef="#br0" timeOffset="14132">14549 5104 22207,'5'5'2615,"-1"0"-1887,-4-5-532,0 0-257,-38 69-1021,13-32-876,0 6 1,1-1 1957,-3-7 0,18-21 0,0-1 0</inkml:trace>
  <inkml:trace contextRef="#ctx0" brushRef="#br0" timeOffset="14765">15464 5080 22526,'-3'-45'631,"-1"1"1,1-1-1,0-11 1,-3 5-330,-2 14 1,-2 3 260,-5-21-233,5 20 1,-1 0-40,-8-9-117,-3 12-73,1 26-58,3 9-27,-8 13 12,-3 22-16,0 11-227,13-15 1,3 1 211,6-1 1,2-1 2,-1 22 0,8-23 0,4-1 50,17 24-5,5-7-17,9-9 11,-8-27 6,-8-13 45,4-15 100,0-20-100,-3 5 50,-8 1 0,-1 0 33,-2-7-88,3-11-85,-7 20 444,0 6-444,-3 15 0,-1 1 0,0 15 0,0 9 0,1 3 0,1 30 0,-3-5-247,0-9 0,-1 1 120,-1-2 1,0 1-300,1 5 1,-1 1 24,0-9 1,0 1-4081,0 23 0,0-2 4481,0-22 0,0-2 0,0 6 0,0-3 0,0-9 0</inkml:trace>
  <inkml:trace contextRef="#ctx0" brushRef="#br0" timeOffset="14965">15892 5394 24827,'23'-45'945,"1"1"0,-5 5 0,-3 7-665,-9 17-219,-5 11-72,-7 16 0,-6 14-146,-7 18-414,-4 11-258,12-25 0,2 2-2812,0 1 0,2-1 3641,-1 22 0,5-20 0,1-16 0</inkml:trace>
  <inkml:trace contextRef="#ctx0" brushRef="#br0" timeOffset="15558">17082 4694 26793,'-59'-10'147,"0"-1"1,4 5-1,7 12-125,22 21 1,6 8-642,0 1 1,3 2 626,3 3 1,3 1-7,2 2 1,5-1-9,4 1 1,3-1-1,4 0 1,3-2-7,6 0 1,2-3-3,4-3 0,2-2-3,2-5 1,2-3 218,-1-6 1,0-4-192,24 1 237,-10-21-197,-9-14 48,-11-14-26,-9-10 0,-13-5-28,-13 1-28,-13 4-12,-9 9 12,-6 10-6,-3 12-22,-4 14 0,-1 13-45,3 12-163,9 12-441,15 6-1021,19 3-3242,23 0 4248,9-12 1,-4-14-1,-8-12 1</inkml:trace>
  <inkml:trace contextRef="#ctx0" brushRef="#br0" timeOffset="15765">17643 5205 22845,'0'-3'3758,"0"0"-2761,0 3-1036,-26 1-219,14 20-694,-18 8-2263,23 20 3215,8 2 0,0-23 0,3-6 0</inkml:trace>
  <inkml:trace contextRef="#ctx0" brushRef="#br0" timeOffset="16458">18704 4997 23685,'18'-49'1060,"0"1"1,-2 4-1,-5 7-600,-16 9-203,-4 11-139,-6 8-12,-5 16 1,-5 14-35,-6 17-52,14-11 0,0 1-240,0 5 1,1 1 230,1 3 0,2 0-11,4 0 0,2-1 0,5-1 0,4-1 0,20 25-23,-4-32 1,6-4 13,7-2 1,4-4 8,3-4 0,2-4-14,1-1 0,-2-5 20,-4-4 0,-2-5-1,16-11 1,-21-15 11,-17-7-29,-21-7 12,-16-3 6,5 23 0,-2 2-4,-4-2 1,-1 1-227,-2 0 0,-1 2 252,0-1 0,0 1-3,2 2 1,1-1 81,3 2 1,1 0-85,-16-16-12,12 4 6,10 7-6,11 4 0,11 1 509,11 2-526,15 3 180,12 3-191,11 6 6,7 4-376,2 11 384,-31-1 1,-1 5-15,-2 4 0,-2 6-34,-1 14 1,-4 3 11,-7-11 0,-3 1-96,-2 18 1,-5 1-157,-9-16 0,-3-1-649,0 10 1,-3 1-579,-1-2 0,-1-1 1518,3 0 0,2-3 0,-2 6 0,7-11 0</inkml:trace>
  <inkml:trace contextRef="#ctx0" brushRef="#br0" timeOffset="16659">19465 5122 27286,'8'52'-496,"-1"1"0,0 0 1,1-7-1,-2-13 1,0-4-1</inkml:trace>
  <inkml:trace contextRef="#ctx0" brushRef="#br0" timeOffset="17108">20326 4994 22823,'1'-42'933,"-1"-1"1,1 1 0,-1-17 0,0 2-618,0 9 1,1 4-59,-1-18 123,0 7-129,0 28-101,0 3-67,0 14-73,0 33-11,2 12-9,-1-3 1,1 4-235,0 3 1,0 1-38,1 18 0,-1 3-1654,0-5 0,0 0 1436,0 0 0,-1 1-1939,1 0 0,-2-2 1971,1-16 0,-1-4 1,0 28-1,0-29 1</inkml:trace>
  <inkml:trace contextRef="#ctx0" brushRef="#br0" timeOffset="18199">19897 4766 9369,'-1'-5'8183,"1"2"-5814,0 3-717,-11-73-458,8 34-735,-3-8 0,1 1 297,7 11-258,0 13-302,2 10-84,-2 10 57,1 13 38,-1 10-11,0 17-22,-7 12-23,-3 9-11,-4 2-226,2-3 193,4-7-18,10-12 63,7-11 44,12-13-79,11-10-66,13-12-18,11-9-402,-24 5 0,1-2 352,3 0 1,1 0-85,1 0 0,-1 0-329,-2 2 1,-1 0-2904,23-5 3333,-20 5 0,-20 6 0,-12 3 0</inkml:trace>
  <inkml:trace contextRef="#ctx0" brushRef="#br0" timeOffset="18632">20975 5363 28517,'0'-6'1522,"1"2"-1379,0-57-135,-2 41-138,0-43-13,-1 62-37,-2 15-149,-4 17-614,-5 16-170,-8 13-158,2-10-2851,6-18 1,1-1 3218,-4 10 1,5-13 0,7-18 0</inkml:trace>
  <inkml:trace contextRef="#ctx0" brushRef="#br0" timeOffset="20324">22068 4654 25326,'12'-27'516,"-10"5"-393,-22 24-62,-14 2-27,2 1 0,0 0-12,-16 3-5,10-3 0,2 0-1,-7 2 40,-3-2 17,14-1-11,14-3-12,9 1 6,6 2-22,3 1 55,-3 9 40,0 5-17,-1 13 6,-3 19-51,-1-3-45,1 1 34,0-4-28,3-13-5,1 6 16,2-9 67,1-6-44,0-10 168,0-5 72,1-9-89,3-6-84,6-12-57,2-6-49,2-3 5,3-1-6,1 7 1,7-3-1,18 3-28,-1 10 6,13 6 0,-18 10 0,7 10-5,-9 8-18,5 9-55,-4 15-12,-15-4 18,-11-1-169,-25 0-190,-16-7-393,-1-10 1,-2 0-905,2-6 0,0-1 1049,-3 0 1,2-3 0,1-2 0,16-8-1</inkml:trace>
  <inkml:trace contextRef="#ctx0" brushRef="#br0" timeOffset="20832">22594 4521 24939,'40'-26'196,"0"0"0,-1-1 1,13-8-1,-5 7-39,6 18-23,-13 5-61,-5 2-39,-10 3 33,7 10-34,-12 5 7,6 14-24,-13-4 57,-5 21-39,-5-19 24,-4 6 1,-1 2 25,-2 13-304,1-11 0,0 2 225,1-4 1,1 0-1,0 2 1,1-1 0,2 23-87,0-23 0,1 0 89,-1 2 1,0 0-7,0 0 1,-2 1 3,-3 4 0,-2-1-18,-4-10 1,-1-3-17,-12 15-149,0-18 1,-3-3-692,-17 3-1628,9-8 1,-2-1 2495,-19 0 0,18-8 0,15-6 0</inkml:trace>
  <inkml:trace contextRef="#ctx0" brushRef="#br0" timeOffset="28390">11205 6879 24251,'-17'-24'436,"-7"6"-396,-10 24-7,-12 4-16,-11 7-9,26-8 1,-1 0 19,-28 7 11,8-4-5,14-6-6,14-3 5,10-3-33,7 1-5,-2 5 33,-3 9 61,-10 15 90,-8 16-70,11-17 1,1 3-385,-3 4 0,1 2 370,0 4 0,2 3-31,1 2 1,4 2-26,3 2 0,5 0-22,6-1 0,6-2-9,5-2 1,6-3-12,7-3 0,4-5-56,5-1 0,4-5-317,4-4 1,3-5-2347,2-3 1,1-5 2094,-6-4 0,-3-2 0,12-3 1,-24-3-1</inkml:trace>
  <inkml:trace contextRef="#ctx0" brushRef="#br0" timeOffset="29607">12145 7457 19591,'4'-52'1167,"-1"0"1,1 0 0,0-14 0,0 11-502,3 13-189,-1 19-63,2-2-313,-3 14-28,0 6-12,-3 10 68,1 13-34,0 15-45,-5 1 1,-2 4-40,0-1 1,0 0-860,-4 12 0,0-1 845,2-16 1,0-1 7,0 4 1,1-1 11,-1 11-17,1 3 56,3-16 123,1-16-73,1-10 18,2-17 1644,3-12-1640,5-31-49,-1-4-301,-5 19 0,0-1 253,-2 3 0,-1 1-15,1-23 6,-3 24 1,1 1-34,-3-26 56,1 8-17,-1 9-45,1 29 6,1 9 0,1 11 553,0 22-542,-2 12-9,1-8 1,-1 2-797,-2 2 1,1-2 804,-4 25-6,2-23 1,1-1-189,-2 27 182,1-6 35,2-8 61,3-31-28,1-12 28,4-18-28,12-28-11,2-11 496,-6 15 0,-1-2-527,-3 4 0,-1 0 8,-1-1 1,-2 0-12,0 3 0,-2 0 0,1-15 210,-2 0-204,-1 29-62,-1-2-11,-1 24 39,0 5-179,-5 31-257,0 5-31,0-8 1,1 3-665,1-1 0,0 0-3260,0 6 0,1 0 4408,1-5 0,0-2 0,0 12 0,2-23 0</inkml:trace>
  <inkml:trace contextRef="#ctx0" brushRef="#br0" timeOffset="29816">12694 7623 23528,'1'-5'3131,"-1"1"-2739,0 4-521,-7 27-951,-9 13 1080,0 0 0,1 0 0,-5 4 0,0 1 0</inkml:trace>
  <inkml:trace contextRef="#ctx0" brushRef="#br0" timeOffset="31824">12472 5746 13555,'-50'8'1004,"0"0"1,5-1-1,7 0 1289,15 1-1991,14-1 1034,21 1-501,44-2-650,-3-2-502,6-4 1,6-1 360,-4-3 1,3 0-34,-8 0 0,4 0 1,3-1-12,-4 1 0,3-1 0,1 0 0,-3 0-9,-6 1 1,-1 0-1,0 0 1,-1 0-62,-1 1 0,-1-1 0,0 1 0,-1 0 55,8-1 0,0 1 0,-4 1 7,6-1 0,-1 2-11,-15-1 0,1 1 1,-3 0 1,9-1 0,-7 2 28,5-1 12,-41 3-18,-43 3-2,3-1 0,-4 1-377,-10 0 0,-3 1 379,-8 1 1,-4-1 5,5 0 0,-3 0 1,3-1-10,-5 1 1,-1 0 5,17-1 1,-3-1-1,0 1 1,3-1-103,-1 1 0,4-1 0,-3 0 118,-10 2 1,-2-1-1,0 1-9,2-1 0,1 1 0,-1 0 0,-3-1 0,0 0 0,4 0-7,1 1 1,2-2 16,-4 0 0,8-1 1215,19-2-1251,7-1 28,27 0 28,39-5-37,-12 2 0,1-1 70,5 0 1,3-2-105,13-1 1,3 0 163,-3 0 1,3 0-136,-8 1 1,2-1 0,3 1-3,-3-1 0,3 1 1,-1-1-1,-3 1-1,-1 0 0,-2 1 0,2-1-9,0 1 1,4-1 0,-1 0 0,-5 0-29,15 0 1,-3-1-46,-12 2 0,2-1 0,-2 1-540,14-3 1,-1 0-4295,-6 0 1,-5 1 3729,9-2 0,-18 1 0,-35 8 0</inkml:trace>
  <inkml:trace contextRef="#ctx0" brushRef="#br0" timeOffset="33050">13450 7338 15905,'5'-36'3352,"0"1"1,2-17-2715,-1 6 1,0 0 296,0-5-251,-2 15-332,-2 16-256,-2 11-29,-2 17 56,-3 15-39,-7 19-34,-5 18-189,6-25 0,1 2 150,0 3 0,1 0 8,2-1 1,1 1-3,3-5 0,2 0-1,11 22 18,8-14 11,9-17 72,4-13-10,2-20-57,4-13 17,5-16-465,2-9 457,-22 19 0,-1 0 11,-1 0 0,-1 0 412,12-24-308,-8 8-23,-8 11-28,-7 11-89,-4 12-62,-4 8 519,0 12-479,0 11-12,0 16-28,0 9-101,-2 10-126,1-26 0,0 0-484,-1 5 0,1 0-3396,0 3 1,1 0 4134,0-2 0,1-4 0,-1 12 0,2-21 0</inkml:trace>
  <inkml:trace contextRef="#ctx0" brushRef="#br0" timeOffset="33317">14448 7650 23159,'1'-6'3041,"0"1"-2531,-1 5-662,-11 54-1265,5-13 1417,-2 7 0,1-1 0,3-12 0,0-1 0</inkml:trace>
  <inkml:trace contextRef="#ctx0" brushRef="#br0" timeOffset="34673">12837 5768 9346,'-43'5'2187,"-1"0"0,0 0 1,-16 2-1,5-2-1322,18-3 1,5-1 377,-17 1-414,22-2-464,15 0-97,10 0 113,13 0-6,15 0-89,26-2-202,-14 0 0,3 0-298,11-2 1,4-1 235,-12 1 1,2 0 0,1 0-702,5-1 0,2 0 0,2 0 692,5-1 0,2 0 0,1 0-521,-11 1 1,0 0-1,1 1 1,0 0 508,4-1 0,1 0 1,0 1-1,0 0-428,3 0 1,1 0 0,0 0 0,0 1 422,-13 0 1,1 1 0,0-1-1,0 1 1,0 0-2,11 0 1,0 0 0,0 0 0,-1 0-195,-3 1 1,-1-1 0,0 1 0,-2 0 198,-3 0 0,-2 0 0,-1 0 0,-1 1 116,8-2 0,-2 1 0,-2 0-97,12-1 1,-4 0 561,-14-1 0,-2 0-539,-9 0 0,-2-1 75,24-3 35,0-2 4,2 1-32,0 0-29,-7 2 1939,-9 1-2039,-14 4 2021,-13 0-3153,-11 0-1708,-24 8 2845,4-3 0,-7 3 0,15-5 0</inkml:trace>
  <inkml:trace contextRef="#ctx0" brushRef="#br0" timeOffset="37933">15190 7200 19591,'0'-6'5074,"0"1"-4595,2-27 0,0-6 204,-1 9-434,1-13 1,0 4 52,-1 22-195,-1 8-85,0 10 28,0 17-27,-3 16-23,-3 19-337,0-20 1,0 1 263,-1 4 0,0 1-213,0 3 1,1 1-413,1 2 1,2 0-1132,1 1 1,1 0 1828,3 2 0,2-3 0,-2 6 0,3-9 0</inkml:trace>
  <inkml:trace contextRef="#ctx0" brushRef="#br0" timeOffset="38390">15497 7308 23383,'8'-62'756,"1"-1"0,-1 5 0,5 9-481,15 10-79,7 8-68,7 9-49,5 9-46,3 7-27,1 11-12,-2 11-16,-3 11-12,-6 9-22,-7 4-5,-12 4 27,-11 1 29,-16-1 16,-15-4 17,-15-6 39,-9-8 39,-3-10 51,4-7 78,8-9 45,10-7-16,11-3-91,8-3-78,7 2-55,7 0 4,9 4-27,12 1-6,11 5 1,13 8-12,-22 0 0,2 1 0,2 4 0,0 2-191,0 2 0,-1 2 169,-2 0 0,-4 3-85,11 20-178,-26 1-359,-31-2-953,-29-3 1597,8-19 0,0-1 0,-7 1 0,-1-3 0</inkml:trace>
  <inkml:trace contextRef="#ctx0" brushRef="#br0" timeOffset="44257">16694 7692 20162,'2'-6'2761,"-1"1"454,-1 5-3159,18-43-33,-13 45-102,13-24-2861,-29 79 2940,-2-9 0,-1-4 0,4-25 0</inkml:trace>
  <inkml:trace contextRef="#ctx0" brushRef="#br0" timeOffset="45290">17304 7295 18571,'4'-57'1982,"0"0"1,0 6 0,-1 4-1092,3-16-347,-2 23-309,0 19-179,-2 15 0,1 19-17,1 15-22,1 20-51,-3-17 1,-1 2-460,-2 5 1,0 1-746,-3 4 0,0 2 886,-2 7 1,-1-2-1,-1 7 1,1-5-1</inkml:trace>
  <inkml:trace contextRef="#ctx0" brushRef="#br0" timeOffset="47783">17972 7137 16740,'4'-7'3257,"11"-30"0,1-8-2244,-9 6-820,8-7 1,-3 1 641,-23 1-656,2 24 185,-23-12-235,4 24-73,-17 4-34,10 11 6,-15 17-11,22-2 0,0 2-17,1 1 0,0 2-116,-2 4 1,4 2 121,-2 17-1,16-7-5,12-14 17,13-3 39,23-15-11,6-4 17,17-13 50,-9-11-17,-13-3 246,4-14-94,-24 7 10,4-10 192,-16 10-230,-3 6-141,-3 8 23,0 6-73,-1 8-28,-3 9 6,-2 4-18,-10 30 1,5-15-79,-1 8 1,1 3-348,1 16-510,4-15 1,1 3-667,4-3 0,2 0 1613,2 6 0,1-2 0,0 6 0,2-3 0</inkml:trace>
  <inkml:trace contextRef="#ctx0" brushRef="#br0" timeOffset="47967">18310 7465 23248,'2'-6'3484,"0"1"-2890,-2 5-712,7 4-627,-10 21-3882,3 12 4627,-12 11 0,4-16 0,4-14 0</inkml:trace>
  <inkml:trace contextRef="#ctx0" brushRef="#br0" timeOffset="49450">18986 6927 14454,'1'7'6632,"-1"-2"-4817,0-5-314,0 0-1339,1 5 1,-1 2-7,0 5 24,-1 1 44,-3 1-5,-3-2-23,-2-2-12,-2-4 1,0-3 353,-8-28-421,10 0-38,-2-26 5,19 7-39,6-3-40,7 6 12,3 9-11,-1 13-1,-1 10-16,1 11 11,-1 13 22,0 14-27,-6 19 10,-6 13-398,-13-24 1,-4 1 372,-5 5 1,-5-1-511,-7 5 1,-4 0 504,-6 3 0,-4 0 15,11-16 1,-1-1 0,0 0 39,-15 13 1,1-2 3,4-8 0,2-5 2,8-8 0,1-5 93,-7-2 6,18-23-63,11-14 623,14-15-695,11-6 17,14-3 812,10 6-829,7 7 0,6 11 0,2 10-73,0 8-145,1 9-286,-2 5-678,-2 6-1277,-2 0-5108,-2-2 7567,-9-4 0,-16-6 0,-13-4 0</inkml:trace>
  <inkml:trace contextRef="#ctx0" brushRef="#br0" timeOffset="49724">19598 6893 18341,'0'-10'4801,"0"3"-4110,4-25 1,3-6 42,3 8-407,2-13 1,4 3-64,8 22-175,2 6 57,4 9-51,-4 10-17,10 9-22,4 15-14,-14-2 0,-1 3-36,10 16 8,-14-8 0,-4 2-254,-10-11 0,-2 1 229,0 7 0,-2 1 0,-5-3 0,-2 0-73,-1-2 0,-2-2-188,-2-1 0,-1-2-1246,-8 27-2778,2-5 3488,6-13 1,4-17 0,3-11 0</inkml:trace>
  <inkml:trace contextRef="#ctx0" brushRef="#br0" timeOffset="49900">19642 7158 19955,'0'-3'4240,"0"0"-4056,0 3-10,71-61-180,-23 35-284,-13 2 0,5-3 0,-1 5-4626,8 8 1,-4 5 3642,13-3 0,-3 2 1,-45 9-1</inkml:trace>
  <inkml:trace contextRef="#ctx0" brushRef="#br0" timeOffset="50799">20394 7385 26194,'22'-7'-123,"-11"13"-1333,-32 45 1456,9-20 0,1-1 0,-2 3 0,3-1 0</inkml:trace>
  <inkml:trace contextRef="#ctx0" brushRef="#br0" timeOffset="51450">20867 7030 10349,'0'5'9107,"0"-1"-4615,0-4-3943,7-38-101,3 13-101,11-31-89,4 24-95,7 3-57,4 6-22,5 6-33,5 8-40,3 6-6,2 11 1,-4 9-23,-7 12-16,-13 11 21,-14 9 1,-19 7-410,-17 2 415,5-30 1,-4 0 7,0-3 1,-1-1 3,-23 17-2,6-10 69,11-12 50,10-9 0,9-10-16,6-9-35,4-5 404,6-6-408,7-2 18,7 1-24,8 2-12,4 5-16,4 6-28,4 7-18,4 10 18,1 9-6,-1 10-28,-8 8-73,-13 5-179,-16 4-437,-22 2-879,-16 0-1877,-12-4 3473,-3-6 0,20-18 0,6-6 0</inkml:trace>
  <inkml:trace contextRef="#ctx0" brushRef="#br0" timeOffset="51667">21708 6946 20929,'3'-2'3786,"-1"0"-2284,-2 2-1441,30 71-49,-22-24-568,8 6 0,-2 4-7,-13-20 0,-4-1 563,0 7 0,-1-3 0,0 6 0,-1-3 0</inkml:trace>
  <inkml:trace contextRef="#ctx0" brushRef="#br0" timeOffset="53467">22540 7407 19468,'0'-3'4155,"0"0"-2883,0 3-1183,4 29-66,-7 1-337,-3 31-2649,-11-6 2115,-2-5 0,6-20 0,6-12 0</inkml:trace>
  <inkml:trace contextRef="#ctx0" brushRef="#br0" timeOffset="54040">22936 7067 20235,'-1'-6'3226,"0"1"-2952,10-27 1,6-7 27,7 8-193,1-13 1,3 3 2,16 17-23,3 9-22,-1 6-16,-4 6-18,-4 10-21,-4 8-7,-5 13 12,-5 10 17,-10 6-12,-8 4-11,-13 0 34,-10-3 0,-9-5 0,-5-6 50,-1-5 62,4-9 90,3-7 77,6-7 29,4-5-62,7-7-78,3-2-62,5-5-33,5-1-62,5 1-22,8 2-23,9 3-11,7 4 5,11 4 1,10 8-312,4 8 311,0 10-10,-8 6-24,-15 2-21,-16 0-17,-23-1-96,-17 0-251,-19-3-544,-13-5-1277,-6-6 2020,27-14 1,3-1 0,-5 1 0,8-5 0</inkml:trace>
  <inkml:trace contextRef="#ctx0" brushRef="#br0" timeOffset="54650">24000 6873 7526,'3'4'4122,"0"-2"5708,-3-2-7841,32-34-813,-22 18-347,22-26-263,-30 29-146,-4 2-90,-1 3-106,-1 0-45,2 4-44,0 1-63,1 2-38,0 1-12,-2 0 1,-5 7 5,-9 8 11,-12 14 23,-10 12-40,17-15 0,0 1-219,-1 4 1,1 1 196,1 1 0,4 1-3,2 0 1,3 1-4,4-3 0,3 0-178,12 28 156,17-7 22,-4-28 1,4-3-7,5-1 1,2-2-175,2-3 0,0-3 194,-1-3 1,-1-3 19,21-4 5,-16-13-10,-14-8 432,-13-6-438,-18 0 139,-14-2-111,-16 1-11,-11 2 427,-3 3-450,1 8-16,9 5-29,10 5-190,12 7-2481,8 7-1233,7 0 3938,4 8 0,3-14 0,1 1 0</inkml:trace>
  <inkml:trace contextRef="#ctx0" brushRef="#br0" timeOffset="55523">24697 6668 13530,'-2'-4'5394,"0"0"-34,2 4-4940,69-33-218,-27 25-457,8-10 0,0 2 328,-8 16 270,11 0-242,-27 1-17,5 0 0,-21 1-5,-7-1-12,-3 1 609,0 3-441,-3 8-100,1 4-12,-2 10 6,3 1-68,1-3 35,4 14 27,4 20-90,-3-24 1,1 3-512,1 12 0,1 1 480,0-1 1,0 0-9,2 2 1,1 1 5,0-2 0,0 1-17,0-3 0,-2 0-106,-2-3 0,-1 0-460,-3-5 1,-1 0-1897,-5-3 1,-2-2 2478,-4 19 0,-1-22 0,2-18 0</inkml:trace>
  <inkml:trace contextRef="#ctx0" brushRef="#br0" timeOffset="56733">25108 7792 12763,'-5'3'4867,"0"-1"1451,5-2-5875,-9-10-79,5 7-90,-7-7-123,6 9-56,-2 1-22,-1 0-16,2 0 10,2 0 319,3 0-363,6 0-6,5 0-247,12 0-1193,9-1-6626,12 1 8049,1 0 0,-14 0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09:57:21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1760 13919 24615,'-41'-20'161,"-1"-1"0,0 0 0,-15-7 0,8 13-83,12 35-61,2 9 0,8-2-1,-4 10 7,7 3-28,5-6 10,10 16 7,21-26-12,3 4 11,23-8-17,22-4-5,-27-7 0,1-1-96,7 1 0,-2-1 124,16 5-1,-22-2 1,-17 2 11,-28 0-17,-34 9 1,3-6-7,-9-1 1,0-1-227,0-2 223,3-1 1,-2 0-59,12-5 0,3-1-90,-24 3-565,23-5 0,4-3-3042,12-5 3753,3-8 0,16 5 0,6-2 0</inkml:trace>
  <inkml:trace contextRef="#ctx0" brushRef="#br0" timeOffset="241">1991 13826 27516,'34'3'207,"-8"19"-207,-22 10 0,-6 6-151,0 3 0,-1 1-1191,0 3 0,-1 0-470,0 3 0,-1 1-3104,1-2 1,0-2 3325,2-11 1,0-3 0,1 8 0,1-29 0</inkml:trace>
  <inkml:trace contextRef="#ctx0" brushRef="#br0" timeOffset="1225">2056 14350 25365,'-12'-42'13,"-1"0"0,5 3 1,11 9-48,56 19 0,-24 5 0,0 0-1487,3-1 1,-1-1 1497,22-5 290,-22 3 1,-1-1-229,1-5 568,7-5-483,-29 4 44,-8 4 40,-9 2 1609,-4 4-1571,-6 4 307,-5 2-374,-2 7-44,-2 5-40,0 11-50,1 8-12,4 8-5,6 3-22,11-2-1,11-8 12,11-8 22,6-10 23,2-10 22,-3-11-28,-4-10 0,-5-12 34,-6-5 27,-6-4 51,-8 1 23,-8 3-35,-8 7 7,-7 7-51,-6 10-45,-4 9-22,-3 11-28,2 9-6,4 12 0,8 7-28,9 6-28,11 3-106,16 0-179,15 0-689,17-4 649,-17-23 0,1-2 26,4-4 0,1-3 9,0-2 1,0-3 224,-1-5 1,0-4 75,24-12 192,-9-10 228,-11-5 158,-9 1 38,-8 1-61,-5 4-118,-6 4 366,-4 7-585,-3 7 131,-2 7-215,-1 11-38,-2 13-27,-3 18-35,-1 19-426,4-24 0,0 2 426,0 6 0,0 1-9,1 3 1,0 2-6,-1 0 0,0-1 0,0-3 0,-1-2-29,-1-7 0,-1-4 60,-6 13 0,0-23-23,0-21 12,0-20-6,-2-18-23,-1-21-52,7 19 1,1-4 46,1-7 0,2-2 17,0-7 0,3-2 5,3-1 0,2-1 23,1 2 0,2 3-9,2 5 1,1 3-158,0 7 1,0 4 143,10-21-12,2 15 6,5 14-6,10 9 17,11 8 11,9 7 571,5 9-604,-3 8-1,-11 9-33,-17 6 407,-22 2-385,-27 1-33,-24-1-26,12-16 1,-2-1-71,-4-2 1,-1-2-118,-1-1 0,1-2-266,3-2 1,2-1-2962,-20 0 2850,20-5 1,16 3 0,12-3-1</inkml:trace>
  <inkml:trace contextRef="#ctx0" brushRef="#br0" timeOffset="1458">3358 14112 23433,'-8'4'3545,"2"0"-2990,6-4 195,0 0-739,-10-8-33,10 6-224,1-6-1138,26 7-4861,21-2 6245,6 0 0,-16 0 0,-14 2 0</inkml:trace>
  <inkml:trace contextRef="#ctx0" brushRef="#br0" timeOffset="1684">4128 13848 28671,'-26'-57'0,"3"29"0,16 78 0,3-15 0,0 2 0,0 7 0,2 2-956,2 6 0,1 1-215,2 4 1,0 2 774,1-15 0,-1 0 0,0-3 1,1-4-1,0-3 0,1 28 0</inkml:trace>
  <inkml:trace contextRef="#ctx0" brushRef="#br0" timeOffset="2001">984 15209 22107,'-41'9'718,"-1"0"1,0 0-1,-9 1 1,23-5-433,71-19-160,4 1 0,7-2-1470,-4 3 1,4-1 0,3-1 1371,-6 3 0,3-1 0,1 0 0,2 0-285,-5 2 1,0 0 0,2 0 0,2 0-1,3 0 267,-3 1 1,3 0-1,3 0 1,0 0-1,0 0 1,-2 0-1,-2 1-142,5-1 1,-4 1 0,-1 1 0,2-1 0,5 0 138,-10 2 1,4-1 0,3 1-1,0-1 1,1 1 0,-2 0 0,-1 0-1,-4 1-187,1 1 1,-3 0 0,-2 1 0,0 0 0,1 0 0,2 0 180,0 0 1,0-1 0,2 1-1,0 0 1,0-1 0,0 1 0,-1 1-29,0-1 0,0 1 0,1-1 1,-1 1-1,-2 0 0,-1 0 1,-2 1 33,5-1 1,-3 0 0,-2 0 0,-1 1 0,-1-1 144,4 1 0,-1-1 1,-3 1-1,-6 0-292,5 0 0,-10 0-1305,-11-2 1445,-7-1 0,-17 2 0,-3-1 0</inkml:trace>
  <inkml:trace contextRef="#ctx0" brushRef="#br0" timeOffset="6058">6338 3730 11015,'-48'4'1606,"-1"-1"1,0 1-1,5-1 1,0 0 0,4-1-1011,0 1 0,3-1 289,-20 1-185,17-1-223,15-1-337,12 0-213,8-1 95,8 2 79,10 3-34,17 0-44,21 0-23,-16-3 0,3-1-258,7-1 0,3-1 258,4-1 0,1-1-592,3-1 0,0-1 598,0-1 0,-1-1-57,-3 0 1,0 0-531,-6 1 0,-2-1-1161,-5 2 0,-2 0 1742,18-1 0,-25 3 0,-16 2 0</inkml:trace>
  <inkml:trace contextRef="#ctx0" brushRef="#br0" timeOffset="6975">8197 3923 12797,'-10'1'2879,"3"0"-880,7-1 527,0 0-2363,2-15 61,9 8 173,12-12 85,20 12-328,-12 3 0,3 0-328,8 0 1,4 0 310,9-1 1,3 1-633,-13 0 1,1 0 0,2 1 546,5-1 1,2 1-1,0-1-661,6 1 1,0-1-1,2 1 618,-13 1 1,0 0 0,1 0 0,0 1-5,3-1 1,1 1 0,0 1 0,0-1-12,2 0 0,1 0 1,-1 1-1,2 0 6,1 1 0,0 0 0,1 0 0,0 0-393,-10 0 0,-1 0 0,1 0 0,0 0 0,1 0 397,1 1 1,1 0-1,1-1 1,-1 1-1,1-1-237,2 1 1,1-1 0,0 0-1,1 0 1,0 0 234,2-1 0,1 1 0,1-1 1,0 0-1,0 0-98,-9-1 0,1 1 1,0-1-1,0 0 1,0 0-1,1 0 78,0 0 0,0-1 1,1 1-1,-1-1 0,1 1 1,0-1-52,-1 0 1,1 1 0,0-1 0,0 0 0,-1 0 0,1 0 54,-2 1 0,0-1 0,0 0 0,0 0 0,0 0 0,-1 1 2,9-1 1,0 0 0,-1 0 0,0 0 0,0 0 2,-3 1 0,-1-1 0,1 0 0,-2 0 0,0 0 3,-3 1 1,0-1-1,-2 0 1,0 1-1,0-1 67,9 0 1,-1 0 0,-2 1 0,0-1-61,-5 0 0,-1 1 1,-2-1-1,0 1 206,9-1 1,-1 1 0,-2 0-205,-7 0 1,-3 0 0,-1 0 619,10 1 1,-4-1-613,-13 0 0,-2 1 2122,10-2-2072,-18 0 1998,-13-2-2009,-6 1 1133,-5-1-4695,-2-1 3512,-4 1 0,2 1 0,-1 1 0</inkml:trace>
  <inkml:trace contextRef="#ctx0" brushRef="#br0" timeOffset="8558">5626 4715 11995,'-44'0'980,"1"0"0,4 0 1,9 0-337,19 0-162,5 0-23,1 0-263,2 1 56,1-1 129,1 1 5,1 1-206,0 0 486,0 1-195,3 0-17,2 0-230,1-1 381,10 0-281,-1 0-33,15 0-16,5-1-62,14-1-141,-4 0 60,-1-1 0,3 0-51,-10-1 0,2 0-587,18-1 0,4-1 548,-7 0 0,1 0 3,4 0 0,-1-1-26,-10 2 1,0-1 13,15-1 1,1 0-20,-12 1 0,3-1 1,-1 2 0,5-2 0,-2 2 2,-7-1 0,-2 1 0,2-1-1011,8 1 1,1-1-1,-4 1 999,1 0 1,-1 0 7,0 0 0,3 0 1,-3 1-432,4 0 1,0 0 435,-4 1 1,3-1 0,-2 0-3,-11 0 1,-1 1 0,-1-1-6,20 0 1,-1-1 2,0 0 0,-2 0-6,-14 1 0,1 0 3,-2 0 1,2-1-1,-2 0-6,4 1 1,-1-1-222,-2 1 0,2-1 1,-1 1 220,10-1 1,-1 0-3,-1 1 0,-1 0 2,-13 0 1,1 0 77,16 1 0,-1-1-77,-19 1 0,-2 0 5,16 0 0,-2 0 1078,-15 0 1,-3 1-1028,22-1 1188,-13 0-1127,-11 0 1175,-7-1-1208,-2 0 830,-2-1-858,0 0 220,-1 1-237,-2 0-6,-3 2-22,-5-2-12,-3 2-94,-3 0-264,-2 0-1597,-3 1 1950,-4 6 0,3-4 0,-2 3 0</inkml:trace>
  <inkml:trace contextRef="#ctx0" brushRef="#br0" timeOffset="11267">12879 4849 11267,'-43'-1'1389,"-1"0"0,1 0 0,6 0 62,9-2-359,-4 0-156,10-1-253,10 0-593,6 2 184,13-1 29,10 1-79,17 0-96,18 1-80,-9 0 0,3 1-220,-13 0 1,1 0 190,21 0 1,1 1-646,-13-1 0,1 0 637,14 1 0,4-1-17,-17 0 1,0 1 0,2-1-564,4 0 1,1 0-1,2 0 526,4 0 0,1 0 0,2 1 2,-13 0 1,2-1-1,-1 1 1,2 0 0,1 0 1,1 0 0,0 0 0,1 0-430,1 0 1,0 0 0,0 1 0,0-1 445,0 0 1,0 0 0,1 0 0,-2 0 15,0 0 0,-1 0 0,0 0 0,1-1 18,7-1 0,3 0 0,-2 0 1,-4-1-7,-2 1 1,-4 0-1,3-1 5,-1-1 0,3-1 0,1 0 0,-5 0-357,-1 0 0,-3 0 0,3-1 349,-5 0 1,3 0 0,0 0 0,0 0-5,0 0 1,-1 0 0,1 0-1,0 0 2,8 0 0,2-1 0,-1 0 0,-4 0 2,-2 1 0,-4 1 0,3-1-4,-3 0 1,3 1 0,-1-1-1,-4 2-27,13-2 0,-3 1 27,-10 0 0,1 0 0,-1 1 2,-4 0 0,-1 0 0,1 0-2,4 0 0,0 0 1,-4 0 6,2 1 1,-2-1 8,10-1 0,-3 0 956,1-1-919,3-2 1672,-17 2-1566,-16 1-157,-10 1 1117,-8 2-1117,-3 1 0,-2 0 0</inkml:trace>
  <inkml:trace contextRef="#ctx0" brushRef="#br0" timeOffset="15075">5442 12603 25965,'10'6'134,"-1"18"-185,-3 12 1,-1 7-1051,0 1 0,-2 2 159,0 3 1,-2 1-1658,-2-1 0,0-1 2599,-3 1 0,0-3 0,-1 4 0,-1-12 0</inkml:trace>
  <inkml:trace contextRef="#ctx0" brushRef="#br0" timeOffset="15367">5331 12703 17540,'-8'-56'1934,"-1"-1"1,1 12-1,3 4-1250,9-15-354,11 21-140,15-3-78,17 13-39,13 12-42,-18 15 0,-1 4-874,17 6 837,-19 4 1,-1 5-29,3 17 0,-17-13 1,-4 3-17,-5 5 1,-7 1 10,-12 21 22,-11-5-28,-27-13-111,3-14-662,-18 0-1092,15-12-5027,5-13 6937,21-8 0,9 0 0,6 3 0</inkml:trace>
  <inkml:trace contextRef="#ctx0" brushRef="#br0" timeOffset="15691">6276 12326 25517,'-40'2'153,"-1"-1"0,4 1 0,8 6-69,20 19-50,4-2 5,2 11 22,12 6-33,7 4 12,13 7-1697,11-10 1657,-7-11 389,10 2-383,-19-8 5,-6-2-56,-22-5-156,-20-9-595,-16-5-78,5-4-8957,-16-14 8770,31 6 0,-7-6 0,23 10 0</inkml:trace>
  <inkml:trace contextRef="#ctx0" brushRef="#br0" timeOffset="15934">6629 12468 25702,'43'-17'-1176,"0"-1"1,0 1 0,-1 2 0,0 0 0,-3 5 1175,11 6 0,-6 4 0,9-1 0,-8 2 0</inkml:trace>
  <inkml:trace contextRef="#ctx0" brushRef="#br0" timeOffset="16091">6814 12673 27684,'41'-11'-240,"0"0"0,5 0 0,-2 2 0,5-2 1,-4 4-1</inkml:trace>
  <inkml:trace contextRef="#ctx0" brushRef="#br0" timeOffset="18584">8028 12229 17025,'7'-1'4666,"-2"-1"-3529,-5 2-62,0 0-739,7-14-151,-5 10-101,2-11-22,-20 16-51,0 2 23,-24 2-1,0 4-16,-15 1 11,-2-2-11,4 0 0,9-2-6,13 0 6,12-1 16,10 1 12,3 2 89,1 6-61,2-2 73,-2 11 39,-1-1 11,-4 14-17,-4 12-42,1-9 1,-2 3-35,0-2 1,-1 0-366,-1 2 0,0-1 312,-1 0 1,2-1 16,-4 19-53,10-24 0,3 0-58,7-1 1,6-1 43,15 13-17,8-9-123,18-18-716,4-14-1481,-17-5 1,2-2 2336,-3-1 0,-1-2 0,10-2 0,-19 0 0</inkml:trace>
  <inkml:trace contextRef="#ctx0" brushRef="#br0" timeOffset="21084">8451 12533 18369,'1'-4'4666,"0"0"-2756,-1 4-1753,6-52-73,-11 49 39,-2-27-38,-17 74-63,0-1-11,6-4 0,1 2-22,1 18-210,7-18 1,3 0 225,18 17 7,11-11-7,12-15 46,5-15 111,0-18 84,0-18 57,-1-18-333,-4-15 181,-22 23 0,-3-2-28,-1 0 0,-5-1 96,-10-31-79,-10 6-62,-12 5-5,-3 9 419,1 9-458,5 9-40,7 10-67,8 7-145,4 10-426,2 13-576,3 17-2992,0 19 4212,4 2 0,-2-18 0,2-14 0</inkml:trace>
  <inkml:trace contextRef="#ctx0" brushRef="#br0" timeOffset="21291">9005 12740 27544,'11'-33'95,"-6"17"-218,-18 61-616,5 2-2403,3-1 3142,11-2 0,-3-21 0,3-5 0</inkml:trace>
  <inkml:trace contextRef="#ctx0" brushRef="#br0" timeOffset="21841">9333 12542 9884,'-7'7'1215,"2"-2"-291,5-5 477,0 0 1248,61 6 130,-35-9-1626,11 4 1,-1-3 717,-18-10-505,-6-5-487,-5-4-49,-3-10-601,-2 9 169,-2-9-45,-3 13-79,-2-1-33,-7 5-168,-2 8-56,-2 7 22,-6 12-17,1 12 1,-7 12-23,4 20-12,11-7 12,9-1-16,20-8-12,14-14 11,15 2 5,-13-18 1,3-3 28,24 0 0,-3-8-28,-12-13 44,-18-8 7,-2-10 66,-16-18-22,-17 2-17,-13-12-44,-3 19 38,-10-6 12,5 14-6,-6-2-33,-1 9-57,14 13-21,4 5-236,11 13-566,6 8-3959,6 26 4805,4-6 0,1 0 0,-4-20 0</inkml:trace>
  <inkml:trace contextRef="#ctx0" brushRef="#br0" timeOffset="22058">10192 12647 24144,'4'-8'2398,"-1"2"-1458,-3 6-122,0 0-812,-18 6 5,2 17-112,-17 12-636,16-3 1,1 3-2317,2-5 1,0 0 2583,-1 3 1,2-4-1,-1 2 1,6-15 0</inkml:trace>
  <inkml:trace contextRef="#ctx0" brushRef="#br0" timeOffset="22674">10490 12635 23618,'21'-57'937,"0"0"0,-3 6 1,-5 8-451,-10 12-213,-9 13-134,-9 10-39,-10 15-39,-7 11-12,-4 17-16,2 13-272,7 6 233,12 3 5,12-14-11,16 5 11,27-12 0,-5-8 5,4-14 1,2-6-1,9-16 1,10-2 16,-32-10 1,-4-5 72,1-15-39,-9 9 0,-4-2 45,-5-25 22,-17-1-11,-7 7-6,-10 8-44,-1 12 198,1 13-249,4 10-50,3 15-96,3 10-61,5 5-1433,0 31-1648,8-5 2923,3-8 0,0-2 0,2 0 1,1-4-1</inkml:trace>
  <inkml:trace contextRef="#ctx0" brushRef="#br0" timeOffset="22858">11138 12735 28087,'3'24'-1697,"-10"9"-8134,-23 21 9092,6-15 0,5-11 0,14-20 0</inkml:trace>
  <inkml:trace contextRef="#ctx0" brushRef="#br0" timeOffset="23758">11571 12512 21411,'1'-6'4263,"0"1"-3569,-1 5-201,10-61-118,-8 43-168,8-44-123,-13 60-11,-7 13-34,-10 15 0,-8 18-39,10-16 0,2 3-194,0 2 0,2 0 197,2 1 0,4 0-1,2-2 1,5 0-60,14 21 63,14-10-17,16-13 11,6-11 0,1-10 22,-4-14-5,-5-11-6,-10-15 34,-10-12 22,-11-7-397,-10-10 358,-3 28 0,-2 1-9,-2-2 1,-1 1 200,-11-27-208,-4 10-12,-2 14 50,-6 13-95,-7 12-28,-8 16-212,-2 9-679,4 14-2273,14 10 3237,19 11 0,7-22 0,8 0 0</inkml:trace>
  <inkml:trace contextRef="#ctx0" brushRef="#br0" timeOffset="24001">12184 12747 23489,'-2'-2'3002,"0"0"-2571,2 2-414,-21 5-22,13 9-68,-15 8-364,20 10-3321,2 13-2023,1-15 5781,0 8 0,0-27 0,0-1 0</inkml:trace>
  <inkml:trace contextRef="#ctx0" brushRef="#br0" timeOffset="24434">12655 12505 27606,'5'-57'179,"-17"22"-106,-19 63-45,-12 13-26,21-12 1,2 2-3,-3 21-11,13-2 11,25-10-22,13-14 22,15 0-12,14-11 18,-9-12 11,0-13 0,-24-5-6,-3-13 11,-13-2 96,-5-23-73,-6 15-9,-7 5 0,-2 1-24,-1 4 38,-15-21-11,10 23 0,-10-3-61,5 12-90,-3 7-50,10 10-813,-2 7-2738,10 4 3713,0 4 0,6-5 0,2-3 0</inkml:trace>
  <inkml:trace contextRef="#ctx0" brushRef="#br0" timeOffset="24825">13257 12284 23651,'-3'-4'2728,"1"1"-2134,2 3-477,30-60-89,-4 43 0,0-15 0,3 4 34,14 25-34,-8 3 28,4 3 6,-12 2-18,7 7-10,-10 3 16,-2 7-5,-6 1-34,-4 0 23,4 10 28,2 20-48,-8-24 0,1 3-305,1 9 0,2 2 277,-2-2 0,0-1 14,-2-8 0,0 1 14,4 16 0,-3-1-42,-5 9-190,-8-17 1,-7-2-94,-9-12 1,-7-6-1298,-8-1 1,-3-4 1123,1-3 1,1-2 0,-11 2-1,21-8 1</inkml:trace>
  <inkml:trace contextRef="#ctx0" brushRef="#br0" timeOffset="27926">7603 5614 14292,'-63'3'1283,"0"1"1,0-1 0,11 0 0,1-1 0,4 0-1038,0-1 1,5 0 453,-17-1 132,32 0-743,5 0 266,20 0-187,20 1-20,6 1-70,35 2-70,-25-3 1,3 0-505,4 0 0,4 0 1,0-1 492,15 0 0,2-1 3,-15 0 0,3 1 0,-5-1 0,-1-1 0,-2 0-6,2 0 1,-3 0 10,10-1 96,1 0-34,-25 0-44,-22 1-12,-15 0 6,-24 0 0,-10 1-6,13 1 0,-5 0 377,-15 3 1,-3 0-375,4 0 0,-2 0 5,-11 3 1,1 0-12,21-2 1,2 1 16,-6 0 1,2 0-10,-15 4-21,-3 1-34,27-3 33,17 0 12,21-3-6,18 0 0,17-2-23,3-3 1,5-2-6,0 0 0,2-1-502,-7 1 0,1-2 0,-1 1 513,2-1 0,0 1-6,6-2 1,-1 1-112,-14 0 1,-1 1 121,3 0 1,-1-1 6,13-1-46,-32 3 1,-19 1-23,-38 7 45,-20 3 600,1 3 1,-4 0-551,3 0 1,-1 0 12,11-1 1,-2 0-1,2 0 52,-12 2 0,3-1-43,15-2 1,1-1 59,-3 2 0,5-2 242,10-2-173,-1 1 90,40-11-134,21-4-101,5-3-25,-2 1 0,5 0-601,11-5 0,3 0 357,3-1 0,2-1-414,-11 3 0,1 0 0,-1 0 655,17-5 0,-5 2 0,-23 6 0,-3 2 0,25-7 0</inkml:trace>
  <inkml:trace contextRef="#ctx0" brushRef="#br0" timeOffset="28909">11170 5580 8778,'-51'3'2412,"-1"0"0,3 0 0,3 1-810,-17 0-975,29-1 1,-1 0-121,-3 0 0,1 0-82,-3 0 1,1 0-54,0 1 1,2 0-124,3-1 1,3 1 578,-17 2-722,22-2 270,16-3-68,20 1 8,18-2-238,28-1-59,-15-1 1,3 0-487,9-1 1,3-1 455,6 0 0,1-1 5,-20 2 0,1 0 1,-1 0-1,20-2 1,-2-1 7,-3 1 1,-3 0-257,-5 0 1,-4 0 259,-9 0 0,-3 1 27,10-3-61,-27 1 6,-31 1 22,-27 2 0,9 2 0,-4 0 142,-9 2 1,-2 1-135,-8 1 0,-2 0 3,-5 1 1,-2 2-11,19-2 1,0 0 0,0 1-257,-2 0 1,1 1 0,-1-1 265,2 1 0,0-1 1,0 1-18,-18 4 0,2 0-349,6-1 1,3 0 376,7-1 1,3 0-23,-19 5-11,26-4 782,22-5-715,27-2-34,27-4-17,-4-1 1,5-1-23,13-2 0,5-1 9,-13 1 1,1 0 0,1 0-234,3-1 1,0 1 0,0-1 230,0 1 1,-1 0 0,-1 0 1,-3 1 1,0 0 0,-3 0-134,16-2 1,-4 1 148,-10 2 1,-4-1 53,13-1 11,-29 0-62,-34 2 0,-30 2-11,4 1 0,-5 0 84,-11 1 1,-4 1-61,12 0 1,-2 0-1,0 0 48,-3 1 1,-2-1 0,1 2-62,-1-1 0,1 1 1,0 0 1,4-1 0,1 1 0,1 0 35,-10 1 1,5 0-72,-13 1-10,35-2 27,38-5-56,35-7-291,-3 2 1,6-1-1855,-5 0 1,2 0-1,1 0 2207,0 0 0,0 0 0,-2 1 0,5-2 0,-5 2 0,11-3 0</inkml:trace>
  <inkml:trace contextRef="#ctx0" brushRef="#br0" timeOffset="31376">8497 12598 17899,'-4'-60'2010,"-1"1"1,1 5 0,0 4-1518,1 13 0,0 4 168,0-15-285,1 19-214,4 14-56,3 13-10,5 15 4,4 17-4,-2 23-71,-7-16 0,-3 2-475,-5 7 0,-4 2 472,-3 5 1,-3 2-12,-3 1 1,-3-1-10,2-2 1,0-2 0,3-5 0,1-3-53,3-7 1,3-2 49,-1 15 39,5-19 101,4-16 0,4-20-61,4-18-1,5-22-50,-7 16 0,0-4 91,-1-5 0,0-2-103,0-4 1,0 0 3,-1-3 0,2 1 8,0 1 0,1 1 8,0 6 0,1 1 177,7-20-129,-4 21-44,-5 18-7,-3 12-27,1 14 5,4 13 0,2 23-22,1 18-87,-7-21 1,0 3 91,-2 4 0,0 2 12,-1 1 0,-1 2-6,0-1 0,-1-1-275,0-3 1,0-1 282,0-6 1,0-2 2,0 21-17,0-22 68,0-18-6,-1-17 814,1-19-848,-1-18-10,0-23-4,1 21 0,1-3-159,0-5 1,2-2 169,-1-4 1,1 0-12,0-1 1,1 1-9,-1 3 0,-1 1-123,0 7 0,-1 3 134,-2-19 6,-3 20-12,1 19-10,-2 10 16,3 16 861,-2 13-878,0 22 0,-1 18-240,2-23 0,0 1 243,-1 4 1,0 1 16,0 0 0,1 0-20,-1 0 0,0-2 12,1-5 0,0-1-6,-1 22 22,0-18-11,2-18-5,0-15-1,0-18-49,1-16 44,0-22 19,1 17 1,0-3 169,0-5 0,0-2-184,0-5 1,0 0-295,0-1 1,0 0 305,0 1 0,0 2-12,-1 6 1,1 3-17,-3-18 16,-1 23-38,0 15 21,2 15 377,1 13-354,1 16-11,1 19-6,1-16 1,-1 1 143,1 5 0,0 1-144,0 4 1,-1 1-342,1 0 1,-1 0 343,-2-1 0,0-1 11,-1-4 1,0-1-195,-5 20 226,-1-18-18,0-20-44,-1-18 316,-1-20-288,1-19-1,1-21 119,5 21 1,2-1-120,-1-6 1,2-1-341,1-4 1,1 0 342,0-1 0,1 2 6,0 6 0,0 2 3,2-20-11,-4 26-12,-4 21-27,-1 21 405,-2 18-389,1 19 17,3 15 172,4-25 1,1 1-176,2 0 1,0 1 4,2-1 1,1 0-60,-1-2 0,0-2 40,2 22 11,-5-13 12,-3-17 0,-2-14-12,-3-17 603,-3-16-558,-2-18-22,-2-16-272,6 24 1,0-2 270,1-1 1,1 0-9,1 3 1,0 1 14,1-17-18,0 22 12,1 17-23,-1 20 6,-2 15 45,-1 19-62,0 15-33,3-25 0,0 2-163,0 1 0,1 0-1316,2 3 0,0-2 720,2 25 0,1-24 1,-2-18-1</inkml:trace>
  <inkml:trace contextRef="#ctx0" brushRef="#br0" timeOffset="35200">8459 2806 19481,'-18'-43'1000,"0"0"0,-1 0 0,-4-14 0,2 9-396,6 18-103,6 14-445,4 16 143,4 16-110,-1 15 29,5 14-6,3 7-5,5 1 27,8-5 23,4-10 142,4-12 26,6-14-34,6-17-112,12-18-112,-18 3 0,2-3 14,6-6 1,2-1-534,3-3 1,1 0 493,1-1 0,-2 1-3,-2 1 1,-3 1-98,-5 4 1,-2 0 71,-5 5 0,-2 1-30,15-10-91,-8 12-447,-8 10-1155,-1 11-3040,-2 12 4749,-4 7 0,-8-5 0,-5-5 0</inkml:trace>
  <inkml:trace contextRef="#ctx0" brushRef="#br0" timeOffset="36501">9882 3658 19596,'-34'-20'1417,"-1"4"-1019,14 20-29,-6 1-21,0 2-73,1 1-247,11-3 5,3 0-22,11-3 51,6 1 16,8-2 6,24-1-61,-6-2 5,29-3 5,-9-3-212,-18 3 1,0-1 222,30-6 203,-9 0-85,-24 4 174,-9 1-196,-20 2-129,-9 0-5,-10 0-17,-26 2 11,-5 4 11,-4 2 0,-3 7 40,12 1-23,-8 3-6,4 2-22,21-7-22,4 0 10,20-7 426,2 0-330,11-2-5,11-1-23,14-5 5,12-4-10,6-5 10,2-1 85,-7 3 111,-12 4 102,-14 3-12,-12 4 34,-8 1-347,-20 9-163,-6 6-2817,-9 6 0,-3 4 2946,7-5 0,2 0 0,0 1 0,2-3 0,1 2 0</inkml:trace>
  <inkml:trace contextRef="#ctx0" brushRef="#br0" timeOffset="42191">8502 6425 7565,'-5'0'3277,"1"0"-202,4 0-1916,-5-4 45,4 3 180,-3-3-416,3 4-457,-3 0-46,-3 0 5,-6 0 0,-2 0 57,-2 0 27,-2 0-285,5 0 364,0 0-453,9-1-197,0 0 34,21-3-17,7 1 11,27-5-28,10 2-237,-25 2 1,1 1 244,1 1 1,-1-1-12,-3 2 1,-2 0-26,16 1 34,-20 4 50,-18 4 0,-21 2-11,-16 4 11,-21 3-17,17-8 1,-2 1-41,-5-1 1,-1 0 70,-1 0 0,-1 0 34,3-2 0,1-2 22,5 0 0,2-2 121,-15 1-40,19-4-111,16-2-68,13-3-6,15-4-38,22-4-51,-8 5 0,4-1-537,12-1 1,3 0-854,12 0 1,1 0 972,-1 1 1,-5 1 0,-15 3 0,-4 0 0,7 1 0</inkml:trace>
  <inkml:trace contextRef="#ctx0" brushRef="#br0" timeOffset="43451">14859 7822 16280,'0'-5'6565,"0"1"-4370,0 4-1746,9-56-404,-7 42-23,7-38 23,-8 65-34,1 2-5,0 18-34,-1 15-203,-3 7-251,-1-21 1,0 1-3048,-3 23 975,2-15 2554,3 6 0,1-33 0,1 6 0</inkml:trace>
  <inkml:trace contextRef="#ctx0" brushRef="#br0" timeOffset="43741">15253 7954 21236,'48'-22'116,"1"0"0,-1 1 0,-3 5-55,-2 8 1219,-2 2-1280,-16 2-17,-9 2-81,5 1-1644,-6 0-2325,5 1 4067,-4 0 0,-7 0 0,-3 0 0</inkml:trace>
  <inkml:trace contextRef="#ctx0" brushRef="#br0" timeOffset="43967">15841 7736 24452,'0'-49'913,"-2"16"-840,-1 44-45,-1 3-22,-2 20-17,4-13-197,-1 35-526,5-17-1646,2 20-4717,3-7 7097,-1-6 0,-1-18 0,-3-11 0</inkml:trace>
  <inkml:trace contextRef="#ctx0" brushRef="#br0" timeOffset="46300">10636 7688 6893,'-8'0'3915,"1"0"-2750,7 0-554,0 0 565,-62-5-219,37 4-568,-11-2 1,1 1 904,17 1-471,9 1-520,2 0 111,7 0-11,0 0 348,9-1-325,7-1-28,17-1-219,-3-1 123,21 0-44,-1 0-459,-14 2 0,1 0 274,4-1 0,2 2 11,17-1 0,1 0-67,-18 0 0,1 1-3,-1 0 1,4 0 0,-3 0-584,4 1 1,-1 0 582,14-1 0,1 1-6,0 0 1,0 0-2,-13 0 0,2 0 1,-2 0 6,14 0 0,-2 0 0,-2 0 0,-1 0 0,-5 0 0,-1 0-335,-10 0 1,0 0 339,9 0 1,3-1-9,8 1 0,0 0-5,-10 0 0,-1 0-1,-4 0 1,0 1 2,-3 0 1,-3 0-7,-8 1 1,0-1-83,7 1 1,3 0 87,6 0 0,-1-1-2,-7 0 0,-1 1-6,-1-2 0,0 0 0,-2 1 0,-1-1 11,27 0-6,-13 1 1,2-1 2,-7 0 1,0 0-621,9 0 0,-3 0 620,-16 0 0,-1 1 9,6-1 1,1 1 270,-9-1 0,0 1-277,7 1 1,2-1-12,3 0 0,1 0 5,-7-1 1,0 1 2,6-1 1,-2 1-4,15-1 14,-19 0 1,0 0-9,-5-1 1,1 0-7,20 1 1,3 0 2,-9-1 1,0 1 19,9 0 1,-3 0-29,-19 0 0,-2 0 5,6 0 1,-1 0 161,19 1-167,-15 0 0,2-1 8,-9 0 1,0 1 289,7-1 0,-3 0-292,13 0 73,-19-1 0,0 0-51,24-1-3,-10 0 1,1 0-18,-7 0 0,0 1-283,7-1 1,-1 1 279,12 1-5,-25-1 0,-1 0-95,18 1 109,-20-2 0,2 0-9,7 0 1,-1-1 0,-3 0-1,1-1 280,8-1 1,-1 1-291,18-3-1,-24 4 1,1-1-101,-1 1 0,0 0 111,0 0 1,0 1 0,5-1 0,-2 0 5,-8 2 0,-2-1-5,20 1-1,-9-1 1,3 1-1,-11 0 1,2 0-3,17-1 0,1 0-3,-7-1 0,0 0-145,0 0 0,-1 0 150,-11-1 1,0 1 11,3-1 0,-1 0 169,12-4 15,10-3 12,-23 2 611,-8 0-791,-19 3 461,0 1-511,-1 3 1652,2 0-2318,1 3-3227,-2 6 3910,-3 1 0,-2-1 0,-3-3 0</inkml:trace>
  <inkml:trace contextRef="#ctx0" brushRef="#br0" timeOffset="48158">18620 7607 9806,'-53'3'1736,"0"0"0,-2 0 0,7-1 197,4 0-343,-4 2-1304,22-2 213,9 2 403,23 0-477,3-2 208,22 1-2075,4-2 1,2-1 1525,26-1-36,-12 0 1,9-2 0,-6 1-27,-10 0 1,0 0-286,14-2 1,8 1 0,-1 0 271,-5 0 1,0 1-1,1-1-2,0 1 1,1 0 0,1-1-269,-11 1 0,1 0 0,-1-1 0,-2 1 268,0-1 1,-2 0-1,-1 0 10,16-2 0,-4-1-147,-15 1 1,-3 0 143,0-1 0,0-1-20,-8 1 1,-1 0-118,28-6-555,-2 3-1314,-25 5 1992,-9 3 0,-11 1 0,-7 0 0</inkml:trace>
  <inkml:trace contextRef="#ctx0" brushRef="#br0" timeOffset="56591">9290 12666 12724,'-3'-2'6559,"0"1"-3479,3 1-2592,-13-53-102,19 29-249,-7-9 0,4 1 59,25 11-61,5 5-68,7 5-28,4 5-11,2 7-39,-3 10 11,-2 11 0,-8 11 6,-8 10-12,-12 5 6,-15 5 11,-16 0-5,-15-1-212,12-28 1,-2-1 227,-24 19 12,3-7 106,6-9 174,10-9 55,10-9-117,11-8-78,4-7-6,7-5 350,4-3-468,8 1-16,6 3-1,8 3-10,6 6-7,6 9 12,4 9-5,5 13-29,-25-10 1,-1 2 10,0 2 1,-1 1-12,-3 1 1,-3 1-18,5 24 18,-25-4-23,-26-5-118,3-22 1,-5-3 19,-5-1 0,-3-2-542,-4-2 0,0-3-458,-1-1 1,0-3 1125,-3-5 0,4-1 0,-6 1 0,9-6 0</inkml:trace>
  <inkml:trace contextRef="#ctx0" brushRef="#br0" timeOffset="60941">4356 15705 25830,'6'-18'308,"1"26"-333,0 29 0,-2 11-157,0 2 0,0 1-1160,-1 3 1,1 0-603,-1 1 1,1 1 1279,0 2 1,0-4 0,1 7 0,0-11 0</inkml:trace>
  <inkml:trace contextRef="#ctx0" brushRef="#br0" timeOffset="61224">4364 15992 18320,'-6'-60'936,"0"0"0,0 1 1,0 4-1,1 1 1,3 5-604,3 1 0,2 5-146,3 5 1,2 2-3,15-20 419,7 20-547,4 18 179,5 14-219,3 16-1,3 17-16,-5 20-279,-24-18 1,-2 2 272,-4 4 1,-5 1-6,-6 0 0,-5-1 5,-5-1 0,-5-3 12,-6-1 0,-4-3-101,-3-2 0,-2-3 13,0-3 1,0-2-507,-24 8-1926,15-13 2514,18-21 0,12 4 0,10-10 0</inkml:trace>
  <inkml:trace contextRef="#ctx0" brushRef="#br0" timeOffset="61551">5370 15332 19081,'-8'-8'4946,"1"1"-4526,-29 4 0,-8 3 157,-2 5-401,-8-3 1,0 3 30,7 13-101,12 3-50,14 2-5,12 2-23,13 5 5,11 8-10,13 8-232,-9-20 0,2 1 212,4 0 0,1 0-17,2 0 0,2-1 8,0-1 1,-1-1 10,-3-3 1,-3 0 0,9 12 10,-28-8-55,-23-8-235,-19-4-1015,-10-7-6311,-2-9 7600,8-5 0,17 1 0,13 0 0</inkml:trace>
  <inkml:trace contextRef="#ctx0" brushRef="#br0" timeOffset="61800">5790 15445 21853,'-3'0'4207,"0"0"-3933,3 0-710,81-41-2696,-22 26 2518,-19 0 0,6-2 0,-2 5-1481,2 8 0,-2 6 2095,4 4 0,-2 0 0,5 0 0,-7 6 0</inkml:trace>
  <inkml:trace contextRef="#ctx0" brushRef="#br0" timeOffset="61958">6018 15742 21338,'-7'5'4397,"1"-2"-3926,6-3-141,0 0-442,5 4-711,30-15-1883,22-1 2027,-6-4 1,0-1 0,7 0 0,0 0-1</inkml:trace>
  <inkml:trace contextRef="#ctx0" brushRef="#br0" timeOffset="62434">7232 15240 27600,'-42'-21'5,"-1"0"1,1 2 0,1 7-17,-21 18-366,30-1 0,0 2 405,-28 5 230,10 0-252,14-4 125,14-2-114,12-1-1,7-1 12,7 8 382,1-2-360,8 14 28,4 2 29,3 16-21,-9-7 1,-3 2-31,-1 0 0,-3 0-36,-1 0 0,-1 1 10,-5 2 1,-2-2-225,-1-6 1,0 0 201,-3 7 0,1 1 0,0-3 1,2 0-20,0-4 0,2-1-28,1 25 5,9-10-16,10-10-74,13-12-251,17-11-364,-5-11 0,2-4 139,-10 1 1,1-2-51,30-5 1,-3-1 0,-22 3-1,22-5 1</inkml:trace>
  <inkml:trace contextRef="#ctx0" brushRef="#br0" timeOffset="62891">7822 15578 23405,'5'-56'1200,"-1"0"1,0 3-1,-1 9-567,-3 24-521,0 5-11,0 8-84,-2 19 0,-1 12-12,0 6-16,-2 25-56,1-17 0,1 1-325,0 4 0,0 1-2563,-1 11 1,0-1 2954,2-12 0,1-4 0,-2 12 0,3-22 0</inkml:trace>
  <inkml:trace contextRef="#ctx0" brushRef="#br0" timeOffset="63117">8469 15815 25528,'0'-3'2162,"0"1"-1832,0 2-308,-5 23-218,3 1-705,-7 21-258,6-16 1159,0 7 0,1-24 0,2 4 0</inkml:trace>
  <inkml:trace contextRef="#ctx0" brushRef="#br0" timeOffset="63617">9137 15514 26738,'7'-51'298,"-1"0"1,0 4 0,5 10-215,14 17-23,6 6-33,3 9-28,3 9 11,-1 11-22,-2 12-6,-4 11 12,-8 7-1,-9 6 12,-10 0-6,-12-2 0,-9-8 0,-7-8 0,-1-9 22,2-9-11,6-8 34,4-6 34,5-7-1,4-5 28,2-2 1,3-2-6,5 0-17,4 2-23,6 0-22,6 4-22,7 4 0,7 3 11,5 7-22,3 8-12,3 11-72,-3 7-253,-9 4-447,-14 3-1306,-28 0 2084,-27 4 0,11-19 0,-6-2 0</inkml:trace>
  <inkml:trace contextRef="#ctx0" brushRef="#br0" timeOffset="63850">10321 15762 27020,'-27'39'-1045,"0"-1"1,0 1-1,-11 15 1,3-6 1044,2-4 0,12-17 0,9-12 0</inkml:trace>
  <inkml:trace contextRef="#ctx0" brushRef="#br0" timeOffset="64501">11065 15442 27051,'-38'24'58,"0"0"0,3-1 0,6 4-81,8 32 12,9-4 11,18-7-11,13-8 22,16-12-39,8-11 51,5-14 55,0-15 45,-5-11 112,-9-14 6,-12-8-28,-10-9-45,-11-4-90,-11-3-431,-7 4 393,-6 7-18,0 12 109,1 12-136,5 12-51,2 11-151,2 13-387,2 11-700,3 15-2061,10 10 3355,13 15 0,-6-28 0,5 1 0</inkml:trace>
  <inkml:trace contextRef="#ctx0" brushRef="#br0" timeOffset="64684">11659 15822 28671,'4'36'-652,"0"-1"0,-3 3 0,-3-1 652,-7 5 0,-3-4 0,-1 6 0,0 1 0</inkml:trace>
  <inkml:trace contextRef="#ctx0" brushRef="#br0" timeOffset="65857">12428 15400 16353,'2'-4'6733,"-1"1"-4073,-1 3-2346,4-15-185,-15 34-23,-1-1-55,-14 40-40,14-28 0,1-1 6,-3 17-23,8 9 6,15-23-17,10 7 45,11-21 68,8-9-35,-6-10 309,20-18-45,-19-6-17,11-17-73,-20-5-1551,-13-11 1389,-9 9-173,-6 11 0,-4 0 156,-8-8-43,4 15 1,-2 1 31,-11-1-28,0 13-12,6 10-27,-6 13-180,11 8 952,-5 12-2704,11 10 1954,9 11 0,0-19 0,4 0 0</inkml:trace>
  <inkml:trace contextRef="#ctx0" brushRef="#br0" timeOffset="66241">13195 15774 22778,'1'-3'3926,"-1"1"-3232,0 2-638,6 1-50,-7 19-163,0 8-688,-9 22-2981,-5 5 3826,2-7 0,4-16 0,4-15 0</inkml:trace>
  <inkml:trace contextRef="#ctx0" brushRef="#br0" timeOffset="66634">13827 15534 28328,'-36'33'15,"0"0"0,4 0 0,5 1-24,14-4 1,6 2-42,-3 27 5,16-7-6,12-11 1,11-12 67,6-14 5,-1-15 12,0-16-6,-4-14 5,-5-13 35,-10-10-12,-11-7-210,-8 29 0,-3 0 176,-3 0 1,-3 2 27,-21-24-5,-5 11-39,0 13-34,5 12-163,7 9-537,10 14-1478,8 9 2206,16 15 0,-5-12 0,8 2 0</inkml:trace>
  <inkml:trace contextRef="#ctx0" brushRef="#br0" timeOffset="67024">14503 15409 27482,'-38'-26'256,"0"0"0,5 1 0,15 5-144,36 10-45,16 3-22,11 3-6,2 3-28,0 1 17,-5 3-17,-4 2-11,-5 3 11,-5 3-22,-4 4 22,-5 3-5,-1 4-6,-4 5 34,-2 8-29,-4 8 18,-3 11-18,-4-23 1,0 2-9,-1 3 0,0 1-336,0 3 1,0 1 318,0 2 1,-1 0-9,-2 1 0,-2-2-11,-3-1 0,-3-1-62,-6-4 0,-4-2-106,-6-2 0,-3-4-398,-5-4 0,-3-2 605,-8-3 0,0-4 0,-5 3 0,1-8 0</inkml:trace>
  <inkml:trace contextRef="#ctx0" brushRef="#br0" timeOffset="68341">1520 16917 24389,'-37'-22'330,"0"-1"1,0 0-1,-10-8 1,5 10-225,1 19-32,19 8-57,0 10-39,7 5 5,0 21 28,7 0-11,6 12 17,6-18-17,15 24-11,4-17-224,-5-10 0,3-1 229,0-5 1,0-2-7,1 0 1,0-2 0,10 11 6,-7 2 55,-28-16-50,-15 8 22,-27-8-36,15-9 0,-2-2-64,-23 5-54,19-6 1,-1-2-363,3-4 1,2-3-1327,-27-9-4537,11-15 5890,32-7 1,12 10 0,4 8 0</inkml:trace>
  <inkml:trace contextRef="#ctx0" brushRef="#br0" timeOffset="68557">1876 16811 25821,'-18'50'12,"0"0"0,-1-1 1,3 0-1,1-1 1,3-3-134,5 3 1,3-1-790,1 1 0,2 0-15,1-2 1,1-2-1157,1-3 1,0-1 2080,2-4 0,0-3 0,0 4 0,-1-11 0</inkml:trace>
  <inkml:trace contextRef="#ctx0" brushRef="#br0" timeOffset="69067">1762 17430 23584,'-16'-39'664,"1"0"1,1 3 0,4 11-592,8 21-39,11 4-17,13 1-29,18 0-4,18 1 16,-21-2 0,1-1-9,4-2 1,2-1-409,2-2 0,0-2 409,-2-2 0,0-1 8,-5 0 0,-3-2 50,18-10 79,-23 3 151,-19 4 33,-18 4 7,-10 5-12,-12 5 760,-7 9-900,-3 6-84,2 8-67,7 3 17,10 1-57,10 0 29,10-4 22,9-5-51,8-7 40,9-5-22,3-12-7,2-7 35,-3-10-6,-7-5 50,-8-3-45,-8 6 135,-11-11-23,-6 12-55,-10-5 27,-5 13-44,-3 10-62,-2 11 50,-3 12-27,0 14-12,4 13-34,5 11-500,11 8 405,10-29 1,4 0-211,5 2 0,4-1-403,4 1 1,5-1-923,6 0 1,4-2-3264,7-2 1,2-4 4664,-2-4 0,-1-3 0,13 1 0,-21-12 1</inkml:trace>
  <inkml:trace contextRef="#ctx0" brushRef="#br0" timeOffset="69484">2653 17522 18711,'0'-6'6867,"0"2"-4828,0 4-1849,18-42-72,-11 52-40,13-20-39,-17 69-47,-3-25 0,-1 1-263,-1 2 1,-1 1 264,-2 0 1,-1 0-9,-2-2 0,-1 0-25,-1-5 0,-1-1 6,-10 13 22,1-18-17,7-20 5,4-20 34,5-16 1,3-18 2,4 16 0,0-4-304,2-7 1,2-4 317,3-9 0,1-2-10,-2 17 1,1-1 0,1 0-18,1 0 1,1 0 0,0 2 3,8-16 1,2 4-244,-2 8 1,3 5 237,-1 8 0,0 4-14,23-10 26,-2 16-7,1 13-10,0 14 5,1 10-34,-4 12-16,-9 8 27,-15 4-27,-27 2-34,-25 1 22,6-20 1,-5-2 85,-7 1 0,-2-2-452,-3-2 0,-2-2-945,0-2 1,0-3 1372,2-4 0,4-1 0,-7 0 0,16-5 0</inkml:trace>
  <inkml:trace contextRef="#ctx0" brushRef="#br0" timeOffset="69934">3402 17277 26850,'-16'-37'-1474,"24"2"-1741,26 23 1,10 6 2510,-4-2 0,-1 0 1,16-3-1,-22 5 1</inkml:trace>
  <inkml:trace contextRef="#ctx0" brushRef="#br0" timeOffset="70291">3994 17089 26278,'-50'-20'480,"0"1"0,5 2 0,14-2-402,31-5-33,20 0-40,36-2 12,-10 9-230,-7 9 0,1 2 286,10 8-73,7 11 16,-16 27-44,-26 11 17,-15 5-20,-14-21 1,-6 0-1,-3-2 0,-3-1-456,-7 10 1,-3 0 474,-1 0 1,0-2 22,4-3 1,2-2 2,6-6 0,3-2-14,-3 10-6,21-16 34,23-19-39,25-15-62,1-3 0,4-2-871,2-1 1,1-1 425,2 0 0,2-1 518,-9 4 0,1 0 0,-7 2 0,7-2 0,-10 3 0,-1 1 0</inkml:trace>
  <inkml:trace contextRef="#ctx0" brushRef="#br0" timeOffset="73509">10901 16179 17507,'-6'1'5584,"1"0"-4604,5-1-593,-60 5 195,39-3-409,-13 2 1,4-1 51,24-2-113,4-1-50,11 2-79,7 0 0,6 1-28,17 2-134,11-2 129,-2 3 38,0 1-4,-27 0 4,-11-1 7,-18 2 10,-13-1 35,-34 5-7,-5 1-960,20-5 0,0-1 955,-14 3 22,23-4 1,-1 0 145,-26 4-17,7-1-28,8-3-112,32-5-28,15-4 1,23-5-1,31-8-6,-26 6 1,2 1 718,9-1 1,1-1-700,-9 3 0,-1 0-47,26-6 16,-19 5 45,-11 2 51,-21 5-68,-10-1-11,-18 3 51,-16 0 411,0 2-439,-12 1 22,15 0-84,-1 1-247,17-2-1349,19 0-1782,10-5 3406,15-1 0,-15 0 0,2 0 0</inkml:trace>
  <inkml:trace contextRef="#ctx0" brushRef="#br0" timeOffset="85584">4979 18248 21343,'-8'-42'1065,"-1"-1"1,1 1 0,-4-12 0,3 6-455,3 6-376,2 22-134,3 21 16,1 23-77,0 26-43,0-14 0,-1 3-425,0 6 1,1 3 343,-1 2 0,1 0-168,1 1 0,1 0-432,1-1 1,2-1-813,1-5 1,1-2-2121,0-6 1,2-3 3615,4 15 0,-5-26 0,-3-12 0</inkml:trace>
  <inkml:trace contextRef="#ctx0" brushRef="#br0" timeOffset="86684">4896 17923 13368,'-3'0'5920,"0"0"-2654,3 0-2969,1-60-85,13 34-176,-9-8 1,3 1 75,24 11 17,13 5-90,5 2-1716,-17 9 1,-1 1 1676,14 2-141,-11 8 1,-2 1 152,-1 4-35,18 18-27,-36-1 11,-21 17 33,-15-5 3,0-15 0,-2-3-13,-12 5 10,-15 4-5,0-5-168,2-2 2936,5-4-4399,25-12 212,11-7 1430,9-9 0,0 5 0,3-5 0</inkml:trace>
  <inkml:trace contextRef="#ctx0" brushRef="#br0" timeOffset="87391">5940 17778 23500,'-25'-29'395,"0"1"0,-23-9-244,9 53-11,-3 11-17,1 5-39,5 1-39,8 1-28,8-3-6,10-2-11,11-2-34,10 0 6,10 1 6,10 1-17,5 0 22,-2-3 56,-10-4 0,-11-3-39,-17-2-11,-11-2-50,-14-1-147,-5-2-363,2-3-874,4-3-4027,10-7 5472,8-4 0,6 1 0,3 0 0</inkml:trace>
  <inkml:trace contextRef="#ctx0" brushRef="#br0" timeOffset="87667">6510 17883 23052,'-47'1'799,"0"0"0,8-1 1,6-1-677,14-3-157,27-6-274,27-4-146,-2 5 0,3 0-1191,11-2 0,3 0-321,8 0 0,1 1-2683,2 1 0,-2 2 4115,-8 1 0,-5 2 0,11 0 0,-30 4 0</inkml:trace>
  <inkml:trace contextRef="#ctx0" brushRef="#br0" timeOffset="87824">6611 18071 26637,'40'-6'-7298,"22"-7"7298,-14 0 0,0-2 0,-15 5 0,-3 2 0,8-2 0</inkml:trace>
  <inkml:trace contextRef="#ctx0" brushRef="#br0" timeOffset="88317">8366 17738 25640,'-8'-40'121,"0"0"1,1 4-1,-4 9-99,-15 22 6,-9 4-5,-10 3-1,-7 2 40,-4 4-29,3-2-44,7 1 34,10-2-12,10 3 0,7 2 45,5 5 45,1 6 67,2 7-11,0 7-57,1 10 12,1 8-353,2-20 0,1 0 274,-3 6 1,0 0-15,-3 4 1,0 1-17,-1 1 0,1 1 0,1-4 0,1 0 8,3-4 0,2-2-11,6 23-11,15-16-23,14-15-33,20-14-40,-17-14 1,3-3-258,7-4 0,2-1-1234,6-5 1,1-3 1597,6-2 0,-3 1 0,-21 6 0,-4 1 0,23-9 0</inkml:trace>
  <inkml:trace contextRef="#ctx0" brushRef="#br0" timeOffset="88758">9132 18053 23164,'8'-42'893,"0"0"1,-1 1-1,3-14 1,-3 7-413,-1 3-156,-5 19-151,0 14-113,-1 13-5,-2 14 0,-3 16-78,-4 20 10,3-19 1,-1 2-342,-1 5 1,0 1 61,0 2 0,0 3-1406,1 11 0,2 2-3219,3-9 1,1-2 3580,1-2 0,1-5 0,4 0 0,-3-29 0</inkml:trace>
  <inkml:trace contextRef="#ctx0" brushRef="#br0" timeOffset="88958">9661 18284 20912,'1'-7'5266,"1"2"-4522,-2 5-144,-2-65-472,1 49-111,-2-48-22,1 69-29,0 11-364,-2 19-1069,1 6-4571,0 12 6038,5-15 0,-1-14 0,1-12 0</inkml:trace>
  <inkml:trace contextRef="#ctx0" brushRef="#br0" timeOffset="89500">10287 17970 25029,'-6'-46'288,"-1"0"1,1 0 0,-2-17-1,9 10-120,32 15-112,-4 13 73,15 2 0,3 11-85,-10 7 1,3 3-23,-6 4 1,-1 4-1150,4 3 1,-4 3 1110,5 14 721,-8 17-773,-17 16 34,-9-28 1,-3 1-8,-4 7 0,-4-2 4,-5-5 1,-2-3 31,-12 14-1,-11-1 34,6-19 1176,-12 2-1143,12-12 85,4-7 22,15-13 309,7 1-315,5-11 40,10-2-85,2 1-61,10-2 17,3 10-51,3 5-44,2 5 61,0 9-16,-2 6-12,-4 7-34,-6 6-10,-9-5-6,-16 17-40,-13-10-44,-17 14-107,-9-10-1805,-5-5 1453,11-11-1973,-3-5 2555,15-9 0,7-1 0,9-3 0</inkml:trace>
  <inkml:trace contextRef="#ctx0" brushRef="#br0" timeOffset="89717">11255 18002 21691,'5'8'2957,"-2"-1"-1679,-3-7-646,0 0-755,-29 54-1882,18-17 2005,-6 0 0,2 0 0,11-10 0,2-12 0</inkml:trace>
  <inkml:trace contextRef="#ctx0" brushRef="#br0" timeOffset="90150">11981 17604 27757,'-50'14'99,"0"1"0,1 3 0,6 6-99,18 10 0,4 5-665,-1 1 0,1 1 656,2 0 1,4 0 8,4 0 0,3-1-3,6-2 1,3-2-60,5-2 1,4-2-102,17 23 288,6-13-243,-2-13 34,-5-14 107,-6-10 692,-3-15-654,-3-10 403,-4-13-341,-7-7-56,-13-2-39,-1 9 116,-27-2-110,4 21-29,-19-1-10,8 20 10,2 6-33,8 10-168,12 5-638,10 4-1844,17 1 2678,20 0 0,-9-13 0,6-4 0</inkml:trace>
  <inkml:trace contextRef="#ctx0" brushRef="#br0" timeOffset="90341">12424 18103 28104,'-27'20'-588,"1"8"-3097,-2 21 2988,9-7 1,9-17-1,6-14 1</inkml:trace>
  <inkml:trace contextRef="#ctx0" brushRef="#br0" timeOffset="90950">12949 18013 23579,'17'-46'888,"0"0"1,-1 7 0,-5 5-475,-6 13-162,-7 11-123,-7 12-67,-12 14-1,-9 16 1,-9 13-54,19-18 1,2 0-23,0 1 0,3 0-54,-5 26 1,14-6 62,17-8 21,12-10-27,13-13 45,8-14 44,4-16-11,-1-13 40,-6-14-239,-12-9 244,-14-7 5,-18-5-22,-11 0-59,2 31 1,-3 2 19,-18-21 0,-3 12-5,-4 14-29,4 11-56,4 12-10,7 10-136,6 11-458,7 11-1070,6 9-4476,15 8 6184,5-5 0,0-16 0,-3-13 0</inkml:trace>
  <inkml:trace contextRef="#ctx0" brushRef="#br0" timeOffset="91167">13623 18061 23987,'0'-5'3529,"1"2"-2521,-1 3-980,-4-31-50,-4 39-34,-6-15-538,-10 62 12,8-15-816,4-9 1,1 0 1397,0 14 0,3-13 0,3-5 0</inkml:trace>
  <inkml:trace contextRef="#ctx0" brushRef="#br0" timeOffset="91784">14158 17931 26071,'-12'-45'446,"1"1"0,0 6 1,4 8-313,5 21-84,2 6 331,0 2-308,5-2-56,-1 0-6,5-3 28,0 0 6,-3 1-56,0 2 22,-3 2 28,0 0 17,-2 1 51,0 0-102,-3 3-5,-2 3 11,-7 6 29,-15 20-12,-3 4-37,10-9 1,0 0 8,-7 14-28,0 12-6,12-9 45,6 18-27,14-14-18,17-1 17,3-23 23,20-6 11,-4-12-17,19-12 67,-16-11-39,-5-15-28,-24 1 45,-12-13-40,-14 1 40,-11-13-26,0 21 1,-4 1-20,3 6 0,-2 3-158,-4-2 0,-1 4 158,-9 1 5,0 10-66,13 12-208,4 9-554,8 10-1737,21 7-1982,4-3 4542,16 2 0,-15-15 0,0-1 0</inkml:trace>
  <inkml:trace contextRef="#ctx0" brushRef="#br0" timeOffset="92174">14647 17747 22621,'-4'-6'3573,"0"0"-3281,4 6 206,1-81-246,18 49-405,-7-16 1,6 2 264,35 22-39,6 5-45,-11 7 25,-14 8 0,-1 1-14,11 5 61,14 6-55,-20 10-62,-9 10 29,-11-1 4,-6 16 91,-14 14-91,-1-25 1,-3 0-42,-3 9 0,-1 0-330,-1-5 0,-1 1 319,2 2 0,2 1-6,1 1 0,3 1 14,4 1 0,3 0-40,4-1 1,3-1-17,3-2 0,1-1-14,2-4 0,0-1 99,-2-3 1,-3-1-584,0 21-393,-31-12-963,-35-11-2448,8-17 0,-5-4 4386,-2-1 0,2-1 0,13-2 0,3-1 0,-9-1 0</inkml:trace>
  <inkml:trace contextRef="#ctx0" brushRef="#br0" timeOffset="94891">19952 280 12965,'0'-5'4004,"0"1"-800,0 4-2515,30 35-241,-15 7-258,4-2 1,0 5-552,-11 2 1,-3 3 464,2 7 0,0 4-553,-2-16 1,0 2 0,1 0 502,0 5 0,2 1 0,0 1-6,1 3 1,1 2 0,0 0-7,-1-13 0,1 1 0,0 1 0,0 0-574,1 2 0,0 2 0,1-1 1,-1-2 555,2 5 0,-1-1 0,2 4 17,-2-8 1,1 5-1,1 1 1,-1-1 0,0-2-24,-1-1 0,0-3 0,0 0 0,1 4-5,1 4 1,1 4-1,0 2 1,1-1 0,-2-1 1,-1-7 1,0-1 0,-1-1-1,1 1 1,-1 0-356,1 3 1,0 0 0,0 0 0,0-1 0,0-1 347,-1 2 0,0-2 1,0 0-1,1 5 3,-2-5 0,1 5 0,0 2 1,0 1-1,-1-2 0,-1-3-208,0-3 0,-1-3 0,-1-1 0,0 2 0,1 3 199,0-3 1,0 3-1,0 2 1,0 0-1,1 1 1,-2-2-1,1-1-71,-1 1 0,0-1 1,-1-1-1,0 0 1,0 0-1,1 1 74,-1 1 1,0 0 0,0 1-1,0-1 1,0-1 0,-1-2 42,1 1 0,-1-3 1,0-1-1,1 2 1,-1 3-49,0-1 0,0 2 0,1 3 0,0 1 0,-1-1 0,0-1 0,0-3-2,0 5 1,0-4 0,0 0 0,-1 1 0,1 4-1,0-4 1,-1 3-1,1 2 1,0 1-1,0 0 1,-1-1-1,0-3 3,0 2 0,0-1 0,-1-1 0,0-1 0,0 1 0,-1-1 3,1 2 1,-1-1 0,1 1-1,-1-1 1,0 1 0,0-1 2,-1 1 1,1 0-1,-1-1 1,1 1-1,-1 0 1,0 0-6,0 0 1,0-1 0,0 1 0,0 0 0,-1 0-1,1 0-55,0 0 1,0-1 0,0 1 0,-1-1 0,1 1 0,0-1 60,0 1 1,-1-1-1,1 0 1,0 0-1,0 0 1,0 1-1,0-2 0,0 0 1,0 1-1,0-1 1,0 0-1,1 0 6,-1-1 0,1 0 0,0 0 0,0 0 0,0 0 0,0 0-2,0-1 0,0 0 0,0 0 0,1 0 1,-1-1-1,1 1-3,0-1 0,0 1 1,0 0-1,0-2 0,0 0 1,0-2 77,1 13 1,-1-4-1,1 0 1,0 5-62,0-7 0,0 5 0,0 1 0,0 1 0,-1-2 0,1-4-2,-1-4 1,-1-3 0,1-1 0,-1 1 0,1 4-11,-1-3 0,1 2 1,0 2-1,-1 2 1,1-1-1,-1-1 0,0-3 5,1 2 1,-2-2 0,1-1 0,0 0 0,-1 0-1,0 1-14,1 0 1,-1-1 0,-1 1-1,1 0 1,0 0 0,-1 0 6,1 0 0,-1-1 0,0 1 0,0 0 1,0-1-1,0 1 2,0-1 1,0 0 0,-1 0 0,1-1 0,0 1 0,-1 0-61,1 10 1,-1-1-1,1 1 1,-1-1-1,1 0 73,-1 0 0,1-1 0,0 0 0,-1 0 0,1 1 64,0-2 0,-1 1 0,1-1 1,0 1-1,0-1-72,0 0 0,0 0 0,1 1 0,-1-1 0,0 0-10,1 0 0,-1 0 0,1 1 0,-1-1 0,1 0 5,0 0 1,0 0 0,0 1-1,0-1 1,0 0 1,0 1 1,0 0 0,0 0 0,0 0 0,-1 0-1,1 0 1,0 1 0,-1-1 0,1 1 0,-1 0 1,1 1 0,-1 0 0,0 0 0,0 1 0,0-1-4,-1-9 0,1 0 0,0 0 0,-1 0 0,0-1 0,0 1-68,0 1 1,0-1-1,-1 0 1,0 0 0,0 1-1,1-1 55,-1 0 0,0 0 0,1 0 0,-1 0 0,0 0 0,0 0 2,0 9 0,-1 0 1,0 0-1,0 0 1,1-1-8,-1-1 1,1 0 0,0 0-1,-1-1 1,1 0 9,0-2 1,0 0 0,1 0 0,-1-1 0,0 0-42,1-2 0,0 0 1,0-1-1,0 0 1,0 0-7,2 9 1,-1 0 0,1 0 0,1-2-168,0-2 1,0-2 0,0 0 0,1-1-263,0-5 1,1-1 0,0 0 0,0-2 469,3 15 0,-1-1 0,0-7 0,-1-6 0,0-5 0,-1-9 0,0 1 0</inkml:trace>
  <inkml:trace contextRef="#ctx0" brushRef="#br0" timeOffset="97841">12736 18531 14605,'-2'0'4022,"-1"0"-1938,3 0-1776,21-6-258,-5 4 0,30-7-10,-6 3-18,15-2-31,-20 4 1,-1 0-9,20-2 17,-6 2 12,-22 4 27,-18 2 17,-11 3-45,-17 3 79,-34 5-12,-6 1-287,28-7 0,-1 0 346,-3 1 0,1 0 379,-23 5-239,23-5 0,0 1 8,1-1 1,3 0-73,-7 2-140,12-2 17,25-8-34,15-4 50,26-8-128,11-4-650,-13 5 0,-1 1 655,18-5-126,-21 6 0,0 0 160,16-2 11,4-1 22,-18 4-22,-22 4-17,-16 4 1781,-24 4-1764,-9 3 0,-17 4 22,17-3 1,-1 0-40,-20 6-218,3-1-35,32-8-8205,17-4 8447,15-6 0,-3 3 0,1-3 0</inkml:trace>
  <inkml:trace contextRef="#ctx0" brushRef="#br0" timeOffset="105016">14751 7563 8500,'0'-6'5433,"1"2"-2100,-1 4-3378,3-26-750,-2 20-2465,4-19 3260,3 29 0,-4-2 0,3 2 0</inkml:trace>
  <inkml:trace contextRef="#ctx0" brushRef="#br0" timeOffset="105316">16199 7469 10035,'3'-1'5466,"0"1"-4916,-3 0-10381,-3 3 9710,2-1 1,-3 1 0,4-2 0</inkml:trace>
  <inkml:trace contextRef="#ctx0" brushRef="#br0" timeOffset="107192">11779 18466 7604,'1'-11'2482,"0"3"-1150,-1 8 2365,0 0-2644,-74 9-190,41-1-530,-12 0 0,0 1 177,16 6-68,2 2-4,1-1-41,4-2-139,5-3-135,8-4 17,7-2 6,11-2-29,13 0-44,16-4-17,13-4 11,10-4-218,-29 3 0,0 0 145,30-6-22,-9 2 6,-13 3 61,-16 3 28,-13 3-39,-19 6-17,-12 3 1,-18 8 357,-14 2-285,-7 2-48,27-10 1,1-1 47,-30 7 56,8-5 45,11-2-6,13-4-56,14-3-33,9-2-45,15-4-34,12-6-22,20-7-29,16-5 12,-23 9 0,1 1-234,2-1 0,1 1 256,-4 1 0,0 1 6,21-5 51,-18 6 44,-19 5-67,-21 4-34,-19 6 46,-21 5-18,-17 8-303,26-7 0,-2 0 328,-2 0 1,0 1 39,2-1 0,2 0 550,-23 7-536,20-6-68,18-6-10,16-4-186,20-9-1288,18-6-2775,-6 0 0,1 0 4226,1-1 0,-1 1 0,13-5 0,-18 6 0</inkml:trace>
  <inkml:trace contextRef="#ctx0" brushRef="#br0" timeOffset="109916">22476 841 18572,'0'-5'4279,"0"2"-2584,0 3-1495,-57-55-70,25 43-86,-7-14 0,-1 6 10,2 37-19,5 11-81,9 7 34,11 4 12,11 1 28,14 3-16,11 3-387,14 3 372,-14-23 1,1-1-7,2 0 1,2 0 8,-2-2 0,0-1 0,17 17 22,-17-9 23,-21-5 17,-25-6 44,-39-1-83,9-6-306,7-5 0,0-2 300,-19 0 2,25-3 1,1-1 326,-25 1-979,17-15 6,22 2-2386,20-20 3013,26-2 0,-9 11 0,7 1 0</inkml:trace>
  <inkml:trace contextRef="#ctx0" brushRef="#br0" timeOffset="110149">22825 843 21399,'0'-4'3888,"0"0"-2365,0 4-1444,-20-21-6,8 46-34,-18 1-31,21 13 1,4 8-1072,-2 13-1,2 0 1036,1-18 1,1 0-105,1 17 0,0-2-484,2-22 1,1 0-321,1 6 1,0 0-1849,1-6 0,-1-2 2149,4 15 0,-2-22 0,-3-15 0</inkml:trace>
  <inkml:trace contextRef="#ctx0" brushRef="#br0" timeOffset="111225">22687 1252 24241,'41'-19'41,"-1"-1"0,-6 1 0,-4 6-24,9 13 49,-8 0-60,16 0 38,-12 1 18,0-2-29,-19 1 68,-6-3 5,-7 0 90,0 0-89,-3 1 532,0 1-443,-3 0-51,1 0 96,-5 1-123,4-1-79,-1 1 17,3 0 0,0 0-22,8 3-12,-2-2-16,13 3 10,1-3 40,18-5-11,-4-3 28,4-6-17,-16 1 62,-4-5 111,-7-7-94,-4-4-74,-5 0 96,-20-4-45,-3 16-78,-7-3 38,-18 15-21,14 10-29,-14 9-11,16 12-16,9 9-1,9-4-27,6 14-12,11-4-132,6-9 1,2 1-157,3-3 0,3-2-1144,7 7 1,2-4 619,17 9-582,-15-18 1,4-3-1292,5-7 0,1-5 1290,-1 1 0,-1-4 1009,6-6 0,-3-5 2486,9-19 1295,-13-11-376,-13-6-795,-8 0-673,-9 1-452,-3 6-287,-6 6-235,0 10 1266,-2 8-1596,0 8 149,0 15-290,-4 14-21,-1 22-18,5-17 0,0 2 1,-3 25-9,4-7 0,0 2-17,1-14 0,1 0-398,-1 16 1,0 1 394,1-13 1,0-3-6,0-7 0,0-3 5,0 9 17,-3-19-11,1-29 6,-1-17-1,-1-26-5,4 19 0,1-3-150,-1-7 1,1-1 138,2-6 0,0-2-137,2-2 0,2-1 142,1 2 0,3 0 0,2 4 1,2 3-222,2 6 1,1 3 218,2 5 0,1 3-139,21-18 142,4 13 27,-1 13 6,-1 14 199,-6 17-244,-7 11 17,-13 4-2150,-11 29 2145,-12-23-8,-11 5 1,-7 2 1,-22 4-31,12-13 0,-2-1-154,7-8 0,1-3-297,-12 6-6632,9-7 7125,22-12 0,2-1 0,8-3 0</inkml:trace>
  <inkml:trace contextRef="#ctx0" brushRef="#br0" timeOffset="111442">24030 1295 27152,'43'-32'-2906,"0"1"1,2 1 0,0 7 2905,-8 14 0,-1 4 0,11-3 0,-20 4 0</inkml:trace>
  <inkml:trace contextRef="#ctx0" brushRef="#br0" timeOffset="111942">24584 1023 22638,'-1'-4'3764,"0"1"-3283,1 3-229,-6-62-151,12 35-82,-4-10 1,5 1-3,21 17-23,9 7-5,6 6 6,5 12-1,1 9-22,-4 14-22,-8 11-1,-11 8-10,-12 4 21,-16 0 57,-14-6 17,-13-8 11,-7-9-6,-2-9 22,2-6 18,3-8-12,5-4 39,2-8 29,7-1-1,6-5-16,7 4-51,5 0-50,4 2-28,5 0 5,9 3-22,9 3 6,8 9 16,6 8 17,2 11-33,-2 8-12,-5 7-33,-12 2-23,-13-1-44,-25-3-196,-22-6-388,8-19 1,-3-3-367,-6-1 0,-1-2-3832,-2-3 1,1-2 4020,-18 0 1,20-4 0,28-1-1</inkml:trace>
  <inkml:trace contextRef="#ctx0" brushRef="#br0" timeOffset="113416">23240 3210 20149,'11'-63'918,"0"1"1,0-1 0,0 1-1,0 0 1,-1 11-73,0-5-364,0 2-41,-6 27-407,-2 31 22,-1 28-34,0-2 1,-1 4-443,1 10 0,0 3 426,-1 7 0,0 3-402,-1 2 0,-1 4 170,0-10 0,0 2 0,0-3-26,0 3 0,-1-1-273,1-4 0,0 2 1,1-6-653,0-5 1,1-3-641,-1 3 1,1-3-4682,0 8 646,0-40 5852,-1-17 0,0-39 1338,-1-13-157,1 18 1,-1-4 445,0-6 1,-1-1 63,1-3 1,0-3-382,0 13 1,0-2-1,1 3-856,0-2 0,0 1 22,0 6 0,0-2 0,1 4 200,0 2 0,2 3-312,1-9 0,2 1-131,1 5 1,5 3-75,6 2 1,4 3-87,9-6 34,24 6-251,-9 24 172,16 7-22,-29 5 0,-1 6-6,3 10 0,-3 4-17,9 16-3,-20-6 1,-8 3-4,-19 14 23,-5-19 0,-5-2-6,-8-1 1,-7-3-29,-17 2 1,-5-2-90,4-6 0,1-3 27,-1 0 1,2-2-364,7-6 0,3-4-3053,-4-3 3512,6-7 0,21-1 0,12-2 0</inkml:trace>
  <inkml:trace contextRef="#ctx0" brushRef="#br0" timeOffset="113766">24198 2571 18936,'2'-5'3192,"0"1"-1909,-2 4-113,-74-12-632,34 12-376,-10-4 1,1 3 11,8 12-124,13 1 28,5 5-27,14-2 27,4 12-11,13 0 34,12 8-67,2-8 22,16 12-31,-12-17 0,1 0-20,1 2 1,0-1-116,5 2 0,-1-1 121,7 10 0,-15-11 6,-14-2 34,-20-7-29,-30 5-168,-15-5-1148,15-7 1,-1-1 721,-18-2-800,25-2 0,2-4 1372,-11-9 0,11 6 0,12-6 0</inkml:trace>
  <inkml:trace contextRef="#ctx0" brushRef="#br0" timeOffset="114008">24538 2605 23355,'-4'0'3041,"1"0"-2604,3 0-964,75-33-2880,-15 22 2361,-20 0 0,4-2 1,-1 3 1045,7 8 0,-5 4 0,7-2 0,-9 3 0</inkml:trace>
  <inkml:trace contextRef="#ctx0" brushRef="#br0" timeOffset="114159">24637 2819 25914,'44'-15'-779,"-1"-1"1,0 0-1,16-5 1,-7 3-1,3-1 1,-22 9-1</inkml:trace>
  <inkml:trace contextRef="#ctx0" brushRef="#br0" timeOffset="114615">25946 2339 23500,'-3'-3'3053,"1"0"-2633,2 3-157,-60-48-89,30 29-144,-10-10 1,-1 2-3,1 14 0,-2 5-28,1 3-17,5 7 23,11 2-17,-1 8 0,12-1 22,-5 4 22,9-3-27,1 0-23,3 2 17,2-2-33,2 13 33,1-4-12,0 17 24,1 6 10,-4 10-11,0-22 0,-2 1-238,-2 4 0,-2 0 244,-1 2 0,-1 0 5,0 0 1,0 0-12,1-2 0,1 0 6,3-3 0,1-2-30,-1 26 13,7-9 0,6-11 23,9-9-34,9-11-85,14-9-284,15-11-119,-20-2 1,1-3-990,4-2 0,1-2 1488,5-4 0,-3-1 0,6-1 0,-8-1 0</inkml:trace>
  <inkml:trace contextRef="#ctx0" brushRef="#br0" timeOffset="115325">26290 2656 24043,'3'-43'777,"0"0"0,0 0 1,1-15-1,0 7-368,1 2-146,0 20-173,-3 14-62,2 14-17,1 16-6,3 17-5,1 22-56,-5-19 0,-1 2-584,-1 4 1,0 1-367,-3 4 1,0 1 1005,-1 4 0,0-3 0,-2 8 0,1-9 0</inkml:trace>
  <inkml:trace contextRef="#ctx0" brushRef="#br0" timeOffset="115525">26798 2818 27482,'-21'37'-1332,"7"0"-2859,9 1 4191,8-7 0,0-12 0,1-10 0</inkml:trace>
  <inkml:trace contextRef="#ctx0" brushRef="#br0" timeOffset="116033">27268 2563 24111,'-6'-51'810,"-1"0"0,4 4 1,3 5-503,14-6-152,11 13-83,7 11-50,5 11 10,4 7-22,4 9 1,4 8-18,3 11-28,1 11-16,-25-5 0,-3 3-23,-8-2 0,-2 2-73,-2-1 0,-4 1-22,-12 31 107,-14-19 83,-13 7 6,-10-11 118,-10-10-74,16-14 96,-4-7 40,22-15-1,-1-7 11,8-15-139,8 2-40,5 1 22,9 6 1,4 9 196,10 1-224,8 5-23,18 8-5,-1 11-1,-1 3 6,-4 16-16,-17-1 16,-1 10-5,-21 8-18,-22-8-27,-9-5-202,-19-6-324,5-8-914,-11 1-5551,5-7 7030,12-8 0,17-6 0,9-3 0</inkml:trace>
  <inkml:trace contextRef="#ctx0" brushRef="#br0" timeOffset="116232">28311 2724 27359,'-24'42'-967,"1"0"1,-1 0-1,-8 15 1,7-11-1,15-25 1,6-10-1</inkml:trace>
  <inkml:trace contextRef="#ctx0" brushRef="#br0" timeOffset="116642">29056 2188 26907,'-35'49'33,"-1"-1"1,1 0 0,-1 0-1,4-1 1,0-1 0,2-1 0,7-4-37,3 4 0,7-1-17,0 6 1,4 1-29,8-5 1,3-3 242,-1-8 1,2 0-266,8 10 0,4-6 42,5-11 182,3 2-87,-1-31 6,-8-15-12,4-14 255,-9-7-232,-6-5 5,-10 2-49,-2 10 66,-22-3-72,5 18-34,-12-1-6,11 13-67,5 10-11,9 0-1226,2 17-3508,10-4 4818,3 6 0,1-14 0,2-5 0</inkml:trace>
  <inkml:trace contextRef="#ctx0" brushRef="#br0" timeOffset="116842">29408 2819 25674,'0'-5'2256,"0"1"-1880,0 4-477,24 39-745,-19-11-7780,9 33 8626,-25-28 0,1-14 0,3-8 0</inkml:trace>
  <inkml:trace contextRef="#ctx0" brushRef="#br0" timeOffset="117282">30087 2663 21495,'1'-12'2240,"3"-32"1,1-9-1345,-2 3-848,2-7 0,-2 0 405,-6 13 9,-2 17-339,-1 13 3,2 10-115,1 13-17,1 13 12,0 21-17,1 15-54,0-21 1,1 0-405,0 4 0,-1 0-408,1 2 1,0 0-2379,2-2 1,1-1 2628,-1-7 0,1-2 0,3 5 0,-2-18 1</inkml:trace>
  <inkml:trace contextRef="#ctx0" brushRef="#br0" timeOffset="117649">30549 2562 27645,'-47'-6'123,"9"16"-106,17 44-28,12 3-17,18-5-6,9-8-16,12-11 27,4-14 12,3-12 0,2-16 44,-1-13 18,-7-17 5,-8-14-26,-16 22 1,-2-2-107,-3 0 0,-3-1 123,-2 1 1,-3 2 53,-12-24-34,-9 11-39,-5 12-23,0 13-10,4 10-124,6 14-465,7 12-1495,8 16 2089,11 15 0,-2-20 0,5 0 0</inkml:trace>
  <inkml:trace contextRef="#ctx0" brushRef="#br0" timeOffset="117849">31114 2819 28138,'-31'44'-282,"-1"-1"0,3 1 0,6-5 0,12-6 0,4-5 0</inkml:trace>
  <inkml:trace contextRef="#ctx0" brushRef="#br0" timeOffset="118425">31478 2531 16583,'6'0'7404,"-1"0"-6799,26-21 0,5-8 280,-10 3-563,12-5 0,-3 0 121,-26 8-141,-9 8-111,-8 7-57,-6 5-56,-7 13-33,-8 10-11,-8 29-45,11-11 16,10-5 1,3 1-12,4 14-11,3 15-22,14-6-84,20 0 95,-3-23-22,19-2 33,-13-24 34,9-6 11,-3-14 50,-2-22-33,-14-10-17,-6-4 22,-13-10-309,-11 8 298,-6-10-5,-11 9-45,-7 10-1,11 19-32,-1 7-108,18 16-525,6 6-1670,12 8 2347,18 7 0,-13-9 0,5 0 0</inkml:trace>
  <inkml:trace contextRef="#ctx0" brushRef="#br0" timeOffset="118792">32145 2327 26351,'18'-44'416,"-1"0"0,-4 6 1,3 8-283,16 17-83,-3 9 10,16 5-16,-4 9-22,4 10-18,-16 1 40,0 15-11,-12 4-29,0 19 0,-10-17 1,-3 2-357,0-3 1,-3-1 344,-1 11 1,-2-1 8,1-18 0,-2 0-1,-3 5 1,-3 1-218,-4-4 0,-3-1 226,0 0 0,-2 0-20,-4 1 1,-2-1-53,-16 11 21,8-14-111,-2-2-621,3-11-1228,-1-5-1389,2-4 2634,5-10 0,16 1 1,-1-1-1</inkml:trace>
  <inkml:trace contextRef="#ctx0" brushRef="#br0" timeOffset="119992">22534 4836 25814,'-11'-53'416,"0"1"0,1 6 0,-6 10-298,-32 17-62,11 12 6,-9 10-34,13 9 11,-3 12-56,9 22 11,16 3 23,9 2-17,18 3-11,12-11 0,-1-10 0,2 0-3,-1-5 0,0-1-291,6 3 1,-1-1 288,8 5 10,-5-1 17,-23-12 6,-12 1-11,-45-2 16,-15-7-152,24-8 1,-2-1 132,-6-1 0,1-3-20,9 1 0,1-2-87,-5-1 1,2-2-1740,-16-18-3494,29-10 5337,21-9 0,6 16 0,4 9 0</inkml:trace>
  <inkml:trace contextRef="#ctx0" brushRef="#br0" timeOffset="120216">22877 4604 22694,'1'-5'3164,"-1"2"-1372,0 3-1752,-9-16-29,4 25 0,-8 9-8,9 19 0,4 8-48,-2 0 0,1 1-642,1 12 1,1 1 168,1-9 0,0-3 33,1-11 0,0 0-1537,0 3 0,0-2 2022,1 11 0,-2-13 0,-1-12 0</inkml:trace>
  <inkml:trace contextRef="#ctx0" brushRef="#br0" timeOffset="120732">22777 5104 24049,'-8'-46'590,"0"0"0,1 0 0,8 12-534,13 23-28,17-1-39,16 6-23,-14 4 1,0-1-23,27 0-101,-9 1 0,1 0 42,-17-1 0,-1 0-367,16-2 1,-1-1 464,12-9 113,-17-4 122,-21-3-72,-12 4 375,-20-7-134,-6 11 5,-14-3-17,-6 11 727,-3 8-1006,6 5 77,-11 17-128,19-1-23,-4 12-38,20-4 21,15-2-27,3-7 16,23 3 34,-1-14-22,16 1 27,-7-18 1,-3-10-17,-12-4 128,0-25-38,-18 6 38,0-20 7,-16 9-1,-6 5-77,-7 8-74,-3 11 0,0 12 0,5 7 0,-12 22 0,6 11 0,-10 23 0,21-19 0,2 2-261,2 3 1,2 2 260,1 3 0,5 0-244,4 1 0,4 0-350,5 1 0,6-2-748,9 1 1,5-3-3575,6-2 1,1-4 3694,-6-8 1,-2-3-1,14 4 1,-31-19-1</inkml:trace>
  <inkml:trace contextRef="#ctx0" brushRef="#br0" timeOffset="121175">23792 5144 21181,'0'-9'2554,"0"-24"1,0-6-1766,0 2-498,1-6 1,0 1 156,1 11-191,-1 14-167,1 10-12,-1 14-27,4 13-18,5 21 1,4 19-459,-6-23 1,1 3 430,0 5 0,-1 2-6,2 3 0,-1 1 0,2 2 0,-1 1-9,0-2 1,1 0-6,-2-5 0,0-2 2,-3-7 1,-2-4 11,-3 15-22,-10-25 5,-7-22 11,-3-19 23,-1-19-11,3-1-4,4-1 1,0-4 8,4 7 1,1-2-1395,-3-19 1,1-2 1382,5 17 0,2 0 2,3 0 0,2-4 0,1 3 125,2 1 0,3 0-124,3-16 0,4 2 2,0 18 1,4 4-6,2 5 0,2 3 0,27-12-6,5 16 40,3 11-139,0 14 99,-7 12-5,-6 12-39,-16 11 33,-18 5 0,-31 1-73,-24-2-61,12-23 0,-3-2 881,-3-1 1,-1-3-2546,0-2 0,1-2 1515,-23 1 0,25-7 0,18-4 0</inkml:trace>
  <inkml:trace contextRef="#ctx0" brushRef="#br0" timeOffset="122492">24903 4920 27354,'-20'-40'-432,"24"7"-1094,35 24 0,13 8-3390,-8-4 1,0 0 2973,-1 1 0,-4 1 0,5-2 1,-33 4-1</inkml:trace>
  <inkml:trace contextRef="#ctx0" brushRef="#br0" timeOffset="122866">25708 4539 24559,'-1'-3'2498,"0"0"-1417,1 3-1009,-32 26 35,16 3-77,-4-3 1,1 3-3,12 3 0,4 1-22,2 20-12,13 3 6,4-26-28,16-7 12,4-15 10,14-4 23,-14-10 0,-1-3 27,23-12-161,-26 5 0,-4-1 202,2-7-85,-9 0 0,-13 9 0,-2 5 0,-4 7 0,-2 17 0,1 2 358,2 25-358,1-8 0,2 4 0,0 6 0,0 3-505,0-6 0,1 4 0,-1-1 107,-1 2 0,0 1 0,-1-2-190,1 13 0,-1 2 588,-4-3 0,-1 4 0,-1-9 0,0 8 0,-1-15 0,0 0 0</inkml:trace>
  <inkml:trace contextRef="#ctx0" brushRef="#br0" timeOffset="130450">22835 6818 26614,'-23'30'30,"1"0"0,3 3 0,8 4-207,19 10 1,8 3-1424,-3 0 0,2 1-240,0-1 0,0 1 1840,0 2 0,-2-3 0,3 6 0,-5-9 0</inkml:trace>
  <inkml:trace contextRef="#ctx0" brushRef="#br0" timeOffset="130733">22825 7287 13382,'1'-54'1212,"0"0"0,0 0 0,-1 3 0,1 0 0,-1 2-299,2-13 0,0 0-862,0 18 1,1-1 0,0 2 244,3-9 1,2 2-210,-2 4 0,4 3 309,3 9 1,4 5-240,16-4-50,17 2-65,-15 23 0,2 6-31,-3 6 0,-2 3-8,1 1 0,-2 4 5,-3 9 1,-3 5-4,5 29-48,-15-18 1,-6 2 28,-8 2 0,-8 0 11,-15 5 1,-8-2 2,-3-8 0,-4-3 2,0-2 1,-3-4 11,-3-5 0,1-4-23,8-6 1,1-2-155,-5 2 1,1-4-4196,-15-7 4358,28-11 0,15-2 0,13 3 0</inkml:trace>
  <inkml:trace contextRef="#ctx0" brushRef="#br0" timeOffset="131074">23818 6488 20929,'-3'-3'2064,"-29"-9"0,-9 0-1509,2 6-362,-9-6 0,2 2-69,12 11 21,3 8-33,9 13-61,4 5 5,5 11-6,14-2-39,5-6 0,15 6 1,22 3-12,-17-18 0,2 0-267,8 4 1,2-1 260,-4-4 0,-1-1-5,18 11 0,-8 2 28,-32-10-51,-37 11-55,-22-8-977,8-11 1,-2-2 841,-20 1-278,27-6 1,2-4-9330,-8-9 8775,10 2 1,14-5 0,17 6-1</inkml:trace>
  <inkml:trace contextRef="#ctx0" brushRef="#br0" timeOffset="131300">24167 6560 24435,'57'-26'-1967,"1"0"1,-1 0 0,-2 3 0,-1 1 0,-5 7 1001,-1 11 0,-6 4 1,13-1-1,-28 1 0</inkml:trace>
  <inkml:trace contextRef="#ctx0" brushRef="#br0" timeOffset="131457">24396 6822 24279,'55'-20'-251,"0"0"1,0 0 0,1-1 0,-7 3 0,1 2 0</inkml:trace>
  <inkml:trace contextRef="#ctx0" brushRef="#br0" timeOffset="131857">25886 6285 24010,'-4'-3'2476,"0"0"-2129,4 3-101,-69-38-162,41 25-11,-26-10 0,-4 3-23,6 16-221,15 1 1,-1 2 176,-18 6-1,12 3 113,13 4-107,11 3 0,4 3 40,2 4-1,3 4 45,3 5 280,1 8-297,2 10-5,-1 10-301,4-26 1,0 1 258,-1 2 0,1 1 0,1 1 0,0-1-15,1 0 1,2-2-125,1 0 1,2-2 118,10 28-28,10-6-16,9-8-68,10-10-274,9-13-107,-21-16 1,1-3-903,2-5 1,0-3 1383,5-4 0,-2 0 0,4-3 0,-6-2 0</inkml:trace>
  <inkml:trace contextRef="#ctx0" brushRef="#br0" timeOffset="132317">26403 6953 22005,'8'-56'779,"0"0"1,1 0 0,-3 6-1,0 1 1,0 3-472,-2-5 0,0 4-87,-3 11 0,0 4 43,-1-9 77,0 21-318,0 21 73,0 18-113,-2 22 1,-1 20-351,0-21 0,0 1 210,-1 6 0,1 0-532,-1 5 1,1 1-1749,0 2 1,1-1 1830,2-6 0,1-4 1,0 13-1,2-26 1</inkml:trace>
  <inkml:trace contextRef="#ctx0" brushRef="#br0" timeOffset="132507">26897 6999 27482,'-16'-24'-1220,"-2"20"-2572,3 59 3792,1-5 0,5-18 0,4-15 0</inkml:trace>
  <inkml:trace contextRef="#ctx0" brushRef="#br0" timeOffset="133007">27358 6737 22862,'0'-9'1467,"7"-24"1,5-5-1071,9 5-271,-3-8 0,4 2 26,16 11-57,1 10-22,1 9-40,0 6 1,-1 11-17,-5 9-40,-6 12 1,-8 10-1,-8 8-33,-7 7-22,-12 2 28,-6-5 33,-11-8 11,-4-10 34,-3-9 23,1-9 21,4-8 7,7-7 16,9-6 28,6-3 107,10-8-157,0 6 89,12-4-33,3 8-56,6 1-29,3 3-16,10 11-28,-12-1 12,14 16-29,-14 4 6,5 14-12,-12 8-50,-19 13 23,-9-21-191,-22 8-291,-3-24-1025,-11 1 709,0-9 0,19-8 0,6-6 0</inkml:trace>
  <inkml:trace contextRef="#ctx0" brushRef="#br0" timeOffset="133233">28553 7024 26440,'-27'36'-1154,"1"0"0,0 0 1,-12 21-1,12-5 1154,21-6 0,3-8 0,1-23 0</inkml:trace>
  <inkml:trace contextRef="#ctx0" brushRef="#br0" timeOffset="133657">29125 6625 21892,'1'-11'2075,"3"-23"1,1-3-1678,-3 14-107,3-15 0,-1 3 6,-5 25-168,-4 4-17,-11 18 56,-31 29-135,8-5-423,3 0 0,0 3 432,11-8 0,1 3-48,2 1 1,0 4-1,1 0-8,-2 12 0,3 1 14,1 7 0,5 0-20,11-13 1,4-4-14,8 18-57,20-6-561,21-20 595,6-9 53,-21-17 0,1-6 20,17-17 6,-16-4 16,-11-14 90,-24-3-62,-13 2-39,-18 0 11,-15 17-56,6 8 946,-11 8-856,11 8 278,-10 12-754,16 4-1137,9 8-152,19-10 1692,19 6 0,-9-18 0,8 4 0</inkml:trace>
  <inkml:trace contextRef="#ctx0" brushRef="#br0" timeOffset="133857">29606 7024 26150,'-11'41'-2599,"2"16"2599,7 1 0,1-14 0,1-15 0</inkml:trace>
  <inkml:trace contextRef="#ctx0" brushRef="#br0" timeOffset="134083">30044 6740 23993,'8'-55'1140,"0"-1"1,-2 8 0,1 8-878,-1 12-184,-2 16-62,-2 18-17,-3 18-62,-5 26-33,1-1-639,-4 3 1,-1 1-1483,0 6 2216,-1 5 0,1-3 0,4-25 0,-2 17 0</inkml:trace>
  <inkml:trace contextRef="#ctx0" brushRef="#br0" timeOffset="134474">30521 6712 21803,'3'-10'4464,"-2"2"-3904,-1 8-117,0 0-404,-19-2-39,9 29-11,-13 5-1,17 28 7,13-1-223,7-3 194,12-8-16,5-13 16,-1-15 28,0-19 6,-3-18 23,-1-17 16,-2-14-318,-6-10 315,-11 26 1,-2 0 24,-1-2 1,-2 0 56,0-28 89,-9 7-101,-3 12-67,-7 11-22,-2 12-51,2 10-156,0 13-402,2 14-2197,3 17 2789,4 17 0,5-22 0,2 1 0</inkml:trace>
  <inkml:trace contextRef="#ctx0" brushRef="#br0" timeOffset="134674">31065 6909 28194,'-30'23'-1176,"6"10"-1188,14 29 1760,7-28 0,1-1 0,0 3 0,1-5 0</inkml:trace>
  <inkml:trace contextRef="#ctx0" brushRef="#br0" timeOffset="134900">31515 6575 22559,'1'-7'3344,"-1"1"-2739,0 6-207,0 0-387,11-14-67,-20 40-370,4 3-423,-6 7 1,-2 5-3759,1 1 1,1 0 4606,2-4 0,2-3 0,-3 10 0,5-21 0</inkml:trace>
  <inkml:trace contextRef="#ctx0" brushRef="#br0" timeOffset="135507">32060 6639 21612,'2'-5'3585,"0"1"-2022,-2 4-1501,48-49 89,-49 42-95,30-37 5,-67 54-38,-7-4-6,-3-2 5,0-3-22,5 0 11,8-1-5,9 1-6,7 3 22,4 4-16,3 2-1,0 7 7,2 4-1,2 5-11,0 4-6,3 2 12,1 1-1,1 0 7,0-4 10,1-4-5,-2-5 11,0-5 22,0-6 45,1-4 57,0-4 16,2-7-23,0-3-38,1-7-51,3-2-12,4 1 1,6 0-28,7 3-11,10 3 5,7 4 6,6 4-17,2 9-6,-2 7 6,-3 14 0,-10-2-34,3 28 1,-21-11-62,-6 19-169,-25-15-329,-16-7-628,-14-9-1787,-10-7 3008,23-16 0,2-1 0,-4 1 0,3-5 0</inkml:trace>
  <inkml:trace contextRef="#ctx0" brushRef="#br0" timeOffset="135734">32033 6595 25351,'39'-20'501,"0"1"0,0-1 1,19-10-1,-8 5-394,-18 10 294,8-3-345,-16 10 10,4 1-1488,-5 10-8409,-10 9 9045,-4 0 1,-8-1 0,-1-7-1</inkml:trace>
  <inkml:trace contextRef="#ctx0" brushRef="#br0" timeOffset="136882">32870 6399 15664,'-4'-4'6262,"0"1"-2391,4 3-3597,12-36-72,1 21-73,14-27 33,7 30-134,-10 5 17,12 2-40,-13 3 7,4 4-1,-4 4 6,-5 11-6,-8-3 6,-4 14 5,-6-2 12,-6 11 5,-4 7-34,0-10 1,-2 0 22,-3 17-9,5-8 1,1 2-398,4-8 0,3 0 378,-2 13 0,2 3 0,4 1 0,1 3 0,2-11 0,0 1 0,0-2-14,1 13 0,0-1 0,1-5 0,-2-1-42,-9-10 0,-6-5-500,-20 12 396,3-21 1,-4-3-424,-7-4 0,-3-3 55,-12-3 1,3-3 0,-8 2 0,2-7-1</inkml:trace>
  <inkml:trace contextRef="#ctx0" brushRef="#br0" timeOffset="141708">11246 6719 14427,'-58'-4'577,"-1"1"0,15 0 0,-1 0 0,3-1 190,-4 0 0,2-1-117,-3-1 0,2 0 487,-10-3-303,29 1-521,35 2 164,33 0-197,-5 3 0,6 0-955,13-1 1,4 1 780,-11 0 1,2 0 0,1 1-673,8-1 0,2 0 1,1-1 595,-11 1 1,1 0 0,0 0 0,2 0 4,4-1 0,1 0 0,1 0 0,1 0-20,-8 0 1,-1 0 0,2 1 0,0-1-1,0 0-420,5-1 1,0 1 0,0 0-1,1-1 1,1 1 404,-9 1 0,1-1 0,-1 1 0,2-1 0,1 1 0,1 0 1,2 0 1,2 0-1,1 0 1,1 1 0,0-1-1,-3 0 1,-3 1-264,3-1 0,-2 1 0,-3 0 0,2 0 0,3 0 261,-6 0 0,3 0 0,2 1 1,0-1-1,-1 1 0,-2-1 1,-5 1 5,10 0 1,-5 0-1,-2 0 1,2 0 3,-4 0 0,0 0 0,2 1 0,-2-1 0,-2 0-27,3 0 0,-1 0 0,-3 1 0,-1-1 23,1 0 1,-2 0 0,-5 0 552,2 0 1,-8 0-547,-2 0 1530,-34 0-5031,-19 1 3437,-6 0 1,6 0 0,7 0 0</inkml:trace>
  <inkml:trace contextRef="#ctx0" brushRef="#br0" timeOffset="143583">3332 6040 21864,'-33'36'434,"11"-14"1,-3 0-385,-5 4 1,-4 0-1026,-7 4 1,-3-2 993,-6 1 1,-2-2-4,-2-2 1,0-2 0,1-2 0,1-4-6,6-3 0,1-3 207,8-3 0,2-2-168,-16-2 387,18-7-398,15 0-111,10-2 4,6 3 1121,10 7-1003,5 9 45,7 19 34,-3 21-512,-10-14 1,-3 3 499,-5 13 1,-3 4-547,-2-11 0,-1 2 0,-1 2 459,0-7 1,-1 2 0,-1 0 0,1 1-495,-2 5 1,1 0 0,-1 1 0,1 1 500,0 1 1,1 1 0,0 1 0,1-1-10,1-1 0,1 0 0,2 0 0,1-1-326,2-4 1,1 0 0,2-1 0,2-1 306,4 11 0,2-2 1,4-2-82,2-7 1,3-2 0,3-3 26,1-6 1,3-2-1,2-3-440,16 10 0,4-7 485,9-8 0,-1-6 0,-24-9 0,-2-4 0,29 2 0</inkml:trace>
  <inkml:trace contextRef="#ctx0" brushRef="#br0" timeOffset="145175">12196 11625 14695,'-44'10'962,"0"0"0,0 0 0,-17 4 0,3-1-382,18-5 0,3 0-163,4-2 0,2 0 227,-15 3-196,21-3 79,26-4 128,31-5-400,0-1 0,5 0-1010,18-3 0,6-1 816,-8 2 1,3-2-1,3 0-581,-6 1 1,2 0 0,2 0-1,1-1 530,-4 1 0,2 0 0,1 0 1,1-1-1,1 1-351,-3 0 1,1 0 0,0 0 0,2 0-1,1 1 1,1-1 347,-4 1 0,2 0 0,1 0 1,1 0-1,0 1 0,1-1 0,0 1-165,-2 0 0,1 1 0,0-1 1,1 1-1,0 0 0,1 0 0,1 0 1,-1 1 168,-2 0 0,0 0 0,-1 0 0,2 1 1,0-1-1,0 1 0,2 0 0,1 0 0,1 0-43,-7 1 0,2 0 0,2-1 0,1 2 0,0-1 0,1 0 0,-1 1 0,1-1 0,-2 1 0,-1 0 0,-2-1 0,-3 1 37,5 0 1,-4 0-1,-1 0 1,-1 0 0,-1 0-1,0 0 1,2 1 0,1-1-1,3 1-16,-6-1 0,3 1 0,2-1 0,2 1 1,0 0-1,0 0 0,0 0 0,-1 0 0,-1 0 1,-2 0-1,-3 0 0,-2 0 16,11 0 1,-4 1 0,-3 0-1,-1-1 1,-1 1 0,2 0-1,2-1-7,-2 1 1,1 0 0,2 0-1,0 0 1,-1-1 0,0 1-1,-2 0 1,-1 0-20,8 0 1,-1 1-1,-2-1 1,-1 1-1,-1-1 1,-3 1-165,12 0 1,-3 0-1,-3 1 1,-5 0 184,-4 0 0,-5 2 0,-6-2 0,-5 0 0,-9 0 0,-11 2 0</inkml:trace>
  <inkml:trace contextRef="#ctx0" brushRef="#br0" timeOffset="148833">25788 8077 12242,'-43'-2'1536,"1"-1"1,4 1 0,8 0-916,16 1-402,7 1 229,9 0 336,14 1-112,21 2-389,-3-1 0,5 0-940,17 0 0,6 0 784,-9-1 0,3-1 0,2 1-667,-5 0 1,1-1 0,3 1-1,0-1 586,-5 1 0,1-1 0,2 1 0,0 0 0,1-1-357,-4 1 0,0 0 0,1 0 1,0 0-1,1 0 0,1 0 320,4 0 0,0 0 1,2 0-1,0-1 1,0 1-1,1 0-195,-5 0 0,-1 0 1,2-1-1,-1 1 1,2 0-1,-1-1 1,1 1 185,2-1 0,1 1 0,0-1 0,0 1 0,1-1 0,0 0 0,0 0-68,-6 1 1,0-1 0,0 0-1,1 0 1,-1 0 0,1 0 0,0 0-1,-1 0 61,2 0 1,-1 0 0,0 0 0,1 0-1,-1 0 1,1 0 0,-1 0 0,0 0-15,0 0 1,0 0 0,-1 1 0,0-1 0,1 0 0,-1 0 0,0 1 0,0-1 18,6 0 0,0 0 1,0 0-1,-1 1 1,1-1-1,-2 0 1,1 0-2,-4 1 1,1-1-1,-1 1 1,-1-1 0,1 1-1,-2-1 1,0 1 0,6-1 0,-1 1 0,0-1 0,-2 0 1,1 1-1,-2-1 10,6 1 1,-1-1 0,-1 1 0,0-1 0,-3 0-13,-5 1 1,-2-1 0,0 0 0,-2 0 0,-1 1 129,3-1 1,-1 0-1,-1 0 1,-3 0-133,3 0 0,-2 0 1,-5 0 631,4 0 1,-9 0-795,-10-3-95,-58-1 78,-9 1 0,-8 1 192,2-1 0,-3 1 0,-4 1-212,5 0 1,-1 0-1,-3 0 1,-3 0-94,4 1 0,-3-1 0,-3 1 1,0 0-1,2 0 0,2 0 90,-8 0 1,2 1-1,1-1 1,-6 2-20,4-1 0,-4 0 0,-3 0 0,-1 1 0,3-1 0,2 1-155,4 1 0,2 0 0,2-1 0,-1 1 0,-4 1 257,0-1 1,-2 0 0,-1 1 0,-1-1 0,-1 1 0,1 0-108,9-1 1,1 1 0,-1-1 0,0 1 0,-1 0 0,-1 0 0,-1 0 208,-1 0 1,-2 1-1,-2 0 1,0 0 0,0-1-1,1 1 1,3 0-1,2-1-7,-2 1 1,3-1 0,2 1-1,0-1 1,-1 0 0,-4 1 58,3-1 0,-4 1 1,-1 0-1,-2-1 1,1 1-1,1 0 0,1-1 1,4 0 51,-1 0 0,3 0 0,1-1 1,1 0-1,-1 1 0,-3-1 30,0 1 0,-2-1 0,0 1 1,-2-1-1,-1 1 0,0 0 0,-1-1 59,1 1 0,-1-1 0,-2 0 1,0 1-1,1-1 0,-1 0 1,2 0-1,1 0-51,-1 0 0,2 0 0,0 0 1,1 0-1,0 0 0,1 0 0,-1 0-20,-6 0 1,-1 0 0,1 0 0,1 0-1,1 0 1,1 0 81,-4 0 1,1-1-1,1 1 1,3-1-1,2 1 13,3-1 1,3 0 0,2 0 0,-2 0-73,-6 0 0,-1 0 0,1 0 0,3 1 220,-5-1 0,4 0 0,4 0-172,-5 0 1,8 0 1670,2 1-1286,66-3-317,19-3 0,11-1-93,0 0 0,7 0 1,2-1-99,-2 0 1,1 0-1,5 0 1,3-1-16,-11 1 0,2 1 0,3-1 0,2 0 0,1 0 0,-1 0 1,-1 0-63,1 1 0,-1-1 0,0 1 0,1-1 0,-1 1 1,1-1-1,0 1 36,2-1 0,-1 1 1,1-1-1,0 1 1,0-1-1,1 1 1,1-1-128,-4 1 0,2 0 0,0-1 0,1 1 0,-1 0 0,1 0 0,-2 0 0,0 0 123,-4 0 1,-2 1 0,0-1 0,0 1 0,0-1 0,1 1 0,1-1 0,2 1-110,-3 0 1,1 0 0,2-1-1,0 1 1,2 0 0,-1 0-1,1-1 1,0 1 0,0 1 0,-1-1 103,0 0 1,0 1 0,0-1 0,0 1-1,1 0 1,-1 0 0,1 0 0,0 0-1,1 1 1,1-1 6,-5 1 0,1 0 0,2 0 0,0 1 0,0-1 0,1 1 0,-1-1 0,0 1 0,-1 0 0,-2-1 0,-2 1 0,-1 0 1,8 0 1,-3 0-1,-2 0 1,-1 0 0,-1 1-1,1-1 1,2 0 0,1 1 1,-3 0 0,3-1 0,1 1 1,1 0-1,0 0 0,0 0 1,-2 1-1,-1-1 0,-4 0 0,-3 0 5,6 0 0,-5 0 0,-2 0 1,-1 0-1,0 0 0,3 0-9,6 0 1,1 0 0,0 0 0,0 0 0,-1 0 0,-2-1-3,2 1 0,-2 0 0,-1-1 0,-1 1 0,-2-1 14,7 0 0,-1 0 0,-3-1 0,-5 1-49,15 0 1,-7-1-410,-5 0 0,-10 0 443,-25-1 0,-4 1 0,-13 0 0</inkml:trace>
  <inkml:trace contextRef="#ctx0" brushRef="#br0" timeOffset="401124">31549 7386 24575,'14'0'0,"4"0"0,4 0 0,1 0 0,0 0 0,-3 0 0,1 0 0,6 0 0,-4 0 0,0 0 0,-6 0 0,3 0 0,-5 0 0,3 0 0,-7 0 0,2 0 0,5 0 0,-3 0 0,4 0 0,-8 0 0,3 0 0,2 0 0,-1 0 0,0 0 0,-1 0 0,-1 0 0,2 0 0,1-1 0,0-1 0,-1 0 0,-2 1 0,-1 1 0,-1 0 0,-4-1 0,1-1 0,-3 1 0,-2 0 0,-1 0 0</inkml:trace>
  <inkml:trace contextRef="#ctx0" brushRef="#br0" timeOffset="404249">28822 7529 24575,'17'0'0,"26"0"0,1 0 0,-12 0 0,0 0 0,29 0-1434,-25 0 1,0 0 1433,9 0 0,1 0 0,6 0 0,1 0-717,2 0 0,1 0 717,-3 0 0,0 0 0,-1 0 0,-2 0 0,-2 0 0,-1 0-135,0 0 0,0 0 135,0 0 0,-1 0 0,1 0 0,-1 0 0,2 0 0,0 0 0,-1 0 0,1 0 0,1 0 0,0 0 0,-4 0 0,-2 0 0,-7 0 0,0 0-180,8 0 0,-1 0 180,13 1 0,-20 0 0,1 0 1218,20 3-1218,-22-1 1789,5 0-1789,-19-1 1461,0-2-1461,12 0 463,-4 0-463,10 0 0,-6 0 0,12 0 0,-14 0 0,10 0 0,-17 0 0,2 0 0,1 0 0,0-1 0,1-1 0,2-2 0,1-1 0,1 0 0,-2 0 0,-1 1 0,0 1 0,-2 2 0,-1 1 0,-5 0 0,-4 0 0,5 0 0,-5 0 0,6 0 0,-6 0 0,1 0 0,1 0 0,1 0 0,0 0 0,4 0 0,-8 0 0,0 0 0,-8 0 0,0-3 0,-2 2 0,1-2 0,-2 1 0,2 0 0,2-1 0,2-1 0,0 1 0,1 1 0,-3-1 0,0 1 0,-2 1 0,0-1 0,-3 1 0,1-1 0,-4 0 0,-10 1 0,-10 1 0,-10 0 0,-11 0 0,-6 2 0,-13 6-828,23-2 0,-3 2 828,-6 2 0,-2 2-938,7-2 0,-3 1 0,0-1 938,-3 1 0,-1-1 0,0 1 0,-2 0 0,-1 1 0,0 0 0,-1-1 0,-1 0 0,3 0 0,-12 2 0,2-1-705,1-1 0,3-1 705,7-1 0,3-1-337,5-2 0,1 1 337,0-1 0,0 1 0,-21 3 1088,11-3-1088,8-3 2639,0-2-2639,8-1 0,-1-1 0,-24 0 0,24 0 0,0 0 1705,-18 0-1705,4-2 0,11-1 0,0-1 0,-16-4 0,20 2 0,2 0 0,-2-2 937,5 1-937,-4-3 185,8 4-185,-6-2 0,6 5 0,-3 0 0,-1 0 0,-2 0 0,1 1 0,1 0 0,3 2 0,0-1 0,3 1 0,-1 0 0,-1 0 0,0 0 0,-2 0 0,-2 0 0,-5 0 0,2 0 0,-2 0 0,6 0 0,0-1 0,-9-5 0,7 0 0,-6-4 0,8 2 0,0 0 0,-8 0 0,9 1 0,-4 1 0,9 3 0,9 0 0,0 2 0,7-1 0,-1 1 0,0-1 0,3-1 0,3-1 0,10-1 0,11-1 0,14 0 0,18 2 0,-8 2 0,9 1 0,3 1-1382,-9 0 0,2-1 0,1 1 0,0 0 1382,4 0 0,0 0 0,1 0 0,0 0 0,3 0 0,0-1 0,0 1 0,-4 1-828,1-1 1,-2 1 0,1 1 827,5 0 0,1 1 0,3 2 0,-6-1 0,2 1 0,0 0 0,-4 1 0,-1 0 0,-4 1 0,1-1 0,10 2 0,1-1 0,-6 1-447,-10-2 0,-4 0 447,1 0 0,0 0-210,-4-1 1,0-1 209,-6 0 0,-1 0 4124,23 1-4124,-9-2 3042,-9-1-3042,-5-1 1415,-3-1-1415,0 0 742,2 0-742,-1 0 0,3 0 0,11 0 0,6 0 0,0 0 0,9 0 0,-27 0 0,7 0 0,-21 0 0,-2 0 0,-2 0 0,-4 0 0,0 0 0,-7 1 0,0-1 0,-3 1 0</inkml:trace>
  <inkml:trace contextRef="#ctx0" brushRef="#br0" timeOffset="437308">27452 7641 24575,'38'0'0,"18"0"0,-14 0 0,12 0 0,-23 0 0,-1 0 0,-1 0 0,-6 0 0,-6 0 0,-6 0 0,-7 0 0,-5 0 0,-6 1 0,-24 3 0,3-1 0,-17 4 0,6-5 0,-4 1 0,-3-1 0,-3-2 0,-1 0 0,3 0 0,2 0 0,-5 0 0,15 0 0,-2 0 0,20 0 0,3 0 0,5 0 0,3 0 0,8 0 0,10-2 0,13 0 0,11 0 0,6 0 0,7 2 0,8 0 0,2 0 0,3 0 0,-22 0 0,0 0 0,12 0 0,9 0 0,-35 0 0,-8 0 0,-7 0 0,-4 2 0,-3 0 0,-3 0 0,-1 0 0</inkml:trace>
  <inkml:trace contextRef="#ctx0" brushRef="#br0" timeOffset="444149">23305 11450 24665,'-5'-52'814,"0"-1"0,1 8 0,0 9-612,-2 24-169,3 8-16,1 19-22,1 8-74,-2 23-44,1-5-720,1-3 0,0 2-6035,3 23 6199,0-21 1,0-2-1,1 3 1,1-19 0</inkml:trace>
  <inkml:trace contextRef="#ctx0" brushRef="#br0" timeOffset="444758">24150 11277 22038,'2'-7'3652,"0"2"-3125,-2 5-124,18-60-157,-14 43-122,11-44-74,-27 63-11,-13 7-16,-17 7-12,-16 10-3,25-10 1,-1-1-193,-2 1 0,1 0 189,3-1 1,1-2 5,-19 9 6,16-9 44,16-7 23,9-4 40,7-2 55,1 0-157,2 3 385,1 0-367,4 10-18,-2-3 56,3 12-5,-6-2 0,1 9-28,-3 1-17,-3 2 0,-2-2-11,-2-3 16,1-7 1,1-7 27,3-6 124,2-5-6,1-4-82,3-5-97,4-7 0,6-9 0,16-10 0,-7 10 0,16-7 0,-12 17 0,5 1 0,-1 7 0,1 10 0,1 6 0,-2 12-125,-9 7-65,-12 8-101,-19 5-3812,-22 10 3744,2-18-261,4-14 1,-1-1-2299,-10-3 2918,-8-2 0,21-8 0,6-6 0</inkml:trace>
  <inkml:trace contextRef="#ctx0" brushRef="#br0" timeOffset="445008">24171 11123 27214,'40'-15'-19,"0"0"1,0 1 0,13-5 0,-5 3-257,1 2-1366,0 6 1641,-4 7 0,-16-2 0,-1 3 0</inkml:trace>
  <inkml:trace contextRef="#ctx0" brushRef="#br0" timeOffset="445341">24814 11476 28250,'54'-27'130,"-1"0"1,-9 3 0,-3 5-117,-5 12 1,-2 3-15,25-5 0,-7 2 0,-9 2 0,-28 4 0,-9 0 0,-8 0-63,-5-1-9768,-7-3 9142,4 2 1,-1 1-1,10 2 1</inkml:trace>
  <inkml:trace contextRef="#ctx0" brushRef="#br0" timeOffset="446807">25821 10968 17725,'-7'-9'4862,"1"2"-3316,6 7-678,0 0-319,5-62-185,4 37-249,-1-11 0,3 2 53,13 19-90,9 4-33,6 4-11,7 5-34,5 10-6,3 9-5,-3 14 11,-8 8 22,-14 3-22,-17 3 6,-21-4 0,-17-4-6,-14-4 11,5-10 73,-19 4 5,20-13 57,-12 4 112,22-12 55,8-3-89,9-5-84,5-2-56,3-5-56,6-2 6,8-2-6,12 0-11,13 2 16,13 4-38,8 4-168,-28 4 1,-1 2 127,26 6-44,-13 8-57,-21 5-78,-18 4-67,-21 4-79,-17 2-162,-15 2-660,-7-4-1126,-2-7 2318,4-9 0,23-9 0,9-5 0</inkml:trace>
  <inkml:trace contextRef="#ctx0" brushRef="#br0" timeOffset="447065">26743 10800 26732,'43'-18'-322,"-1"-1"1,0 1-1,1 0 1,-1 2-1,-1 1-448,10 1 0,-2 2-1270,0 1 1,-2 2-1459,-7 3 0,-2 1 3498,12 0 0,-25 5 0,-17 0 0</inkml:trace>
  <inkml:trace contextRef="#ctx0" brushRef="#br0" timeOffset="447408">26896 10962 26054,'17'24'140,"12"-14"-118,3-25 1,3-9-6,-5 3 0,-1 0-12,-5-1 1,-3-2-12,8-24 29,-15-3 44,-14 2 45,-12 2 123,-8 6 96,-1 6-7,3 8 7,6 8-96,5 7-117,4 7-62,2 4-23,3 6 6,8 9-22,8 10 11,14 12-31,-10-14 1,2 1-209,4 4 0,1 0 129,3 3 1,0 0-132,-1 0 1,-3 2-214,-6-2 0,-5 0-1781,-7 27 1389,-38-2 1,10-26-1,-11-5 1</inkml:trace>
  <inkml:trace contextRef="#ctx0" brushRef="#br0" timeOffset="448698">28173 10603 21814,'0'-8'4190,"0"2"-3440,0 6-246,0 0-464,-6-39 10,8 47-11,-1-16-39,8 63-28,-1-4-109,-4-16 0,-1 2-914,-1 3 1,-1 1-2519,2 0 0,-1 1 3569,1 0 0,-1-3 0,1-3 0,-1-18 0</inkml:trace>
  <inkml:trace contextRef="#ctx0" brushRef="#br0" timeOffset="449091">28518 10626 21170,'-2'-6'4077,"0"1"-3914,1-26 0,4-8 498,20-7-524,-10 0 0,3 1-50,9 21 0,2 6-26,13-2-8,-6 11 1,2 5-43,14 6-180,-15 3 0,-1 4 157,13 25 85,-17 2-59,-21 0 0,-7 3 19,-17 20-382,-1-15 1,-5-1 345,-6-6 0,-4-3-6,-2-1 1,0-2 5,7-8 1,-1-1-4,-4 3 0,3-1 18,3-2 247,-3 5-192,29-17 0,18-9-33,19-7 5,21-7-48,-20 3 1,1-1-104,6-1 1,2 0-7,4-1 1,1 1-387,2 0 0,1 1-835,0 0 1,-1 2-3578,-4 3 1,-2 0 3615,-14 2 1,-4 1 0,9-1-1,-31 4 1</inkml:trace>
  <inkml:trace contextRef="#ctx0" brushRef="#br0" timeOffset="449415">27915 11620 24948,'46'-22'30,"0"1"0,0-1 1,0 1-1,-1 1 1,1-1-1,-1 2 1,-1 1-29,4 2 0,-2 1 0,1 2-761,1-2 1,1 1 0,0 1 703,-1 0 1,0 1 0,-1 0-68,-4 2 1,-1 0 0,-2 1 130,12-2 1,-4 1-571,-12 4 1,-5 1-579,2-1-2608,-28 10-6084,-24 6 9197,-1 0 0,1-1 0,13-7 0</inkml:trace>
  <inkml:trace contextRef="#ctx0" brushRef="#br0" timeOffset="449698">28093 11683 21847,'-40'22'1157,"0"-1"1,2-1 0,17-7-396,30-13-274,17-9-96,24-8-241,-17 4 0,3-1-635,7-2 0,1-1 562,5-1 1,2 0-32,2 0 1,1-1 5,0 0 1,0 1-26,-2 0 0,1 1-3,-3 0 0,-1 0 8,-5 2 1,-1 1 13,-4 0 1,-3 2 97,22-9-33,-16 6-28,-14 4-61,-11 5-63,-9 4 844,-5 1-1420,-1 1-1980,1 0 2596,1-2 0,0 1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00:29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4157 2093 20929,'-35'31'420,"-1"0"0,1 0 0,1 4 1,2 2-1,5 2-310,9 1 0,5 2 0,1 3-1488,-4 7 0,1 3 0,0 1 1380,3-9 1,0 2 0,-1 0 0,1 1-55,-2 4 0,1 1 0,-1 1 1,1 0-530,-1 4 1,0 1 0,0 0 0,0-2 461,3-10 0,0-2 0,1 0 0,-2 3-269,-1 4 0,0 3 1,-1 2-1,1-3 0,0-6 453,-2 4 1,0-6 0,-1 2 254,1-3 1,0 3 0,-2-3 0,0-9 245,-5-2 1,-2-14 127,-15-30-134,9-48-19,19 11 0,5-4-449,5-11 0,7-4 299,0 18 0,3-2 1,2 0-385,4-2 1,3-1-1,2 1-13,1 0 1,3 0-1,2 1-26,2 1 1,2 0-1,1 3-17,0 2 1,2 2 0,1 2 3,-1 4 0,1 0 0,1 3 133,-1 3 0,0 1 1,1 2-109,14-10 1,-1 3 16,-2 3 0,1 2 20,4-2 0,-3 3-1,-16 10 1,-1 0 39,6-1 0,-2 2 196,-5 1 196,-1 0 1024,-13 4-907,-9 3 1505,-5 3-1813,-2 3 1095,-6 5-1285,-5 11-11,-10 14-45,-3 17-42,11-10 0,1 2-53,-2 15-123,8-15 0,2 1-835,5 6-1338,5 7 1532,4-10 0,-2-19 0,0-10 0</inkml:trace>
  <inkml:trace contextRef="#ctx0" brushRef="#br0" timeOffset="173">4566 2366 23556,'2'29'-1268,"-6"-20"1,15 17-1</inkml:trace>
  <inkml:trace contextRef="#ctx0" brushRef="#br0" timeOffset="883">4816 2617 20476,'2'-6'4239,"0"0"-3280,-2 6 144,0 0-997,23-1-33,-23 28-3403,13 25 3341,-25 1-55,4-11 1,1-2 71,3-11 22,-1 6 68,5-28 55,2-17 96,7-24 3243,3-8-3384,9-16-77,-6 19 5,6-1 91,3 14-203,3 5-112,8 11-129,-3 20 62,-5 3-381,11 18-510,0 1-801,-3-4 0,3 0-780,-2-5 1,2-1-608,11 4 1,1-5 1431,-15-9 1,0-4 1354,11-1 1,-1-5 526,-9-5 0,-2-3 957,7-1 1,-2-6 3861,-2-9 1,-4-6-3078,-8 3 0,-4-3-706,-2-8 1,-3 1-247,-2-13 22,-9 14 0,-6 1-84,-10-2-252,-15-7-185,-18 30-134,-17 24 66,8 6-192,14 3 0,1 6 5,0 7 1,1 2-49,4 1 1,2 2-3,1 4 0,8 1-42,18 15 28,14-21 435,26-14-435,5-22 42,-6-12 0,2-7 3,-4-3 0,-2-5-358,8-11 0,-3-6 383,-6-3 0,-3-2 22,-1-6 1,-3-3-8,-9 16 1,0-1 0,-1-1-330,-1 0 0,0 0 1,-1 0 391,4-18 0,0 1 6,-3 8 0,0 3 180,-3 10 1,-1 3-307,2-8 0,-5 21 0,-3 28 810,0 22-810,-1 28 0,-1-15 0,0 3-321,-3 13 0,-1 3 247,0-13 1,0 2 0,0 2-1046,-2 7 0,-1 2 0,1 1-1339,2-13 0,0 1 1,1-1-1,-1-2 1755,1 4 0,0-3 1,0-3-1,1 8 0,2-9 1,0-18-1</inkml:trace>
  <inkml:trace contextRef="#ctx0" brushRef="#br0" timeOffset="1966">7554 3052 22503,'5'-2'1848,"18"-28"1,2-14-1541,-13 14 0,0-3-827,8-9 1,2-7 0,-2 0 615,-8 8 0,-3 0 0,1-1-519,1-5 1,0-2 0,1-1 458,0-3 0,-1-2 1,2 1-5,-1 0 1,1-1-1,-1 2 15,0 3 1,-1 2 0,0 1 297,1-11 0,-2 5-260,-3 13 1,-3 6 14,-9-4-90,-6 26 822,-11 30-811,-8 28-8,11-7 0,0 6 30,4-7 1,1 2-1,0 2-50,-2 7 1,1 3 0,0 1-640,0 6 1,0 1-1,0 2 577,4-12 1,1 1 0,-1 1 0,2 0-51,-1 1 1,0 2-1,1 0 1,1-1-434,0 1 0,2 0 0,-1 1 1,2-2 207,0-1 0,1-1 0,0-1 0,2 0-132,0 9 1,1-2 0,1-2 227,1-11 1,1-2-1,0-4 236,1 2 0,-1-7 157,-1-9 1020,-11-45-1004,-6-39-84,6 13 1,-1-5 254,4 11 1,1-2-1,0-2-242,0-4 1,0-1 0,2 0 129,0-2 0,1-1 1,2 1-140,1 0 0,2 1 0,1 0-10,1 4 1,0 1 0,2 0-314,6-15 0,3 4 339,0 7 0,3 3-223,1 8 0,3 2 139,1 6 0,4 2-17,3 3 1,2 3-24,6 0 1,3 2-3,4 0 0,3 1 0,3 0 0,0 1 219,0 0 0,0 1-191,-4 0 0,-2 1 2,-5 0 1,-3 0 683,-6 2 1,-3 0-575,13-12 1007,-18 4-671,-12 6 515,-8 5-616,-5 5 777,-1 3-1018,-3 9-5,-3 11-34,-4 17-11,-4 19-378,9-20 1,0 3 318,0 3 1,2 1-4,1 2 1,1 0-173,1-2 0,1 0 180,3-5 1,1-2-19,5 22-1,3-19 28,-1-15-17,-1-13 670,3-14-664,5-12 374,6-10-346,3-6-11,1 2 17,-2 6-6,-4 10-28,-2 9 11,1 9-6,2 9 12,0 9 0,2 5-28,3 4 28,3-2-17,3-5 0,0-6 0,-1-7-12,-3-11 40,-1-11 23,-2-11 66,-4-9 85,-3-6 0,-4-3-33,-5 4-169,-2 4 0,-5 10 0,-1 9 0,-1 7 0,0 7 0,-2 9 0,-1 10 0,-3 16-405,1 15-2042,5 11 1768,6-20 1,2-3 0,-2 5-1,8 0 1</inkml:trace>
  <inkml:trace contextRef="#ctx0" brushRef="#br0" timeOffset="2816">10839 2106 18526,'-27'52'1461,"-1"-1"1,2-4 0,15-10 12,34-21-426,-1-8-134,-7-14-349,-10-5-189,-14-11-141,-14-2-16,-15-1-74,-12 3-141,-8 6 114,0 8-68,4 12-22,5 18-28,22-1-5,4 24 22,21-4-17,12 16-118,0-25 0,4 1 96,11 9 0,3-1-221,-8-12 1,1-1 236,11 9 1,-2-3-7,3 2 305,-3 3-282,-15-10-22,-26-10 11,-2-9 213,-28-5-308,1-9-168,-13-7-191,3-10-783,10-14 593,18 9-605,19-11-1176,25 15-589,17-5 130,18 3 1842,-24 13 0,2 0 787,14-2 0,-1 1 336,-14 3 1,-1 0 503,16-3 0,0 0 1980,10-8-1058,-24 9 0,0-2 167,-3-1 1,-2 0-168,10-7-913,-11 3 280,-21 9-359,-5 7-230,-2 1 29,-8 13-163,-2 6 203,-2 4-298,-1 10-23,6-5-10,1 7-18,7-4 35,11-5-29,0-10 11,14-4 45,-3-13 34,8-9-6,5-10 40,8-20-74,-15 10 40,6-16-6,-20 17-82,-1-6-13,-7 6 0,-4 3 0,-3 12 0,-1 5-169,0 9-380,0 11-650,5 6-4419,13 19 5618,1-7 0,0-2 0,-9-16 0</inkml:trace>
  <inkml:trace contextRef="#ctx0" brushRef="#br0" timeOffset="3383">11752 2438 28177,'-19'-44'117,"3"16"-100,2 66-22,6-9 33,-2 10 5,6-5-33,0-5 0,2-5 51,3-18-18,0-6 12,3-12 106,5-18-127,0-6-24,3-15 0,-3 3 0,0 11 0,3-3 0,1 16 0,13-3 0,3 14 0,12 7 0,5 14 0,-7 3 0,-8 7 0,0 2 0,5 13 0,-12-8 0,-2 2 0,-3 16 0,-11 1 0,-10-12 0,-18 3 0,3-21 0,-10 0 0,10-21 0,6-13 0,5-2 0,7-28 0,9 10 0,9-17 0,10 13 0,6 7 0,-3 11 0,26 3 0,-11 15-156,-12 4 1,0 2 155,27 12 0,-3 11 0,-30-6 0,-1 3 0,18 24 0,-13 9-863,-17 7-3522,-22 4 3562,-8-7 1,0-21 0,4-16-1</inkml:trace>
  <inkml:trace contextRef="#ctx0" brushRef="#br0" timeOffset="3957">14093 2394 22201,'1'-9'1994,"4"-29"0,-4-3-1300,-12 16-479,5-14 1,-6 5 120,-30 35-117,-13 19-158,24-3 1,2 4-482,0 3 0,2 4 445,3 2 1,4 2-21,5 0 1,5 0 292,5 27-303,23-11-7,22-12 6,-12-24 1,4-2-68,2-3 1,0-4 74,0-3 1,0-3 14,23-12 28,-15-13 33,-15-14 18,-14-11-5,-18-10-44,-3 27 1,-2 1-4,-12-21-5,3 19 0,-3 2-32,-6 1 275,-13-6-282,11 31 0,2 19 0,5 12-192,7 18-474,12 13-94,10-22 0,5 0-1604,6 3 1,4-1 1720,3-3 0,1-3 0,11 8 0,-13-16 0</inkml:trace>
  <inkml:trace contextRef="#ctx0" brushRef="#br0" timeOffset="4307">14909 2266 25242,'-7'-43'600,"0"0"1,1 0-1,-3-14 1,-5 13-393,-11 26 193,-4 28-401,-2 26 0,13-2 0,1 5-726,-4 13 0,1 5 726,5-11 0,0 3 0,0 1-645,-1 8 0,1 2 0,1 1 645,3-10 0,1 1 0,0 0 0,2 1-82,-1 3 1,2 0 0,1 1-1,-1 0-110,2 2 0,-1-1 1,2 1-1,-2 0-74,1-1 0,-1-1 0,0 0 0,-2-1-26,0-2 1,-1-1 0,-1-1 0,-2-2-196,-5 11 0,-2-4 0,-4-3 567,0-10 1,-2-3-1,-2-6 15,-11 4 0,-3-12 176,4-17 1,1-11-40,5-14 1,4-9-29,5-14 0,5-6-2,5-14 0,6-4-293,7 14 1,3-1 0,4-2 134,3-4 1,5 0 0,2 0-21,6-3 0,4 2 1,2 0-24,-5 15 1,1 0-1,2 2 1,1 0-32,11-10 0,2 3 0,2 1-114,-1 3 0,2 3 1,2 1-328,-1 4 1,1 1 0,1 2-1340,0 3 1,1 1 0,-2 2 1809,-4 4 0,-2 2 0,-2 1 0,1 1 0,-5 2 0,5 0 0</inkml:trace>
  <inkml:trace contextRef="#ctx0" brushRef="#br0" timeOffset="4791">16577 2670 23002,'42'-30'1125,"0"-1"1,-5 2 0,-10 0-521,-23-14-213,-12 0-90,-8 2-94,-8 8-52,-7 12-49,-6 13-34,-4 17-34,-2 13-39,1 18-390,6 12 398,21-21 1,3 1-12,2 2 0,4 2 0,1 2 1,3 1-7,4-1 1,4 1-6,2-1 0,3-1 5,3-3 1,2-3 11,1-2 0,1-3 2,9 16-5,-11-14 11,-17-12-44,-19-11-79,-19-10-112,-11-7-157,-6-8-95,6-6-162,12-3-752,18-1-1898,19 2 3288,19-3 0,-7 14 0,7 1 0</inkml:trace>
  <inkml:trace contextRef="#ctx0" brushRef="#br0" timeOffset="5140">17101 2647 28222,'-33'25'93,"0"0"0,3-1 1,5 2-61,5 22-5,7 0-5,7-6-18,7-3 34,12-5-33,0-15 5,16-4 13,-4-18-24,8-11 0,3-11 0,-12 3 0,0-3 0,16-21-347,-2-2 347,-6 0 0,-13 12 0,3-3 0,-7 5-342,-6 16-89,-3 6-1126,1 10-3339,6 4 4134,3 0 1,-3 0 0,-5 0-1</inkml:trace>
  <inkml:trace contextRef="#ctx0" brushRef="#br0" timeOffset="5574">17802 2414 26194,'12'-50'774,"-1"-1"1,-1 6 0,0 10-685,-3 20-27,0 13-63,-1 21 0,2 38 0,-6-24 0,0 3-658,-3 13 1,-1 1 657,0-14 0,-2 0 0,-5 10 0,-2-1-207,0-8 1,0-1 206,-4 7 0,0 1-109,-3-2 0,1-3 109,-8 13 0,4-16 0,12-25 0,6-19 900,0-9-900,9-30 0,4-4 783,3-5-783,11-2 0,2 14 0,-6 17 0,3 2 0,18-6 0,8 10 0,-8 24 0,-9 6 0,8 18 0,-9 7 0,-12-4 0,-3 3 0,1 25-109,-18-23 0,-5-1 109,-13 7 0,-4-17 0,-6-3-468,-5-3 0,-2-3-280,1-2 0,-1-2-1479,-3-2 1,3-4 2226,-4-11 0,19 0 0,13 0 0</inkml:trace>
  <inkml:trace contextRef="#ctx0" brushRef="#br0" timeOffset="6033">18148 2414 24390,'42'-25'540,"1"0"1,-1 0-1,11-9 1,-6 11-9,0 28-275,-20 21-77,4 23-99,-23-14 0,-4 2-550,-3 9 1,-5 0 468,1-8 0,-3 3 0,-5 1 0,-2 4 0,0-3 0,-1 2 0,-2-2 0,2-3 0,-1 2 0,1-3 0,-2 0 0,2-4 0,-8 14 598,8-23-598,6-26 314,5-23-314,2-24 0,2 14 0,1-3-884,2-10 0,0-1 884,0 7 0,0-1 0,3-17 0,2-4-161,-2 20 0,0-1 1,1 1 160,4-20 0,2 0-203,-4 19 1,1 0 0,1 4 202,4 2 0,1 4 0,20-16 0,4 18 0,6 15 0,3 13 0,2 16 1390,0 19-1390,-28-7 0,-2 4 0,-1 8 0,-4 1 0,-3-6 0,-3 2 0,-1 23 0,-6 1 0,-7-17 0,-4 0 59,-2 18 0,-4-1-507,-4-13 0,-2-5 525,4-9 1,0-1-1694,-5 3 0,-1-3-3599,-2 0 5215,-9 2 0,20-23 0,3-7 0</inkml:trace>
  <inkml:trace contextRef="#ctx0" brushRef="#br0" timeOffset="6191">18561 2864 20895,'-29'-31'932,"-1"-1"1,1 1 0,-8-7 0,7 2 19,17-11-521,13 20-302,12-8-71,16 13-153,18 7-127,-15 8 1,2 2-359,5 0 0,1 2-1301,4 1 0,1 0 1881,4 1 0,-3 0 0,7 1 0,-9 0 0</inkml:trace>
  <inkml:trace contextRef="#ctx0" brushRef="#br0" timeOffset="6516">19038 2489 28507,'-5'-45'164,"8"15"-164,19 45 0,9 13 0,7 12 0,-17-16 0,-2 2-7,1 1 1,-2 2-234,-1 1 1,-3 0 144,4 28 117,-12-9-45,-16-14 40,-11-14 0,-6-12 17,-3-13 22,6-8 295,6-12-290,8-9-22,6-7-26,11-3-37,8 0-49,13 4-218,11 4-599,14 5-663,-20 18 1,2 1 1552,10 2 0,-2 1 0,7 0 0,-2 3 0</inkml:trace>
  <inkml:trace contextRef="#ctx0" brushRef="#br0" timeOffset="7550">19662 2401 28671,'24'-54'0,"7"19"0,15 57 0,-19-5 0,-2 2-366,2 4 0,-1 2 366,-2 2 0,-2 2-18,-5 0 1,-3 1-106,0 26 299,-24-9-187,-16-14 144,-11-14-83,-1-13 0,7-13 23,10-8 346,11-11-419,10-4 0,8-3 0,8 2 0,13 2 0,14 5-41,13 5-91,-24 12 1,3 2-357,1 1 1,2 2 112,2 1 0,1 1-73,1 1 0,0 0-149,-1 0 0,0 1 135,-3-1 0,-2-1 249,24-6 320,-15-6 229,-15-7-79,-14 1 2124,-22-31-1905,-9 27-112,-21-20-101,-5 35-50,-10 10-95,-3 10-57,1 10-33,10 11-50,11 5 11,16 5-29,13 1 467,13-2-433,9-6 1,5-10 44,2-13-17,2-13-5,1-14 73,1-13 27,0-11-93,-3-6-24,-3-3 0,-5 4 0,-5 9 0,-6 13 0,-4 10 0,-3 9 0,-5 11 0,-3 10 0,-4 12 0,1 9 0,3 5 0,6-2 0,11-4 0,8-7 0,12-8 0,8-9 0,7-12 0,4-15 0,0-11-742,0-10 742,-12 3-16,5-13 16,-20 19 0,1-5 0,-16 18 0,-11 14 0,-9 9 741,-10 9-741,-2 5 17,4 1-17,8-3 0,11-4 0,13-8 0,13-5 0,16-10 0,-7-6 0,0-3 0,15-5-232,-12-3 0,-1-2 232,10-14 0,-19 14 0,0-1 0,17-16 0,-14 11 0,-12 12 0,-10 12 0,-7 17 0,-5 16 0,-3 25 0,4 0 0,0 3-254,1-14 1,0 2 253,2 9 0,1 5 0,-2-1-844,0-6 0,-1-2 1,0 4 843,-1-2 0,0 3 0,-1 2 0,0 1 0,-2 2 0,-1 1 0,0 2 0,-1 0 0,1-8 0,-1 3 0,0 0 0,0-3 0,1-5 0,-1 4 0,1-5 0,0-1 0,0-4 0,0 0 0,0 0 0</inkml:trace>
  <inkml:trace contextRef="#ctx0" brushRef="#br0" timeOffset="9100">22957 2613 22419,'11'-43'962,"0"0"0,0 0 0,3-12 0,-3 11-346,-7 19-347,-4 19-151,-2 7-6,-5 17-12,-8 30-77,2-7-21,4-5 1,0 1-8,4 14 10,5-13 1,3 1-17,12 19 0,12-3 27,8-27 1,-6-14 11,4-12-22,-7-17 106,10-26 5,-6-6-368,-14 14 0,-2 1 341,2-10 95,-3-2 33,-8 21-61,-1 2-72,-7 15-85,-5 17-7,-2 4 14,-4 17-7,7-1 648,3 9-648,20 6 0,7-14 0,8-5-7,9-16 14,-6-13-14,18-19 14,-9-10-7,-20 8 0,-2-2-273,9-25 273,-10 10 0,-1-10 0,-6 5 0,-2 4 0,-3 7 0,-5 22 0,-3 10 0,0 12-85,0 10-346,0 28-213,2 1 107,1 1-1267,8 2-3058,5-9 4862,3 2 0,-7-16 0,-4-15 0</inkml:trace>
  <inkml:trace contextRef="#ctx0" brushRef="#br0" timeOffset="9266">23860 2725 20755,'2'-6'5355,"-1"1"-4915,7-27 0,1-7 204,-2 14-532,2-15 0,-1 6 128,-5 28-189,-3 15 33,-3 12-73,2 11-140,-2 8-33,2-6-1440,7 17-2655,0-20 4257,5 8 0,-5-22 0,-2-10 0</inkml:trace>
  <inkml:trace contextRef="#ctx0" brushRef="#br0" timeOffset="9457">24021 2186 26104,'-24'-48'420,"0"0"0,3 5 0,5 11-481,12 26-197,3 18-582,5 15-1286,8 19-7705,9 11 8293,-3-14 0,-3-13 1,-11-22-1</inkml:trace>
  <inkml:trace contextRef="#ctx0" brushRef="#br0" timeOffset="9674">24340 2219 24833,'5'-61'1066,"0"0"0,0 7 0,0 7-623,4 4-246,-4 18-197,-1 17 0,0 23 0,2 24 0,-2-7 0,0 4-538,1 10 0,-2 3 434,1 10 0,-2 3-1052,-1-17 1,-1 2-1,0-1 848,-1 11 0,-1 2-2969,-1-2 0,0 4 0,-1-8 2315,2-14 0,0-3 0,-2 18 0,0-9 0,3-28 0</inkml:trace>
  <inkml:trace contextRef="#ctx0" brushRef="#br0" timeOffset="10149">24287 2840 21993,'-1'-49'755,"-1"0"0,1 0 0,2 2 1,1 1-1,2 1-579,4-13 1,4 3-1040,5 2 1,4 3 878,3 3 1,4 4-31,1 4 0,3 4 110,-1 7 0,2 4-91,-1 7 1,0 4-40,28-3 17,-2 11 45,-5 0 23,-5-3 396,-6-7-296,-5-9 185,-7-5 112,-6 0 942,-6 5-1087,-8 10 149,-6 7-368,-5 16 17,-3 14 16,-2 21 12,-4 17-359,6-24 0,0 2 230,-1 3 0,1 1 0,0 3 0,-1 0 0,1 0 0,0 0 0,-1-2 0,1-1 0,0-5 0,0-3 0,-2 21 0,3-21 0,1-18 0,9-22 0,1-5 0,20-36 0,0 5 42,-6 8 1,3 0-43,-2 4 0,1 2 0,16-17 0,-15 20 0,2 3-190,29-9 190,0 9 0,6 13 0,-21 24-914,-6 18-6759,-10 17-2158,-10-9 9710,-7-3 1,-7-26 0,-1-5 0</inkml:trace>
  <inkml:trace contextRef="#ctx0" brushRef="#br0" timeOffset="13016">26813 2732 22942,'16'-55'656,"0"0"1,-1 1-1,-1 5 1,0 1 0,-1 6-383,0 4 0,-1 5 79,6-12 273,-9 22-553,-5 18 146,-3 21-140,-1 15-40,-1 19-17,-5 12-216,2-27 0,-1 0 197,-1 0 0,-1-1 8,-1-1 0,0-2 231,-7 23-270,-1-18 17,2-15 28,4-23 0,4-19-28,4-21 22,11-19 8,-1 22 1,3-2-328,4-6 1,3-2 296,4-6 0,3 0-438,-7 16 0,2 0 0,1 1 449,2 0 0,0 0 0,1 1-6,14-14 1,2 2-316,-2 6 1,1 4 323,-3 7 0,0 4-9,-5 8 1,-2 4-1,19-2 34,-14 19 844,-10 16-872,-12 16 0,-14 14 2,-6-17 1,-5 0 428,-7 4 0,-4 0-431,-7 4 0,-3 0 5,-5 1 1,-2 0 5,-1-1 0,0-1-14,2-3 1,3-1 16,5-5 0,2-1-3,-10 16 731,18-12-753,16-9 28,16-5-28,15-5-17,20-5-17,-14-5 0,2 0-22,7-1 0,2-1-68,18-2 1,0 0-447,-17 1 1,0-1 525,-1-1 1,3-1 0,-4-1-19,1-1 1,-1-2-71,9-3 1,0-3 139,-5-2 0,-2-2-57,-6 0 0,-3-3 85,-6 1 0,-3-2 65,10-20 55,-17 4 12,-10 6 1082,-12 7-1088,-9 6 703,0 9-798,-14 6 181,0 12-197,-12 10-35,-2 13-11,20-7 1,1 1 5,-6 11 0,5 15-11,17-21 5,5 5-5,9-10 5,9-11 6,20-15-5,-10-7 16,20-16 17,-18-4 7,6-11-35,-7-3 0,-5-8 0,-10 17 0,-1-4 0,-9 24 0,-1 2 0,-3 9 0,-2 12 0,0 3 0,-4 17 0,-1 2 0,0 11 0,1 3-438,6 5 203,3-19-202,13 3 134,6-25 180,13-3 106,5-17 90,10-17 28,-10-7-34,-5-2 90,-9 0 28,-8 8 112,5-9-135,-7 13-67,-3 5-56,-8 13 45,-3 11-11,-3 8 28,-3 25-62,-3 4-33,-6 16 5,1-20-5,-3 6-18,4-15 7,0 4 10,6-15 1,4-9-6,4-13 6,10-13-6,6-7-12,20-22 29,0 4-145,-16 17 0,0 1 134,17-9-1,-11 10-10,4 7 5,-9 12-17,5 4-62,5 14 7,1 7 16,-2 5-168,9 4-96,-2-4 65,-7-9 1,1-1 16,-5-4 1,1-3 170,3 1 0,-1-3 323,7-8-228,-4-11 123,-4-19 28,2-10-271,-14 14 0,-1-3 235,-2 2 0,-2 0 8,8-17 157,-1-3 180,-14 21-398,-8-1-90,-12 15 0,-12 14 435,-5 16-435,3 4 0,-9 19 0,3 11 0,5 3 0,15-23 0,4 1 0,10 16 0,7-12 0,22 1 0,-6-23 0,13 1 0,-7-22 0,1-7 0,-7-2 0,6-10 0,-16 11 0,2-3 0,-13 10 0,-2 14 0,-4 16 0,1 23 0,-1 4-714,2 8 1,0 7 713,0-9 0,0 2-642,-1 1 1,1 4-1,-2 0 642,0-3 0,0 0 0,-2 1 0,-1 2 0,0 1 0,-3 0 0,-1-1 0,-2 0 0,-1-1-176,-2-2 0,-2-2 1,-3-2 31,0-7 0,-1-2 1,-4-4-166,-10 9 0,-4-8 334,0-15 1,1-7 41,-20-4-40,24-27 0,3-8 118,2-24-78,11 5 0,6-5 82,11-5 0,8-2-116,7-9 1,6-2-14,-2 14 1,4-1-1,0 2-15,-2 7 1,-1 1 0,5-2-1,5-3 1,5-3 0,1 1 0,-1 3-15,1 1 1,-1 3-1,3-2 14,2-2 1,2-2 0,1-1 0,-2 3-13,-6 7 0,0 1 0,-1 1 0,0 0-5,11-9 1,-1-1 0,-1 1 11,-3 4 0,-1 0 0,-1 1-67,-5 4 1,-1 0 0,-2 2 71,7-7 1,-4 3 48,-8 6 0,-4 3-14,6-9 771,-15 15-783,-7 11 2050,-3 6-2089,-2 2 1102,-4 7-1080,0-1 79,-7 5-72,-3-1-18,-6 1 0,-4 3 0,-5 4 0,-3 4 0,0 3 0,3 2 0,7 0 0,6-1 0,7-2 0,5-3 0,8-5 0,3-5 0,8-4 0,4-3 0,5-4 0,3-4 0,-4-4 0,-3-4 0,-6-1 0,-2-3 0,-2 0 0,1-2 0,-1 0 0,1 1 0,-1 2 0,-2 3 0,-4 4 0,-3 4 0,-1 3 0,-4 4 0,-1 1 0,-4 4 0,-1-1 0,3-1 0,1-3 0,3-1 0,2-2 0,1 1 0,-2 1 0,-2 3 0,-4 4 0,0 5 0,-2 3 0,1 1 0,3 0 0,3-3 0,2-1 0,5-1 0,2-3 0,7-3 0,5-2 0,5-4 0,5-6 0,0-5 0,0-9 0,-6-7 0,-3-10 0,-6-6 0,-4-4 0,-4 3 0,-4 9 0,-6 11 0,-4 11 0,-9 8 0,-6 12 0,-7 9 0,-3 16 0,-1 14 0,17-16 0,2 1-304,-1 5 0,2 1 304,3 3 0,2 1 0,4 1 0,4 0 0,8 0 0,6-1-6,7 0 0,8-2-725,10-1 0,7-2 332,-5-11 0,3-2 0,-3-3 0,-3 0 1,-2-4-1,2-2 0,-1-1 0</inkml:trace>
  <inkml:trace contextRef="#ctx0" brushRef="#br0" timeOffset="14507">31117 2409 20828,'9'-62'1581,"1"0"1,-2 7 0,0 3-1216,-2 16 1,-1 3 199,2-11-269,-3 21-124,-7 26-77,-2 10 83,-13 40-126,4-19 0,0 3-630,-5 14 0,-2 4 586,5-14 1,0 0-1,0 1-13,-1 1 1,1 1-1,1 1-43,1 6 1,1 2-1,2-4-9,-2 3 0,6-2-146,7 13 1,12-5-598,5-26 1,7-5-79,10 6 0,7-4-4039,17-5 1,2-6 3816,-20-6 0,-3-2 1,5-4-1,-7-2 0,-21-4 1</inkml:trace>
  <inkml:trace contextRef="#ctx0" brushRef="#br0" timeOffset="14966">31770 2191 24407,'21'-40'599,"0"1"1,-1 1 0,-4 11-337,-10 22-84,-1 7-73,-3 14 29,-1 16-79,0 4 22,-9 27-45,1-32 1,-3 2-708,-11 21 1,-3 1 693,1-8 0,-1-1-12,0 0 0,-1-3 3,4-6 1,1-4 339,-1 12-340,3 4-16,21-14 5,32-11 0,18-13-437,-11-7 0,0-1 403,-8-3 1,0-1-166,10-1 0,1-1 68,-11-1 0,0 0-4785,10-3 1,-1-1 2999,7-2 1,-12 0 0,-32 8 0</inkml:trace>
  <inkml:trace contextRef="#ctx0" brushRef="#br0" timeOffset="15200">32393 2636 23444,'2'-3'3366,"-1"1"-2688,-1 2-661,22 21-62,-16 6-465,17 21-1601,-25-1-1777,-1-11 3888,-3-2 0,3-21 0,-1 0 0</inkml:trace>
  <inkml:trace contextRef="#ctx0" brushRef="#br0" timeOffset="15800">32915 2477 24267,'0'-7'2812,"0"2"-2504,0 5 67,0 0-285,25 10-51,-19 6 40,17 40-51,-28-4-180,2-14 1,-2 0 134,-6 17 40,-1-9-12,3-19 28,-2-8 68,3-14-57,-1-9-11,2-14-22,3-16-6,2-12-5,5-9-18,0 24 1,3-1-116,2-3 0,2-1 129,3-2 1,2-1-9,2 0 1,1 0 2,1 1 1,1 2 7,0 4 1,-1 2 39,18-20-29,-3 16-49,-4 12 27,3 13 29,-1 9-23,-1 11-23,-6 12 591,-12 12-573,-14 10-23,-21 10-97,3-25 0,-4-1 122,-6 3 1,-3-2-292,-3 0 1,0-2 301,1-2 1,0-2-4,6-3 1,2-2 16,-9 11 6,16-8-16,13-4-12,13-2 213,11 0-207,14 4-29,17 1-47,-20-10 0,2 1 89,4-1 0,1 0-327,0-1 0,1 0-319,0-2 0,-1 0-592,-2-2 1,-1 0-7537,26 0 8755,-16-7 0,-19 0 0,-12-2 0</inkml:trace>
  <inkml:trace contextRef="#ctx0" brushRef="#br0" timeOffset="16016">33412 2094 24956,'-8'-45'692,"-1"0"1,0 3 0,8 14-491,11 28 11,14 17-17,18 20-107,-14-8 1,2 3-591,3 8 0,0 4 498,1 7 0,-3 4-372,-11-16 0,-2 2 0,-2 1 291,-3 1 0,-2 1 0,-3 0-204,-5-1 1,-4 1 0,-4-2-1128,-11 19 1,-11-2 1414,-2-20 0,-5-1 0,2-4 0,4-3 0,-1-5 0,-3-3 0,-1 0 0</inkml:trace>
  <inkml:trace contextRef="#ctx0" brushRef="#br0" timeOffset="22532">3992 5592 25007,'-3'-46'681,"1"0"1,-1 8-1,2 9-513,0 19-134,1 15 44,0 18-11,2 13-22,-1 22-40,-2-14 1,-1 3-488,-1-5 1,-1 0 481,0 0 0,-2 0 8,0-4 1,-2-2 13,-3 14 46,-3 2 83,6-25-28,2-25-89,8-14 38,6-28-10,6-9-3,0 2 0,1-2 295,-4 15 0,1-2-330,3-6 0,1-3 1,-2 5-3,9-11 3,-3 8 1,3 2 13,5 9-28,8 3-11,7 21-11,-6 18-12,7 15 29,-15 2-28,3 14-96,-2 10-100,0 3-156,-13-22 0,-2 0-450,8 14 253,-7-13-617,2-8-783,3-16 1467,5-13 447,8-15 131,-8-6 206,8-16 207,-9 3 36,-8 9 1,-1 0 249,7-18 270,-3 2-366,-12 21-279,-4 12-297,-3 7 72,-3 15-77,0 7-46,-3 16-28,3 7 1,2 4-23,4-10-6,17 11 23,5-20 11,20 5-11,5-18 0,7-15 33,0-16 6,-29 3 0,-3-2 28,-2-4 0,-2-2 31,-2-2 0,-4-2 109,7-28-28,-12-2-135,-8 13 3,-6 13 1,-2 0-20,-3-7-56,-4-12-29,5 26-128,3 13-5,2 9-1233,4 23-1036,5 7-4610,7 22 7052,2-7 0,-4-14 0,-5-13 0</inkml:trace>
  <inkml:trace contextRef="#ctx0" brushRef="#br0" timeOffset="23415">5501 5505 27454,'-32'-3'79,"6"9"-85,22 31 23,2 4-6,1-2 0,1-2-16,-1-6 33,-2-8 129,-1-10-12,-1-9-38,-1-12 5,0-10 16,2-16 7,1-13-34,11-12-259,-2 27 1,3 0 196,2 1 0,1 2-121,14-21 94,-2 16-12,-2 14 0,-1 14 0,1 13 0,1 11 0,-5 3 383,3 12-383,-4 9 0,-2 4 0,-2 9 0,-9-13 121,-3-6-121,-4-10 0,-2-11 0,-2-11 0,0-12 0,1-11 0,2-12 0,2-8 0,5-5 0,4 2 0,7 3 0,6 6 0,4 7 0,6 8 0,3 8 0,6 7 0,2 12 0,2 9 0,-4 11 0,-4 9 0,-10 7 0,-8 4 0,-7-1 0,-4-4 0,-2-10 0,-2-13 0,0-12 0,2-16 0,6-13 0,4-18 0,5-12 0,1-7 0,-9 26 0,-1 1-126,0-1 1,-1 0 125,10-28 0,-2 5 0,-2 8 0,-3 10 0,-3 11 0,-5 7 0,-1 7 0,-1 5 0,-2 4 251,0 3-251,0 7 0,2 10 0,3 13 0,8 13 0,13 6-465,-7-23 1,4-1 464,6 1 0,3-3 0,5-1 0,2-1-302,2-2 1,1 0 301,-1-2 0,-3 0-13,-6-1 1,-4 0 12,3 17 0,-45-2 0,-11-15 0,-7-2-603,-16 2 1,-7-3-2675,13-4 0,-2-1 0,0 0 3131,-19 2 0,4-2 0,18-2 0,5-2 0,-6 0 0</inkml:trace>
  <inkml:trace contextRef="#ctx0" brushRef="#br0" timeOffset="23665">6831 5253 27700,'41'-29'-474,"1"-1"0,-1 1 1,2 1-1,1 3 1,2 6-1307,-3 10 1,2 6-1,-2 1 1226,18-3 1,-4 2 0,-17 2-1,-5 1 1,5 0 0</inkml:trace>
  <inkml:trace contextRef="#ctx0" brushRef="#br0" timeOffset="23825">7256 5524 27774,'-42'11'448,"-1"1"1,-15-2-449,84-23-18,26-12-341,-14 11 1,2-1-2536,8-1 0,0 1 2894,-2 1 0,-3 1 0,14-3 0,-26 7 0</inkml:trace>
  <inkml:trace contextRef="#ctx0" brushRef="#br0" timeOffset="24432">9282 5060 15062,'-36'-48'842,"-1"0"0,2 5 0,1 7 2054,-19 5-2600,3 12-77,-2 10-180,17 5 1404,-10 8-1410,11 5-10,-15 9-29,-8 8 14,22-9 1,-1 1 726,-18 10-718,6-2 3341,24-14-3324,16-5 61,1 5 6,5 3 50,1 13-62,1-1 113,-2 23 11,-6 7-627,2-16 1,-2 4 502,-3 5 1,-1 4-10,2-6 0,-2 3 1,1-2-45,-1 2 1,1 1 2,1-4 0,0 2 0,2-4-14,3-5 1,2-3-53,2 8 0,5-2-40,11-4 0,7-6-412,3-10 0,4-6-671,3-1 0,2-5 1150,2-10 0,-2-3 0,-4 0 0,-1-3 0</inkml:trace>
  <inkml:trace contextRef="#ctx0" brushRef="#br0" timeOffset="25441">9949 5164 25343,'1'-48'913,"0"-1"0,-1 8 0,-1 7-673,0 13-161,-1 19-12,2 23-45,-2 24-14,1-10 1,-2 4-1144,-1 10 1,0 1 1095,0-9 0,-1 3-320,1 2 1,0 4 0,1-3-1660,0 7 0,1-1-1259,1-4 0,-1 4 0,2-6 1574,0-2 1,0-5-1,2 13 1,-1-39 0</inkml:trace>
  <inkml:trace contextRef="#ctx0" brushRef="#br0" timeOffset="25642">10418 5569 27897,'-12'47'-146,"0"1"0,-6 14 1,2-9-1,8-27 1,-8 21-1</inkml:trace>
  <inkml:trace contextRef="#ctx0" brushRef="#br0" timeOffset="26249">11222 5196 17932,'0'7'6879,"0"-1"-5764,0-6 195,0 0-929,26-65-129,-15 30-160,5-9 1,0-2 35,-2 2-4,6 1-68,6 3-73,8 6 39,5 7 6,4 10-28,1 10 0,0 17-22,-3 13-23,-7 16 23,-11 12 5,-16 8 11,-11-26 1,-4-1-179,-4 1 0,-3-1 184,-3 0 0,-2-1 14,1-3 0,0-2-3,-18 19 11,8-14 12,5-12 22,7-11 5,4-12 12,4-6 6,3-8 318,4-3-397,9-1 0,5 0 0,9 2 0,7 4 0,7 7 0,8 6 0,6 13 0,2 10 0,-4 12 0,-11 7-46,-15 5-419,-25 3-997,-18 3-2661,3-24 1,-3-1 3451,-18 18 1,14-17-1,12-13 1</inkml:trace>
  <inkml:trace contextRef="#ctx0" brushRef="#br0" timeOffset="26465">11854 5398 27858,'18'49'-1175,"-1"1"1,-4 0 0,-11-5 1174,-34 4 0,9-16 0,8-14 0</inkml:trace>
  <inkml:trace contextRef="#ctx0" brushRef="#br0" timeOffset="27091">12845 4961 27790,'24'23'308,"-5"-2"-224,-18-13-5,-9 3-12,-6 1-17,-12 4-22,-8-3 0,-3-1-11,1-7 56,6-8 28,6-11-68,10-15-20,9-17-13,14-9 0,14-3 0,-1 29 0,4 3 0,23-10 0,1 12 0,-2 17 0,-9 15 0,7 12 0,-3 19 0,-23-4 0,-3 2-286,3 17 286,-13-10 0,-7 1-409,-9-13 0,-6 0 409,-5 12 0,-6 1 0,-7 1 0,-6 0 0,4-9 0,-3 0 0,1-3 0,-1 1 0,-1-1 0,-13 5 0,2-6-166,3-15 166,-1-5 0,20-28 0,15-6 257,12-7-257,16-3 826,11 6-826,17-5 0,-10 15 0,4 3 0,-2 3 0,2 3-495,9 0 0,0 2 302,-14 5 0,0 1-729,9 3 1,1 1 300,-3 3 1,-3 1-1,16 2 1,-5 1 0</inkml:trace>
  <inkml:trace contextRef="#ctx0" brushRef="#br0" timeOffset="27282">13720 5346 24883,'0'-6'3215,"0"1"-2642,0 5-573,-16 9 0,4 32-925,-7 4-1693,15-9 1,4 1 2617,5 13 0,1-19 0,-1-14 0</inkml:trace>
  <inkml:trace contextRef="#ctx0" brushRef="#br0" timeOffset="27874">14583 4922 26950,'4'-47'397,"0"0"1,0 2 0,-1 11-224,-1 27-96,-3-1-27,-10 13-35,-3 2 40,-23 13-39,7-3 0,-3 2-9,-1 0 1,-3 1-932,-7 4 1,1-1 934,-13 6-502,24-13 1,3-3 489,5-2 0,-8 3 0,26-11 0,1-2 0,4 0 1645,1 2-1645,1 0 1269,2 9-1269,2 17 0,2 9 0,1 16 0,-1 0 0,1 2 0,1-4 0,2-6 0,0-10 0,-1-12 0,-2-10 0,-1-8 0,2-10 0,3-6 0,5-11 0,4-6 0,3-5 0,2 0 0,-4 7 0,10-2 0,-10 14 0,9-1 0,-6 17 0,-1 13 0,-6 6 0,4 37 0,-14-6-347,-9-12 0,-5 1 347,-8-4 0,-7-1 0,-8 1 0,-5-1 0,-6 0 0,-2-3-370,0-2 0,2-4-792,9-7 0,2-3 1162,-15 6 0,31-19 0,3-3 0</inkml:trace>
  <inkml:trace contextRef="#ctx0" brushRef="#br0" timeOffset="28098">14980 5289 27835,'-12'51'-86,"-1"0"0,0-3 1,-1-6-2526,-9-5 2611,-11 4 0,15-19 0,-1-2 0</inkml:trace>
  <inkml:trace contextRef="#ctx0" brushRef="#br0" timeOffset="28715">16090 5209 22582,'-1'-53'817,"0"0"1,-1 0 0,-1 7 0,-1 1-1,-4 4-498,-5 0 1,-4 6-99,-4 9 0,-4 7 59,-29-1-95,-3 26-118,28 6 0,0 5-765,0 10 0,1 5 743,-1 9 0,2 5-755,0 8 0,2 3 723,9-15 0,1 1 0,2 1-9,2 0 0,2 1 1,1-1-86,2-1 1,1 0-1,4-1 81,4 17 0,6-2 0,4-8 0,5-3-15,6-7 1,5-4-125,2-9 1,1-6 149,0-7 1,1-5 502,23-15-514,-10-22 0,-14-18 0,-14-10 0,-17-4 0,-19 2 0,-16 7 0,10 30 0,-3 4 0,-3 4 0,-2 5 0,-1 3 0,-1 4 0,2 6 0,1 4 0,-24 15 0,18 15 0,15 10-763,15 6-4076,17 5 4542,7-9 0,-2-18 1,-3-16-1</inkml:trace>
  <inkml:trace contextRef="#ctx0" brushRef="#br0" timeOffset="28908">16533 5594 26609,'2'-3'1881,"-1"1"-1700,-1 2-181,-17 74-1771,-7-20 1138,10-15 0,-2 7 1,1-8-1,-12 7 1,3-5-1</inkml:trace>
  <inkml:trace contextRef="#ctx0" brushRef="#br0" timeOffset="29299">17531 5351 26194,'-43'-21'539,"-1"0"1,4 3 0,15-3-411,44-14-118,1 12-17,7 6 1,5 2-945,27-2 387,-18 8 1,3 1-2815,4 2 1,0 1 3376,-4 1 0,-2 2 0,12-2 0,-24 3 0</inkml:trace>
  <inkml:trace contextRef="#ctx0" brushRef="#br0" timeOffset="29815">18456 5007 25483,'-2'-4'2666,"1"0"-2144,1 4-522,-65-12 0,38 19-216,-17-2 0,-1 5 216,9 37 0,14-16 0,1 3 53,3 0 0,3 3-53,3 6 0,4-1 0,3 17 0,11-21 0,6-2 0,28 4-327,-10-17 0,4-1 327,5-5 0,3-3 0,10-4 0,-1-4 0,-16-3 0,-1-2 0,7-5 0,-5-5 304,-7-12-304,-4-9 0,-21-15 0,-20 2 0,0 15 0,-2 0-271,-18-11 271,10 13 0,-2 0 0,4 3 0,0 1 328,-7-6 0,1-2-328,-3-5 0,3 0 0,8 8 0,2 0 0,-10-23 0,21 14 0,12 10 0,8-6 291,18 0-291,3 10 0,2 4 0,2 13 0,-5 10 0,20 25 0,-9 11-303,-19-9 0,-3 3 303,-8 0 0,-3 0 0,2 23 0,-10-22 0,-2 1-998,-5 23-3578,2-15 0,0 1 4576,1-13 0,0-2 0,0 22 0,3-36 0</inkml:trace>
  <inkml:trace contextRef="#ctx0" brushRef="#br0" timeOffset="30025">19208 5365 28671,'36'12'0,"-18"18"-261,-29 0 0,-8 4-1761,4 0 0,0 1 890,-1 1 0,2-3 0,1 2 0,7-17 0</inkml:trace>
  <inkml:trace contextRef="#ctx0" brushRef="#br0" timeOffset="30674">20083 5211 25108,'7'-52'553,"-1"0"1,0 1-1,0 4 1,1 2-1,0 5-332,2 4 1,0 6-60,7-11-52,2 10-110,-8 25 27,0 15-27,-6 30 0,-5-6 0,-1 4 0,-2 9 0,-3 2-625,-1 8 0,-2 0 625,-1 2 0,-1 0 0,1-3 0,1-1-232,2-7 0,2-3 232,3-8 0,3-3 0,8 12 0,10-22 0,10-20 0,9-21 0,6-15 0,2-11 0,-23 20 0,-1-1 0,18-23 0,-6 3 0,-8 10 1197,-7 12-1197,-6 14 571,-5 17-571,-2 13 0,1 15 0,1 8 0,-1 5 0,0 2-354,-1 1-2615,1 1 2969,-2-8 0,-1-18 0,-1-12 0</inkml:trace>
  <inkml:trace contextRef="#ctx0" brushRef="#br0" timeOffset="31041">21137 4958 27774,'29'-41'130,"0"1"1,0 2 0,0 11-103,13 22 22,1 5-33,0 5-17,-6 6 22,-6 5-11,-5 5 29,-3 4 21,-2 7-16,-2 6 17,-3 9-1,-5 9-300,-7-24 1,0 2 255,-2 5 0,1 1-9,-1 2 1,0 2-6,0 3 0,1 0-399,0 0 1,1 1 395,1 0 0,0 0-46,0-2 1,-1 0-171,1-2 1,-4-1-724,-6-2 0,-5-1 939,-13 1 0,-4-5 0,-1 5 0,-16-7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08:30.9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3009 3055 23842,'-1'-44'776,"-1"0"1,1 2 0,-1 9-441,-1 23-224,1 2-78,0 11-6,8 11-6,2 14-5,1 1 5,2 20 6,-6 11 11,-2 2-28,-4-28 1,-3-2 89,-5 9-17,0-17 319,-4-10-269,6-13 118,-5-19-162,6-9-34,1-22-6,8-7-19,2 23 0,1 0-179,3-1 1,2 1 175,0 0 0,2 2-17,13-21-5,2 16 5,2 13-17,5 13-5,7 14 17,8 10-438,5 14 409,-26-10 1,-1 2-43,-1 4 1,-1 0 300,11 17-539,-17-7 1,-4 2-241,-4 12 305,-4-15 0,-2-1-93,-5 4 219,-2-16 95,0-12 12,11-26 513,6-11-424,15-21-17,-13 22 0,1 0 23,1 1 0,0 0 106,19-20-84,-12 16 156,-2 10-161,-18 17-1,1 10-22,-9 13-28,1 12-50,2 7 11,7 5-17,9 2-28,12-1 28,9-3 0,11-11 5,5-12 29,1-20-23,-13-7 25,-16-10 1,-4-6 47,0-16-31,-9 9 0,-2-3 82,-10-26-266,-7 30 0,-2-1 201,-3 1 0,-1 1 53,-17-25-39,-1 10-39,3 14-68,6 14-33,9 10-168,5 15-638,12 12-1676,10 13 2538,18 12 0,-13-19 0,3-2 0</inkml:trace>
  <inkml:trace contextRef="#ctx0" brushRef="#br0" timeOffset="900">4364 2919 27516,'14'-11'45,"-2"13"-34,-2 41-17,-4 4 1,-6 0 10,-3-7 18,0-11 78,0-13 50,2-12-67,1-14-6,0-9-16,2-13 11,2-7-6,5-6-17,6-2 12,4 0-17,4 6-6,3 8-22,3 8-6,3 8 0,5 7 6,5 6-12,2 11-16,0 9-6,-2 10 6,-8 8 6,-11 5 16,-10 5-6,-16-1 1,-8-3-6,-7-8 6,0-10 27,2-11 12,6-10 0,2-11-6,3-9-5,3-11-5,3-6-29,7-2 0,8-1 0,6 4 0,4 7 0,3 8 0,-1 10 0,0 5 0,1 12 0,0 5 0,-1 12 0,-4 6 0,-5 4 0,-6 3 0,-4-2 0,-4-4 0,1-7 0,0-9 0,5-8 0,7-11 0,9-11 0,6-13 0,1-11 0,-4-9 0,-8-8 0,-8-4-320,-8-3 320,-4 4 0,-3 6 0,-1 11 0,-1 9 0,1 9 0,0 9 0,1 7 0,0 5 320,2 12-320,7 9 0,9 17 0,16 13-392,-9-18 1,2 1 391,4 2 0,0 0 0,0 0 0,-1 1 0,-3-2 0,-4 1-81,-6-3 0,-5 0 81,-2 26 0,-24-1 0,-17-7-376,7-26 0,-3-4-601,-3-3 0,-1-3-2334,-1-4 1,0-3 3310,-19-5 0,22-2 0,16-3 0</inkml:trace>
  <inkml:trace contextRef="#ctx0" brushRef="#br0" timeOffset="1126">5923 2648 24015,'-5'0'3092,"2"0"-2386,3 0-880,21-15-375,14 11-1338,27-8-2071,-27 14 1,-1 3 3957,24 5 0,-23-2 0,-18-3 0</inkml:trace>
  <inkml:trace contextRef="#ctx0" brushRef="#br0" timeOffset="1293">6106 2860 21467,'-5'3'5640,"2"-2"-4076,3-1-1599,-10-15-267,29 5-1272,5-12 1574,10 14 0,1 4 0,5-2 0,0 2 0</inkml:trace>
  <inkml:trace contextRef="#ctx0" brushRef="#br0" timeOffset="1926">7954 2524 23601,'-13'-50'849,"0"0"1,-1 3 0,-3 7-576,-18 6-145,-4 9-28,0 8-12,1 9-55,3 4 5,0 5-17,1 5-22,-3 5-11,-12 8 17,15-5-1,-10 1-10,23-7-1,-1 0 6,7-2-22,5 4 44,1 3-5,1 7-11,0 8-1,-2 8 12,-1 10 22,3-10 0,0 2 17,-3 18-8,2-11 0,1 2-391,2-13 1,1 1 375,-1 8 1,0 1-12,2-2 1,1 0-198,3-4 0,3 0 175,3-3 0,4-3 0,4-1 0,5-4-45,6-3 1,3-4-180,7-3 0,3-4-480,7-3 1,2-5-2574,-5-6 0,3-4 0,-4 1 2444,0 0 0,-1-1 0,2-3 0,-8 0 0,-20 4 0</inkml:trace>
  <inkml:trace contextRef="#ctx0" brushRef="#br0" timeOffset="2160">8602 2546 28177,'-2'-38'170,"0"1"1,-2-18-176,1 63 16,-2 18-17,-4 33-33,4-24 0,-1 3-820,-3 13 0,1 3 131,1 0 0,0-1-79,2-9 0,0 1 807,2 18 0,2-5 0,0-15 0,2 17 0</inkml:trace>
  <inkml:trace contextRef="#ctx0" brushRef="#br0" timeOffset="2367">9079 3041 25253,'0'-6'2789,"0"1"-2453,0 5-235,-16-60-6,10 44-83,-12-40-35,11 79-55,-2 12-409,-5 26-829,6-26 0,0-1-829,-5 25 2145,5-18 0,0-3 0,2-11 0,-2 11 0</inkml:trace>
  <inkml:trace contextRef="#ctx0" brushRef="#br0" timeOffset="2593">9596 2700 26893,'-7'-41'345,"-1"0"0,2 4 1,1 10-101,4 23-206,1 12 29,4 9-79,0 5-135,11 35-666,-3-5 177,-4-20 1,0 2 634,-3 7 0,-2-4 0,0-9 0,-1 13 0</inkml:trace>
  <inkml:trace contextRef="#ctx0" brushRef="#br0" timeOffset="2976">10107 2951 23562,'1'-3'3489,"0"0"-2223,-1 3-1244,19-22-16,-15 38-62,7-4-216,-14 16 1,-8 7-1023,-2 2 0,-1 0 615,1-2 1,0-2-1,-5 11 1,9-20 0</inkml:trace>
  <inkml:trace contextRef="#ctx0" brushRef="#br0" timeOffset="3243">10667 2593 24749,'0'-4'2929,"0"0"-2100,0 4-812,21-23-6,-7 45-33,18 2-62,-21 15 0,-5 9-1932,1 5 1,-1 2 1505,-1-10 1,-2 2 509,-3-4 0,-1 3 0,0-8 0,0 8 0,-2-14 0,1 1 0</inkml:trace>
  <inkml:trace contextRef="#ctx0" brushRef="#br0" timeOffset="3951">9604 2706 15653,'0'-3'5881,"0"0"-2436,0 3-2862,-17-66-152,13 38-275,-4-12 1,2 2 135,11 14-63,4 5-44,1 4-90,-2 6-50,-1 5-17,-1 7-28,-1 11 28,3 12 0,-2 15-11,0 10 44,-5 9-273,-2-28 0,-1 0 229,0 0 0,-2 0-6,-5 25-5,-3-10 16,0-11 29,1-11 100,4-13 22,2-7-61,1-13 424,-2-9-474,0-15 16,0-13-38,0-14-293,3 24 1,2-2 277,-1-2 0,0 0 11,1 1 1,-1 1 58,-2-25-11,-2 15 6,1 17-34,1 15-45,2 9 6,2 14-5,1 12-24,3 20-5,1 17-116,-1-21 1,-1 2-109,1 4 0,-1 2-837,-1 3 0,2 0 1078,1 4 0,0-2 0,0 5 0,3-9 0</inkml:trace>
  <inkml:trace contextRef="#ctx0" brushRef="#br0" timeOffset="4560">11221 2416 23926,'12'-52'599,"1"1"1,-2 4-1,5 7-297,19 8-246,-6 12 28,28-2 17,-9 13-17,15 1-50,-15 6 72,12 12-50,-28 6 0,7 16 11,-23 6 6,-8 12-22,-7 11-9,-5-16 0,0 2-211,1-3 1,0 0 190,-1 11 1,1 0-417,2-19 1,1 0 404,3 10 1,4-1-15,2-9 0,1 0-3,8 19 1,1 1-54,-6-11 0,-3-1-137,-2 6 0,-5-3-185,-18 10-230,-9-26 1,-8-2-667,-3-8 0,-5-2 1277,-19 4 0,1-3 0,24-7 0,1-3 0,1-3 0,0-1 0</inkml:trace>
  <inkml:trace contextRef="#ctx0" brushRef="#br0" timeOffset="5576">3518 4989 20436,'-1'-60'1094,"0"0"0,0 5 0,-1 4-747,0 13 1,-1 3 1183,-4-23-1313,0 28-162,2 10 293,1 20-338,0 17-11,0 33-25,2-19 0,1 2-407,3 13 1,2 3-17,2 0 0,2 0 39,1-9 0,0 2-1014,4 11 1,1 2-3494,1 0 1,0-2 3336,-4-12 0,0-1 0,0-1 1,-2-8-1,-5-20 0</inkml:trace>
  <inkml:trace contextRef="#ctx0" brushRef="#br0" timeOffset="5850">3907 4997 18770,'-6'-43'1314,"0"0"1,-1 0 0,-1-7 0,-2 5-766,-12-5-79,6 32-245,-8 10 47,-9 20-171,-5 11-59,13-1 0,0 3-182,4 3 0,3 2 168,-1 3 0,2 0 134,-6 21-148,12-19 0,4 0-9,5 7 18,8 12 21,15-22-38,14-11-17,1-10-73,26-5-440,-17-9 0,3-2-445,6-1 0,4-1-2308,-9 0 0,2-1 0,-1 0 3099,11-3 1,-4 0-1,-17 3 1,-3 2 0,6-3-1</inkml:trace>
  <inkml:trace contextRef="#ctx0" brushRef="#br0" timeOffset="6061">4590 4771 21849,'53'-24'-406,"0"-1"0,0 1 0,-6 6 0,3 0 0,-2 2 0,-5 5-1698,2 7 1,-1 3 1031,14-2 1,-3 0 0,-1 3 0,-26 0 0</inkml:trace>
  <inkml:trace contextRef="#ctx0" brushRef="#br0" timeOffset="6234">4937 4970 25309,'44'-30'-922,"1"0"0,1 1 0,2 4-3349,3 9 0,0 4 3298,-4 0 1,-3 0 0,15-1-1,-25 5 1</inkml:trace>
  <inkml:trace contextRef="#ctx0" brushRef="#br0" timeOffset="6593">5903 4609 23411,'-4'-1'2649,"1"-1"-2240,3 2-112,6-84-258,5 56-34,1-23 1,8 4 5,24 30 0,-12 9 1,1 2-18,4 2 0,0 3-286,1 5 1,0 5 291,-3 3 0,-1 4-11,-5 6 0,-3 3-6,-7 5 0,-6 2-8,-6 1 0,-8 2 22,-9 2 0,-7 0 6,-7 0 0,-4-1-326,-5 1 1,-2-3 338,0-2 1,1-1 5,5-5 1,2-2 33,-10 13 45,18-13 28,24-12-68,9-7-47,19-9 0,7-4-135,-1 2 1,4-1-807,-1-1 0,5 0 0,0 0 927,6 0 0,1 0 0,-5 1 0,-4 1 0,-3 0 0,0 1 0,-1 0 0</inkml:trace>
  <inkml:trace contextRef="#ctx0" brushRef="#br0" timeOffset="40309">20650 2657 21679,'0'-6'3428,"0"2"-3085,0 4 334,-39-72-425,9 50-345,-3-17 0,-4 5 217,-17 33-40,-3 10-23,3 9-38,8 9-23,14 6 90,14 4-96,19 1 17,16 2-28,17-4-11,12-2 28,8-6-217,0-3 233,-8-4-16,-13-3 275,-15-3-253,-14-1-22,-10-3 28,-30 11-6,-7-1-2,7-5 0,-2 2-916,1 0 0,0-1 901,7-3 1,0 2-22,-9 7 0,3 1 33,-2 9-34,-7 12 1,31-14 44,18-4-12,17-4-4,17-3 27,15-2 1505,5-1-1533,-5 0 17,-14 2 288,-18 4-266,-20 3 34,-21 5 0,-17 5-295,11-15 1,-1 0 235,-1 2 0,-1 1-8,1 1 0,1 1-140,3 0 0,2 2 123,4-1 0,3 0-157,-3 28-1298,21-1 1455,25 1 0,-10-25 0,7-5 0</inkml:trace>
  <inkml:trace contextRef="#ctx0" brushRef="#br0" timeOffset="41334">20468 9892 20974,'0'-3'2985,"-1"1"-2531,1 2-140,65-30-96,-22 21-137,6-7 0,1 2-2,8 13-51,-10 4 11,-15 4 56,-20 8 35,-27 7-41,-23 10-42,7-14 1,-3 1-403,-5 2 0,-2 1 408,-1-1 0,0 0 14,2 0 1,3 0-24,5-3 1,2 0-22,-10 14-12,20-5 39,12-7 34,14-2-16,6-3 804,11-2-827,6-1-6,6-2 29,6 0-40,5-1-23,0 2 18,-3 2-23,-11 4 39,-17 5 11,-25 6-11,-25 7-25,5-15 0,-3 0-311,-4 2 0,-2-1 322,0 1 1,2-1-24,4-1 1,3 0-25,-10 17 44,21-3-5,24-3 11,17 2-5,18 4-26,-14-16 0,2 0 6,3 2 0,0 1-276,2 1 0,-1 0 273,-2-1 0,-4 2 0,12 21 582,-28-3-588,-37-5-112,-1-18 1,-4-3-918,-12 1 0,-3-2 1035,-12 1 0,3-3 0,22-5 0,2-1 0,-26 3 0</inkml:trace>
  <inkml:trace contextRef="#ctx0" brushRef="#br0" timeOffset="43077">20472 4625 21495,'-8'-52'1185,"0"1"1,2 7-1,-5 10-994,-14 15 78,-5 18-78,2 15-35,-8 13-49,-1 19-444,19-19 1,3 3 372,0 3 0,3 2-16,2 2 0,2 0-6,2 1 0,3 0 8,4-2 0,3-1-58,3-2 0,4-2 103,21 20 17,10-16 17,5-16 33,2-18 6,1-18 0,-1-17-23,-22 4 1,-3-3-37,-5 1 1,-3-1-188,-1 0 0,-3-1 162,-6-1 0,-3 0 44,-3-20-47,-2 23 1,-4 0 35,-13-21 12,-24 10-106,8 20 572,-20 7-494,22 15 231,-1 8-371,13 7-908,17 22 23,9-9-4599,28 20 5551,2-21 0,-4-3 0,-10-11 0</inkml:trace>
  <inkml:trace contextRef="#ctx0" brushRef="#br0" timeOffset="43301">21161 4624 22817,'46'-41'-678,"0"1"0,1 4 0,5 10-2599,-10 22 0,2 9 0,-2 1 2095,-1-4 0,-2 2 0,1 1 0,-8 1 0,-20-3 0</inkml:trace>
  <inkml:trace contextRef="#ctx0" brushRef="#br0" timeOffset="43460">21179 4986 27634,'49'-16'-1093,"0"0"1,0 0 0,0 0 0,5-1-1,-3-1 1,-9 5 0,1 2 0,-32 8-1</inkml:trace>
  <inkml:trace contextRef="#ctx0" brushRef="#br0" timeOffset="44076">22247 4867 20569,'0'-57'582,"0"0"1,0 1-1,0 10 1,1 2 0,0 1-186,1-17 1,2 6-51,3-8-227,-2 24 1,1 3 1496,-1 8-1589,-2 18 499,-1 13-454,3 38-40,-1 16-389,-1-9 1,-1 3 366,-2 2 0,-2 0 6,-2 4 0,-1-1 8,-2 0 0,-1-2-14,-1-4 1,0-1-7,0-8 1,0-2 834,-4 17-745,4-23-66,3-23-29,4-25 0,6-23 0,4-25-423,-2 21 1,2-3 422,1-4 0,1-2 0,1-2 0,0 1 0,0 2 0,-1 1 0,-3 7 0,0 2 1029,1-18-1029,-7 23 0,-3 20 0,-2 22 0,-1 19 0,1 28-580,5-19 0,2 4-4082,3 8 1,2 1 4661,1-2 0,1-3 0,5 16 0,-6-25 0</inkml:trace>
  <inkml:trace contextRef="#ctx0" brushRef="#br0" timeOffset="66234">8326 3693 22578,'-43'1'1433,"0"0"0,3 1 1,13-3-1353,25-1-1430,16-2 1941,6-2-471,12 2 0,7 0-67,-6 1 0,2-1-665,6 1 0,4 0 1,-4 0 617,-1 0 1,-1 1-109,12-1 0,-3 0-106,-3 2 551,-4-1-810,-23 3 165,-38 6 298,-2-3-9,-8 3 0,-3 0 16,-29 3 827,20-2 1,-2-1-345,-1 0 1,-1-1 29,3 1 0,0-1 24,5-1 1,3 0 546,-17 2-246,23-3 90,19-3 51,19 0-696,19-1-297,23-4 15,-16 2 0,1-1-5,7-1 0,0-1 0,1 0 0,1-1 0,4 0 0,-2 1 0,-14 0 0,-2 1 0,19-2 0,-38 4 0,-26 2 0,-23 3 0,7 0 0,-6 0-300,-23 5 1,-5 0 355,5 0 1,0 1-15,-1 0 1,2-1-87,7-1 1,7 0 154,-1 1-15,9-2 185,45-5-281,25-6 0,8-2 0,-7 2 0,2-1-472,9-1 1,6-2-1,-1 1 472,-5 1 0,0 1 0,-3 0 0,5-1 0,-3 0 0,-3 2 0,1-1 0</inkml:trace>
  <inkml:trace contextRef="#ctx0" brushRef="#br0" timeOffset="67267">3999 7000 19104,'0'-6'4206,"0"2"-3215,0 4-431,-78-62-218,37 45-488,-10-17 1,1 6 179,12 29 68,10 9-131,12 22 24,8-5 5,10 29-17,8-8-182,-2-16 0,2 0 185,1 0 0,1 0-9,3 3 1,1-1 16,5 10 317,7 6-306,-15-29 46,-3 0 16,-14-9 1,-16-4-29,-22-4-17,-20-2-220,23-2 0,-2 0 200,-3-2 1,1-1-9,0-1 1,3-1-85,6-1 0,4-2-828,-8-10-2409,28-5 3327,19 0 0,0 8 0,2 5 0</inkml:trace>
  <inkml:trace contextRef="#ctx0" brushRef="#br0" timeOffset="67717">4270 7096 24559,'2'-46'683,"0"1"0,-1 5 1,0 6-298,1 12-173,-3 10-179,-1 7-29,-4 13 57,-9 26-62,5-3-12,0 1 1,2 1-11,2 17-28,5 11 33,10-27 0,4-3 6,14 14 5,7-9 45,1-21 23,-10-15 106,11-21-22,-11-6 38,-2-21-94,-13 13 61,-5-12-5,-7 8-85,-4-10-27,-1 8-40,-1 7-117,4 15 11,1 7-392,4 14-621,9 8-3486,17 21-5220,2 4 7754,1 2 0,-15-16 0,-12-15 0</inkml:trace>
  <inkml:trace contextRef="#ctx0" brushRef="#br0" timeOffset="68309">4869 7137 26760,'3'-37'92,"1"0"1,6-13-104,3 69 11,-2 4 5,-1 28 1,-8-10-1,-6 21 12,-8-14 0,-3-8 17,2-16 184,0-12-67,5-15-50,-1-11 0,4-12 5,2-12-61,1 4 45,7-13-46,3 7 12,13-17-56,3 15-11,10 3 22,-7 23 1,27 4-35,-7 9-157,-13 4 1,1 4 163,24 13-18,-7 13-16,-12 9 27,-17-7-134,-12 19 146,-19-19 22,-9 10 0,-10-19 23,0-11 5,8-7 366,1-14-304,8-17 55,3-11-112,6-17-4,10 0-40,2 9 39,18-12-17,-5 25-22,17-6 6,0 20-29,10 8 18,-7 7-68,17 12-101,-10 11-473,-17 2 0,0 3 87,-9-1 0,-3 2-524,-2 6 0,-4 2-6512,-6 23 7596,-11-10 0,-2-19 0,-1-13 0</inkml:trace>
  <inkml:trace contextRef="#ctx0" brushRef="#br0" timeOffset="68526">6130 6947 21640,'-3'-2'3619,"0"0"-3132,3 2-963,74-36-1794,-20 31 500,3-11 1,1 4-2760,-22 17 0,-4 6 3826,18 6 0,-22-4 0,-17-6 0</inkml:trace>
  <inkml:trace contextRef="#ctx0" brushRef="#br0" timeOffset="68693">6158 7245 25671,'39'-27'-399,"0"0"0,0 1 0,10-2 1,2 0-1,-5 8-1237,-6 8 1,-1 4-3281,18-7 1,1 1 4715,-16 3 0,-4 2 0,11-4 1,-23 6-1</inkml:trace>
  <inkml:trace contextRef="#ctx0" brushRef="#br0" timeOffset="68984">7154 6869 25877,'-60'0'240,"0"0"1,5 1 0,10 7-201,14 25-29,13 7 0,15 4-22,16 1-12,13-3 23,15-3 0,13-7 11,-24-19 1,2-3 72,28 2 73,-11-15 93,-14-14-82,-17-13 41,-9-10-46,-10-8-29,-9-5-56,-9 2-39,-8 6-106,-8 13-397,-8 14-3076,-10 16 3540,6 10 0,16 0 0,13 0 0</inkml:trace>
  <inkml:trace contextRef="#ctx0" brushRef="#br0" timeOffset="70759">1807 8683 18750,'0'-6'4117,"0"1"-3498,-38-28 0,-15-4-317,14 18-693,-1-5 1,-8-5 0,5 11 703,-17 23-229,23 0 0,0 4 212,4 2 1,1 4-297,5 7 0,3 1-6,-4 9 283,14 16-254,27-16-12,17 7-3,-5-20 1,3-1-326,8-1 1,1 0 285,5-1 1,2 0 10,1-1 0,0 0 14,-4 0 1,-1 0 5,-8-1 0,-3 0 818,7 13-779,-33 0 1,-32 1-21,3-12 1,-5-1-349,-7 1 0,-2-2 334,-3 0 1,-2-1-6,2-2 0,-1-3-299,-1-3 0,2-4-385,-13-13 439,15-8-3502,36-27 3747,29-9 0,-12 17 0,11 2 0</inkml:trace>
  <inkml:trace contextRef="#ctx0" brushRef="#br0" timeOffset="71909">2221 8526 25976,'-1'34'93,"0"1"1,0 1-1,-2 2-99,-2 10 1,-1 1-1025,2-4 0,-1-2 929,0 0 1,1-1-282,1-3 1,1-2-421,0 15-1007,0 4-86,2-18 1688,0-20 325,0-14 313,0-17 1447,-3-10-780,-2-11 482,-5-18-802,-2 7-414,1 1 67,1 10-167,5 12-158,1 2-112,12 7-5,9 8 0,8 4-51,18 5-22,8 1 47,-17-1 1,2 0 2,10 0 1,0-1-112,-9-1 1,-2 0 155,2-2 0,-3-2 23,-1-1 84,-13-6 5,-14-2 135,-12-7-23,-8 2-106,-6 1 151,-7 9 177,2 4-373,-6 8-84,4 6-11,7 11 27,10 14-10,8-10 5,13 11 17,9-16-45,22 5-16,0-11 33,7-7 17,-19-12 16,0-11 74,-9-19 27,-4-4 17,-6-13 28,-16 7 6,-7 0-95,-4 10 173,-16-6-196,15 22 23,-18-7-45,5 24-12,1 10-10,3 6-29,7 21-61,10 14-56,6 8-282,7-22 1,2 0 88,5-2 0,3 0-205,11 20-871,2-9 0,5-2 95,-7-15 0,2-2-143,14 10 0,2-4 914,-7-15 0,2-7 593,-4-8 0,0-4 342,14-9 878,-22-9 0,-2-5 696,1-13-1183,3-9 881,-11-10-875,-9 21 393,0-9-919,-6 23 56,-2 9-213,-1 13 547,-3 12-659,-3 16-22,-3 21 6,2-2-1,1-3 0,1 2 6,0 6-8,1 8 0,0 3-303,2-29 1,1-1 290,-1 12 1,0-3 19,-1-1 28,-3-20-6,1-29-33,-2-15 17,1-27-1,3 16 1,2-2-254,0-8 1,1-1 264,1-6 0,2-2-257,2-3 0,3 0 248,1 0 0,2 2 6,2 4 0,2 3-210,-1 6 0,2 3 193,-1 6 0,2 4-83,19-16 80,9 13 12,8 10-6,7 11 28,2 14-23,-7 11 445,-12 14-456,-17 8-27,-23 8-18,-29 3 203,4-21 1,-5-2-307,-7 0 0,-2-2 246,6-5 0,-1-2-680,-10 2 0,1-4-2011,0-4 2599,-4-10 0,32-3 0,12-10 0</inkml:trace>
  <inkml:trace contextRef="#ctx0" brushRef="#br0" timeOffset="72133">3667 8981 26514,'29'-11'-1595,"1"-1"0,2 0 1,1 1 1594,10 0 0,-1 2 0,4-3 0,-6 1 0</inkml:trace>
  <inkml:trace contextRef="#ctx0" brushRef="#br0" timeOffset="72316">4272 8632 22638,'0'-4'4503,"0"0"-3042,0 4-1438,-7-25-23,4 47 28,-5-2-62,5 18 1,4 8-773,-2 4 0,2 2-74,1 6 1,0 2 564,0-13 0,-1 2 0,1-6 0,1-3 1,-1-3-1,0-1 0,0 1 0</inkml:trace>
  <inkml:trace contextRef="#ctx0" brushRef="#br0" timeOffset="72609">1821 9884 23595,'-49'7'356,"0"0"1,0-1 0,0 1 0,-6 0-1,2 0 1,3 0-108,-12 1 1,9 0-82,1-1 112,89-17-247,7 1 1,9-1-914,-11 2 1,5-1 0,2 0 0,1 0 893,7-2 0,3 1 0,1 0 0,1 0-342,-6 1 0,1 0 1,2 1-1,0-1 1,1 1 334,-7 1 1,2 0-1,0 0 1,1 0-1,0 0 1,0 1-281,4-1 0,0 1 1,1-1-1,0 1 0,1 0 1,-1 1 275,-6 0 0,0 0 0,1 0 0,-1 1 0,1-1 1,-1 1-1,1 0-159,-1 0 0,1 1 0,-1-1 1,1 1-1,0 0 0,-1 0 1,-1 0 152,8 0 0,-1 1 0,-1-1 0,1 1 1,-2 1-1,-1-1-34,6 1 0,0-1 0,-2 1 1,-2 1-1,-1 0-98,4 1 1,-3 0 0,-1 1-1,-4 1-346,2 0 1,-4 1-1,-6 2 481,-1 3 0,-9 2 0,-2 1 0,-29-1 0</inkml:trace>
  <inkml:trace contextRef="#ctx0" brushRef="#br0" timeOffset="75143">6025 10248 24061,'-51'-36'558,"0"1"1,4 3 0,5 8-313,0 19 32,5 11-250,7 5 45,10 9-79,10 6 43,8 4-15,12 6-22,9 4 0,15 2 17,10 2-3,-18-21 0,1-1-138,1 0 0,1-1 102,-2 0 0,0-2 10,16 15 7,-16-9 33,-23-6 0,-29-5-45,-27-3 8,16-6 1,-3-2-302,-5 0 0,-1-2 313,-1 0 0,1-1-3,2-2 0,3-2-48,5 0 1,3-1-169,-12-8-1313,21-1-5148,21 0 6677,11 2 0,-1 5 0,0 2 0</inkml:trace>
  <inkml:trace contextRef="#ctx0" brushRef="#br0" timeOffset="75610">6334 10450 24984,'9'-50'711,"1"-1"1,-2 6-1,-1 6-335,-2 11-102,-2 10-95,-2 9-106,-1 6-28,-2 12-34,-2 9 6,-3 15 5,-1 13-39,3 8 23,8 2-17,8-4-6,11-8 23,9-12 5,3-12 22,0-12-10,-4-17 27,-5-13 79,-4-13 5,-6-11 6,-7-4-71,-8-1-69,-6 5 0,-4 9 0,0 11 0,2 10 0,4 8-640,6 13 69,4 3-1558,11 15-5236,7 3 7365,3 5 0,-8-11 0,-9-8 0</inkml:trace>
  <inkml:trace contextRef="#ctx0" brushRef="#br0" timeOffset="76200">6938 10407 24021,'0'-6'3400,"0"2"-5923,-3-27 1,-1-4 2651,2 14 657,-1-17 0,0 4-725,5 27 815,3 3-859,3 14 22,4 23-27,-3 9-12,-2 6-12,-6 7 1,-7-13 22,-4 7 3365,-6-10-3360,4-18 1,3-9 6,7-18 27,1-8-16,3-12-1,4-12-14,0 7 1,2-1-7,3-14-13,-1 9 0,1 1 0,7-7 0,5-7 0,10 8 0,1 15 0,-1 9 0,10 11 0,-2 11 0,-9 4 0,2 5 0,-6 1 0,0 3-175,3 6 1,-2 4 174,-7-1 0,-5 1 0,8 16 0,-12 11 0,-18-14 0,-13 9 0,0-21 0,-12-7 0,18-19 0,-4-10 0,9-12 0,-1-29 0,5-1-448,3 16 1,0 2 447,3-9 0,8-4 0,1 17 0,15-5 0,3 13 0,13 8 0,-8 10 0,17 12 0,-20 2 0,0 3-244,2 1 0,-1 3-237,6 5 1,-2 4-2036,-11-3 1,-4 1 2515,9 20 0,-17-17 0,-9-12 0</inkml:trace>
  <inkml:trace contextRef="#ctx0" brushRef="#br0" timeOffset="76409">8038 10251 23976,'-3'-4'2431,"0"1"-2296,3 3-270,70-49-486,-13 36-410,-18-2 0,3-4 1,0 6-2219,4 15 1,-3 6 2688,-5-2 0,-3 0 0,8 5 1,-22-4-1</inkml:trace>
  <inkml:trace contextRef="#ctx0" brushRef="#br0" timeOffset="76566">8287 10478 20352,'-6'2'6089,"0"0"-5283,6-2-498,0 0-840,14-14-1322,25 1 1854,-6-1 0,1 1 0,13 1 0,-4 1 0</inkml:trace>
  <inkml:trace contextRef="#ctx0" brushRef="#br0" timeOffset="76750">9111 10113 28671,'-34'-49'0,"-1"1"0,5 3 0,7 17 0,20 27 0,10 24 0,5 25 0,-3-12 0,0 5-869,0 10 1,-2 5 485,-3-12 0,0 2 0,-2 0 19,0-2 0,-1 0 0,0-3 1,-1 5-1,0-5 0,0 10 1</inkml:trace>
  <inkml:trace contextRef="#ctx0" brushRef="#br0" timeOffset="104626">15267 683 23032,'0'-5'3379,"0"1"-3025,0 4-270,-36-68-328,20 48 290,-13-18 1,-4 5-80,2 30-57,-6 1-607,2 8 569,6 9 52,-1 11 104,8-3-23,11 10 6,9-7-22,5 0 17,8 7-23,7-4-17,9 10 9,-6-15 0,1 0 3,15 17 10,0-2 7,-13-7 33,-16-11 33,-10 4-16,-13-10-6,-14-5-16,2-7 16,-10-5-11,6-4 11,-9-5-33,10 2 5,1-2-11,15 7-22,-1 1-124,4 3-403,-3 0-3411,0 1-5871,4 0 8603,3 1 0,5-1 1,2-1-1</inkml:trace>
  <inkml:trace contextRef="#ctx0" brushRef="#br0" timeOffset="105909">15052 776 18156,'-2'-54'2016,"-1"0"1,1 5 0,1 6-1110,3 9-240,1 10-275,0 10-235,-2 8-84,-1 8-12,0 12 40,1 14-28,2 19-48,-2-16 0,2 3-180,0 5 0,1 1 160,1 5 1,0 0-303,0 1 1,1 1 307,-1-2 0,0 0-5,0-4 0,-1-2 2,-1-5 0,0-2 4,0 17 49,-3-15 79,-2-11 84,-1-13 339,-3-7-423,-3-12 581,0-10-693,0-17-22,1-13 5,6 17 0,0-4-437,1-6 1,2-3 430,1-6 1,1-2-508,1-5 0,0 0 519,2 1 0,1 1-34,0 5 0,1 2-175,1 7 1,1 4 196,13-20-49,4 19 77,1 17 766,3 11-867,2 15 1127,2 11-1064,0 13 21,-5 12-32,-9 10 118,-12 6-141,-18 1 33,-16-4 40,-16-6-29,16-26 1,-1-2-6,-2-3 0,0-1 0,-24 7-62,6-9-218,11-7-683,12-10-1748,13-6 2711,18-8 0,-5 7 0,8 0 0</inkml:trace>
  <inkml:trace contextRef="#ctx0" brushRef="#br0" timeOffset="106283">15924 579 25584,'-53'-30'338,"1"0"0,2 2 0,4 10-271,-2 23-17,7 8 1,12 11-57,14 5-39,12 8 23,13 6 22,14 7-339,-7-22 1,4 0 338,3 1 0,2-1 8,3 1 1,1-1-6,0-2 0,-1-1-69,-3-3 1,-1-1 76,11 13-5,-18-10 16,-24-6 12,-19-4-17,-21-3-40,-16-4 99,27-5 1,-1-2-262,1-2 0,1-1-1042,-24-8-3614,18-4 4841,19-1 0,12 7 0,8 4 0</inkml:trace>
  <inkml:trace contextRef="#ctx0" brushRef="#br0" timeOffset="106883">16682 577 26390,'1'-34'140,"-1"1"0,-7-21-151,-19 53 39,-14 5 0,-11 1-50,-7 7 27,2-1 29,10 0-23,14-2-11,13-2-11,10-3-6,3 1 23,3 2 33,-1 4-17,0 4-27,-2 14 16,3-7 73,-4 20 11,1-7 34,-2 17-45,-2 4-56,6-20 0,1 0-11,-2 13-20,5-17 0,2 0-8,12 4-23,13 4-22,18-11-260,-4-19 0,1-4-373,20 1-1269,-12-9 0,0-4 1110,3-4 0,-9-1 0,-21 4 0</inkml:trace>
  <inkml:trace contextRef="#ctx0" brushRef="#br0" timeOffset="107750">17101 826 19357,'-4'-49'1210,"0"0"0,1 3 0,1 6 558,6 8-1482,1 9 288,1 14-557,-1 7 246,13 11-252,3 8-5,13 16-18,-7-1-27,-5-2 0,1 3-123,7 16 496,-11-19 1,-2 0-403,-4 1 1,-4-2 67,-8 1 34,-9 4 28,-16-24 55,-6-18-33,6-4 140,-1-27-39,16 4-39,2-17-51,13 9-11,7 5-62,2 11-16,22-2-57,-11 18-375,12 0 1,5 2-757,-10 6 0,2 1 726,21-1 0,0 0 0,-2 2 0,-4 1 0</inkml:trace>
  <inkml:trace contextRef="#ctx0" brushRef="#br0" timeOffset="108126">17962 469 22722,'-5'-4'3416,"2"1"-2363,3 3-1053,-21-57 23,21 42-12,-12-43 17,28 59-28,4 6 11,4 4 11,2 7-44,1 2 33,4 3 0,3 3 1,7 3-18,5 3-61,3 8-245,-23-17 1,-1 1 302,-1 3 1,-1 3 11,-2-1 0,-3 2-84,-4-1 0,-4 1 36,-8 27 34,-26-6-3,3-28 0,-4-2-200,-4-1 0,-3-2 146,0-2 1,-2-1-135,1-4 1,1-1-936,-27 4-4862,7-11 5999,13-9 0,17 2 0,12-3 0</inkml:trace>
  <inkml:trace contextRef="#ctx0" brushRef="#br0" timeOffset="110009">18009 445 19081,'-46'-10'1320,"0"0"0,5 1 0,8 1-614,21 2-331,6 1-218,11-2-23,12 0 28,17-2-22,19 0-84,-21 4 0,1 0 8,3 1 1,1 1 5,0 0 0,0 0-20,-3 1 1,-1 0 33,24 0-28,-15 0-17,-14 2-10,-12 0 21,-8 2 45,-6 4 40,-1 4 10,-4 8 1,-3 6-12,-4 6-61,-1 5-11,1 6-40,4 4 1,2 1 21,3 2-16,4 0 12,1 0-1,3-1-6,1 0-5,-1-2 6,-2-2 61,-5-5 23,-9-3-23,-9-6-17,-12-4-22,-11-7 0,-7-5 12,-3-6 21,-9-4-66,20-3 16,-9-3-6,22-3-33,-5-2-5,5 1 10,5 1-10,4 2 5,6 2 17,5 0-57,4 1-16,2 0 34,6 1 11,7 0-6,12 0-28,13 0 17,12 0 6,8-2 27,-20-2 1,0-1-12,24-6 1,-6-2-1,-19 0 23,-15 1-23,-3-4 1,-6-10 16,-6 1-11,-2-4 11,-1-4-5,0 2 16,2-9-22,2-1 45,4-4-28,-4 15 28,2-7 16,-6 17-55,0-7-29,-4-3 40,-4 2-17,0 2 73,-5-2-62,3 4-11,-1-7 0,1-1 34,2 11 5,-1 3-39,3 12 11,-4 1-22,-1 2-11,-6 2 44,-7 1-33,-1 2 22,0 0 11,2 3-44,5-2 33,-7 0-5,0-1 11,-6 0-17,7-1 5,-9 0 12,4 1 0,-8 0-28,14-1-6,1 0 17,16-1-6,0 0-39,3 0 34,7 0 6,-2 0-57,13 0 51,2 0 33,22-1-11,5-3-3,-16 2 1,1 0 2,15-3 23,9-1-17,-20 3-23,1 0-22,-19 2-11,-9 0 45,-9 1 16,0 0-44,0 2 55,0 8 6,0 5-11,0 9-16,0-3-7,0 10 1,0 0-45,0 23 27,0-15 15,-1-4 0,-1 1-3,-4 10 11,0-12 0,0-1-5,-4 9 0,-8 14 10,8-23-38,-1 10-62,9-19-34,5-10-1086,7-4 1204,4-5 0,-4-1 0,-1-2 0</inkml:trace>
  <inkml:trace contextRef="#ctx0" brushRef="#br0" timeOffset="111167">19125 765 14068,'-5'0'7998,"1"0"-4659,4 0-2992,-50-6-173,47 1-62,-27-6-34,72 3-44,18 0-9,-24 3 0,1 0-217,2 0 1,0 0 216,-1 1 0,-2-1 9,24-4 78,-17 3 140,-20 2-23,-13 2-128,-8 1-90,-10 1-11,-6 1 384,-7 2-681,-2 3-935,5 3-6185,7 1 7417,6-3 0,5-1 0,0-4 0</inkml:trace>
  <inkml:trace contextRef="#ctx0" brushRef="#br0" timeOffset="112100">20378 858 23374,'3'-63'1100,"0"0"0,0 8 1,-1 4-863,-1 16 0,-2 4 34,0-6-197,0 21-52,-1 25-63,2 21-22,2 25-5,-1-17 1,1 2-263,0 6 0,1 3 332,-1 5 0,0 0-555,-1 3 0,0-1 504,0-2 1,-1 0-20,-1-6 0,-1-1-176,0-9 0,-2-3 243,-9 17 5,-3-23 1,-4-21 565,-2-22-565,1-19 5,2-22 145,11 20 1,2-3-166,1-7 1,3-3 5,1-6 1,2-2 7,3-5 1,2 0-222,-1 19 1,2 0 0,0 0 229,6-17 0,2 1-37,1 8 1,3 2-223,0 9 1,3 3 235,0 8 1,3 5-212,28-6 209,6 17-6,-27 14 1,0 4 16,1 3 0,0 6 8,4 12 0,-2 4-25,-11-9 1,-2 2-18,3 15 1,-6 2-51,-13 16 64,-10-23 0,-7-1 9,-8-2 0,-8-4 2,-20 0 1,-5-5-3,14-6 0,-1-4-89,-20 1 1,1-3-97,22-7 0,2-2-331,-4-2 0,1-3-1541,-14-11 2068,25-16 0,16 13 0,10-2 0</inkml:trace>
  <inkml:trace contextRef="#ctx0" brushRef="#br0" timeOffset="112642">21312 558 25461,'-18'-53'336,"-4"12"-252,4 44-17,-4 1 45,0 5-67,6-2-45,6 1 22,5 0-11,5 1-5,1 4-45,11 12 11,4 3 39,6 3-11,12 13 11,1-2-3,-10-10 1,0 0-9,10 18 28,-11 0 0,-32-23-17,-8-11 17,-27-5-22,-5-8-48,9-7 0,0-2-196,7-1 0,1-1-955,-1-6 0,3-1-3535,2-7 4728,13-5 0,11 16 0,1-1 0</inkml:trace>
  <inkml:trace contextRef="#ctx0" brushRef="#br0" timeOffset="113142">22165 531 25354,'-15'-43'310,"-1"0"0,-2 1 0,-1 10-265,-4 26 0,-14-1-34,8 6-22,-10 0 22,9 4 6,-12 3-6,11 0 17,3 1-28,14-4-17,7-1 17,5 0 28,1 3 0,2 3 11,1 4 12,1 4-12,-1 0 168,1 16-95,-4-3-39,-4 18-17,-6 0-17,-5 10-5,3-11-12,2-8 0,1 0 6,0 14-169,3-15 0,2 0 147,9 18-1,10-9 1,6-14-68,35-2-262,-1-21-578,-11-3 0,3-3 243,0-8 0,-2-1 0,7 0 0,-6-5 0</inkml:trace>
  <inkml:trace contextRef="#ctx0" brushRef="#br0" timeOffset="114143">22548 944 18380,'-3'2'5910,"0"-1"-3199,3-1-2510,0-27-49,13 5-1,4-27-34,14 6-463,0-8 416,-15 21 0,-1-2-23,0-4 1,-1-1-43,0-4 1,-1 0-3,-2-1 0,-1 1 5,-2 3 1,-3 1 58,2-19-17,-7 18-10,-2 20-18,-4 10 12,-6 17-18,-6 14-10,-6 20 13,10-15 1,0 3-173,0 5 1,1 2 107,1 4 0,2 2 39,1 3 1,3 0-12,0 0 1,4 0-46,4-2 0,4-1-137,2-3 1,6-2-416,5-2 1,5-3-1221,6-3 0,4-3 1834,-1-5 0,-2-3 0,15 4 0,-20-15 0</inkml:trace>
  <inkml:trace contextRef="#ctx0" brushRef="#br0" timeOffset="114376">23241 780 22179,'-7'-1'3635,"2"0"-2857,5 1-44,0 0-734,-16-31-17,38 19-84,19-25-67,15 30-458,-13 4 0,-1 0-1817,13-1 2443,-19 2 0,-1-1 0,3 1 0,-6-1 0</inkml:trace>
  <inkml:trace contextRef="#ctx0" brushRef="#br0" timeOffset="114583">23887 486 22582,'3'-8'4072,"0"2"-3462,-3 6-78,0 0-521,-1-2 0,-2 23-106,-10 30 17,4 1-566,-1-7 0,0 1-435,2-11 1,2-1 1078,-2 15 0,1-2 0,-1 5 0,5-7 0</inkml:trace>
  <inkml:trace contextRef="#ctx0" brushRef="#br0" timeOffset="115034">24307 468 26245,'49'-23'18,"0"1"1,-1 1 0,-4 6 31,12 15-39,-1 0-11,-3 0 28,-9 0 17,-10 2-28,-16-1 17,-7 2 55,-9 1 46,-3 5 10,-1 15-106,-2 3 6,0 15-39,2-10-1,2 15-33,3-1 28,4-7 0,1 2 8,0-4 1,0 0-326,4 9 1,0-2 327,1 13 3,-7-24 0,-3 0-65,-12 14 51,-11 6-129,-4-27 1,-4-4-306,0-5 0,-2-3-155,0-1 1,-2-3 588,-8-3 0,2-4 0,11 0 0,-16-2 0</inkml:trace>
  <inkml:trace contextRef="#ctx0" brushRef="#br0" timeOffset="116584">25534 760 31505,'51'-28'-1328,"0"-1"0,5 4 1,-1 6 333,-13 15 1,0 5-3467,15 0 0,-2 2 4407,-19-1 1,-3 2 0,26 1 0,-30 0 0</inkml:trace>
  <inkml:trace contextRef="#ctx0" brushRef="#br0" timeOffset="116759">25732 990 21528,'-4'0'4252,"1"1"-3770,3-1-477,60-30-1589,-23 17 1404,18-8 1,7-1-890,-16 11 1,1 2 233,-7 1 1,3 0 0,0 0 834,3 0 0,0 0 0,-4 1 0,-2 1 0,-4 0 0,26-3 0</inkml:trace>
  <inkml:trace contextRef="#ctx0" brushRef="#br0" timeOffset="116983">26864 570 22391,'-1'-3'4604,"1"1"-3607,0 2-1019,-27-11 10,14 34 18,-19-13-3,23 18 0,6 7-73,-4 3 0,2 2-143,-1 3 0,2 2-767,-2 8 0,2-1-1062,2-10 0,1-2 1517,-1-6 0,2-4 0,0 6 0,0-19 0</inkml:trace>
  <inkml:trace contextRef="#ctx0" brushRef="#br0" timeOffset="117283">27221 640 21836,'0'-6'3798,"0"2"-3288,0 4-409,-96 1 5,42 22-412,13-14 1,-7-1-1,7 5 390,10 10 0,5 3-17,1-2 1,2-1 4,-9 13 293,8 0-230,19-6-29,12-2 17,19-2-50,23-13-50,-1-7-35,-9-4 1,4-1-850,10-1 0,2 0-366,2 0 0,1 1 1227,-12 1 0,1 0 0,-5 0 0,19 1 0,-16 3 0</inkml:trace>
  <inkml:trace contextRef="#ctx0" brushRef="#br0" timeOffset="126258">14255 1549 30429,'-61'-11'779,"1"0"0,5 1 1,8 1-780,5 0 0,24 1 0,36-1 0,40-2 0,-13 6 0,7-1 0,-2 1 0,8-1 0,3 1 0,-10 1 0,5 0 0,1 1 0,-2 0 0,4 0 0,-1 1 0,3 1 0,-3-1 0,4 0 0,1 0 0,0 1 0,-10 0 0,0 0 0,1 0 0,1 0 0,2 0 0,1 0 0,3 0 0,2 0 0,-1 0 0,-1 0 0,-4 0 0,8 0 0,-4 0 0,0 0 0,4 0 0,-8 0 0,4 0 0,1-1 0,1 1 0,-4 0 0,-3 0 0,4 0 0,-4 0 0,-1 0 0,2 0 0,-3 0 0,2 1 0,0-1 0,1 0 0,-2 1 0,8-1 0,0 0 0,-1 1 0,1-1 0,1 1 0,1 0 0,-3-1 0,-3 1 0,-6-1 0,-4 1 0,0 0 0,7-1 0,0 1 0,-9 0 0,9-1 0,-5 2-172,-27 3-3864,-15 3 3517,-6 1 0,-2-1 0,0-3 1</inkml:trace>
  <inkml:trace contextRef="#ctx0" brushRef="#br0" timeOffset="126934">19747 1304 30867,'-39'-11'58,"0"0"1,-11-5-401,82 12 1824,8 4-1161,0 2 1,5 0-322,5 0 0,5 0 0,-9 0 0,6 1 0,2-1 0,-1 0 0,-1 0 0,-1-1 0,2 1 0,2-1 0,-2 1 0,4-1 0,0 0 0,-1 0 0,-3 0 0,-2 0 0,-3 0 0,0-1 0,3 1 0,-1-1 0,4 0 0,0 1 0,0-1 0,-1 0 0,7 0 0,-2 0 0,2 0 0,2 0-132,-11 0 1,1 0-1,1 0 1,2 0 0,1 1-1,1-1-51,1 1 0,3 0 1,1 0-1,1 0 1,0 1-1,-1-1 1,-2 1-109,-3-1 1,-2 1 0,1 0 0,-2-1 0,1 1-1,0 0 1,-1 0 77,9 1 1,-1-1 0,0 0 0,0 1-1,0 0 1,-1 0-1,-1 0 1,0 0 0,0 1 0,-1 0 0,-1 0-1,-1-1 25,-1 0 1,-2 0 0,-1 1 0,1-1 0,4 0 8,-4 0 1,2 1 0,3-1 0,0 0 0,0 1-1,-1-1 1,-3 0-84,10 0 1,-2 1 0,-2-1-1,0 0 1,1 0 3,2-1 0,2 1 0,-1 0 0,-2 0 0,-4-1 90,-4 0 1,-3-1-1,-3 0 1,-2 0-107,1 0 0,-3 0 0,-1 0 397,19-1 0,-4 0-536,-21-1 1,-3-1-670,23 0-164,-22-1 1247,-28 2 0,-7 1 1,0 0-1</inkml:trace>
  <inkml:trace contextRef="#ctx0" brushRef="#br0" timeOffset="138684">23685 1961 21567,'27'36'696,"0"0"1,2-4 0,4-2-515,12-1 0,2-3-1166,-8-7 0,4-1 1042,-2-4 1,6 1 0,3 0 0,-3-2-957,7 1 0,0-2 1,3 0 904,-8-1 1,4 0 0,1 1 0,1-2 0,-2 0 3,10 0 0,-1-2 0,0 0 1,1-1-5,-10-2 1,2 0 0,-1-1 0,0 0 0,-2-1-4,2 0 0,-2 0 0,1 0 1,1-1-2,-3-1 0,1-1 1,2 0-1,0-1 0,-1 0-3,2-1 0,-1 0 0,1-2 0,1 1 0,-1 0-229,2-1 1,0 1 0,0-1 0,1 0 0,1-1 229,-5 0 0,1 0 0,1-1 0,-1 0 0,0 0 0,-3 0 0,2-1 0,-2 0 0,-1-1 0,-1 1 0,-2 0-102,1-1 0,-2 1 0,-1-1 1,3-1 102,1-1 0,3-1 0,1-1 1,-3 1-1,-6 0-51,16-3 1,0-2 51,-15 3 1,6-3-1,2-1 1,-2 0-1,-7 1 131,-1-1 0,-6 0 1,3-2-61,14-8 1,4-1 0,-7 0 15,-6 1 0,-4-1 32,2-7 1,-4 0 989,-13 8 1,-3-2-936,3-11 1,-3-2-4,-8 9 0,-6 0-73,-7-3 0,-7 2-55,-23-15-175,-6 16 84,2 13 1,-2 3-56,-13 0 45,15 6 1,-1 2-38,-11 2 500,4 5-543,10 4 1150,-7 4-1021,-3 7 6,-2 4 22,-6 5-5,9 1-17,8-5 2440,-12 8-2434,17-9 5,-8 5 99,19-10-88,7-5-1,6-3 54,10-3 2,21-10-42,12-1-13,-13-1 1,2-1-373,27-14 375,-30 10 1,0-2-9,0 0 0,-1-1-8,0 0 0,0 2-7,0 0 0,1 2-7,28-6 21,0 9-11,-2 9-17,-12 6 1,-11 6 0,1 3 11,14 15-238,-13-5 1,-1 2 211,-7 0 1,-3 1-90,-3 2 1,-3 1-138,3 17-793,-18-10 0,-8 1-3228,-22 14 4273,8-16 0,0-4 0,-10 0 0,10-15 0</inkml:trace>
  <inkml:trace contextRef="#ctx0" brushRef="#br0" timeOffset="143358">10102 3903 20828,'7'31'556,"0"0"0,-1 11 0,0 6 0,-2-3-1586,-2-1 0,-1 4 1173,1-4 0,-1 7 1,1 4-1,0 0 0,0-4-676,-1-2 1,0-2 0,-1-1 0,1 5 586,1 6 1,-1 4 0,1 2 0,-1 1 0,1-2-250,0-3 1,-1 1 0,0-1 0,1-1 0,-1-1 213,1 4 1,0-1-1,-1 0 1,1 6 13,0-12 1,-1 4-1,1 3 1,0 2 0,-1-1-1,1-1 1,0-4-243,-1-1 0,1-3 0,-1-1 1,1 0-1,-1 2 0,1 3 221,0 0 0,-1 2 0,1 3 0,0 0 0,0 2 0,0-1 0,0-1 0,0-2-99,0 3 0,0-1 1,0-1-1,0 0 0,1 0 1,-1 0-1,0 0 91,0-5 0,0 1 0,1 0 1,-1 0-1,0 0 0,0-1 0,0-1 1,1-1-18,-1 7 0,0-3 0,1-1 0,-1 1 0,0 1 0,0 5 22,0-7 0,0 3 1,0 2-1,0 2 0,0 0 1,0 1-1,0-2 0,-1-2 1,1-3-2,-1 2 0,0-4 0,0-1 0,-1 0 0,1 0 0,0 2 0,0 3-2,-1-6 1,1 3 0,0 1-1,0 1 1,-1 2 0,1-1 0,0 0-1,-1 0 1,1-2 0,-1-2-7,-1 6 0,1-2 0,0-1 0,-1-1 0,0 0 0,0 0 0,0 0 0,0 1-12,0-1 0,0 0 0,0 1 0,-1 0 0,1-1 0,-1-1 1,1-1-1,-1-1-7,0 6 0,0-3 1,0 0-1,0-1 0,-1 1 1,1 1-79,-1-3 1,1 1 0,-1 0 0,0 1 0,0 0 0,0-1 0,0 0-1075,0 5 0,-1 0 1,1 0-1,-1-1 1,1 0-1,-1-2 1171,1 7 0,-1-2 0,1 0 0,-1-2 0,1-1 0,-1 6 0,0 1 0,1-6 0,0-10 0,1-11 0,0 1 0</inkml:trace>
  <inkml:trace contextRef="#ctx0" brushRef="#br0" timeOffset="144234">11546 5164 20999,'-3'-43'1081,"-1"0"0,1 1 1,-3-19-1,0 6-493,-2-4-168,0 19-409,4 31 38,2 11-44,3 20-10,5 18-68,0 3 0,1 6-729,0 1 1,0 2 384,-1-7 1,1 3 0,-1-2-108,0 3 1,-1 0-1371,2 13 1,-1-1 1893,-1-8 0,-1-4 0,-1-13 0,1-1 0,0 23 0</inkml:trace>
  <inkml:trace contextRef="#ctx0" brushRef="#br0" timeOffset="144517">11581 5476 14820,'-7'-48'1260,"1"0"0,0 0 0,-2-15 1,1-2-1,1 6-703,0 4 1,1 2-786,1 5 0,1-2 0,0 3 446,0-3 1,3 5-130,3 4 1,2 5 507,5-15-569,18 9-33,14 23 16,7 5-17,13 19-773,-9 19 767,-14 3-130,-18 5 0,-5 4 125,-6 19 11,-8-14 1,-7 1 2,-8-9 0,-6-2 3,-7-1 0,-4-3 387,5-7 0,-2-1-466,-17 4 1,1-4-403,-9-3-665,18-5 1,4-6 1145,7-19 0,14 6 0,10-9 0</inkml:trace>
  <inkml:trace contextRef="#ctx0" brushRef="#br0" timeOffset="144841">12496 4590 24195,'-54'7'386,"0"-1"0,5 0 1,9 2-325,14 10-23,11 4-16,9 4-12,13 7 6,11 6-12,16 7-5,-12-21 0,3 1-299,3 1 1,1 0 298,2 0 0,0-1 3,-4-2 0,-1-1 30,10 16 18,-22-8-7,-27-7-27,-22-6-39,-19-4-82,21-9 1,0-1-457,-2-1 1,0-2-1217,2-4 1,2-2 1684,-19-5 1,21 0 0,15 1-1</inkml:trace>
  <inkml:trace contextRef="#ctx0" brushRef="#br0" timeOffset="145818">13305 4563 15592,'1'-4'5908,"-1"1"-3477,0 3-2162,6-35 11,-5 26-106,0-26-113,-14 39-21,-16 4-7,-17 4 1,-13 1 5,27-7 0,0 0 62,-25 0 73,16-3 61,17-4-33,13 0-79,7 1-100,3-1 10,2 6 29,2 8 16,3 12-5,0 12 45,0 13-6,-3 11-76,-2-25 0,0 1-309,-2 4 0,0 0 287,1 1 0,-1 0-17,0 0 0,0-1 0,3-2 1,2-2-7,1-3 1,4-1-155,19 21 46,15-13-404,13-17-698,-23-19 1,2-4 768,8-9 0,-2-3 0,5 0 0,-2-8 0</inkml:trace>
  <inkml:trace contextRef="#ctx0" brushRef="#br0" timeOffset="146801">13617 4938 23887,'-5'-51'664,"-1"0"1,1 0 0,3 8-156,7 17-38,2-3-387,-4 14-79,2 10 7,-1 10-1,8 16-34,7 11 15,-1-1 0,2 2 2,-2-1 0,1 0-267,3 8 1,-1 1 247,-6-8 0,-2-1 8,4 17-16,-11-2 49,-22-18-4,-4-7 16,-13-15 11,6-23-28,9-4 517,4-22-489,10-3-22,9 8 0,3-2-17,0 7 0,2 0-725,6-5 1,3 4 701,6-5-122,13 5-1486,14 13-2721,7 4 3769,-25 10 1,-3 1 0,3 3 0,-15 1 0</inkml:trace>
  <inkml:trace contextRef="#ctx0" brushRef="#br0" timeOffset="147675">14357 4496 24419,'-44'-11'1148,"9"2"-969,42 6-83,7-2-35,14-3-33,10-2-5,9 0-1,4-2 6,-5 2-6,-8 2 23,-12 1 17,-11 4-34,-8 1 5,-5 3 18,-1 5-6,-1 6-6,0 10 17,0 11-6,1 9 1,2 14-376,0-24 0,1 2 333,2 4 1,2 3-12,0 2 0,2 0 3,2 3 0,-1 0-3,1-1 1,-2-1-1,-2-1 0,-2-2 6,-3-3 0,-4-2-99,-5-4 0,-5-1 23,-22 20-112,-15-11-87,19-26 1,-2-2-491,-1-4 0,-2-3-2744,-2-6 0,1-4 3203,-25-7 0,23-1 0,18 4 0</inkml:trace>
  <inkml:trace contextRef="#ctx0" brushRef="#br0" timeOffset="148034">15267 4852 21657,'-5'0'3310,"1"0"-1747,4 0-1406,-32-11-45,32 6-17,-16-11-5,46 6-56,9-2-6,6 0-17,3 1-45,1 1-190,-6 3-610,-2 2-1620,-6 2 2454,-4 3 0,-14 0 0,-6 0 0</inkml:trace>
  <inkml:trace contextRef="#ctx0" brushRef="#br0" timeOffset="148258">15775 4516 23584,'-2'-4'3159,"0"0"-2106,2 4-1031,-10-19-16,13 40 0,-7-18-34,8 33 0,7 13-101,-5-14 0,0 1-725,2 17 0,0 2-446,-1-8 1,0-1 1299,0 2 0,0-4 0,1 5 0,0-10 0</inkml:trace>
  <inkml:trace contextRef="#ctx0" brushRef="#br0" timeOffset="148568">16148 4581 26206,'-48'8'57,"-1"-1"1,3 3 0,5 5-16,15 9 0,3 4-347,0-2 1,2 0 495,-17 24 67,11-6-191,11-8 148,10-6-154,15-6-5,14-5-39,24-4-42,-13-9 0,2-2-301,9-1 1,3 0 34,5-1 0,2-1-1176,2 0 0,1 0 1467,6-1 0,-4 1 0,-25-1 0,-3 1 0,26-1 0</inkml:trace>
  <inkml:trace contextRef="#ctx0" brushRef="#br0" timeOffset="148991">16706 4683 25180,'42'-12'-1914,"0"-1"1,0 1 0,5 0 0,2 2 0,-5 5 1913,-3 5 0,-5 3 0,0-1 0,-5 0 0,-6 1 0</inkml:trace>
  <inkml:trace contextRef="#ctx0" brushRef="#br0" timeOffset="149168">16818 4900 26723,'46'-18'-811,"0"1"0,1-1 1,10-5-1,-4 4 811,-8 14 0,-7 3 0,-8 0 0,12 0 0</inkml:trace>
  <inkml:trace contextRef="#ctx0" brushRef="#br0" timeOffset="150191">16010 6302 24083,'-8'-47'741,"1"0"0,2 5 0,-1 12-690,1 26-18,4 22-21,6 17-29,2 26-574,-2-22 1,1 2 517,-1 7 0,-1 2-165,-1 5 0,-2 1-269,-3 3 0,-2 1-283,-1-2 1,-2 0-323,-2-4 0,-1-2-143,1-8 0,-1-4 132,-7 17 608,3-27 39,2-29 487,4-26 655,5-23-95,2 14 1,0-1-386,2-8 1,0-1 359,-1-8 0,2-1-6,-1-5 1,2-2-9,-1-2 1,0 0-258,1 1 1,1 1 90,-1 4 1,1 2-154,1 6 0,0 2-213,1 6 0,1 2 134,13-21-150,7 16 44,12 17-11,9 12-39,6 19-17,-1 14 766,-7 17-778,-14 14-16,-16 10 1018,-24 1-932,-4-31 1,-4-2-26,-6-3 1,-4-3-12,-2-2 0,-1-3 100,0-1 0,0-3-127,-24 6-234,15-8-1435,15-9-5771,21-13 7484,14-3 0,0 1 0,-1 4 0</inkml:trace>
  <inkml:trace contextRef="#ctx0" brushRef="#br0" timeOffset="150508">16729 6047 24374,'-51'-3'366,"0"-1"0,6 1 0,8 4-316,20 12-5,8 6 28,11 6-23,11 8-44,10 6 5,10 5-11,5 5-206,-16-24 1,-1-1 207,2 2 1,-1-1-8,16 21 27,-11-6 6,-15-8 0,-22-8-22,-17-8-90,-16-7-196,-8-5-757,0-10-3679,7-9 4716,12-5 0,15 5 0,10 5 0</inkml:trace>
  <inkml:trace contextRef="#ctx0" brushRef="#br0" timeOffset="150958">17357 5953 26379,'-45'-28'101,"-1"0"0,4 2 0,4 7-68,5 16 6,1 2-22,4 3-11,8 2-12,6 1-16,6 4 22,4 1-6,3 6 23,5 3 0,1 7 5,5 5 29,-1 6 21,-3 9 46,-6 11-290,-3-25 1,-1 2 224,-3 1 1,0 2-4,-2 1 0,0 0-14,1 1 1,0 1-20,1-1 0,1-1-1,2-1 1,1 0-14,4-3 0,3-2-115,11 26 106,15-11-22,9-12-111,10-16-466,5-13-2207,4-15 2009,-8-6 1,-19 2-1,-14 5 1</inkml:trace>
  <inkml:trace contextRef="#ctx0" brushRef="#br0" timeOffset="152101">17607 6659 26021,'26'-49'304,"-1"-1"0,-3 9 1,-3 4-59,1-4 6,1-9-179,1-9-71,-11 30 1,-1-2 31,3-15 0,-2 1-1,-1-4 3,-1 4 1,-2 0 103,-7-7-22,-5 6-6,-6 13-56,-6 24-51,4 10-5,-9 14-11,1 15 11,5 0 0,1 5 0,4-1 0,1 2-302,0 9 1,3 0 259,8-4 0,3-1-42,6 21-252,9-17 0,6 0-311,-4-15 1,1 0-1800,12 10 1,2-1 2445,-8-13 0,-1-5 0,8 5 0,-16-14 0</inkml:trace>
  <inkml:trace contextRef="#ctx0" brushRef="#br0" timeOffset="152301">18157 6347 26654,'22'-56'-1328,"20"9"-3352,-6 41 1,3 5 4679,-4-2 0,-1 0 0,27-3 0,-38 3 0</inkml:trace>
  <inkml:trace contextRef="#ctx0" brushRef="#br0" timeOffset="152501">18699 6039 27555,'-41'-11'73,"9"15"-135,28 40-302,5 12-918,6 5-2188,-2-28 0,0 0 3470,6 21 0,-4-20 0,-3-17 0</inkml:trace>
  <inkml:trace contextRef="#ctx0" brushRef="#br0" timeOffset="152925">19014 5884 25461,'21'-58'347,"5"13"-274,10 40-17,-1 3-17,-4 2-22,-6 4-6,-6 4 0,-6 2 51,3 14-29,-7-2 12,4 16 17,-5 3-1,-2 10-27,0 11-15,-3-28 1,0 2-231,0 0 1,-1 1 224,0 1 0,-1-1 0,1-1 0,-2 0-14,-2 0 0,-1-1-31,-2 0 1,-2-2-110,-4 0 0,-2-3-340,-4-1 1,-3-3-1476,-5-1 1,-2-4 1954,-27 11 0,18-14 0,13-11 0</inkml:trace>
  <inkml:trace contextRef="#ctx0" brushRef="#br0" timeOffset="160151">11286 5641 7721,'-55'3'1419,"1"0"0,-1 1 0,10-1 1,1-1-1,5 0-890,-3-1 1,6-1 81,-1 1 78,8 1-484,19-1-183,2 1 246,7 1-5,4 0 10,0 1 108,8 1 56,7-2 235,34 0-476,-18-4 0,3-1-841,19-1 0,5-1 736,-14 0 1,2-1 0,0 1-63,-6 0 1,-1 0 0,6 0-3,-1 0 0,5 1 0,3-1 0,0 1 0,-3 0-20,2 0 0,-3 1 0,2 0 0,3 0-479,-5 0 0,3 0 1,2 0-1,0 0 1,0 0-1,-1 0 474,5 1 0,-2-1 1,1 1-1,-1 0 1,1 0-384,2 1 0,1-1 1,0 1-1,-1-1 0,-1 1 381,1-1 0,-2 0 0,1 1 0,4-1-189,-13 1 0,3-1 0,3 1 0,0-1 0,0 1 0,-2-1 0,-3 1 184,7-1 1,-5 0 0,0 0-1,2 0 1,3 0-75,-3-1 1,2 1-1,3 0 1,1-1-1,-1 1 1,-1-1-1,-1 0 73,0 0 1,0 0-1,-2 0 1,0-1-1,0 1 1,0-1 2,1 1 0,1-1 0,0 0 0,-1 0 1,-2 0-1,-1 0-2,0 0 1,-3 0-1,0-1 1,0 1 0,4 0-9,4-1 1,3 1 0,2-1 0,0 0 0,-2 0 0,-5 1-2,5 0 0,-6 0 0,1-1 0,3 1 26,-9 0 1,3 0 0,2 0-1,-1 0 1,-2 0 0,-3 0-16,6 0 0,-3 0 0,-3 0 0,0 0-1,10 0 1,-3-1-1,-3 0 7,4 0 0,-2 0-3,-1-1 0,-2 0 469,-13 0 1,-3 1-440,-3 0 1,-2 0 1604,16-4-1685,-37 5 2189,-26 1-2341,-23 2 34,4-1 0,-4 1 632,-13 0 1,-4 0-721,10 0 0,-3 0 0,-1 0-497,-8 0 1,-2 0-1,-1-1 595,10 1-1,-1 0 1,-1 0 0,-1 0 61,-3 0 1,-1 0-1,-1 0 1,0 0-461,-2 1 1,-1 0 0,0 0 0,0 1 533,-1 0 1,-1 0 0,1 1 0,-1 0 20,0 1 1,-1 0-1,1 1 1,-1 0-1,13-1 1,-1 0 0,1 1 0,-1 0 0,0 0 1,0 1 0,-1 0 0,0-1 0,-1 1 0,1 0 0,-3 0 0,1 1 0,-1-1 0,0 1 0,0-1-326,-3 1 1,0 0 0,0-1-1,-1 1 1,0 0 332,-2 0 1,-1 0 0,0 0 0,-1 0 0,0 0-123,9-2 1,0 1 0,-1-1 0,1 1 0,-1-1 0,0 1 124,-1-1 0,0 1 1,0-1-1,0 1 0,1-1 1,-1 0-16,1 0 1,0 0 0,0 0 0,1 0 0,0 0 0,0 0 23,-9 0 0,1 1 0,1-1 0,0 0 0,0 0-1,5 0 0,0 0 0,1-1 1,0 1-1,2-1 1,-9 2 1,1-1 0,2 0-1,0 0 17,6-1 1,0 1-1,2-1 1,0 0 225,-10 1 0,1 0 0,2 0-180,4-1 0,2 0 0,1-1 404,4 0 1,2 0 0,2-1-274,-15 0 0,4 0 89,11 0 1,5-1 1594,-10-3-1718,31-4 2223,37-6-2038,39-7-171,-8 6 0,8 1-374,-7 2 0,4 0 0,3 1 228,-5 1 1,2 0-1,2 1 1,2-1-403,-6 2 0,1-1 0,2 1 0,1-1 0,0 1 365,-4 1 0,0-1 0,1 1 1,1 0-1,0 0 0,1 0-270,3 0 1,1 0 0,0 0 0,1 1 0,0-1 0,0 1 258,-6 0 0,1 0 0,-1 1 1,1-1-1,1 0 0,-1 1 1,1 0-170,1 0 1,0-1 0,1 1 0,0 0 0,0 1 0,0-1 0,1 0 163,0 1 1,1-1-1,0 1 1,0 0-1,0-1 1,0 1-1,1 0-32,0 0 1,0 0-1,0 0 1,0 0-1,0 0 1,0 0-1,0 0 34,0 1 0,0-1 0,0 1 0,-1-1 0,1 1 0,-1-1 0,0 1 1,-1-1 1,0 1 0,-1 0-1,0 0 1,0 0 0,0-1-1,-1 1 0,-3 0 1,1 0 0,-2-1-1,1 1 1,-1 0 0,-1-1 0,0 1-1,4 0 0,0-1 0,-1 1 0,-1-1 1,-1 1-1,-1-1 3,4 0 0,-1 0 0,0 0 0,-3-1 0,-1 1 111,4-1 1,-2 1-1,-2-1 1,-3 0-97,4 0 0,-3 0 0,-5 0 665,2-1 1,-7 1-614,-5-2 1792,-53 1-1904,-46 2 11,11 1 1,-6 0 273,9 1 1,-3 0 0,-3-1-275,7 1 1,-2 0-1,-1 0 1,-1 0-155,-7 0 0,-1 0 0,-2 0 0,-1 0 154,8 0 1,-2 0-1,0 1 1,-1 0-1,0-1-315,5 1 1,0 0 0,-1-1 0,0 1 0,-1 0-1,0 1 334,-3-1 0,-2 1 0,0 0 0,0-1 1,-1 2-1,0-1-176,5 0 1,0 0 0,0 0 0,-1 1-1,0-1 1,-1 1 0,0-1 194,-2 2 1,-2-1 0,1 0 0,-1 1 0,0-1 0,0 1 0,-1 0-44,7 0 1,-1 0-1,0 0 1,0 0-1,0 0 1,0 0-1,0 1 1,0 0 40,-1-1 1,0 1 0,0 1 0,0-1 0,0 1-1,0-1 1,0 1 0,1 0-31,0 0 1,1 0-1,-1 0 1,1 0-1,0 1 1,0-1-1,1 1 1,0 0 38,-5 0 0,1 0 0,0 1 0,1 0 1,0-1-1,1 1 0,1-1 12,-4 2 0,0-1 1,2 0-1,0 0 1,1 0-1,2 0 23,-3 0 0,2-1 0,1 1 0,1-1 0,3-1 228,-1 0 0,2 0 0,2-1 0,4-1-112,-20 2 1,10-4 1355,5-8-1462,66-10-9,18 2 1,11-1 102,1 2 1,5 1 0,4-1-141,-2 1 0,3 1 0,3-1 0,2 1-14,-3 1 0,2 0 0,2 0 0,1 1 1,1-1-27,-13 3 0,1 0 1,0 0-1,2 1 1,0-1-1,1 1 0,0-1-212,4 0 1,1 1-1,0-1 1,2 0 0,-1 1-1,1 0 1,0-1 153,-5 2 1,0-1-1,0 1 1,1-1-1,-1 1 1,1 0-1,0-1 1,0 1-229,1-1 0,0 1 1,0-1-1,0 0 1,0 0-1,0 1 1,0-1-1,0 0-363,0 0 1,0 1-1,1-1 1,-1 0 0,0 0-1,-1 1 1,0-1 0,-2 0 665,1 0 1,0 0-1,-1 0 1,-1 0 0,-2 0-1,-1 1 1,-4-1-1,16 0 1,-4-1 0,-4 1-1,-6 1 1,10-2-1,-1 0 1</inkml:trace>
  <inkml:trace contextRef="#ctx0" brushRef="#br0" timeOffset="216475">10877 5302 11838,'-10'-54'1653,"1"-1"1,0 1 0,2 1-1,0 1 1,1 5-1640,3 4 1,1 3 545,4-7 0,2 2-165,0 13 0,1 0 27,4-8 1,0 2 53,4-14-196,0 12-252,-9 25 223,-1 10-189,-1 14 83,-1 33-78,-1 21-553,-3-12 1,-1 3 504,-2 5 1,-1-1-15,1-9 1,0 1-1,0-1 1,2 3 0,0-3-6,1 1 0,2-1-8,0-4 1,2 3 0,0-3-2,2 5 1,1-4-417,2-3 0,-1-2 414,3 16 98,-5-23 1,0-3-93,-1 0 33,-4 4 5,-5-27 1023,-4-23-1056,0-5 0,3-14 0,2-8 8,2 2 1,2-3-192,0-2 1,0-3 0,2-2 187,1 1 1,2-1 0,0-1-933,1-3 0,0-2 0,0 4 927,0 9 0,0 2 0,-1-2 13,1-11 0,0-1 0,-2 4-228,0 5 0,-1 3 237,-1-16 1,-2 2-22,-1 23 0,-1 4 67,-8-13 863,2 18-931,3 14 3079,-1 41-3073,3 15-1,1-3 1,1 5-257,0 4 1,2 2 256,0 7 0,3 1-5,0-19 1,1 1 0,0-1-2,4 21 0,1-1-3,2-4 1,1-2 2,-1-7 0,1-3-20,-3-8 1,0-3 58,2 15 56,-6-23 125,-4-15-58,-14-26-123,-3-17-31,1 1 1,0-4-401,0-9 1,2-4 391,-1-11 0,3-3-50,5 17 0,1-2 0,1 1 55,1-2 1,1 1-1,1 0 6,0-17 1,3 2-175,0 10 1,2 4 162,-1 10 0,1 3 0,0-10-50,-2 21 667,-1 17-718,2 42-236,4 6-100,-1-3 1,2 3-179,2-2 1,1 0-1493,3 3 1,2 1 2106,4 5 0,1-3 0,2 7 0,1-8 0</inkml:trace>
  <inkml:trace contextRef="#ctx0" brushRef="#br0" timeOffset="217599">10469 4561 20037,'41'-30'151,"0"-1"0,0 0 0,2 1 1,2 2-1,0 6-71,0 9 0,2 5 1,0 1-1245,5-3 1,1 0-1,2 1 1199,3-2 1,2 1 0,0 0-368,-11 2 0,0 0 1,1 0-1,1 0 336,2-1 0,0 0 1,1 0-1,0 0-7,3 0 0,1-1 1,0 1-1,0 0-3,1-1 0,1 1 1,0-1-1,0 1-5,1-1 0,0 1 0,-1 0 0,1 0 2,0 0 1,-1 0-1,0 0 1,1 0 2,-2 0 1,0 0-1,0 0 1,0 0-2,-2 1 0,1-1 0,-1 0 0,0 1 1,-1-1 0,0 0 1,-1 1-1,1-1 6,-2 1 0,0 1 0,-1-1 0,0 1-100,-1 0 1,-1 0-1,0 1 1,0 0 100,-2 0 0,0 1 1,-1 0-1,0 0 12,14-1 0,-1 0 0,0 1-305,-2 0 1,-1 0 0,0 0 302,-1 1 0,0-1 1,0 1 71,-2 0 0,1 0 0,-1 1-80,-1-1 1,1 1 0,-1 0 1,-2 0 1,0 0 0,0 0-1,-3 1 1,1-1 0,-2 1 1,-2 0 1,-1-1-1,-1 1 375,19-2 0,-3 0-365,-4 1 0,-1 0 479,-6-1 0,0 0-449,-4 1 1,0 0 555,-5 0 1,0-1-540,-3 1 1,-1 0 2,-3 0 1,-1-1 1280,27-2-1247,-4-1-28,-4 2 11,-4 2 17,-4 0 1050,-2 2-1067,-4-1 814,-1 1-746,-4-1 522,-2 0-506,-3-1-28,0 0-40,4 0-16,3-2-11,3 2 11,-3-1-22,-5 3-1,-9 0 7,-7 1-1,-6 0 6,-2 0-12,-2 0 12,0 2 11,1 1 0,1 4 0,2 3 0,2 3 0,2 3-6,0 4-10,1 0-12,-1 4 22,-2 3 34,-4 4 22,-3 6-15,-8 4-35,-3 6-28,-4 1 0,2 1 28,3 1-45,3 1-28,4 2 11,0 1-219,1 1 231,0 2 5,-1 1 17,1-4-17,0-2 6,0-5 22,0 0-39,0-2-17,1 1 0,2-1-11,3 2 17,3-1 11,2-1 0,2 0 0,1 1-11,-2 0 5,-2-1 1,-6 0 27,-5-4 23,-7-1-11,-4-3 208,-4-3-225,1-4-29,3-4 1,4-2 11,2-3-22,2-3 27,0 1-5,1-8 56,-5 3 23,0-8-23,-7 3-45,-7-4-302,-13 1-5596,-15-2 5859,-2 0 0,16-2 0,13-1 0</inkml:trace>
  <inkml:trace contextRef="#ctx0" brushRef="#br0" timeOffset="240492">1975 12041 18548,'0'-8'4891,"0"2"-4474,-4-25 0,0-6 81,1 16-372,-2-17 0,2 7-58,3 28 16,2 11 5,5 10-10,2 13 5,1 10-28,-1 11-17,-5 6-5,-2-1-17,-4-3 33,-1-10 34,-5-11 135,2-11 161,0-12-77,3-9-163,2-11-56,0-10-34,4-14 6,5-12-17,7-12-17,-5 27 1,0-1-4,1 0 1,1 0-3,11-24 6,0 12-29,0 14-5,0 14 0,0 11-6,0 14 17,0 8-17,0 12 23,-2 8-1,-3 7-22,-4 5 12,-7 1-1,-5-4 1,-5-8 10,-1-13 18,0-13 21,3-10-27,1-14 6,1-10 10,5-12-27,3-5 22,11-8-23,-5 17-16,10-6 11,-3 21-11,8-1 11,3 8 0,2 8-11,0 10 5,2 11-27,0 10-23,-2 7-34,-1 4-28,-3-3-16,-2-5-40,0-8 6,-3-10 84,2-8 45,2-14 28,4-10 28,8-25 0,-15 10 33,3-20 28,-18 19 46,-1-6 27,-5 9 28,-12 10-157,1 10-5,-15 9 6,-2 11-12,-8 7-50,0 8 44,1 11-10,13-10-1,4 10-16,10-17 22,4 2 44,4-8-55,9-12 22,-1-5-5,13-15 16,-6-6 51,3-9 22,-2-2 51,-4-6-62,-4 8-39,-2 5 28,-4 9-40,-4 10-33,0 2-56,-4 14 51,1 10 5,-1 6 28,-1 18-68,1 3-161,-1 16-427,0-17 1,2 0-1183,2-4 0,1-1 1247,-1 0 0,3-2-306,4-4 1,3-4 241,12 1 700,8-5 1265,3-33 270,-9-16-818,-3-11 493,-4-12-387,-8 8-291,2-7 5,-4 3-246,-5 16-146,-1 8-167,-4 15 1727,0 7-1722,0 9-17,2 22-34,-1 8-5,1 19-278,-2-14 261,-3 13 17,-7-1 34,-2-6-23,-2-9 28,-1-23-45,8-15-5,-4-6 6,7-14-12,1-15 8,1-1 1,2-2 5,1-1 0,2-1 44,-1-2 0,1-1-30,3-3 0,3 1 3,-1 6 0,1-1-3,6-13 0,1-1-5,-2 11 1,1 2-546,2-1 0,0 4 539,5-3 0,6 6 0,-5 13-12,14 4-5,-6 12 199,5 12-194,-12 13 1106,-8 0-1094,-9 12-28,-23 4-23,-9 1-161,-19 5-1534,-3-15 1130,10-9-2330,-6 0 2946,12-12 0,8-1 0,8-6 0</inkml:trace>
  <inkml:trace contextRef="#ctx0" brushRef="#br0" timeOffset="240716">3826 12104 25001,'-4'3'2969,"0"0"-2365,4-3-956,-6-42-1155,10 33 1507,1-26 0,3 38 0,2 4 0</inkml:trace>
  <inkml:trace contextRef="#ctx0" brushRef="#br0" timeOffset="242558">4416 12303 17176,'0'-5'5008,"0"1"-4574,-1-25 0,1-9 143,3 0-345,-1-9 1,0-1 148,8 0 67,0 5 23,-3 11-130,-6 13-156,-12 11-67,-12 16 5,-15 11-50,-13 16-304,24-13 1,0 1 247,3 2 0,2 0-6,-9 20 11,16-10 12,19-13-17,15-11 33,16-12-16,12-12 11,6-8 27,-3-3 57,-8 1 73,-14 6-68,-12 6 427,-10 6-516,-3 10-17,-3 11 17,-1 15-17,-2 18-17,0-18 0,-1 4-507,-1 8 0,-1 3 479,-3 10 0,-2 3-693,3-13 1,-2 1 0,0 1 660,-3 6 1,0 2-1,-2 0-67,-1 3 1,-2 0-1,-1 0-484,-1-1 1,-1 0-1,-1-2 544,1-6 0,-1-2 0,0-3-28,-7 8 1,1-9 123,-14 3 590,20-56-591,23-43-37,9 9 1,3-4 256,7-11 0,2-4-263,-6 17 1,2-2-1,0 0-11,2-4 1,0-1-1,0 1-36,1-2 1,0 1 0,1 0-53,1 1 0,0 1 1,1 1-274,0 4 0,0 2 0,1 1 260,-1 5 0,0 1 1,1 2-144,9-8 1,0 3 230,-4 9 0,-1 3 1053,17-9-1031,-13 16 1666,-12 12-1570,-9 7 1451,-7 5-1272,-3 5 662,-1 3-601,-1 6-55,-2 2-79,0 3-101,-2-1-39,2-2 0,1-5 28,6-5 39,5-6-39,10-9-34,10-9 6,10-14-5,3-11-351,-2-9 389,-10-3 6,-9-1 73,-12 8 12,-9 8-57,-12 12-34,-10 10-44,-11 12 0,-4 16-17,1 15-6,4 17-65,18-18 1,3 3 39,1 2 0,3 3 6,2 7 0,2 1-14,3 15 16,4-21 1,5-3-6,18 2 3,-5-16 0,4-2-1,6-3 1,4-5-23,16-5 1,2-5 16,-15-1 0,-1-3 3,18-9 0,-2-6 0,-22 0 0,-2-4-407,7-7 1,-3-3 422,-5-5 1,-5-2-3,-3-6 0,-5-2 0,-3-5 0,-4-1 8,-1-3 1,-2 0 19,-2 3 0,-2 1 25,0 7 0,-1 4 79,-5-20-72,-1 29-74,-2 23 0,-1 30 0,0 23 0,4-9 0,0 3-95,-1 7 0,0 5 95,1-6 0,0 4 0,0-1-308,-1-3 0,1-1 0,-1 0 308,0-1 0,1 0 0,-1 0-236,-2 21 0,1-2-807,2-11 0,1-2-36,-1 9 1,1 0-639,2-12 1,1-3-8115,0 10 8398,1-27 1,-2-19 0,0-6 0</inkml:trace>
  <inkml:trace contextRef="#ctx0" brushRef="#br0" timeOffset="242775">5485 12432 19619,'-22'-53'1547,"0"0"1,2 5 0,2 6-630,-3 7-761,10 14 45,12-2 5,20 11 6,19-3 11,19 1-42,-19 6 0,0 1-393,-6 2 0,-1 0 290,27-5 200,-22 3-200,-20 3-51,-3 1-196,-8 1-1608,-6 1-4077,-1 3 5969,0 0 1,0 0 0,0-1 0</inkml:trace>
  <inkml:trace contextRef="#ctx0" brushRef="#br0" timeOffset="245575">6132 12221 22845,'0'-55'879,"0"-1"1,-1 6-1,-2 5-369,-6 3-146,-5 13-163,-3 15-117,-5 13-33,-6 21-18,-8 19-22,15-11 1,1 4-297,-1 2 0,3 2 279,2 1 0,3 1 3,3-4 1,4-1-21,9 27 34,17-13 29,18-12-24,11-15-16,3-12 34,-3-19 33,-9-12 62,-11-15 28,-12-9 33,-10-8-27,-13-7-373,0 29 0,-2 0 263,-3 1 1,-2 0 19,-13-24-58,-1 13 30,3 14 525,6 13-593,4 9-4,5 13-85,4 11 233,2 16-1499,7 12-1898,13 8 3276,0-23 0,1-1 0,4 5 0,4-6 0</inkml:trace>
  <inkml:trace contextRef="#ctx0" brushRef="#br0" timeOffset="246592">6241 11918 21623,'9'-54'1157,"0"0"1,-1 6 0,-4 7-496,-10 11-310,-9 12-94,-22 17-174,6 7-20,2 7 1,0 4-9,3 3 0,0 2-717,-7 10 0,-2 2 711,0 5 0,0 4-13,9-6 1,1 2-1,1 1-12,-3 11 1,2-1-24,2-1 1,5-1 0,9-7 0,6-3 344,19 14-350,9-19 1,7-4 2,4-8 0,4-5-594,15-1 0,1-5 599,-15-8 1,-1-3-1,9-5 1,-1-5-377,-6-9 1,-2-5 401,0-1 0,-2-2-1,-5 0 1,-4-4 70,-7-15 0,-8 0-51,-3-7 12,-5 0 0,-5-4-9,-6 16 0,-3 1-17,-3-10 1,-3-2 44,-8-3 0,-5 4-45,3 14 1,-3 5 207,-5 3 1,-1 7-223,-13 10-200,-10 29 183,9 21-14,13 3 1,1 6 37,6-1 1,3 4-44,1 10 0,4 1 11,9-20 0,5 0-11,8 13 0,8-2 65,2-20 1,4-3-66,9 12 0,6-4 38,0-15 1,2-5-20,1-5 1,0-3 5,20-4-16,-2-21 10,-20-14 20,-11-1 1,-3-4-15,-5 1 0,-3-1 8,1-11 1,-3 1-20,-5 13 0,-2 1 17,-1-7 0,-3-1 8,-3 4 0,-2 0-22,1 3 0,-2 2 223,-14-26-254,3 34-12,4 13 891,-3 11-2637,3 23-1512,5 10-6533,10 19 8232,7-14 0,3-12 1,-6-19-1</inkml:trace>
  <inkml:trace contextRef="#ctx0" brushRef="#br0" timeOffset="246915">6863 12034 23539,'0'-7'3327,"0"2"-2968,0 5-270,0 0-100,14 31 28,-6-6-28,4 9 0,0 4-9,-5 0 0,-3 1-83,2-2 0,-3 0 120,-2 0 0,-3-4 61,-4 0 12,-5-18 27,-1-24-10,-1-16-23,0-19 0,4-12-662,6 23 0,1 0 589,3-19-93,7 14 1,3 2-199,13-3-294,-4 13 0,4 3-2697,26 5 3271,-18 14 0,0 3 0,5 0 0,-1 3 0</inkml:trace>
  <inkml:trace contextRef="#ctx0" brushRef="#br0" timeOffset="247742">7700 12119 27225,'-46'-41'181,"1"0"0,0 4 0,2 14-91,-14 36-832,25 0 1,1 4 755,0 3 0,0 3 5,3 2 1,2 2 174,5 0 0,4 1-183,-6 24 12,15-7 247,19-10-253,15-12-11,20-13-12,17-20 11,-27-1 1,0-4 21,2-7 0,-1-4-5,-1-6 1,-2-3-1,-3-4 1,-3-4 10,-5-4 1,-3-2 2,-4-3 1,-4-2-7,-2-4 1,-3 0-441,-2-1 1,-1 0 448,0 4 1,0 2 10,-1 7 0,0 4 2,2-17-52,-2 28 0,-3 18 0,0 16 684,-2 15-684,-2 20 0,-1 22-28,3-19 1,0 2 27,0 9 0,1 3-110,1 7 0,0 3-675,1-19 1,0 0-1,1 1 4,0 1 1,1 1 0,2-2-843,0-2 1,2-1 0,2-2-2453,5 14 0,4-6 839,-1-12 0,3-5 3236,13 4 2728,-10-26 3976,-10-23-962,-3-16-2980,1-13-1094,2-8-614,3-3-292,0-1-163,1 5-107,-3 9 1368,-4 13-1725,-5 14 39,-3 8-146,1 9-17,3 7-5,6 7-6,8 2-17,11-1-17,7-7-10,6-7 32,2-14 18,-4-10 5,-6-16 51,-9-11 50,-12-9 73,-10-3 111,-11 0-59,-10 6-237,-9 10 0,-5 12 0,-5 14 0,-2 16 0,-1 18 0,-2 16-216,21-10 1,2 3 215,1 4 0,3 2 0,2 5 0,3 1 0,3 4 0,4 1-531,5 2 0,5 0-332,5 2 1,4-2-2160,9 0 0,4-3 2429,-1-5 0,1-5 0,12 9 0,-17-22 1</inkml:trace>
  <inkml:trace contextRef="#ctx0" brushRef="#br0" timeOffset="248075">8997 11856 26664,'-28'-32'399,"0"0"0,-1-1 0,-11-9 1,0 15-400,8 31 0,1 11-584,-1 4 0,3 8 584,-1 9 0,5 7-409,1 10 0,3 4 409,9-12 0,1 2 0,2 2-449,0 6 1,3 2-1,1 1 449,1-9 0,2 0 0,0 1 0,0 1-429,2 3 0,0 2 0,1-1 0,0 1 202,0 1 0,0 1 0,1 0 1,0 0-271,-1-1 0,1 0 0,0 0 0,-3-1-232,0-4 0,-1 0 1,-2-2-1,-2-1 340,-4 8 1,-2-2 0,-5-4 540,-1-10 0,-4-4 0,-2-4 444,-14 1 1,-3-12 454,4-17 0,0-11-723,6-13 0,5-10-112,5-14 0,8-7 180,5 8 0,4-2 0,2-1-350,4-7 1,2-1 0,4-1-108,1-4 0,4-1 1,2 1 53,0 12 0,1 1 0,2 0 0,2 0-68,0 1 1,3 0 0,0 1 0,2 0-198,1 1 0,1 1 1,2 1-1,0 1-437,1 1 1,1 1 0,0 0-1,2 1 709,3-1 0,1 0 0,0 2 0,-3 3 0,7-7 0,-3 4 0,-2 4 0,0 1 0</inkml:trace>
  <inkml:trace contextRef="#ctx0" brushRef="#br0" timeOffset="249299">9248 12327 24553,'5'-44'571,"1"1"0,-1-1 1,2-16-1,-2 6-151,-4 3-151,-9 14-84,-7 15-62,-12 15-39,-9 20-22,-9 15-46,21-6 1,0 2-249,1 4 0,1 1 229,2 2 0,3 1 3,-6 26-72,19-8 44,20-13 28,31-15-6,-9-13 34,23-18-5,-21-12-18,5-13 12,-24 8 0,-3-1 5,6-21-5,-9 0 5,-11 6 6,-4 13 34,1 1-23,-1 11 440,1 14-473,-5 23 52,0 10-75,-4 19-22,3-1-101,6 9 28,3-20-247,13 6-89,8-24 34,13-3 190,8-15 204,-15-10 1,0-5 47,21-18-271,-4-7 316,-10-6 95,-9-3 0,-3 4 73,-6 2-62,-13 25-123,-6 10 11,-7 14-5,-9 20-51,2-3-3,2 6 1,2 2-9,4 8-6,0 7-5,14-6 5,8-15 1,11 1 247,12-11-219,-6-16-12,-2-7 11,-7-18 34,-6-3 124,2-26-12,-9 5-28,-3-13-40,-10 15-66,0 11-12,-3 7-27,2 18-23,1 4-179,0 26-241,3 12 84,0 11-605,3 19-493,0-21 0,0 1-99,2 2 0,1 0 589,2 7 1,3-2 313,0-12 0,2-5 434,12 13 1271,8-12 1317,-6-21 1047,13-16-2128,-6-17-841,-13 0 1,-2-3-113,9-17-64,-9 11 0,-1-3-70,-3 4 0,0-3-265,-2-4 0,-1-5 0,0 0 175,3-16 1,-3-3-49,-3 10 0,-2-2 0,-2 0-485,-2 6 0,-1 0 1,-1 2 426,1-10 0,-3 1 0,-3-11 0,-3 4-166,-5 1 166,2 23 0,-2 5 0,-6 12 0,0 25 1151,3 10-1151,1 17 0,1 8 0,2-1 0,2 4 8,0 0 1,0 4-1,1 0-8,2 1 0,1 0 0,2 2-889,2 3 0,1 1 1,1-3 888,-1-7 0,0-2 0,2 2-29,4 2 1,1 4 0,3-1 0,0-3-717,1-2 1,0-3 0,3 1-1,5 15 0,2 3 0,1-5-3361,7 0 1,-1-6 3785,-5-13 0,-2-5 0,4 1 1,-16-21-1</inkml:trace>
  <inkml:trace contextRef="#ctx0" brushRef="#br0" timeOffset="249492">10296 12236 25287,'-38'-22'412,"-1"0"1,2 1 0,16 5-380,34 10-117,19 0-324,27 2-158,-19 2 0,2 0-1362,8 0 0,2 1-2,3-3 1,1 0-2368,1-2 1,-3-1 4296,-6-1 0,-6 0 0,11-3 0,-26 3 0</inkml:trace>
  <inkml:trace contextRef="#ctx0" brushRef="#br0" timeOffset="249699">11133 11727 21730,'3'-52'1869,"-1"0"0,-1 5 0,-1 4-1130,-4-3-218,-5 14-447,2 13-74,-12 18 0,-4 24 0,3 1 0,0 5-671,2-1 0,1 4 671,-10 21 0,1 7 0,6-9 0,2 5 0,0 0 0,0 2 0,2 1 0,0 2-435,4-8 0,0 2 0,2 0 0,4-2 435,3 5 0,6-2 0,3-1 0,5-2 0,4-2 0,4-1-632,6-2 0,3-2 1,4-3-994,3-1 1,4-3 0,-1-2 1624,-3-5 0,0-3 0,-2-2 0,2-1 0,-4-3 0,3-1 0</inkml:trace>
  <inkml:trace contextRef="#ctx0" brushRef="#br0" timeOffset="252124">12192 12019 23353,'-34'-31'609,"0"0"0,-1-1 0,-12-9 0,1 7-245,-10 12-151,4 12-84,7 17 133,7 10-228,6 16-1,7 10-27,10 9 11,12 7-448,18 2 428,1-30 0,3-2-217,7 0 0,3-1 211,5-1 1,3-2 2,1-1 1,1-2 2,0-1 1,-2-2-4,-6-3 0,-3-1 111,8 8-94,-30-8 12,-28-6 10,-26-5-28,16-4 1,-2-1-14,-4 0 0,1-2 5,0-1 0,2 0-14,-27-8-134,17-1-193,17 0-1515,15-2-3879,23-1 5738,7 0 0,0 6 0,-5 2 0</inkml:trace>
  <inkml:trace contextRef="#ctx0" brushRef="#br0" timeOffset="252467">12517 12055 27286,'-16'36'82,"0"-1"0,1-1 1,5-2-55,19 14-11,11-4-17,16-4 11,11-7-272,7-11 301,1-11 38,-6-18 125,-10-13 27,-12-13-12,-12-8-78,-8-7-34,-10-2-44,-6 2-23,-4 4-21,-2 10-18,4 10-197,4 11-2093,3 9-6628,30 34 8918,-10-8 0,13 12 0,-20-21 0</inkml:trace>
  <inkml:trace contextRef="#ctx0" brushRef="#br0" timeOffset="253024">13138 12127 22755,'0'-3'4134,"0"1"-3373,0 2-677,16 7-16,-7 20-63,10-5-5,-12 20 0,-5-17 28,-1 1 0,-7-7 6,-2-7 33,-3-7 0,2-10-11,3-8 11,3-11 23,5-13-17,3 5 0,1-1-23,4-17 11,-1 11 1,2 1 46,6-8-108,5-5 0,3 14 0,10 12 0,1 12 0,2 10 0,6 16 0,-6 12 0,-13-6 0,-2 5 0,2 11 0,-3 4 0,-6-4 0,-3 0-107,-1 1 0,-4 0 107,-9 23 0,-13-21 0,-7 0 0,-4-14 0,2-21 0,10-8 0,3-21 214,8-8-214,4-17 0,4 15 0,1-1 0,5-13 0,-2 15 0,3 3 0,6 1 0,4-1 0,3 13 0,8 13 0,-2 14 0,11 15 0,-15 4-102,11 19-1350,-8-2 169,-11-17 0,1 1 1283,-1 1 0,-1-1 0,2 2 0,-3-5 0</inkml:trace>
  <inkml:trace contextRef="#ctx0" brushRef="#br0" timeOffset="253240">14216 12108 26670,'48'-36'-166,"-1"-1"0,3 3 0,-4 10-2455,2 25 1205,8 6 1,-30-2 0,-5 2 0</inkml:trace>
  <inkml:trace contextRef="#ctx0" brushRef="#br0" timeOffset="253491">14747 11880 24749,'-2'-3'2913,"1"1"-1956,1 2-905,24-33-52,-18 37 0,18-13 0,-26 53 0,-1-4 0,-3 17-304,1-7-3219,5-9 0,1 1 2834,4 19 0,1-8 0,0-34 0</inkml:trace>
  <inkml:trace contextRef="#ctx0" brushRef="#br0" timeOffset="254341">15221 11991 18151,'3'-5'5965,"0"0"-4974,-3 5-256,35-65-276,-26 47-347,10-18 0,-8 7-28,-24 32 0,-15 8 0,-15 12-59,12-7 0,-1 1-416,-5 4 0,-2 0 419,-3 3 0,0 0 47,2 0 1,1-1-24,7-2 1,3-1 143,-9 14 61,27-9-44,26-4-51,21 0-66,19-1-85,-22-9 0,3 1-4,3 0 0,1 1-57,3 1 0,1 1-351,2 1 1,0 0-1342,-1 2 0,-2 0 1132,-6-3 0,-4 0 0,7 4 0,-21-8 0</inkml:trace>
  <inkml:trace contextRef="#ctx0" brushRef="#br0" timeOffset="255307">15680 12305 26760,'-1'50'-66,"0"0"1,-3-1 0,-5-1-1095,-8-6 1,-4-1 195,-3 6 1,0-3-1,-3 6 1,1-5 0</inkml:trace>
  <inkml:trace contextRef="#ctx0" brushRef="#br0" timeOffset="256974">16351 12197 16695,'3'-10'3120,"6"-28"0,0-6-1788,-2 8-719,2-9 1,-1 3-390,-8 22 28,-6 13-33,-4 18-18,-9 11-55,-4 16-79,8-6 0,1 1-44,-4 14-12,7-11 0,5 0 6,12 8-17,10 8-6,17-9 1,10-12 10,7-12 35,-1-13-1,-2-17 62,-8-14 100,-9-15 29,-13-12-40,-12-9-123,-9 27 1,-4 0-204,-2-1 0,-3 0 175,-2 2 0,-2 1-11,1 3 0,-2 3 39,-20-16-50,11 21-28,3 10-73,8 20-325,7 9-913,2 12-5539,25 18 6861,3-11 0,5-4 0,-11-20 0</inkml:trace>
  <inkml:trace contextRef="#ctx0" brushRef="#br0" timeOffset="257200">16993 11744 25359,'-15'-52'806,"-1"-1"1,2 7 0,4 10-544,7 25-156,14 23-6,16 25-68,3 7-706,-4-6 1,-1 5 672,-2-1 0,0 4-2,-5-7 0,0 3 1,-1 3-173,-1 14 1,-3 4-1,-6 0-1319,-5-4 1,-5-1 0,-3 0-549,0 1 1,-2 0-1,-6-3 1757,-9-4 1,-5-2-1,2-8 1,8-12-1,-1-5 1,-2 2-1,0-1 1</inkml:trace>
  <inkml:trace contextRef="#ctx0" brushRef="#br0" timeOffset="261424">14753 12107 10198,'0'-9'9830,"0"2"-8881,3-23 0,2-3-293,-2 10-150,1-16 1,1 0 210,-4 18 73,-1-8-398,0 10-112,0 2-184,0 10 27,0 4-90,0 4 63,0 14-24,0 6 24,2 18 4,-1 3-49,1-5 55,-1 13-11,-3-6-39,-3-10 0,-1 1 6,-4 21-40,-7 5-10,7-28 16,2 1 5,6-11 23,-1-4 135,6-7 38,1-15-145,2-3 62,5-14 33,-1-16-95,-1-10-48,-6 14 1,-2-2-681,-4 0 0,-1 0 661,-4-24-173,2 22 0,-1 2 184,-1-14 61,0-5-66,5 22-23,3 13 11,3 17 1268,2 6-1274,4 12 372,0 21-371,0 9-9,-5-16 0,-1 2-222,-1 23 225,-2-13 5,0 11-5,1-26 12,0 8 4,-1-20 68,1-8-28,-1-6 293,1-12-287,1-6-23,1-14 0,1-9-16,0-8-18,1 7 19,1-21-24,-4 27 0,2-9-69,-4 24-451,-4 10-1396,-7 15-795,-1 3 2711,-7 11 0,10-10 0,1 1 0</inkml:trace>
  <inkml:trace contextRef="#ctx0" brushRef="#br0" timeOffset="268517">485 12110 7268,'1'-9'5187,"-1"2"-2101,0 7 2918,0 0-4934,14-68-269,-18 46-658,9-16 0,-5 5 282,-28 27-117,-11 12-39,-21 13-641,14 3 1,1 4 427,5 1 0,3 1-609,-1 0 0,3 2 575,-3 17 6,12 10-50,21-1-79,9 6-291,32-15-34,4-23-428,-5-12 0,4-3-1504,-2-4 1,1-2 2357,15 2 0,-1-2 0,7-1 0,-10-2 0</inkml:trace>
  <inkml:trace contextRef="#ctx0" brushRef="#br0" timeOffset="268741">866 11944 20783,'1'-6'4902,"0"1"-3950,-1 5-879,11-36-45,-7 44-34,9-16-16,-12 45-158,0 20-447,-1 0-941,-1-11 0,0 1-3000,0-8 1,1 0 4567,-1 1 0,0-4 0,-1-2 0,2-18 0</inkml:trace>
  <inkml:trace contextRef="#ctx0" brushRef="#br0" timeOffset="268933">801 12294 22845,'-44'-26'657,"-1"0"0,2 1 0,14 2-601,29 11-78,14-5-85,18 1-223,22 0-17,-4 4-1096,-4 3 1,2 1-2440,-14 2 1,0 1 3030,12-3 1,-3 1 0,0 0 0,-20 3 0</inkml:trace>
  <inkml:trace contextRef="#ctx0" brushRef="#br0" timeOffset="269117">1290 11953 20991,'-4'0'3976,"0"0"-3673,4 0-1418,13-23-3085,21 15 4200,7-16 0,-5 20 0,-15 3 0</inkml:trace>
  <inkml:trace contextRef="#ctx0" brushRef="#br0" timeOffset="269284">1388 12273 23713,'-3'1'3142,"1"-1"-5718,2 0-7255,54-42 8568,-34 31 1,9-13 0,-2 5-1,-22 18 1</inkml:trace>
  <inkml:trace contextRef="#ctx0" brushRef="#br0" timeOffset="299517">20151 6251 26715,'33'-16'73,"0"0"0,20-10-191,9 24-529,-25 2 1,3 1-1854,3 0 0,1 0 2500,15 1 0,-4-1 0,-1 2 0,-6-2 0</inkml:trace>
  <inkml:trace contextRef="#ctx0" brushRef="#br0" timeOffset="299717">21040 5969 21954,'-2'-4'4840,"1"1"-3676,1 3-1074,-3 18-51,2 22-56,-3-6 1,0 1-35,2-2 1,1 2-799,-4 21 1,1 2-4068,2-15 1,0-1 4809,1 13 1,0-3 0,1 2-1,2-26 1</inkml:trace>
  <inkml:trace contextRef="#ctx0" brushRef="#br0" timeOffset="300033">21531 6096 25920,'45'-25'-1349,"0"0"1,2 2 0,2 6 1348,2 14 0,-2 5 0,8-2 0,-2 1 0</inkml:trace>
  <inkml:trace contextRef="#ctx0" brushRef="#br0" timeOffset="300191">21793 6259 27034,'-37'13'582,"-1"0"1,-12 6-504,75-24-152,22-2-314,-13 2 1,2-1-3234,8 1 0,1 0 3620,-2 1 0,-2 0 0,13 0 0,-23 2 0</inkml:trace>
  <inkml:trace contextRef="#ctx0" brushRef="#br0" timeOffset="302724">22589 6331 12354,'0'-4'9225,"0"0"-8438,0-27 0,2-10 277,4-11-1175,-1-2 0,0-1 756,8-6-130,-1 16 215,-5 16-478,-4 15 19,-2 8-231,-1 8-1,-1 11-11,-2 13 503,-1 17-526,-2 15-8,2-25 1,0 0-168,1 2 1,-2-1 177,1-1 1,0-1-3,-4 25 5,2-11 0,1-14 23,3-11 78,0-11 5,1-10-61,0-13 327,1-12-349,-2-14 16,0-11-527,-1-13 499,2 25 1,1-1-1,-1-3 1,1-1-9,0-1 0,2 1 8,0 5 0,0 3 6,5-18-5,-2 24-12,-2 17 0,-2 20-5,-2 14-1,-4 22-10,-3 16 2,3-24 0,-1 1-35,1 3 1,1 1 26,1 0 0,0 0 8,2-3 0,1 0 0,2-6 0,1-1 15,4 14 10,3-18 40,-4-16-23,-3-19-22,-5-13 597,-5-16-575,-5-12-5,-6-12-207,10 27 1,1 0 183,1 1 0,2 1 6,-1-20-22,5 22-18,4 20-44,2 24-392,5 19-2179,-1 27 1821,-1 3 0,-5-19 0,-2-17 1</inkml:trace>
  <inkml:trace contextRef="#ctx0" brushRef="#br0" timeOffset="311057">1597 14906 21607,'-52'-36'1006,"0"0"0,5 4 1,5 5-570,-2 6-124,8 9-178,8 8-101,6 13-1,6 10-21,6 17-12,5 13-6,10 11-8,0-26 0,3 0-262,3 2 1,3 1 263,1 0 1,2 0 14,0-1 0,1-1 0,-1-2 0,-2-2 8,9 21 28,-12-14 28,-18-14 12,-16-10 5,-22-8-17,-15-4-51,24-4 1,0-2 0,-1 0 0,0-1-23,3-2 1,1-2-337,-18-14-1574,19-4 1916,22-6 0,6 14 0,9 2 0</inkml:trace>
  <inkml:trace contextRef="#ctx0" brushRef="#br0" timeOffset="311290">2078 14829 22218,'-2'-4'3926,"0"1"-3299,2 3-296,-65-28-197,44 28-103,-16-8 0,4 8-26,24 41-8,7-11 1,0 3-12,0 7 0,2 2-489,2 5 0,0 2 186,1 2 1,1 2-387,0 1 0,1 1-434,-1-2 0,1 0-826,-1-4 0,0-1 1963,-2-6 0,1-4 0,0 5 0,-1-17 0</inkml:trace>
  <inkml:trace contextRef="#ctx0" brushRef="#br0" timeOffset="312174">1948 15531 13698,'-4'-9'3719,"-16"-30"0,-4-7-2262,2 6-1238,-5-9 0,1 0 458,7 14-198,9 12-418,12 7 46,15 6-107,20 3-28,21 2-360,-21 3 1,3 0 345,2 1 0,2 0 0,1-1 0,0 1 28,-4-1 0,-2-1 8,-6 0 0,-2-1 338,13-6-237,-19-2 73,-14-5 101,-10-2 173,-7-1 74,-4 2 641,-4 4-910,0 6-135,-2 9-68,0 11-16,1 10-28,6 11-11,4 5 17,13 0-23,7-4 23,10-8 5,4-10-17,-1-11 51,-3-15 56,-6-12 56,-4-14 27,-7-9 18,-6-5 39,-10-1-45,-8 5-17,-8 8-28,-5 10-67,0 13-45,1 10-27,3 17-7,3 13-10,2 18-23,4 13-62,9-14 0,3 0-134,2 19-608,5-16 1,6 0-12,4-15 0,3-2-406,7 7 0,4 0-107,3-6 1,4-3 254,1-5 1,1-6 710,-3-5 1,-1-7 1532,21-16 1293,-15-16-27,-16-14-712,-9-6-554,-7 0-326,-4 3-245,0 7-164,-2 11-200,0 14-169,0 12 857,2 17-846,5 28-38,-2-6 4,1-3 1,0 2-558,3 26 541,-3-20 0,-1 2-36,0 3 0,0 0-40,-2 9 0,-1-3 59,-1-17 1,-1-3-15,-1 5 0,-4-7 76,-4-15-34,-4-16 6,2-25 28,2-26-45,6 15 0,0-3-564,1-9 0,1-4 572,0-9 1,1-3-273,2 20 0,0-1 0,1-1 273,0 1 1,1 0-1,2 1-4,2-3 1,3 0 0,-1 5-3,1-1 0,1 2 8,5-7 0,2 5-138,10 4 121,9-1-16,3 19 22,8 17-34,-13 17 12,-4 6 1030,-17 20-1075,-14 3-57,-15 15-218,-4-22 1,-4-1-369,-1-6 0,-1-2-38,-1-1 1,1-2 747,-21 8 0,30-20 0,-3 0 0</inkml:trace>
  <inkml:trace contextRef="#ctx0" brushRef="#br0" timeOffset="312417">3312 15074 27897,'40'-30'-1493,"-6"13"0,3 4-4819,23 0 5179,-16 5 1,-4 2 0,-13 3 0,-1-1 0</inkml:trace>
  <inkml:trace contextRef="#ctx0" brushRef="#br0" timeOffset="312916">3964 14989 19456,'-3'-7'2837,"-5"-24"0,1-7-2103,3-5-987,-3 2 0,2-2 611,15-16-173,14 13-140,-3 18 0,4 2-15,14 1 1,4 4-28,-3 7 0,0 3 0,0 1 0,0 4-1,-2 8 1,-2 5 3,14 15-15,-20-3 1,-4 6 2,-5 14 1,-8 6-4,-10-3 1,-5 0-447,-2 3 1,-7 0 451,-15 2 0,-8-3 9,2-7 0,-4-1-8,6-8 0,-1 1 0,-1 0 30,-4 0 0,-1 0 0,2-2 14,-5 3 0,3-3 171,3-3 0,6-3-134,5-3 21,32-13-27,29-9-138,21-5 1,7-2-851,-15 2 0,5-1 752,-7 2 1,6-1 0,2-1 0,-3 2-503,7-1 0,-2 0 1,3 0 664,-12 2 0,3-1 0,1 0 0,-2 1 0,-5 0 0,4 0 0,-4 0 0,-2 1 0,18-3 0,-1 0 0</inkml:trace>
  <inkml:trace contextRef="#ctx0" brushRef="#br0" timeOffset="313533">7545 14838 22884,'-61'-17'1055,"0"-1"0,4 2 0,4 6-890,20 11 0,3 3-75,-16 3 22,2 20-84,29-1-6,1 17-16,28 0-17,15 4 8,-8-22 0,3 1-209,2 0 1,2 0 202,0 2 1,1 0 16,-2 0 1,-2 0-1,-4-1 1,-3-1-9,3 13 22,-26 3 0,-22-21 29,-27 6-333,20-21 0,-4-2 313,-4 0 0,-1-3-17,8 0 0,0-1 0,-7-2 0,2-2-9,-16-13-105,13-7 43,25-12-1343,41-3-362,1 16 1,4 2-973,-1 3 0,1 1 2734,9-2 0,-3 3 0,-4 3 0,0 2 0</inkml:trace>
  <inkml:trace contextRef="#ctx0" brushRef="#br0" timeOffset="314441">8084 14908 27118,'-40'17'80,"-1"-1"1,1 10-1,10 4-52,23 13-23,3-11 1,3 0 22,10 21-11,12-4-6,12-7 6,10-8-6,2-15 40,-2-13 33,-7-18 45,-8-14 78,-8-14-101,-7 3-3,-9 5 1,-2-1-14,-1-15-68,-2 15 1,0 0-6,-4-12-1,0 13-72,1 12-117,3 11-191,2 13-375,8 9-449,9 12-587,13 7-993,11 4-1583,11-2 1332,-24-18 0,1-2 1059,1-2 0,0-3 2016,26 3 4514,-11-9 1563,-16-9-2161,-15-5-1710,-9-1-861,-7 0-527,-2 3 15,-1 4-698,0 2-130,1 6-16,3 5-28,5 9-23,3 8 23,4 8-17,-1 5 17,-5 2-6,-5-2-11,-8-5 45,-4-8 11,-3-10 22,3-9-5,3-14-23,4-11 29,4-14 10,9-13 7,3-11-288,-3 25 1,1-1 222,-1 1 0,1-1 36,11-25-75,-1 11 47,3 14-17,4 13-10,7 10-7,9 9-5,6 13-11,3 9 189,-5 14-184,-7 8-10,-12 4-35,-13-1 83,-16-3-20,-13-8-1,-9-8 17,-1-11-6,5-10-5,5-15 331,7-11-297,3-14-12,8-10 0,6-4-15,7 0-24,5 3 0,3 9 0,4 6 0,3 9 0,4 8 0,4 8 0,3 13 0,4 8 0,0 15-304,1 8-857,-7 8-1499,-9 2 2660,-13 3 0,-10-23 0,-7-6 0</inkml:trace>
  <inkml:trace contextRef="#ctx0" brushRef="#br0" timeOffset="314650">9864 14829 22783,'-2'-4'3540,"0"1"-3204,2 3-414,76-32-320,-15 29-441,-21-4 1,6-3 0,-3 6-675,4 12 1,-3 5 1512,1 4 0,-4 0 0,7 1 0,-15 2 0</inkml:trace>
  <inkml:trace contextRef="#ctx0" brushRef="#br0" timeOffset="314800">10000 15162 27090,'60'-18'-2257,"0"0"0,1 0 0,-2 3 2257,-15 6 0,-4 2 0,15-2 0,-25 4 0</inkml:trace>
  <inkml:trace contextRef="#ctx0" brushRef="#br0" timeOffset="315174">10881 14757 26743,'-2'-47'347,"1"0"0,2 1 1,7 8-158,23 17-111,15-1-46,12 8-25,-27 11 1,2 2-12,-1 6 0,-1 3 9,24 21-17,-17 20-222,-26-18 1,-6 3 221,-8 2 0,-7 0 2,-6 3 1,-5-2 16,-9 1 1,-5-2-518,-4 0 0,-2-3 481,-1-2 0,-1-2 22,5-5 1,3-2 414,-14 10-347,35-17-34,20-11-6,45-14-25,-16 2 0,4 0-660,18-3 0,5-1 336,-14 4 1,2 1-1,2 0 63,9-1 0,3 1 0,-6 0 0,-4 1 1,-5 1-1,-2 1 0,0-1 0</inkml:trace>
  <inkml:trace contextRef="#ctx0" brushRef="#br0" timeOffset="344366">8494 3628 14546,'-57'13'1074,"0"1"0,-1-1 1,6-1-1,1 0 0,5-1-517,4-2 1,6-1 148,-20 6 319,24-8-611,24-2 248,33-9-483,3-1 0,7-2-95,19-3 0,7-3-851,-9 3 1,3-2 0,3 1 777,-8 2 0,1 0 1,2-1-1,0 1 0,2 0 0,2-1 1,0 1-1,0 0-2,-1 1 1,1 0 0,0 0 0,-2 2-8,-3 0 1,0 0 0,-1 1 0,-2 1 2,10-1 1,-2 1 0,-3 1-18,-9 2 0,-2-1 1,-4 2 11,4 1 0,-6 1 28,2 4 16,-42 7-4,-38 5 19,3-5 0,-6-1-484,-14 2 1,-4 0 437,14-3 0,-3 0 0,0-1 241,-3 1 1,0 0 0,0-1-248,0 1 1,1-1-1,1 0-2,4 0 1,2 0 0,1-1 2,-13 4 1,4-1 131,13-2 0,4 0-242,-11 4-3,26-5 144,22-3 1108,20-4-1118,27-5-10,7-4 1,4-1 115,-15 2 0,3-1-132,5-1 1,6-2 0,-3 1-729,6-2 1,-1 1 727,-10 2 1,2-1 0,-1 1-1,-3 0 1,-1 1 0,-2 1-276,15-3 0,-3 2 317,-12 3 1,-5 0 71,7 0-5,-36 4-46,-40 7-45,-1-1 0,-6 2-63,-15 2 1,-5 1 62,10-1 1,-1 0 0,-3 0-19,-6 1 1,-2 0 0,-1-1 6,13-1 0,-1 0 0,0 0 1,0-1-59,0 1 0,0-1 0,1 0 0,1 0 51,-10 2 0,1 0 0,3-1 1,6 0 1,2-1-1,4 0 163,4-1 0,4 0-184,-7 2 23,50-8 15,28-7-18,-2 0 0,8-2-489,10-2 1,6-1-1,-2-1 468,-14 4 1,-1 0 0,3-1 2,7-1 1,5-1-1,0 0 1,-4 1 21,-4 2 0,-3 0 0,1 0-23,8-2 0,1 0 1,-3 1-107,-9 2 1,-3 1 0,-2 0 112,4 0 1,-12 1-40,-23 4 43,-30 7 10,-23 3 1,-12 2-6,14-2 0,-1 1 0,-4 1 116,1-1 1,-4 1 0,-2 0-1,0 0-115,-5 2 1,-2-1-1,0 0 1,-2 1 9,5-2 0,-2 1 0,0 0 1,1-1-1,3 0-4,0 0 0,3-1 0,1 0 0,1 0-9,-12 2 0,3 0 0,9-2 1264,-12 2-1200,67-11-874,34-10 1,14-4 850,-10 4 0,7-1-23,-1 0 1,11-3 0,4-1 0,-1 1 0,-7 2-492,-1-1 0,-5 3 0,7-2 476,-9 2 1,6-2 0,3 0 0,1 0 0,-3 1 0,-5 1-85,2 0 0,-5 1 1,-1 0-1,2 1 83,7-2 0,3 1 0,-1 0 0,-7 1 0,12-2 0,-8 2 0,-17 4 0,0 1 0</inkml:trace>
  <inkml:trace contextRef="#ctx0" brushRef="#br0" timeOffset="367657">6033 16540 18756,'0'-6'4895,"1"0"-3892,-1 6-438,0 0-295,4-26-35,-5 37-11,1-11-45,-7 50-78,-2 6-11,-4 5-60,6-29 1,-2-1-6,0 0 1,-1-1 30,-13 26-6,2-12 28,5-12 135,6-15 56,5-10-118,4-17-95,6-12 23,4-20-18,11-17-454,-8 23 0,1-1 424,2-3 0,0-1-20,1 1 0,0 0-122,-1 3 0,1 2 117,13-21-17,-1 21 22,0 17-17,0 22 1,3 15-1,-1 16 0,-3 10 23,-7 7-34,-6 2 1,-9 0-1,-2-6 11,-5-11 831,1-12-808,-1-13 284,1-12-279,1-13 6,1-12 28,5-12-17,3-8-5,7-5-6,3 3 0,4 4 11,0 11-50,0 11 0,-2 11 11,0 8-12,0 11 24,2 7-80,1 10-100,3 7-168,3 6-336,5 3-716,7 1 693,-18-21 0,2-2-168,4 0 1,2-3-79,2-1 0,2-3-45,0-3 0,-1-3 17,20 1-64,-22-9 0,-2-3 972,2-7 615,8-9 510,-23-3 353,-5-3 51,-3-3 189,1-3-581,0-7-18,2-2-313,0 1-106,-2 4-135,-5 8-106,-3 8-141,-4 7-94,-2 7-79,2 3-73,-2 3 17,1 0 0,0 0 11,-1 0-11,2 0 11,-1 0 45,1 1-39,-1-1-6,0 0 12,0 0-34,-1 0 11,1 0-6,0-1 0,-1 1-16,0-2 5,-1 0 45,1 0-17,0 1 1,1 0 16,-1 1-45,-3 2 34,-7 8 16,-10 8-22,-10 12 34,-6 6-11,-1 5-23,7-1-22,8 0-23,11-6 6,9-6-11,12-6 0,5-7 28,7-6-6,5-7 28,4-11 28,3-9 40,0-10 38,-3-8 51,-8-4 34,-6 2-51,-5 3-39,-5 7-34,-2 7-50,-1 9-33,0 6-12,1 6-5,2 8-6,3 9-34,2 13-28,0 10-94,-1 8-281,-3 5-669,1 4-132,4 0-264,9-5 528,10-15 795,10-19 308,3-25 307,0-18 320,-3-16-265,-3-10 321,-4-4-128,-4 5-119,-7 12-167,-9 14 37,-6 13-318,-5 15 51,-1 23-145,0-1 27,-1 33-61,1-4-418,1-16 0,1 1 420,1 5 1,1 1-1,1 3 1,1 1-17,0 1 0,1-1 25,-2-3 0,0-3 190,-2-8 1,-1-3-219,-3 9-5,-6-27 38,-6-28 51,-8-23-31,9 6 1,0-4-4,-2-9 1,1-3-226,-1-7 0,2-2 203,1-4 0,2-2 1,4 13 1,2-2 0,1 4-2,0-3 0,2 2 6,3-13 0,4 4-513,9-5 504,-6 25 1,3 1 16,0 4 0,2 2-9,6 0 1,2 3-12,20-8 34,-1 10-39,-1 20-28,-12 15 5,4 14 1171,-11 20-1213,-19-9 1,-4 2-4,-7 18-42,-8-15 1,-5-1-220,-1-14 0,-3-3-358,-5 7 1,-3-1-4219,-3-1 1,1-3 3140,-8 5 1,8-8 0,29-19 0</inkml:trace>
  <inkml:trace contextRef="#ctx0" brushRef="#br0" timeOffset="367874">8217 16550 28671,'-10'4'-1945,"1"3"-7886,1 9 8970,3-4 0,1-3 0,3-7 1</inkml:trace>
  <inkml:trace contextRef="#ctx0" brushRef="#br0" timeOffset="368690">8494 16624 13805,'3'-4'7516,"-1"1"-5678,-2 3-186,48-76-901,-27 37-878,8-11 0,-3 1 407,-15 18 645,-10-2-690,-11 18-117,-10 0-90,-1 11 61,-20 18-44,18-2-37,-3 11 1,0 4 13,-5 16 52,9-10 1,1 1-84,6-5 1,3 0-36,-4 22 21,9-14 6,15-7 17,8-16 28,19-3 28,0-16 6,10-12-23,-15-5 219,16-20-29,-17 10-27,11-13-57,-15 15-82,-8 7 411,-5 10-474,-6 8 0,-3 16 0,-1 18 0,0 26 0,-5-16 0,-1 5-611,-2 10 0,-2 4 611,0-12 0,-1 1 0,0 2-697,-2 6 1,0 2 0,0 0 586,-1 5 0,-1 0 0,1 0-49,-1 1 0,0-1 1,0-1-238,1-6 1,-1-2 0,0-2 417,-4 8 0,-2-6 17,4-18 1,-2-11 21,-10-20-66,7-45 33,13 3 0,3-5-129,1-13 0,4-4 103,3 13 0,1-1 0,2 1-5,0-14 0,5 0-125,1 15 1,4-3 0,2 0-1,-2 7-160,2-4 0,3 1-1090,1 3 0,5-6 0,1 2 0,-3 7 1378,2 4 0,-1 4 0,5-7 0,-3 5 0,-6 10 0</inkml:trace>
  <inkml:trace contextRef="#ctx0" brushRef="#br0" timeOffset="369307">8991 16516 12897,'7'-6'4469,"19"-27"1,4-7-2778,-7 4-1541,9-8 1,-2 0 773,-11 8 88,-6 9-419,-7 8 11,-3 8-370,-4 6-123,-5 9-22,-7 10 435,-10 14-502,-7 18-26,13-16 0,1 2-274,0 4 0,1 2 274,2 1 1,2 1-18,3-3 1,2 0 13,6-3 0,3-1-27,17 21 16,15-14 0,14-17-11,5-14 51,0-19-23,-8-12 11,-10-16 0,-13 4 3,-13 1 0,-3-1 42,-2-23-374,-6 13 0,-1-1 337,-3 5 1,-3 1-3,-2 0 0,-3 1 78,0 4 1,-3 3-56,-17-19-52,0 18-4,3 18-63,6 18-369,5 13-571,7 16 1019,5 11 0,5-19 0,2 0 0</inkml:trace>
  <inkml:trace contextRef="#ctx0" brushRef="#br0" timeOffset="369824">9775 16384 28160,'-16'23'-11,"2"-11"-79,13 20 1,4 6-606,-3 16-1063,-1-18 0,1 1 626,-4 22-803,-4-18 0,-3-1 1099,-11 5 808,-10 8 1139,6-35 194,6-23 252,8-17-207,7-22-443,3-18-582,5 23 0,2-1-51,0-6 1,3-1-35,2-3 1,2 1-28,0 4 0,1 1-142,-1 7 0,0 2 125,10-15-73,-1 18-61,5 13-18,7 11-38,11 15-1,10 16 166,-25-2 0,1 3-185,1 6 0,-2 3 8,0 3 1,-3 3-15,-3 0 1,-4 2-12,-5-2 0,-6 0-111,-9-2 1,-8-2 57,-7-2 0,-8-2-344,-19 1 0,-6-4 55,13-9 1,-1-3-2178,-20 1 1,1-5 2549,-4-9 0,9-2 0,25-3 0</inkml:trace>
  <inkml:trace contextRef="#ctx0" brushRef="#br0" timeOffset="374541">11120 15922 25942,'2'-38'554,"0"1"1,-2-8-370,-11 79-101,3 0 0,-1 4-2091,-4 14 1,0 3 2009,2-10 1,0 2 0,0 0-1,-1 5 1,1 1 0,0 0-124,1 1 0,1 0 0,2 0 6,2-4 0,1-1 0,6-1-569,8 15 0,11-6-1875,12-10 1,9-9 2557,4-9 0,1-8 0,-11-7 0,-2-4 0,10-3 0</inkml:trace>
  <inkml:trace contextRef="#ctx0" brushRef="#br0" timeOffset="378851">12132 16103 18257,'0'-3'5366,"0"0"-3282,0 3-1871,-19-46-73,8 45 45,-23-24-62,6 67-76,9-14 1,-1 3-378,-3 5 1,1 2 340,0 2 0,2 2 0,2 0 0,4-1-19,3-4 0,5 0-20,13 22 44,21-18 12,24-17-20,-18-17 1,1-5-230,4-5 0,-1-4 271,1-3 1,-1-4 30,-3-3 0,-4-4 31,-4-3 0,-3-2-22,-6-2 1,-4-1 12,-4-2 1,-4-1-34,-5-1 0,-5 1-17,-2-1 1,-4 1 146,-4 1 0,-4 2-175,-1 2 1,-3 2 13,-25-14-68,-2 15 7,0 14-17,2 18-23,4 14-173,7 13-560,12 12-1575,15 6 2370,26 7 0,-8-27 0,9-3 0</inkml:trace>
  <inkml:trace contextRef="#ctx0" brushRef="#br0" timeOffset="379057">12766 16353 25287,'-4'-1'2218,"1"-1"-2425,3 2-1563,-6 48 1770,9-16 0,-8 20 0,9-32 0</inkml:trace>
  <inkml:trace contextRef="#ctx0" brushRef="#br0" timeOffset="380124">13243 16106 25359,'12'-53'728,"1"-1"0,-2 7 1,-4 6-275,-11 10-326,0 16-72,-5 13-39,2 13 17,-9 22-29,-3 10-8,4-5 1,0 3 13,3-6 0,1 1-257,1 6 1,2-1 245,1 8 34,15 2-48,8-20-8,13 1-17,16-14 39,-4-18 17,-1-7-17,-7-20 44,-11-4 63,0-28-40,-10 0-597,-8 23 1,-3 0 562,-4-12 8,-9-4-18,-3 19 23,-14-6-46,2 16 0,-5 6-30,6 14 1620,8 6-1819,2 7-415,10 6-2420,10 17-6767,10-3 9157,2-1 1,-2-15 0,-9-10 0</inkml:trace>
  <inkml:trace contextRef="#ctx0" brushRef="#br0" timeOffset="380357">13718 15803 28356,'-19'-38'157,"-1"0"1,-2-20-158,45 72 0,6 3 0,-2 1 0,1 4-743,9 13 1,-1 4 742,0 4 0,-1 4-407,-9-6 1,-1 3-1,-5 0 179,-6-1 0,-4 0 1,-2-1-174,-1 10 1,-6 0-2877,-7-5 0,-5 0 0,-1-6 1924,-8 15 0,4-19 0,1-6 0,7-23 0</inkml:trace>
  <inkml:trace contextRef="#ctx0" brushRef="#br0" timeOffset="380990">14810 15797 6283,'48'-13'481,"1"0"1,-5 1 0,-5 0-253,-2-1-59,0-1-282,4 1-95,2 0 152,-2 1 234,-4 4 813,-10 1 1864,-9 3-882,-9 1 2462,-4 1-2654,-6 1-489,-3 1-340,-3-1-264,-5 0-197,-2-1-150,0 0-129,0 0-68,2 2-10,1-1-6,2 1-45,1 0-34,5 0-28,1 0 79,1 0-28,6 0-6,1-1-33,5 0-1,-2 0-16,2-1-22,1-1-130,5 0-509,11-1-1529,13 2-5641,10 1 7814,-3 0 0,-17 1 0,-15 0 0</inkml:trace>
  <inkml:trace contextRef="#ctx0" brushRef="#br0" timeOffset="381406">15148 15835 19336,'-44'22'1086,"0"0"1,0-1-1,-12 7 1,10-4-448,20-10 445,28-8-748,21-7-157,28-10-143,-17 2 1,3-1-528,7-3 1,2 0 496,3-3 0,1 1-1,0-1 1,-1 0 5,-3 1 0,-1 0 24,-8 1 0,-2-1 27,15-12 295,-25-1-194,-22-3 10,-21-4 46,-17-6-385,10 18 0,-1 0 295,-3-3 0,0 0 39,0 2 0,0 0 975,-18-16-986,16 12 190,14 13-347,11 8 0,4 5 0,21 19 661,7 5-661,-1 0 0,2 2 0,3 2 0,0 1-451,4 5 1,0 1 450,0 3 0,-1 0-74,-3 2 1,-4 2-327,-5-2 1,-6 1 40,-8 0 1,-7-1-833,-7 0 1,-8-1 913,-8 2 0,-2-4 0,-5 5 1,-2-8-1</inkml:trace>
  <inkml:trace contextRef="#ctx0" brushRef="#br0" timeOffset="382033">16463 15741 22627,'-3'-46'1163,"-1"-1"1,1 0-1,-1-13 1,-1 5-876,1 18 1,0 5 41,-1-7-207,2 22-78,2 17-17,1 19 39,4 19-33,3 24-450,-3-23 1,1 3 420,0 4 1,-2 1-6,0 1 0,-1 0-17,-2-1 0,0-1-167,-2-4 1,-1-2 180,0-7 0,-1-2 26,-4 12 27,2-22 6,4-19 6,1-22-11,5-22-51,2-21 3,-2 25 0,0-3-3,0-4 0,-1-1 0,-1-2 0,0-1 0,-1 0 0,1 2 0,-1 6 0,0 4 334,2-16-334,-2 28 0,0 25 0,-2 22 0,0 21 0,-1 19-319,2-26 1,-1 1 318,0 3 0,1 0-74,3 1 1,1-1-691,0 1 0,3-1 286,4 1 0,0-2 1,2 4-1,1-8 0</inkml:trace>
  <inkml:trace contextRef="#ctx0" brushRef="#br0" timeOffset="383199">333 12877 9654,'-6'1'8693,"0"-1"-6688,6 0-33,0 0-1647,-23-4-129,31-3-34,-5-8-55,50-5-77,-18 8 1,2-1-359,5 0 0,1 0 353,2 1 1,-1 0-12,-2 2 0,-2 1-14,-5 3 0,-3 0 17,9 0 78,-21 4-11,-30 9-34,-23 7-8,4-3 0,-5 2-245,-7 2 0,-3 0 261,-7 1 1,-1 0-109,-2 1 0,1 0 145,2-2 1,2-1-15,6-2 0,4 0 42,-18 5-56,27-8-61,17-6 11,17-4 525,16-4-519,21-8-18,-9 4 1,3-1 319,7-3 1,1 1-323,4-2 0,0 0-304,-1 1 1,-1 1 297,-5 0 0,-1 2-8,22-4-17,-21 6 11,-20 6 23,-22 6 0,-18 6-23,-20 7-11,-14 2-73,23-10 0,-1 1 3,1-1 0,0-1-317,-24 4-72,16-3-2835,17-5 3322,12-2 0,8-1 0,2-1 0</inkml:trace>
  <inkml:trace contextRef="#ctx0" brushRef="#br0" timeOffset="391482">8594 3552 17313,'-48'5'849,"0"1"0,0-1 0,-12 2 0,-3 1 0,6-1-418,8-1 1,2 1-152,-16 2 0,4 0-70,24-3 0,6 0-126,-4 0 174,25-3 319,53-10-409,-12 0 1,6-1-867,2 0 1,4 0 0,2-2 773,6 0 0,3-1 0,1 0-426,-10 2 0,2 0 0,0 0 0,1 0 354,1 0 0,1 0 0,-1 1 1,1-1-5,-1 1 0,-1 1 0,1-1 0,-2 1 0,13-2 0,-1 0 0,-1 1-79,-8 1 1,0 0-1,-4 0-140,13 0 1,-6 0 112,-16 3 1,-6 0-95,-5 1 179,-47 11 24,-9-1 0,-6 1 5,-15 4 1,-6 0 7,11-2 1,-3 0 0,-1 0-6,-5 2 0,-1 0 0,0 0 83,-4 1 0,0-1 0,1 2 10,0-1 0,1 1 1,1 1-5,5-2 0,1 1 1,2-1 41,-13 5 0,5 0-17,16-4 0,4-2 2081,-1 3-1858,40-9-301,38-14-123,-2 1 1,5-3-344,-6 1 1,3-2 0,1 0 356,8-2 1,1 0 0,2 0 5,2-1 1,2 0-1,0 0-6,0 1 1,0 0-1,-1 0-4,-5 1 0,0 1 0,-3 1-6,12-3 0,-6 1 220,-16 4 1,-8 1 101,-10 1-106,-54 12 79,-2 0 1,-7 2-186,-14 4 0,-2 2 155,7-3 1,0 1-64,8-2 1,-2 1-1,1 0-287,-15 5 1,2 0 122,6 0 1,2 0-1155,6 1 1,8 0 1265,13 4 1,19-10 0,5-4-1</inkml:trace>
  <inkml:trace contextRef="#ctx0" brushRef="#br0" timeOffset="397050">9450 17919 21803,'-6'-3'2492,"1"2"-2114,-34-6 0,-10 4 37,1 11-816,-11-7 0,-1 6 586,7 25-73,7 7 64,11 2-193,14 0 157,17-2-370,26-5-555,26-6-318,-10-18 0,4-3-3212,13-5 1,2-2 4314,0-3 0,-4-2 0,-13 1 0,-5 0 0,8-3 0</inkml:trace>
  <inkml:trace contextRef="#ctx0" brushRef="#br0" timeOffset="397251">10094 17908 22375,'-8'0'3103,"1"0"-2907,7 0-448,0 0-953,12-27-1573,41 9-1367,-14-2 0,5 0 3579,8 8 1,0 4 0,-15 1 0,-4 2 0,5 0-1</inkml:trace>
  <inkml:trace contextRef="#ctx0" brushRef="#br0" timeOffset="397423">10378 18050 21000,'-54'19'794,"-1"0"0,1 0 0,7-2 0,2-1 1,7-3-431,-10 3 460,34-12-735,35-14-206,34-13-287,-11 6 1,4-1-1147,-9 3 1,2 1 0,2-1 1549,8-2 0,2 0 0,-4 1 0,-4 1 0,-3 2 0,-3 2 0,0-1 0</inkml:trace>
  <inkml:trace contextRef="#ctx0" brushRef="#br0" timeOffset="398424">11306 17986 23864,'0'-61'1019,"1"0"1,0 6-1,-1 6-520,-2-4-113,-1 15-39,-1 13-319,1 13-5,1 12 50,2 19-23,2 20-33,0 23-242,-1-22 1,0 1 212,-2 3 1,0 2-337,-1-1 0,-1 1 328,-1-3 1,1-1 2,-1-5 0,0-1-39,0 20 68,2-18 4,1-17 40,4-18 420,5-17-448,8-20 23,5-20-74,-10 19 1,-2-3 41,0-3 1,-3-2 19,-1-3 1,-2-1-43,-2 2 0,-1 1 3,-2 5 0,-1 1 107,-6-22-68,-3 22-34,-1 18-16,5 14-45,1 16 62,5 16 11,-1 18-1,3 15-24,-1-15 0,1 1 411,0 17-406,0-17 0,0-2-58,-1 4 16,-1 5 45,0-17 0,-2-16 11,0-16-5,-1-19-3256,2-15 3322,1-19-2115,3-11 2062,1 28 1,0 0 3,5-29-23,2 10 0,-3 16 0,-2 17 2269,-3 10-2269,-1 22 3392,-2 7-3875,-2 21-3631,0-6 47,0 17 3500,1-18 0,2-5 0,-1-14 0</inkml:trace>
  <inkml:trace contextRef="#ctx0" brushRef="#br0" timeOffset="400173">18724 10073 22358,'20'-35'638,"-1"1"1,12 4-429,-24 56 0,-6 17-37,1 15 1,-3 6-1712,-1-8 0,0 2 0,-2 4 1608,1-6 0,-2 2 0,0 3 0,0 1-311,0-4 1,0 2-1,-1 1 1,0 2-1,0 0 261,0-11 0,1 1 0,-1 1 0,0 0 0,0 1 0,-1 1 0,1 1-87,0-2 0,-1 1 1,1 0-1,-1 1 1,0 1-1,0 0 0,0 1 1,0 0 71,-1-3 1,1 2-1,0-1 1,-1 1 0,1 1-1,-1 0 1,0 0 0,1 0-1,-1 1-103,0-4 0,0 1 1,1 0-1,-1 1 1,0 0-1,0 0 1,-1 0-1,1 0 1,0 1-1,0-1 112,-1 2 0,1 1 0,-1 0 0,0 0 0,0 0 0,0 0 0,0 1 0,0-1 0,1 1 0,-1-1-19,0 1 1,0 1 0,0-1 0,0 1-1,0-1 1,0 1 0,0-1 0,0 1-1,0-1 1,1 1 11,-1-1 1,1 0 0,-1 0 0,1 0 0,-1 0 0,1 0 0,0 0 0,0 0 0,0 0-1,1-1-13,-1-1 1,1 0-1,0 0 1,0 0 0,0-1-1,1 1 1,-1-1-1,1 0 1,0 0 0,0 0-26,0 4 1,1 0-1,-1-1 1,1 0-1,-1 0 1,2 0-1,-1 0 1,0-1-1,1 0-83,0-3 1,1 0 0,-1 0 0,1-1-1,0 0 1,0 0 0,0 0 0,1-1-1,0 0-511,-1 3 1,1 1-1,1-1 1,-1 0 0,1-1-1,0 0 1,0-2 0,0-1 624,0 9 0,0-1 0,1-1 0,0-2 0,0-3 0,-1-3 0,1 4 0,0-3 0,1-4 0,-1-4 0,1 6 0,0 0 0</inkml:trace>
  <inkml:trace contextRef="#ctx0" brushRef="#br0" timeOffset="400949">19922 12238 23819,'-16'-48'747,"0"0"0,0 5 0,-4 8-377,-32 14-180,7 11-128,1 9 22,8 11-45,13 7 0,0 14-33,8 9 5,11 18-11,7-17 5,15 19-10,5-22-325,10 13 319,1-1 5,-16-22 1,-2 0 16,3 15-17,-4-6 12,-22-12 16,-9-10 17,-26 1-5,-3-8-28,-15-7-1,20-5 6,-3-9-78,16-4-336,2-12-2129,21-19-4424,21-1 6184,13-4 1,-7 25 0,-7 12 0</inkml:trace>
  <inkml:trace contextRef="#ctx0" brushRef="#br0" timeOffset="402123">20248 11945 27359,'-23'45'104,"0"0"1,3 0 0,5-3-100,14 8-16,1-17 0,0-2-28,-2 8-463,-4 8 1,-2 2-810,-7 8-378,2-14 1,-1-2 881,-4-8 108,-4-13 515,8-19 783,1-25 146,6-9 196,9-22-454,2 14 398,3-9-140,-2 15 1383,0-7-1776,-3 16-206,-2 8-101,0 15-34,2 5 6,6 9 0,10 4-23,28 12-5,6-4-432,-14-9 1,-1-2 442,18 2-3,-21-7 0,1-1-133,26-2 131,-5-4 38,-7-9-10,-28-11 5,-12 1 145,-6-17 23,-7 11-67,0-6 185,-11 1-146,3 15 764,-3-2-859,-2 11 122,2 8-178,-12 17-6,5 7-6,1 14-21,11-1 16,6-9-23,15 10 23,4-18 0,14 5-11,-3-17 28,2-10-12,-7-6 29,5-22-6,-14-1 7,2-17-35,-11 3 0,-10 0 0,0 12 0,-17-5 0,2 22 0,-11 0 0,1 23 0,-1 17 0,7 3 0,7 4 0,1 4 0,6-6 0,1 3-473,-5 16 1,3 4 472,4-2 0,3 0-776,1 7 0,4 1 185,4 0 0,4 1-353,4-2 0,6-3-778,4-8 1,5-5-847,2-10 0,4-7-775,0-11 0,2-8 1861,-2-9 1,1-8 2847,-1-7 1,0-6 1293,-1-7 1,-1-5-533,1-5 0,-2-3-748,0-5 1,-2-1-508,1-2 1,-2 0-258,-2 1 1,0 1 294,-3 5 0,0 1-626,-5 8 1,-2 2 156,7-17 489,-11 17-752,-5 17 127,-4 11-262,-1 18 1213,-1 12-1229,-3 19 6,-2 13-307,2-23 0,-1 0 256,0 5 1,-1 0 2,-2 2 0,-1 0 0,-1 0 0,-2-2-133,0-2 1,-1-2 123,-11 18 12,4-23 17,8-22-12,6-24 1,6-17 21,5-23-8,0 21 1,0-3-176,2-8 1,2-2 168,1-6 1,2 0-3,2-3 0,2 2 17,0 3 0,3 3-15,-2 6 1,2 3 0,-3 8 0,2 3 263,13-16-272,-2 15-10,-1 11-18,0 10 17,-3 11 17,-3 13 985,-4 11-1013,-7 16-112,-12 7-264,-19 6-162,4-27 0,-5-1-367,-5 0 1,-2-2-1085,-1-1 1,-1-1 2016,1-3 0,1-3 0,-3 3 0,10-7 0</inkml:trace>
  <inkml:trace contextRef="#ctx0" brushRef="#br0" timeOffset="402340">21790 12282 27079,'16'-20'-7511,"12"3"7511,24 10 0,-17 3 0,-14 2 0</inkml:trace>
  <inkml:trace contextRef="#ctx0" brushRef="#br0" timeOffset="402833">22234 12110 20856,'-4'-2'5086,"1"1"-3994,3 1-795,-18-66-129,22 39-129,-9-12 1,7 2 10,27 19-39,13 7-16,7 5-1,7 9-22,-2 9-11,-5 10 5,-10 7-22,-15 6-17,-11 2 23,-15 1 39,-13-1 11,-13-4 0,-8-4 11,-3-6 17,3-3 34,2-7 22,5-5 56,3-4 61,9-6-22,4-1-33,7-2-51,5 0-78,7 0 5,7 3 23,10 0-17,8 2-5,6 8-7,5 7-16,2 12-28,-1 9 0,-7 5 0,-13 4-39,-22-3 11,-26-5-101,-23-6-384,16-18 0,-2-2-50,-4-2 0,-1-1-1437,-1-2 1,0-2 2027,4-1 0,3-1 0,-10-1 0,19-1 0</inkml:trace>
  <inkml:trace contextRef="#ctx0" brushRef="#br0" timeOffset="403199">19879 13233 19470,'-56'6'290,"1"0"1,0 0-1,0 0 1,-1 0 0,-3 1-1,2 0 1,1 0-1,2-1-30,-8 2 0,3-1 0,7-1 22,1 0 1,23 1 1207,36-3-1322,29-5 0,16-5-36,-1 1 1,8 0 0,2-1-652,-4 0 0,2 0 1,3-1-1,4 1 562,-13 1 0,3 1 1,2-1-1,1 1 0,1-1 1,-3 1-1,-3 0-307,7 0 0,-4-1 0,-1 2 0,2-1 1,5 0 271,-9 2 0,3-1 1,2 1-1,2-1 1,1 1-1,-2 0 0,-2 0 1,-3 1-212,3-1 1,-2 1 0,-3 1 0,0-1 0,1 1 0,3-1 204,-1 1 1,3-1-1,0 1 1,1 0-1,0-1 1,-1 1-1,0 0-116,-5 1 1,0-1-1,0 0 1,-1 1-1,1-1 1,-2 1-1,1 0 85,7 1 0,0-1 0,0 1 0,-2 0 1,-1 0-1,-4 0-263,6 1 1,-4 0 0,-2 0 0,-3 1-197,9-1 1,-4 1 0,-12 2 487,-7 5 0,-32-7 0,-11 0 0</inkml:trace>
  <inkml:trace contextRef="#ctx0" brushRef="#br0" timeOffset="405957">23928 13221 20235,'3'-2'4144,"-1"1"-2653,-2 1-1122,-71-43-100,32 30-425,-8-11 0,-1 4 246,10 20 114,8 8-187,12 8 72,9 6-78,15 7-5,11 3-34,15 7-11,9 5-68,-17-20 1,1 1 111,2 1 1,0 0-6,-2 0 0,0 0 5,-4-1 1,-2 0 16,3 17-10,-27-7-18,-26-9 0,-26-8-169,20-11 0,-2-1 172,-2-2 0,-1-2-36,1 0 0,2-2-143,4-1 0,3-3-905,-14-7-1814,22-10 2901,28-11 0,-2 14 0,12-2 0</inkml:trace>
  <inkml:trace contextRef="#ctx0" brushRef="#br0" timeOffset="406299">24281 13220 26435,'-12'40'61,"-1"0"1,2-3 0,3-1-40,16 13-5,6-4 6,11-5 27,7-11 56,1-11 51,-1-17 73,-2-13 50,-4-12-45,-5-11-67,-5-7-39,-8-3-62,-5 1-33,-3 5-18,-3 8-72,-2 11-224,-2 10-593,1 8-1172,4 11-3466,8 7 5511,3 2 0,0-5 0,-2-6 0</inkml:trace>
  <inkml:trace contextRef="#ctx0" brushRef="#br0" timeOffset="406866">24855 13297 27202,'6'38'219,"-1"-1"-191,2-3-6,-2 5-11,-2-16 40,-1 6 10,-4-19 68,0-1 0,-2-7-34,3-8 0,-1-7-11,4-11-11,3-7-17,7-8 0,6-6 0,6-2 6,7-2-40,-8 16 17,7 3-39,-11 18-11,4 4 11,2 5 0,6 15-5,-10-2-7,10 18 24,-11-1-7,1 10-50,-3 3-16,-10 6 33,-12-10 50,-4-6-11,-12-12-11,4-12 23,-3-3-29,6-12 40,5-15-12,4 3-33,8-18 0,4 6 11,8-11 11,13-3-11,2 14 11,0 6-22,4 15-11,-5 9-113,17 9-341,-7 8-879,1 14 229,-17-4-7494,-1 12 8620,-9-13 0,-3-2 0,-5-10 0</inkml:trace>
  <inkml:trace contextRef="#ctx0" brushRef="#br0" timeOffset="407083">25966 13156 26318,'50'-28'-99,"0"1"0,-9 2 0,-2 8-1330,19 25-4311,-9 8 5740,4 3 0,-21-5 0,-15-5 0</inkml:trace>
  <inkml:trace contextRef="#ctx0" brushRef="#br0" timeOffset="407249">26109 13453 23489,'-3'0'2700,"1"0"-2364,2 0-381,61-32-403,-12 19-1703,-9 0 0,7-2 0,-3 3-2765,2 5 1,-2 3 3197,-1 0 1,-3 0-1,3 0 1,-31 3 0</inkml:trace>
  <inkml:trace contextRef="#ctx0" brushRef="#br0" timeOffset="407673">27021 13157 26301,'15'-46'384,"-1"0"1,1 4-1,3 9-322,16 16-45,-3 8-12,0 9 1,1 3 5,22 11-463,-14-3 0,1 3 429,-6 3 1,-3 2-40,-1 3 1,-2 0-68,11 17-196,-22-10 1,-7 3-141,-15 10 278,-15 16 198,-23-20 90,-7-10 134,1-11 146,6-9 95,11-4-51,11-8-161,10-2 603,11-5-738,8 1 117,9 5-184,6 5-29,8 10 6,7 11-11,7 16-1079,-19-12 0,1 1 1048,-5-4 1,0 3-254,11 16 0,-4 1-187,-11 13-515,-17-15 1,-13-4 957,-33-8 0,-9-8 0,24-6 0,-1-3 0,-12-3 0,1 0 0</inkml:trace>
  <inkml:trace contextRef="#ctx0" brushRef="#br0" timeOffset="444640">20365 6350 21304,'9'-45'1043,"1"0"1,-1 0-1,4-15 1,-1 5-462,3-3-408,-4 24-6,-3 17-96,-3 21 85,4 37-45,-5 16-589,-1-11 1,-2 0 490,-1-10 0,-2 0 0,-1 9 0,-1 0-84,1-2 1,-1-1 69,1-2 0,1-1 5,0-1 1,0-4 128,2-2-27,0-17 178,0-26-234,0-3 111,1-45-67,0 0-652,-1 12 0,0-1 582,1 13 1,0 0-44,3-15 1,1 2 152,3-5-29,5-9-72,-7 42-40,-3 23 12,-1 20-12,-2 20-212,2 17 504,-1-23 0,1 2-286,2 8 0,0-2 0,0 7 0,3-2 0</inkml:trace>
  <inkml:trace contextRef="#ctx0" brushRef="#br0" timeOffset="460349">9535 1999 16421,'-4'-2'4119,"1"1"-1148,3 1 59,-23-1-1694,83 2-405,-12-7-1195,-7 4 1,10 0 0,-2 0 464,-4-2 0,-1-1 0,0 0-139,2-1 1,0 1 0,-1-1 442,-2 2 1,0-1 0,-1 0 157,13-1 1,-4 1-620,-10 2 1,-5 1 311,7-1-32,-31 6-1816,-32 4 2525,-28 7-631,12-5 0,-3 1-402,-9 2 0,-3 0 0,5-1 0,-3 0 0,3-1 0,-5 2 0,1 0 0,2-1 0,-2 0 0,3 0 0,-1 1 0,2 0 0,-9 2 0,0 0 0,7-1 0,4 0 0,11-1 0,3-2 0,-2 3 0,37-5 0,34-11 0,-3-3 0,6-1 0,13-3 0,5-1 0,-14 1 0,1 0 0,2-1 0,2 0 0,1 0 0,0-1 0,0 1 0,0 0 0,0 0 0,-5 1 0,0 0 0,-1 1 0,13-4 0,-4 1 0,-13 3 0,-6 1 0,-5-3 0,-30 7 0,-50 9 0,13-1 0,-4 3 0,-16 2 0,-4 2 0,14-3 0,0 0 0,-3 1 0,3-1 0,-3 1 0,1 0 0,1-1 0,-8 1 0,2 0 0,0 0 0,2 0 0,1-1 0,2 0 0,-8 0 0,6-2 0,0 0 0,10-1 0,44-7 0,39-8 0,-1 1 0,5-2 0,-5 2 0,2-2 0,2 0 0,9-1 0,1-1 0,2 0 0,-11 2 0,1 0 0,1 0 0,1 0 0,10-2 0,2 0 0,0 0 0,-3 1-2546,5 0 0,-2 2 1,-2-1 2560,-3 1 0,-1 0 0,-9 2 0,-10 4 0,-9 2 0,-14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20:35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5112 2211 32767,'-22'-29'-1725,"-1"0"0,-15-17 338,19 60 4079,1-2-1210,-30 24-1151,20-18 1,-2 0-525,-13 7 0,-3 1 386,-6 0 0,-1-1-193,12-9 0,-1 0 0,3-2 0,-1 0 0,2-2 0,-2-1 0,7-5 0,16-7 0,7-8 0,15-6 0,6-6 0,9 1 0,-6 9 0,1 4 0,-7 17 0,-3 13 0,-8 8 0,-2 4 0,-4 20 0,-5-4 0,-2 4 0,1-10 0,0-2 0,0 1 0,0 2 0,3-2 0,0 2 0,4 0-25,4 9 0,4-1 50,3 10 0,5-3-25,3-16 0,6-5-446,13-7 0,5-8-722,13 1-517,-2-14 1,9-2-1,-3-4-3231,-2-6 1,0-3 3457,-4 4 0,2-1 1,-7-1-1,13-11 0,-40 9 1</inkml:trace>
  <inkml:trace contextRef="#ctx0" brushRef="#br0" timeOffset="434">5800 2665 22360,'-5'-44'733,"-1"0"0,1-1 1,-3-19-1,-1 8-17,-3 17-542,3 8-162,1 10-29,6 19 20,10 32 1,5 20-1016,-7-15 0,-1 2 667,3 10 1,2 6 0,-3-1-1528,-2-8 0,-2 0 0,-1-1-592,1 13 0,-1-1 2499,0 8 0,-1-6 0,0-12 1,1-1-1</inkml:trace>
  <inkml:trace contextRef="#ctx0" brushRef="#br0" timeOffset="634">6245 3054 26420,'4'-41'541,"-1"-1"1,0 6 0,-1 8-661,-2 19-24,0 13 66,0 5-146,0 33-313,-3 3-315,0-8 1,0 2-3719,-1-2 0,0 0 4569,1-3 1,0-2-1,-1 9 1,3-19-1</inkml:trace>
  <inkml:trace contextRef="#ctx0" brushRef="#br0" timeOffset="867">6821 2871 27652,'32'-28'-267,"0"0"1,1 1-1,14-12 1,1 8-1225,-6 21 1,1 5 340,2-4 0,-3 1 1,6-1-1,-9 0 1</inkml:trace>
  <inkml:trace contextRef="#ctx0" brushRef="#br0" timeOffset="1058">7425 2458 22824,'-1'-4'3937,"-1"0"-3500,2 4 322,-13-60-760,10 41-88,-10-43-11,14 58 101,9 22-501,3 11 16,8 29-46,-11-22 1,-3 3-2317,0 10 0,-3 0 190,-1-6 1,-2 0 2694,-2 10 1,-1-8-1,1-22 1,0-4-1</inkml:trace>
  <inkml:trace contextRef="#ctx0" brushRef="#br0" timeOffset="1241">7921 2987 25627,'0'-6'2232,"0"2"-1864,0 4-271,-32-2-308,18 30-737,-23 11-1135,29-3 1,6 3 1765,-2-4 0,1-2 0,-1 11 1,1-20-1</inkml:trace>
  <inkml:trace contextRef="#ctx0" brushRef="#br0" timeOffset="1651">8508 2506 20834,'-3'-8'2985,"0"3"-2122,3 5-438,0 0-346,-36-44-40,19 47-28,-30-22-5,30 61-1,6 9 18,6 3-18,13-2-5,7-5 0,12-7 0,6-9 28,7-10 40,1-11 54,-2-15 107,-6-12 52,-7-14-24,-12-10-44,-7-10-69,-13-9-79,1 27 0,-2 0-134,-2 2 1,-1 1 152,-14-20-123,-2 17-178,-3 15-148,-1 16-767,2 15-5134,5 14 6260,9 3 0,7-8 0,5-10 1</inkml:trace>
  <inkml:trace contextRef="#ctx0" brushRef="#br0" timeOffset="2034">9019 2283 25635,'35'-43'675,"0"0"0,-3 4 1,0 8 1005,15 17-613,-3 2-457,-3 3-213,-4 1-109,-4 3 203,-4 3 75,-7 3-567,-2 7 0,-2 9 0,2 13-793,1 15 353,-9-14 0,0 2-379,2 6 0,-1 1 264,1 7 1,1 1 20,1 3 0,0 1 77,-1 3 1,-1 0 60,-3 0 1,-3 1-302,-6-3 0,-6-1 620,-7-3 0,-6-2-113,-7-4 1,-6-4 385,-10-1 0,-1-5 1,-6 4-1,1-10 1</inkml:trace>
  <inkml:trace contextRef="#ctx0" brushRef="#br0" timeOffset="3400">994 3198 20772,'-1'-54'1131,"1"0"1,0 7 0,-1 10-942,1 26-134,1 10 28,7 11 34,6 11-18,6 12-4,2 13-46,-2 7-16,-6 5-212,-7 1 234,-10-7 34,-3-9 50,-4-14 62,1-14-22,2-10-80,1-15-32,2-11-11,1-14-10,4-11-21,9-8-146,7-4 129,10 3 221,7 6 17,5 12 10,5 12-78,1 12-124,0 11-122,-2 13-175,-3 9-205,-5 14-563,-5 7-412,-7 8-308,-7 3-137,-4 0 369,-1-8 943,1-12 956,0-14 771,1-17 18,3-18 386,2-17-51,4-12 27,0-7-115,-2 4-356,-4 7-190,-5 12-320,-4 12-267,-4 9-86,2 9 1,1 11-619,3 11-176,3 10 6,0 7 38,5 0 168,6-4-91,5-8 49,5-11 211,2-11 571,0-14 183,-2-14 182,-5-11-113,-4-8-29,-7-4-5,-6 1-169,-6 4-198,-3 6-251,-1 9-336,-2 11-337,1 8-147,0 11-526,6 10-1767,5 13 3046,10 10 1,-9-15 0,1-1 0</inkml:trace>
  <inkml:trace contextRef="#ctx0" brushRef="#br0" timeOffset="4275">2371 3131 32767,'-23'-42'-2902,"8"17"1654,29 56 784,0 7 290,-4 7 193,-5 0 121,-3-3 16,-3-8-696,0-11 795,-1-12 29,-1-10 82,-1-11-388,0-8-84,0-11-86,1-7-53,4-6 140,7-2 172,7 2-11,5 7 154,6 7 763,2 9 165,2 7-200,4 7-199,1 9-250,-1 7-321,-5 9-168,-7 7-501,-8 6-398,-9 11 7,-6-14 173,-6 9 83,-1-23 314,-1-1 228,1-8 357,2-9-80,3-8-226,0-8-156,5-6 85,5-5 155,6-3-67,6 0 68,12-4-73,-7 12 310,15-4 523,-12 14 210,6 0-139,-5 6-141,-3 7-483,-10 3-249,0 9 0,-6 5-12,1 9-694,3 11-250,-2-4 81,-1-1 24,1-7 109,-4-10 180,1 0 283,-1-7 350,9-14 660,-4 0 71,15-17-60,-6 1-23,5-11 5,-2-16-108,-11 2-74,-5 0-506,-10-1-201,-7 10-533,-6-5 168,-8 4-110,6 16-7,3 9 113,9 11 219,4 4 185,2 5 92,5 9-129,15 21 32,7 5 122,5 2 27,9 3-439,-6-6 306,-15-14 1,-2 1-372,11 27 28,-24-20 0,-4 0 87,-5 12-1508,-21 13 1975,-6-27 0,9-9 0,3-7 0</inkml:trace>
  <inkml:trace contextRef="#ctx0" brushRef="#br0" timeOffset="4484">3441 2835 21396,'-5'0'2465,"1"0"-1261,4 0-1596,69-29-1498,-32 24 1889,10-6 0,-2 2 0,-21 14 0,-7 4 1</inkml:trace>
  <inkml:trace contextRef="#ctx0" brushRef="#br0" timeOffset="4634">3507 3086 30640,'44'-18'-319,"-1"-1"0,3 1 0,-7 5 0,-14 10 0,0 0 0</inkml:trace>
  <inkml:trace contextRef="#ctx0" brushRef="#br0" timeOffset="5184">10850 3061 23971,'0'-8'2039,"0"1"-1608,15-52-269,-9 41-139,12-41-46,-16 71-156,-1 22-177,-6-5 1,-3 5-1971,-5 10 0,-3 2 2326,-3 0 0,0-1 0,4-13 0,1-3 0,-5 7 0</inkml:trace>
  <inkml:trace contextRef="#ctx0" brushRef="#br0" timeOffset="5617">12265 2917 21237,'12'-46'924,"-1"-1"0,1 0 0,2-16 1,-3 2-494,-2 5 1,-4 4-172,-6 13 1,-4 5-21,-13-10-144,-5 23-68,-1 20-6,2 21-39,1 23 0,13-13 1,1 4-411,2 6 1,1 4 182,5 3 1,1 2-978,3 4 1,1 0-1138,4 1 0,0-1 2358,1-7 0,-1-3 0,4 10 0,-6-24 0</inkml:trace>
  <inkml:trace contextRef="#ctx0" brushRef="#br0" timeOffset="5867">12665 2875 22515,'-26'-50'672,"-1"-1"0,3 6 0,-1 10-486,-7 19-72,-5 12-26,-5 18 27,-4 13-31,-2 14-248,26-18 0,1 1 257,-11 23 63,14-4 106,23-3-105,21-6-119,26-3-437,-16-17 0,3-3 63,8-1 0,4-1-2545,7-2 0,1-3 2971,-3 0 1,-3-2-1,-16-1 1,-4 0-1,7-1 1</inkml:trace>
  <inkml:trace contextRef="#ctx0" brushRef="#br0" timeOffset="6067">13297 2669 28166,'43'-20'-634,"0"1"0,1-1 0,-2 3 0,0 1 0,0 6 582,19 13 1,-5 5 0,-22-5 0,-3 1-1,24 6 1</inkml:trace>
  <inkml:trace contextRef="#ctx0" brushRef="#br0" timeOffset="6491">13536 2904 27186,'-36'4'683,"0"0"0,-2-4-800,87-15 479,-12 4 0,4 0-1293,7-1 1,3 1 869,4-2 1,1 0-202,2-1 0,0 0-4,2-2 0,0-1 245,1-1 0,0 0 135,-2-1 0,-1 0 123,-5 1 0,-2-1-187,-9 3 0,-4 0 976,15-14-521,-28 5 309,-21 4-785,-15 4-349,-9 7 159,-7 7-20,-9 19 54,12-1 1000,-7 23-1166,20-3-59,2 13 309,15 1 170,22 2-418,-1-20 3,28 1 13,-12-22 367,8-3 286,-9-14 290,-11-13 0,-14-14-175,-8-12-158,-11-3-318,-11 0-730,-13 11-5841,-20 15 6521,-5 12 0,15 9 1,11 3-1</inkml:trace>
  <inkml:trace contextRef="#ctx0" brushRef="#br0" timeOffset="10316">22213 3526 22935,'-55'-12'630,"-1"0"1,6 2 0,7 5-496,10 14-102,10 8-21,9 7-1,8 4-6,14 5-10,12-1-57,14 1-11,11-2 40,4-1-1,-3-3 45,-10-3 23,-14-2-12,-18-4 29,-19-1 22,-17-1 22,-14-1-6,-9 1-21,1 0-35,7 1-27,11 0-17,14 1-6,12-1-6,15 0 12,9-2 17,14-1-12,9-1-55,13 4 49,-17-5 40,3 5-5,-29-4 55,-8 6 24,-20 5-30,-19 4-10,13-11 0,-3-1-177,-2 1 1,0 1 198,-1 0 0,1 1-28,3-1 0,2 0 0,-14 18-28,18-1-146,26 6-106,10-13-1887,31 9 2111,14-14 0,-20-7 0,2-3 0</inkml:trace>
  <inkml:trace contextRef="#ctx0" brushRef="#br0" timeOffset="11432">22107 10360 21489,'-42'-13'1062,"1"0"1,3-1-1,10-1-871,24 6 117,26-13-202,13 9-50,-4 4 1,1 1-13,20 0-8,-18 5 1,0 2-15,-2 0 1,0 1-17,25 5-23,-7 3 11,-33 8 45,-22 6-27,-9-2-1,-13 0 0,-7 0 8,7-4 1,-2 0-289,-14 7 1,0 1 279,8-5 1,3-1-7,2-1 1,3 1-6,-15 11 17,12-1-23,13-9 12,7 6 5,8-8-11,6 6 11,2-9 548,13 3-536,5-5-18,25 11-10,-3-1 5,9 5 5,-20-4 7,-12 0-35,-14 1 6,-17 5 29,-12 4-24,-14 5 1,-8 3 6,-1 1-12,7-1-6,8-1 1,11-2 5,9 1 28,5 0-11,5-8-5,9 12-12,1-17-11,7 9-17,-5-15-44,-4-7-46,-5-6-151,-3-4-571,-2-3-1591,-7 0 2448,-12-1 0,8 1 0,-6-1 0</inkml:trace>
  <inkml:trace contextRef="#ctx0" brushRef="#br0" timeOffset="12216">22367 5677 21607,'0'-7'2924,"0"2"-1216,0 5-1585,-44-52-44,18 55-26,-11-11 0,0 7-28,16 24 1,5 9-231,-5 5 1,4 2 212,6-6 1,4 0-9,-1 18-175,18 6 158,13-18-6,21 4 17,-17-27 1,3-4 41,8-6 1,-1-4 8,15-6-6,-19-6 0,-4-7 96,1-19-23,-13 2 0,-4-3-54,-3 2 1,-4 0-830,-4-9 0,-5 1 821,-6-14 11,-2 26 1,-5 1 73,-27-15-85,-5 6 28,17 23 0,-1 5-78,-19 9 127,12 8-188,2 13 1668,19 8-2408,6 23-1283,23-3 2084,8-16 0,2-3 0,4 0 0,8-6 0</inkml:trace>
  <inkml:trace contextRef="#ctx0" brushRef="#br0" timeOffset="12433">23152 5625 26430,'44'-22'-389,"-1"0"0,1 1 1,0 2-1,2 2 1,-6 8-1,20 14 1,-8 4-1</inkml:trace>
  <inkml:trace contextRef="#ctx0" brushRef="#br0" timeOffset="12616">23223 5858 27734,'46'-15'-482,"1"-1"1,4 0 0,-2 4-29,-9 4 0,1 3-4406,21-4 1,-4 1 2948,-5 1 1,-16 2 0,-7 1 0,-18 2 0</inkml:trace>
  <inkml:trace contextRef="#ctx0" brushRef="#br0" timeOffset="12816">24070 5523 23383,'1'-6'3993,"-1"2"-2951,0 4-789,5-61-253,-4 46 0,3-37 0,-4 72 0,0 21 0,2 22-517,0-23 0,0 3 331,0 7 1,0 2-591,0 7 1,0 3 393,-1-14 1,-1 2 0,1-5 0,0-3 0,-1-4 0,0 0-1,0-1 1</inkml:trace>
  <inkml:trace contextRef="#ctx0" brushRef="#br0" timeOffset="17658">4120 5768 18941,'-2'-4'3999,"1"2"-2806,1 2-420,-15-64-207,6 39-367,-2-13 0,-2 3 47,-2 20-117,-4 8-68,-8 9-10,-8 14-18,-6 14-21,-3 13-1,7 7-340,10 4 284,15-1 23,20-2-6,16-5-6,22-4 0,-17-22 1,2-2-259,4-1 1,2-1 268,0-1 1,0 0 16,-4-2 1,-1 0 50,13 9-23,-22-3 302,-31 1-330,-24 1-5,-25 2-375,21-11 0,-2-2 389,-3 0 0,-1 0-1,1-3 1,-1 0 115,4-3 0,2-1-280,-23-3-612,22-6-1191,21-7-3514,27-9 5479,9 2 0,-1 4 0,-5 8 0</inkml:trace>
  <inkml:trace contextRef="#ctx0" brushRef="#br0" timeOffset="18558">4643 5881 17249,'0'-4'6481,"0"1"-3641,0 3-2751,-26-46-66,12 49-12,-19-25 0,23 66-22,6 7 0,9 1-1,10-3 1,9-8 17,8-9 11,3-13 33,4-12 12,1-19 22,1-13 44,-4-16 40,-6-7 56,-10-3-44,-11 0-40,-12 3-12,-5 6-77,-6 10-23,1 11-135,4 10-150,4 11-163,4 12-381,9 12-773,8 13-1188,12 8-1657,11 1 686,-16-24 0,2-3 1375,3-2 1,2-3 2357,1-4 0,1-3 0,27-3 5444,-11-14 1372,-16-9-3226,-16-9-1556,-8-2-690,-6-2-431,-2 2 78,-1 6-633,0 7-229,0 8-129,0 7 11,0 13 29,0 10-35,1 15-22,1 10 12,0 6-1,-1 0 12,0-4-1,-2-12 40,1-13 17,-1-12-23,1-16 6,1-13 11,2-15 22,3-11 17,4-7-16,2-3-12,2 4-28,2 8-22,2 11 0,3 9-23,4 10 12,7 9-12,4 11 6,2 9 0,-1 13-33,-4 8-12,-6 5 6,-9 2 5,-9 4 23,-9-17 11,-6 1 45,-2-25-23,0-4-5,2-16 5,5-12 34,6-28-22,0 14 11,12-23 11,2 25 11,7-6-11,2 8 5,13 9-61,-12 11-22,19 6 0,-10 12-51,16 9-65,-25-3 1,1 3-734,9 8 1,-2 2-1155,14 9 2025,-17-3 0,-5-3 0,-14-9 0,4 7 0</inkml:trace>
  <inkml:trace contextRef="#ctx0" brushRef="#br0" timeOffset="18775">6581 5693 23646,'-3'-3'1804,"0"1"-2947,3 2-3164,78-13 4307,-35 17 0,1-10 0,-4 1 0,-15 12 0</inkml:trace>
  <inkml:trace contextRef="#ctx0" brushRef="#br0" timeOffset="18950">6682 5852 23153,'-41'7'1357,"0"0"0,1 1 1,14-6-1056,26-7-179,10-5-44,22-8-96,6 2-33,8 1-471,7 6-1226,1 4-3169,-12 3 1,0-1 2457,11 1 0,-4 0 1,-41 1-1</inkml:trace>
  <inkml:trace contextRef="#ctx0" brushRef="#br0" timeOffset="19158">7583 5402 25797,'-4'-4'1848,"1"1"-822,3 3-1026,13 45-228,-6-10 1,0 5-1848,1 16 0,0 3 1224,-2 1 1,-1-4 0,-4 7 0,-1-24-1</inkml:trace>
  <inkml:trace contextRef="#ctx0" brushRef="#br0" timeOffset="20341">7549 5793 13715,'0'-5'7455,"1"0"-6649,5-29 1,0-7 386,-3 7-759,3-12 0,-1 2 188,-4 18-218,-1 9-225,1 8-118,-1 5-10,2 13 10,3 9 12,5 16-11,2 13 27,2 8-359,-1 5 276,-2-1 27,-5-5-5,-3-16 101,-8 2 56,1-22 72,-3 0-139,3-14 89,-2-20-95,3-8-45,0-21-67,1-8-22,3-10 61,0 28 0,0 0 11,0 0 1,1-1 8,-1 4 0,0 1 47,2-19 12,-2 19-79,-1 15-22,0 12-23,0 32 6,0 9-6,0-4 1,0 3 56,0-2 1,0 1-41,1 0 0,1-1-11,1 29 22,4-12-16,-1-14 39,-1-16 28,-3-11-45,-2-14 16,1-13 7,-1-15 279,0-12-319,0-7 12,0-1 21,0 5-31,0 14-37,0 12-312,0 15-851,0 44 1187,0 11 0,0 0 0,0-11 0</inkml:trace>
  <inkml:trace contextRef="#ctx0" brushRef="#br0" timeOffset="32542">22261 7071 15193,'0'-4'5294,"0"1"-2762,-6-58-1480,2 32-705,0-8 1,-1 2 83,1 17-308,2 8 124,1 7-90,1 24 11,-1 6-34,-4 28-33,-5 3-62,0-9 6,0-10 0,-1 0-11,-5 14-171,6-17 1,0 0 152,-3 12 35,5-13 10,4-13 158,2-11 10,2-12-83,3-14-34,2-17-34,3-15-33,-2 4-9,-2 11 1,0-1-1,0-6 1,-1-1-108,1 0 1,0-1 103,1-4 1,-1 2 50,3-9-56,-3 21-11,-2 16-28,-1 18-6,-1 13 23,-2 18-29,-1 16 18,-4 11 21,4-29 1,-1 1-20,1 0 1,0-1 7,0 29-5,2-7-11,4-11 28,1-15 0,1-13 536,2-15-536,-2-16 6,3-14 33,-1-14-17,-3-11-17,-1 9 3,-2 8 1,-1-1 2,2-10 0,-1 16 0,0 2 11,0-2-39,0 17-11,-1 11 11,-2 25 11,-1 8-11,-2 23-6,-1-9-61,3-6 0,0 1-476,0 21-432,0-15 1,2 0-3942,3-6 1,1-4 3406,1 16 0,2-18 1,-4-23-1</inkml:trace>
  <inkml:trace contextRef="#ctx0" brushRef="#br0" timeOffset="33049">23148 7153 25735,'40'-18'-129,"-1"-1"0,1 1 0,1 1 0,0 2 1,0 4-763,20 7 1,-1 6-550,-12-1 0,-1 0 1440,9 3 0,-6 0 0,-14 1 0,10 2 0</inkml:trace>
  <inkml:trace contextRef="#ctx0" brushRef="#br0" timeOffset="33226">23204 7354 26588,'47'-13'-249,"0"0"1,0 0-1,-1 1 1,0 0-1,-2 2-3174,11-1 1,-2 2 2963,-5 2 0,-4 0 0,14-2 0,-27 5 1</inkml:trace>
  <inkml:trace contextRef="#ctx0" brushRef="#br0" timeOffset="33832">24485 7286 22565,'1'-46'922,"0"-1"1,0 1 0,0-17 0,0 3-607,0 14 1,-1 4-82,0 9 0,0 3 62,0-10-191,0 19-100,1 16 22,1 17-11,2 16 11,2 19-9,-3-17 1,-1 3-351,1 5 1,-2 0 336,-3 3 0,-1 0-12,0 1 0,-2-1 23,-2-2 0,-1-3-33,0-2 0,0-3 28,-8 15 105,3-19 18,5-16-35,3-22-16,3-14-16,1-21 4,5-14 48,0 25 0,1 0-92,2 0 0,0-1-25,1 3 0,1 2 64,6-17-67,-5 18 0,-5 17 0,-4 20-119,-2 15-609,5 18-2767,16 14 3495,6-3 0,-3-16 0,-7-15 0</inkml:trace>
  <inkml:trace contextRef="#ctx0" brushRef="#br0" timeOffset="42374">4125 8092 14225,'3'-2'6385,"-1"1"-2470,-2 1-3478,-13-60-168,-7 45-225,7-17 1,-1 4 90,-26 37-34,4 6-68,8 2 1,1 3 28,-14 19-51,6 11-11,22-17 0,17 7 6,19-11-29,5-7 1,6-2 19,0-3 0,4 0-1104,10 2 0,0 0 1107,-14-7 0,-2 1-9,4 2 1,-2 2 36,9 16-16,-15 1 10,-30 5 6,-39-7-28,-7-8-6,-1-8 1,-3-3 24,14-7 1,-1-1-271,-17 3 1,0-2 255,15-7 1,3-2 11,-21-9 2051,24-11-2090,20 1-96,27-12-437,30-5 230,-14 19 0,4 0-369,12-4 0,2 1 467,2 4 0,0 2 140,-9 3 1,2 0-13,-2 2 0,4 0 0,-3 1 85,1-1 0,0 1 50,14-4 1,-1 0 357,-19 4 1,-4 2 143,10-7-208,-21 8 493,-15 3-470,-10 6-50,-7 7-51,-8 9-84,-5 13-118,4-3 861,1 11-895,14 1 113,11 0-123,19 1-23,21-15 28,15-6-3,-25-13 1,1-3-144,1-3 0,-1-4 168,-2-3 1,-2-3 162,19-21 112,-15-10 5,-15-5-173,-11 9 191,-17-16-197,-5 19-50,-10-11-56,3 19-50,5 9-12,6 10 114,5 10-449,9 10-499,7 12-751,9 12-1473,6 9-17,-3-8 3109,13 12 0,-24-32 0,8 6 0</inkml:trace>
  <inkml:trace contextRef="#ctx0" brushRef="#br0" timeOffset="42924">5206 8324 26172,'10'-61'375,"2"22"-313,-3 70-29,-2 10-5,-4 10-16,-8 3-7,-5 0-33,-3-8 34,2-14 78,5-15 0,5-19-23,9-17-5,5-17 12,8-15-24,-9 20 1,-1-1-249,1-3 0,0-2 260,-1-1 0,1 1 0,6-21 34,-4 24 0,3 3 10,9-1-55,15-7-22,0 22-1,5 7-22,6 11-6,0 11 6,-1 11-11,-10 11-11,-14 8-6,-15 6 22,-19 2 17,-13-1 17,-9-8-5,-2-12-18,4-15 1,7-16-6,7-14 34,5-14 525,3-11-520,2-5 11,5 0-16,3 4 16,6 5-39,6 5-11,7 6 17,13 0-17,12 2-187,-18 13 1,1 1 175,3 1 0,1 3-85,1 1 1,1 4-205,0 4 1,-1 3-348,-3 4 1,-3 2-2665,19 25 2494,-19 12 1,-17-22-1,-11-1 1</inkml:trace>
  <inkml:trace contextRef="#ctx0" brushRef="#br0" timeOffset="43150">6449 8069 25872,'47'-17'-634,"0"0"0,0 0 0,-2 1 0,0 1 0,-2 7-2371,5 9 0,-3 6 1951,-5-2 0,-3 0 1,10 5-1,-23-4 1</inkml:trace>
  <inkml:trace contextRef="#ctx0" brushRef="#br0" timeOffset="43317">6688 8315 26483,'45'-20'-565,"1"0"0,-1 0 1,1 2-1,0 0 1,-1 3-3505,11 2 0,-2 4 3180,-1 0 1,-3 1 0,-13 2 0,-5 1 0,7 0 0</inkml:trace>
  <inkml:trace contextRef="#ctx0" brushRef="#br0" timeOffset="43850">8059 8025 25954,'-6'-41'517,"0"-1"0,1 5 0,-3 10-411,-11 24-44,-2 16-12,0 15-27,2 17-23,4 12-147,10-26 1,3 1 146,9 30-6,11-5 12,15-12-18,7-11 7,2-15 22,-2-13 16,-7-17 62,-5-14 40,-6-13 50,-9-8-29,-6-4-49,-13-2-34,-10 4-62,-15 6-106,-13 10-734,-15 12 532,21 14 1,2 2-1,-8 1 1,4 3 0</inkml:trace>
  <inkml:trace contextRef="#ctx0" brushRef="#br0" timeOffset="56099">5976 3523 25571,'-45'1'585,"1"0"1,-1 0-1,-12 1 1,10-2-155,16-2-411,24-2-521,28-4 840,28-5-287,-7 5 1,4 0-1168,13-1 1,5 0 1028,-14 3 0,2 0 1,1 0-363,5-1 1,1 1 0,1 0 438,2 0 0,1 0 1,0 0 11,0 1 1,0 0 0,-1 0 70,-2 1 1,-1 0-1,0 0-566,-5 2 1,0 0 0,-3 1 380,-6-1 1,-1 1-1,-3 1-93,8 0 0,-6 2-21,8 1 1240,-38 4-1363,-42 4 328,-1-4 1,-5-1-20,-18 1 1,-4 0 84,10-2 0,-2 0 0,-2 0-41,-8 0 0,-2 0 0,-1 1 15,12-2 1,-1 1 0,0-1 0,-1 1 12,-1 0 0,-1 1 1,0-1-1,1 1-138,0-1 0,1 0 1,0 1-1,1 0 228,-12 1 1,1 1 0,2-1-116,8 0 0,3-1 0,2 1-147,-9 1 0,7 0 142,-12 2 46,38-5 88,42-9-91,9-1 0,7-1-23,19-4 0,7-2-153,-7 3 1,2-1 0,3 0 105,-8 2 0,2-1 0,0 0 0,2 1-4,3-1 0,2 1 1,0-1-1,0 1 7,1 0 1,0-1 0,0 1 0,0 0-13,-2 1 1,0 0-1,0 0 1,-2 1-27,-5 0 0,0 0 1,-1 1-1,-2 0-110,6 0 1,-1 0 0,-5 1 693,4-1 0,-10 2-1254,-14 4 73,-77 9 340,-5 0 0,-8 0-343,6 0 0,-3 0 0,-2 1 527,8-2 1,-2 1 0,0 0 0,-1 0-389,-4 1 0,0 0 0,-1 1 1,0-1 531,0 1 1,0 0 0,0 0-1,2 0 91,3-1 0,0 0 0,2 0 0,2 0 326,-6 1 1,2 0 0,4-2-221,-3 1 0,11-2 221,14-1-39,71-18-523,6-1 0,11-2 120,1-1 1,6 0 0,-6 0-1,-4 1 1,-3 1 0,6 0 0,0 0-1</inkml:trace>
  <inkml:trace contextRef="#ctx0" brushRef="#br0" timeOffset="64308">24590 5951 26435,'-14'-38'146,"2"19"-34,14 55-39,1 4-1,4 9 18,3-16-23,-2-11 359,1-8-118,-1-15-123,6-11-85,11-16-16,13-14-56,0 4-11,-11 13 0,3-1-458,7-1 0,3 0 446,2 1 1,3 0-6,7-2 0,1 4-25,-12 9 0,-2 3-59,17-1-319,-14 13-1025,-34 19 1428,-31 22 0,10-16 0,-19 7 0</inkml:trace>
  <inkml:trace contextRef="#ctx0" brushRef="#br0" timeOffset="66659">4230 9911 24527,'-43'-37'323,"0"-1"0,2 2 1,6 13-240,15 30-11,-18 20-51,-1 15-827,13-9 1,2 2 807,6-6 0,2 0 2,-4 12 1,2 1 188,5-8 1,4 2-212,-1 12 0,4 0-11,8-11 0,5-3-3,6 0 0,6-6 383,18-2-375,25-12 15,-25-19 0,1-5-195,0-1 0,0-2 217,5-8 0,-2-3 28,-12 1 0,-4-1 871,9-13-773,-10-2 168,-16 7-202,-3 9 256,-9 2-329,-3 19-55,-7 10 33,3 4 547,-6 19-553,8 13-33,4 2 0,16 9 28,16-15-11,2-12-6,21-3 17,-17-18 0,1-3 6,1-1 0,1-3-213,6-4 1,-2-5 209,-10-5 0,-3-3 30,11-14 34,-6-17 29,-19 7 24,-8 9 0,-4 0 26,-14-20-6,-18 0-84,-1 25 39,-22 9-22,6 12-56,14 8 0,-1 5-12,-16 12-10,5 19-12,26 7 6,9-6-107,22 23-28,9-18-48,0-13 1,4-2-9,4-7 1,3-4-37,5-3 0,2-4 31,2-4 0,2-4 111,-1-6 1,-1-6 95,-2-3 0,-1-4 31,-5-6 0,-3-3 30,-3-2 1,-3-1 22,-5-1 0,-3-1 28,5-15 95,-10-8 101,-6 9-28,-1 6-73,-1 7-139,-1 22-63,-2 8 537,-3 17-536,-1 7-6,-1 20-17,2 5-16,6 3 16,8-3 34,10-7-6,12-10-34,10-14 23,8-11-11,2-17 22,0-13 23,-8-14-212,-9-8 251,-12-5 16,-11 1 23,-11 1-28,-9 5-5,-4 8-23,-3 7-56,2 11-163,4 10-380,5 9-847,3 15-453,4 2 1843,7 21 0,-5-24 0,5 8 0</inkml:trace>
  <inkml:trace contextRef="#ctx0" brushRef="#br0" timeOffset="67249">5727 10094 27734,'-2'-29'73,"2"18"-95,12 59-1,-5 7 12,-5 3-6,-8-5 6,-1-13 62,-2-16 10,3-16 6,3-17 23,0-12-56,2-13-23,6-10 22,7-3 23,12 0-11,7 4-50,4 13 16,-3 11 45,-3 14-34,0 15 17,2 12-50,3 13-28,1 8 56,0 1-34,-1-1 6,-1-8 11,1-9 11,0-12 11,-1-17-10,2-15 16,4-22-388,-19 13 0,0-3 346,1-6 0,-1-3 17,-2-7 0,-1-1-443,-2-3 0,-2-2 451,-2 0 0,-3 0 31,-1 5 0,-2 2-40,-3 7 1,-2 2 132,-8-15-135,-6 20 0,-3 16 632,1 16-632,4 18 0,3 18 0,4 19 170,6-22 0,3 1-170,3 5 0,2 0-68,5 4 0,2 0-316,4 3 1,1 0-572,4 0 1,1-2-1978,2-1 0,0-3 2932,-3-8 0,-1-4 0,7 5 0,-15-20 0</inkml:trace>
  <inkml:trace contextRef="#ctx0" brushRef="#br0" timeOffset="67425">6237 9933 26553,'2'-47'-51,"-1"-1"1,8 4 0,11 8-494,25 20 1,9 9-2217,2-2 0,2 1 2760,7 2 0,-3 1 0,-26 2 0,-3 0 0,27 0 0</inkml:trace>
  <inkml:trace contextRef="#ctx0" brushRef="#br0" timeOffset="67616">6888 9876 25455,'-6'0'2106,"0"0"-1994,6 0-868,0 0-1194,101-58-2966,-66 50 1,1 1 4730,10-12 1,4-5-1,-6 8 1,9 15-1,-26 1 1</inkml:trace>
  <inkml:trace contextRef="#ctx0" brushRef="#br0" timeOffset="67783">7158 10010 27678,'52'-24'-2521,"1"1"1,0-1 0,-2 4 2520,-8 10 0,-4 2 0,13-4 0,-26 6 0</inkml:trace>
  <inkml:trace contextRef="#ctx0" brushRef="#br0" timeOffset="67949">7808 9620 28671,'-9'27'0,"1"23"-250,8 1 0,0 8-3017,-4-12 0,-2 2 1,0 1 3266,-1-1 0,-1-1 0,0-2 0,-2 6 0,-1-6 0,-4 15 0</inkml:trace>
  <inkml:trace contextRef="#ctx0" brushRef="#br0" timeOffset="75242">4226 11998 24363,'-55'-24'317,"-1"1"1,4 2 0,6 11-212,-3 34-78,6 10-22,8 8-6,13 6 0,13 5-28,20-1 17,17-4-1,-5-26 1,4-3 2,5-2 1,3-2-478,3-2 0,1-1 477,0-1 1,0-1-3,-3-1 0,-2 1 424,19 6-352,-22-2 220,-28 0-247,-30 3-17,-28 3-12,18-8 1,-2-1-233,-3 1 1,-1-2 240,3-1 0,0-1-9,7-2 1,1-3 547,-12-6-654,20-11-212,20-14-410,23-12-582,21-7 189,-9 21 1,2 2 328,7-1 1,2 2 77,4-1 0,2 2 496,1 1 0,1 2 238,-1 1 1,1 1 150,-4 3 1,-1 0 229,-6 3 0,-1 1 1050,16-7 180,-22 6-410,-18 5-526,-10 4 137,-7 6-562,-6 4 989,-7 12-1091,-5 9-106,0 11-33,8 3-17,11 2 0,14-5 5,11-6 0,9-9 18,4-10 38,3-9 45,-1-17 45,0-10 62,-4-16 44,-3-8-22,-8-8-313,-9-2 240,-8 3-45,-10 8-72,-3 12-51,-3 9-100,3 12-169,3 6-268,6 14-622,7 10-1037,7 15-6279,7 13 8464,1-4 0,-10-13 0,-5-14 0</inkml:trace>
  <inkml:trace contextRef="#ctx0" brushRef="#br0" timeOffset="75783">5252 12196 27102,'-23'-46'50,"9"19"-61,20 54 22,4 7 0,0 3-11,-2-1-11,-2-5 17,-3-8 27,-2-9 40,0-8-39,-1-25-18,2-1 57,1-22 17,4 1 16,2 0 12,2 0-68,2 6-16,3 6-6,3 8-34,6 7 17,5 6 17,6 7-33,1 10-18,0 9-21,-3 9-35,-4 16 51,-13-12-50,-6 16 55,-16-19 18,-5 3 27,-6-10 12,0-10 11,4-13 11,3-11-12,4-11 46,8-12 0,7-7-1,7-4 1,8 1-23,7 5-22,5 7-45,7 9 11,7 7-22,-17 13 0,2 2-197,27 5-469,-1 5-477,-5 14-3085,-13 6 4239,-2 3 0,-16-9 0,-15-9 0</inkml:trace>
  <inkml:trace contextRef="#ctx0" brushRef="#br0" timeOffset="76016">6518 12072 26402,'46'-18'-1967,"1"0"1,0 0 0,-4 1 0,0 2 0,-6 6-492,15 10 0,-19 2 1,-24-2-1</inkml:trace>
  <inkml:trace contextRef="#ctx0" brushRef="#br0" timeOffset="76167">6750 12230 21439,'-4'2'5237,"0"-1"-4190,4-1-1248,60-12-2057,-27 6 1,3 0 2257,13-3 0,-1 0 0,13-1 0,-37 6 0</inkml:trace>
  <inkml:trace contextRef="#ctx0" brushRef="#br0" timeOffset="80092">7927 12128 19871,'-2'-8'4480,"0"2"-4074,-10-26 0,-4-3 71,4 18-334,-6-19 0,-1 9 64,4 41-50,-5 15-68,-3 19-67,11-17 1,1 1-163,1 3 0,3 1 154,1 0 0,2 0-17,5-2 0,4-1 3,16 21 23,20-14-15,-12-26 0,3-5 14,4-4 1,1-6-243,3-4 1,-1-5 314,-2-3 0,-1-4 36,-4-3 1,-4-4 2,-5-1 1,-5-1 50,4-29-107,-26-1-61,-21 5-489,-20 8 332,16 26 0,-2 4-714,-2 3 0,-2 3 854,-6 6 0,2 1 0,-4 0 0,3 5 0</inkml:trace>
  <inkml:trace contextRef="#ctx0" brushRef="#br0" timeOffset="112016">6725 8781 5739,'0'0'0</inkml:trace>
  <inkml:trace contextRef="#ctx0" brushRef="#br0" timeOffset="118591">4489 13878 23623,'-1'-43'801,"0"0"0,0 1 0,-4 10-173,-10 19-449,-5 5-67,-9 18 5,-4 17-49,-7 21-68,6-2 25,6-2 0,2 1-274,1 6 257,0 6 1,5 3-298,13-26 1,4-2 288,3 14 0,5-3-11,13 3-352,34-11 369,7-23-6,-9-12 0,2-6-9,-7-4 1,0-5-944,7-7 0,-4-3 957,-18 5 1,-3-2-1,3-7 1,-4 0 220,8-19-170,-14 14 0,-3 0 73,4-16 33,-8 6-83,-10 26 495,-12 10-557,-3 16 317,-10 8-323,1 13 2171,2 6-2171,9 3 0,8 0-44,9-10 28,27 0 16,5-17-22,23-4 16,-5-17 23,-14-3 17,2-23 0,-24 5 33,1-17 62,-22 8 0,-14-1-95,-3 10 17,-27-11-29,8 18-27,-16-6 5,14 19 6,9 8-23,11 8-39,3 19-83,10 4-248,5 18-340,16-2-404,17 2 90,-9-24 0,4-3 246,21 11-244,-3-16 0,3-5 731,-15-5 1,-1-3 262,14-2 0,0-4 85,-15-3 1,-3-3 912,17-20 352,-12-5-179,-8-3-246,-5-2-197,-3-2-173,-4 5-73,-3 7-252,-5 12 201,-3 8-290,-3 9 548,-3 23-655,-1 8-6,-1 10-10,2 16-24,9-18 244,8 12-254,11-17-1,9-13 29,0-9 27,0-16 7,-7-11 4,-5-11 12,-3-8 28,-3-3 12,-4-3-40,-3 10 78,0-11-22,-4 20-28,0-5-50,-2 18 5,-2 5-28,1 11-33,4 5-107,4 10-269,4 9-442,8 3-801,8 2-818,8-4-28,7-5 751,4-10 1080,0-9 931,-4-14 1243,-10-6 901,-10-9-1309,-12 3 1147,-6-14-1260,-6 9-241,1-10-179,-2 13-163,0 6-179,0 8-111,0 4-68,5 17-12,2 6-4,5 19-18,-2 6-5,-2 6 0,-1 4-12,1-2 23,1-7 0,-1-12 28,-1-17-5,0-14-1,3-16 28,5-13 23,7-10 34,7-5-22,4-1-85,4 2 0,0 5 0,-1 9 0,-2 12 0,-2 10 0,2 14 0,7 9 0,10 9-283,-22-13 0,1 1 283,2-1 0,1-2 0,0 0 0,0-3 0,27 4 0,-9-12 0,-12-15 0,-13-14 0,-6-21 0,-12 15 0,-2-3-236,0-8 0,0-2 236,-2-6 0,-1-1-207,0-1 0,-2 1 207,0 5 0,-3 3 0,0 8 0,-2 3 0,-7-11 0,0 22 0,1 16 0,1 20 452,0 16-452,0 22 0,6-18 0,0 1 90,0 4 0,2 2-90,2 2 0,3 0 0,2 3 0,3-1-9,4 0 0,4 0-879,5-2 1,4-2-2107,3-5 0,3-3 2370,-2-6 0,-1-4 0,10 1 0,-18-13 0</inkml:trace>
  <inkml:trace contextRef="#ctx0" brushRef="#br0" timeOffset="118783">6822 13740 27466,'40'-28'-283,"-1"-1"1,1 1 0,0 2 0,2 1 0,0 7-1135,18 8 0,1 7-3499,1-1 1,-3 1 2948,-14 1 1,-5 1 0,14 0 0,-39 1 0</inkml:trace>
  <inkml:trace contextRef="#ctx0" brushRef="#br0" timeOffset="118983">7725 13617 26283,'53'-20'-1430,"-1"0"1,1 0 0,-4 1 0,-1 2-1,-4 6 1430,-4 10 0,-5 3 0,10-1 0,-23 1 0</inkml:trace>
  <inkml:trace contextRef="#ctx0" brushRef="#br0" timeOffset="119167">7911 13816 25690,'-46'7'745,"-1"1"0,6 1 0,11-5-600,24-9-111,19-3-34,17-8-134,26-2-208,-19 8 0,3 0-1179,8 0 1,1 1-2132,5 0 0,0 0 3043,-5 1 1,-3 2-1,14-2 1,-27 3-1</inkml:trace>
  <inkml:trace contextRef="#ctx0" brushRef="#br0" timeOffset="119533">8618 13524 24715,'-7'0'2756,"2"0"-2414,5 0-79,-4-71-45,30 30-201,-22-2 0,5 2 5,15 20 1,4 7 10,17 0-10,16 3-214,-29 10 1,0 4 201,29 14-5,-9 19-9,-31-12 0,-4 5 9,-4 3 0,-4 3-1,-6 3 1,-5 1-283,-8 0 1,-5 0 270,-5 0 1,-7-1 33,-13 4 0,-3-3-12,14-12 1,0-3 30,-9 6 1,3-5-35,14-8-13,9-3 0,53-17 0,-10-2 0,2 0-380,7-2 0,2-1 380,13-2 0,2 0-395,-4 0 1,0 1 394,-7 1 0,3-1 0,2 1-2142,-3 1 0,3 0 0,1 0 0,-4 0 2142,4 0 0,-2 0 0,-2 1 0,-1 0 0,-2 1 0,-7 0 0,12 0 0</inkml:trace>
  <inkml:trace contextRef="#ctx0" brushRef="#br0" timeOffset="125582">8273 1936 19899,'-49'9'1314,"1"0"0,6-1 1,8-2-940,18-4 146,17-1-9,20-4 47,21-3-375,-11 2 0,3-2-561,4 0 1,3 1 491,1-1 1,0 2-3,-2 0 0,-2 0 104,-5 2 0,-2 1-158,12 0 209,-20 2-160,-16 2-184,-18 3 547,-19 5-39,-22 2-236,17-4 0,-1-1 56,-4 0 1,-1 0-52,1 0 1,0-1-108,6 0 0,2-1 75,-13 2 447,22-3-12,17-3 201,20-3-228,19-3 57,26-6-703,-20 3 0,3-1 286,4-1 1,1-1-218,1-1 0,0-1 0,-4 1 0,-2 1 0,-5 1 0,-3 2-652,15-3 672,-24 7 1,-14 3 0,-9 1 0</inkml:trace>
  <inkml:trace contextRef="#ctx0" brushRef="#br0" timeOffset="126575">5420 4089 13138,'-11'0'2557,"-22"1"0,-3 1-1453,13 0-864,-11 0 1,3 0 666,21-1-688,9 0 296,12 0 135,24-2-418,1-1 1,6-2-557,-4 2 0,5-1 1,4-1 376,11-1 0,6-1 0,2 0 0,-4 1-734,-13 1 1,-3 0-1,1 0 1,4-1 693,0 1 0,3 0 0,3-1 0,1 0 0,-2 1 0,-3 0-510,11 0 0,-3-1 0,0 1 0,3 0 502,-11 1 1,1 0 0,1-1 0,1 1-1,0 0 1,0 0-231,0-1 1,-1 1-1,1 0 1,0-1 0,1 1-1,1 0 218,-1 0 1,3-1 0,0 1-1,1 0 1,-2-1 0,-1 1-1,-3 0-134,2 0 1,-2-1-1,-3 1 1,2 0-1,2-1 135,3 0 1,2 0-1,2 0 1,-1 0-1,-3 0 1,-5-1 10,-1 1 1,-5 0 0,-2-1-1,2 0 119,5 0 0,2 0 0,-1-1 0,-4 1-117,4-1 1,-3 0-1,-5 0 681,1 1 1,-10 0-683,-14 1-84,-62 5 38,-3 2 1,-8 1 197,5-1 0,-3 1 0,-3 0-177,-8 1 1,-2 0-1,-5 1 6,13-1 1,-5 0 0,0 0 0,0 1 0,4-2 146,2 1 0,2 0 0,1 0 1,-5 0-140,4 0 0,-4 0 1,-1 1-1,-1 0 0,1-1 1,3 1-285,-11 0 1,3 1 0,1 0 0,-4 0 267,11-2 1,-2 1-1,-1 0 1,-1 1-1,0-1 1,0 0-197,0 0 1,-1 1-1,0-1 1,0 0 0,-1 1-1,-2 0 209,3-1 1,-3 2 0,0-1 0,-1 0 0,1 1 0,3-1 0,2 0 2,-2 0 1,3-1-1,1 1 1,0 0-1,-2 0 7,0 0 0,-3 1 0,0 0 0,0 0 0,4 0 0,5-1 79,-9 2 0,7 0 0,-1-1-57,-5 1 1,0 0-1,3-1 439,-4 2 1,6-3-318,-11 1 1739,36-5-1818,31-4 79,34-6-71,2 1 1,7-1 194,-2-1 0,4 0 1,3-1-241,-3 1 1,3 0 0,2-1 0,4 0-219,-3 1 0,4-1 0,2 0 0,1 0 1,-1 0-1,-4 1 194,-2 0 1,-4 1 0,0 0 0,1 0-1,5-1 4,-1 0 1,4 1-1,3-2 1,0 1-1,0 0 1,-2 1-1,-3-1-303,6 1 1,-4 0 0,-1 0 0,1 0 0,3 0 291,-10 1 0,1 0 1,1 0-1,1 0 0,1 0 1,0-1-1,0 1-166,5-1 1,3 0 0,0-1 0,0 1-1,-1 0 1,-3 0 0,-2 0 166,2 0 0,-4 1 0,-2 0 0,1 0 0,2-1-2,-2 1 0,4-1 0,1-1 0,-2 1 0,-3 1 1,-6 0 18,10-1 0,-7 1 0,1 0-215,6 0 0,-1-1 0,-4 2-1574,3-1 1,-9 3 1771,2 2 0,-36 1 0,-17 3 0</inkml:trace>
  <inkml:trace contextRef="#ctx0" brushRef="#br0" timeOffset="131816">8410 7384 18084,'-53'-22'9,"1"0"1,0 0 0,0 0-1,-6 1 1,-1 1 0,-2 0-1,-1 2-1041,3 2 0,-2 1 0,-2 0 0,1 2 0,2 0 1061,8 2 0,2 2 0,0 0 1,-2 1-1,-5 0 15,5 2 0,-4 0 0,-3 1 0,-2 0 0,0 1 1,0 1-1,2 0 0,2 0-198,-5 2 1,3 0 0,1 2 0,-1 0-1,-1 0 1,-4 1 158,7 0 0,-2-1 0,-2 1 0,-1 0 0,-2 1 0,1 0 0,0 0 0,1 2 0,3 0-59,-2 1 0,1 1 0,0 1 0,2 0 1,-1 1-1,1 0 0,0 1 0,-1 1 54,0 0 1,-1 0 0,1 2 0,-1 0-1,1 0 1,0 1 0,1 0 0,-1 1-116,2 0 1,0 1 0,0 0 0,0 0-1,1 1 1,0 0 0,1 1 0,0 1 130,-5 1 1,1 2 0,-1 0 0,2 0 0,0 1 0,1 1-1,1 0 5,4-2 1,1 1 0,1 1-1,0 0 1,1 0 0,1 1 0,2 0 3,-3 2 0,1 1 0,2-1 0,1 2 1,1 0-1,2 0 86,-1 2 0,1 1 1,2 0-1,2 1 1,4 1-107,-1 3 1,3 1 0,4 0-1,5 2 15,2 7 1,7 1 0,9 0 31,11-3 0,8 0 1,8-2 12,12-1 0,10-3 1,5-4-30,0-8 0,4-3 1,5-2-1,1-2-12,-2-3 1,2-3 0,3-1 0,1-1 0,2-1-8,-12-3 1,1-1-1,0-1 1,2 0 0,1-1-1,0-1 1,1 1-6,-3-2 1,1 1-1,0-1 1,1-1 0,1 0-1,0 0 1,0 0 0,1-1-13,-4-1 1,1 1-1,0-1 1,1 0 0,-1-1-1,2 1 1,-1-1 0,0 0-1,1-1 4,1 0 0,0 0 1,1 0-1,0 0 1,0-1-1,0 0 1,1-1-1,-1 1 0,0-2-38,2 1 1,-1-1 0,1-1 0,-1 0 0,1 0-1,0 0 1,-1-1 0,1 0 0,0 0 47,-1-1 1,1 0 0,0-1 0,0 1 0,-1-1 0,1-1 0,-1 0 0,1 0 0,-1 0-7,0 0 1,1-1 0,-1-1 0,0 1-1,-1-1 1,1-1 0,0 1 0,-1-1 0,0 0 5,-1 1 0,0-2 0,0 1 1,-1-1-1,1 1 0,-1-1 1,0-1-1,-1 1 0,0 0 28,5-2 1,-1 0 0,1-1 0,-2 1 0,1-1-1,-2 0 1,0 1 0,0-1 57,2-2 0,0 1 0,-1 0 0,0-1 0,-2 0 0,-1 0 1,-1 0 54,1-1 0,-1-1 1,0 1-1,-3-1 0,-2-1 1,-2 1 6,9-7 0,-1 0 1,-7-1-1,-6-3 250,-5-3 1,-7-2 0,-17-1-326,-27-14 0,-24 2-61,3 22 1,-10 4 0,-4 2-1,-4 2-41,-1 1 1,-5 2-1,-2 2 1,-3 1 0,-2 1-37,11 2 1,-2 2-1,-1 0 1,-2 1 0,0 0-1,-2 1 1,1 0-103,1 1 0,-1 1 1,-1 0-1,-1 1 1,0 0-1,-1 1 1,0 0-1,0 0-630,3 1 1,-1 0 0,0 1 0,-1 1-1,-1 0 1,1 0 0,1 0 0,0 0 0,1 1 773,-2-1 0,-1 2 1,0-1-1,0 1 1,2 0-1,2 0 0,1 0 1,3 0-1,-12 0 1,3 1-1,3 0 0,3 0 1,4 1-1,-1 0 1,0 0-1,0 1 0</inkml:trace>
  <inkml:trace contextRef="#ctx0" brushRef="#br0" timeOffset="157550">6611 10973 16974,'-47'1'976,"1"0"0,-1 1 0,-9-1 0,10-3-208,18-7-174,44-8-180,33-6-288,-9 9 0,6 1-891,-7 3 1,3 1-1,1 1 787,9-2 1,2 0-1,2 1-385,-8 2 0,0 1 0,2-1 0,1 0 357,3 1 1,1-1-1,1 0 1,0 1-455,3 0 1,1 0-1,0 0 1,0 0 440,1 0 1,0 1 0,1 0 0,-1 0-22,0 0 1,-1 0 0,1 1 0,-2-1-20,-1 1 0,-2 0 0,1 0 1,-3 0-196,-4 1 0,-1 0 0,-1 0 1,-2 0 170,7-1 1,-3 1 0,-3 0 311,6-1 0,-7 2-470,5-2 1307,-46 3-1671,-38 5 221,1 0 1,-4 0 620,-11 4 1,-5 0-575,12-2 1,-3 2 0,-1-1 0,-7 2 0,-2 0 0,-1 1 276,-7 1 0,-1 0 1,-1 0 98,12-1 0,-1 0 0,0 0 1,-1 0 51,-1 1 0,-1 0 0,0 0 0,0 0-324,1 0 0,0 1 0,1 0 0,0 0 401,4 0 0,0-1 1,0 0-1,3 1 43,-10 2 0,3 0 0,2 0-45,-10 2 1,6 0 17,16-4 1,5-2 874,-1 1-667,30-6 1627,27-9-1722,26-6-222,-11 1 1,5-1 642,11-3 0,5-1-709,-12 3 0,2 0 1,1 0-667,7-1 1,2-1-1,2 1 652,-12 3 1,2-1 0,0 1 0,1 0 1,3-1 0,0 1 1,1 0-1,-1 0-2,2 1 1,1 0 0,-1 0 0,0 0-2,-1 0 1,0 0-1,-1 1 1,0-1 2,-3 1 0,-1 0 0,0 0 1,-1 0-363,10-2 0,-1 0 0,-2 0 378,-9 0 0,-1 0 0,-2-1-74,8-4 0,-7-1 235,10-15 604,-41 0-588,-39 0-53,-1 16 0,-6 2 707,-10-1 1,-5 1-619,-7 2 1,-2 1 53,-2-1 0,1 1 19,5 2 1,2-1-64,11 2 0,5-1 1417,-6-1-1547,26 1 335,24 2-391,14-3-28,19 3-16,17 0-3,-22 6 0,2 2-326,4 2 1,1 3 305,1 3 0,0 4-104,-3 2 1,-2 4-264,-6 2 0,-5 3-146,-7 2 1,-8 2-3278,-10 2 1,-6 1 3806,-15 24 0,-3-22 0,5-15 0</inkml:trace>
  <inkml:trace contextRef="#ctx0" brushRef="#br0" timeOffset="158733">10037 10808 19546,'11'-57'1762,"1"0"0,-2 5 1,0 5-1354,-1 14 0,-1 4 28,3-11-286,-3 20-106,-3 12-23,3 14 1,4 8-1,7 12-16,2 10 22,-1 6 0,-6 5-11,-7 0 16,-12 5-22,-1-19 51,-8-1 72,4-24 51,-1-3-56,0-13-17,2-10 6,3-13-46,2-12-32,12-10-519,9-8 493,-4 29 0,2 1 0,5-2 0,1 1 3,6-7-1,12 1 18,-16 27-28,8 2-12,1 9 17,8 16-11,-13-2 0,12 19-22,-14-4-17,3 10 16,-9 3 6,-8-1-5,-15-1 28,-1-15 534,-6-4-512,7-16-17,1-2-11,7-14-17,6-4 1,1-7-12,5-1 5,14-9-16,0 6-23,18-6-173,4 17 67,-14 11-341,14 11-214,-14 9-157,13 9-1695,-15-6 0,-1 0 1897,17 7 25,-11-6 1,0-2-48,-9-7 1,-1-2 393,8 1 1,0 0 235,-2-4 0,-2-2 269,-1-5 0,-3-4 579,10-10 387,-10-15-520,-21 4 3726,-5-11-3487,-6 6 567,-11-11-1069,-8 12-147,-16 7-162,5 15 16,-16 14-55,9 9-23,-9 21-11,18-7-11,8 24 0,21-30-12,10 19-16,11-23 22,24 1 45,0-12 11,12-16-11,-20-5 45,4-18 78,-15-1 96,1-13 212,-8-12-129,-10 10-89,-6 0-134,-4 22 16,-4 7-90,2 12-38,-3 6-1,2 15-27,0 15 16,1 3-129,1 19-324,6-2-471,2-5 0,2 2-1076,1-3 1,1 1-1622,6 9 0,2-1 3021,-3-13 0,0-5 0,6 10 1,-7-23-1</inkml:trace>
  <inkml:trace contextRef="#ctx0" brushRef="#br0" timeOffset="159133">11829 10965 13754,'1'-7'4881,"2"-25"1,2-6-3700,1 2-765,1-6 1,0 1 147,1 12-296,-1 13-230,-2 9 23,0 12-23,6 26-22,2 12-12,-4-8 1,0 2-467,-2 4 0,-2 0 461,0-7 0,-3 2-14,-1 20 0,-3 0 5,-2-22 1,-2-1 16,0 12 1,-2-4 2,-9-4 23,3-23-12,5-17 1,0-34-6,6 7-12,-1-15 1,2-6-1,0 11 1,0-3-833,0 0 1,1-4 0,0 2 826,0-5 0,0 0 15,0 7 0,1-2 0,0 1-317,3-19 0,1 2 324,0 1 1,1 2-163,3-1 0,3 6 137,0 19 1,3 6 13,16-11-11,-2 19 2140,21 15-2134,-12 16-51,15 12-22,-19 16-57,-13 11-105,-26 7-65,-5-27 0,-6-1 155,-7 0 0,-5-1-3622,-3 0 0,-1-3 3212,3-3 1,1-2 0,-7 4 0,17-11 0</inkml:trace>
  <inkml:trace contextRef="#ctx0" brushRef="#br0" timeOffset="159641">13164 10577 23831,'13'-59'732,"0"0"0,-2 7 0,-2 10-553,-6 22 60,-2 14-211,2 19 41,-1 13-80,3 18 22,2 10-17,1 5 23,2-2-6,3-6 0,3-9 35,3-13-23,-1-12 138,0-13-116,1-15 27,2-10 52,1-11-24,-2-9-21,-3-4-6,-3-3-29,-3 1-27,-3 6-11,-2 8-174,-3 12-555,-1 11-1176,3 17-5684,2 11 7583,2 7 0,-2-6 0,-3-7 0</inkml:trace>
  <inkml:trace contextRef="#ctx0" brushRef="#br0" timeOffset="160099">13809 10539 27163,'15'-7'67,"0"23"-53,-7 17 0,-3 9-385,2 1 0,-1 2 377,0 0 0,0 1-256,-1-3 1,0 0 240,-1-4 1,-2-1 3,0 25 289,-9-15-273,-6-18 39,-6-15 1,-1-22 347,2-14-364,4-21 10,4-18-242,6 22 0,2-3 195,2-7 0,0-2 9,3-5 0,2-2-6,1 0 0,0 1 16,3 1 1,0 3-9,0 6 1,0 2-129,1 8 1,0 1 169,11-18-50,4 16-5,2 14-1,3 11-33,0 14 982,-2 14-959,-4 17-7,-5 16 34,-11 12-80,-10-28 0,-4-1 52,-5 0 0,-4-2-118,-6-1 1,-4-3-350,-2-3 0,-2-2-816,1-3 1,0-1 1299,-24 7 0,25-12 0,8-5 0</inkml:trace>
  <inkml:trace contextRef="#ctx0" brushRef="#br0" timeOffset="161624">14861 10587 17994,'14'-49'1783,"0"1"0,0 4 0,-5 5-971,-14 8-218,-5 4-219,-10 6-145,-11 9-73,-12 8-34,-14 15-75,24 0 0,-2 2-382,-2 6 1,0 2 352,-1 2 1,2 2-31,2 1 0,2 0 8,4 0 0,4 1 14,-10 21 6,18-4 50,23-5 6,20-9-39,25-11 16,-9-15 0,2-5-331,-12 0 0,0-4 309,18-7 0,-1-6-3,-16 0 1,-2-3 13,6-7 0,0-4-83,-3-4 1,-4-5 90,-3-5 1,-4-3 0,-1-7 0,-3-2-11,-6 17 0,-2-2 1,1 1-342,-1-1 0,0 0 0,0 1 416,4-17 0,-2 3 11,-2 8 0,-1 3-21,-3 11 0,-1 3 33,0-8 442,-4 19-571,-2 13 843,-1 15-810,-1 14-39,-4 25 5,-1-14 1,0 4-70,-4 10 0,0 3 47,-4 8 1,0 2-1,4-16 0,0 0 0,1 1-43,1 0 1,0 0-1,1-1-91,0 20 0,5-3-107,6-7 1,6-4-376,4-7 0,5-4 101,7-6 0,4-5-48,2-7 0,4-5 68,2-4 0,3-7 136,14-12 1,0-8 335,-6-2 1,-1-4-306,0-3 0,-2-3 415,-4-4 0,-4-2 115,-11 6 0,-2-1 156,4-8 1,-3 0 97,-6 2 1,-4 0 145,-5-2 1,-4 2-289,-2-9 1375,-14-3-1364,-7 29 351,-9 2-570,-5 10-27,-15 19-45,14-2 870,-15 23-864,20-3-1,-3 14-5,7 3-6,6 11-33,8-12 27,4-5-16,6-10 22,4-14 124,6-1 16,2-9-17,6-14-78,-7-2 40,8-13-1,-4-1-6,5-5 29,-2-1 0,-9 7-74,-3 5 35,-7 7-34,-4 5-23,-2 1-16,-3 2 10,-1 0-16,4 1 0,1 0 247,3-1-219,7-4-23,3-4 12,4-5 0,3-4 17,-2 0-6,-4 4 22,0-2 23,-4 3 95,1-1-79,-4 3-20,0 2-69,-3 6 0,0 0 0,0 14 0,-2 6 0,1 16 0,-1-5 0,1 12 0,4 2 0,5-1 0,9 3 0,11-17 0,9-8 0,-3-8 0,16-14-4,-18-11 1,1-4-3,1-3 1,0-3-524,9-12 0,-3-5 529,-6-4 0,-5-1 0,-6 6 0,-2-3 0,-5 4 0,-2-3 0,-2-1 0,-3-7 0,-3-1 0,-1 0 0,1 0 0,-2 0 0,-1-1-421,-3-5 0,-2-1 1,-3 5 420,-5-4 0,-4 6 0,2 14 0,-2 4 0,-4-1 0,1 6 0,0 6 0,-1-1 0,13 36 0,4 23 0,1 8 0,2-3 0,0 6-418,1-5 0,0 4 0,0 2 418,1 2 0,-1 2 0,1 2 0,-1-6 0,0 3 0,0 0 0,-1-2-114,0 8 0,0-1 1,-2-1-83,1-4 0,-2 0 0,0-2-413,-1-5 1,-1-2 0,-1-1-692,-3 10 1,-1-3-3617,-1-13 1,0-3 3958,-6 7 1,7-22 0,6-15 0</inkml:trace>
  <inkml:trace contextRef="#ctx0" brushRef="#br0" timeOffset="162117">15969 10293 20649,'-5'-3'3932,"2"1"-3490,3 2-335,87-40-93,-53 33 0,2 0-573,11-7 0,5-2 0,-2 3 551,5 7 0,-3 3-4,-2-1 1,-1 0 144,-5-1 1,-3 0-134,-8-1 0,-3 0 17,11-5 11,-23 0-17,-19 1 62,-16 2 1316,-12 2-1287,1 4 422,-16 2-289,19 5-22,-7 3-40,17 5-66,7 5 10,8 2 1,12 3-17,11 0-28,13-3-29,8-6 1,1-6 17,-2-8 27,-5-9-5,-8-7-5,-11-10-1,-8-4-16,-15-1 5,-9 1 6,-9 6-12,-5 9 29,0 7 5,-1 15 28,0 11-16,-2 15-68,2 11-5,3 8-432,7 6 325,8 4-230,11-28 1,4 0-1225,4 3 1,4 0 1005,2-3 1,1-3 0,8 12 0,-7-19 0</inkml:trace>
  <inkml:trace contextRef="#ctx0" brushRef="#br0" timeOffset="167758">23896 5768 24475,'-5'-50'427,"0"0"1,0 5 0,7 6-249,19 11-118,-2 10 46,25 0-79,-16 12-20,10 0 1,4 4 2,17 9-360,-17 0 0,-1 3 343,-11 6 1,-5 3 11,9 31 11,-32 13-17,-15-26 0,-8 0 5,-10 5 1,-7-2-386,7-11 0,-2-1 0,-1 0 381,-3 0 1,-1-1 0,1 0 6,-16 10 1,3-2 5,9-5 0,4-2 109,-6 11 191,41-18-12,38-15-215,0-10 0,4-3-48,13-4 0,4-1-323,-13 2 1,1-1 0,2 0 266,1 0 0,0 0 1,1 0-330,-1 0 1,1 1 0,-1 0 345,0 1 0,-1 0 0,-4 0 0,-4 2 0,-4 0 0,23-4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24:57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3230 2506 24155,'-2'55'314,"-1"-16"0,-1-1-152,-3 12-89,1-16 0,-1 1 72,-4 11 13,0-12 172,4-14 180,3-10-113,2-13-184,2-12-67,2-14-6,6-13-34,7-11-44,0 9-12,0 10 0,1 1 6,10-9-36,-7 14 0,2 2 2,16-1-28,2 13 12,-8 10-6,20 17-17,-13 7-6,-11-3 1,0 3-134,16 21-242,-8 7-397,-5 2-1021,-9-2 1160,-7-13-1567,0 2 1366,-3-22 582,6 0 270,-1-23 139,4-13 174,3-16 224,5-9 141,1-4 60,1 5 775,-4 9-982,-8 14-296,-8 11-135,-6 11 17,-4 12-17,0 7-55,0 9-7,3 3-5,6 3-22,10 1 11,13-4 11,11-8 6,-7-10 151,16-18-6,-20-13 39,9-14 73,-18-8 57,-10-5-74,-12-2-78,-10 2-56,-7 3-67,-4 7-28,3 10-73,6 10-62,5 9-84,3 13-509,5 10-1507,8 14 2190,12 12 0,-8-19 0,4 1 0</inkml:trace>
  <inkml:trace contextRef="#ctx0" brushRef="#br0" timeOffset="849">4601 2546 27141,'-26'16'33,"8"9"-27,21 25-17,2 0 11,-2-6 17,-1-10 22,-1-14 90,0-10 22,0-12-78,0-12-23,2-12 12,0-11-1,2-7 18,3-2-12,2 2-17,2 6-22,3 8-17,3 8-5,5 9 5,6 6-11,8 6-11,5 9 0,-1 7 11,-4 10-11,-8 8-1,-11 4 18,-8 3-6,-12-1 6,-6-4-18,-5-8 7,3-10 22,2-7 27,5-8-16,1-9-5,2-6 16,1-10-11,6-5-11,6-3-17,9-1-23,5 0 29,4 5 0,2 5 16,0 7 0,6 5-22,-13 5 28,7 5-22,-15 6-12,2 7-5,-2 8 11,-4 6 0,-2 5-28,-1-1 17,1-1 0,2-5 5,0-5 62,3-10-45,-6-8 1,7-14 21,-3-12 6,4-13-11,-2-10 3,-9 14 0,-2-1 42,0-23-17,-2 1 56,-4 16-66,-3 17-46,-1 1 0,1 10 0,0 6 0,3 5 0,0 8 0,6 7 0,7 14 0,3-2 0,3 2 0,-1-1 0,1 1 0,0 1 0,0 0 0,-1 2 0,-3 0-125,0 21-228,-7-20 1,-5 2-1259,-11 2 1,-5-1-8221,-16 16 8203,-7-8 0,13-27 1,17-12-1</inkml:trace>
  <inkml:trace contextRef="#ctx0" brushRef="#br0" timeOffset="1083">6045 2357 26458,'48'-4'-1405,"0"0"1,0-1 0,16 0-1,-9 2 1,-7 9 0,-22-1-1</inkml:trace>
  <inkml:trace contextRef="#ctx0" brushRef="#br0" timeOffset="1249">6182 2721 28322,'38'2'-3277,"0"1"0,15-3 0,-1-2 1638,-14-2 1,-1-2-1,2 1 1,-7 1 0,-19 3-1</inkml:trace>
  <inkml:trace contextRef="#ctx0" brushRef="#br0" timeOffset="1840">8053 2138 23047,'0'-5'3640,"0"1"-2979,0 4-510,-66-62-106,41 45-9,-23-17 1,-4 6-15,9 33-377,9 0 1,-1 2 359,0 4 1,2 1-3,-2 1 0,1 1-20,-18 9-25,-5 3 64,32-14-16,-4 0 44,22-9 12,5-3 56,3 0 422,-1 6-529,2 6 228,-1 4-172,-5 35-44,-6 2 10,1-11 1,-1 4-484,-2-2 1,0 2 474,-1 3 0,0 0-11,1 2 0,0-1 0,4-2 0,1-1-342,1-4 0,5-3 328,4-5 0,5-4-234,24 20 66,-4-32 0,5-5-507,12-3 0,4-5-4204,13-5 1,3-4 4878,-2 0 0,-3-3 0,-16 2 0,-5-1 0,9-2 0</inkml:trace>
  <inkml:trace contextRef="#ctx0" brushRef="#br0" timeOffset="2532">8669 2582 24532,'4'-56'520,"0"0"1,0 1 0,0 6 0,-1 1 0,0 6-339,-1 6 0,1 5 212,1-13-332,0 24-17,0 10-28,1 22 3,3 14-26,-3 7 1,-2 6-20,0 1 0,-2 3-875,-4 18 0,-4 0 522,2-14 0,-2-1-2258,-1-5 0,-1 3 0,1-3 2636,1 2 0,0-3 0,1-3 0,0-3 0,1 3 0</inkml:trace>
  <inkml:trace contextRef="#ctx0" brushRef="#br0" timeOffset="2773">9180 2708 28031,'4'35'-613,"-1"1"1,1 0 0,-2 0 612,-2 0 0,0-3 0,0 5 0,-1-3 0</inkml:trace>
  <inkml:trace contextRef="#ctx0" brushRef="#br0" timeOffset="3332">10013 2283 26945,'-32'13'465,"2"-2"-275,9 1 73,1-6-128,5-5 89,1-9-28,4-12-152,4 2 57,2-22-62,13 12-5,8-10-23,12 11-11,10 7 11,7 9-11,6 7 0,1 14-11,-4 11 11,-14 5-14,-17 2 0,-6 4-3,-13 26-567,-7-14 0,-7 3 539,-13 0 1,-7-1 8,7-12 1,-4 0-1,-1-1 28,-2 1 1,-1-2 0,-1 0 10,2-4 1,0-2 0,1-1 18,-10 3 1,2-5 33,10-8 0,2-6 50,-9-12-82,19-17-24,11-6 0,19-22 0,6 16 0,15-10 0,4 19 1157,5 11-1157,4 12 0,6 14-354,6 14-900,-26-8 0,0 2 1254,5 5 0,-3-1 0,4 5 0,-4-3 0</inkml:trace>
  <inkml:trace contextRef="#ctx0" brushRef="#br0" timeOffset="3523">10600 2706 28546,'-26'-9'-291,"4"16"-1394,15 46 1685,3-20 0,0-2 0,-1 4 0,0-1 0</inkml:trace>
  <inkml:trace contextRef="#ctx0" brushRef="#br0" timeOffset="4006">11004 2362 27466,'18'-44'110,"0"-1"0,1 4 0,2 10-76,15 24-18,9 5 7,5 10-51,1 7 5,-3 14 23,-10 7-11,-15 7 34,-16 4-18,-21 0-5,-15-3 0,-10-5 11,-2-8 34,5-9 56,10-8 95,8-8 6,8-9-34,5-6-55,3-6-113,6-3 0,4-2 0,6 1 0,6 2 0,5 4 0,9 6 0,7 8 0,9 12 0,6 13-217,-26-8 1,-3 2 216,-2 2 0,-3 1 0,8 27-182,-33-1 182,-28-1-188,2-24 0,-6-3-2045,-7-1 1,-2-2 2232,2-3 0,2-3 0,-15 3 0,25-8 0</inkml:trace>
  <inkml:trace contextRef="#ctx0" brushRef="#br0" timeOffset="4866">12076 2787 23567,'1'-4'3249,"0"0"-2734,-1 4-492,11 16-135,-9 18-1843,-6 29 1104,-5-28 1,-2-1 0,-8 13-1,5-18 1</inkml:trace>
  <inkml:trace contextRef="#ctx0" brushRef="#br0" timeOffset="7482">12613 2416 18162,'2'-9'2859,"4"-26"1,1-5-1830,-4 2-666,3-7 1,-1 0 189,-4 11-251,-3 13-214,0 12-33,0 14-5,0 16-51,-1 20 11,-1 20-6,1-25 1,0 1-324,1 3 1,1 0 322,-1-1 1,2 0-1,2-2 1,2-1-33,10 24 44,10-15 67,7-18 84,8-20 45,6-22 61,5-17-375,-26 10 0,0-2 218,-2-2 1,-2-2 73,15-25 526,-11 5-594,-7 9 28,-8 13-101,-6 12-33,-5 20-28,-4 15 508,-1 8-508,-8 22-23,3 2-39,5-18 1,1 4-558,2 12 0,2-1-24,1-14 1,2-1-3473,5 16 1,3-4 3498,9 1 0,-2-8 0,-6-19 0</inkml:trace>
  <inkml:trace contextRef="#ctx0" brushRef="#br0" timeOffset="7699">13737 2676 26743,'-22'55'-886,"0"0"0,2-5 0,6-9 0,14-13 0,0-13 0</inkml:trace>
  <inkml:trace contextRef="#ctx0" brushRef="#br0" timeOffset="8332">14541 2251 24811,'14'-44'565,"0"0"1,-1 6 0,-4 8-247,-8 15-151,-5 8-56,-12 1-78,-10 4 5,-17 7-28,7 1 0,-18 10 0,24-7 1,-1 1-4,0 0 1,0 1-4,-26 8 23,10 1-5,25-10-7,-3 3 12,15-4 23,6 1-12,1 1-17,2 6 29,1 2-23,0 0 39,2 17-17,0-6-33,0 6 50,-2 7-39,-1-14-5,-1 5 27,-2-5-16,1-16 78,1 1 117,1-9-21,2-8-141,0-1 34,4-9-40,2-5-37,12-14-24,3 2 0,8-1 0,-7 12 0,8 4 0,5 7 0,3 3 0,9 11 0,-8 11 0,0 11 0,-11-2 0,-3 20 0,-18-20 0,-23 34-108,-16-24-379,3-9 1,-4-2 229,-18 6-701,9-11 1,-2-3-5485,-9-3 5972,19-4 0,2-3 0,5-4 0,15-3 0</inkml:trace>
  <inkml:trace contextRef="#ctx0" brushRef="#br0" timeOffset="8540">15033 2507 27001,'-19'52'11,"-1"1"0,0-3 0,1-4-1249,4-16 1,1-3 322,-14 22 0,9-19 0,7-14 0</inkml:trace>
  <inkml:trace contextRef="#ctx0" brushRef="#br0" timeOffset="9140">15740 2497 26844,'31'-15'515,"9"1"-434,-7 7 1,3 0-7,-4 1 1,-2 0 97,18-5 12,-15 3-39,-17 4-62,-9 1-62,-6 3-156,-2 0-796,-2 0-3713,-1 4 4643,1 1 0,0-1 0,3 0 0</inkml:trace>
  <inkml:trace contextRef="#ctx0" brushRef="#br0" timeOffset="10340">16916 2167 16219,'2'-7'6256,"0"1"-5108,-2 6 695,0 0-1411,16-49-46,-11 34-28,11-37-78,-15 48-123,0 1 28,-1 0-135,0 1 46,-1 0 4,1 1-4,-1-1 66,1-2-56,0 0-61,0 0 78,1-2 1,0 2 16,0 0-34,0 1-39,-1 2-56,-2 5 12,-5 9-6,-8 11 5,-8 13-3,7-8 1,-1 1-14,-4 12-23,7-12 0,4 1-28,4 6 29,6 7-7,19-2 23,5-14 56,15-8-33,-10-13 10,11-13 12,-4-7-17,11-10-21,0-6-7,-21 10 0,-1 0 0,8-9 0,6-6 0,-24 20 0,-1 1 0,-11 15 0,-8 15 0,-3 5 0,-11 22 0,-1 2-129,6-15 0,0 4 129,-3 12 0,0 1-1758,4-3 0,1 0 1060,0 0 1,3-1 697,5 3 0,3-7 0,0-9 0,4 8 0</inkml:trace>
  <inkml:trace contextRef="#ctx0" brushRef="#br0" timeOffset="10523">17803 2435 25153,'-48'26'32,"-1"-1"0,5-1 0,8 5-934,13 30 902,17-24 0,1-2 0,2 4 0,4-2 0</inkml:trace>
  <inkml:trace contextRef="#ctx0" brushRef="#br0" timeOffset="10773">18225 2356 23514,'53'-33'-1106,"1"-1"1,-2 4 0,-1 7 1105,-9 21 0,-3 4 0,5-2 0,-3 0 0</inkml:trace>
  <inkml:trace contextRef="#ctx0" brushRef="#br0" timeOffset="11273">18809 2204 26292,'49'-38'26,"0"-1"0,8 2 0,-4 11-20,-12 23 10,18 6 322,-23 7-350,-9 9 135,-8 8-123,-8-2 25,-5 13-36,-9 5 213,-5 1-146,-4 2-34,-6-16 1,4-11 100,-14 0 95,5-12 90,-8 1 23,10-8-102,8-6-150,7 0 111,5-10-155,6 5-35,5-5 0,9 6 0,7 3 0,-2 3 0,12 3 0,6 13 0,1 4 0,2 12 0,-22 0 0,-13 2-7,-21-1-234,-15 1-246,-18-3-353,-10-2-1009,2-4 1849,11-6 0,18-6 0,13-5 0</inkml:trace>
  <inkml:trace contextRef="#ctx0" brushRef="#br0" timeOffset="11466">19804 2442 27141,'-35'35'-1243,"-1"1"0,1-1 1,-13 13-1,10-9 0,20-21 1,9-8-1</inkml:trace>
  <inkml:trace contextRef="#ctx0" brushRef="#br0" timeOffset="11906">20346 2461 27471,'-28'-37'437,"12"6"-403,33 23-57,14-1-27,13 1-426,14 0-644,-24 4 0,2-1 1120,8-1 0,-3 1 0,7-1 0,-5-1 0</inkml:trace>
  <inkml:trace contextRef="#ctx0" brushRef="#br0" timeOffset="12290">21096 2167 26693,'-1'-44'263,"1"-1"0,1 4 0,6 8-190,27 12-50,5 8-35,3 6 12,0 13 0,1 7 6,-5 14-6,-8 12 0,-14 11-22,-16 13-461,-8-28 1,-5 1 471,-6 1 0,-4 0 25,-5-1 0,-2-2-3,-2-1 0,-1-2-8,2-4 0,0-1 131,5-5 0,2-1-123,-10 9-11,14-11 22,14-8-39,16-7-22,14-7-291,21-3-373,-14 1 0,2 0-2564,6-1 0,2 1 3267,-3 1 0,-1 0 0,13-1 0,-22 3 0</inkml:trace>
  <inkml:trace contextRef="#ctx0" brushRef="#br0" timeOffset="12482">22040 2520 28160,'-21'41'-641,"1"0"1,0-2 0,4-2 640,3 12 0,6-23 0,1-2 0</inkml:trace>
  <inkml:trace contextRef="#ctx0" brushRef="#br0" timeOffset="13199">22529 2372 27869,'4'-31'84,"0"9"-84,-5 30 28,-7 3-6,0 0 1,-6-3 5,3-4 22,2-2-5,3-1-17,2-2-6,3-2-11,0 0 6,0-2-17,1 3 6,0 0 5,2 2-11,0 0 17,1 0-6,-1 0 6,0 0-73,-1 0 78,1 0-16,-1 0-12,1 0 6,1 0 0,0 0-11,2 0 11,2-2-22,4-1-29,0-1 18,0 1-63,-1-2-32,-4 3-12,0-4-23,-1 0 107,-2 0 28,0-1 17,-2 4 11,1 1 0,0 0-17,3 0-364,0-1-2514,4-1 2895,-1 0 0,-1 1 0,-3 1 0</inkml:trace>
  <inkml:trace contextRef="#ctx0" brushRef="#br0" timeOffset="14016">22720 2317 16516,'-4'0'6262,"0"0"-5573,4 0 683,-73-3-750,34 4-401,-8-1 0,1 2 54,16 5-1,13 0-112,11-3 208,14 0-68,10-4-10,31-2-141,4-2-683,-17 0 1,-1 0 599,11-4 16,6-3 11,-9 1-22,-4 0-12,-6 0-16,-20 5-23,-7 1-22,-4 2-259,-1 1-2889,-1 8-3226,3-5 6374,3 8 0,-2-7 0,1-1 0</inkml:trace>
  <inkml:trace contextRef="#ctx0" brushRef="#br0" timeOffset="14249">23412 2044 25371,'-2'-4'2319,"-1"1"-1810,3 3-436,-16 39-11,12 6-62,-5-4 0,-1 4-890,7-3 1,1 1 609,-3 1 0,0 0-989,0 0 1,1 0 1268,0 1 0,2-4 0,-2 6 0,4-9 0</inkml:trace>
  <inkml:trace contextRef="#ctx0" brushRef="#br0" timeOffset="15106">23876 1918 25478,'41'-31'192,"0"-1"0,-2 4 0,-1 8-74,14 18-23,2 4-44,-2 2 16,-4 4-28,-8 2-17,-10 3 23,-8 3 6,-9 2 16,-6 0 0,-5 4 0,-2 4 6,-3 8-17,-1 8-17,-3 13-25,3-21 0,1 1-538,1 8 1,0 1 528,0 5 1,2 1 13,3 3 1,2 0-17,2 1 0,1-1-9,2-2 1,1-1-329,-2-4 0,-2 0 308,-3-6 1,-6-1-159,-5-4 0,-7-3-1,-8-4 0,-5-3-916,-9-3 1,-6-4 1100,-13-3 0,0-3 0,23-5 0,1-1 0,0-3 0,-1 1 0</inkml:trace>
  <inkml:trace contextRef="#ctx0" brushRef="#br0" timeOffset="19132">25348 3130 10405,'2'-3'-1031,"-1"1"1031,-1 2 0,0 0 0</inkml:trace>
  <inkml:trace contextRef="#ctx0" brushRef="#br0" timeOffset="21266">25425 2931 23125,'2'-3'2661,"-1"0"-1782,-1 3-795,9 36-73,-19-1-98,5-1 0,-3 2-917,-10-4 0,-4-1-3530,-2 2 0,0 0 4534,3-5 0,2-1 0,-7 7 0,15-15 0</inkml:trace>
  <inkml:trace contextRef="#ctx0" brushRef="#br0" timeOffset="21699">26584 2716 25140,'-1'-56'679,"1"0"1,0 11 0,0 9-512,-3 17-67,1 23-56,-2 13-9,-2 19-56,3-2 1,0 3-88,-2 17-344,2-9 1,0 0-4111,2 18 4561,0-28 0,0-2 0,1 9 0,0-20 0</inkml:trace>
  <inkml:trace contextRef="#ctx0" brushRef="#br0" timeOffset="21990">27067 2563 22027,'0'-5'3052,"0"1"-2133,0 4-745,-104 7-143,74 4 0,-1 1-159,-11-5 0,-5-1 1,6 5 166,5 12 0,6 2 62,-10 14 0,3 8 161,19 1-161,18-11-57,6-5 18,15-7-34,5-7-28,15 0-146,-7-8 1,2-3-438,0-1 1,1-2-1577,13 0 1,0-2 2158,-10-1 0,-3-1 0,14 0 0,-23-1 0</inkml:trace>
  <inkml:trace contextRef="#ctx0" brushRef="#br0" timeOffset="22206">27697 2528 23467,'-5'-1'2610,"1"0"-2403,4 1-1524,93-30-1898,-47 26 3215,2-3 0,9-2 0,-11 4 0,-10 10 0,16 4 0</inkml:trace>
  <inkml:trace contextRef="#ctx0" brushRef="#br0" timeOffset="22390">27814 2807 23355,'-3'1'3618,"1"0"-3439,2-1-1349,87-34-7490,-29 22 7809,3-7 1,-2 1 0,-17 14 0,-19 2 0</inkml:trace>
  <inkml:trace contextRef="#ctx0" brushRef="#br0" timeOffset="26966">28881 2454 19132,'0'-4'4895,"0"0"-3977,0 4-318,17-65-236,-2 35-272,1-12 1,2 2 2,13 14-50,6 5-12,4 9-5,4 7-22,0 15 5,-5 12 11,-8 16-33,-13 12-17,-15 9-184,-9-27 1,-4-1 191,-5 2 1,-3-2 16,-4 0 0,-3-3 9,-3-2 0,-1-1 8,-1-4 0,0-2 92,-27 12 129,10-12 112,14-9-67,14-11-151,12-11-101,16-8-28,10-3 429,11 2-407,6 7-5,0 7 17,-2 9-23,-3 11 11,-1 13-11,-1 13-67,-5 10 45,-9 4 11,-16 9 6,-9-20-1,-28 7-647,-12-22 521,13-11 1,-3-1-745,-3-2 0,-3-3 865,-6-1 0,3-2 0,-7 1 0,7-5 0</inkml:trace>
  <inkml:trace contextRef="#ctx0" brushRef="#br0" timeOffset="29749">8954 3376 20412,'-53'3'651,"1"0"1,-1 0 0,4 0 0,1 0 0,2 0-254,-5 1 0,4 0-85,10-1 1,4 0-129,-5 1-103,35-4-26,35-7-40,2 2 1,4-1-9,-2 0 1,4-1-736,15-2 0,7-1 1,-2 1 726,-11 1 0,-1 0 0,1 0-6,8-1 0,3-1 1,2 0-28,-11 1 1,1 0 0,0 1 0,-4 0-8,-4 1 1,-2 1 0,1-1-14,14-2 1,3 0 0,-4 1-165,-2 0 1,-6 2 188,15-3-62,-41 5-44,-48 4 72,-5 3 1,-7 1 44,-17 3 0,-5 0-540,12 0 0,-3 1 0,-1 1 555,-7 0 0,-2 2 1,0 0 10,13-2 1,0 0 0,-1 1 0,1-1 5,0 1 0,0 1 1,1 0-1,1-1 105,-12 4 0,1 0 1,3 0-97,8-2 0,2 1 0,3-1 67,-7 4 1,7-1-59,-7 5 68,34-8 0,34-9-34,32-11-50,-9 2 0,4-3 13,-7 1 0,2-1 0,1 0-25,6-1 1,1 0 0,0-1-6,4-1 0,0 1 0,0 0 46,0 0 0,0 0 1,0 1-46,-4 1 1,0 0 0,-2 1-288,16-2 0,-3 1 227,-13 3 0,-4 1-383,12 0-3031,-33 6 3874,-24 4 0,-5-1 1,-2 0-1</inkml:trace>
  <inkml:trace contextRef="#ctx0" brushRef="#br0" timeOffset="30740">11259 3303 22296,'-37'2'1114,"-1"1"1,-12-1-857,70-7-158,18-5-49,13-2-29,-4 3-8,-4 0 0,1 1-403,-11 2 1,1 1 393,14-4 1,1 1-3,-14 3 0,-4 1 182,15-1-173,-25 3-1,-31 7-11,-26 5 11,5-1 0,-4-1-254,-8 3 1,-3 0 256,-6 1 0,0 0-93,-1 0 0,1 0 135,5-2 0,3 1-11,9-2 0,4-1-6,-6 2 23,23-4 33,21-4-16,14-1 471,18-4-500,13-3-36,-21 1 0,1-1-6,1-1 1,1 0 2,0 0 0,-1 0 864,27-6-835,-12 2 88,-16 3 91,-16 2-74,-10 4-49,-11 1-18,-8 1-50,-11 1-28,-10 3-78,-8 3-1547,-6 4 1625,-6 5 0,25-7 0,3 0 0</inkml:trace>
  <inkml:trace contextRef="#ctx0" brushRef="#br0" timeOffset="45639">23064 4938 20492,'0'-4'4139,"0"0"-2816,0 4-948,-89-35-230,43 34-92,-12-13 1,1 5-21,14 32-16,11 3-11,14-2 11,9 5-17,17-3 39,22 12-28,14-7-990,-12-13 1,0-1 972,17 4 12,7 3-34,-18 0 44,-8-2 12,-14 1 12,-27-7 32,-12 0 1903,-3-4-1908,-21 6-22,16-6-34,-9 4-11,20-5-45,9-1 34,6-1 0,4-1 5,13 7 28,4-2-33,15 8-11,-1 1 16,-6-4-5,-5 14 17,-16-5-18,-14 17 24,-20-2 16,7-18 0,-3 0-12,-4 2 1,-2-1-3,6-4 0,-1-1 22,-12 12 1,0 0-285,16-8 1,1 0 263,-9 10 1,3 1-9,13-6 1,4 0 19,0 28-17,18-1 0,4-11-25,7-14 0,4 0-826,10 12 530,-7-10 1,0-3-1,-2-2 1,-4-5 0</inkml:trace>
  <inkml:trace contextRef="#ctx0" brushRef="#br0" timeOffset="46815">22440 15100 20951,'-7'0'3798,"2"0"-2823,5 0-829,56-63-1119,-10 43 1001,1-14 0,3 4 3,-14 25 0,-1 8 2,28 4-10,-17 8 351,-19 8-334,-24 7 124,-26 6-164,0-15 0,-4 0 22,-8 2 1,-3-1-415,-4 2 1,-2 0 407,-1-1 1,0 1 17,4-2 0,2 0 237,6-2 1,3 0-289,-14 14 34,22-4 11,11-5 6,15-2 27,8-2 864,12 1-880,7-1-23,8 0-10,5-3-1,2-2-22,-2 1 11,-10-2 5,-10 2-10,-13 2 21,-14 5-10,-5-4 39,-30 19-34,3-9-6,9-8 1,0 0-11,-13 13-1,14-8-5,5 8 0,13-12 11,1 12 5,10-3-16,5 3 11,8 7 0,4 3 11,3 3-28,-4-2-55,-7-2 16,-15-5-23,-14-2-111,-14-5-236,-11-4-538,-6-8-2251,2-12 2367,-2-20 0,22 5 0,5-9 0</inkml:trace>
  <inkml:trace contextRef="#ctx0" brushRef="#br0" timeOffset="48749">23313 6836 21534,'21'-39'938,"0"-1"0,1 1 0,5-13 1,-6 7-429,-16 12-331,-8 14 51,-9 9 16,-19 19-117,-7 12-93,12-1 1,-2 3-853,2 4 1,2 1 827,-14 22-12,16-18 0,3 2-6,-2 22 3,12-15 0,4 1 0,6-9 1,5-2 2,5 3 0,5-5 22,29 3-5,11-16 22,7-19-163,-32-4 0,0-5 183,-3-4 0,-1-5 22,-3-3 0,-2-4 8,-4-2 1,-2-3 8,-4-2 0,-2 0-14,-3-1 0,-4 1-31,-4 1 1,-4 2 30,-15-25-172,-15 12 99,-7 16-22,7 11 1581,-3 10-1715,14 10-292,8 7-22,11 3-3328,38 20-206,-6-13 3993,2-3 0,-1-1 0,-7-6 0,0 0 0</inkml:trace>
  <inkml:trace contextRef="#ctx0" brushRef="#br0" timeOffset="48957">23992 6642 24303,'48'-17'-1030,"1"1"1,-1 0 0,11-7 0,-2 6 1029,-4 15 0,-7 4 0,-11-1 0,15-1 0</inkml:trace>
  <inkml:trace contextRef="#ctx0" brushRef="#br0" timeOffset="49139">24138 6883 27141,'47'-9'-912,"1"0"1,-1 0 0,1 0 0,12-3 0,0 0 0,-6 2-221,-5-1 0,-6 2 0,14-4 0,-27 6 0</inkml:trace>
  <inkml:trace contextRef="#ctx0" brushRef="#br0" timeOffset="49357">25065 6392 27656,'1'51'246,"2"8"-257,2-24 0,0 1-779,0 5 0,-2 2 208,0 2 0,-1 2-3387,-1 2 0,-1 0 3287,-2-5 0,-1-4 0,0 13 0,-1-25 0</inkml:trace>
  <inkml:trace contextRef="#ctx0" brushRef="#br0" timeOffset="57406">5322 4949 23684,'-45'-8'336,"1"-1"0,-1 1 0,-16-2 0,6 6-128,-5 25-158,20 3-27,11 3 163,19 1-169,17-3 40,10 6-85,16 2 8,-4-13 1,2-1 10,-1-2 1,-1 0 2,1-1 1,0 0 5,25 15 0,-19-5 6,-1 7 45,-18-4-6,-23 0 5,-25-2-5,-26-2-413,20-13 1,-2-1 381,-3 0 0,-2-2 2,-6-2 1,2-2-243,12-2 0,2-2 176,-23-5-303,36-14-577,20-8-3310,31-21-5591,9 5 8048,6 3 1,-16 20 0,-22 15 0</inkml:trace>
  <inkml:trace contextRef="#ctx0" brushRef="#br0" timeOffset="57782">5628 5034 21024,'0'-3'3591,"1"1"-1328,-1 2-2202,-4-15-5,-4 33-33,-2-15 16,-3 47-28,7 1-11,6 3-6,12 0 1,14-18 5,-1-12 5,13-9 29,-6-13 128,13-21-10,-9-9 55,-1-21-90,-16 13 102,-6-12-46,-9 12-27,-7-16-96,-3 15-44,-4 3-73,3 20 5,4 7-447,7 11-298,11 7-677,13 12-1109,13 10-3574,6 7 5319,-5-4 0,-16-13 0,-11-11 0</inkml:trace>
  <inkml:trace contextRef="#ctx0" brushRef="#br0" timeOffset="58306">6269 5145 16684,'1'-3'7315,"0"0"-4218,-1 3-2806,5-60-240,-4 48-35,5-37-10,-6 62-23,1 27 6,0-5 0,0 18 11,-1-10 5,-1-7 23,-1-11 17,0-11 28,1-10 5,1-14-27,2-10 66,4-14 18,4-9-12,4-5 11,4-1-83,-4 14 44,9-3-67,-5 21 0,10 0-34,1 13-44,6 13 56,-6 2-29,10 29-5,-19-5-17,4 20 1,-17-9 27,-8-4 6,-6-8 55,-2-10-4,-1-12-29,2-12 34,3-16-1,2-13 7,9-12 44,6-7-11,11-1-21,7 5-63,6 7 0,5 9 0,5 10 0,4 10 0,-10 9 0,19 22 0,-25 9-405,-11-6 0,-3 3-483,-9 2 1,-4 2-4029,-3 3 1,-2-1 4238,-2 18 1,-3-15 0,1-28 0</inkml:trace>
  <inkml:trace contextRef="#ctx0" brushRef="#br0" timeOffset="59340">1015 4557 18716,'-2'-3'4129,"0"0"-3662,-25-16 1,-10-3 199,6 8-452,-9-9 1,-1 3 8,12 14-112,7 5-39,4 7-1,5 9 30,1 12 38,0 9 33,-3 11-21,-1 5-282,1 3 186,6-1-28,12-3-28,13-6-6,12-5 0,14-8-5,5-6-17,1-4 9,-5-2 24,-14-1 1,-14 1 16,-22 0-16,-18 2 33,-19-2 6,-15-2-45,27-10 0,-1-2-9,0-2 0,0 0-243,-26-1-980,11-10-4176,17-7 5408,15-4 0,10 4 0,6 7 0</inkml:trace>
  <inkml:trace contextRef="#ctx0" brushRef="#br0" timeOffset="59590">1231 4849 27964,'33'-31'-325,"11"0"-453,0 17-618,-13 5 1,2 1-1559,2 1 0,-1 0 2016,24-4 1,-22 5-1,-18 3 1</inkml:trace>
  <inkml:trace contextRef="#ctx0" brushRef="#br0" timeOffset="59773">1852 4539 21993,'2'-7'2610,"4"-24"1,0-4-2051,-5 13-468,4-13 0,-2 5 82,-7 22-146,0 10-11,-5 14-56,-1 16-281,3 2 1,1 1-269,-3 19-825,5-8 1,1 3 1412,4-6 0,1-2 0,-1 15 0,3 0 0</inkml:trace>
  <inkml:trace contextRef="#ctx0" brushRef="#br0" timeOffset="60065">270 5768 23696,'-48'12'537,"0"0"1,1 1 0,-8 1 0,11-4 400,16-10-614,28-21-212,21-10-1117,20 5 1,13 2 1037,-7 8 1,6 1 0,5-1-403,-12 4 1,4-1 0,3 0 0,2 0-1,-1 0 1,-2 1 378,6-1 0,0 0 0,-1 0 0,1 0 1,1 1-324,-2 0 0,2-1 1,1 1-1,-1 0 1,-2 0-1,-4 1 307,4 0 1,-4 1-1,-1 0 1,2 0-261,8-1 0,2 0 1,-1 0-1,-2 1 253,-11 2 1,-2 1-1,-1-1 1,3 1-54,8-2 0,2 0 0,1 0 1,-2 0-192,-5 2 1,-1 0 0,0 1 0,-1 0-3021,12 0 0,-1 1 0,-6 0 1819,-2 1 1,-6 1 0,-9 2 0,-10 1 0,-22 0 0</inkml:trace>
  <inkml:trace contextRef="#ctx0" brushRef="#br0" timeOffset="60916">7745 5157 22559,'-9'0'3126,"1"0"-2689,8 0-253,0 0-290,8-57-387,37 34-645,-11-11 0,4 1-798,15 24 1,5 7 1361,-7-2 1,-4 1-1,16 1 1,-31 2 0</inkml:trace>
  <inkml:trace contextRef="#ctx0" brushRef="#br0" timeOffset="61073">7834 5400 24165,'43'-29'-925,"-1"-1"1,1 0 0,0 0 0,-1 2 0,1 0 0,-1 2 0,-2 4 187,18-1 1,-5 5 0,-14 5 0,-6 2-1,7-2 1</inkml:trace>
  <inkml:trace contextRef="#ctx0" brushRef="#br0" timeOffset="61272">8946 4879 21203,'-1'-4'4812,"1"1"-3109,0 3-1614,-11-4-38,9 31-51,-9 11-143,8 0 0,2 5-1263,-2 6 0,0 2 1406,-1-9 0,-1 2 0,1-4 0,0-3 0,0-4 0,0 2 0,0-1 0</inkml:trace>
  <inkml:trace contextRef="#ctx0" brushRef="#br0" timeOffset="80265">23131 8088 22884,'8'-63'1112,"-1"1"1,0 4 0,0 5-836,-2 19 1,0 4 75,2-14-197,-3 21-116,-2 17 16,0 18 16,-2 15-21,0 20-12,0 13-225,0-26 1,-1 1 202,-1 2 0,0-1-15,0 0 1,-1-1-11,1-3 0,0 0 8,-2 21-6,2-16 79,1-17 218,0-13-207,4-34-22,2-6-34,3-29 0,2 2 20,-5 28 0,0 1 13,4-27 29,-3 11-28,-3 15-1,-2 14-61,-1 16 0,0 17 11,-3 15-22,-1 15-12,0-12 1,0 1 17,-1 15-21,1-14 1,1 1-103,-1 10-483,1 10-1550,1-8 2161,4-6 0,-2-21 0,3-5 0</inkml:trace>
  <inkml:trace contextRef="#ctx0" brushRef="#br0" timeOffset="80749">23876 7956 20481,'-4'0'4856,"0"-1"-4335,4 1-890,105-44-1174,-57 33 658,6-2 0,12-3 0,-11 6-1031,0 16 1916,-3 2 0,-4 2 0,-23-3 0,5 6 0</inkml:trace>
  <inkml:trace contextRef="#ctx0" brushRef="#br0" timeOffset="80915">23905 8132 18800,'-3'2'5899,"1"0"-3676,2-2-2183,45-2-220,-3-5-30,-7 4 0,3 0-1705,2-3 0,2 0 1915,4 1 0,-2 1 0,17-3 0,-1 2 0</inkml:trace>
  <inkml:trace contextRef="#ctx0" brushRef="#br0" timeOffset="81539">24922 8007 21248,'0'-6'5103,"0"1"-4683,0-33 0,1-9-101,1 11 62,0-25 0,1-1-62,0 26-239,0-7-80,-2 29 0,0 11 0,-1 14 0,0 2 0,0 34 0,0-2 0,0-12 0,0 2 0,1 26-257,0-6 257,0-13 0,2 3 0,-1-21 0,0 2 0,-1-16 0,0-9 0,-1-26 257,0-1-257,-1-27 0,1 2-1182,-1-10 1182,2 9 0,3 15 0,0 0 0,2-2 0,3-8 0,-4 33 0,-4 12 0,0 13 0,-1 1 0,1 33 0,-1-15 0,1 11 0,0 3 0,-2 14 82,0-14 0,0-1-82,-1 12-1670,0-15 1,-1-1 1669,0 4 0,0 5 0,1-31 0</inkml:trace>
  <inkml:trace contextRef="#ctx0" brushRef="#br0" timeOffset="85557">1388 7022 17776,'-3'-4'4587,"1"1"-2302,2 3-1882,-71-40-134,33 30-1562,-11-11 0,2 5 1349,12 20 830,-1 10-853,11 5 409,0 16-453,11-4 0,10 5 11,9-14-11,13 2 11,11-4 8,-2-6 0,3 1-8,-2-1 0,2 0 628,5 2 1,0 1-646,18 11 12,-18-6 16,-12 2 17,-25-4 0,-35 13-25,10-16 0,-3-2-449,-14 3 0,-2 0 451,12-7 1,-1-1-3,-7 1 0,0-2-235,-17 1-138,-2-2-3310,25-21 3680,35-13 0,3 4 0,16-1 0</inkml:trace>
  <inkml:trace contextRef="#ctx0" brushRef="#br0" timeOffset="85764">1813 7217 21763,'-8'0'3664,"2"1"-3317,6-1 68,0 0-824,-25-29-1193,55 6-4084,2-26 5089,8 31 1,3 6 0,14-7 0,-23 8 0</inkml:trace>
  <inkml:trace contextRef="#ctx0" brushRef="#br0" timeOffset="86124">2321 6962 21696,'-6'0'3720,"1"0"-2734,5 0-807,-38-63-106,41 35-59,-15-11 0,6 3-14,46 14 0,9 7-23,8 7-3419,-3 11 3419,-14 5-48,-2 28 43,-24 3 16,-12-8 1,-4 4 5,-10-1 1,-6 1 8,-7 3 0,-5-1-270,-4 0 0,-1-2 272,1-3 1,0-1-1,4-6 1,2-1 0,-10 11 5,19-14 3125,16-11-3136,20-10-280,19-10-292,-6 2 1,2-2-992,9-3 1,3 0-2107,7-2 0,1 1 3197,-4 2 0,-2 2 0,14-3 0,-26 7 0</inkml:trace>
  <inkml:trace contextRef="#ctx0" brushRef="#br0" timeOffset="86331">1354 7873 25570,'50'-26'-188,"0"0"1,1 1 0,-1-1-1,2 1 1,1 0 0,0 2 0,0 2-586,-2 3 0,1 3 0,0 1 0,2 0 242,6-2 0,3 0 1,-2 0-1,-6 2 0,-7 2 1,-6 1-1,0 1 0,18-3 1,0-1-1</inkml:trace>
  <inkml:trace contextRef="#ctx0" brushRef="#br0" timeOffset="86873">5305 7115 25640,'-44'-22'176,"0"1"0,0 0 0,2 1 0,0 1 0,2 8-90,-1 10 1,2 6-34,2-1 1,2 2-21,-21 12-22,17 2 249,18 4-277,12 1 107,17 1-90,15 1-11,24 0-307,-14-14 1,2 1 320,7 0 0,1 1-9,4 1 1,-1 1-4,2 2 1,-2 2-6,-2 0 0,-3 1 11,-5 0 0,-5 2 100,8 19-102,-39-2 21,-38-7-8,5-17 1,-4-4-312,-5 0 0,-1-3 306,-1-2 0,1-2-9,4-2 0,2-2-150,-24-9-460,18-10-173,20-13-2964,18-7 3753,23-9 0,-8 20 0,8 3 0</inkml:trace>
  <inkml:trace contextRef="#ctx0" brushRef="#br0" timeOffset="87207">5794 7115 27432,'-32'39'123,"8"0"-123,20-1 11,11-5 6,5-4 0,8-7-6,4-9 28,4-8 23,1-15 16,1-10 23,0-13 34,-3-7-23,-6-5 5,-9 2-38,-7 3-51,-9 5-34,-2 7-84,-2 7-402,2 10-847,7 6-1814,12 12 3153,14 9 0,-9-4 0,3 2 0</inkml:trace>
  <inkml:trace contextRef="#ctx0" brushRef="#br0" timeOffset="87790">6373 7178 22257,'2'-5'3764,"0"1"-1804,-2 4-1949,-10-28-17,7 35 12,-8-16 28,8 43-40,-1 1-22,0-3 34,1-7 50,1-7 5,1-10 79,1-8-84,-3-10-17,-1-9 17,-1-11-16,-1-8 4,3-8 18,4-3 5,7-2-15,7 6-52,8 9 0,17 9 0,-10 13 0,25 5 0,-7 17-188,-17-1 1,1 3 187,1 4 0,-1 4 0,2 7 0,-2 2 0,9 11-9,-20-11 0,-6 1 9,-8 9 0,-12 7 0,-11-3-29,-10-12 58,-6-11 345,10-13-374,-3-12 19,10-12-19,-1-11 0,1-23 0,8 5 0,3-1 0,11 10 0,6 15 0,10-2 0,17 9 0,6 9 0,2 4 0,-17 6 0,1 2 0,-1 1 0,2 2-1670,21 6 0,2 1 1429,-18-3 0,1 1-2854,20 11 1,-4 1 2490,-14 1 0,5 3 0,-36-17 0</inkml:trace>
  <inkml:trace contextRef="#ctx0" brushRef="#br0" timeOffset="88015">7361 7006 26547,'50'-18'-446,"0"1"1,-1 0 0,13-7 0,-6 8-1334,-21 17 1,-5 5 1778,16 9 0,-12-5 0,-11 2 0</inkml:trace>
  <inkml:trace contextRef="#ctx0" brushRef="#br0" timeOffset="88157">7465 7261 26397,'42'-22'-238,"0"0"1,0 0 0,1 0-1,1 1 1,-7 5 0,6 3-1,-1 2 1</inkml:trace>
  <inkml:trace contextRef="#ctx0" brushRef="#br0" timeOffset="89048">8518 7048 25130,'3'-47'541,"0"0"1,1 4-1,6 7-423,23 8-56,15 6-29,12 9-22,-26 9 1,1 3-174,0 4 0,-1 4 156,-3 4 1,-3 4-1,13 30 0,-29-14 1,-7 2-4,-9 4 1,-8 1-389,-7 4 1,-6-2 390,-8 3 1,-5-2 8,-2-2 0,-3-1 5,2-3 0,0-2 12,6-5 0,2-3 36,-11 12 44,25-17 35,29-12-29,24-12-72,25-9-34,-20 2 0,1-1-268,7-2 0,2-1-169,4-1 0,1-1-1277,5 1 1,1 0 1713,-13 4 0,2 1 0,-6 1 0,-3 0 0,-4 2 0,0 1 0,0 0 0</inkml:trace>
  <inkml:trace contextRef="#ctx0" brushRef="#br0" timeOffset="92523">8707 7407 12959,'-7'1'6273,"2"0"-3147,5-1-1121,0 0-1356,-47-5-49,53-11-135,-25-8-112,70-9-247,-19 16 0,2 1-361,3 0 0,2 1 311,2 1 0,2 3-12,0 0 1,-1 2-37,-9 3 1,1 2 5,3 0 0,1 4-183,-4 8 1,-1 3 165,-1 1 0,-2 4 9,0 7 0,-7 4 10,-10 28 1,-18-8-3,-24-9 0,-12-2-28,2-11 0,-5-2-531,1 0 1,-6 1-1,1-2 485,0-5 1,0-2-1,-2-1-220,-1 0 0,-2-1 0,0-1 280,-3 0 0,-1-2 0,5 0 0,4-1 0,4-2 0,7-2 0,-1 0 0</inkml:trace>
  <inkml:trace contextRef="#ctx0" brushRef="#br0" timeOffset="100164">9074 3427 10609,'-49'8'1924,"1"0"0,-1-1 0,-16 3 1,7-2-279,0-2-103,20-4-814,17-6-327,16-3-245,18-6-12,23-5-95,-5 6 1,5 1-628,11-1 0,5 0 588,-11 4 0,2 0 0,1 1-477,4 0 1,1 0 0,1 1 465,1 0 0,1 0 0,-1 1 2,-2 1 0,0 0 0,-1 0-116,-4 1 1,-1 0 0,-2 1 121,11 0 0,-4 0-11,-12 1 1,-5 0 47,5 1 27,-30 3 963,-29 1-1007,-31 4-17,14-4 0,-3 1 267,-9 1 0,-3 1-259,-4 0 1,0 1 2,-3 1 1,1 1-7,1 1 1,1 1 17,4-1 0,2 1 8,7 0 0,3-1 196,9-2 1,3 0-227,-5 2 83,26-6 56,34-7-45,37-8-81,-10 2 1,5-1-665,-9 1 0,3-1 0,1 0 650,6-1 0,3 1 1,-1 0-11,3-1 1,0 1 0,0 0 3,-3 1 1,0 0 0,-2 1 36,-6 0 1,-1 1 0,-4 0-10,10-1 1,-7 1 145,9-3-106,-45 6-230,-44 6-131,0 1 0,-5 2-1704,-13 3 1,-2 2 1812,1 1 0,3-1 0,12-2 0,5-1 0,-7 3 0</inkml:trace>
  <inkml:trace contextRef="#ctx0" brushRef="#br0" timeOffset="108672">5157 8774 19473,'0'-3'3714,"0"0"-1990,0 3-1511,-60-33-168,35 32-173,-18-7 1,-2 6 256,0 41-320,15-11 0,-1 1 224,2 1 1,2 1 8,4 3 0,3-1-31,-2 10 0,30 3-22,30-27-48,-5-9 1,6-2-1382,3-3 0,4-3 1,-1-1 960,5 0 0,1-2-864,1 0 1,3-2 0,-3 0 1130,6-3 1,-4 0 0,-14 2 0,-2 0 0,-7 0 0,1-1 0</inkml:trace>
  <inkml:trace contextRef="#ctx0" brushRef="#br0" timeOffset="108865">5865 8778 18817,'-4'-1'5036,"0"0"-3922,4 1-1864,-10-27-1064,42 17-2606,-3-6 1,4 1 4419,6 11 0,0 4 0,-1-2 0,-5 1 0,-5 1 0</inkml:trace>
  <inkml:trace contextRef="#ctx0" brushRef="#br0" timeOffset="109039">5961 8928 27180,'54'-13'-738,"0"0"1,-7 3-1,1-1-3698,8-3 1,-2 0 3942,-12 5 0,-4 2 1,12-3-1,-23 6 1</inkml:trace>
  <inkml:trace contextRef="#ctx0" brushRef="#br0" timeOffset="110023">7193 8769 19272,'0'-5'5320,"1"1"-4227,-3-59-35,-4 16-803,4 3 0,-1 1 120,-5-5-73,4 23-195,2 11-12,0 7-84,1 11-11,0 11 45,3 14-11,-1 15-46,0-3 12,-1-3 0,-1 1 12,-3 17-165,0-18 1,0 1 130,-3 11 44,2-15-22,3-16 101,1-10-45,4-15-11,2-12 0,3-14-6,-1-2 0,-1-4 12,0-24-40,-2 26 0,-1-1 52,-4-25-63,0 34 293,-2-4-293,-1 31 0,-2 17 0,-1 16 0,0 17 0,2 7 0,4-9 0,9-9 0,3-2 0,1-5 0,11 17 0,-17-42 0,-4-13 0,-6-11 0,-4-16 0,-8-12 0,-1-8 0,2-3 0,5 5 0,5 11 0,5 16 0,1 12 0,5 15 0,3 15 0,3 19-388,1 22-1147,-8-21 0,-2 3-3381,-2 5 1,-1-1 2948,-1-10 1,-1-2 0,-1 14 0,1-33 0</inkml:trace>
  <inkml:trace contextRef="#ctx0" brushRef="#br0" timeOffset="115781">22787 9352 25063,'27'-34'217,"1"0"0,0 0 0,5-9 0,1 8-181,-5 20 1,2 6-393,22-2 372,-20 5 1,2 2 14,2 4 0,-1 2-20,17 10 134,-10 5-145,-23 13 67,-18 2-55,-12 11-35,-22 12 23,-4-12-207,12-18 0,1-3 213,-7 3 213,0-1-186,13-11 169,1-2 28,8-6-79,5-5-95,5-2 451,1-3-384,12-2-78,6 1-17,17 1 33,7 4-49,-3 4 16,13 9 5,-13 8-22,4 12 17,-17 13-22,-25-4-17,-12-3 16,-31-9-38,-6-10-57,-15 2-252,26-12 1,0-1-1110,-16 2-4609,5-2 6060,26-9 0,10 1 0,6-3 0</inkml:trace>
  <inkml:trace contextRef="#ctx0" brushRef="#br0" timeOffset="116031">23780 9495 26379,'43'-21'-127,"0"-1"1,0 1-1,-1 1 1,1 2-1,-1 6-683,10 10 1,-1 5-3037,1 2 0,-2 1 3846,-8 0 0,-4 2 0,9 3 0,-26-4 0</inkml:trace>
  <inkml:trace contextRef="#ctx0" brushRef="#br0" timeOffset="116181">24032 9656 27432,'60'-1'-195,"0"1"1,3-1 0,-7-1 0,-5-3 0,-7 2 0</inkml:trace>
  <inkml:trace contextRef="#ctx0" brushRef="#br0" timeOffset="117273">24915 9653 19533,'6'-57'919,"0"0"1,1-1 0,-2 6 0,1 0 0,-1 6-489,0 3 1,-1 5 195,3-21 216,-3 21-664,-2 20 59,-2 16-182,0 17 47,0 17-53,-2 19-25,0-17 1,0 1-10,-1 5 1,0 0-165,0 2 0,0 0 156,1-1 1,0-2-6,1-3 0,0-2-3,1 16 39,0-17 101,0-18-45,-2-18-44,-2-17 21,-1-21-21,-2-20-85,4 22 0,0-1 59,0-5 0,1 0 11,0 0 1,1 0 5,0 6 0,1 1 47,0-18-10,0 24-68,0 19-17,-1 22-5,1 16-286,1 23-792,2-15 0,1 3 869,1 11 0,0-2 0,3 6 0,-1 0 0</inkml:trace>
  <inkml:trace contextRef="#ctx0" brushRef="#br0" timeOffset="120116">1003 10301 20795,'-5'-2'3282,"1"0"-2470,4 2-644,-58-22-174,44 16 23,-43-16 39,56 28-56,1 5-11,1 7-34,9 8 6,4-2 28,6 0 0,8-2-1,0-4-4,7 7 21,-1 3 40,-15-3-28,-6 0 33,-23-2 6,-12-4-5,-18 7-1694,9-11 0,-1-1 1671,-14 5 0,14-7 1,2-1 10,0-3-34,-1-1-218,16-6-1036,9-7-8582,23-14 7935,-6 5 1,8-3-1,-14 15 1</inkml:trace>
  <inkml:trace contextRef="#ctx0" brushRef="#br0" timeOffset="120323">1383 10483 23915,'-6'0'2425,"1"0"-2151,5 0-811,54-62-522,-26 46 0,2 1-2218,6-10 0,3-5 0,-1 6 1804,-2 11 1,-2 4 0,17-5 0,-37 11 0</inkml:trace>
  <inkml:trace contextRef="#ctx0" brushRef="#br0" timeOffset="120939">2035 10118 7520,'0'-3'-263,"0"1"-1255,0 2 6593,29-17-96,-22 12-1702,19-16-1222,-27 12-682,-3-7-841,2 1 711,-1-14-610,2 8-73,-3-11-112,4 10-156,-2 4-197,2 6 0,6 1-89,-1 6 16,23-1-16,3 4-1,21 7-10,-10 1-23,13 14-45,-6 13-11,-7 6 33,-11 10 46,-35-5-12,-8-11 39,-32 9 29,9-17-1,-16 6 79,15-15 33,9-8 23,9-5-67,10-3-79,8-3-28,12-1-44,14 1 44,18 1 34,16 4-62,-7 1 3,-11 3 0,1 1 8,10 8-8,-19-5 0,-3 3-3,-5 13-5,-30 3 5,-24 3-33,-23 1-316,19-18 1,-3-3-184,-1-1 0,-2-3-2459,0-2 1,0-2 2568,5-2 1,2-1 0,-7-2 0,18 0 0</inkml:trace>
  <inkml:trace contextRef="#ctx0" brushRef="#br0" timeOffset="133347">4969 10271 20867,'-41'-20'902,"1"1"0,-1-1 0,-15-5 0,6 5-701,7 14 46,1 6-141,16 10-95,-2 16-11,14 6 28,13 13-22,10-12 5,20 9-11,7-6-102,-11-13 0,4 0 105,9 5 0,2-2-578,-4-2 0,-1-2 575,-1-1 0,-1 0-17,19 14 0,-27-10 23,-4 4-12,-35 1 46,-20-5-35,3-12 1,-2-2-80,-22 3 82,18-8 1,-1-2 5,2-2 0,1-3-19,-28-5-46,13-11 1055,42-14-1088,16 3-207,24-12-146,12 6 143,-6 9 0,4 0-249,-3 4 1,2 0 486,9-3 0,-1 2 44,-16 8 1,0 1 3,8-3 0,0 1-240,-1 2 1,0-1 305,-2 1 1,0-1 98,0 0 0,-3 0 313,1-4-218,-18 4 514,-10 1-155,-7 5-325,-2 2-146,-1 1 705,-2 10-822,-1 6 581,-2 20-592,2-5-1,1 19-6,9-14 1,6 6-6,11-5-6,0-12 6,27-4 0,-11-11 17,9-3 90,5-21 77,-21-7-38,5-8 280,-12-17-180,-17 15-84,-3-14-61,-12 15-11,-2 6-57,0 10-16,2 5-140,5 10-174,0 6-604,8 10-1150,6 11-3505,11 9 4708,1-1 0,-6-11 0,-7-8 0</inkml:trace>
  <inkml:trace contextRef="#ctx0" brushRef="#br0" timeOffset="133906">6110 10353 19944,'0'-5'4267,"0"1"-2177,0 4-2057,-22-20-27,15 24 5,-18 8-16,23 25-1,1 14 12,6-16 22,0-10 44,3-11 124,-3-7 40,1-10 27,0-10 6,0-12-79,0-11-44,-3-9-12,2-4-22,-1 0-17,5 6-44,5 5-7,6 9 1,9 6-34,11 8-27,10 8-18,4 9 17,1 10 0,-7 10 1,-11 9 27,-13 6-11,-12 2-11,-12-1 11,-9-2-23,-6-2 18,-4-6-12,0-8 28,1-8 11,3-10-10,3-12 27,5-7-28,7-13-11,11-7 6,12-6-18,13 0-373,10 2 373,-20 23 1,2 1 22,1 2 1,1 2 2,1 3 0,1 3-56,1 1 0,1 3-98,0 3 0,2 2-317,2 3 1,1 3-737,3 3 0,0 2 680,6 6 1,-4 1 0,8 2 0,-9 1 0</inkml:trace>
  <inkml:trace contextRef="#ctx0" brushRef="#br0" timeOffset="134123">7364 10288 22576,'0'-4'2268,"0"1"-2167,0 3-207,86-45-3142,-27 31 1836,-15-1 1,7-3 0,-4 5 1046,-5 10 1,-5 4 0,16-1 0,-23 1 0</inkml:trace>
  <inkml:trace contextRef="#ctx0" brushRef="#br0" timeOffset="134297">7700 10512 23080,'-6'0'2437,"1"0"-2275,5 0-689,80-43-1891,-51 32 0,3 0 2418,13-7 0,6-4 0,-6 5 0,9 4 0,-3 2 0</inkml:trace>
  <inkml:trace contextRef="#ctx0" brushRef="#br0" timeOffset="134614">8934 9866 25348,'-49'7'273,"1"1"0,-1 0 1,3 1-1,1 0 0,6 5-209,5 8 1,6 5-20,3 3 0,4 4-395,6 1 1,4 3 360,4 2 0,5 1-8,4 0 0,4 1 2,2 1 1,6-1-9,6-2 1,4-1-10,3-2 1,3-2 5,2-5 1,1-4-1,-2-6 1,-1-2 515,17 2-460,-18-21 266,-15-15-237,-17-15 228,-13-6-240,-19-3-59,8 20 1,-4 2-312,-9 1 0,-5 3-535,-11 3 1,-3 3 333,-1 4 0,3 1 0,16 2 1,3 1-1,-10 2 0</inkml:trace>
  <inkml:trace contextRef="#ctx0" brushRef="#br0" timeOffset="147439">5283 11849 19227,'-8'-3'2100,"-26"-4"0,-7 0-1153,-9 5-1061,-4-1 1,-2 2 311,21 7 1,2 3-81,2 3 0,1 2 0,-16 18 207,16 3-297,16 1 138,17 1-149,16-3-68,19-3-239,-9-17 1,3-3-190,8 0 0,4-4-1064,8-1 1,2-1-1514,6-2 1,1 0 2574,-6-2 0,-3 0 0,-16-1 0,-5 1 1,5-1-1</inkml:trace>
  <inkml:trace contextRef="#ctx0" brushRef="#br0" timeOffset="147606">5855 11966 17932,'-4'0'4145,"1"0"-4896,3 0 1,0 0 0</inkml:trace>
  <inkml:trace contextRef="#ctx0" brushRef="#br0" timeOffset="147806">6002 12129 26021,'55'-30'-1025,"-25"13"0,3 1-1219,8 0 1,2 1 1111,-5 1 0,-2 2 0,12-2 0,-21 6 0</inkml:trace>
  <inkml:trace contextRef="#ctx0" brushRef="#br0" timeOffset="148215">6786 11851 26155,'17'-47'74,"-1"0"1,3 4 0,4 9-58,34 14 5,5 8-19,-27 16 0,-2 3-3,10 6-17,-3 29 0,-32 3-456,-10-14 1,-4 2 458,-5 2 0,-6 1 22,-15 9 1,-3-1 10,9-13 1,-1-2-4,-15 12 1,0-3 36,16-16 1,2-2 4,-3 2 1,0-1 333,-6 8-107,21-13-30,14-11-131,26-12-113,15-9 5,-11 4 1,2-2 5,15-7 1,3 1-1721,-5 1 0,-1 0 1544,0 1 0,-1 0-664,-2 3 0,-3 0-7706,14-6 8524,-2 0 0,-24 9 0,-18 6 0</inkml:trace>
  <inkml:trace contextRef="#ctx0" brushRef="#br0" timeOffset="148732">5976 11905 26222,'-29'-1'566,"16"-4"-510,35-2 22,20-7 12,13 0-45,3-1-31,-25 8 0,-1 0 14,9-1-23,-15 3 29,-8 2-34,-13 3-6,0 0-10,-4 0-130,-1-1-263,2 1-3511,7-1 3920,1 1 0,-2-1 0,-1 1 0</inkml:trace>
  <inkml:trace contextRef="#ctx0" brushRef="#br0" timeOffset="151323">1241 13055 24486,'-20'-29'554,"-1"6"-363,-4 28-102,-6 4-10,-15 9-17,1 6-23,-1 5-22,11-5 28,-3 5-29,10-1-4,3-1-12,6 0 11,13-11-17,7-5 1,7 4 10,17 7-5,8 3-5,14 9-18,-3-1 23,-10-6 0,7 17-11,-23-11 5,-1 14 18,-29-9-7,-17-1 6,-5-9 6,-21 1-6,23-17 1,0-2 4,-22 6-66,16-8 0,2-3-858,10-8-4273,0-10 5181,29-5 0,3 3 0,3 5 0</inkml:trace>
  <inkml:trace contextRef="#ctx0" brushRef="#br0" timeOffset="151547">1589 13405 26183,'39'-44'-3277,"-1"-1"0,2 3 0,1 8 819,15 16 0,-15 5 1,-29 10-1</inkml:trace>
  <inkml:trace contextRef="#ctx0" brushRef="#br0" timeOffset="152207">2430 13088 20240,'0'-8'2389,"-2"-25"0,-2-5-1515,0 12-583,0-11 0,0 3 62,-1 22-196,0 10-62,-1 14 6,-3 14 5,-4 19-55,-5 15-146,8-27 1,1 2 102,1-1 0,1 0 6,1-2 0,2 0 3,3 21-28,10-11 50,7-15 6,10-14 45,6-14 44,3-11 0,-1-7 252,-3-1-280,-8 4-44,-7 7 10,-7 14-10,-5 12-12,-4 16-10,-6 13-74,-4 10-448,4-24 0,-1 1-792,2 3 0,1-1 1274,-1 26 0,4-22 0,1-19 0</inkml:trace>
  <inkml:trace contextRef="#ctx0" brushRef="#br0" timeOffset="155015">23152 10766 21590,'0'-7'3461,"0"2"-2822,0 5-230,-72-49-101,27 41-692,-8-13 1,-1 6 450,23 24 1,3 7-24,-1 2 1,2 3-31,2 2 0,2 2 6,3 1 0,4 2 210,-6 31-258,15 0 12,21-3-24,16-8 12,19-9 11,-21-25 1,3-2-29,29 2 62,-8-11 28,-16-10 201,-19-8-162,-18-4-22,-18-2 16,-16 1-5,-16 5 5,-6 5-11,0 6-50,9 8 476,14 1-510,16 7-7,17 2-715,19 2-2006,24 1 2745,-5-9 0,0-2 0,7 2 0,4-3 0</inkml:trace>
  <inkml:trace contextRef="#ctx0" brushRef="#br0" timeOffset="155239">23806 10763 23993,'-8'-3'2750,"1"0"-2375,7 3-419,0 0-606,56-52-1087,-8 46 1,8 5-1541,-13-12 0,2-5 0,0 7 1612,17 14 1,-5 6 0,2 0-1,-44-6 1</inkml:trace>
  <inkml:trace contextRef="#ctx0" brushRef="#br0" timeOffset="155406">23880 11026 23954,'-51'9'1062,"0"0"0,2 0 1,21-5-867,33-6-118,24-5-103,11-2 0,5 0-278,3 0 1,2 0-1894,-5 2 0,2-1 0,-3 1-882,5 0 1,-2 1 3077,4 0 0,-5 1 0,-11 2 0,-1 0 0</inkml:trace>
  <inkml:trace contextRef="#ctx0" brushRef="#br0" timeOffset="157915">24872 10765 23259,'0'-47'956,"0"0"0,-1 5 0,0 11-732,0 21-162,-2 12-12,0 16-33,1 15 11,-1 21-129,1-21 0,1 2 112,1 13 1,1 0-10,-1-14 1,1-1-6,1 13 1,1-3 18,2 4 1,-2 0 241,-1-18 44,-2-24-167,0-12 117,0-27-51,0-10-120,0 12 1,-1-4-1,1-14 0,-1-2-276,0 7 0,0 0 228,1-4 1,-1 3 5,1-4 17,0 18-39,0 23 6,0 14-12,0 25-45,0 13-89,0 8-502,0-19 1,-2 2-12,-1 2 1,-1-1 0,0 13-1,-3-2 1</inkml:trace>
  <inkml:trace contextRef="#ctx0" brushRef="#br0" timeOffset="159999">12659 3658 24116,'54'-12'-159,"-1"-1"0,0 1 0,6 0 0,0 0 0,-4 4-412,-6 5 0,-1 2-273,8-1 1,0 3-669,-12 4 0,-6 3 627,-7 7 963,-30 6 740,-56 2-14,20-12 0,-3-1-557,-12 3 0,-3 0 669,-1 0 0,0-1-272,3-1 0,3-1-241,10-3 0,2 0 477,-8 1-606,29-4-151,32-9-84,28-3-728,10-2 0,5-1-1597,-14 4 0,1-1 2286,2 1 0,3 0 0,-9 2 0,6 0 0,0 0 0</inkml:trace>
  <inkml:trace contextRef="#ctx0" brushRef="#br0" timeOffset="162190">5012 13560 21707,'-8'-5'1658,"-26"-12"0,-8-1-1142,-5 3-756,-4-5 1,-1 2 469,-3 9-51,11 4-157,19 6 256,7 8-272,17 10 133,9 12-145,15 10-8,-4-17 0,4 1-225,7 2 1,2 0 104,5 4 0,3 0-311,1 2 0,-1 1 288,-1-1 0,-2 0 98,-7-2 0,-4-1 93,4 22 179,-46-7-112,-5-18-14,-9-13 0,-5-4 75,-23-3-329,21-5 0,-1-1 189,3-3 1,0-4-9,1-5 0,2-2-42,-5-9 231,9-16-770,34 8-961,16-9-32,-1 15 0,4 2-2759,9-3 1,3 2 4318,0 1 0,-2 2 0,14-6 0,-19 13 0</inkml:trace>
  <inkml:trace contextRef="#ctx0" brushRef="#br0" timeOffset="162540">5557 13602 16829,'10'-5'5316,"-1"1"-2930,-9 4-465,0 0-1759,-23-15 29,2 35-124,-14-9-50,13 36-6,13-15 0,7 3-11,12-13 11,20 3-27,9-13 4,6-9-32,14-15 4,-6-7 40,-15 2 0,-1-3 28,16-14 62,-11-8 50,-29 10-67,-12 9 95,-9 0-39,-6 7-62,-5-2-39,1 5-56,7 6-45,5 5-325,6 9-710,8 7-4242,14 19 5350,-1-6 0,0-1 0,-12-15 0</inkml:trace>
  <inkml:trace contextRef="#ctx0" brushRef="#br0" timeOffset="163097">6253 13638 27029,'-22'28'36,"-1"-1"1,-13 23-21,36-22-4,1-8-12,-1 0 39,1-12 67,-1 1-16,0-11-29,0-7-44,0-2 22,0-15 17,3-6 0,5-13 84,9-13-50,1 11-45,1 5 28,0 15-23,2 9-28,17-1-22,2 9 23,12 6-23,-3 16-11,0 9 11,-1 9-34,-12 8 17,-14 4 12,-19 2-23,-16 1 0,-9-6 16,0-11 29,-8-7 6,14-17-23,-3-10 16,12-15-10,4-3 28,12-24 10,5 10-21,15-15 22,6 13-1075,6 7 1035,-5 10-205,23 2 172,-13 14 36,-12 4 1,0 3-3,22 13-51,-7 10-202,-10 12-178,-16-5-9406,-13 21 9811,-12-23 1,-1 4 0,-1-21-1</inkml:trace>
  <inkml:trace contextRef="#ctx0" brushRef="#br0" timeOffset="163340">7456 13455 27655,'46'-20'-401,"0"1"0,1 0 0,-3 1 0,0 2 1,-1 5-1808,8 7 1,-2 5 1092,-5 1 1,-3 0-1,13 2 1,-24 1-1</inkml:trace>
  <inkml:trace contextRef="#ctx0" brushRef="#br0" timeOffset="163507">7668 13737 26945,'39'-16'-843,"1"-1"0,-1 1 0,18-7 0,-1 2-4073,-14 9 1,-3 2 2457,19-5 0,-19 6 1,-28 6-1</inkml:trace>
  <inkml:trace contextRef="#ctx0" brushRef="#br0" timeOffset="163731">8681 13228 28671,'-20'-27'0,"3"26"0,11 28 0,4 11 0,-4 2 0,-2 3-1313,-2 4 1,0 2-1105,-2 2 0,0 0 1844,2-5 0,1-4 0,-3 13 0,7-26 0</inkml:trace>
  <inkml:trace contextRef="#ctx0" brushRef="#br0" timeOffset="164064">9034 13376 28042,'-28'1'140,"7"11"-128,14 43-1,13-2-28,10-7-17,11-10 34,4-11 17,3-12 6,-2-14 27,-3-13 0,-5-13 57,-7-11 5,-7-6-23,-6-4-55,-10 0-73,-6 6-482,-10 4-5870,-5 8 6391,2 9 0,9 10 0,7 6 0</inkml:trace>
  <inkml:trace contextRef="#ctx0" brushRef="#br0" timeOffset="181282">22774 12195 22509,'15'-59'1239,"0"0"1,-2 9 0,-2 7-826,-1 14-229,-6 17-67,-5 19-17,-4 15-57,-4 20-27,-5 17-6,3-5-73,3-17 1,0 2-320,3-6 1,1 1-2793,-2 20 0,1 1 2607,2-14 1,0-2 0,2-3-1,-1-5 1,2-7 0</inkml:trace>
  <inkml:trace contextRef="#ctx0" brushRef="#br0" timeOffset="181655">23354 12143 26827,'-47'5'31,"0"1"1,5-6 0,10 8-26,24 50-6,9-27-9,7 1 1,4 0-3,16-1-23,18 9 18,-11-22 21,14-10 12,-26-10 61,17-19 40,-24-4 33,1-17 12,-11 0-29,-8-3-22,-6-1-22,-8 2-46,-4 5-10,-3 7-28,0 12-29,2 8-150,5 8-723,6 4-2185,13 6 3081,18 5 0,-9-2 0,9-1 0</inkml:trace>
  <inkml:trace contextRef="#ctx0" brushRef="#br0" timeOffset="181839">23871 12123 25359,'58'-14'-862,"0"-1"0,0 1 0,-7 1 0,-2 1 0,-7 5 0,14 11 0,-27-1 0</inkml:trace>
  <inkml:trace contextRef="#ctx0" brushRef="#br0" timeOffset="182006">24075 12310 26704,'47'-1'-1117,"-1"1"1,0-1 0,14 1 0,-7-1 0,0-1 0,-25 0 0</inkml:trace>
  <inkml:trace contextRef="#ctx0" brushRef="#br0" timeOffset="182205">24966 12043 26144,'-2'-4'2527,"1"2"-2527,1 2 0,-8 0 0,10 32 0,-5 15 0,8-4 0,1 3-330,-1-8 1,-2 2 329,0 12 0,0 6 0,-1-9 0,0 4 0,-1-1 0,-1 1 0</inkml:trace>
  <inkml:trace contextRef="#ctx0" brushRef="#br0" timeOffset="183597">14295 3478 26138,'0'-54'62,"2"12"-171,43 33 0,14 8-155,-19-1 1,0 0-713,17 1 0,-1 1 396,-18 3 1,-5 3-368,6 12 1027,-31 0-232,-44 12 312,-8-11 0,-7-2 170,-1 1 1,-4 0-321,11-4 1,-2 0-1,2-1 373,-5 1 1,4-2-146,12-2 0,4-2 71,0 2-85,39-9-151,29-8-471,-5 1 0,4 0 39,16-3 1,-1 0 0,8-2 0,2 2 0</inkml:trace>
  <inkml:trace contextRef="#ctx0" brushRef="#br0" timeOffset="185697">1145 15032 21187,'-1'-4'4487,"0"1"-4275,-31-16 1,-12-1-908,-3 7 812,-8-8 1,-1 2 294,7 16-367,16 8 0,1 2-23,-5 9 169,-9 12-185,25 2 5,12 3-17,9-7-22,21 15 6,7-11 2,-5-7 1,3 0-216,-1-1 1,1-2 239,2 2 1,0 0 0,0 0 0,-1 0 22,19 19-17,-15-5 506,-16-7-501,-21-4-38,-14-4 33,-17-1-22,-10-3-45,-5-5-1374,2-5 875,14-8 560,9-25 0,18 16 0,2-15 1</inkml:trace>
  <inkml:trace contextRef="#ctx0" brushRef="#br0" timeOffset="185914">1517 15144 24609,'-4'0'2957,"2"0"-2240,2 0-756,23-35-375,10 16-407,-3-6 1,4 1 259,7 8 1,-1 3-1,6-2 1,0 1-1</inkml:trace>
  <inkml:trace contextRef="#ctx0" brushRef="#br0" timeOffset="187807">2640 14817 26810,'-33'-43'297,"-3"12"-252,-12 41 0,2 3-12,1 1-33,4 1 12,15-4 16,0 1 0,9-3-23,8-4 6,6-1 1,2 0-24,1 3 35,2 3-34,2 6 22,1-4-11,7 14 11,-7-13 11,8 16-5,-7-8 17,0 14-12,-4-6-22,-8 5 23,-1-14 44,-6-1-17,3-9 124,1-1-57,3-6-10,5-7-79,2-2 0,3-7-23,6-2 68,13-10-50,2 3-18,10-3 12,-10 12-6,9 4 6,-6 6-23,11 11 12,10 15-34,-11 8 17,0 14-6,-23-13-11,-14 14-56,-31 8 34,5-9-183,-8-9 1,-5-2-1390,-10-3 1132,20-13 0,-2-2-7935,-18-6 7625,21-17 1,5 3 0,12-4-1</inkml:trace>
  <inkml:trace contextRef="#ctx0" brushRef="#br0" timeOffset="188006">2654 14749 22996,'4'-2'3221,"-1"0"-2079,-3 2-1058,76-42-1063,-41 28 634,14-10 1,0 2-1057,-19 18 1401,12 1 0,-28 2 0,7 0 0</inkml:trace>
  <inkml:trace contextRef="#ctx0" brushRef="#br0" timeOffset="190574">5120 15012 25746,'-59'-11'377,"-1"-1"0,5 2 1,7 3-210,4 9-45,8 6-56,8 6-39,8 6-11,7 7-12,3 4 1,5 5-23,7 0 6,8-1-11,11-1-6,10-1 16,9-1-4,4 0 10,0-1-22,-6-1 22,-11-1 12,-12-1-23,-15-2 34,-16-1 5,-15 2-27,-17-2 16,-8-2 6,-3-6-6,4-8-28,14-7-156,16-10-399,16-7-587,22-8-673,20-5-1450,22-2-1470,-19 14 0,1 0 4752,-3 3 0,-1 0 0,12-2 0,-20 5 0</inkml:trace>
  <inkml:trace contextRef="#ctx0" brushRef="#br0" timeOffset="190890">5450 15182 27012,'-35'22'207,"8"8"-201,16 16 5,6-1-11,11-9 17,4-9-6,11-13-5,4-9 10,7-15-4,4-10 16,3-12-12,-1-5 57,-4-3 78,-8 2-22,-8 4 6,-9 4-1,-6 7-84,-2 7-38,-1 5-231,1 6-106,2 2-1215,6 3-2784,4 5 4324,2 1 0,-5 0 0,-5-2 0</inkml:trace>
  <inkml:trace contextRef="#ctx0" brushRef="#br0" timeOffset="191464">6075 15150 21489,'5'-2'4465,"0"0"-2729,-5 2-1703,-10 21 12,4 0-67,-12 28 38,5-12-4,-1-2-24,-5-5 29,5-12 11,-2-3 107,5-11-18,6-14-66,3-2 66,6-18-10,3-4-57,8-17 23,-3 16 0,3 1-51,11-23 12,1 5 16,-3 20-15,1 15-35,14 1 0,-7 10 0,2 4 0,-2 4 0,1 1 0,0 0 0,0 3 0,-3 4 0,-1 4 0,11 12 0,1 9 0,-18 2-35,-19 1 52,-26 2-6,2-15-4,-14 0-7,15-19 0,-3-4 0,6-8 0,3-7 0,8 0 0,4-8 0,6 1 0,6-5 0,15-6 0,7 3 0,3 2 0,13 1 0,1 9 0,-7 5 0,4 2-535,-5 3 1,2 1 534,9 1 0,-2 2-37,-16 2 0,-2 2-252,4 1 1,-1 1-1389,13 8-3684,0 5 5361,-18-2 0,-17-4 0,-9-6 0</inkml:trace>
  <inkml:trace contextRef="#ctx0" brushRef="#br0" timeOffset="191681">7510 14928 26525,'51'-19'-1918,"-1"0"1,-2 1-1,-3 6 1918,6 14 0,-20-2 0,-15 3 0</inkml:trace>
  <inkml:trace contextRef="#ctx0" brushRef="#br0" timeOffset="191840">7562 15141 22083,'-5'2'4223,"1"0"-3769,4-2-1451,80 2-3191,-44-5 1,1 1 4187,6 0 0,4 1 0,-6-1 0,21-4 0,-26 1 0</inkml:trace>
  <inkml:trace contextRef="#ctx0" brushRef="#br0" timeOffset="192239">8730 14878 27617,'-6'15'157,"-4"11"-199,0 5 0,0 4-233,0-1 1,0 0-945,2 0 1,0 1 365,2 0 1,1-1 0,-1 3 0,4-6 0</inkml:trace>
  <inkml:trace contextRef="#ctx0" brushRef="#br0" timeOffset="192813">9733 14636 24099,'0'-5'2812,"1"1"-1916,-1 4-857,-10-49-22,-11 43 0,-18-32-11,-14 57-4,23-8 1,0 0-162,-2 1 0,1-1 175,-28 8 52,8-3 30,15-8-48,14-3 6,13-4-39,6-1 6,3 1 5,0 1 253,3 5-247,3 6 0,5 7 50,3 10-45,-2 8-45,-4 7 23,-4 5-28,-10 1 11,-3-4 28,-3-8-6,2-11 29,4-12 55,3-8-43,6-10-63,4-9 0,9-8 0,8-9 0,6-5 0,6 0 0,2 1 0,-2 6 0,-4 8 0,-3 8 0,-2 7 0,-1 10 0,-1 7 0,-6 11 0,-11 9 0,-21 11 0,-24 6-336,10-23 1,-5 0-153,-4 1 1,-2-1-1183,-1 0 0,-2-1 1670,-2 0 0,3-2 0,-6 2 0,9-6 0</inkml:trace>
  <inkml:trace contextRef="#ctx0" brushRef="#br0" timeOffset="193423">22609 13335 21999,'-2'-6'3826,"0"1"-2549,2 5-1065,45-56 18,-32 53-62,32-32-62,-52 76-44,-8 14-76,3-22 0,-1 1-463,-2 1 0,0 2-319,1 1 1,0 2 795,2 3 0,1-3 0,-2 6 0,7-6 0</inkml:trace>
  <inkml:trace contextRef="#ctx0" brushRef="#br0" timeOffset="194381">23383 13246 26704,'-1'-37'137,"1"-1"0,-8-22-109,-14 64 6,-8 5-17,-6 4-12,-1 3 23,3 0 6,6-4 16,9-2 12,8-4 11,7-3 5,1-1-5,1 1 5,0 3-16,-1 2-17,1 4 11,0 2-6,2 2 6,0 0-17,0 0 1,3 0-1,0-3-11,1-2 0,-1-5 11,-2-3 28,-1-1 517,0-2-584,1 2 0,-1 0 0,1 3 0,-1-1 0,0 1 0,0-1 0,0-1 0,0-1 0,0-1 0,0 2 0,0-1 0,0 2 0,0-2 0,0 0 0,4-6 0,-1 1 0,4-5 0,0 0 0,1 0 0,2 0 0,5-1 0,2 2 0,5 0 0,6 4 0,-8 3 0,9 7 0,-11 10 0,5 13 0,-5 12 0,-6 19 0,-6-17 0,-12 17 0,-9-25 0,-13 5-265,-11-5-373,10-20 0,-1-3-236,-11 3-4044,-16-9 4918,32-15 0,4 2 0,12 0 0</inkml:trace>
  <inkml:trace contextRef="#ctx0" brushRef="#br0" timeOffset="194673">24257 13291 23198,'-11'0'2476,"2"0"-1642,9 0-274,0 0-560,17-35-162,18 25-782,3-8 0,4 2-1949,0 16 0,0 6 2214,4-3 1,-4 0 0,2 4 0,-21-2-1</inkml:trace>
  <inkml:trace contextRef="#ctx0" brushRef="#br0" timeOffset="194847">24388 13508 27779,'40'-20'-1686,"0"0"0,7 0 1,-2 3 1685,6 7 0,-7 2 0,-20 3 0</inkml:trace>
  <inkml:trace contextRef="#ctx0" brushRef="#br0" timeOffset="195490">25104 13521 22550,'13'-43'801,"0"0"0,0 0 0,5-13 0,-1 6-549,1 6 792,-5 14-921,-8 22 133,-2 3-205,-2 14 117,-3 10-129,-1 3 34,-9 37-56,0-7-89,2-12 0,0 1 77,2-6 1,0-1-9,0-2 1,0-1 24,-4 21 12,1-17 61,4-15 62,3-13-57,3-16-10,4-11-6,3-16-66,6-14-18,5-11-129,-7 26 1,1-2 128,0-2 0,1 1 0,0 0 0,0 2 0,8-23 0,-6 22 0,-6 16 0,-7 17 0,0 8 0,-4 14 0,-3 18 0,-3 16 0,1-4-163,3-5 1,1 1-2124,3-10 1,-1 0 1744,0 11 0,0-3 1,2 2-1,0-20 1</inkml:trace>
  <inkml:trace contextRef="#ctx0" brushRef="#br0" timeOffset="214547">987 16875 24794,'-15'-45'491,"1"-1"0,3 7 0,-3 8-99,-14 15-263,3 11-67,-13 7-29,3 15-5,0 15-17,1 13-55,7 8 21,5 3 40,10-1-45,7-7 0,12-6 0,10-7 11,11-7 12,8-3-35,3-6 29,-2-2-11,-9-4 16,-12-1 45,-10-1-11,-17 1-5,-13 5-23,-17 3-11,-12 3-1,23-10 1,-1-1 5,1 1 1,-1-1-1,-29 8-94,6-4-236,9-6-701,13-5-3046,14-3 4083,11-5 0,7 2 0,1-3 0</inkml:trace>
  <inkml:trace contextRef="#ctx0" brushRef="#br0" timeOffset="214790">1336 17105 24295,'-3'0'2431,"0"0"-2358,3 0-885,32-49-2800,7 28 3612,0-12 0,1 3 0,1 17 0,-2 1 0</inkml:trace>
  <inkml:trace contextRef="#ctx0" brushRef="#br0" timeOffset="215139">2371 16542 27583,'-50'1'74,"1"0"1,0 3 0,8 9-75,18 12 0,5 6-634,-3 3 0,3 2 614,1 2 1,2 2-1,4 1 1,4 0 7,4-1 1,5-1-58,5-4 0,5-2 29,5-5 1,4-4-50,33 9 55,6-18 34,-2-16 338,-13-12-259,-15-9 33,-16-4-11,-20 1 598,-13 5-671,-19 6-6,-10 7-27,-9 9-113,1 6-980,5 5 1098,7 2 0,21-7 0,7-2 0</inkml:trace>
  <inkml:trace contextRef="#ctx0" brushRef="#br0" timeOffset="215647">352 18083 19412,'-54'8'1510,"-1"1"0,11-2 1,7-3-1058,9-4-178,42-11-23,40-10-146,-3 3 0,7 0-1031,-6 2 0,4-1 0,3 1 965,-7 1 1,2 1 0,2-1 0,1 1-412,-7 2 1,1-1 0,0 1-1,1-1 1,0 1 379,3 0 0,0 0 0,0 0 0,0 1 0,1-1 1,-1 1 0,1 0 0,0 0 0,-1 1 0,0-1-1,-1 1 0,0-1 0,0 1 0,0 0 0,-1 0-259,10-2 0,-1 1 1,0-1-1,-2 1 264,-4 0 0,-2 1 0,0 0 0,-3 0-9,9-1 1,-3 0 0,-2 1-163,9-1 1,-6 1 147,-18 3 1,-6 1 1082,2 2-2150,-23 2 1697,-15 4 0,0-1 1,-2 1-1</inkml:trace>
  <inkml:trace contextRef="#ctx0" brushRef="#br0" timeOffset="216630">5165 16717 25550,'-51'-26'300,"0"-1"1,0 4 0,3 6-214,15 14 0,1 4-29,-3 3 1,0 2-9,0 1 1,1 3-37,2 3 0,2 2-14,-19 17 6,18 1-6,16 0 11,18-2-11,13 1 0,16-2-6,16 2-299,-20-17 1,2-1 304,4 1 0,0 0-6,-1-1 1,1 1-1,-3 0 1,0-1-18,18 14 23,-17-3 17,-17-2-22,-26 1 44,-21 0-22,-22 1-23,21-13 0,-2-1-165,-1-1 0,-1-1 171,2-3 0,2-2-11,-21 0 520,17-13-671,19-9-185,23-14-275,21-9 258,-2 17 0,5 0-410,6-1 0,4 1 474,5-1 1,4 1 119,3 1 1,2 1 115,2 0 0,1 0 69,1 2 1,-1-1 50,0 1 0,-1 1 25,-4 1 0,-3 1 81,-6 1 1,-4 1 706,18-8-163,-24 6-67,-18 10-287,-9 3-172,-8 7-24,-7 6 892,-6 10-947,-7 10-45,-1 10 0,4 4-34,8 1-39,10-4 12,13-7-1,11-8 17,10-11 1,6-8 55,0-13 50,-1-8 35,-6-12 100,-4-7 22,-8-4-78,-7-2-34,-7 1-66,-2 5-46,-4 5-39,0 8-61,-1 8-146,2 7-409,0 4-571,7 9-829,6 6-2392,11 9 4397,14 7 0,-17-12 0,2-1 0</inkml:trace>
  <inkml:trace contextRef="#ctx0" brushRef="#br0" timeOffset="217206">6269 16785 27270,'-14'-5'145,"4"9"-83,11 31-34,0-8-11,-2 9 5,-4-14 12,-2 2 10,-4-5 35,3-9-51,1-3 28,4-9-11,3-7-12,0-7 1,9-16 39,2 0-45,3 0 28,3 3-12,-3 8-4,6-4-40,2 4-6,12 2 17,-9 7-5,16 4 11,-9 6-12,12 6-27,1 6 16,-5 11-11,-10 14 23,-14-8 11,-13 16-12,-14-11-33,-11 9-33,1-13 94,0-7-5,11-15 17,5-10-34,3-7 51,6-19-51,5-3 17,6-11-5,0 15-23,6-6 22,1 8 12,22-9 5,-1 11-34,14 1 1,-18 15-28,10 4-29,-7 6-162,16 7-694,-21 2 0,-1 2-6627,19 14 6755,-5 4 0,-32-14 1,-12-8-1</inkml:trace>
  <inkml:trace contextRef="#ctx0" brushRef="#br0" timeOffset="217414">7523 16633 24943,'47'-6'-1285,"-1"0"0,0 0 0,14-3 0,-9 4 0,-15 10 0,-19-2 0</inkml:trace>
  <inkml:trace contextRef="#ctx0" brushRef="#br0" timeOffset="217564">7635 16832 28671,'5'2'-1525,"4"0"1525,36-14 0,-24 8 0,1-2 0</inkml:trace>
  <inkml:trace contextRef="#ctx0" brushRef="#br0" timeOffset="221614">8833 16404 20050,'0'-7'5192,"0"2"-4240,0 5-78,0 0-728,4-46-124,-3 36 17,4-29 12,-5 53-12,0 9-17,-3 7 6,-1 4 17,-4-1-34,-1-5 12,-1-6 5,2-9-17,2-6 34,4-5-6,1-7-34,2 1 12,4-15 6,1 3-7,1-5 24,1 0-12,-5 11 44,2-9-44,-5 10 34,1-2-40,-1 3 40,0 2 44,0 4-61,0 0-28,0 14-28,0 7 28,-1 8 11,-11 28-3415,-4-9 3387,-4 11-232,5-19 0,1-1-132,-4 17-404,7-16 0,2 0-3988,5 16 4756,11-15 0,-1-18 0,1-11 0</inkml:trace>
  <inkml:trace contextRef="#ctx0" brushRef="#br0" timeOffset="221814">9452 16339 25853,'0'-5'2609,"0"2"-2400,0 3-209,-10 31 0,7 18 0,-3-7 0,-1 5-803,3 4 0,0 2-494,-1 6 0,-2 1 862,0-6 0,0-3 1,3-15-1,-1-4 0,0 7 1</inkml:trace>
  <inkml:trace contextRef="#ctx0" brushRef="#br0" timeOffset="227997">22762 14300 16174,'1'-6'6817,"0"2"-4583,-1 4-2043,19-58-79,-20 52 6,6-33-74,-30 72-27,-9 12 14,16-19 0,0 0-15,0 2 1,2 0-11,-8 27-6,11-14 0,16 8 11,5-25 0,32 16 12,0-24-21,-8-8 1,1-1 3,24-5 22,-4-11-6,-12-6 6,-15-7-5,-13 0-23,-17-3-6,-13 1 17,-14-1-5,-9 0 5,-5-1 6,-2-1 11,2-4 17,6 0 39,9-2-23,13 2-27,10 2 0,15 2-18,10 3-10,12 5 0,10 5 10,6 7-32,3 8-12,-3 9 16,-8 10 1,-10 8-73,-13 7-61,-12 7-270,-13 5-812,-11 5-1904,-5-1 3131,1 2 0,11-25 0,5-6 0</inkml:trace>
  <inkml:trace contextRef="#ctx0" brushRef="#br0" timeOffset="228240">23694 14274 25140,'51'-21'-796,"0"1"1,0 0 0,-3 1 0,1 1-1,-3 7-2469,4 12 0,-3 5 2348,-4-3 1,-4 2 0,12 3 0,-24-3 0</inkml:trace>
  <inkml:trace contextRef="#ctx0" brushRef="#br0" timeOffset="228414">23823 14458 23500,'-43'13'1084,"0"-1"1,2 0 0,17-5-721,32-10-257,16-2-74,20-4-100,16-2-634,-23 6 0,1 0 160,4 1 1,1 0-1037,3 0 1,0 1 1576,6 0 0,-4 0 0,6-1 0,-7 1 0</inkml:trace>
  <inkml:trace contextRef="#ctx0" brushRef="#br0" timeOffset="231273">8734 3334 14303,'-43'-6'3260,"21"2"-2857,48 7-50,7-1 0,4 0-249,-5 0 0,2 0-678,17 1 0,3 2 627,-3 0 1,1 0 10,4 3 1,0-1-37,-11-1 0,3 1 39,4-1 0,5 2 0,-1-2-19,-11-1 1,-1-1 0,3 0-468,2 0 0,5 1 0,0 0 0,-1-2 447,-3 1 0,-2-2 0,1 1 0,1-1-593,2 1 0,2-1 0,-1 0 0,-2 0 583,6 0 1,-1 0 0,3 0 2,-6-1 0,4 1 1,1-1-1,0 0 1,-3 1-10,-1-1 1,-3 0-1,1 0 1,3 0-3,-5 0 0,2 0 1,3 0-1,-1 0 0,0 0 1,-1 0 0,1 0 0,0 0 0,-1 0 0,-1 0 1,1 0-2,1 0 0,-1 0 0,1 0 0,-1 0 0,0 0 4,-1 0 1,1-1-1,-1 1 1,0 0 0,0 0-326,11 0 1,0 0 0,0 0 0,0 0 326,-2 0 1,1 0 0,-2 0 0,1 0 2,-1-1 1,-1 1 0,1-1-1,-1 1-1,0-1 0,0 1 1,-1-1-1,1 0-4,-1 0 0,-1 0 0,1 0 0,0-1-2,-1 1 1,1-1 0,-1 1 0,0-1-163,0 0 0,-1 0 0,1 0 1,-1-1 158,1 1 1,-1-1 0,1 0 0,-1 0 2,0 0 1,-1-1 0,1 1-1,0 0 3,-1-1 1,0 1-1,-1-1 1,1 1-5,-1-1 0,0 1 0,0-1 1,-1 0 25,-1 1 1,0-1 0,-1 1 0,0-1-33,-1 1 1,-1-1 0,0 1 0,0 0-1,12-1 1,0 0 0,-1 1-3,-4-1 1,0 1 0,-2-1 252,-2 1 1,-2 0 0,0 0-254,-3 0 1,0 0 0,-1 0 329,-2 0 1,-1 0-1,0 0-330,18 0 0,-1 0 16,-3 0 1,0 0 5,-3 0 1,-1-1-15,-1 0 0,-1 0-3,-1 0 1,-1 0-7,-3-1 1,-1 0 780,-3 0 0,-2 0-766,-3 0 0,-3 0 16,23-2 1473,-16 0-1416,-16 2 1471,-9 0-1533,-6 0 840,4 0-846,6 0 206,5-2-206,3 2 51,-1 0 62,-4 1-23,-8 1 387,-5 1-208,-6 0-112,2-1-95,1-1 6,7-4-6,10-1-11,12-3 11,13-1-28,9 2-279,4 2 240,-4 4-90,-12 5-212,-18 9-1939,-33 14 2224,-19 6 0,1-7 0,1-7 0</inkml:trace>
  <inkml:trace contextRef="#ctx0" brushRef="#br0" timeOffset="232773">24663 14502 20061,'3'-8'2333,"13"-25"0,4-6-1442,-2 5-606,2-5 1,0 1 83,-7 16-223,-8 14-84,-3 10 10,-4 11-10,-3 12 0,-2 15-1,-3 9-27,0 5-12,1-1-22,2-4-11,3-7 22,2-9 28,0-11 124,2-10 38,-1-8-66,0-13-12,1-11-50,0-12 11,0-13-23,4-9-44,2-6 62,5 3 21,-1 12-10,-3 19-62,-4 15-6,-2 15 18,-2 11-35,-2 18 12,-2 14-151,-4 15-699,4-28 0,0 2-2141,-2 4 0,1 0 2341,-1-3 0,1-3 0,-3 12 0,3-21 0</inkml:trace>
  <inkml:trace contextRef="#ctx0" brushRef="#br0" timeOffset="241172">10621 4496 9912,'-1'-3'5085,"0"0"-3488,1 3-634,-5 21 196,6 7-71,-4 27-696,4-22 0,1 1-511,-2 6 0,1 2 362,-1 8 1,1 3-798,-1 7 1,0 3 643,1-15 0,-1 1 0,1 2-16,-1 4 1,1 2 0,0 1-35,-1-11 1,0 1-1,0 0 1,1 1-556,-1 3 1,0 1 0,1 1 0,-1 0 553,0 4 0,0 1 1,0 0-1,0 1-384,0-9 0,-1 0 1,1 1-1,-1 0 1,0 1 373,1 2 0,-1 1 0,0 1 0,0 0 1,0 1-5,-1 2 1,1 0 0,-1 1 0,0 1-1,1 0-13,-1-8 0,0 0 0,1 1 1,-1 0-1,0 1 0,1 0-177,-1 2 1,0 0 0,0 1 0,0 0-1,0 0 1,0 1 181,0 3 1,0-1 0,0 1 0,0 1 0,0 0-1,0 0-92,0-7 1,1 1 0,-1 0 0,0 0 0,0 0-1,0 1 1,0-1 76,0 3 0,0 0 1,1 0-1,-1 0 1,0 0-1,1 1 1,-1 0-17,1-6 1,-1-1 0,1 1 0,-1 0 0,1 1 0,0-1 0,-1 0 0,1 1 21,0 1 1,0-1-1,0 1 1,0 0-1,0 0 1,-1 1-1,2-1 1,-1 1-5,0 0 0,0 1 0,0 0 0,1 0 0,-1 0 0,1 0 1,-1 0-1,0 1 5,1 0 0,-1 1 0,1 0 0,-1 0 0,0 0 0,1 0 0,-1 0 1,1 0-6,0-5 1,-1-1 0,1 0 0,-1 1 0,1-1 0,0 1 0,-1-1 0,1 1 0,0 0-5,-1 0 1,1 0 0,-1 0-1,1 1 1,-1-1 0,1 1 0,-1-1-1,1 0 1,0 1 7,-1-1 0,1 0 0,0 1 0,-1-1 0,1 0 0,0 1 1,0-1-1,0 0 0,-1 0 10,1 7 0,0-1 0,-1 1 0,1-1 1,0 1-1,0-1 0,0 0 0,0 0-2,1-1 0,-1 0 0,1 0 0,0 0 1,0 0-1,0 0 0,0 0 0,0-1 2,0 0 0,0 0 0,0-1 1,0 1-1,1-1 0,-1 0 1,1 1-1,-1-1-3,1-1 0,0 1 1,0-1-1,0 0 1,0 0-1,0 0 1,0 0-1,1 0-9,-1 0 0,0-1 1,0 0-1,0 0 0,0 1 1,0-1-1,0 0 0,0 0-6,-1-1 0,1-1 0,0 1 0,0 0 0,-1 0 0,1-1 0,-1 1 0,1-1-5,-1 7 0,1 0 0,-1 0 1,1 0-1,-1 0 0,0-1 1,0 0-15,0-1 1,0-1-1,0 0 1,-1-1 0,1 1-1,-1-1 1,1 0-47,-1-2 0,1-1 0,-1 0 1,0 1-1,0-2 0,0 1 0,0-1-229,0 6 0,-1-1 0,0 0 0,0 0 0,0 0 0,0-1 294,0-1 0,0 2 0,-1-1 0,1-1 0,0-3 0,-1-5 0,0 15 0,0-6 0,0-3 0,1-8 0,-1-1 0,0 1 0</inkml:trace>
  <inkml:trace contextRef="#ctx0" brushRef="#br0" timeOffset="242005">11732 5214 16460,'0'-6'5668,"0"1"-5044,-16-29 1,-9-6 254,-2 7-571,-3-12 0,-3 3 214,-17 19-338,9 12-122,1 7 16,7 15-27,8 10-12,-5 15-5,4 9-18,8 6-5,13-18 1,2-1-1,4 13-5,18 15-12,11-23 0,0-9 1,2-1-7,-1-4 1,0-2-297,7 3 1,-1-1 296,10 3-6,-4 3 34,-26-9 5,-22 12-22,-24-6 5,1-10 1,-3-3-6,-20 6 3,18-11 0,1-2-54,-12-1-341,-1-6-3383,17-23-6056,22-4 8554,8-4 0,7 13 0,-6 13 1</inkml:trace>
  <inkml:trace contextRef="#ctx0" brushRef="#br0" timeOffset="242239">12111 5378 24178,'-4'0'2100,"1"0"-1517,3 0-1093,49-51-145,-18 34-2622,4-3 0,7-5 0,-3 6 3084,22 7 1,-25 5-1,-3 1 1,-7 1-1</inkml:trace>
  <inkml:trace contextRef="#ctx0" brushRef="#br0" timeOffset="242531">12650 5072 23332,'-5'-3'3081,"1"0"-2376,4 3-537,5-66-78,15 41-51,-6-13 0,4 3-16,19 25 27,26 9-27,-18 17-306,-13-2 1,-1 5 293,-8 8 0,-4 5-8,-1 7 0,-4 2-3,-4-6 0,-2 4-15,-4 4 0,-2 4 0,-1-2-67,-3 5 1,-2 0-455,1-4 0,0 4 0,-1-4-587,-3 7 0,-1-3 1123,1-3 0,0-3 0,-1 3 0,2-13 0</inkml:trace>
  <inkml:trace contextRef="#ctx0" brushRef="#br0" timeOffset="242748">12640 5349 23044,'50'-16'-222,"0"1"1,1-1 0,-4-1 0,-5 3 0,15 3-1</inkml:trace>
  <inkml:trace contextRef="#ctx0" brushRef="#br0" timeOffset="244498">14939 5159 18997,'-1'-5'4677,"0"0"-3804,1 5-268,-72-65-1008,29 43 545,-6-14 1,-2 4 31,1 26 164,8 12-282,10 6 119,11 10-142,9 13-38,8-8 5,13 14 5,13-11-5,15 9 33,-12-19 0,3-1-44,3 1 0,3-1-31,2 0 0,1-1 17,-1-1 0,-1 0 19,-3 0 0,-3-1 18,13 11 16,-22-3-6,-41 1-11,-3-11 0,-9-3 1,-4-2 2,4-3 0,0-2-277,-8 0 1,-2 0 256,4-1 1,0-2 10,2-5 1,4-1-28,-6-3-163,10-14-308,31 3-66,17-7-773,20-2 477,-10 12 1,4 1-898,18-5 0,1 1 1491,-16 5 1,2 1-29,17-6 1,-2 1 368,-20 7 1,-2 0 244,6-3 0,-2 0 963,21-13 1143,-14 0-1753,-22 9 369,-6 0-420,-13 13-291,0 1-206,-7 24 1162,2-6-1252,-4 27 442,5-9-471,5 12-16,6-1 22,11 1-1,-4-17 7,8-1 10,-9-20 12,4-5 56,2-12 235,9-21-28,-4-6-151,-1-2 112,-6-5-79,-8 11-16,0-11-152,-4 14-95,-1 4-61,-2 18-549,3 4-925,4 8-7421,13 12 9029,-3 1 0,-1 0 0,-11-9 0</inkml:trace>
  <inkml:trace contextRef="#ctx0" brushRef="#br0" timeOffset="245121">15813 5193 26357,'-5'-12'190,"3"9"-179,10 28 34,-1 19-11,-4-10 11,-2 10-1,-4-14 29,-2-11 118,-1-8 10,3-9-72,2-9-6,4-9 12,1-11-7,4-8-21,3-7-12,2-2-17,3 0-10,3 5-24,1 7-21,2 9-29,8 8 6,-9 9 11,12 3 1,-9 9-35,8 4 29,-4 11-45,0 16 27,-12-8-16,-4 17-22,-18-14 50,-6 8 11,-9-7 12,-7-5-18,10-14 6,0-5 6,12-10-11,1-8-23,2-7 6,8-19 16,0 8 7,11-18-1,2 16 0,8-6 28,8 2-39,-4 11 11,8 5-22,-14 11-34,10 3 29,-4 7-35,17 10 6,-17-1-179,12 21 34,-26-16-404,4 18-453,-16-10-1490,-6 7 2537,-6 1 0,1-16 0,-1-3 0</inkml:trace>
  <inkml:trace contextRef="#ctx0" brushRef="#br0" timeOffset="245365">16694 5145 24730,'38'-20'-351,"0"0"1,0 0-1,2 1 1,1 1-1,-4 6-4707,26 10 4620,-28 2 0,-2 1 0,10 0 0,-21 1 0</inkml:trace>
  <inkml:trace contextRef="#ctx0" brushRef="#br0" timeOffset="245548">16840 5335 22767,'-3'1'3383,"0"0"-3059,3-1-559,53-19-622,-12 7-651,4-3 1,2 0-1994,-11 4 1,-2 1 3500,-2 1 0,-2 0 0,9-3 0,-16 5 0</inkml:trace>
  <inkml:trace contextRef="#ctx0" brushRef="#br0" timeOffset="246005">17608 4964 27342,'-45'5'172,"1"1"0,2 2 0,7 5-133,11 22 6,2 14-23,15-4-22,6-10 0,5 1-6,15 24-1294,-2-26 0,3-3 1283,17 7 147,-5-14 0,2-4-225,9 1 572,15 3-465,-27-19 10,-12-13 6,-9-8 1319,-8-11-1342,-11-9 6,-9-11 12,-8-8-71,11 24 0,0 0 56,1-1 1,1 1 41,-10-28-76,7 10 110,6 10-12,5 10 7,6 7-18,6 5-44,3 6 507,18-2-501,-1 8 86,13-1-120,-4 12-6,0 9 11,-4 16-55,-6 13-225,-11 13-620,-14-25 0,-5 1-3444,-6 3 1,-5-1 3820,-1-3 1,-2-2 0,-10 10-1,10-18 1</inkml:trace>
  <inkml:trace contextRef="#ctx0" brushRef="#br0" timeOffset="256946">22319 14344 24228,'4'-42'470,"0"-1"1,0 5 0,-1 11-415,-3 22 22,0 11-10,3 10-52,-1 2 18,1 20 61,-3 19-33,-3 7-237,1-26 1,-2 0 224,-5 20-100,0-10 95,1-12 67,2-12 190,3-13 18,2-9-130,1-14 262,1-1-340,3-19 44,5-18-77,0-7-241,-3 19 0,-2-1 215,0 4 1,-1 2 2,1-20 56,-2-6-67,-1 34-34,-1-2-11,0 24 17,-2 33 505,0-8-553,1 14 1,0 4 13,-1 12-152,2-14 0,0 1 175,1 20-12,3-9 12,1-12 22,-1-14 0,-1-12 5,-1-11-5,-1-12-22,1-13 5,0-12 17,1-13-11,2-9-11,-2 26 0,1-1 11,1 0 0,0 1-12,7-26 18,-1 16-29,-4 17-16,-1 15 27,-4 20-44,2 12-118,-1 20-330,-1 12-194,-2-23 1,1 1-1268,-1 3 1,2 0 1947,0 3 0,1-3 0,-1 6 0,3-7 0</inkml:trace>
  <inkml:trace contextRef="#ctx0" brushRef="#br0" timeOffset="258147">22934 14280 27544,'-8'7'84,"1"12"-73,7 11 0,2 5-5,-3 0 0,-1 1-441,-1 3 1,-1 1 439,-2-1 1,-1 0 2,-1-4 1,-1-1 292,-8 24-250,4-20 209,5-18-171,4-14-5,4-17-28,4-15-5,3-19 10,3-15-159,-4 23 1,1 0 125,-1-5 0,0 0-6,0-2 1,-1 0 10,1 2 1,-1 1-75,-1 6 0,1 2 86,1-15-17,-2 23-40,-2 15 24,-2 18 4,0 12 695,1 18-700,0 14-22,-1 10-216,-1-28 1,0 1 226,-1-1 0,-1 0-28,-5 27 34,-4-9 16,-1-13-16,-1-13 33,1-14-16,1-15-23,2-15 591,0-14-591,1-15 0,1-12-275,5 24 1,2 0 274,-1-3 0,1 0 0,1 1 0,0 2 0,-1-24 0,0 20 0,0 19 0,-1 13 0,-1 15 0,-2 12 549,-3 16-549,-1 13 0,-1 12 0,5-28 0,0 0-141,2 1 1,1 0 140,0 27 0,8-10 0,3-13 0,2-15 0,-2-12 0,-2-14 0,-1-14 0,-1-16 0,1-12 0,-2-14 0,-2 26 0,0-2-49,-1-1 0,0-1 49,0 1 0,0 2 0,2-22 0,-2 20 0,1 18 0,-3 19 0,-1 15 0,-4 17 0,-3 16 0,2-18 0,1 2 58,-1 2 1,0 1-59,0 2 0,0-1 0,1 0 0,0 0 0,1-4 0,1 0 0,-2 21 0,3-14 0,1-18 0,2-13 0,1-17 0,3-13 0,2-20 0,6-16-40,-5 23 1,0-3 39,2-4 0,-1-2-374,0-2 1,0-1 373,0 1 0,-1 0 0,-1 7 0,-1 2 0,1-14 0,-3 24 0,-3 21 0,0 38 0,0 5 0,0-4 0,0 3-18,-1-4 1,0 0 17,0 1 0,-1 0 0,0-1 0,0 0 706,-4 25-706,1-12 0,-1-14 0,2-15 0,-3-21 0,3-5 377,-6-24-377,4-6 0,-1-22-302,5 26 1,0 0 301,3-2 0,2 1 0,0 2 0,2 3 0,7-16 0,0 23 0,-2 23 0,-1 24 0,0 21 0,-5-12 0,-1 2-264,-1 5 1,1 0 72,-2 3 0,1 0-2321,1 1 0,0-2 1992,1-5 0,0-2 1,2 8-1,-1-20 1</inkml:trace>
  <inkml:trace contextRef="#ctx0" brushRef="#br0" timeOffset="262765">27595 6419 23579,'15'-47'741,"1"0"0,-1 6 0,-7 9-528,-15 20-129,-8 14 0,-12 18 0,-8 19-62,15-10 1,1 2-330,0 6 1,2 1 306,3 4 0,3 0 2,4 2 1,5-1-6,6-1 1,6-1 2,5-2 0,6-3 5,6-3 1,6-2-1,3-3 1,3-4 8,2-3 0,1-3-9,-1-5 1,-1-2 0,-7-4 0,-1-4 50,15-8-6,-22-11 0,-22-11 1,-21-6-23,-19-7-6,12 17 1,-2 0-309,-2-3 1,-2 1 301,-1-2 1,0 0 5,0 0 1,0 0-6,3 0 0,1 1 5,3 0 1,2-1 538,-7-25-528,14 1-5,20 2-16,13 7-1,15 10 11,8 12-11,5 10-22,-3 15 11,-4 11-5,-8 17-46,-7 13-33,-10 14-224,-9-25 0,-1 1-396,-4 2 1,-1 1-1938,-1 2 1,1 0 2640,-2-6 0,1-2 0,-1 10 0,3-21 0</inkml:trace>
  <inkml:trace contextRef="#ctx0" brushRef="#br0" timeOffset="263048">28396 6428 25159,'55'-18'-1080,"0"-1"0,0 1 0,3 0 0,0 2 0,-5 6 1080,-7 11 0,-4 3 0,20-3 0,-11 4 0</inkml:trace>
  <inkml:trace contextRef="#ctx0" brushRef="#br0" timeOffset="263222">28681 6724 26243,'43'-15'-1680,"0"0"1,0 0 0,5-1-1,1 1 1,-6 2 1679,-5 3 0,-4 1 0,0 1 0,-5 1 0,-6 3 0</inkml:trace>
  <inkml:trace contextRef="#ctx0" brushRef="#br0" timeOffset="263698">29768 6618 24066,'6'-42'838,"-1"0"1,1 0 0,1-14 0,-1 4-590,-2 15 0,-1 4 76,-1-10-191,-3 21-106,-3 22-28,-6 25 0,-5 29-73,4-12 1,1 4-1188,-1 9 1,1 4-1581,5-14 0,0 0 0,1 1 2354,1 17 0,0-5 0,2-16 0,2-5 0,0 7 1</inkml:trace>
  <inkml:trace contextRef="#ctx0" brushRef="#br0" timeOffset="274047">11393 7488 16656,'-6'-5'5074,"2"2"-3920,4 3-370,-62-55-615,37 36 27,-11-12 0,2 3 145,18 20-262,2 6 53,-3 9-99,-2 9-38,-3 10 5,2 7 209,7 2-209,5 1 11,13 0-11,11 0-22,16 0-18,14 1-266,-17-18 0,1 0 292,3 0 0,1-1 8,-2 0 1,-1-1-12,18 12 45,-21-5 23,-31-3-12,-29-1-20,3-9 1,-5-2-208,-7 1 0,-3 0 193,-4-1 1,0-1-39,1-2 0,1 0 24,5-2 1,2-2-121,-23-2-873,24-9-4941,21-10 5943,20-3 0,1 5 0,4 7 0</inkml:trace>
  <inkml:trace contextRef="#ctx0" brushRef="#br0" timeOffset="274264">11687 7720 25339,'42'-29'-450,"1"0"1,-1 0-1,-4 2 1,-1 2-1,-5 7 1,14 6-1,-19 6 1</inkml:trace>
  <inkml:trace contextRef="#ctx0" brushRef="#br0" timeOffset="275456">12636 7494 20016,'1'-9'3977,"0"2"-3431,1-26 0,-2-4 87,-6 14-546,7-18 0,-6 9 238,-25 39-280,14 3 78,-25 37-95,26-19-12,2 2 1,1 3 11,2 15-25,5-11 0,3 1-3,8 24-277,4-29 1,3-2 281,15 5-8,-2-16 1,4-4-1,-1-5 0,4-2 17,19 1 0,3-2-9,-10-7 1,0-3 19,3-3 1,-3-4-4,-1-10 28,-18-10 1,-22 3-1,-26-17-16,-14 4-852,5 14 1,-2 2 840,-20-7-7,19 11 1,-1 2 236,-20-8-203,24 10 1,0-1 106,-22-14-90,24 7-22,13-3-34,19 10 1709,19-3-1754,26 2 18,-6 5 13,0 5 0,1 5-3,6 12 1,10 3-1,-18 20-22,-19 19-56,-6 8-219,-12-23 0,-4 1-377,-3-4 0,-1-2-1096,-3 17 1776,1 10 0,5-39 0,1 7 0</inkml:trace>
  <inkml:trace contextRef="#ctx0" brushRef="#br0" timeOffset="276097">15055 7445 22537,'-50'-19'739,"1"-1"0,-1 1 1,3 1-1,1 2 1,3 4-553,0 5 1,3 4-76,-20 0 45,0 12-124,35 4-22,0 13 17,28 6 40,18 5-52,6-4-16,9-5 0,6-1 0,-8-7 0,3 0-503,15 8 0,2 1 503,-10-7 0,-2 0 3,-6-2 0,-4 0-9,13 14 28,-24-6-22,-29-3 6,-22-4 0,-27 0-378,19-11 0,-2-3 380,-4 1 0,-1-2-2,-2-1 0,0-2 10,3 0 1,2-1 349,4-1 0,3-1-372,-16 1-33,19-1-275,19 0-733,15 0-1389,17 0-5367,25-4 7803,7 0 0,-11 0 0,-16 1 0</inkml:trace>
  <inkml:trace contextRef="#ctx0" brushRef="#br0" timeOffset="276456">15301 7626 17328,'2'-5'7141,"0"2"-4503,-2 3-2610,13-48-22,-12 47 16,9-29-16,-15 64 5,1 7 0,2 1-5,7 0-1,3-5-10,8-6 10,3-7 12,1-10 22,1-8 29,-1-15 16,1-9 50,-2-11 23,-2-5-34,-5-2-22,-5-1-23,-4 5-67,-3 5-27,0 8-119,0 8-341,1 5-543,5 8-774,6 7-1075,10 7-4463,6 5 7331,0 0 0,-11-8 0,-7-5 0</inkml:trace>
  <inkml:trace contextRef="#ctx0" brushRef="#br0" timeOffset="277040">15781 7652 26463,'11'-51'398,"-3"16"-309,-8 48-21,0 9-40,-1 7-12,0 1-10,0 0 5,-1-4 12,1-4-7,0-8 57,1-6 118,1-6-18,1-6-55,2-4 5,1-8-5,3-7-40,-1-7-11,3-6 12,2-4-29,4 0-22,4 3-28,3 8-11,3 9 22,2 8 11,4 6-10,4 7-24,3 9-4,2 10-1,-3 12 0,-6 8 39,-12 4-16,-12 1-12,-16-3 6,-11-5-28,-6-8 45,-1-9 6,5-8 5,5-7 39,6-12-17,4-7 23,5-13-23,7-9-22,5-5 23,8-1-34,3 3 11,4 8 0,3 8-17,7 7 7,5 8-18,5 5 0,5 9-272,2 8 99,0 9-365,-4 8-873,-7 5-3832,-11 4 5243,-12-5 0,-11-13 0,-5-9 0</inkml:trace>
  <inkml:trace contextRef="#ctx0" brushRef="#br0" timeOffset="277256">16951 7530 23299,'0'-4'2739,"0"0"-2510,0 4-246,70-45-425,-20 34-802,6-11 1,3 5-2022,-20 19 0,-3 6 2674,-4 0 1,-3 0 0,8 3 0,-19-3 0</inkml:trace>
  <inkml:trace contextRef="#ctx0" brushRef="#br0" timeOffset="277397">16984 7818 25073,'46'-20'-497,"0"0"0,1 0 0,14-8 0,-7 6 1,-7 9-1,-20 6 0</inkml:trace>
  <inkml:trace contextRef="#ctx0" brushRef="#br0" timeOffset="278480">18189 7350 25713,'-56'-15'229,"1"1"1,3 5 0,6 14-177,20 25 0,6 10-885,-1 1 1,4 3 853,2 3 1,4 2-18,4 2 1,4 1-9,5 1 0,5 0-3,6-3 1,5-1 2,3-2 1,12-5 18,17-11 1,12-5 0,-6-5 33,-16-7 1,0-5-12,9-2 0,6-2 0,-18-13 632,-26-39-559,-22-5-28,-22-1-48,5 29 1,-7 4-374,-7 2 0,-4 4 339,-7 3 1,-3 5-107,-2 6 1,0 5-1068,0 4 1,1 4 619,9 2 0,4 1 1,-11 7-1,27-9 1</inkml:trace>
  <inkml:trace contextRef="#ctx0" brushRef="#br0" timeOffset="296330">13821 9413 15928,'0'-5'6363,"1"2"-4168,-1 3-1579,-4-63-252,-7 43-263,3-15 0,-6 6 33,-24 35-33,-18 16-482,21-3 1,-2 3 425,-4 4 0,0 3-15,0 2 1,2 1-17,3 1 0,3 0-9,8-3 1,3 1-17,-1 24-50,31-10-415,32-9-466,-3-21 1,7-4-3975,15-2 1,2-2 4867,1-2 0,-3-2 0,-15-2 0,-5 0 0,9 0 0</inkml:trace>
  <inkml:trace contextRef="#ctx0" brushRef="#br0" timeOffset="296546">14490 9470 20039,'-9'1'1918,"-25"0"0,-4-1-1285,13 0-451,-12 1 0,5-1-92,23-2-264,17-1-823,21-2-2290,28-1 3287,-11 1 0,0 1 0,8-1 0,3 0 0</inkml:trace>
  <inkml:trace contextRef="#ctx0" brushRef="#br0" timeOffset="296713">14515 9652 25057,'47'-14'-684,"-10"5"1,1 0 0,-6 2 0,-1 0-1,1 0 1,0 0 0</inkml:trace>
  <inkml:trace contextRef="#ctx0" brushRef="#br0" timeOffset="297180">15226 9417 25998,'7'-44'142,"-1"0"0,1 4 0,4 8-136,18 18-6,9 6-6,10 8-16,6 9-12,1 9-44,-5 10-23,-10 7 28,-15 4 28,-14 1 34,-19 0 33,-14-4 12,-15-3 11,-8-4 28,-4-5 72,2-3 118,8-7 124,11-7-6,11-4-163,10-2-100,7-2-51,7 0-17,9-2 17,25 0-67,-8 1 12,29 7-12,-14 5-119,-17-1 0,-1 1 125,27 16-12,-14 1 6,-16 2 17,-26-1-218,-34 2-368,1-12 1,-5-2 93,-21 6 1,0-2-1,24-7 1,1-2 0,-3 0-1,0 1 1</inkml:trace>
  <inkml:trace contextRef="#ctx0" brushRef="#br0" timeOffset="303098">24701 9420 11598,'-4'-4'6026,"0"1"-88,4 3-5412,42-58-111,-7 34-320,-7-9 0,4 0 123,1 20 1,1 5-62,12-3-113,-12 5 1,0 1 12,14 9-24,-8 9 7,-16 13-7,-14 12-10,-24 11-23,-6-5 5,-12-5 1,-5 0-468,8-10 1,-1-1 469,-14 14 1,1-1 5,15-15 0,1-2 50,-4 6 1,3-1 114,6 2 151,1 8 57,36-24-124,23-11-129,23-13-106,-22 1 0,2-1-303,4-3 1,1-1 114,1-1 1,1-1-2921,1 1 1,-1-1 3079,-7 2 0,-4 1 0,13-3 0,-23 7 0</inkml:trace>
  <inkml:trace contextRef="#ctx0" brushRef="#br0" timeOffset="306389">16426 3415 11525,'-49'3'1787,"0"0"0,0 0 0,-16 1 0,7-1-281,3-3 31,19-2-551,16-1-323,11-1-360,7 0-95,4 0-79,3-1 128,7 1-61,9-1 11,13-3-39,17-3-95,-17 4 0,2-1-576,9-1 1,1 0 549,9-1 1,2 0-22,-15 3 0,1 0 1,1 0-9,3 0 1,2-1 0,0 1-561,2-1 1,1 1 0,1 0 556,2 0 0,0-1 0,1 1-505,1 1 0,0-1 0,1 1 508,-1 0 1,1-1 0,-1 2-12,-1-1 1,0 1-1,0 1-341,-3-1 1,0 1 0,-1 0 329,-2 1 0,-1-1 0,-1 1 4,-2 1 0,-1-1 0,0 0-6,-2 1 0,-1 0 0,1 0 20,16-1 0,0 0-6,-2 1 1,-2 0 275,-2 1 1,-1 0-283,-3 0 1,-1 0 5,-2 1 1,-1 0-9,-2 0 0,0 0 0,-3 0 0,0 0 589,-2 0 0,0 0-584,0 0 1,0 0-3,0 0 0,1-1 8,0 0 0,2 0 0,0 0 1,0 0-4,1-2 0,1 1-14,12 0 1,-1 0-4,-16 0 1,-1 1 365,18 0 0,0 0-352,-19 0 1,-1 1-3,10-1 0,1 0-1,-1 0 1,-1 0 8,-1 0 1,1-1-4,-2 1 1,1 0-7,-3-1 1,1 1 0,-3 0 0,-1 0 376,-1 0 1,0 0-383,-3 0 1,0 1-15,28-1 28,1-1-5,-24 1 792,8-1-787,-17-1 328,12-1-344,8-1 7,-9 2 1,1-1 285,19-1-285,-14 1 0,1 1 2,12 0-2,-24 1 0,-1 1 0,0 0 0,-3 1 13,13-1 245,-10 1-217,-15-1 46,-9 1 44,3 0-33,1 0 6,10-1-57,-6 0 543,12-3-475,-8 0-1,3-1 135,-5 1-72,-10 1-96,-5 0-84,-7 1-107,-9-3-867,-13 0 974,-25-2 0,21 3 0,-6 1 0</inkml:trace>
  <inkml:trace contextRef="#ctx0" brushRef="#br0" timeOffset="349896">8641 3382 19125,'-51'8'1881,"0"-1"1,10-1-1,7-1-469,8-2-991,20-1-221,-1-2-120,6 2-92,1 1-195,7 6-128,6 0 153,17 2-34,0-5 412,29-2-377,-24-2 1,4-2 240,8-2 1,5-1 0,1 0-729,-1 0 1,0 0 0,3-1 822,-3-1 1,3 0 0,0 0 0,-3 0 112,0 0 1,-3 0 0,2 0-121,-3 0-1,3 1 1,0-1 0,1 1-677,2 0 0,2 1 0,-1 1 0,-1-1 565,6 0 0,-1 0 0,4 0-41,-8 1 0,5 1 0,1-1 0,-2 2 0,-5-1-553,3 1 1,-4 0 0,1 1 549,-7-1 1,2 0 0,-1 0-1,0 0-213,13 1 1,-2 0 0,-1 0 150,-9 1 1,-2-1 0,2 0 2,12 1 1,2 0-1,2 1 29,-7-1 1,1 0 0,1 0 0,-2 1-11,-6-2 1,-2 1-1,0 0 1,2-1-10,6 1 0,3 0 0,-1 0 0,-5-1 13,-4 0 1,-4 0 0,2 0-37,8 0 1,2-1 0,0 1 213,2-1 1,0 0-1,1 0-154,-14 1 1,-1-1 0,1 0-1,2 0 4,4 0 0,2 1 1,0-1-1,-2 0-92,8-1 1,-3 0 0,-1 0-106,-12 0 0,-1 0 1,2 0 362,9-1 1,2 0-1,1-1-345,3 1 1,1-1-1,1 1 60,-15 0 0,1 0 0,1 0 0,1 0-75,6-1 1,3 1-1,0 0 1,-3 0 75,-7 0 1,-1 0-1,-1 0 1,-2 0-55,5 0 1,-2-1 0,2 1 104,8 0 1,1 0-1,-2-1 316,-11 2 0,-1-1 0,2 1-213,3-1 1,4 0-1,1 1 1,-3-1 2,7 0 1,-1 0 0,0 1-172,-9-1 0,1 1 0,-2 0 1,-3 0 169,14-1 0,-2 0 4,-14 1 0,1 0 1,-2 0 79,10-1 1,0 1-83,1-1 1,3 1-1,-1-1-19,-8 1 1,-2-1 0,2 1 139,7-1 0,2-1 0,-2 1-119,-7-1 0,-1 1 1,-3 0-19,11-1 1,0 0 41,-10 0 1,1 1 0,1-1-34,3 1 0,0-1 0,1 0-10,0 1 1,0-1-1,2 0 388,5 0 0,2 0 0,-2 0-388,-12 1 1,-3 0 0,-1 0 0,8-1 1,-1 1 132,5-1 0,2 0-105,1 0 1,0 0-9,2 1 0,2-1 118,-15 0 1,1 0 0,-1 1-130,14-1 0,-3 0-15,-12 1 1,1-1 2,-1 1 1,3 0 0,-3 0 2,4 0 1,-1-1 0,-3 1 0,4 0 1,-4 1 1,10-1 0,-4 0-3,-1 1 1,-3-1 2,-12 1 0,1 0 14,12-1 1,0 0 129,-16 0 0,1-1-144,15 0 1,1 0-4,-8 0 0,-1 0-11,1 0 1,0 0 2,3 1 0,-2 0-3,-9 0 1,0 1 4,17 0 1,0 1 56,-18-1 1,1 1 2,13 0 0,-1 0 579,-13 0 1,-2-1-631,24 1-6,-17-1 405,9-1-433,-15-1 23,17-2-91,-2 0 1,8-1 1221,-9 2-1128,-10 1 0,1 1 31,15 1 122,-15 0 1,0 0-162,19 0 5,-7-1-6,-14 0 173,4-3-173,6-1 23,6 0-6,-19 2 1,1 1-373,28-2 366,-28 3 1,-1 1-9,1 0 0,0 0 3,29 1 6,-6 0-29,-6 0 23,-6 1 17,-3 0 271,-3 0-260,2 0 12,2 0 38,1 0 366,1 0-338,1 0 23,2-1-6,3 2 73,3-1 85,-1 0 145,-4-2 134,-11-3-68,-9-2-88,-8-2-85,-5 0-90,-4 1-27,-4 2-90,-4 1-45,-1 2-420,-1 1-2127,-8 9 2480,1 1 0,-2 0 0,4-2 0</inkml:trace>
  <inkml:trace contextRef="#ctx0" brushRef="#br0" timeOffset="370547">11574 11213 22895,'-37'-22'584,"0"0"1,1 2-1,0 5-214,-19 13-141,-1 3-71,6 6-35,4 6-22,5 5-23,7 5-50,8 0 0,12 1 0,11-2 11,15 1-16,14 1-18,20 0 1,-16-12 0,3-1-403,6 0 1,2-1 396,3 1 0,0-1 0,0 1 0,-1 1-14,-4-1 0,-3 2-14,18 14 22,-24 0 34,-28 3-11,-31 0-9,2-13 1,-6-2-280,-9 2 0,-4-2 290,-6 0 1,-2-2-36,1-1 1,-1-1 31,5-3 1,2-1-17,9-2 0,4-2-173,-12-3-673,27-10-2969,31-10 3815,11-6 0,-2 7 0,-4 8 0</inkml:trace>
  <inkml:trace contextRef="#ctx0" brushRef="#br0" timeOffset="370781">11933 11435 26329,'35'-30'-1993,"0"-1"1,2 3 0,2 5 1992,-5 15 0,-1 4 0,11-4 0,-20 5 0</inkml:trace>
  <inkml:trace contextRef="#ctx0" brushRef="#br0" timeOffset="371681">12965 11100 15838,'1'-4'5287,"1"0"-3864,-2 4-364,15-68 105,-16 39-943,5-10 1,-4 4-54,-15 22 101,-20 17 11,-9 15-454,13-3 1,-1 3 237,-3 4 1,1 4-18,-4 7 1,3 2-45,12-11 0,3 0-64,-2 9 1,7-1 44,9 4 21,14 3 12,14-14 22,34-17 6,3-18-28,-28 2 0,0-3 50,0-8 0,-2-3-244,14-18 353,-18 14 1,-1-2 271,12-24-51,-12-1-245,-13 20 624,-5 3-770,-7 22 130,-3 6-136,-9 27 0,-5 14 0,-3 10 0,7-15 0,1 1 110,2-4 0,0 2-335,-4 21 1,2 4-1406,4-6 1,3 2 1629,3-8 0,1 3 0,1-6 0,1-9 0,1-4 0,4 31 0</inkml:trace>
  <inkml:trace contextRef="#ctx0" brushRef="#br0" timeOffset="371954">11365 12432 22262,'-49'11'492,"-1"0"1,0-1 0,-4 2 0,4-2-135,0 1 1,17-7 898,33-12-1101,42-12-111,12 0 0,7 0-725,-3 1 0,4-1 689,-17 7 1,3-1 0,2 1 0,2-1-546,6 0 1,1 0-1,2 1 1,1-1 532,-12 3 1,2 0 0,-1 0 0,1 1 0,2-1-11,6 0 1,2-1 0,0 1-1,-1 0 1,-2 1-61,2 0 0,-3 1 1,-1 1-1,-1-1-538,-6 2 1,0 1-1,-3-1 1,-2 1-900,20-3 1,-6 2 1192,-13 1 1,-9 2 0,-14 1 0,-7 1 0</inkml:trace>
  <inkml:trace contextRef="#ctx0" brushRef="#br0" timeOffset="374764">15002 11460 25225,'-50'-19'205,"0"0"1,3 3 0,3 7-106,-8 26-32,6 5-40,12 2-17,11 3 6,12 0-12,14 1-5,15 0-22,16 3-1,18 3-311,-21-16 1,1 0 296,1 0 1,1 0 36,-3-1 0,-2-1 39,17 11-5,-21-6 50,-20-6 17,-22-3-23,-20-2-16,-23 2-54,23-6 0,-2 0 33,-2 0 0,0 0-44,1 0 0,1-1-5,4 0 0,3-1-76,-17 2-398,18-3-1171,16-2 1653,19-9 0,-2 5 0,8-4 0</inkml:trace>
  <inkml:trace contextRef="#ctx0" brushRef="#br0" timeOffset="375154">15476 11557 23741,'-2'-3'3265,"1"1"-2257,1 2-935,-34 15-39,21 9-6,-23 18-34,37 3-22,22 8 17,-2-19-17,26 5 22,-7-23 6,8-4 56,1-20 23,-15-9-34,-8-8 106,-14-8-11,-9 4-62,-2-10-26,-6 3-52,-4-2 0,1 14-41,0 2-474,6 14-1036,5 3-8280,17 6 7450,-6 1 0,6 2 0,-16-3 0</inkml:trace>
  <inkml:trace contextRef="#ctx0" brushRef="#br0" timeOffset="375855">16238 11559 19916,'0'-3'3035,"-1"0"-1741,1 3-762,-2-16 225,1 14-360,-1-12-212,2 19 134,-1 2-44,-3 3-63,-3 8 7,-7 15-135,0 0-34,-1 9-16,6-15 33,2 2-11,2-9 50,0 7-10,0-7 16,1-2-62,1-10 84,1-5 68,0-5-112,-1-8 5,-2-7-11,1-10-62,2 2 23,3-14-11,5 3-12,6-9 17,11-3-16,1 13-7,6 2 1,-10 17-6,7 4 17,4 8-28,-5 4 6,17 15 1,-20 7-7,5 6-7,-10 7-21,-8-5 28,-2 15 11,-8-12-22,-6-1 33,-2-18-27,-2-5 23,2-8-18,1-6 0,2-7 0,3-11 0,2 0 0,6-24 0,5 9 0,8-15 0,5 17 0,5 9 0,-7 11 0,15 8 0,-9 10 0,16 8 0,-4 12-69,6 10-615,-21-12 0,-1 1-201,17 14 885,-14-8 0,-2-3 0,-7-6 0,7 9 0</inkml:trace>
  <inkml:trace contextRef="#ctx0" brushRef="#br0" timeOffset="376071">17202 11544 26120,'51'-23'-568,"0"0"0,-1 0 0,-5 1 0,-1 2 1,-7 7-1,7 12 0,-20 1 0</inkml:trace>
  <inkml:trace contextRef="#ctx0" brushRef="#br0" timeOffset="376254">17404 11739 26726,'46'-15'-549,"1"0"0,10-6 0,-25 15 1</inkml:trace>
  <inkml:trace contextRef="#ctx0" brushRef="#br0" timeOffset="377021">18711 11393 27124,'-27'-29'87,"0"0"1,0 3 0,-1 6-71,-16 17 11,-8 3-17,-2 5 6,5 2 5,12 2 1,0 3-12,21-3 11,-4 1 46,14-1 10,3-1 12,2 2-1,3 2 1,1 4 22,1 3 5,-1 2-33,-1 3-39,-4 1 34,-5 2 38,-6 2-22,-7-2-39,-2 0-43,1-6-13,5-5 0,7-6 0,5-7 0,3-2 0,3-7 0,3-2 0,4-7 0,6-3 0,4-1 0,8-1 0,5 1 0,5 2 0,5 3 0,2 7 0,2 4 0,-2 9 0,-2 9 0,-4 8 0,-7 6 0,-10 4 0,-10 0 0,-15 1 0,-11-1-192,-12 0-760,-8 1-1058,-5-3 2010,-6-5 0,21-13 0,3-5 0</inkml:trace>
  <inkml:trace contextRef="#ctx0" brushRef="#br0" timeOffset="377254">18752 11355 22817,'7'-3'1739,"26"-9"0,6-3-1179,-5 2-367,8-3 1,0 1 24,-13 5-134,-9 3-129,-10 3-5875,-6 2 5920,-15 6 0,8-3 0,-9 4 0</inkml:trace>
  <inkml:trace contextRef="#ctx0" brushRef="#br0" timeOffset="383788">28003 8276 20436,'0'-9'4358,"0"2"-4002,-16-25 0,-9-2 125,-9 15-316,-1-15 1,-4 6-1136,7 32 1,0 8 1042,-20 9-28,18 1 0,1 5-15,0 10 1,3 3-11,1 2 0,3 2 2,0 10 0,7 1-42,13-9 1,7-3-1,1-8 1,6-2-37,20 12 0,9-5-159,-5-15 0,2-3 195,16 9 1,1-4 128,-11-14 0,-1-4-42,20-5 67,-23-17 73,-20-13 34,-22-12-134,-4 6-18,-12 5 1,-5 1-23,-20-8-241,11 10 0,0 2 197,-12-1 546,-10 6-614,32 11 272,-4 3-754,26 9-1209,23 7-23,5 1 1759,10-4 0,1-2 0,-8-1 0,19 1 0</inkml:trace>
  <inkml:trace contextRef="#ctx0" brushRef="#br0" timeOffset="384014">28599 8258 20666,'-7'-2'4352,"1"0"-4061,6 2-610,0 0-768,90-43-327,-53 36 0,3 1-1863,9-8 0,5-3 0,-5 5 1753,-5 9 1,-6 4 0,14-1-1,-38 0 1</inkml:trace>
  <inkml:trace contextRef="#ctx0" brushRef="#br0" timeOffset="384181">28749 8574 22049,'-3'0'3938,"1"1"-3938,2-1-768,78-34-1916,-45 23 0,2 0 2684,14-7 0,6-3 0,-7 4 0,-14 7 0,-3 2 0,0-2 0,0 1 0</inkml:trace>
  <inkml:trace contextRef="#ctx0" brushRef="#br0" timeOffset="384371">29691 8098 23646,'-1'-6'3713,"-1"0"-3102,2 6 90,0 0-701,-8 70-13,2-11-539,2-18 0,-2 5 0,0 0-185,0 15 1,-1-1-1866,1-12 0,-1 1 0,1 0 2602,0-3 0,0-1 0,0-3 0,0 5 0,0-7 0,0 9 0</inkml:trace>
  <inkml:trace contextRef="#ctx0" brushRef="#br0" timeOffset="385780">27988 9948 17720,'-2'-4'5663,"1"1"-4297,1 3-1181,-33-32-28,6 27-54,-9-8 1,-3 3-59,-3 19-6,7-1 1,-1 1-184,-15 4 183,20-5 0,-1 0 73,-22 5 246,12-4-190,21-5 146,9-2-51,12-2 45,0 0-286,0 4-16,0 0 50,0 9 228,-1 5-250,-1 7-12,-2 6-11,-2 11-11,0-14 0,-2 13 62,1-16-45,-2 3-12,0-3 57,3-12 22,2-5 252,3-6-241,5-15 17,12-9-84,10-11 6,5 2-1,14 2-94,-3 11 72,11 0 23,3 12-29,-12 11 6,-6 5-5,-9 15-34,-13 3-17,-1 12-28,-13 3-139,-25 12-113,-9-8-404,-7-3-16,-9-8-1121,11-14-5289,-7-1 7155,11-9 0,15-7 0,11-4 0</inkml:trace>
  <inkml:trace contextRef="#ctx0" brushRef="#br0" timeOffset="386022">28619 10069 22509,'-9'-2'3271,"2"0"-2694,7 2-415,0 0-464,57-61-2377,-7 43 2270,-8-13 0,2 1-1274,-4 25 0,1 8 1180,-6 1 1,-1 1 0,15-3 0,-9 7 0</inkml:trace>
  <inkml:trace contextRef="#ctx0" brushRef="#br0" timeOffset="386179">28669 10288 26295,'47'-12'-474,"-1"0"1,9 0 0,-4 0 0,7 0 0,-1 2-1</inkml:trace>
  <inkml:trace contextRef="#ctx0" brushRef="#br0" timeOffset="386372">29688 9933 28671,'-3'38'-74,"-1"0"1,1 2 0,1 3-401,3 2 0,2 4 0,-2 1-234,0 7 0,-2 1 1,0-5-1,1-4 1,0-4-1,-2 2 1,-1 0-1</inkml:trace>
  <inkml:trace contextRef="#ctx0" brushRef="#br0" timeOffset="393689">8443 1592 31690,'-24'-18'-3905,"5"10"4342,16 36-868,-1-5 451,-7 16 447,-2-12 288,-7 8 8,-2-3-301,-4-5 1640,7-11-1695,3-5-407,6-14 0,5-6 0,-1-8 0,2-13 0,1 0-910,2-1-586,1 1-148,0 4-254,2-8 1222,5-1 1856,14-6 522,-4 14-255,21-7 405,-5 15-1409,13-1-443,-15 10 0,0 2 0,26-3 0,-2 5 0,1 4 0,-5 2 0,-16 1 0,1-1 0,2 1 0,1 0 0,11 1 0,-1 0 0,-14-1 0,0 0 0,13 0 0,1 0 0,-16-2 0,0-1 0,9-1 0,1 0 0,-1-2 0,1-1 0,5-3 0,-1-1 0,-10 2 0,-1 0 0,-3-1 0,-2 1 0,11-7 0,-18 5 0,5-2 0,-13 5 0,-1 2 0,-10 4 0,5 3 0,-1 5 0,8 14 0,0 4-443,4 13-1376,-6-8 430,4 13 92,0-1-1202,-5-5 0,0 2 412,5 18 2062,-7-7 0,-3-3 1,-4-17-1,0 16 1</inkml:trace>
  <inkml:trace contextRef="#ctx0" brushRef="#br0" timeOffset="394772">11286 2232 24186,'13'-47'691,"-1"0"1,1 0 0,-2 2-1,-1 1 1,-3 1-925,-4-7 0,-4 2-55,-3 6 1,-5 3-180,-4 7 1,-4 5-147,-27-6 1052,-15 22 316,25 16 0,-1 7-217,-4 6 0,2 6 244,-4 7 1,2 6-63,1 4 1,1 6-240,9-4 0,1 3 0,2-3-363,-1 5 0,2 1-118,3-1 0,2 4 0,2-2 0,3 5 0,2 1 0,3-9 0,0 3 0,2 0 0,1-2 0,2 1 0,3 0-443,6 4 1,3 0 0,5-2-567,10 9 0,5-5 86,2-4 0,8-7 443,14-11 1,6-11 496,-3-8 1,4-5 193,-9-2 0,3-1 0,2-5 133,-6-5 0,1-3 0,1-2 0,-3-2 269,7-4 0,-2-2 0,-2-2 142,-2 0 1,0-1 0,-6-5-756,6-18 0,-9-4 0,-16 3 0,-6-4 0,-4 8 0,-1-3 0,-5-3 0,-6-13 0,-7-4 0,-3 2 0,-4 7 0,-2 3 0,-3 0-95,0-1 0,-2 1 0,-5 4-714,-7 7 0,-5 3 0,-1 5-580,-14-1 1,-4 5-30,8 7 1,-2 0 0,1 4 1388,5 5 0,0 2 1,4 1-1,-2 1 1,5 3-1,-6 4 1</inkml:trace>
  <inkml:trace contextRef="#ctx0" brushRef="#br0" timeOffset="434104">11020 1555 29009,'-42'-6'780,"1"0"1,-2 0 0,7 1 21,16 4-310,-1-2-420,11 1-343,7 1-223,2 1-752,6 0 1010,8 4-70,8 2 84,12 4-120,8 0 130,11 0 228,-20-5 1,1 0 134,5 0 0,3 0 543,4-1 0,3 0-595,6 0 1,2-1 109,-15-1 0,2-1 0,0 0 4,5 0 1,0 0 0,-1-1-120,12 1 1,3-1-95,-15 0 0,5-1 0,2 0 0,-4 1 0,3-1 0,-1-1 0,3 1 0,2 0 0,5-1 0,0 0 0,-1 0 0,-6 0 0,-1 0 0,-1 0 0,2-1 0,1 1 0,1 0 0,1-1 0,-1 1 0,3-1 0,0 0 0,0 0 0,0 0 0,2 0 0,0 0 0,0 0 0,0 0 0,-12 1 0,1 0 0,0 0 0,0-1 0,0 1 0,0 0 0,0 0 0,0 0 0,0 0 0,1 0 0,-1 0 0,0 0 0,0 0 0,0 0 0,0 1 0,12-1 0,-1 0 0,1 0 0,-1 1 0,0-1 0,-1 1 0,0 0 0,0 0 0,0 0 0,-1-1 0,0 1 0,0-1 0,-1 1 0,0-1 0,0 0 0,0 1 0,0-1 0,-1-1 0,1 1 0,0 0 0,-1-1 0,1 0 0,0 0 0,0 1 0,-1-1 0,0 0 0,1 0 0,-1 0 0,0 0 0,0-1 0,0 1 0,0 1 0,-1-1 0,1 0 0,-1 0 0,1 1 0,-1-1 0,-1 1 0,1 0 0,0 1-55,-2-1 1,1 1 0,-1 1 0,0-1-122,0 0 1,-1 0 0,-1 1-1,1 0-98,-3 0 0,1 1 1,-1 0-1,0 0 85,-2 0 1,0 0-1,0 0 1,-1 1-124,14 0 0,-1 0 1,0 1-114,-2-1 0,-1 1 0,0 0-4,-2-1 1,-1-1 0,0 1 104,-1 0 0,0 0 0,0-1 63,0 0 1,1 0 0,0-1 4,1 1 0,1 0 0,0-1 8,1 0 1,1 0 0,-1 0-98,2-1 1,0 0 0,-1 1 70,1-1 1,-1 1-1,1-1 116,-2 0 1,0 1 0,0-1-7,-2 1 1,0 0 0,-1 0 33,-1-1 1,-1 1 0,-1 1-12,-2-1 0,-1 1 0,-1-1 163,-2 1 0,0 0 1,-1 0-196,-2 0 1,0 1 0,-1-1 58,20 2 0,-1-1 64,1 0 1,0-1 0,1 1 0,1-1-68,-21 0 1,1-1 0,0 1 1,0-1 1,1 0 0,0 1 0,0-1 1,-1 1 0,1-1 6,-1 1 1,0-1-1,0 1 9,19 0 0,-1 0 3,-3 1 1,-3-1 4,-4 1 1,-3-1 693,-7 1 1,-2-1-561,23 0 1939,-20 0-1893,-17-1 1738,-12 0-1548,-9 0 1232,1 0-1372,4-2 269,7-2-359,8-2-16,3 0 11,1-1-6,-4 2-39,-4 1 0,-8 1-17,-5 2-392,-6 1-2565,-3 1 2974,-4 2 0,2-1 0,-2 1 0</inkml:trace>
  <inkml:trace contextRef="#ctx0" brushRef="#br0" timeOffset="438306">16452 2856 20218,'-32'34'1085,"-1"-1"0,0 1 0,-10 13 1,12-17-336,24-29-217,18-20-141,13-19-210,7-5 0,3-2-835,-9 11 1,2-1 689,4-4 0,3-3 1,-2 2-5,8-7 1,1 0-577,-6 6 0,3-2 0,0 0 535,3-2 1,0-1 0,1 0-10,-9 11 0,0 1 0,1-2 1,1 1-56,7-7 1,2-1-1,0 1 1,-3 3 11,-1 1 0,-3 3 1,2-1-108,-3 4 0,3-3 1,-2 3-1,-5 3-796,0-2 0,-3 3-1566,-1-2 0,-2 0 2529,-2-6 0,-19 18 0,-5 11 0</inkml:trace>
  <inkml:trace contextRef="#ctx0" brushRef="#br0" timeOffset="438879">12248 3507 24385,'24'-47'186,"0"0"1,1 0-1,-1 0 1,2-1-1,1 0 1,1 0-1,1 2-984,2 4 0,0 1 1,2 1-1,0-1 837,3-3 0,1-1 0,0 0 1,0 0-449,3-2 1,0-1 0,1 1 0,-1 0 422,2 0 0,0-1 0,-1 1 0,1 1-2,-1 0 1,0 1 0,0 0-1,-1 1-2,-3 2 0,0 1 0,0 0 0,-2 2-341,7-7 1,-2 0-1,-2 5 334,2-4 0,-2 4-114,-6 6 1,-5 6-1262,-8 13 1597,-12 19 1,-8 3-1,-8 12 1</inkml:trace>
  <inkml:trace contextRef="#ctx0" brushRef="#br0" timeOffset="440621">10734 3395 13227,'-37'50'3048,"-1"0"0,9-11 0,4-8 207,5-12-2121,26-39-398,22-34-285,0 7 1,6-5-1152,-2 7 0,2-3 0,3-1 831,-4 5 0,2-2 0,1 0 0,1-1-248,-3 5 1,0 0-1,1-1 1,1 0 0,-1 0 163,3-3 0,0 1 0,1-1 0,0 0 0,0 0-366,0-1 1,1 0 0,0 0 0,0 0 0,0 1 271,-2 1 0,1 0 1,0 1-1,-1 0 0,0 0-69,-3 3 1,1 1 0,-1 0 0,-1 0 0,0 2 138,4-5 1,-1 1 0,-1 1 0,-1 2 144,3-4 0,-1 2 1,-3 2-327,4-3 0,-6 6 137,3-3 4,-27 33 0,-9 8 0,-5 6 1</inkml:trace>
  <inkml:trace contextRef="#ctx0" brushRef="#br0" timeOffset="441322">18193 3166 23620,'41'-48'174,"0"1"1,0-1 0,-9 11-1,0-2 1,0 1 0,0 0-112,0 1 0,1 0 0,-1 0 0,1-1-1067,1-2 0,0 0 0,1-1 0,-1 1 1040,1-1 1,1 0-1,-1 0 1,0-1 2,-1 2 0,0-1 0,1 1 1,-2-1-1,1 1 0,-1-1 0,-1 1 1,1 0-5,-2 0 0,0 1 0,0 0 0,0-1-85,-1 2 1,0 0 0,-1 1 0,1-1 53,7-8 0,-1-1 0,0 3-12,-3 4 1,-1 2-1,-1 2 124,7-8 1,-4 5-2531,9-8 2414,-30 32 0,-11 12 0,-9 9 0</inkml:trace>
  <inkml:trace contextRef="#ctx0" brushRef="#br0" timeOffset="458987">13631 533 32767,'-4'-42'0,"0"-1"0,0 6 0,2 8 0,6 21 0,2 12 0,3 15-176,4 18-636,-1 19 513,-7-21 0,-2 2-1129,-1 5 0,-2 2 749,-2 1 0,-1 1-1591,-1 1 0,1-1 1400,-1-7 0,1-3 0,-1 10 1,4-23-1</inkml:trace>
  <inkml:trace contextRef="#ctx0" brushRef="#br0" timeOffset="459381">14022 579 28746,'18'-52'-105,"0"-1"0,1 5 0,4 10-155,24 19-318,13 10 390,-27 10 1,1 4-198,0 3 0,-1 4 268,-2 6 0,-3 3 35,-6 4 1,-5 2-221,-5 3 0,-5 2 155,-10 2 0,-5-1-22,-7 2 1,-5-2 130,-7 1 1,-4-2-294,-4-2 0,-1-2 344,2-3 0,0-2 7,6-4 0,3-1 304,-5 5-161,20-9 101,24-7-57,24-5-154,-6-3 0,3-2-461,11-1 1,3 0 381,8-2 1,2-1-184,-17 2 0,1 1 0,0-1-1731,2 2 0,1 0 0,-2 1 1940,14-1 0,-4 1 0,-16 1 0,-6 0 0,5 1 0</inkml:trace>
  <inkml:trace contextRef="#ctx0" brushRef="#br0" timeOffset="460180">15872 677 28954,'-7'0'3813,"2"0"-3813,5 0 0,-54 2 0,45 3 0,-34 2 0,81 4 0,7-5 0,9-1-427,-20-5 0,0-1-882,29-5 702,-25 3 0,3-2 109,2-1 0,0 0-287,17-4 33,-11 3 452,-29 4-236,-15 3-1334,-2 4 1775,-10 6 0,4-4 0,-3 3 0</inkml:trace>
  <inkml:trace contextRef="#ctx0" brushRef="#br0" timeOffset="463263">17353 667 32431,'9'-47'84,"-1"1"0,1-1 0,2-17 0,-6 8-84,-15 3-742,-9 10 95,-9 15 42,-7 14 652,-6 19 248,-6 16-847,21-2 0,1 4 582,0 4 1,1 3-173,1 4 1,2 1 358,6-7 1,2 1-123,1 13 0,5 0-404,11 7-56,1-16 1,4-3-595,21 1 184,6-15-190,3-16 483,0-15 107,-3-13 335,-4-11 218,-4-4 22,-5-2 384,-5 4-426,-5 10-7,-5 10-95,-4 10-61,-3 9 10,-1 11 29,0 13-34,-2 18-34,-1 15 17,1-21 1,-1 1-423,1 3 1,-1 1 169,1 4 0,2 0-510,1 3 1,2 0-1801,5 0 0,2-2 2579,1-6 0,1-3 0,8 8 0,-7-23 0</inkml:trace>
  <inkml:trace contextRef="#ctx0" brushRef="#br0" timeOffset="463846">18344 571 25371,'45'-20'-470,"0"-1"1,0 0 0,-1 2-1,1 1 1,0 5-506,18 7 1,0 6-942,-6 1 0,-2 1-705,-9 1 0,-5 4-4184,14 12 6676,-37 6 129,-41 4 0,-4-12 0,-5-2 1848,-10 1 1,-3 0 620,-5 0 1,-1 1-1104,-1-2 1,2 1-87,2-1 0,2-1-445,6-1 0,2-1 468,-17 6-972,23-7-63,20-6-21,25-3-169,20-7-67,27-6-266,-20 2 1,2-1 234,4-2 0,1-2 20,-1 1 0,-2-2 365,-5 0 0,-3-2-315,17-17-76,-24-5 138,-19-5 157,-22-3 179,-12 1 79,-12 7-34,-2 8-45,7 11-84,11 8 771,11 6-1113,8 5 296,11 1-285,12 8-5,17 10 6,13 16-359,-24-12 1,0 4 187,-2 2 0,-4 3-143,-3 3 0,-7 2-292,-6 2 1,-7 0-636,-7 2 0,-7-1 1207,-10 6 0,-3-4 0,-4 5 0,-4-6 0</inkml:trace>
  <inkml:trace contextRef="#ctx0" brushRef="#br0" timeOffset="466887">20233 513 32657,'-3'-3'-2681,"1"1"1608,2 2 3559,30-71-2662,-2 47 517,0-16 0,3 4 160,21 28-130,-8 5-371,9 11 0,-11 9 0,-14 1 0,-1 4 0,7 20 0,-10 12-742,-23-17-1039,-20 7-327,-25-7 402,-3-1 1279,18-19 0,1-2 493,-13 0 129,14-7 121,8-5 269,11-12-464,2 0-478,8-8-10,6 5-41,11 1-61,1 6 8,28 1 391,-4 5-137,-10 2 0,3 1 207,-3 2 0,1 1-17,1 4 0,-1 0-33,21 10-225,-23-4 0,-4 2-162,-6 8-185,-4 12-487,-43-9-661,-27-1 488,-3-8-3634,6-7 1,2-2 3430,4-2 1,-13 3 0,45-12 0</inkml:trace>
  <inkml:trace contextRef="#ctx0" brushRef="#br0" timeOffset="467170">20224 1064 13939,'-4'1'7124,"0"1"-5180,4-2-1820,68-19-113,-34 12 0,3-1-1343,8-1 0,5-1 0,-2 1 1323,2 1 1,1 3-157,0 0 1,4 2 0,-4 1-430,0-1 1,-2 3-988,-6 0 0,3 1 0,-6 1 1581,-6 4 0,-6 0 0,4 3 0,-22 1 0</inkml:trace>
  <inkml:trace contextRef="#ctx0" brushRef="#br0" timeOffset="467381">20336 1226 24451,'51'-8'225,"0"0"0,0 0 1,0 0-1,0 0 0,-3 0-85,14-4 0,-2 1-433,-1 1 0,0 0 354,-4 1 1,-3 0-34,-8 2 0,-3 1 0,20-4-71,-26 3-3306,-21 4 3393,-15 6 0,-2-1 0,-3 2 0</inkml:trace>
  <inkml:trace contextRef="#ctx0" brushRef="#br0" timeOffset="472680">22855 9931 8666,'-48'5'540,"0"0"0,1 1 0,-1-1 0,-4 1 0,-2 0 1,2 0-1,4 0 675,-15 2 1,6 0-116,0-2 1,15 2 1085,33-1-1480,72-9-530,-23 0 1,5-1-691,3-1 0,5-1 0,1 0 652,0 0 0,-1 0 1,5 0-347,-4 1 0,4-1 0,2 0 0,2 1 216,-9 0 0,3 0 1,2 0-1,0 0 1,-1 0-1,0 1-319,5-1 0,0 0 1,-1 1-1,1 0 0,2 0 308,-11 0 1,3 1 0,1-1-1,-1 1 1,0 0 0,-2 0-1,-4 0 3,15 0 0,-4 1 0,-2-1 0,3 1-3,-5 0 1,2 0 0,1 1 0,-1 0 0,-1 0-194,-5 1 1,-1 0-1,0 1 1,-1-1 0,0 1 185,10-1 0,-1 1 0,-1-1 0,-1 1-24,-3 1 1,0 0-1,-3 0 1,-8 0-15,-1 1 1,-11 1 910,-14 1-913,-77 1 8,10-4 1,-9 0 0,-2-1-98,9 0 1,-1 0-1,-2 1 1,-2-1 127,-3 0 1,-3 0 0,-2 0 0,-1 0 0,2 1 14,-1-1 1,0 1-1,1 0 1,0-1 0,1 1-3,9 0 0,1 0 0,1-1 1,-1 1-1,-2 0-67,0 1 0,-3 0 0,0 0 0,-1 0 0,2 0 0,2 1 71,-2 0 1,3 0 0,1 1 0,-2 0-1,-3 0-142,4 0 0,-3 1 0,-2 0 0,-1 0 0,1 0 0,1 1 0,3-1 153,-9 1 1,2 0 0,1 1 0,0-1 0,0 1 54,-1 0 0,-1 0 1,1 1-1,2-2 1,6 1-27,-7 0 1,5-1 0,6-1 578,-3 1 0,9-3-317,10-3-163,76-13-50,5 1 1,10-1 3,-3 1 1,6-1 0,2 1-72,-4 1 0,2 0 0,2 0 0,-3 1-23,-6 1 1,-3 0-1,2 0 1,6 1 1,-9 0 0,6 1 0,3 0 1,0 0-1,0 0 0,-3 1 0,-6 0-4,6 0 0,-6 0 0,0 1 0,9-1-3,-7 2 0,7-1 0,4 0 0,3 0 0,0 1 0,-1-1 0,-4 1 0,-6 1-5,3-1 1,-6 1-1,-1 1 1,0-1-1,4 1 2,3-1 0,4 1 0,2-1 1,-1 1-1,-3-1 0,-6 1 123,15 0 1,-7 0-1,-3 0-139,-2 0 1,-3 0-1,-14 0-165,-16 0 88,-63 0 79,-5 0 0,-11 0 1,-4 0-5,11 0 1,-3 1 0,-2 0 0,-1 0 0,2 0 24,-8-1 0,1 1 0,0 0 0,-5 0 9,8 1 0,-3 0 0,-1-1 0,-2 2 1,-1-1-1,1 0 24,7 1 1,-2-1-1,1 1 1,-2 0 0,1 0-1,1 0 1,-1 0-18,3 0 1,-1 0 0,1 0 0,-1 1 0,1-1 0,0 1 0,0 0-95,-11 0 1,-1 1 0,0 0-1,2 0 1,4 0 0,5 0 76,-15 3 1,8 0 0,7-1 38,-3 1 0,25 0 103,41-2-86,33-8 0,19-6-31,-17 4 0,6 0 0,2-1 1,3 0-25,-1 0 0,3 0 1,2-1-1,1 0 1,2 1-36,-4 0 0,1 0 0,2 0 1,1 0-1,0 1 0,0 0-313,-4 0 0,1 0 0,0 0 0,0 1 0,1 0 0,-2-1 0,0 1 324,3 0 0,2 0 0,-2 0 0,-1 0 0,-2 0 0,-4 1 0,8 0 0,-4-1 0,-4 1 0,-4 1 0,10-1 0,0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48:31.9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2490 14431 20397,'0'-8'4733,"0"2"-3954,0 6-337,14-64-184,-8 47-222,2-21 1,0 11 30,-4 34 28,-1 10-39,1 19 17,-4 13-45,-7 12-42,1-28 0,-2 0 14,-2 0 0,-2 0-3,1-2 0,-2-2 31,-10 19 67,4-17 57,8-16-12,5-21-56,6-15 5,8-20 6,7-14-375,-4 24 0,3-2 296,2 0 1,1-1-12,1 2 1,1 2-3,0 3 0,1 3-9,20-14-10,0 18-1,0 11-73,1 17-72,1 9-213,0 15-297,-3 8-314,-6 5-465,-5 2-554,-8-4-375,-5-7 464,-5-11 1361,-1-10 1721,-2-13 184,2-13 520,5-12-161,3-10-348,3-5-392,1-1-336,-1 5-202,-3 8-190,-3 9-123,-5 10-51,-2 11 6,-1 9-40,3 10-49,4 7 27,1 4-11,6 3-17,2-3 6,4-7 33,1-11 45,-1-10 6,-2-17 78,-2-10 57,-1-14 156,-1-17-252,-7 14 67,0-16-62,-8 24-49,0-3-12,-3 10-34,0 10-78,-2 6-263,0 10-672,1 6-1592,4 10 2583,8 10 0,-5-13 0,2 1 0</inkml:trace>
  <inkml:trace contextRef="#ctx0" brushRef="#br0" timeOffset="1">3841 14384 24323,'0'-4'3025,"0"1"-2734,0 3-252,-4-11-5,3 35-17,-4-7-12,3 27 7,-3 1-7,-1-10 6,-3 5 29,1-9 21,2-14-16,3-8 11,3-16-39,1-10 11,2-13 22,4-10-11,3-8 1,4-2 21,2 3-22,0 5-5,2 11 22,6 9-45,-1 11-16,8 11-1,-8 6-5,9 14 28,-3 5-20,-10 0 0,0 2 9,7 24-6,-14-19 0,-3 0 0,-4 9 16,-8 4-27,-3-16 11,-2-1 39,2-12-16,2-17-18,3-7-5,5-17 23,2-5-1,7-11 23,7-9-28,-3 10-6,2 5-11,-3 11 17,-1 13-6,9 2-17,-3 11 12,7 11 5,-4 11-5,-4 0-6,2 8-6,-2 2-5,-1-2-6,-1-4 28,1-11-11,-8-11 12,14-6-1,5-23 22,4-8-16,-13 7 0,-1-3-1124,10-28 1107,-10 9-206,-3-12 206,-11 15 0,-1-14 0,-5 18 0,-1 6 0,-2 20 0,2 8 0,0 7 1116,6 9-1116,6 13 0,15 12 0,14 11 0,-2-8 0,-8-5 0,-1 1-150,1 15 150,-10-14 0,-5 1-533,-16 17-794,-24-7 95,-7-16 1232,1-14 0,0-5 0,7-2 0,-12 0 0</inkml:trace>
  <inkml:trace contextRef="#ctx0" brushRef="#br0" timeOffset="2">5144 14152 27454,'48'-6'-1967,"0"0"1,0 0 0,-1 1 0,-1 1 0,-4 2 1714,-1 3 0,-5 2 1,13 0-1,-24 1 0</inkml:trace>
  <inkml:trace contextRef="#ctx0" brushRef="#br0" timeOffset="3">5319 14485 28106,'41'-21'-1967,"-1"-1"1,1 1 0,-2 0 0,0 2 0,-3 3 1847,-2 6 1,-5 3-1,12-3 1,-18 4 0</inkml:trace>
  <inkml:trace contextRef="#ctx0" brushRef="#br0" timeOffset="4">6886 14007 26592,'-38'-40'183,"0"-1"0,3 4 0,1 9-144,-4 22-50,-7 3 22,-7 10-854,-7 5 837,28-2 1,-1 2-4,2 0 1,1 0 292,-24 11-256,11-3 123,10-4-140,8-1-11,7-1-17,6 3 476,4 3-420,4 6 45,2 6 22,1 10 18,0 10-319,0-20 1,0 1 261,0 5 1,-1 1-24,-1 3 1,0 2-20,-1 0 1,1 1-18,-1-1 0,3-2-2,3-3 0,4-2-18,3-5 1,5-2-204,6-5 1,4-4-209,5-5 0,4-4-1330,6-3 0,1-4 1753,-1-4 0,-3-2 0,15-1 0,-22-3 0</inkml:trace>
  <inkml:trace contextRef="#ctx0" brushRef="#br0" timeOffset="5">7493 14201 27645,'32'-40'437,"-7"8"-404,-26 32-27,-2 2 5,-4 1 11,-6 3-5,-6 1 0,-3-1 5,-1-2 12,2-9-6,3-9-6,7-14 1,5-10 10,12-6-16,7 4-22,9 7 21,4 12-10,3 11-6,5 9 6,4 13 5,6 12 6,-3 15-29,-8 13-189,-20-21 1,-6 2 191,-5 3 1,-7 1-17,-6 4 0,-5-1-321,-9 4 0,-4-1 346,-7 1 0,-3-2-462,-4-1 1,-2-2 475,0-4 0,0-3-6,2-7 1,2-4 10,6-6 1,1-4 41,-13-5 51,22-16 289,19-10-401,17-5 0,15-3 0,16 0 0,-14 14 0,2 2 193,6 1 0,1 1-193,5 2 0,1 1 97,3 3 1,0 1-303,2 0 0,0 2-563,0 3 1,-1 0-2381,1-1 1,-2 1 2542,-7 1 0,-3-1 0,11 1 0,-23-2 0</inkml:trace>
  <inkml:trace contextRef="#ctx0" brushRef="#br0" timeOffset="6">8286 14080 26838,'-10'-13'392,"4"2"-224,12 11 6,2 0-40,2-5-10,4-6-40,-1-7-56,3-5 67,3-7-56,-6 11 6,8-6 5,-6 14-33,9 0 5,11 6-22,0 10-11,0 3 6,3 16-23,-8 5 22,2 13 6,-11 17-11,-22-6 22,-9-3-11,-22-7-6,-3-15 29,-9 1 44,-6-12-17,12-14-27,7-7 100,11-13 45,10-3-105,1-5-63,6 0 0,13-1 0,5 6 0,7 4 0,12 6 0,3 7 0,17 7 0,-14 4 0,2 4-318,-3 1 0,-1 2 318,1 0 0,-2 1 0,-5 3 0,-4 1-69,-4 14-888,-27 25-264,-28-8-886,0-20 0,-2-2 513,6-11 1,0-2 1593,-4-1 0,4-3 0,5-3 0,0-2 0</inkml:trace>
  <inkml:trace contextRef="#ctx0" brushRef="#br0" timeOffset="7">9294 14222 26379,'-20'51'74,"0"0"1,-4 3 0,-1-6-1200,-11 2-8,10-14 1,1-2 0,-4 4 0,4-3 0</inkml:trace>
  <inkml:trace contextRef="#ctx0" brushRef="#br0" timeOffset="8">9883 13962 27729,'16'-41'61,"-3"13"-44,-9 38-6,-2 4 1,0-3-18,-6 5 28,2-9 23,-3 1 6,2-12-23,0-7-23,1-3 74,-3-24-7,1 6-4,0-17-24,2 10 1,5 8-11,6 9-34,10 9 0,11 8-6,10 9 6,8 12-367,5 14 361,-27-10 1,-3 4 5,-2 2 0,-5 3-14,-4 2 0,-7 1 11,-9 4 0,-7 0-453,-9 3 0,-6-1 425,-9 3 0,-6-2 23,-5 0 0,-1-2 5,9-8 0,-1-3 14,-13 4 0,2-6-182,-6-4 176,21-10 1,3-5 45,4-15 33,16-12 300,18-4-311,11-2 877,13 4-900,9 4-28,9 6-10,7 6-18,-23 8 0,1 3-100,3 1 0,1 3-449,0 2 0,1 2-518,0 1 1,-1 2 1072,2 3 0,-3-1 0,3 2 0,-5 0 0</inkml:trace>
  <inkml:trace contextRef="#ctx0" brushRef="#br0" timeOffset="9">10539 14255 28671,'34'18'-897,"-14"27"-2492,-33 5 2257,4-17 0,1-1 0,-5 3 0,6-15 0</inkml:trace>
  <inkml:trace contextRef="#ctx0" brushRef="#br0" timeOffset="10">11081 14076 26009,'12'-46'425,"0"0"1,-1 0 0,6-18 0,-3 7-101,-1 0 42,-3 15-367,-4 16 88,-4 14-88,-2 12 44,0 15-44,-4 15 135,-1 19-135,1-18 0,-1 2 0,-1 2 0,1 1-157,-1 1 1,0 0 156,1-3 0,0 0 0,-2 25 0,4-13 0,9-16 0,3-16 0,11-16 0,7-15 0,11-13 0,6-11 0,0-3 61,-1 2-61,-5 5 0,-8 11 0,-9 10 0,-8 9 0,-6 15 0,-4 13 0,-1 15 0,-4 13 0,-3 9-705,2-26 0,-1 2 705,0 9 0,1-3 0,-2 5 0,4 1 0</inkml:trace>
  <inkml:trace contextRef="#ctx0" brushRef="#br0" timeOffset="11">12000 14190 25954,'1'-6'2559,"0"0"-2401,-1 6-158,0 0 0,7-6 0,-7 29-7,5 3-1589,-7 29 1596,0 4 0,3-27 0,-1-6 0</inkml:trace>
  <inkml:trace contextRef="#ctx0" brushRef="#br0" timeOffset="12">12752 13821 26732,'-12'-41'483,"-1"0"1,0 3-1,-3 13-393,-6 27-56,-3 7 38,-11 26-66,1 11-262,13-13 1,0 4 252,-3 13 0,4 3-1012,4-5 1,2 0 1011,2-2 0,2 1-11,5-3 0,5-3-324,10 21 318,-2-26 1,5-1-29,9-4 1,3-4 64,17 4-28,0-14 328,-10-30-261,-11-14 2188,0-13-2053,-8-19-191,-9 11 0,-9-5 431,-3 25-431,-10 5 94,-2 15-94,-18 8 0,5 13 0,-4 14-97,18-2-1381,7 14-5691,13-2 7169,5 4 0,0-15 0,1-12 0</inkml:trace>
  <inkml:trace contextRef="#ctx0" brushRef="#br0" timeOffset="13">13170 14255 25965,'0'-4'2706,"0"0"-2706,0 4 0,13 3 0,-7 19 0,8 11 0,-12 21-405,-5-11-1795,-6 10 2200,-7-9 0,4-12 0,1-6 0</inkml:trace>
  <inkml:trace contextRef="#ctx0" brushRef="#br0" timeOffset="14">13450 13915 26883,'18'-45'459,"0"-1"0,10-2 1,3 9-275,14 22-454,-10 6 1,0 4 335,27 18-53,-32 3 0,-1 3 3,16 20-14,-17 5 0,-2 6-9,-8-10 0,-3 3-360,-1-3 0,0 4 0,-3 0 142,0 11 0,-5 1-510,-5-1 1,-4-2 32,-1-12 1,-3-1 700,-8 6 0,0-5 0,3-11 0,-7 6 0</inkml:trace>
  <inkml:trace contextRef="#ctx0" brushRef="#br0" timeOffset="15">13678 14231 23394,'0'-6'3993,"-1"2"-3811,12-24 0,8-4-19,13 7-621,-2-11 0,5 3 424,-3 23 1,2 5-455,2 1 1,1 1-4429,0 2 1,-2 1 4353,16 0 1,-20 1 0,-23-1 0</inkml:trace>
  <inkml:trace contextRef="#ctx0" brushRef="#br0" timeOffset="16">14469 13698 21299,'-49'-8'1342,"1"1"0,-1-1 1,12-1-794,26 2-274,-1-4-119,20 3-49,11 1-12,20 0-17,22 0-61,-22 5 0,3 0-464,4 0 0,3 0 455,0 1 1,1 0-4,-2 1 1,-2 1-35,-7 0 0,-2 2 41,14 3 21,-24 6 1,-24 6 11,-20 8 5,-15 7-5,-9 9-20,20-18 0,2 2 291,1 2 1,2 2-303,4 3 0,3 2 0,3 4 0,4 1-466,5 4 0,5 1 446,4 4 0,3 0 9,7 1 0,1 1-3,1-1 0,-1 1-6,-3-3 1,-4-1-249,-6-2 1,-6-1 228,-9-5 0,-7-2-15,-7-4 1,-5-3-42,-8-4 0,-3-4-124,-2-5 1,-2-3-368,1-4 1,0-5-2434,3-7 1,1-4 3004,-18-9 0,21-1 0,17 4 0</inkml:trace>
  <inkml:trace contextRef="#ctx0" brushRef="#br0" timeOffset="17">15874 14401 26290,'-28'34'-461,"0"0"0,-1 0 0,-9 12 0,4-7 0,5-8 0,11-12 0</inkml:trace>
  <inkml:trace contextRef="#ctx0" brushRef="#br0" timeOffset="18">16588 13991 23916,'4'-53'573,"0"0"1,0 0-1,0 6 1,-1 2 0,-1 7-183,-4-12 349,0 25-689,-2 23 167,1 24-207,0 29-6,1-14 1,1 5-868,0-1 0,0 3 1,1-1 777,-1 3 0,1 2-279,0-2 1,0 3 0,0-2-3323,-2 2 1,1-2 3684,0 5 0,0-2 0,-2 13 0,2-31 0</inkml:trace>
  <inkml:trace contextRef="#ctx0" brushRef="#br0" timeOffset="19">17071 13784 23125,'0'-5'3568,"-1"1"-3255,1 4-251,-78 12-51,30 15-1543,-9-7 1,0 1 1531,9 20 8,20-19 1,2 0 671,-7 10-641,-1 7 6,17-6-17,12-4 5,27 0-44,-2-11-134,33 1-382,-1-13 883,-15-2 1,2-2-5205,15-6 0,1-2 4299,-12 2 1,-2-2 0,-2 0 0,-5 0 0,-6-1 0</inkml:trace>
  <inkml:trace contextRef="#ctx0" brushRef="#br0" timeOffset="20">4316 6505 21355,'-4'-41'268,"-3"11"-234,-5 37-23,-10 8-22,-12 7-17,-11 6 11,-7 3 12,1-1-40,6-4-56,11-5-33,13-6 61,11-3 39,6 1 23,4 2 17,3 6 10,2 5-4,1 7-7,1 7 18,-3 7-1,0 9-11,-3-24 0,-1 2-287,-1 3 1,-1 1 286,0 4 0,-2 1-442,-1 4 1,-1 0 436,-1 4 0,0 1 2,-1 4 0,0 0 3,0 3 1,1 0-4,-1 3 1,0 0-409,3-20 1,1 0 0,-1 0 417,0 0 1,0 1 0,0 0-3,0-1 1,0 0 0,0 1 16,0 0 1,0 0 0,0 1 5,0-1 0,-1 1 0,1 0-7,-1 1 0,1 1 0,-1-1 9,0 2 0,0 0 0,-1-1 0,0 1 0,-1 0 1,1 0 1,-2 1 0,0-1 0,0-1-2,0 0 0,-1 0 0,1 0 3,-1-2 1,1 1 0,0-1-4,1-2 0,1 1 0,0-1 1,-2 19 0,2-1-14,2-3 0,2-1-251,0-3 0,1-2 268,3-3 0,1-2 14,2-3 0,3 0 16,1-3 1,4-1-18,2-1 1,3-2-17,2-1 0,2-1-11,3-3 0,3-2-31,3-2 0,2-3-129,5-3 0,3-2-644,4-3 0,2-2 773,11-4 0,-3-2 0,8 1 0,-5-6 0</inkml:trace>
  <inkml:trace contextRef="#ctx0" brushRef="#br0" timeOffset="21">11243 14696 23455,'-52'1'308,"19"-2"-324,59-4-12,10 1-28,8-1-6,4 2 6,-4 0 17,-11 2 67,-14 3 17,-22 2 22,-18 4 17,-17 4 5,-13 1 68,-8 2-216,-2-1 400,3 1-38,12-4-135,17-3-79,14-4-16,14-3-17,12-2-28,12-5-11,13-2-11,11-5 5,4-1 6,0 1 328,-6 2-351,-13 3 12,-12 4-29,-14 3-509,-18 9 532,-19 7 0,12-4 0,-6 1 0</inkml:trace>
  <inkml:trace contextRef="#ctx0" brushRef="#br0" timeOffset="22">5481 6910 8500,'-6'0'4694,"0"0"-3260,6 0 375,0 0-1030,-63-2-1,40 1-565,-12 0 0,3 0 577,21-1 72,8-1-498,0 2-112,2-1-229,8 2 10,0 2 1,11 0-1,3 2-10,0 0 33,15 0 28,18-2-23,7 0-343,-21-2 0,0 0 299,-4 1 0,-2-1 5,21 0-11,-16 0 1,0 0 5,11 0-6,-14 0 0,1 0 0,18 1 12,2 1-23,-13 0 11,-7 0 0,1 0-5,21 1-307,-16-1 0,1 1 306,-6-1 1,-2 0-1500,1 1 1,-1 0 1493,19 1-157,-17-1 1,1 0 179,15-1-113,-16 0 0,1-1 118,-6-1 0,-1 1 20,2-2 0,0 0 368,23-1-349,-8-1 0,2 0-28,-12 0 0,1 0 973,19-1 0,2 0-987,-8 0 0,-2 1 9,3 0 0,0 0-4,0 1 1,-1-1-17,-10 2 0,-1-1 8,8 0 1,1 1 5,2-1 1,1 0-15,1 0 0,2 1-9,-13-1 1,0 1 0,-1-1 10,14 0 1,-4 0-12,-10 0 1,0 0 7,1 0 0,2 0 1,-2 0 0,5 0 0,0 0-3,-2 0 0,2 0 0,-1 0 6,11 0 0,-2 0-6,0 0 0,-2 0 8,-2 1 1,-1 0-9,-3 0 1,-1 0 242,-4 1 0,-1-1-237,-4 1 0,-1 0 5,-2 0 1,-1 0 25,-3 0 0,0 0-3,29 0-17,-1-1 0,1 1-17,1-1-3,-29 1 1,-1 0-1,0 0 0,0 0-2,31 0 11,-2 0 0,-5 0-6,-5 0 0,-8 0-11,-9 0 1004,-7 0-1004,-10 0 561,2 1-549,-6 1 320,7 1-321,3-1-11,6 1-11,5 1 11,4 1 11,0-1 0,-1 0-11,-5 0 11,-1-1-11,-3-1 6,-1 0 16,3 1-22,1-1-11,4 1 5,3 1 6,3 0 6,1 2 0,-1-2-1,-1 0 6,-3-2 1,-2-1-1,-3-1 0,1 0-17,-1 0 12,-2 0 5,-1 0-5,-1 0-12,4 0-5,3 2 22,4 1-11,0 1 6,1-1-1,-7-1-27,-6-1 28,-8-1 5,-5 1-11,-4-1 0,-1 0 11,0 0 0,4 0-16,4 0 21,6 0-4,4 0-24,2 0 24,-2 0 16,-2-1 5,-5-1 29,-4-2 11,-5 0-34,-3-1-56,-2 2 6,4-1-6,3 2-45,7 1-5,7 0-56,8 1-219,3 1-1753,0 1 2095,-8 1 0,-14-2 0,-8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6T10:48:46.6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1464 14496 24771,'-3'-54'659,"0"0"0,0 7 1,2 8-425,3 20-162,0 10-51,-1 7 12,1 11 16,-2 13-27,-1 19 5,-6 19-236,0-24 0,-1 2 205,-3 3 1,-2 1 7,0-1 1,-2 0-3,2-4 0,-1-2 8,-7 20 28,8-21 95,6-17 46,6-15-52,7-15-10,4-15-28,10-17-12,5-12 82,-10 26 0,-1 0-127,2 0 1,-1 0 28,14-22-1,-4 12-33,-6 15-5,-4 12-12,-3 9-11,1 8-11,3 6 173,4 10-212,4 7-141,5 8-369,1 6-621,3 6-847,0 2-1064,1-3-2318,0-8-2544,-1-16 5848,0-15 2106,-1-20 5002,0-15 1086,0-13-2363,-2-7-1552,-3 0-767,-3 0-426,-3 8-195,-6 8-192,-6 11-296,-4 12-213,-4 6-56,-1 9-6,0 9-10,-1 12 4,-2 11-27,1 7 11,0 3-5,1-3-1,6-9 0,6-11 6,7-12 17,5-15-6,4-14 57,2-15 27,-1-8 28,-6-5 39,-5-2 12,-7 3-45,-4 4-51,-5 8-55,-2 10-23,0 11-325,-1 6-342,6 22-845,9 1-2616,11 16 4128,4-8 0,-9-11 0,-7-6 0</inkml:trace>
  <inkml:trace contextRef="#ctx0" brushRef="#br0" timeOffset="809">2689 14454 26962,'12'1'95,"2"15"-34,-6 16-55,-1 1-6,-6-1 6,-5-8 16,-1 1 28,-2-9 51,-1-13-56,5-5 33,-1-16-10,3-5 44,0-12 33,5-5 1,6-12-101,0 17-1,9-7 7,-2 21-29,7 1-16,16 8-29,-2 10 40,1 6-11,0 12 16,-9 7-22,2 10-11,-9 19 11,-12-5 6,-10 8-12,-6-22 0,-8-1 23,2-17-6,-1-3 73,4-19-67,4-11 6,2-5 33,8-10-12,4 4 1,6-8 22,7-3-50,-1 12 0,0 4 0,0 11-17,-2 8 33,7 1-49,5 13 21,-6 4-10,0 10 5,-13-4-12,-2 7-16,-5-4 40,5 10 4,0-9 40,4-4-39,-3-12-6,7-9-5,3-10-34,14-17 34,-8-6 38,1-12-10,-17 12 1,-5-8-35,-5 3 0,-4 2 0,-1 2 0,1 17 0,-2 7 0,3 5 0,0 5 0,4 15 0,5 4 0,1 10 0,12 10 0,-1 4 0,-5-8 0,-1 3 0,-3-5 0,-2 0-32,0 6 1,-3-2-871,-6 22 141,-7-16-9070,-23 6 9797,7-26 1,-4 1 0,17-17-1</inkml:trace>
  <inkml:trace contextRef="#ctx0" brushRef="#br0" timeOffset="1016">3976 14213 25381,'47'-13'-718,"0"1"0,0 0 0,9-4 0,-6 5 1,7 11-1,-35 3 0</inkml:trace>
  <inkml:trace contextRef="#ctx0" brushRef="#br0" timeOffset="1193">4153 14513 27785,'36'-34'-5035,"15"5"5035,-17 21 0,0 2 0,12-2 0,-20 4 0</inkml:trace>
  <inkml:trace contextRef="#ctx0" brushRef="#br0" timeOffset="2066">5576 13919 25007,'5'-46'377,"1"-1"0,-2 5 0,0 8-175,-1 15-79,-7 9-72,-10 7-23,-16 12 0,-20 9-26,18-3 1,-2 1-317,-4 3 0,-1 0 319,-1 0 1,2-1-1,3-1 1,2-2 0,-15 6-6,21-9 17,17-9 11,8-1-23,11-6 1,-4 3 645,7 3-629,-9 10 28,0 14 23,-2 10 56,-4 12-6,-3 11-87,2-26 1,-1 0-264,1 4 1,0 0 248,0 2 1,2-1-15,-1 2 1,2-1-15,4-2 0,1 0-42,3-2 1,3-1-233,6-3 0,3-2-642,5-2 1,5-3 921,10-3 0,0-4 0,5 3 0,4-10 0</inkml:trace>
  <inkml:trace contextRef="#ctx0" brushRef="#br0" timeOffset="2709">6712 14002 20576,'-6'0'4806,"2"0"-2756,4 0-1904,-16-39-62,12 28-51,-12-28-5,16 39 6,0 5 11,-2 1 5,-3 6-5,-6-1 11,-5 1 5,-3-6-10,1-2 27,1-9-22,4-6-17,3-12 17,6-10-44,7-9 4,7 1-4,9 6-12,4 11 11,2 11-11,3 8 0,1 11-11,3 8 5,-2 14 12,-5 11-12,-10 10-5,-20 10-357,-8-25 1,-6 1 355,-10 4 1,-5 1-6,-7 2 1,-3-1 13,-2 0 0,-2-3-408,3-3 0,0-4 416,6-6 1,2-3 13,6-8 1,3-2 42,-11-3-40,18-17 23,15-11 0,16-7 642,10-3-665,12 4-27,7 5 22,7 7-40,5 7-55,7 4-40,-26 5 1,1 1 21,1 0 0,1 2-728,0 0 1,2 1-4093,9-1 1,-1-1 4769,-11-1 1,-3-1-1,24-1 1,-36-2 0</inkml:trace>
  <inkml:trace contextRef="#ctx0" brushRef="#br0" timeOffset="3450">7149 14055 18649,'0'-7'6879,"1"2"-6412,4-27 1,2-8 456,3-2-818,-1-1 1,-1 1 218,5 7-112,-5 19-51,0 2-44,-2 6-90,-3 4-12,-2 6-10,-1 1 33,-2 8-33,-1 2 5,-5 5 0,1 1-22,-3-2 11,4-6-6,-1-1 23,3-6-6,-1 1 6,1-1-17,1-1-5,0 0 27,-1 0-16,-1 1-29,0 0 12,1 2 11,1-3 11,3-1 97,0-1-108,2-6 0,0 1 0,4-10 0,1-2 0,4-8 0,7-8 0,0 4 0,8 0 0,-8 13 0,10 2 0,8 7 0,3 4 0,8 9 0,-11 11 0,-9 4 0,-1 13 0,-13 2 0,-9 24 0,-18-4-709,1-25 0,-3-2 709,-13 9 0,-7-4 0,12-16 0,-5-1 0,5-14 0,9-10 0,3-4 1418,7-11-1418,3 3 0,0-10 0,4 8 0,3 1 0,6 9 0,2 4 0,23 1 0,1 3 0,24 6-247,-29 0 0,0 2 247,2 2 0,0 2 0,20 8-220,-3 9 135,-33-2-755,-27 23-409,-25-3-168,2-17 0,-3-2-729,7-7 1,-1-3 2145,-4 0 0,3-2 0,6-4 0,0-1 0</inkml:trace>
  <inkml:trace contextRef="#ctx0" brushRef="#br0" timeOffset="3683">8295 14022 26057,'-19'43'-172,"0"0"0,0 0 0,-2 5 0,4-8 0,3-11 1</inkml:trace>
  <inkml:trace contextRef="#ctx0" brushRef="#br0" timeOffset="9855">8824 13779 13872,'-7'-4'4800,"1"1"-2605,6 3 769,0 0-2432,34 1-107,-25 1-38,26 0-68,-35 0 202,0-2-134,0 2-203,-2-2-88,1 2 167,-6-3-101,0-4 1,-5-4-57,1-10-39,0-8-16,5-7-23,9-5 11,12 0-22,10 5 5,10 7 23,4 11-40,0 10-16,-2 12-11,-3 12-17,-7 15 16,-10 13 12,-16 12-346,-9-23 1,-6-1 342,-7 5 0,-4-1-3,-6 2 0,-5-2 17,-2 0 0,-1-2 3,2-4 0,1-3 8,5-6 0,2-4 56,-11 4-11,19-16-5,12-15-18,10-8 7,9-5 10,9 0 663,10 4-713,9 4-5,8 7-91,7 2-480,5 10-1391,4 5 1670,-26-2 0,-2 0 1,4 2-1,-4-1 1</inkml:trace>
  <inkml:trace contextRef="#ctx0" brushRef="#br0" timeOffset="10046">9553 13990 23310,'-4'-7'3842,"0"2"-3394,4 5-207,0 0-264,9 11-117,-6 10-649,6 17-2841,-7 8 3630,-3-5 0,1-15 0,-2-11 0</inkml:trace>
  <inkml:trace contextRef="#ctx0" brushRef="#br0" timeOffset="10479">9980 13654 22873,'-2'-5'3865,"1"1"-2852,1 4-940,-4-11-17,-4 34-28,-7 2-23,6 5 1,0 3-109,0 0 0,2-1 103,-4 26 11,6-10-22,12-14 5,4-15 17,12-9 6,9-16 0,8-10 39,7-13 61,1-9-19,-2-4 98,-3-2-38,-2 5-158,-5 9 0,-8 11 0,-12 12 0,-8 16 0,-7 14 0,-2 16 0,-5 13 0,0-16 0,-1 0-197,-4 17-744,3-16 0,0 2 941,1 18 0,0-17 0,4-5 0</inkml:trace>
  <inkml:trace contextRef="#ctx0" brushRef="#br0" timeOffset="10672">10756 14035 28429,'4'42'-1932,"-1"-3"-7899,5 17 9058,-4-23 0,-2-12 1,-2-16-1</inkml:trace>
  <inkml:trace contextRef="#ctx0" brushRef="#br0" timeOffset="11071">11598 13645 25399,'-4'-6'2184,"1"2"-1725,3 4-363,-80 28-63,42 11-561,-13-4 0,3 3 528,32-9 0,6 2-9,-1 6 1,3 1 219,3 19-284,9-17 1,4-2-52,15 19 71,-4-29 0,3-4 31,10-2 22,7-10 16,-11-15 136,6-16 794,-14-7-790,-5-11-83,-16 10 73,-9-4 78,-14 4-178,-4 4-46,-9 6 0,3 14 0,7 7 0,-3 9-315,13 7-2423,1 22-7093,14-3 8268,4-3 1,4-17-1,-4-14 1</inkml:trace>
  <inkml:trace contextRef="#ctx0" brushRef="#br0" timeOffset="11279">12177 14075 28574,'-3'57'-1528,"-1"2"1528,-3 0 0,3-25 0,-3-6 0</inkml:trace>
  <inkml:trace contextRef="#ctx0" brushRef="#br0" timeOffset="11562">12491 13699 25359,'32'-40'214,"1"0"1,-4 4 0,1 11-142,28 31-23,-3 11-45,-27-3 1,-1 5-3,-2 3 0,-3 5-3,-2 4 0,-4 3-14,-4 4 0,-4 3 19,-5 2 1,-4 1-54,-5-1 1,-4 0-160,-3-1 0,-3-2-239,-2-2 1,-2 0-1809,2-2 0,1-2 2254,-8 22 0,11-22 0,9-17 0</inkml:trace>
  <inkml:trace contextRef="#ctx0" brushRef="#br0" timeOffset="11745">12645 14077 26133,'-19'-40'72,"-1"-1"1,7 5 0,11 8-588,57 20-872,-20 6 1,2 1 663,12 0 1,-2 0 0,6 1 0,0-1 0</inkml:trace>
  <inkml:trace contextRef="#ctx0" brushRef="#br0" timeOffset="12238">13329 13675 20352,'-1'-4'5344,"1"0"-4966,4-24 0,4-8 92,9 2-596,-2-10 0,3 2 356,21 5-45,7 8-17,4 9-56,2 9-23,0 11-27,-2 11-34,0 11 6,-1 18-26,-23-14 0,-2 2-8,2 7 0,-2 3-669,2 6 0,-2 2 660,-2 7 1,-2 1-6,-3 5 0,-4 2-6,-4 1 1,-5 1-29,-7-1 1,-7 0-82,-4-2 0,-7-3-64,-5-2 0,-5-3-79,-4-5 1,-4-4-113,0-4 1,-2-3-143,1-6 0,-1-3-1157,4-6 0,0-3 1683,-19 3 0,25-13 0,15-7 0</inkml:trace>
  <inkml:trace contextRef="#ctx0" brushRef="#br0" timeOffset="12588">14894 14288 22358,'-10'-3'4923,"1"0"-4638,9 3 242,0 0-533,39-27-173,-36 42-706,25-10-5791,-46 52 6676,3-6 0,5-19 0,6-14 0</inkml:trace>
  <inkml:trace contextRef="#ctx0" brushRef="#br0" timeOffset="12812">15372 13674 26189,'-1'-7'1937,"0"2"-1819,1 5 39,0 0-202,49 96-1024,-32-48 373,2 3 0,4 12 0,-6-6 384,-12-9 0,-2-3 0,1-3 0,0-2 1,-3 11-1</inkml:trace>
  <inkml:trace contextRef="#ctx0" brushRef="#br0" timeOffset="13088">15957 13764 23478,'-1'-7'2778,"0"2"-2571,1 5-123,-70-47-22,32 43-51,-11-14 0,-1 6-795,0 46 798,24-13 0,1 3-3,1 2 1,1 1 21,0 5 1,2 0-23,-3 11 277,4 10-255,21-24 122,10 4-160,14-7-57,5-15 0,3-4-111,15 2-661,-5-7 1,3-2-1187,-10-4 1,0-1 1464,6 0 1,-3 0-1,14-5 1,-23 4-1</inkml:trace>
  <inkml:trace contextRef="#ctx0" brushRef="#br0" timeOffset="13296">16435 13618 26670,'51'-8'-1967,"1"-1"1,-1 1 0,-2 1 0,-1 1 0,-4 6 1638,-4 9 0,-6 3 0,2-1 0,-24-6 0</inkml:trace>
  <inkml:trace contextRef="#ctx0" brushRef="#br0" timeOffset="13455">16528 13910 26144,'53'-15'-276,"-1"0"0,1 0 0,1 0 0,0 1 0,-8 4 1,13 2-1,-5 2 0</inkml:trace>
  <inkml:trace contextRef="#ctx0" brushRef="#br0" timeOffset="13829">17697 13386 28031,'-39'43'71,"1"1"1,-1-1 0,6-4 0,2-1 0,3 0-72,5 1 0,2 0 0,4-2-428,0 0 1,7 0 441,6 4 0,9-1-20,12-4 1,8-2-18,1 1 1,4-3-318,11 1 0,4-4 298,-5-11 0,-1-5 368,21 2-304,-5-11 12,-28-22-6,-6 3 39,-39-30 12,-23 14-63,14 12 1,-4 0-183,-13-1 0,-3 4 152,5 2 0,-3 2-425,3 3 1,-3 0-1,2 1-4477,-9 1 1,2 1 3824,5 3 0,5 1 0,5 4 0,25 0 1</inkml:trace>
  <inkml:trace contextRef="#ctx0" brushRef="#br0" timeOffset="17221">25921 1219 29454,'-3'-4'100,"0"0"-125,-25-14 1,-10-3-172,4 7 179,-9-8 0,0 3-343,7 15 106,5 10 89,3 7-939,4 9 881,5 7-175,8 4 104,11 3-12,17-1 182,17 0-19,17-5-172,-21-16 1,2-1 311,1-2 1,-1-1 13,27 6-22,-15-5 11,-17-4 28,-16-2 16,-17 1 7,-15 4 5,-19 2-17,-12 6 113,-7 2-124,1 3-5,8 2-29,12 0 1,14-2-18,11-2 23,18-3 62,9 3-57,11 0-49,5 3 379,-1 2-324,-7 1-5,-8 1 0,-8-1-1,-13 2-5,-8 0 34,-12 2 39,-5-2-40,-3-2-10,3-3-7,6-3-32,10-3-68,6-2-392,11 0-2879,11 1 3355,3-3 0,-1-5 0,-5-5 0</inkml:trace>
  <inkml:trace contextRef="#ctx0" brushRef="#br0" timeOffset="18312">25913 9933 24033,'54'-27'127,"-1"-1"0,-2 3 0,-3 7-93,13 15-34,-9 5 0,-15 5 136,-19 5-103,-24 7 18,-20 4-17,-19 5-9,16-13 0,0 0-185,-3 1 1,-1 0 215,1 0 0,0 1 16,1-1 1,2 0 22,-19 14-3,12-4-53,17-4 23,11-3 28,16-3-11,9 0-7,14-1 383,10 1-433,5 1-5,0 2-23,-5 5-27,-10 3 38,-11 3 23,-17 2-11,-17 2-6,-14 1 6,-10 0 11,-2-1-11,2 1-28,3 6 5,13-14-33,3 11 56,15-16-29,4 7 18,9-1 0,6 1-6,15 8 0,-8-10-6,12 10 12,-17-12-57,-4 3-128,-27 0-197,-16-8-27,-11-5-1837,-20-9 1561,28-6 1,2 0 0,-12 0-1,2-3 1</inkml:trace>
  <inkml:trace contextRef="#ctx0" brushRef="#br0" timeOffset="19204">26002 2961 24217,'-18'-43'607,"1"0"0,1 3 0,1 14-546,2 31 57,-9 19-40,-1 11-28,4-1 1,0 4-34,3-4 0,1 2-372,0 8 0,2 1 349,4-9 1,4 0 24,4-2 1,3-2-20,14 24 28,16-13 38,13-16-10,6-15 39,1-22 6,-4-17 112,-11-17 28,-10-14-149,-19 26 1,-2-2-15,-2-2 0,-3 0-5,-3 0 0,-2 1-6,-2-19 40,-11 0-7,-5 17-94,-3 7 495,-7 9-557,3 17 6,7 7-654,-13 15-1363,18 5 2067,-3 14 0,14-19 0,8-1 0</inkml:trace>
  <inkml:trace contextRef="#ctx0" brushRef="#br0" timeOffset="19422">26496 2992 23231,'-2'-3'2952,"0"1"-2801,2 2-291,53-68-2376,-2 46 1214,-18-1 1,5-5 0,-1 8 784,3 14 0,-2 6 0,15-2 0,-23 2 0</inkml:trace>
  <inkml:trace contextRef="#ctx0" brushRef="#br0" timeOffset="19596">26622 3301 26611,'57'-19'-408,"-1"0"0,1-1 1,-7 3-1,-1 1 1,-6 2-1,-8 6 1,-5 1-1,8 0 1</inkml:trace>
  <inkml:trace contextRef="#ctx0" brushRef="#br0" timeOffset="20072">27682 2981 28126,'34'-26'52,"1"0"1,-2 2-1,1 6-63,22 13-163,2 3-694,0 1-2313,0 1 2150,-11 0 1,-17 0 0,-13 0 0</inkml:trace>
  <inkml:trace contextRef="#ctx0" brushRef="#br0" timeOffset="20279">28599 2506 27970,'14'57'89,"0"-1"1,-2 1-1,-3 0-201,-6-7 0,-3 0-1529,-4 6 0,-4 2 1641,1-13 0,-3 2 0,1-5 0,1-3 0,0-4 0,-2 0 0,-1 0 0</inkml:trace>
  <inkml:trace contextRef="#ctx0" brushRef="#br0" timeOffset="36196">1157 15600 17843,'-5'0'5232,"1"0"-4510,4 0-369,-72 3-135,42 3-151,-13-3 1,2 4-18,22 7-16,6 3-6,7 2 0,5 2-6,7 3 12,4 1-12,7 1 0,5 2 1,5 2-6,4 0-23,1 1 17,-4-2-5,-9-7 111,-10 5 57,-16-9 0,-14 7-28,-18-7-57,-10-1-16,-6-6-28,3-4-56,8-6-96,9-10-380,13-7-1199,10-11-6419,16-5 8105,8 4 0,0 9 0,-3 10 0</inkml:trace>
  <inkml:trace contextRef="#ctx0" brushRef="#br0" timeOffset="36447">1609 15663 23584,'-2'-4'3126,"0"1"-2107,2 3-997,-21-32-11,15 44-5,-14-9-45,18 23 0,6 11-180,-1 2 1,-1 2-909,2 4 0,0 2-1514,1 3 0,1 0 2014,-1-5 0,0-3 0,2 13 0,-3-26 0</inkml:trace>
  <inkml:trace contextRef="#ctx0" brushRef="#br0" timeOffset="37797">2119 15803 26004,'35'-37'13,"0"0"0,-1 3 0,1 9-83,0 18 0,-1 8-59,16 3 51,-9 3-51,-26 12 68,-23 1 33,-14 8 28,-5-8 0,-3 0 5,2-2 1,-1 0-1,0 0 1,0 0 11,-17 12-40,19-10 29,2 1 33,16-6 17,17-8-39,5-5-11,22-9 22,6-8-40,15-7 15,-27 9 0,0-2 30,1-4 1,-2-1-6,7-8 84,-6-16 56,-26 13 34,-8-8 67,-10 3 212,-14 3-330,8 13 68,-4 4-90,17 13-101,2 1-23,4 6 29,6 13-34,7 6 0,3 5 22,13 5-179,1 2-935,-4-4 0,-2 4-3824,-5-4 1,-1 1 3646,-1-1 1,-2-1-1,-5 2 1,-7-23 0</inkml:trace>
  <inkml:trace contextRef="#ctx0" brushRef="#br0" timeOffset="40773">4342 15718 24957,'-52'-27'254,"0"0"0,2 1 0,7 8-125,19 17 115,-3 8-221,5 14 49,12 6-72,2 4 15,15 6-4,8-3-11,15 11-3,-4-16 0,3-1-879,0-2 1,0-2 870,0 0 0,1-1-9,1-2 1,-2 0-15,9 8 1,-5 3 66,-38-4-16,-29-9-11,-14-6 13,11-8 1,-1-3-283,4-1 0,0-2 266,-8-1 0,0-3-113,1-4 1,2-2 1059,-11-14-3162,16-8-230,31 9 2442,23-7 0,-9 20 0,9-4 0</inkml:trace>
  <inkml:trace contextRef="#ctx0" brushRef="#br0" timeOffset="41113">4805 15736 20347,'3'-6'4637,"0"1"-2883,-3 5-1676,-70 39-67,47-8-3,-14 6 1,5 2 13,38 9-10,13 2 21,14-20-22,-4-13-22,11-8 62,2-18 21,-1-9 68,1-16 101,-21-8-84,-11 8 123,-9-8-17,-12 1-134,-1 2-90,-4 1-67,5 20-11,5 8-493,4 8-706,10 10-1769,10 8 3007,16 11 0,-14-10 0,2-1 0</inkml:trace>
  <inkml:trace contextRef="#ctx0" brushRef="#br0" timeOffset="41680">5394 15780 24469,'0'-4'2913,"0"1"-2460,0 3-442,-11-10 1,11 24 10,-8 2 17,12 29-44,0 4-29,-6-2 28,-3-8 18,-2-7-1,-2-14 0,3-11 0,2-8 0,3-23 40,4-5-1,3-22-16,4-5 39,5-6-12,2 1-5,1 7-39,2 11-11,1 12 10,3 14-10,8 8 11,9 14-6,13 11-314,-23-2 1,0 2 305,3 3 0,-1 2-23,-1 1 1,-2 2-7,-3 0 1,-3 1-348,9 23 351,-18-5 33,-23-8 17,-12-11 22,-9-13-10,0-16 555,4-13-567,5-16 366,9-9-372,5-5 12,12 0-1,5 5-16,9 10 5,2 10-5,4 11-17,4 9 11,5 14-5,5 10-45,1 12-191,-5 9-576,-11 5-1653,-16 4 2459,-28 6 0,9-26 0,-12-3 0</inkml:trace>
  <inkml:trace contextRef="#ctx0" brushRef="#br0" timeOffset="42490">4632 15701 20212,'0'-3'4526,"0"1"-3109,0 2-918,2-61-119,-1 42-128,0-44-123,0 59-56,-1 3-6,2 5 23,-1 9 16,1 12-39,-4 12-33,-8 12-6,-9 10-233,6-28 1,0 0 212,0 0 1,2 0-37,-5 22 45,18-10-6,16-14-11,18-14 56,15-11-50,10-17 5,-27 2 0,-1-3-128,-1-4 0,-1-3 165,-3-1 0,-3-3 19,-3-2 0,-3-1-11,-4 0 0,-3-2 8,-2-1 1,-2 0 477,2-25-542,-5 6 0,-2 11 0,-3 10 0,0 10 0,0 10 307,0 5-307,0 20 13,-1 5-13,1 19 0,-3 2 0,-3 3 0,-7 3 0,-6 1-326,-8 3 326,-4 1 0,14-26 0,-1-1 0,-16 25 0,3-7 0,5-10 0,5-14 0,4-11 0,1-15 0,-1-9 0,-2-14 0,-3-11 0,2-11-109,11 20 1,1-2 108,2-3 0,2-1 0,2-2 0,1 0 0,2-1 0,2 1 0,1 1 0,0 0 0,1 4 0,1 1-46,5-22 46,-2 16 0,-2 15 0,-2 12 0,-2 8 0,1 11 541,3 8-541,3 16 0,2 14-964,1 11-1142,-7-25 0,1 0 2106,4 23 0,-4-21 0,-2-15 0</inkml:trace>
  <inkml:trace contextRef="#ctx0" brushRef="#br0" timeOffset="42964">6494 15722 19860,'-5'0'4206,"0"0"-3159,5 0-1601,103-58-29,-55 42-670,-1-4 1,9-4 0,-4 7 1252,-9 14 0,-4 5 0,19-4 0,-11 4 0</inkml:trace>
  <inkml:trace contextRef="#ctx0" brushRef="#br0" timeOffset="43123">6635 15923 25165,'45'-16'-726,"1"0"0,-1 0 0,15-6 0,-4 4 0,-19 7 0,-5 3 0,8-2 0</inkml:trace>
  <inkml:trace contextRef="#ctx0" brushRef="#br0" timeOffset="43539">7635 15664 26682,'-4'-49'209,"-1"1"0,-1 7 0,6 5-64,23 2 7,12 5-102,6 4-50,16 4-458,-5 14 458,-10 8 28,9 11-51,-7 24 12,-7 12-195,-20-15 0,-7 3 194,-13 0 1,-6-2-17,-12 23-6,-5-18 1,-6-1 5,1-5 0,-3 1-372,0-2 1,-3 3 0,0-3 388,-10 8 0,0-2 27,-4 1 1,3-5-11,20-15 0,2-4 50,-13 4 56,36-21 73,20-12-252,36-15-85,-13 10 1,4 1-909,11-3 1,1 1 442,-8 4 1,3 1-2661,3 1 0,5-1 0,-8 3 1670,-12 3 0,-2 0 0,17-3 1,-8 2-1,-28 6 0</inkml:trace>
  <inkml:trace contextRef="#ctx0" brushRef="#br0" timeOffset="44006">8682 15559 26144,'-21'-43'263,"1"0"0,5-2 1,12 10-169,27 20-17,16-4-44,-8 10-23,-1 5 0,2 2-22,17 5-343,-12 1 1,0 3 339,-7 4 0,-2 4-36,21 23-23,-14 10-67,-19 7-84,-27 1-51,-20-1 188,6-29 1,-2-1 63,-3-2 1,0-1 243,-17 8-160,16-15 1,1-4 167,-1-3 186,-7-3-157,23-15-17,12-6-23,10-4 318,9 2-384,8 4-40,9 6-79,4 5-10,7 12-7,1 9-4,-1 14-24,-5 7-60,-9 5-124,-14-2-320,-24-3-570,-26-7-317,2-17 0,-5-3-3513,-7-1 1,-1-2 3349,8-2 1,1-2 0,-15 2-1,35-6 1</inkml:trace>
  <inkml:trace contextRef="#ctx0" brushRef="#br0" timeOffset="48380">3927 16968 25309,'22'9'96,"4"9"-102,6 21-11,-1 8-168,-8 7-22,-10 4-275,-20 2 504,-13-9 157,-13-16 238,-1-20-103,7-25 74,12-19-35,11-18-101,14-7-430,9-2 222,12 2-44,-12 29 0,3 2-109,4 1 0,3 2-348,3 1 1,3 3-972,5 3 1,2 2-2741,3 2 1,0 2 3581,-4 3 1,-3 1 0,12 2 0,-23 1 0</inkml:trace>
  <inkml:trace contextRef="#ctx0" brushRef="#br0" timeOffset="49290">4723 17021 21993,'-5'0'4285,"2"0"-3282,3 0-947,-14-10-56,32 2 22,-2-11 6,38 3 6,-1-1 16,-4-3-55,-12 2 55,-13-1 34,-14 1-17,-14 0 17,-13 2-39,-16 5 28,-11 4 5,-7 8-16,-3 8 33,4 8-78,9 5-17,10 7 11,13 5-50,9 4 22,12 5-61,10 1-186,11-2-380,14 0-750,10-1-99,-19-23 1,1-1-186,2-2 1,1-3-819,0-4 1,0-5 479,0-5 0,-2-4 1551,14-9 4823,1-28 95,-26 8-1389,2-18-1166,-15 7-637,-2 3-438,-2 5-285,2 8-225,-2 9-145,0 10 440,1 9-552,3 12 114,4 11-170,3 13 22,1 12-56,-4 7-291,-5 7 320,-4 2 5,-6-3 0,-2-11 0,0-16 84,0-15-11,3-20-29,1-16 18,4-16-45,4-11 50,4-6 23,5 1-12,3 4 12,1 7 240,2 8-274,3 8-5,7 6-85,8 8 34,9 8-6,6 11-44,-1 11 22,-6 10-17,-10 7 34,-16 4 0,-14 0 16,-18-1 18,-8-5-57,-7-10 34,1-11 23,4-17-1,6-12 28,5-12-16,4-8 44,5-2-16,6 0-28,6 4 16,8 6-28,7 6-10,9 5 10,12 7-45,-10 6 1,1 2 17,17 2-346,-13 2 1,-1 2 277,8 10-173,4 7-466,-22 2-3488,-29 9 4200,-12-9 0,-6-4 0,6-12 0</inkml:trace>
  <inkml:trace contextRef="#ctx0" brushRef="#br0" timeOffset="49506">6405 16990 23842,'-7'1'2235,"2"0"-1961,5-1-235,0 0-6810,117-21 6771,-78 22 0,25-13 0,-9 5 0,-45 13 0</inkml:trace>
  <inkml:trace contextRef="#ctx0" brushRef="#br0" timeOffset="49656">6397 17239 22593,'-5'2'4912,"2"0"-4335,3-2-874,89-33-1002,-35 19-1978,-14 1 0,6-2 0,-6 3 1636,7 5 0,-15 2 0,-24 4 0</inkml:trace>
  <inkml:trace contextRef="#ctx0" brushRef="#br0" timeOffset="51473">8243 16894 20358,'1'-4'4229,"0"1"-3058,-1 3-1043,-33-30-44,9 28-11,-30-19-28,17 35-11,0 2 33,0-1-45,3-2 34,3-3 84,8-6 0,8-2 39,7-1-44,7-1 50,0 1-118,1 2-39,1 4-6,-1 10 12,1 9-6,0 7-17,-1 4 6,-1 0 16,0 1-33,-2-1 23,0-4 33,-1-4-79,2-8-10,0-8 94,0-6 12,7-12 0,6-7 22,10-10-33,7-7-17,4 0 33,2 3 23,-3 5-79,-2 7-39,-2 6 6,0 11-22,1 11 10,-2 10 12,-3 10-6,-8 7-140,-7 6-218,-17 3-269,-14 1-614,-19-6 535,17-24 0,-3-3-512,-1-3 0,0-3-6802,-28 4 8037,13-12 0,19-4 0,14-2 0</inkml:trace>
  <inkml:trace contextRef="#ctx0" brushRef="#br0" timeOffset="51664">8360 16908 22307,'5'-1'3697,"-2"-1"-3409,26-12 1,8-4 142,-1-1-584,9-3 0,-1 0 220,-5 2-37,-11 7-2455,-12 6 2425,-15 8 0,0-1 0,-3 2 0</inkml:trace>
  <inkml:trace contextRef="#ctx0" brushRef="#br0" timeOffset="58447">25842 4229 26715,'23'-53'375,"-5"10"-257,-18 42-28,0 1 22,-8 0-90,-1 2-33,-19 1 33,-7 4-5,-14-1-6,17-2 0,-1-2 34,-17 1-34,6-2 12,20-1-18,17 0 23,1-1-11,5 1-45,1 4 34,1 3 5,1 2 0,4 7 56,1 7-33,0 5 11,0 8 5,-5 1-16,-3-8 16,-6 10-27,-5-8 33,-12 14-23,2-12 29,-3 0-17,10-18 61,3-4 146,6-8-134,3-4-46,1-8-59,8-8-13,-1 0 0,12-9 0,9-1 0,4 3 0,9 3 0,-3 14 0,1 14 0,-8 3 0,10 19 0,-6 3-29,-11-6 1,-1 2-40,6 18-21,-14 6 22,-21-22-314,-37 5-230,2-17 51,11-7 0,-1-2-1568,-19-4-6022,8-15 8150,13-5 0,14 1 0,9 4 0</inkml:trace>
  <inkml:trace contextRef="#ctx0" brushRef="#br0" timeOffset="58664">25771 4116 21472,'4'-3'4039,"0"0"-3779,24-16 1,9-4 75,5 2-720,6-5 0,1 0 463,7 8-85,-3 6-128,-3 6-1396,-2 6-794,-12 4 1579,2 5 1,-23-4 0,0 0 0</inkml:trace>
  <inkml:trace contextRef="#ctx0" brushRef="#br0" timeOffset="58914">26480 4249 25615,'42'-24'56,"0"0"0,0 0 0,-2 2 0,1 0 0,-3 6-499,3 8 1,0 4-4474,5 0 1,1 2 4711,-3 3 1,-2 1 0,13 0 0,-23 1 0</inkml:trace>
  <inkml:trace contextRef="#ctx0" brushRef="#br0" timeOffset="59073">26669 4580 27428,'46'-11'-276,"1"0"1,-1-1 0,16-3 0,-7 2 0,-7 4 0,-20 3 0</inkml:trace>
  <inkml:trace contextRef="#ctx0" brushRef="#br0" timeOffset="60722">28185 4317 18952,'5'-8'5388,"-1"1"-4707,6-25 0,-3-5-429,-9 18-56,4-19 0,-7 5 84,-33 36-68,-18 10-136,24-1 0,-1 4-1307,-8 11 0,3 3 1239,11-9 1,3 1 13,-6 13 1,7 2 467,11 15-476,11-20 0,5 0 19,7-1 1,7-2 2,18 1 1,4-4-32,-10-8 1,1-2 27,19 0 1,2-6-172,-18-8 0,-2-4 213,6-3 1,-1-4 98,19-20-32,-36 1 1,-6-4-19,-5-26-96,-12-3 5,-22 2-33,-4 19-398,6 15 0,-2 3-6665,-22-5 7063,0 9 0,21 14 0,11 3 0</inkml:trace>
  <inkml:trace contextRef="#ctx0" brushRef="#br0" timeOffset="70465">1071 17891 25640,'-37'-26'132,"0"1"1,1 4 0,2 9-150,-4 29-17,-7 13 45,1 10 6,5 3-45,13 0 45,13-2-17,15-3-45,11-2 28,14-1-55,13-1-40,10-4-133,-19-15 0,1-2 214,1-1 1,1-1 30,-1-1 0,0 0-11,19 4 44,-19-1 29,-23 1-62,-28 3 0,-22 3-6,12-9 1,-4 0-26,-2-1 0,-2 0 31,1-1 0,1-1-23,2-2 1,1-1-331,-17 0-919,17-10-3645,17-10 4917,15-5 0,2 5 0,4 5 0</inkml:trace>
  <inkml:trace contextRef="#ctx0" brushRef="#br0" timeOffset="70739">1609 18092 21304,'-8'3'3691,"3"-2"-3085,5-1 4,0 0-694,-37 1-78,37-4-858,-8-7-2145,58-7 3165,-10 4 0,-1 0 0,6-1 0,1 0 0</inkml:trace>
  <inkml:trace contextRef="#ctx0" brushRef="#br0" timeOffset="71148">2142 17925 21170,'-6'0'3977,"1"0"-3053,5 0-801,-25-64-106,25 41 5,1-19 1,7 2-34,15 28 33,32-5-33,-21 19 22,6 11 6,-4 26-28,-17 12 16,-13 6-16,-15-19 0,-7 0-467,-3-4 0,-3 0 438,-6 9 1,-4 2 22,-7 5 1,-1-2 52,9-11 1,0-2-12,0 1 0,4-5 9,2-3 66,13-13 40,28-19-117,2-1-82,9-5 0,6-2-888,19-6 1,2 0-658,-9 2 0,3 0 1604,11-3 0,6-1 0,-11 4 0,1-1 0,-12 4 0,-1 0 0</inkml:trace>
  <inkml:trace contextRef="#ctx0" brushRef="#br0" timeOffset="73172">4906 17871 25780,'-33'-53'806,"-1"11"-705,0 44-34,-3 5-22,2 7-45,3 6-11,6 4 17,6 3-1,9 2-27,5-1 22,11 0-28,9-1-6,15-3-27,11-2-35,13-1-416,6 0 461,-28-9 1,0-1-40,25 11 40,-13-1 44,-19-3 23,-27-1-34,-23-1-25,-5-6 0,-2-2-3,-15 4-103,10-6 0,1-1-570,-7-3-491,-2-2-1902,15-11-5717,18-2 8828,13-5 0,3 9 0,3 3 0</inkml:trace>
  <inkml:trace contextRef="#ctx0" brushRef="#br0" timeOffset="73515">5346 17984 25926,'2'6'431,"1"-1"-420,-26 30 45,11-6-56,1 7-45,23 0 23,8-10 22,10-6 56,9-13-39,-3-9-23,10-10 79,-3-9 151,0-15-107,-17 8 124,-4-8-34,-17 14-106,-2-2-78,-9 1-74,1 9-341,-3 2-123,5 8-1362,1 2-2424,7 4 4301,7 4 0,-5-2 0,4 2 0</inkml:trace>
  <inkml:trace contextRef="#ctx0" brushRef="#br0" timeOffset="74106">5896 17996 16376,'4'0'8043,"0"0"-6475,-4 0-1389,3 17-89,2-3-84,3 16 22,-1-9-40,-1-1 7,-4-6 10,-1 0 46,-2-7 178,0 0-44,-1-5-28,0-8-73,1 0 28,1-13 84,4-12-95,2-6 22,6-11-39,2 8-39,-1 12 33,8-2-16,-3 16-45,11-4-12,2 12-5,6 2-5,-5 7-12,16 10 17,-21 5-11,5 12-40,-22 1 40,-17 2-11,-9-1 22,-3-8 33,-7 3-22,12-13 51,-4 2-62,10-11 22,3-8-22,3-2 40,1-13 60,6 0-4,3-10 27,7 0-17,5 1-95,-2 5 17,17-4-11,-5 12-22,17-3 27,-1 10-56,3 13 40,-10 2-28,15 22-298,-27-4-609,5 15-1463,-23-5-7439,-8 0 8865,-2-11 0,0-9 0,1-12 0</inkml:trace>
  <inkml:trace contextRef="#ctx0" brushRef="#br0" timeOffset="74305">7005 17948 25761,'47'-15'-293,"0"1"1,0-1 0,1-3 0,-7 4 0,0 9 0</inkml:trace>
  <inkml:trace contextRef="#ctx0" brushRef="#br0" timeOffset="74472">7137 18156 26655,'46'-28'-1025,"0"0"0,0 0 0,-5 3 0,-1 0 0,-8 7 0,3 3 0,-16 7 0</inkml:trace>
  <inkml:trace contextRef="#ctx0" brushRef="#br0" timeOffset="77672">8348 17746 24906,'16'40'740,"-4"-6"-533,-9-18-56,-2-2 23,-4-3-62,-5-1-34,-5-2-44,-5-1-6,-3-2 100,-1-3 12,3-5 45,5-8-45,7-10-84,13-10 23,8-6-63,11 0 18,5 6-40,2 9-33,0 10 73,-1 12-40,0 14 23,-3 14 0,-7 15-28,-9 10-289,-13-21 1,-4 1 223,-4 4 1,-5 0-49,-6 5 1,-4-1-34,-5 4 1,-3-1 18,-2 1 1,-2-1-251,0-4 1,0-2 429,5-8 0,0-5 92,-16 5 34,17-28-50,17-19-23,17-13-50,15-8-34,19-2 39,-14 20 0,4 1-92,5 1 0,2 1-104,4 3 0,2 1-299,3 2 0,1 2-687,2 1 1,1 2 1131,4 1 0,-3 1 0,7-1 0,-8 3 0</inkml:trace>
  <inkml:trace contextRef="#ctx0" brushRef="#br0" timeOffset="78239">9393 17816 26290,'-36'-16'14,"1"-1"1,0 2 0,3 7-9,-8 17 22,-7 1 78,-4-1 51,3-1 11,10-4-22,13-2-96,12-1-27,9-1-18,2 1 12,2 5 50,2 5-39,-1 8 17,2 4 22,-1 5-39,0 1-5,0 2-46,-1-1 12,0-2-28,-1-1-34,0-4 112,0-4 6,0-6 50,0-5 264,0-6-191,1-17-17,2 2-34,2-12-55,5 6-40,7 2 1,6 1-40,9 3 62,9 5 22,8 3-45,8 9-209,-26 1 0,0 2 156,2 2 0,-1 1-3,-1 3 1,-3 1-68,17 16-106,-21 1-67,-29 0-163,-21 0-302,-19-5-393,-8-8-811,2-8-2415,6-16 3542,5-10 1,20 4-1,4 0 1</inkml:trace>
  <inkml:trace contextRef="#ctx0" brushRef="#br0" timeOffset="78455">9355 17723 21684,'54'-17'784,"0"-1"0,0 1 0,-5 0 1,0 1-1,-5 0-479,-4 2 0,-4 0-76,-4 0 1,-3 1 73,16-11 524,-16 3-743,-13 4 199,-8 4-311,-4 3-145,-3 6-1227,-1 7 1491,2 6 0,-1-3 0,1 2 0</inkml:trace>
  <inkml:trace contextRef="#ctx0" brushRef="#br0" timeOffset="79105">10948 15725 19850,'17'-45'872,"0"1"1,0-1 0,0 1 0,4-8 0,-1 2 0,-8 13-671,-10 15 343,-6 19-158,-10 38-130,-5 21-990,5-7 0,1 6 789,4-10 0,0 2 0,1 0-38,2-5 1,-1 0 0,1 6 1,1 4 0,-1 8 0,1 4 0,0 0 1,0-3-512,0-6 1,1-3 0,0 1 0,0 2 0,0 4 472,-1-2 0,1 3 1,-1 3-1,0 2 1,0 0-1,0-1 1,-1-2-306,1-3 1,0-1 0,0 0 0,0 0 0,0 0 0,0-1 0,-1 1 48,1 1 0,-1 0 1,1 1-1,-1-1 1,1-1-1,-1 0 0,1-3-300,-2 10 1,1-3-1,0 0 1,0-2 0,0 0 573,0-1 0,1 1 0,0-1 0,0-5 0,1-7 0,-1 5 0,1-6 0,1-3 0,-1 1 0</inkml:trace>
  <inkml:trace contextRef="#ctx0" brushRef="#br0" timeOffset="85022">11876 15485 26318,'5'-38'246,"0"1"0,11-21-206,12 68-35,11 11 1,6 18-316,-22-14 0,-1 3 282,-2 2 0,-4 3-34,-3 0 1,-5 0-9,-6 0 0,-6 0 8,-19 25 84,-16-11 40,-4-17 27,7-15 12,15-23 34,14-15-23,19-17-34,11-7-16,14-4 17,-16 27 1,2 1-108,2 2 0,1 1-319,28-11-236,-24 18 1,-1 2-2348,33-5 2930,-28 10 0,-2 1 0,5 0 0,-5 2 0</inkml:trace>
  <inkml:trace contextRef="#ctx0" brushRef="#br0" timeOffset="85898">12585 15537 27034,'28'39'152,"5"-10"-113,14-37 22,0-4 1,-5-8 61,-10-6 12,-9-6 10,-12-5 40,-8-1-34,-9 4-22,-8 7-84,-8 8-6,-8 9 28,-2 8-50,-2 9-6,0 9-22,4 10-6,6 9-5,8 8-101,8 6-241,12 3-432,14 2 9,-2-28 0,4 0 42,5-1 0,2-3-62,19 11-266,-6-18 1,0-6 221,14-9 544,-16-3 1,0-4 541,16-18 656,-8-9 655,-7-4-40,-9-1-380,-5 3-286,-4 5 99,-1 8-575,-4 9-184,-2 7-80,-2 12 353,-1 10-408,-1 10 6,-1 8-29,-5 5-22,-7 1 22,-6 0-16,-5-5 5,0-4-11,2-11-11,6-8 45,3-13-23,4-13 17,5-11 56,5-11 0,6-5 33,3-1-21,2 3-24,1 7-16,2 9-50,3 8 22,6 9-17,5 10-5,7 10 5,0 9-11,-4 10-11,-10 4-28,-14 3-1,-13 1 40,-16-2-5,-7-5 16,-4-8 11,1-11-33,6-10 39,6-13-17,4-11 1,5-11-7,5-6-5,4-3 28,7 2-28,2 4 17,2 7 17,4 6-40,4 7 0,6 6-27,9 4-74,9 11-674,7 5 41,-28-3 1,1 2-1765,-2 0 1,-1 1 2503,17 7 0,-20-6 0,-15-7 0</inkml:trace>
  <inkml:trace contextRef="#ctx0" brushRef="#br0" timeOffset="86105">14353 15663 27169,'46'-14'-335,"-1"0"0,0 0 1,6-4-1,-3 4-1093,-4 12 0,-3 5 12,20 5 1,-19-4 0,-6 4 0</inkml:trace>
  <inkml:trace contextRef="#ctx0" brushRef="#br0" timeOffset="86272">14578 15860 21142,'-3'0'4946,"0"0"-4498,3 0-616,62-19-162,-31 11-519,16-5 0,5 1-6308,7 2 7157,-25 4 0,-2 1 0,10-2 0,-18 3 0</inkml:trace>
  <inkml:trace contextRef="#ctx0" brushRef="#br0" timeOffset="86439">15356 15418 28671,'12'49'0,"0"-1"0,0 7 0,-2-1 0,-5-15 0,-2 0-1106,2 13 1,-1 4 1105,-2-13 0,-1 1 0,0-3 0,0-4 0,0-3 0,-1-1 0,0-1 0</inkml:trace>
  <inkml:trace contextRef="#ctx0" brushRef="#br0" timeOffset="88506">25666 5706 25466,'11'-47'552,"0"1"1,0 0 0,-4 20-503,-6 27-27,-1 18-12,0 23-56,0-10 0,0 2-185,-1 8 1,-1 2-1019,0 7 1,-1 0-604,-1 4 0,-2 2 1851,-1 7 0,1-4 0,1-24 0,1-4 0,-3 28 0</inkml:trace>
  <inkml:trace contextRef="#ctx0" brushRef="#br0" timeOffset="88947">26536 5763 25590,'39'-19'-398,"0"0"0,1 1 0,18-7 1,1 9-1362,-10 18 0,-1 6 1045,3 2 0,-5 1 0,8 2 0,-14 1 0</inkml:trace>
  <inkml:trace contextRef="#ctx0" brushRef="#br0" timeOffset="89080">26532 6059 19753,'-7'1'5343,"2"1"-4989,5-2-304,0 0-314,64-18-725,-29 12 1,4-1 456,9-2 1,6-2 0,-5 2-1,-10 3 1,-3 1 0,1 1-1,-1-1 1</inkml:trace>
  <inkml:trace contextRef="#ctx0" brushRef="#br0" timeOffset="90338">27984 5704 26581,'9'-55'199,"0"0"1,-4 9 0,5 5-119,18 13 0,4 7-588,17-7 524,-14 11 0,0 2-11,19 4-6,-11 17-6,-15 6-5,-8 39 28,-24 3-40,-4-10 1,-5 1-720,-9 0 0,-6-1 744,-8 4 1,-3 0-3,-3-2 0,-2 0 3,-1-3 0,1-1 8,4-5 0,2-1 136,7-5 0,4-3-124,-7 14 21,28-18-21,34-14-40,35-12-6,-17-1 1,5-2-449,-10 2 0,1-2 1,2 1-79,4-1 0,0 0 0,2 1 549,7-1 0,1 1 0,-6 0 0,-3 0 0,-5 0 0,-3 1 0,0 1 0</inkml:trace>
  <inkml:trace contextRef="#ctx0" brushRef="#br0" timeOffset="94206">11655 16252 24654,'-35'-11'1395,"5"1"-1138,21 7-89,-7 1-22,-6 5-17,-10 5-28,-3 7-51,-1 4-39,8 1 17,9 0-33,12 0-7,11 2 24,16 8-46,-2-8 17,17 13 28,-6-5 6,7 12-12,-16-15 1,-3 0 6,4 10 16,-6 13-34,-27-22 51,-11 6-17,-19-7-62,-14-6-150,25-14 1,-1-2 200,-1-1 0,0-1-67,-30-4 56,9-7-96,11-5-386,18-6-3551,24-9-2840,12 7 6867,20-6 0,-17 18 0,2 1 0</inkml:trace>
  <inkml:trace contextRef="#ctx0" brushRef="#br0" timeOffset="94414">11844 16609 26133,'48'-28'-1338,"1"-1"0,0 1 0,-7 9 1,-19 15-1,0 1 0</inkml:trace>
  <inkml:trace contextRef="#ctx0" brushRef="#br0" timeOffset="94873">12379 16461 22442,'-4'-3'2581,"2"0"-2037,2 3-409,41-62-102,-8 42-825,2-14 1,1 3 796,2 27 355,7 7-338,-16 10-56,5 21-16,-16 5-40,-11 13 12,-20-6 61,-4-11 17,-14 2 1258,3-12-1096,-8 3 146,11-13 191,1-6-253,13-8 180,0-4-101,5 0 27,0-3-228,2 2-80,5 2-21,2 2-23,10 4 17,23 10-17,8 6-3,-13-6 0,0 2-1319,23 17 1311,-15-6-45,-9 2-196,-38-4-117,-21 0-177,-2-10 0,-5-3-4370,-8-3 1,-2-1 4898,3-1 0,2-2 1,-15 1-1,26-4 1</inkml:trace>
  <inkml:trace contextRef="#ctx0" brushRef="#br0" timeOffset="98580">9978 14578 24228,'27'-29'213,"12"3"-233,-4 18 1,3 4-1619,1-1 1,0 1 1525,21-2 435,-26 4 0,-3 1-1107,7 4 847,-12 5-270,-30 6 134,-35 6 90,8-8 0,-4 0-193,-6 1 1,-1 1 362,-2-1 1,-1 0 78,2-1 0,2-1 20,7-2 0,2 0 1829,-14 3-1785,22-6-162,18-4-291,48-15-1087,15 1 639,0 0 0,0 0 0,1 1 0,2 1 0</inkml:trace>
  <inkml:trace contextRef="#ctx0" brushRef="#br0" timeOffset="103956">14376 16717 17944,'0'-8'4127,"0"1"-2513,0 7 16,0 0-1479,3-9-44,-2 8-12,2-6 6,-3 13 0,0 2-6,-4 3 6,-3 2-34,-2-3 90,-9 2-17,6-9 16,-4-2 18,6-10-45,5-10-45,5-10-34,7-5-27,8 0 5,7 5-23,6 8 6,4 10 6,2 9-28,-1 12 0,-4 12-28,-7 11 11,-11 12-23,-18 8-11,-4-23 1,-4 1-293,-8 2 1,-4-1 291,-6 2 1,-2 0 30,-1-2 0,-2-2 56,2-3 1,0-3-18,6-4 0,1-4 82,-12 3 22,17-15-34,14-15 12,17-8-51,11-8-16,14 1 605,10 3-650,9 8-62,6 6-743,4 6 323,-28 3 0,0 2-645,1 0 1,0 0-3025,3 0 0,0 1 4173,-4-1 0,-2 0 0,10 0 0,-18-1 0</inkml:trace>
  <inkml:trace contextRef="#ctx0" brushRef="#br0" timeOffset="104313">15344 16697 18655,'2'-6'6296,"-1"1"-5366,-1 5-376,-11-61-263,-8 42-204,2-14 0,-3 4-20,-27 34-5,-10 10-46,28-1 1,0 2-23,2 2 1,2 2 22,-14 24-17,18 0-11,15-4 16,17-5-10,12-10 16,14-11 11,8-12 51,2-12 67,-3-12 185,-7-8 168,-10-4-51,-11 3-334,-8 5-108,-4 10 0,-3 6 0,1 9 0,0 10 0,4 13 0,4 18 0,2 16-330,-4-20 0,-2 2-824,1 6 0,-3 2 834,-4 12 1,-1-1 0,1-24 0,-1-3-1,-3 2 1,0-1 0</inkml:trace>
  <inkml:trace contextRef="#ctx0" brushRef="#br0" timeOffset="107015">12121 18017 20257,'-1'-6'4296,"0"1"-3663,-11-57-325,10 42-213,-3-15 1,4 6-35,11 25-27,9 13-34,5 11-11,1 14-45,-4 10-146,-9 8-90,-14 6-410,-15 2 638,3-30 0,-3-2 75,-22 20 39,0-14 96,10-17 16,12-18 23,18-20 17,18-16-106,18-14-303,-11 24 0,2 1 198,2-1 1,3 2-51,2 1 1,2 2-116,0 3 0,0 1-465,0 3 1,-1 3-1619,-1 3 0,-2 2 2257,17-1 0,-21 5 0,-16 2 0</inkml:trace>
  <inkml:trace contextRef="#ctx0" brushRef="#br0" timeOffset="107931">12760 18005 21483,'0'4'3244,"0"-1"-2409,0-3-746,72-59-44,-39 33-141,11-10 0,-4 0 236,-22 13 80,-11 0-52,-13 3-39,-7 6 27,-9 6-10,-4 8-56,-4 9 218,-1 7-297,1 7-33,3 5-1,8 5-33,6 3 39,8 4-33,10-1-163,9-4-252,13-3-347,9-5-392,8-4-959,5-6-1488,7-6-1435,2-7 694,-2-11 3452,-10-7 3724,-13-8 1987,-16-4-569,-10 0-1575,-6 0-958,-2 3-589,0 4-373,0 5-220,0 6-252,1 5-140,0 4-11,4 12-56,-1-1-17,5 15-22,-3-4 22,-1 11-50,-3 4-34,-6 1 29,-1-1 10,-2-9 84,2-10 12,2-11-17,4-15 11,5-10-17,2-13 62,6-10-17,3-4 33,3-1 18,2 5-29,1 8 34,9 9-106,-8 11 11,13 5-6,-4 10-50,10 5-29,10 14 1,-13 3 11,-5 2-11,-18 0-6,-12-6 34,-9 5 17,-9-4 16,-14-1-5,7-9-28,-6-2 11,15-8 11,-1-6-11,8-6 78,6-13-55,3 5 55,8-11 6,4 8-84,9-7 22,9 1-33,19-1 0,-15 10-6,23 2-39,-19 13 39,13 7 12,-3 8 5,-8 11-342,-12 14-22,-15-9-1221,-20 13-6077,-12-12 7662,-5 2 0,5-12 0,6-9 0</inkml:trace>
  <inkml:trace contextRef="#ctx0" brushRef="#br0" timeOffset="108165">14388 17867 23439,'-3'-1'2744,"1"0"-2856,2 1-2890,86-18-6829,-42 16 8141,8-7 1,-5 2 0,-23 10 0,-17-1 0</inkml:trace>
  <inkml:trace contextRef="#ctx0" brushRef="#br0" timeOffset="108321">14505 18051 17512,'-5'3'6179,"2"0"-4286,3-3-3663,69-10 1770,-37 2 0,0-2 0,9 4 0,-1-1 0,6-8 0</inkml:trace>
  <inkml:trace contextRef="#ctx0" brushRef="#br0" timeOffset="127664">12087 18018 22593,'-10'-37'2279,"1"6"-1965,8 28-113,0 0-110,1 2-86,2 9 29,3 5-1,3 15-5,4 4-5,-3-1-1,2 12-22,-3-4 8,-2-8 1,0 1-37,2 10 33,-3-10 1,0-1 5,-1-6-50,0 18 45,-4-17-17,-11 10-1,-4-8-16,-12 1-5,6-13 55,-9-1 1,-3-8 44,0-6 0,0-10 6,16-12-12,8-2 96,8-14 291,18-11-190,5-5-404,-3 21 0,1 0 227,0 6 0,1 1 31,21-19-131,-9 14 137,4 4-102,1 8-77,2 2-611,6 2-1362,-12 7-626,-8 4 2660,-7 2 0,-13 1 0,-1 0 0</inkml:trace>
  <inkml:trace contextRef="#ctx0" brushRef="#br0" timeOffset="130473">15777 17839 24452,'-13'-27'443,"-2"6"-415,-1 22 44,-7 3-21,-9 2 5,-9 2 17,-5-1 111,2-3 125,6-3-23,12-4-23,10-2-129,9 0-95,5 3-33,1 1 56,2 5-23,1 5 34,1 7-34,0 9-62,-5 7 35,-4 7-12,-7 4-40,-1 2 18,1-2 16,2-6 34,3-7 12,2-8-40,3-8 106,2-8 56,1-5 23,4-9-45,4-6-67,6-6 45,6-1-51,5 0-56,5 3 23,5 6 5,5 4-34,3 8-33,1 9 34,-2 7-51,-3 8-72,-5 4-51,-10 5-213,-9 2-291,-15-3-303,-16-4-2038,-23-5-4896,-6-11 7428,-5-4 0,23-8 1,12 0-1</inkml:trace>
  <inkml:trace contextRef="#ctx0" brushRef="#br0" timeOffset="130706">15905 17767 24811,'46'-25'630,"1"-1"0,-1 1 0,12-8 0,-8 6-277,-14 9-123,-17 9-57,-2 2-89,-10 4-39,-5 8-62,-2 0-627,-5 11-5131,-2 3 5775,-2 1 0,2-5 0,3-7 0</inkml:trace>
  <inkml:trace contextRef="#ctx0" brushRef="#br0" timeOffset="132680">12565 6526 18123,'0'-6'4515,"0"2"-3944,-7-29 0,-4-6 359,3 11-588,-3-14 0,1 4-18,4 24-234,4 8-79,1 7 28,2 12 12,1 14-29,-1 15 1,1 11-18,1 4-5,4-7 28,9-13 23,14-15-7,19-18-38,-14-10 0,2-4-444,11-6 0,3-3 451,-11 2 0,2-2 0,0 0-667,5-2 1,2-1 0,0 0 653,3 0 0,1-1 0,0 0-10,1 0 1,1 0 0,1 1-42,0 0 1,0 1-1,0 0-145,0 1 0,0 0 0,1 1-1118,-1 1 1,1 2 0,0 0 1313,4 0 0,1 1 0,-6 1 0,-5 3 0,-5 0 0,-4 3 0,0 0 0</inkml:trace>
  <inkml:trace contextRef="#ctx0" brushRef="#br0" timeOffset="133513">24103 4966 20347,'-2'-58'1402,"1"-1"0,-4-1 0,-2 5-696,-8 0-487,-1 9-12,7 32-168,3 13 23,0 14-18,-2 12-21,1 23-18,3-12 29,11 12 61,15-25 62,20-1-54,-12-13 1,3-6-1119,17-7 1,1-5 1059,-13 3 0,1-3 18,1-4 1,2-3-1,-1-1-561,6-5 0,1-2 513,-7 4 0,2-1 0,2-1 0,10-5 0,3-2 0,-1 0-10,-8 5 1,0 0 0,0 1-21,8-4 0,0 0 0,-4 3-27,-2 0 0,-2 4-286,3-1 1,-3 4-2111,12-1 2438,-3 4 0,-30 9 0,-16 5 0</inkml:trace>
  <inkml:trace contextRef="#ctx0" brushRef="#br0" timeOffset="136173">6665 7684 16969,'-3'0'6117,"1"0"-4852,2 0-1197,-18-12-29,37 5-28,-6-10-33,45 9-18,5 2 18,-12 1-73,8 2 44,-37 3 46,-4 2 5,-38 4 28,-23 4 2,11-3 1,-2 0-3,-26 4 53,9-2 1,0-1-206,17-2 0,1-1 320,-12 2 0,3 0 157,-2 0-123,25-4-124,19-4 141,41-9-175,14-2-430,-11 3 1,3 1 315,-1 1 0,1 1-331,-1 1 0,-2 2-372,-10 1 1,-1 0 744,3 2 0,-5 1 0,-9-1 0,4 2 0</inkml:trace>
  <inkml:trace contextRef="#ctx0" brushRef="#br0" timeOffset="140097">17423 5193 16784,'-5'-1'6117,"0"0"-3743,5 1-2099,-46-64-112,52 35-119,-18-10 1,7 2 23,56 15-24,8 10-27,3 10-17,-4 12 17,-8 16-11,-15 16-316,-19 15 304,-20-23 0,-6 1-375,-6 4 0,-5 0 378,-7 2 1,-2-2 7,-2-1 1,0-1-1,3-5 1,1-1 5,-12 16 12,19-16 21,24-12-21,19-10-23,24-7-154,-13-4 0,2-1-3644,9-1 0,1 0 3798,-2 0 0,-2 0 0,15-1 0,-24 3 0</inkml:trace>
  <inkml:trace contextRef="#ctx0" brushRef="#br0" timeOffset="141113">18319 5262 26782,'31'0'426,"4"-2"-325,7 0-17,3-2-23,0-2-10,-5 1-29,-9 0-61,-11 2-146,-9 2-974,-7 0 1159,-5 3 0,-1 1 0</inkml:trace>
  <inkml:trace contextRef="#ctx0" brushRef="#br0" timeOffset="152322">19196 5163 8444,'2'-3'9830,"0"2"-4671,-2 1-4409,19-54-223,-14 36-214,13-37-150,-22 50-79,-5 10 0,-8 12 12,-6 16-40,-8 17-181,13-20 0,1 3 136,-2 2 0,2 2-11,2 0 0,2 0 0,3-2 0,3-1 0,10 25-47,17-10 64,16-12 5,9-12 130,2-12 156,-1-15 95,-3-14 62,-5-12-90,-4-11-157,-8-8-83,-7-10-79,-12 26 0,-2-2 0,-1 1 0,-2 0 28,-7-26-45,-7 13-95,-12 13-33,-5 11-1871,0 10 1982,2 5 0,12 5 0,5 1 1</inkml:trace>
  <inkml:trace contextRef="#ctx0" brushRef="#br0" timeOffset="154288">20031 5199 19036,'-56'-15'1667,"0"0"0,7 3 1,6 0-884,7 1-347,19 5-337,11 4 58,12 3-91,6 6-5,15 4-29,16 6-25,-14-7 1,2 0-308,6 2 0,1 0 299,4 2 0,1 0 5,2 0 1,-2 1-6,-3 0 0,-3 0-6,20 14 34,-27-4-5,-32-2 5,-23-2-6,-23 0-11,-9-1-226,-2 1 198,7-1-28,11 2 483,14-2-1082,13 2-1468,14 0-6497,16 0 8609,7-3 0,-4-8 0,-6-5 0</inkml:trace>
  <inkml:trace contextRef="#ctx0" brushRef="#br0" timeOffset="154522">20874 5176 27034,'-44'41'-257,"14"12"-334,32-13 0,6 4-1718,-2 3 1,-2 1-2608,-2 3 1,-2-3 3101,-1-10 1,0-4-1,-5 15 1,3-36 0</inkml:trace>
  <inkml:trace contextRef="#ctx0" brushRef="#br0" timeOffset="155372">16900 7014 24188,'48'-25'41,"0"-1"1,0 1-1,1 2 1,2 1-1,0 6-45,-1 9 0,0 4 1,-1 2-576,1-2 1,-1 1 0,-1 1 541,17 2 1,-4 2-15,-14 1 1,-8 3 580,0 12-513,-55 8-3,-12-10 0,-8-1 14,-14 4 0,-6-1-549,14-6 1,-2 0 0,0 0 561,-1-1 0,-1 1 1,1-1 15,2-1 1,0 0 0,3 0-132,-12 3 1,6 0 106,12-3 1,6 0 732,2 4-688,37-4-22,31-6-56,-7-4 0,4-2-398,9-2 1,3-1 397,5-1 0,1-3 2,-1-1 1,-2-2 725,-4-2 1,-4-1-681,-9 0 0,-3-4 98,10-20 319,-22-7-253,-19-5 74,-11 1 5,-4 3-22,-1 11-79,6 9 913,5 8-1064,11 9 468,9 4-485,26 18-22,-10-2 0,-5 5 0,0 2-22,8 15-29,3 14-33,-17 5-98,-27-20 0,-4 0-92,-8 11-191,-6-13 0,-4-3-1607,-13 5 2072,12-11 0,2-2 0,-4 1 0,5-4 0</inkml:trace>
  <inkml:trace contextRef="#ctx0" brushRef="#br0" timeOffset="155872">18814 6879 24002,'8'-49'155,"0"-1"0,1 4 0,4 5-71,25 1 1123,8 8-1182,-13 18 0,3 3-20,-3 4 1,-1 3-6,1 0 0,0 3-16,29 12 16,-20 10 392,3 13-465,-24 24 12,-31-1-338,-15 1 379,-4-27 0,-5-3 9,2-3 0,-2-2 8,-7 5 0,-2 0 14,1-1 1,3-2-29,-12 9 6,18-11 641,27-16-636,20-6-447,36-5-130,-17 1 0,3-1-1648,16-2 1,2-2 1034,-12 2 0,1 0 1196,21-4 0,-5 1 0,-14 2 0,-13 2 0,1 0 0</inkml:trace>
  <inkml:trace contextRef="#ctx0" brushRef="#br0" timeOffset="156189">19731 6567 22380,'-6'-3'3417,"2"0"-2740,4 3-436,0 0-207,-15-37-6,47 41-34,-6-24 14,12 32 1,3 9-4,-11-8 1,-1 0-12,6 5 1,-1 2-1,-8 2 1,-4 1-1,16 24 23,-17 8-11,-29-17-6,-13-3 5,-3-11-5,-18 0-45,-4-3-78,2 0-370,4-1-885,24-8-61,14-5 1439,21-4 0,-11-2 0,10-1 0</inkml:trace>
  <inkml:trace contextRef="#ctx0" brushRef="#br0" timeOffset="156431">20678 6534 23220,'-1'-4'3758,"0"0"-2660,1 4-1109,-8-15 11,10 35-11,-6-16-48,8 30 0,6 12-193,-4-11 0,0 1-1011,3 19 1,-1 3-1474,-2-4 0,-1 0 2132,-1-5 1,-1-3-1,0 14 1,-3-27-1</inkml:trace>
  <inkml:trace contextRef="#ctx0" brushRef="#br0" timeOffset="156797">18731 7739 20666,'-53'-5'2075,"1"0"1,-5-4-1381,110 2-443,0 4 0,9 0-1612,-8 1 1,4 0 0,3 0 1402,-6 0 1,2 0-1,2 0 1,1 1-359,-6-1 0,1 1 0,1-1 0,1 1 0,0-1 323,-5 1 1,0-1-1,1 1 1,1-1-1,0 1 1,0-1-111,3 1 0,0-1 0,1 1 0,0-1 0,0 1 1,0-1 102,2 1 1,1-1 0,-1 0 0,1 1 0,-1-1 0,1 0-193,-1 1 0,1-1 1,0 1-1,-1-1 1,0 1-1,0-1 168,-2 1 1,0 0 0,0-1-1,0 1 1,-2-1 0,0 1-154,7 0 0,-2-1 0,0 1 1,-1 0-1,-1 0 176,-5 1 0,0-1 0,0 0 0,-4 1 0,-4-1 0,3 1 0,-5-1 0,-3 1 0,5 0 0,0 0 0</inkml:trace>
  <inkml:trace contextRef="#ctx0" brushRef="#br0" timeOffset="158205">7841 8655 11569,'-59'6'446,"1"0"1,-1 1-1,0-1 1,-1 1-1,-2-1 1,3 1-1,5-2 249,-9 2 0,4-1-133,-4 0 1,3 0 252,18-2 0,8-2 931,9-5-1561,31-2 25,22-3 0,13-1-40,11-2 1,7 0-603,-16 3 0,3 0 0,3 0 0,4-1 452,-1 2 1,4-1 0,3 0-1,2 1 1,-1-1 0,0 1-311,-2 0 0,1 0 0,0 1 1,-1-1-1,1 1 0,1 0 289,1-1 0,0 1 0,0-1 0,1 1 0,0 0 1,-1 1-7,2 0 0,0 0 1,0 0-1,-1 1 1,0 0-1,-3 0-292,2 0 0,-2 1 1,-1 0-1,1 0 0,2 0 283,-3 0 0,2 0 0,1 0 1,1 1-1,-1-1 0,1 1-200,0 0 1,2-1 0,0 1 0,-1 0-1,-2 1 1,-3-1 201,-2 1 1,-3 0 0,-2 0-1,-1 0 1,0 0 27,7 0 0,1 0 0,-4 0 1,-9 1-43,2-1 0,-20 4 1296,-32 4-1288,-43 1 1,-23-3 8,19 0 0,-4 0 0,-4 0 8,11-2 1,-4 1 0,-1 0 0,-2 0-1,1-1 4,-1 1 0,-1-1 0,-1 0 1,2 1-1,1-1 0,-6 0 1,3 1-1,-1-1 1,-3 1-2,2-1 0,-4 1 0,0 0 0,0 0 0,2 0-143,8 0 0,2-1 1,0 1-1,-1 0 1,-4 0 146,1 0 0,-2 1 0,-3-1 0,-1 1 0,0 0 0,1 0 0,3 0-174,-2 0 0,2 1 1,1-1-1,0 0 1,0 1-1,-1-1 185,-4 1 0,-2 1 0,0-1 0,1 1 0,4-1 0,4 0 139,-1 0 1,5 0-1,2 0 1,0 0-142,-13 2 0,1 0 0,8-1 677,10-1 0,5 0-587,-2 0 1,17-1 602,54-6-395,12-5 0,8-2 23,-12 2 1,3 0 0,4-1-229,6-2 1,3-1-1,3-1 1,0 0-19,2 1 0,-2 0 0,4 0 1,5-1-66,-17 3 0,3 0 0,3 0 0,1-1 0,2 0 0,-1 1 0,0-1 0,-2 1-169,5 0 1,-2 0 0,0 0 0,0 1 0,1-1 0,0 1 0,2-1 149,-8 1 0,2 0 1,1 1-1,1-1 0,-1 0 1,1 1-1,-1-1 0,-2 1 1,0 1-176,6-1 0,-1 0 1,-1 1-1,0 0 1,-2 0-1,-1 1 1,-1-1 170,9 0 0,-3 0 0,-1 0 0,0 1 0,1 0-73,-6 1 1,1-1-1,0 1 1,0 0-1,-2 1 1,-1 1-706,13-1 1,-3 2 0,-1 1 0,-2-1 772,-7 1 0,0 0 1,-3 0-1,-1 0 0,5 1 1,-2 0-1,-13 1 0,-6 4 1</inkml:trace>
  <inkml:trace contextRef="#ctx0" brushRef="#br0" timeOffset="166821">8654 13208 14684,'0'6'5142,"0"0"-4297,0-6 1542,0 0-2085,-3 25 6,2-13 34,-2 18-157,3-22 201,0-2 252,-3 0-256,-1-2-80,-3-1-11,0-2-162,3-1 230,-2-4-175,5-4-49,-3-7-68,4 1 101,-1-12-118,2 11 51,5-18-90,-1 19 51,12-14-51,-3 13 0,12-7-11,-5 9 12,24-4 10,-2 9-17,-10 2 1,3 2-288,0 1 0,0 2 285,5 1 0,0-1-12,4 2 1,1-1-4,1 1 1,0 1 5,-1-1 1,0 1 2,-3 0 1,0-1 2,-3 1 0,-1-1 8,-2 0 0,0-1 0,-1 0 1,-1 0 2,20-1-6,-22-1 1,2-1 2,-1 0 1,0-2-15,0 0 1,1 0 2,1-1 0,-1 1 9,13-4-12,-16 3 23,5-1 0,-14 2 569,7-2-564,-10 2-4,-2 2 4,-5 1 23,13 1-17,-4 1 23,11 0 10,-6 2-5,-4 1-5,-8 1-1,-7-1-5,-5-2 0,-3 0 33,3-1 17,2 1-39,5 0-22,0 0 39,10 0-45,-5 2 0,5 1-12,-7 3 1,-4 2-22,-4 2 16,-2 3-11,0 1-39,-2 3-1,2 4-195,0 5-1254,0 7 1489,-1 12 0,-2-20 0,0 0 0</inkml:trace>
  <inkml:trace contextRef="#ctx0" brushRef="#br0" timeOffset="222089">16848 15850 21248,'-5'-47'841,"1"0"1,-1-1-1,-1-2 1,1 0-1,1 4-455,1 5 1,1 2-88,0-5 1,1 1-107,4 9 1,1 3 35,9-15-100,4 17-95,2 15 33,-2 22 78,3 41-72,-8 0-992,-4 7 0,-3 6 950,-4-20 1,0 1 0,-2 2-555,0 3 1,-1 2 0,0 3 0,0 1 522,0-5 0,-1 1 0,1 1 0,-1 2 0,0 2-4,0 5 0,-1 3 0,0 3 1,-1 0-1,1-2 0,1-3-358,-1-5 1,1-2 0,0-2 0,0 2 0,-1 3 328,1-3 0,0 4 0,0 1 0,0 1 1,0-1-1,0-2 0,0-4-422,1 2 1,-1-3 0,1-3 0,0 2 0,0 1-275,0 0 1,0 2 0,0 0 0,0 1 0,0-2 0,1-2 678,-1 16 1,0-1 0,0-3-1,0-5 1,1-4 0,0-4 0,0-5-1,1-7 1,-1 0 0</inkml:trace>
  <inkml:trace contextRef="#ctx0" brushRef="#br0" timeOffset="236856">18230 15579 14930,'0'-11'5691,"0"2"-3949,0 9 67,0 0-1529,-66-52-389,35 41 168,-10-14 0,1 6 92,15 35-129,7 10 6,7 4-5,9 4-7,9 0 7,8 0 220,10-1-237,6 1-6,-5-8-22,14 12 27,-17-14 12,2 7 22,-23-10 34,-16-4 5,-17-1 23,-14-2-22,-11-1-399,-5-1 343,0-1-18,8-1-61,16-3-208,16-3-340,13-2-869,19-2-2229,13-3 3702,24-4 0,-20 3 0,5-2 0</inkml:trace>
  <inkml:trace contextRef="#ctx0" brushRef="#br0" timeOffset="237263">18630 15647 26654,'5'-18'246,"-5"13"-235,-16 38 12,1 5-29,4 2 28,7-1-44,11-5-45,9-5 61,10-8-5,7-9 28,4-6 33,-1-13 29,-4-7 72,-8-11 45,-6-5 28,-8-4-23,-5 0-77,-4 0-29,-4 6-39,-1 4-11,-2 7-1,3 7-116,-1 4-147,4 5-464,-1 2-1328,7 6 2011,6 7 0,-4-5 0,2 0 0</inkml:trace>
  <inkml:trace contextRef="#ctx0" brushRef="#br0" timeOffset="237872">19256 15645 26715,'-15'33'28,"1"-1"0,-9 25-28,19-24 28,3-5 0,0-7 168,0-8 174,0-6-62,1-8-95,0-9-57,0-7-38,2-9-34,2-5-17,5-6 0,2-4-33,4-1 5,3 5-28,1 7-11,1 8 28,2 10-33,2 5 5,5 8-11,3 10-17,2 7 16,-2 10-16,-5 6 23,-7 3 10,-8 1-33,-10-4 28,-10-4 12,-5-7-1,-1-8 11,3-8-11,4-9 17,3-9 0,4-9 0,6-10 0,7-6-11,8-3 11,6 2-28,4 6 0,6 9-11,4 8 0,3 7 11,2 6-34,2 8-27,-1 8-617,4 18-56,-20-8-3545,-6 16 4279,-27-19 0,1-4 0,-5-8 0</inkml:trace>
  <inkml:trace contextRef="#ctx0" brushRef="#br0" timeOffset="238080">20144 15647 26704,'43'-14'-1714,"-1"-1"0,1 1 0,3 1 0,1 0 0,-6 5 1714,18 7 0,-9 0 0,-22 1 0</inkml:trace>
  <inkml:trace contextRef="#ctx0" brushRef="#br0" timeOffset="238255">20427 15758 26441,'57'-10'-3277,"-1"-1"0,6 0 0,-6 2 819,-5 4 0,-4 1 1,-38 3-1</inkml:trace>
  <inkml:trace contextRef="#ctx0" brushRef="#br0" timeOffset="239255">21260 15445 27824,'-3'-46'95,"12"10"-56,15 34 12,6 1-18,-9 0-21,-5-1 38,-5 0 17,-5 1-39,-2 0-17,-2 1 40,-2 0-40,0 6-5,2-1 5,0 5-28,2-4 6,1 3 5,1 1 12,0 1-12,1 2 23,-4-3 17,-2-3-23,0 1-11,-1-2 11,0-1-5,0-2 262,0-3-234,-3-2-6,-1 0-21,-5-1-7,2 1 0,-5 1 0,-2 1-13,1 0 26,-2 0-20,6 0 14,3 0-7,-3 1 0,2 2 0,-4-2 0,3 0 0,2-1 0,4 0 0,2 0 0,1-3 0,3-2 0,4-2 0,4 0 0,1 1 0,11-3 0,-1 3 0,11-3 0,-2 5 0,-1 1 0,-7 3 0,10 8 0,-13 2 0,4 9 0,-14 2 0,-6 4 0,-8-3 0,-12 16 0,-5-11 0,-11 11 0,3-11 0,4-5 0,5-8 0,6-5 0,7-5 0,3-5 0,2-4 0,1-3 0,1-2 0,2 1 0,1 2 0,2 1 0,3 4 0,4 2 0,6 6 0,6 5 0,7 7 0,5 4 0,-2 5 0,-5 2 0,-12 0 0,-18-3 0,-22-5 0,-19-7-365,-15-7-378,25-6 0,-2-1-843,0-4 1,1-1 773,-23-6 0,22 1 0,15 4 0</inkml:trace>
  <inkml:trace contextRef="#ctx0" brushRef="#br0" timeOffset="239822">22522 15292 21814,'-1'5'3770,"0"0"-2392,1-5-1143,-86 7-845,37-12 672,-9 6 0,-1-2 83,5-13-38,11 2 234,10 3-251,14 4 75,8 3-143,7 4 6,3 5 6,3 8 405,5 7-423,3 10 1,4 6 0,-2 6 17,-5 4 22,-4 1-45,-8-4 11,-5-4 17,-3-8-22,0-8-11,4-7 83,3-9 102,4-5-117,3-6-74,2-6 0,3-5 0,2-5 0,3 0 0,3 1 0,6 3 0,9 3 0,9 5 0,12 7 0,7 10-244,-24-2 0,0 3 244,1 3 0,0 2 0,0 2 0,-2 1 0,-3 0 0,-4 2 0,11 18 0,-24-3-130,-30-5-1393,-26-5-1866,10-16 1,-2-1 2904,1-4 1,1 0-1,-11 0 1,19-6-1</inkml:trace>
  <inkml:trace contextRef="#ctx0" brushRef="#br0" timeOffset="240029">22489 15321 26256,'56'-7'672,"0"0"0,-5 1 0,-4 1-370,2 3-205,-5 0-97,-8 1 0,-9 0-153,-13 0-2960,-14 1 3113,-8-1 0,1 1 0,0 0 0</inkml:trace>
  <inkml:trace contextRef="#ctx0" brushRef="#br0" timeOffset="251614">11704 13417 20929,'-50'-19'344,"1"-1"0,-1 0 0,1 3 0,1 3 0,4 12-154,0 23 1,3 11-1374,-6 5 1,0 5 1311,14-8 0,0 2 0,0 3-422,-1 4 0,1 3 0,0 0 392,1 3 0,0 1 0,2 1-23,2-1 1,2 0-1,3 0-2,4-4 1,2 0 0,5-1 267,1 14 0,9-3-224,12-7 0,9-4-20,11-7 0,9-5-516,11-6 0,8-6 446,-13-9 0,2-3 0,2-3-48,3-2 0,2-2 0,0-3 42,0-2 1,1-3-1,-2-3 9,-1-1 1,-2-3 0,-1-3 9,-4-1 0,-2-4 1,-2-1 192,-4-2 0,-2-2 0,-3-2-128,10-16 0,-6-4-11,-7-4 1,-6-2-317,-6-5 0,-5-3 252,-7 18 1,-3-1 0,-2 0-10,-3-1 1,-3 0-1,-2 1-9,-2 1 0,-1 1 0,-3 2 87,-10-15 0,-5 5-81,-1 10 1,-4 4 327,0 10 0,-3 5-336,0 7 1,-3 6 7,-1 6 1,-2 6-17,-4 5 0,0 6-119,-6 9 0,-1 5 112,15-4 0,0 3 0,0 3-83,-2 4 0,0 2 0,1 3 81,0 3 1,1 3-1,2 1 6,2 1 0,2 1 0,2 1 0,3 0 0,2 1 0,3 0-8,5-3 1,2 1 0,4 0-48,3-3 1,3-1 0,5-1 37,8 16 0,10-4-50,10-7 0,8-6 11,13-7 0,6-7 15,-12-13 0,3-4 0,0-3-10,5-2 1,0-4-1,1-3 55,0-4 0,1-4 0,-2-2 18,-1-4 0,-1-2 1,-2-4 31,-3-3 0,-2-4 0,-2-2 11,-4-2 1,-2-2-1,-3-2-7,-3-2 0,-2-3 0,-4-1-12,-3-2 1,-3-2 0,-4-1-16,-2-3 1,-3-1 0,-4-1-10,-4-1 1,-3-1-1,-5 2-11,-2 0 0,-4 2 1,-5 2-7,-3 4 1,-4 2 0,-4 4-12,-4 6 0,-3 3 1,-2 4-70,-3 5 0,-3 5 1,-1 3-354,-1 4 1,-1 4-1,-1 3 428,-3 6 0,-1 4 0,6-1 0,4-2 0,4 2 0,4 4 0,1 0 0</inkml:trace>
  <inkml:trace contextRef="#ctx0" brushRef="#br0" timeOffset="293189">6837 14866 8441,'-54'2'1044,"0"0"0,0-1 0,0 1 1,-1 0-1,-2 0 0,3 0 0,6-1-350,-3 2 1,4-1-721,-10 0 0,2 0 423,8 1 1,2-1-107,9 0 0,2 1 689,-21 3-745,15 2 219,14 1-236,13 0 395,21 2-220,20-4-74,28 0-218,-16-5 0,5-2-1317,13-2 1,2-1 1232,-8 1 0,3 0-8,-7-2 1,6-1 0,2 0 0,-4 1-600,5-1 0,-2 1 0,5 0 592,-11 0 0,4 0 0,2 0 1,-1 1-1,-1-1-2,8 0 0,-2 1 0,0 0 0,1 0 1,-10 0 0,1 1 0,0 0 0,0 0 1,0 0-1,2 0 0,0 1 0,0-1 0,1 1 0,0-1-325,1 1 0,0 0 0,1 0 0,0 0 1,0 0 324,1 0 0,0 1 0,0-1 0,1 1 0,0-1-222,1 1 1,0-1-1,0 1 1,1 0 0,-1 0 220,2 0 0,0 1 0,0-1 0,0 0 0,0 1-7,2-1 0,-1 1 0,1-1 1,-1 1-1,1-1 9,0 0 0,0 1 1,0-1-1,0 1 0,0-1-45,-1 1 1,0-1-1,0 1 1,0-1 0,-1 0 42,-1-1 0,0 0 0,-1 0 0,0-1 0,0 1 15,-2-1 1,-1 0 0,1 0 0,-2 0-1,1-1-14,-3 0 0,0-1 0,-1 0 1,0 0-1,0 0 47,11-1 1,-1-1 0,0 1 0,-1-1-45,-1 1 0,-1 0 1,0-1-1,0 1-2,-1 1 1,-1-1 0,1 1 0,-2 0-5,0 1 1,-2 0 0,1 0 0,-1 1 83,-2 0 1,-1 0-1,-1 1 1,0-1-83,11 1 0,-2 0 0,-1 1 284,-6 0 1,-1 0-1,-2 0-284,14 1 0,-2 0 574,-7 1 1,-3 0-570,-4 0 1,-2 0 2,-2 1 1,0 0 737,-3 0 0,-2 0-746,-1 1 0,-2-1 5,23 4 1692,-15-2-1692,-15-1 1132,-14-2-1131,-8-1 868,-3-1-902,-2 0 437,-10-4-465,-9-1-28,-20-5-84,-17 0-385,16 3 1,-3 0 535,-9-2 0,-5 0 13,12 3 1,-2-1-1,-1 0-652,-6 0 0,-2-1 1,-2 2 658,-4 0 1,-2 0 0,-1 0-453,13 3 1,0-1 0,-1 1 0,0 0 453,-2 1 1,-1 0 0,0 0 0,0 1 1,-2 0 0,1 0 0,-1 0 0,0 1-2,-2 0 1,1 0-1,-1 0 1,0 1-6,-2 0 0,1 0 0,0 1 0,-1 0-393,-1 0 0,0 1 0,0 0 0,0 0 404,11-1 0,1 1 0,-1 0 0,0 0 1,0 0-4,0 1 1,-1-1 0,0 0 0,0 0 0,1 0 2,-1 1 0,0-1 1,0 0-1,-1-1 0,1 1-8,0 0 1,0-1-1,0 1 1,-1-1-1,1 0 6,0 0 0,0 0 0,0 0 0,-1-1 0,1 1 2,1-1 0,0 0 0,-1 0 1,1 0-1,0 0-4,-12 0 0,1 0 0,0 0 0,0-1 0,2 1 0,1-1 0,-1 0 0,1 1-167,2-1 0,0 0 0,1-1 1,0 1 168,1 0 1,1-1 0,0 0 0,1 0 1,0 0 0,1 0 0,1 0 1,-1 0-10,0 0 1,1 0 0,0 0 0,-1 0 1,1 0 0,0 0 0,0 0 1,-1 1-4,0-1 0,0 1 1,0 0-1,0 0 0,-1-1 1,0 1-1,0 0 1,1 0 6,-1 0 1,0 0-1,1 0 1,0 0-5,1 0 0,0 0 0,0 0 0,2 1 33,-14-1 1,1 0 0,1 1-29,5-1 0,1 1 1,1-1 169,7 1 0,1-1 0,1 1-154,-13-1 0,2 0 760,9 0 1,1 0-750,6 0 0,0 1-5,3 0 0,0 0 603,-2 0 1,0 1-599,-4 1 1,-2 0-1,-3 0 0,-3 1-2,-4 0 0,-1-1 2,-1 0 0,0 0 368,0 0 1,1-1-369,4 0 1,1 0-9,5-1 0,2 1 468,6 0 1,0 0-472,5 0 0,1 1 31,-25 3 112,7 2-51,10 1 695,9-1-773,14-1 986,9-3-969,6 1 251,4-1-262,3 4 7,5 2-12,8 3 10,9 2 17,13 1 12,15-3-40,-18-8 0,3-1-743,9 0 1,3-2 716,-10-2 0,1 0 0,3-1-656,6-1 0,2 0 1,1-1 640,7 0 0,1-1 0,1-1 0,-13 1 1,2 0 0,0 0 0,0 0-4,3-1 1,0 1 0,1 0 0,0-1 5,2 1 0,1-1 1,0 1-1,0 0-533,1 0 1,2 0-1,-1 0 1,1 1 528,-13 0 1,1 0 0,0 0 0,0 1-1,0-1 5,1 1 0,-1 0 1,1 0-1,0 0 1,0 0-2,0 1 0,-1-1 0,1 1 0,0 0 0,0 0 0,0 0 0,1 0 0,-1 0 1,0 1-1,1-1 1,-1 1 0,1 0 0,0 0 1,-1 0-1,1 0-5,0 0 1,1 1 0,-1 0 0,0 0 0,0 0 2,0 0 0,0 0 0,0 1 0,1-1 0,-1 1 0,-1 0 0,1 1 0,-1-1 0,1 1 0,-1 0 2,11 0 1,1 1 0,-2 0 0,1 1-310,-3-1 0,-1 1 0,0 0 0,-1 0 308,-2 0 1,-2 0-1,0 1 1,-1 0-86,-3-1 0,0 1 1,-1 0-1,-1 0 84,13 2 0,-1 0 0,-1 0 29,-3 0 1,0-1-1,0 1-27,-3-1 0,-1 0 0,1-1 233,-3 1 0,1-2 0,-2 1-228,-1-2 1,0 1-1,-1-2-3,-1 0 0,0 0 0,0-1 3,-3 0 1,1-1 0,-1 0 20,21 0 0,-2-1 393,-2-1 1,0 0-416,-3-1 0,-1 0 2,-2-2 0,-1 0-5,-2 0 0,-2-1 8,-1 0 0,0-1 491,-2 0 1,0 0-489,1-1 0,0 1 5,1-2 1,1 0-3,-1 1 0,1 0 11,0-1 0,-1 0-11,-2 1 0,0 0-9,-1 0 0,0 1 0,-1 0 1,0 0-9,0 1 0,-1 1 8,1-1 1,-1 1-6,0-1 0,-1 0 8,-2 0 0,-2-1 694,-5 0 1,-1-1-678,15-8-45,-18-4-112,-16 6 284,-16-4-155,-18 7 0,8 2 0,-6 2 0</inkml:trace>
  <inkml:trace contextRef="#ctx0" brushRef="#br0" timeOffset="308005">7150 14485 10147,'4'1'4750,"-1"1"-359,-3-2-4071,-9-3-214,7 2-235,-6-2-459,8 3-353,0 0-2902,7 2 3843,0 1 0,0-1 0,-1 0 0</inkml:trace>
  <inkml:trace contextRef="#ctx0" brushRef="#br0" timeOffset="308346">8877 14198 22610,'-29'-5'-810,"9"3"1,20 5 0,3 0-1</inkml:trace>
  <inkml:trace contextRef="#ctx0" brushRef="#br0" timeOffset="308713">10230 14195 22083,'-4'-7'-406,"-4"1"1,18 6 0</inkml:trace>
  <inkml:trace contextRef="#ctx0" brushRef="#br0" timeOffset="309063">11460 14148 18414,'3'-14'0,"0"4"0</inkml:trace>
  <inkml:trace contextRef="#ctx0" brushRef="#br0" timeOffset="309988">17850 10500 22615,'5'-47'1210,"-1"0"0,1 8 0,-2 6-891,-3 15-218,-1 15-17,-1 15 0,-4 14-28,-3 19-51,2-14 1,-1 1-352,-1 4 0,-1 2-97,0 2 1,0 1-1846,2 2 0,0-1 2288,3-6 0,0-2 0,0 9 0,5-21 0</inkml:trace>
  <inkml:trace contextRef="#ctx0" brushRef="#br0" timeOffset="310329">18161 9913 20951,'-4'0'3188,"1"0"-2505,3 0-504,-44 65-762,33-28 608,-11 7 0,5 1 59,29-5 264,11-9-112,5-13 256,0-13-72,-4-17-33,-6-13-46,-7-12-77,-6-5-91,-9-2 298,-7 2-404,-7 5-22,-4 8-23,-1 8-50,2 11-61,1 13-376,2 13-1675,5 16 2140,5 17 0,4-20 0,5 0 0</inkml:trace>
  <inkml:trace contextRef="#ctx0" brushRef="#br0" timeOffset="310546">18399 10442 27404,'28'-41'-547,"1"-1"0,0 6 0,5 8-1719,2 21 0,3 7 1134,-5-2 0,-3 1 0,11 1 0,-19 0 0</inkml:trace>
  <inkml:trace contextRef="#ctx0" brushRef="#br0" timeOffset="310729">18589 10597 24676,'-6'1'2078,"2"0"-2772,4-1-1345,48-6-5198,1-1 7237,-9 1 0,-1 1 0,3-1 0,-19 2 0</inkml:trace>
  <inkml:trace contextRef="#ctx0" brushRef="#br0" timeOffset="311072">19313 10200 28334,'-36'-9'84,"5"16"-96,16 49 1,9-25 0,3 1-23,3 7 1,3-2 10,5 13 12,17 5-11,6-38 44,10-3 62,13-24 23,-11-7-18,-3-7 19,-13-1-108,-14 8 0,0 0 0,-8 8 0,-6 15 0,-5 10 0,-2 5 0,-8 19 0,2 7-782,7-13 1,1 4-1384,1 6 1,2 1 1529,2-2 0,1-3 1,0 15-1,2-23 0</inkml:trace>
  <inkml:trace contextRef="#ctx0" brushRef="#br0" timeOffset="311679">18527 11393 14834,'-52'3'789,"-1"0"0,1 0 0,-1 1 0,3-1 0,1 0 0,0 1 0,0 0-505,0 0 0,0 0 0,1 1 1,3-1-347,0 1 1,2-1 0,1 1 419,-20 4 1,6 0 224,-6 4 893,17-1-1112,54-6-216,21-6 0,8-3-84,1 1 1,5-2-457,5-1 0,6-1 1,0 0 435,-1 0 1,1 0 0,6 0-29,-5 0 1,4 0 0,4 0 0,-1 0 0,-1 1-416,-5 0 1,-1 1 0,-1-1 0,2 1 0,1 0 399,-2 0 1,2 0 0,1 0 0,-1 0 0,-2 1 0,-3 0-4,4 0 1,-4 0 0,-1 1-1,1 0-7,5 0 1,2 0 0,-2 1 0,-2 0-512,0 0 1,-3 0 0,-2 0 424,14 0 0,-8 1-1075,2 3-242,-106 0 179,-4 1 1,-6 0 444,4-2 1,-6 1-1671,3-1 0,-8 1 1,-2-1-1,3 1 1643,9-1 0,2 0 0,0 1 0,-5-1 1201,6 1 0,-3-1 1,-2 1-1,-1 0 1,1 0-1,1 1 348,-4 0 0,2 0 0,-1 1 0,2-1 1,-1 2-119,2-1 0,-1 1 0,1 0 0,2 1 0,1-1-275,1 1 1,1-1 0,2 2 0,0-1 219,-2 2 1,-1 0-1,3 1 1,2 0 207,-15 4 1,4 2-25,12-4 0,-1 2 0,6-2-216,2 1 1,8 0 974,7 6-1066,43-13-128,14-7 1,9-2-121,2-2 1,6 0-1,1-1 63,7-1 0,2 1 1,3-1-219,-15 1 1,2 0 0,2 0 0,0 1 0,-1-1-36,11 0 0,0 1 1,0-1-1,-3 1 3,-9 1 0,-2 0 0,0 0 0,3 1 22,4-1 1,5 1 0,0-1 0,-2 1-1,-7 0-130,-3 1 1,-6 1-1,6-1 143,1 0 0,8-1 0,1 1 1,-3 0-1,-8 0 23,9 1 1,-4 0-38,-8 0 0,2 0 1,-8 0 25,7 1-39,-28 0 1104,-38 0-3535,-15 0 2420,-17-2 0,17 1 0,13-1 0</inkml:trace>
  <inkml:trace contextRef="#ctx0" brushRef="#br0" timeOffset="324837">18906 12257 18952,'0'-6'5058,"0"1"-3355,0 5-1574,7-46 16,-5 47 23,3-24-5,-16 67-102,1-15 1,-2 2-15,-6 5 1,-2 1-299,-3 2 1,0 1 269,-1-1 1,0-1-3,4-4 0,2-1 0,-6 17 44,14-18 68,19-17 28,17-20 0,24-15-68,-16 3 1,2-3-116,4-2 1,2-1 109,-1-1 0,0 1-6,-5 1 0,-3 1 74,20-12-52,-21 11-49,-17 12-18,-10 12-27,-8 11 11,-4 11 770,-4 10-804,0 7-50,3 3-230,7 4-593,14 0-1009,15-2-5566,20-8 7465,2-11 0,-15-13 0,-13-9 0</inkml:trace>
  <inkml:trace contextRef="#ctx0" brushRef="#br0" timeOffset="325087">19752 12598 22610,'-6'0'4049,"0"0"-3590,6 0 152,0 0-510,74-28 11,-23 15-238,3-4 1,0 0 254,5 6-6,-15 1 106,-16 4-134,-13 2-50,-8 2-67,-5 1-650,-2 1-3708,3-2 4448,0 2 0,0-1 1,0 0-1</inkml:trace>
  <inkml:trace contextRef="#ctx0" brushRef="#br0" timeOffset="334647">19958 12619 22492,'8'-44'857,"-1"-1"0,0 1 0,3-9 0,-5 9-281,-13 7-205,1 30-298,-2 2 60,4 16-99,0 25-57,2 11-86,4-11 0,1 1-227,3 19-586,1-18 1,2 2-3576,-2-6 1,0 1 4496,1 2 0,-1-1 0,2 10 0,-4-22 0</inkml:trace>
  <inkml:trace contextRef="#ctx0" brushRef="#br0" timeOffset="336421">20665 12503 23741,'2'-45'627,"0"1"0,0-1 1,1-14-1,0 9-212,-1 12 53,-1 16-379,0 12 12,1 13-78,1 11 47,3 13-59,-1 17-16,0 12 10,-4-23 1,0 1-1,-1 0 1,0 1-1,-1-2 1,-1 0-6,-3 23 128,0-12-105,0-17 55,2-13 34,1-11-56,0-14 0,1-11 22,-1-16-22,2-11 6,0-8 11,2-2 5,0 5-5,1 14-45,-1 16-28,-1 13-17,-1 15-5,1 11-23,1 13-162,1 13-577,2 10-1843,2 7 1948,-2-24 1,0-2-1,1 4 1,0-3 0</inkml:trace>
  <inkml:trace contextRef="#ctx0" brushRef="#br0" timeOffset="336980">21173 12307 25527,'39'-24'5,"1"0"1,-1 0-1,17-11 1,-5 12-68,8 30-128,-8 6-168,-15 12 302,-19 8-263,-26 5 207,-24 3 109,7-20 0,-3-1-251,-4 0 1,-2-1 311,0 0 1,1-1 25,2-1 0,2-1 345,-15 11-171,19-8 560,20-9-656,10-7 6,20-8-61,10-4-46,18-9 56,-22 8 0,0-2-109,2-1 1,0 0 2,-1-2 0,-1-2-5,22-19 27,-13-5 34,-18-2 6,-22 1 45,-18 1 50,-15 4 61,-3 3 29,5 7-23,10 7-78,9 7 277,8 7-406,3 3-28,14 21 11,4 3-17,15 21-17,-9-12 1,1 0-17,9 15-59,-10-9 0,-2 2-938,-4 18 271,-9-21 1,-4 1-5028,-12 26 5792,-6-18 0,1-20 0,5-15 0</inkml:trace>
  <inkml:trace contextRef="#ctx0" brushRef="#br0" timeOffset="337580">22391 12005 22554,'2'-3'3864,"0"0"-3029,-2 3-779,-10-11 0,-27 12-23,5-10-22,1 11 1,-2 2 21,-10-3 29,-13 1-12,19-1 40,8 1-56,21-1 22,3 3 11,4 2 0,0 5 17,1 5 6,5 16-62,-2-7 0,5 18-6,-3-12 17,-1 9-16,-1-2 27,-4 2-22,-3-10-45,0-4 23,0-12 16,2-9 359,0 0-374,5-20-7,3 0 0,13-21 0,1 7 0,10-3 0,1 9 0,-5 9 0,7 4 0,-6 9 0,13 15 0,-7 5 0,1 14 0,-15-7-35,-6 6-88,-14-4-118,-13 6-829,-29 3-442,-7-10-230,17-14 1,0-3-2623,-10-1 4364,4-6 0,26-3 0,1-1 0</inkml:trace>
  <inkml:trace contextRef="#ctx0" brushRef="#br0" timeOffset="337763">22169 11953 22835,'42'-15'498,"1"0"1,-1 0-1,18-5 1,-5 4-298,7 6-150,-15 5-29,2 1-1269,-14 4 1247,-3 5 0,-11-3 0,-12 3 0</inkml:trace>
  <inkml:trace contextRef="#ctx0" brushRef="#br0" timeOffset="338020">21919 12708 23439,'-3'3'2722,"1"-2"-2134,2-1-465,89-13-2073,-28 3 1944,-17 3 1,6 0-1,-3 0-42,-1 1 1,-2 1-135,1 1 0,0 1-230,-4 1 1,0 2-1065,-7 1 1,-3 2 1475,13 5 0,-22-1 0,-15-1 0</inkml:trace>
  <inkml:trace contextRef="#ctx0" brushRef="#br0" timeOffset="338213">21905 12935 27034,'41'-13'70,"0"0"0,0-1 0,18-5 0,-3 2-22,-11 6 0,-3 2-32,-3 0 1,-1 0-138,-4 2 1,-1 1-2792,18-4 2912,-18 5 0,-16 3 0,-11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B316-B77A-2E8C-722D-B3625C611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0E632-7BA9-A9E7-D33D-3E96D41AF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4A67-B7A3-8960-E67A-3E69FDC3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B2FD2-8946-9F38-E742-0D2651DD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A11F4-F576-B974-5800-847DE210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6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31D9-CF60-8B3F-C8E8-049720F5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487B5-9365-E93A-CB31-5B04EF930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CF5F5-8C33-508E-2B24-F21F5E26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8E18A-4103-55A3-B4B0-8426C972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A65D4-7240-87FC-F6FD-D0363166E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8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6E21-8753-9589-B9A9-C0D53149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CEEF1F-33F9-A00A-8887-03D705A37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D2E66-98FD-367E-52AD-01736DA98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BADF0-3A70-537F-A585-CAD32997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339B-55E8-5C10-1C36-AC9D5B934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9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1AF40-67A2-CAB7-A911-44269979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AA66B-7E9B-E6D9-0A93-A597E75CD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1DEAD-9EFA-5951-14E0-F9B21613D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129C2-0D78-95E2-C5DD-7214BC907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E77E6-185A-3988-16A0-AF8078DC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31E88-401F-5C4F-759C-D31CC8628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E5418-B45D-FC70-B859-C0456E01A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53917-3FD2-BACF-72BE-A290D7A41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12D114-7845-98E9-CB4D-16F213A15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71233-47B6-0DA1-7B44-3F89B41A5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D8F8D9-703B-1C93-16A2-984BE6BDBA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1B66C6-DF50-8507-D9CC-57BD7467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AF99D0-01A6-31B8-7C85-8475F63F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31CAC-BE20-0AE2-D090-D565C4FFB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31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E5F1-1CA1-3552-E238-C818A029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D0501-4D52-8E46-7B00-3B2094CB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C57D0-E7C6-1DE6-379C-E84B8DE49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13FB3D-DEDC-5FE8-30AD-67C971A8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256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B33BC-6B52-2B9C-CC0E-9B0DB1A6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FBABB8-7BFA-1E13-ADA3-4620747D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EAE67-4155-85F4-E327-2DB4D5799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6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11BD7-51C4-AACD-69B8-E453CD56B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3C52-0E3B-A31A-2086-988DE051F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4FC4F0-4E4D-B7AF-EF9C-C7D06953E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7EC2D-C1A8-5520-CC7C-5E168986E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1114B-590D-F7A0-15FD-848BA791D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8496E-3459-6445-96FE-96747EEF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79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AA2CC-F038-F0B4-93CC-E299EB719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8987A1-5BCC-907E-417D-A2993723AD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C246F-2CA4-1704-3418-1E6C3338F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552BAE-FE76-BC8A-AC41-E00080F1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D46B5-AC43-3B14-18DD-D9B0D7D91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F2994-A787-9805-317B-4C093626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497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97E73-2BB1-92E8-7E53-C2DB7303E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2D14E5-8773-31D7-44B0-0329BE769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CC611-AD4B-3CDA-6557-C8AF25E3F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53599-7DBD-D46A-0812-9B4F52AB4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075AD-ACF0-E89A-5905-B05043CA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6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A830A-13DA-257D-7748-9D981F839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0B4D3-F58F-CB01-B188-9F5BFE14C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94C3A-336B-D1DA-16E8-D44048357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B24B5-6F1C-330A-1EA6-A13A799E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6B8CF-532A-5AA6-97EB-DEA38993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41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6BD9E3-5B3C-90B3-1E61-372206AB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AA80D-573B-4435-3DC4-210CDDFE0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CB20-2263-7D7B-8D96-C5B014001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C4979-4B00-1E45-872A-A91805EA84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10270-168F-79D2-12D7-AD008F268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76571-F75C-E40F-BB64-A5B332919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2F131-1F29-ED42-B8C7-67992AA61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52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5F117370-6741-7705-1AB2-9511319EA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2B20C4-6A8D-8CD4-9D09-908F39593D24}"/>
                  </a:ext>
                </a:extLst>
              </p14:cNvPr>
              <p14:cNvContentPartPr/>
              <p14:nvPr/>
            </p14:nvContentPartPr>
            <p14:xfrm>
              <a:off x="694440" y="763200"/>
              <a:ext cx="8394480" cy="2080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2B20C4-6A8D-8CD4-9D09-908F39593D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5080" y="753840"/>
                <a:ext cx="8413200" cy="209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457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5C8F2-DAC4-0B01-83E6-EE96E733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ABD5701-C9F1-3E38-B627-740E4C7A5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9788DD60-0320-AD35-997E-4E60E15FF1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C5FD7E6-2FF5-4AE4-AF95-C17FC75DD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772400" cy="52135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6FF6210-5050-D35D-4ABF-0E5B6908E87D}"/>
                  </a:ext>
                </a:extLst>
              </p14:cNvPr>
              <p14:cNvContentPartPr/>
              <p14:nvPr/>
            </p14:nvContentPartPr>
            <p14:xfrm>
              <a:off x="280800" y="97560"/>
              <a:ext cx="11640960" cy="664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6FF6210-5050-D35D-4ABF-0E5B6908E87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1440" y="88200"/>
                <a:ext cx="11659680" cy="666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739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B028DD-8937-1932-582A-E581DC297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A1F61-C6BE-6771-9BC1-232731CC4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4B85FAF2-7B48-E689-3E5E-9B06F5FD3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1A2375C-C848-99A3-1D97-32E4EBA0858F}"/>
                  </a:ext>
                </a:extLst>
              </p14:cNvPr>
              <p14:cNvContentPartPr/>
              <p14:nvPr/>
            </p14:nvContentPartPr>
            <p14:xfrm>
              <a:off x="1208520" y="647640"/>
              <a:ext cx="10937880" cy="1540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1A2375C-C848-99A3-1D97-32E4EBA085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9160" y="638280"/>
                <a:ext cx="10956600" cy="1559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244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B454B-7CE3-7104-8641-69E815D6D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814C6F-2BCC-89D1-8C11-5D748F431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3E5D904D-9073-5774-7C07-EFC1E255E6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C202FC1-9884-5DA2-1C8D-497E9E2B714E}"/>
                  </a:ext>
                </a:extLst>
              </p14:cNvPr>
              <p14:cNvContentPartPr/>
              <p14:nvPr/>
            </p14:nvContentPartPr>
            <p14:xfrm>
              <a:off x="23040" y="93600"/>
              <a:ext cx="10179000" cy="6491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C202FC1-9884-5DA2-1C8D-497E9E2B71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80" y="84240"/>
                <a:ext cx="10197720" cy="65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679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F5A1A3-8ED7-575A-22D0-47D3AEE63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EEF3073-7EA6-2999-4B81-9B68F8FEB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24855040-10BE-5200-1D29-D1F4AAC67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094551-D5B1-A141-C231-5311D3E20111}"/>
                  </a:ext>
                </a:extLst>
              </p14:cNvPr>
              <p14:cNvContentPartPr/>
              <p14:nvPr/>
            </p14:nvContentPartPr>
            <p14:xfrm>
              <a:off x="357120" y="686520"/>
              <a:ext cx="8728920" cy="4473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094551-D5B1-A141-C231-5311D3E201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760" y="677160"/>
                <a:ext cx="8747640" cy="449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643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6FD7C-FBA5-F7FF-0CBA-29C7929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3B93A-4155-514E-7C1C-B7204AEAD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5874AE96-BBCD-9446-6C30-0BC2D64361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1BEFEDD-7C0D-54CB-E4B4-B29301298875}"/>
                  </a:ext>
                </a:extLst>
              </p14:cNvPr>
              <p14:cNvContentPartPr/>
              <p14:nvPr/>
            </p14:nvContentPartPr>
            <p14:xfrm>
              <a:off x="0" y="96840"/>
              <a:ext cx="10730880" cy="642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1BEFEDD-7C0D-54CB-E4B4-B293012988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87480"/>
                <a:ext cx="10749600" cy="644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08663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F1E03A-3016-D523-DA53-0C842EA5D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D18F55-531D-697F-5F16-32152E5DF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white and blue gradient&#10;&#10;AI-generated content may be incorrect.">
            <a:extLst>
              <a:ext uri="{FF2B5EF4-FFF2-40B4-BE49-F238E27FC236}">
                <a16:creationId xmlns:a16="http://schemas.microsoft.com/office/drawing/2014/main" id="{DD243924-E792-B78E-3C2A-3C9B03B007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3315F0D-3991-D2FA-066F-2221B96B85B5}"/>
                  </a:ext>
                </a:extLst>
              </p14:cNvPr>
              <p14:cNvContentPartPr/>
              <p14:nvPr/>
            </p14:nvContentPartPr>
            <p14:xfrm>
              <a:off x="867960" y="2316240"/>
              <a:ext cx="5308560" cy="3020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3315F0D-3991-D2FA-066F-2221B96B85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8600" y="2306880"/>
                <a:ext cx="5327280" cy="303948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33F9470-917D-792F-28E0-147E66F7E9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772400" cy="54268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EC5B4E4-E990-963C-0B5E-7E3D7993A85E}"/>
                  </a:ext>
                </a:extLst>
              </p14:cNvPr>
              <p14:cNvContentPartPr/>
              <p14:nvPr/>
            </p14:nvContentPartPr>
            <p14:xfrm>
              <a:off x="259920" y="400680"/>
              <a:ext cx="10054800" cy="62708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EC5B4E4-E990-963C-0B5E-7E3D7993A8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0560" y="391320"/>
                <a:ext cx="10073520" cy="628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6752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2026-03-16T09:51:17Z</dcterms:created>
  <dcterms:modified xsi:type="dcterms:W3CDTF">2026-03-16T10:57:18Z</dcterms:modified>
</cp:coreProperties>
</file>