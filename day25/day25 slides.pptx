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09:30.4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2726 2883 23819,'-3'-39'580,"0"1"0,-1-24-575,3 65 62,3 9 34,2 14 34,1 16-6,1 15-206,-5-25 1,0 1 109,-3 1 1,0 0 11,-4 28-17,-1-11 28,1-16 230,4-15 307,1-12-139,1-13-297,1-12-51,3-16-50,5-16-11,5-9-23,-6 27 1,2 1-12,12-27 11,3 7-22,2 10 220,1 13-236,2 11-24,3 14 1,1 13-22,1 9-79,1 13-96,-2 5-189,-1 4-253,-3 0-286,-1-4-72,-1-6 40,-3-10 396,0-11 533,-3-17 140,0-11 129,-2-15 139,-1-7 57,-1-2 39,-2 1 78,-3 8-11,-2 10-207,-6 11-208,-2 7-27,-3 9 16,1 6-27,2 11-18,2 8-16,2 7-23,7 2 1,8 0-12,11-5 6,7-9 11,3-10 39,-3-13 39,-5-12 29,-5-13 78,-6-11 84,-4-8 39,-8-5-39,-5-3-107,-8 0-27,-3 2-18,-2 7-50,0 11-44,1 11-163,1 11-235,1 7-561,0 11-1399,0 12 2335,1 17 0,1-15 0,1 1 0</inkml:trace>
  <inkml:trace contextRef="#ctx0" brushRef="#br0" timeOffset="842">3987 2879 22604,'0'-6'3327,"0"1"-2756,0 5-268,-8-63-219,6 47-95,-6-44 16,14 71-33,4 12 34,6 15 5,-1 10 0,-4 6-5,-5 2-29,-6-3 35,-2-10 4,0-12 35,0-15 38,0-12-55,2-14 5,1-11 23,3-14-17,1-11-1,6-7-16,1-2-5,5 4-23,1 7-6,1 13 1,1 11-29,1 11 34,3 4 45,2 10-45,4 8-11,2 12 5,-6 10 0,-6 6 6,-10 2-5,-6 1-1,-7-6-5,-2-8 33,-2-10 40,3-10-23,2-10 0,2-11-22,2-12-28,3-13 22,7-6 0,5-1-11,6 3-11,0 8 6,0 10 10,-1 10 1,-1 8-1,1 11-16,2 8 0,-1 12 11,0 5 6,-1 3-12,-1-1-22,0-5 34,1-7 16,-7-10 0,4-10 6,-4-13-11,7-13 6,2-13-1697,-11 6 0,-1-1 1697,3-15-1,-3-9 33,-9 8 96,-2 11 68,-1-10-23,-2 17-34,0 9-44,0 6 3307,2 7-3419,0 5 73,4 5-84,13 15-1,8 7 6,5 6 6,14 12-545,-6-2 530,-14-13 1,-2 1-26,-3-1 1,-5 2-195,-6 4 0,-5-1 60,-6 11-437,-26 8-733,-2-27-2292,-9-1 3630,10-10 0,14-9 0,10-4 0</inkml:trace>
  <inkml:trace contextRef="#ctx0" brushRef="#br0" timeOffset="1083">5408 2583 23237,'-3'1'2476,"0"-1"-1933,3 0-2022,72-37-182,-37 25-2221,20-10 1,2 2 3082,-9 13 0,-7 2 0,-18 2 0</inkml:trace>
  <inkml:trace contextRef="#ctx0" brushRef="#br0" timeOffset="1250">5643 2803 21618,'-6'5'4212,"1"-2"-3187,5-3-750,0 0-740,15-7-8408,38-17 8873,-2 1 0,4-1 0,-33 13 0</inkml:trace>
  <inkml:trace contextRef="#ctx0" brushRef="#br0" timeOffset="1759">6919 2340 25073,'1'-37'8,"0"-1"1,-8-21 814,-35 61-834,-2 1 0,-3 2 286,4 1-287,4 0 1,12-1 149,-5 8-138,9 4 462,-10 11-451,4 6-22,8-3 17,0 24 5,15-10 0,1-10 0,2 1-171,3-3 1,0 0 181,-1 3 0,-1 0 3,-3 2 1,0 0-4,-3 1 1,-1-1-7,-1-2 1,-1-2 34,-7 22 5,4-17 11,7-16 0,5-12 179,11-7-150,8-3-63,18-1-38,11 0-130,9 0-946,6 0-2397,-28-1 0,-1-1 3268,24-1 0,-21 0 0,-16 0 0</inkml:trace>
  <inkml:trace contextRef="#ctx0" brushRef="#br0" timeOffset="2600">7764 2722 21523,'0'-49'1096,"1"0"1,-1 0-1,1-16 1,0 8-375,-1 3-268,0 23-309,0 18-122,0 9 10,1 13-16,4 13 6,1 20-23,0 21-531,-4-23 0,-1 3 352,-3 5 0,-1 2-569,0 3 1,-1 1-2491,0 0 1,0-1 3237,1-8 0,0-4 0,2 9 0,1-24 0</inkml:trace>
  <inkml:trace contextRef="#ctx0" brushRef="#br0" timeOffset="2983">8250 2931 27051,'10'-45'231,"-1"0"1,0 5 0,-3 11-260,-5 23 11,-1 13-17,0 10-123,0 15-470,-7 14-1787,-3 11 1952,0-22 0,0-2 0,-1 5 0,0-3 0</inkml:trace>
  <inkml:trace contextRef="#ctx0" brushRef="#br0" timeOffset="3426">8894 2590 21909,'1'-9'3266,"0"3"-2740,6-30 1,1-4-292,-5 18-59,6-22 1,-2 7-59,-7 34-90,-1 3 16,-6 15 18,-12 28-51,3-6-11,2-3 0,0 2-11,-2 18-156,9-21 0,0 1 162,2 25 10,18-8-5,0-23 12,17-9 38,-3-22 6,10-12 17,4-15 28,-1-13-9,-18 9 0,-2 0-47,5-15-290,-11 11 0,-3-1 329,-4-14-11,-2-9 341,-15 7-319,-4 21-84,-5 11-17,-5 17-55,4 12-85,-6 7 424,2 14-1577,2 27 228,9-12-1603,6-6 0,2 1 2674,3 7 0,1-7 0,1-16 0</inkml:trace>
  <inkml:trace contextRef="#ctx0" brushRef="#br0" timeOffset="3633">9455 2834 23455,'2'-5'3557,"-1"2"-3137,-1 3-168,30-62-179,-21 45-51,8-18 1,-2 8-40,-13 27 11,-1 20-39,-5 10-291,-5 21-252,-2-8-4380,-9 16 4120,5-17 0,1-7 0,7-15 0</inkml:trace>
  <inkml:trace contextRef="#ctx0" brushRef="#br0" timeOffset="3900">10153 2393 24239,'1'-9'1462,"12"-24"0,2-3-1008,-4 12-334,4-12 1,0 3-37,-11 23-73,-2 6-17,-1 7 29,-1 21-12,-3 13-25,0-6 0,-1 4-841,-2 4 1,-1 2 753,0-6 0,0 0-462,-3 15 1,-1 2-4354,4 0 1,1-2 3378,-1-10 0,1-2 0,3 1 0,1-9 1,2-19-1</inkml:trace>
  <inkml:trace contextRef="#ctx0" brushRef="#br0" timeOffset="4110">10596 2876 23147,'2'-4'2515,"0"0"-1171,-2 4-1321,17 17-51,-12-5-213,12 24-4256,-18 5 4497,-3-4 0,0-5 0,0-20 0</inkml:trace>
  <inkml:trace contextRef="#ctx0" brushRef="#br0" timeOffset="4743">11096 2619 21399,'18'-61'1421,"0"1"0,-2 6 0,-4 10-1118,-13 22 229,-6 7-437,0 10-56,-7 6-16,-1 15 5,-6 16 5,-4 15-248,12-17 0,2 1 215,1 2 0,2 1 5,2 0 1,2 1 5,8 28-33,14-9 11,15-15 5,11-14 0,5-14 23,2-18 6,-3-15 38,-3-18-8,-24 14 1,-1-2-212,-2-4 1,-2-1 190,-3-2 1,-2-1 5,-3-1 0,-3 0 14,-1 3 1,-3 0 63,-8-27-16,-7 12-39,-8 15-62,-5 13 11,-2 11 446,-2 15-508,-1 13-201,1 16-756,1 17-2134,17-20 1,1 2 3141,2 0 0,2-3 0,-2 11 0,7-17 0</inkml:trace>
  <inkml:trace contextRef="#ctx0" brushRef="#br0" timeOffset="4983">11769 2749 22531,'0'-6'1064,"0"1"73,0 5-890,20-27-23,-16 42 17,8-11-123,-24 49-230,-6 4-2023,-1-4 1640,5-10 0,5-18 0,6-13 1</inkml:trace>
  <inkml:trace contextRef="#ctx0" brushRef="#br0" timeOffset="5426">12396 2546 20585,'8'-48'1009,"-1"0"1,0 0-1,2-15 1,-2 5-433,-3-2 795,-5 19-1148,-2 17 230,0 12-442,0 11 181,2 15-193,0 18 0,-1 24-36,1-19 0,-1 2-237,-1 6 0,0 2-685,0 2 0,-1 0 325,1 5 1,1-3 0,-1 7 0,2-10 0</inkml:trace>
  <inkml:trace contextRef="#ctx0" brushRef="#br0" timeOffset="5866">13086 2081 24890,'8'-44'183,"1"-1"0,-1 5 1,6 10-123,20 23-22,5 4-22,1 7 0,1 3 33,-4 5-39,8 4-31,-16-5 37,11 3 13,-15-6-30,3 3 28,-5 0 68,-6 9-46,-8-4 45,-1 15 40,-4-1-57,2 15-61,2 11-12,0-14 1,2 0-12,4 19 12,-2-13 0,2-1-283,-4-14 1,-1-2 242,2 8 1,-2 1-18,-2-3 1,-5-1-362,-10 3 0,-8-1-358,-3-7 0,-5-2 109,-3-1 0,-5-4 661,-20 1 0,3-7 0,11-4 0,7-4 0,0-1 0</inkml:trace>
  <inkml:trace contextRef="#ctx0" brushRef="#br0" timeOffset="7116">15885 2915 22621,'16'-53'1189,"1"0"0,-5 12 1,-1 6-1039,-3 9-39,-7 24-106,-11 37-169,-11 22-470,2-9 0,-3 5 101,2-10 1,-2 2-1,2-5 1,1-2 0,2-3-1,-2-1 1,1 0-1</inkml:trace>
  <inkml:trace contextRef="#ctx0" brushRef="#br0" timeOffset="8809">16957 2765 20050,'17'-61'1033,"0"1"1,0-1 0,-2 5 0,-1 1 0,-5 5-695,-10 4 1,-4 6-100,-6-20 102,-20 5-34,-12 27-224,-5 8-67,1 15 0,-4 42-34,26-4-9,-1 20 1,3 4-369,13-26 0,2 1 396,-2 15 0,0 9 0,4-5-376,5-7 0,4 0 368,3 16 1,5-2 2,-2-25 1,5-5 16,11-3 0,1-5 42,0-7 151,29-26 45,-30-19-121,-7 4 1,-1-3-15,-5 1 1,-2-1-37,1 1 1,-1 0 52,9-24 510,-2 12-605,-5 14 965,-3 13-1004,-6 24 11,-2 21 17,-3 29-31,-2-16 0,-1 4-974,-3 13 0,-1 4 949,1-13 0,-1 2 0,-1 2-37,1-8 1,0 0-1,0 2 1,-1 0-55,-1 5 0,-1 1 0,0 0 0,-1 1-45,0 1 0,0 1 1,-1-1-1,-1 0-419,0-3 0,0-1 0,-1 0 1,1-3 554,-5 7 0,1-3 0,-1-4 50,-4 3 0,0-9-77,-10-8 100,18-38 16,15-29 1,8-11-51,4-3 0,5-3-473,0-1 1,2-4-1,2-1 454,4-1 1,3-1 0,1 0-103,-4 11 0,1 0 0,1-1 0,1 0 91,1 0 1,2-1 0,0 0 0,0 1-17,1 1 0,0 0 0,1 1 0,0 0-10,-1 2 1,1 1-1,-1 0 1,0 1-3,9-9 1,-1 0-1,0 2-240,-4 4 0,-1 2 0,0 0 225,-3 5 1,-1 0-1,-1 2 410,9-11 0,-1 2-354,-5 6 1,-2 3 22,-5 5 0,-2 4 1625,7-9-1564,-15 16 1815,-18 21-1775,-17 19 55,-18 18-128,12-11 0,0 2 455,-1 5 1,0 1-490,3 0 0,3 2-22,5-2 0,4-1 11,6-4 0,5-1 606,14 20-590,15-16 18,12-17 11,6-15 0,2-18 11,-1-13 67,-4-14-39,-23 17 0,-2-1-106,-3-3 0,-2-1 120,-2-2 0,-3 0-12,-2 0 1,-3 0 98,-8-28-17,-8 9 520,-11 12-582,-5 12-55,-3 13-79,1 11 28,-1 16-17,3 13-28,3 15-145,6 11-354,9 5-391,14 2-701,18-6-1355,20-11 370,-13-26 0,4-4-1311,3-3 0,2-4 2610,3-3 1,0-3 1321,1-4 0,0-3-30,1-4 1,-1-3 2762,-1-2 1,-1-3-259,-3-1 1,0-3-976,-5 1 0,-2-1-403,-4 0 1,-2 0 192,14-26-293,-8 1-246,-8 1 101,-8 8-471,-10 11 463,-14 15-737,-13 15 379,-17 19-450,15-3 1,0 3-26,-3 5 0,0 3-198,1 3 0,2 1 193,2 1 0,4 1-9,4-2 0,3 1-60,-1 24 46,18-13 17,14-15 17,15-14-6,8-16 1,-7-8 24,-8-9 0,-2-3 71,9-18-29,-11 10 1,-1-1 105,5-23 7,-6 3-40,-8 6 623,-3 13-617,-5 11-40,-2 11-89,-2 5-28,-4 23 5,0-5 1,-12 44-6,3-8-1059,4-13 0,1 0 1059,-1 14-64,8-17 1,5-3 52,16 6-6,19 6-17,14-27 1,10-22 24,-29-4 1,0-4 13,2-7 1,0-4-346,0-4 1,0-4 336,-1-4 0,-3-4-408,-1-6 1,-2-3 415,-11 12 1,0-1 0,-2-1-3,0-4 1,-1 0 0,0-1 7,0-1 0,-1-1 1,-1 1 10,-1 3 1,-1 0-1,-2 2 56,3-13 1,-4 3 791,-5 12 1,-3 3-871,-12-10 134,-7 23-134,-4 17 772,-3 23-772,-2 23 0,11-5 0,1 4-379,-1 13 1,1 5 378,6-13 0,1 2 0,1 1-25,0 5 0,2 3 1,2-1-546,1 4 1,3 1 0,2 1 271,3-10 0,2 2 0,1-2 0,-1-4 0,-1 11 0,2-5 1,5-3-1,1-1 0</inkml:trace>
  <inkml:trace contextRef="#ctx0" brushRef="#br0" timeOffset="9267">20114 2287 23543,'50'-21'-700,"0"0"0,0 0 0,0 0 0,-1-3 0,-3 1 0,0 6-3168,19 11 1,-7 7 2764,-4 5 1,-9-3-1,-25 1 1</inkml:trace>
  <inkml:trace contextRef="#ctx0" brushRef="#br0" timeOffset="9417">20320 2461 23159,'-50'22'995,"1"1"0,-2-1 0,23-8-687,33-14-213,16-7-216,11-4 1,5 0-376,5-3 1,2 0-578,4-2 0,1 0 1073,14-4 0,-5 2 0,-16 5 0,-11 2 0,0 1 0</inkml:trace>
  <inkml:trace contextRef="#ctx0" brushRef="#br0" timeOffset="10166">21433 2232 19277,'0'-5'1938,"4"-27"0,4-8-1238,11-3-1215,-7 0 0,3 0 963,27-4-173,-3 18 285,15-2-504,-14 15 228,-2 15-250,-21 10 72,-2 38-44,-20 6-461,-4-9 0,-6 2 399,-10 1 0,-5 0-667,5-13 0,-1 1 1,-1-2 680,-6 8 0,-1-2 2,-6 6 1,2-2-73,13-14 0,3-1 185,-11 20 167,33-18-27,46-26-207,9-9-75,-12-3 0,7-2 0,-2-1-514,10-3 1,2-1 526,-14 4 0,3-1 0,0 0 0,-7 2 0,4-2 0,-5 2 0,-5 1 0,1 1 0</inkml:trace>
  <inkml:trace contextRef="#ctx0" brushRef="#br0" timeOffset="22025">7836 3694 7750,'-7'3'4363,"2"0"-1445,5-3 1804,0 0-3971,-17-1-242,12 1-134,-14-1-56,12 1 1,-5 2 0,-6 2 27,-6 3-157,3 0 426,-12 1-179,13-4-23,-6 0-33,13-3-62,8-1-111,3 0-180,2 0 5,3 2-5,1 0 6,5 2 0,1-1-17,5 0 0,2 0-12,4 1 6,3-1-11,1 1 6,5-2 11,1-1-6,1-1 0,2-1-5,1-1-6,4-1 5,4-2 23,2 1-22,1-1-12,0 2 1,-2 1-6,0 2 16,-2 0 6,0 0-16,-2 0 22,-1 0-17,-3 0-6,1 0 0,1-1 18,1 0-12,3-1-6,3-1 12,-1 0-6,1 1 0,-3-1 16,1 1-16,-1-1 12,-2 1-1,-2-1-28,-5 1 11,-4 0 6,-4 1 0,-1 1-5,-3 0 10,1 0-5,0 0-16,2 0 16,1 0 0,1 0-17,0-1 11,1-1-5,-3-2 11,-1 0-22,-3 0 22,-3 0 22,0 1-33,2 2 5,3-1-22,2 1-22,3 0 33,2 1-17,0-1 23,1-1 11,-2 0 5,-2-1 24,-2-1-40,-2 1-1,-1 0 6,-2 0-11,2 2 12,3 0 5,2 1-6,1 0 23,-1 1-11,-2-1 5,-1 0-11,1 0 0,-1-1 0,1-1-23,-4-2 23,-2 0 12,-4 1-7,-3 0-5,-1 2-5,-1-1 16,-1 2-11,1-1-11,-3 1 11,0 0-12,-2 0 18,-1 0 0,-1 0-1,2-1 1,2-2-12,4-1 24,4-2-13,2 1-17,0 0 19,-2 1-7,-3 0 11,-4 2 28,-3 0-17,0 0-10,0-2-12,3-1 11,2 0-6,1-2-10,1 2-6,-1 0-1,-3 2 12,-2 1 17,-3 2 577,-2 0-527,-2-4-39,0 0 22,-2-5 18,0 0 10,-1-1 12,-1 2-12,-2 0-5,-2 1-28,-2 0-1,-2 0 24,-1 0 4,-1 0 1,1 1 56,-2-2-90,7 2 51,-1 0-17,7 2-12,1 2-33,1 1-39,1 1 28,13 3-6,2 1-5,6 2-1,7 5 1,-1 0-17,7 6-6,7 12 17,-10 0 0,-3 3 17,-13 2-17,-10-6 5,-5 7 12,-12 3-45,-3-10-280,-9 1-319,7-14 627,-13 0 0,20-10 0,-8 2 0</inkml:trace>
  <inkml:trace contextRef="#ctx0" brushRef="#br0" timeOffset="24017">7810 3762 22021,'-42'-6'1009,"8"1"-690,19 3 146,-5 2-185,-1 0 22,-6-1 29,5 0-141,5 0 303,0-3-241,8 1-11,-1-2-45,7 2-50,1 1-45,2 2-107,6-1 40,5 1-6,12-1-17,-1 1 28,23 0-22,-7 0-12,18 0-10,-3 1-388,5 0 398,-26 0 1,2 0-6,1-1 0,1 1 5,2-1 1,1 1 5,0 0 1,1 0-10,0 0 1,0 0 0,0 1 0,1 0-9,-2-1 1,0 1 13,0 0 0,-2-1 4,20 0-7,-15 0 1,0-1 16,15-3-25,-15 2 1,1-1 7,-9 0 1,-2 0 2,0 0 1,0 0-47,25 0 43,-7 2-10,-7 0 16,-5 0 0,-3 0-5,-2-1 16,-1-1 381,0-2-398,3-2 46,1-1-45,3-1-12,-1 0 0,-4 2 23,-3 1 0,-4 2-28,-3 2 11,-3-1 0,-2 1 11,0-1 0,1-1-11,3-2 0,4 0 11,5-3-5,1 1-6,1 0 6,-6 1-1,-4 3-5,-7 1 0,-3 1 6,-3 1-12,0 0 6,1 0 11,2 2-16,2-2 10,3 1-5,2-1-5,0 0 10,-1 0-16,-6 0 22,-3 0 6,-5 0-17,-2 0 0,1 0 0,1 0 0,2 0-5,2 0-1,1 0 6,1 0 11,-2 0-5,1 0-6,-3 0 0,1 1 0,-1-1 0,0 2-6,0 0 17,0-1-5,0 1-6,-1-1 0,0-1 0,1 1 0,1 0 0,0-1 11,-1 1 0,-4-1 12,-2 0 772,-2 0-739,1-3-6,-1 1-10,2-2 10,-1 2 6,-1 1-22,0-2 5,0-1-6,-1 0-21,-2-2 27,-1-3 11,-3-3-27,-2-3 16,-2-4-6,-2-1-44,-1-1 17,-2 1-1,-1 2 1,-3 2 5,-4 3-5,0 4-1,1 1-10,2 4 33,3 2-11,4 1-17,3 1-6,4 0-5,2 0 0,3 0-34,2 0 56,0 6 0,2 2-16,3 6-7,4-1 18,4 0-34,4 0 28,4 0 11,2 0-11,4-2 39,1 0-27,0 0-1,-2-1-11,-4 2-28,-6 0 17,-2 1-1,-5 3 18,0 2 0,-3 1-1,-1 3 23,-3 3-17,-1 2-27,-4 0 16,-3 0 0,-4-2 5,-1-2-22,1-3 1,1-5-287,-1-5-1920,-5-4 2223,0-2 0,5-3 0,2-1 0</inkml:trace>
  <inkml:trace contextRef="#ctx0" brushRef="#br0" timeOffset="52150">7390 4747 23035,'-16'-6'504,"5"2"-313,16 4 38,6 0 29,5 0 28,9 0-12,10 0-11,12-1-39,12 0-145,-23-1 0,2 0-513,4 0 0,2 0 490,7-1 0,1 0-3,3-1 0,3 0-746,2 1 1,1 0 720,2-1 0,0 2-14,-1-1 0,1 0-487,-1 1 0,-1 0 484,1-1 0,0 0 0,-1 1 1,0-1 1,-18 1 0,-1 1 0,1-1-10,-1 0 1,1 0 0,0 0 1,1 0 1,0 0 0,-1 1-5,0 0 1,0 0 0,0 0 4,20 0 0,-1 0-6,-2 2 0,0-1-3,-1 0 0,0 1 8,-1-1 1,0 1 5,1-1 1,-1 0-1,-1-1 0,0 0 0,0-1 0,-1 0-8,-2 0 0,-2-1 0,-1 0 0,-2 0-188,-3 0 1,-1 1 192,-2 0 1,-1 0-9,-2 1 0,0 0 0,0-1 0,-2 1 5,-1 0 1,-1 0-1,-2 0 1,0-1 483,29 0-467,-5-1-5,-3 1-23,-4-1 6,-2 1 23,-2 0-23,2-2-6,1 0 12,3-2-1,2-1 7,1-1-7,1 0 1,-1-1-4,-23 4 1,-1 1 3,9-2 1311,9 0-1311,-28 3 1194,4 0-1188,-8 0 550,2-1-557,-8 1 303,7-2-286,-5 1-5,5-2-12,-1 0 12,-3 0 17,-2 2 39,-6 0 16,-4 2-33,-2-2-28,-4 0-5,-6-4-12,1 2 0,-7-1 17,5 1 17,-2-2 5,0-2 51,-4-6-73,4 3 39,-10-6 12,2 6 21,-8-2 1,0 2-6,3 4-16,6 3 10,8 2-27,6 2-23,4 2 6,1 0-45,4 0 11,1 1-5,10 3 11,6 3-23,10 2 0,8 2 12,16 8-6,-17-5 17,11 17-28,-26 2-6,-6 14 6,-20 6-155,-10-20 1,-3 0-2210,-18 20-5026,-3-5 7401,12-17 0,17-20 0,1-2 0</inkml:trace>
  <inkml:trace contextRef="#ctx0" brushRef="#br0" timeOffset="58375">16071 5528 13508,'4'-8'8648,"-1"3"-7242,-3 5-499,0 0-302,-24-60-196,4 39-286,0-13 1,-2 4 16,-12 23-62,0 9-50,3 9-17,4 9-11,8 10 0,7 6 23,10 6-23,10 3-12,10 5-313,11 1 297,8 0 20,-17-26 0,2-2-15,21 19 46,-4-9 21,-11-11 35,-13-8 2,-45-12 0,-17-5-75,-13 0-283,19 1 1,-5-2-1,3 2 257,3-1 1,3 1-334,-22-1-775,23 2-2429,21-1 3557,24 2 0,-4-1 0,8 1 0</inkml:trace>
  <inkml:trace contextRef="#ctx0" brushRef="#br0" timeOffset="58926">16467 5681 25097,'17'-50'584,"1"0"1,-2 6-1,-5 9-382,-9 24-85,-3 8-84,-4 13 14,-6 12-19,-5 16-17,-2 10-5,2 7 16,5-1 13,9-6-41,10-8 20,10-11-3,8-11 40,2-9 22,-3-13 50,-2-10 17,-4-11 0,-2-8-23,-2-5-49,-1-3-18,-1-1-39,0 6-16,-1 7-96,-4 11-258,-2 10-749,-3 6-2718,1 11 3826,6 6 0,-5-4 0,3 0 0</inkml:trace>
  <inkml:trace contextRef="#ctx0" brushRef="#br0" timeOffset="59375">17050 5473 24323,'-1'-5'2941,"0"1"-2051,1 4-867,-11-22-1,11 44 1,-8-5-7,8 15 1,3 7-12,-2 5 1,-1 0 6,-2 15 21,0-21 1,-1-4-23,-2 0-5,-1-1 50,3-13 100,1-11-59,4-13-97,1-10 0,5-13 0,4-7 0,12-16 0,4 7 0,11-5 0,-8 20 0,10 5 0,-5 11 0,9 4 0,10 18 0,-9 9 0,-4 7 0,-12 10 0,-19-4 0,-6 8 0,-22-1 0,-7-18 0,-4-1-69,-16 6-141,6-10 0,-1-4-876,-14-4-1496,-8-5 2582,9-15 0,26 6 0,10-7 0</inkml:trace>
  <inkml:trace contextRef="#ctx0" brushRef="#br0" timeOffset="59792">17632 5530 26659,'19'52'386,"0"-1"1,-2-2-1,-5-5-318,-15-1 49,-6 7-10,-3-14 10,-6 7 23,6-19-50,2-8 124,6-23-214,2-2 0,-1-35 0,2-3-285,1 10 0,1-2 285,3 0 0,0 1 0,2-1 0,1 0 0,8-20 0,-5 28 0,2 2-2,16-14 2,4 5 0,9 9 0,-2 19 0,-7 5 0,11 11 0,2 21 0,1 11-251,-20-9 1,-2 2 250,-6 2 0,-3 0 540,7 22-770,-12-12 0,-4 2-650,-7-13 1,-2 0-4037,-2 13 1,-1-3 4042,-9 7 0,1-20 0,11-21 0</inkml:trace>
  <inkml:trace contextRef="#ctx0" brushRef="#br0" timeOffset="59959">17732 5723 26099,'38'-46'-135,"1"0"1,-3 6 0,3 8-1650,4 17 0,1 6 652,-6 3 0,-3 1 0,13 0 0,-20 3 0</inkml:trace>
  <inkml:trace contextRef="#ctx0" brushRef="#br0" timeOffset="60176">18558 5568 25370,'47'-23'-623,"1"1"0,-1 0 1,-2 1-1,0 2 0,-3 6-2449,4 10 0,-4 4 2118,-5 0 0,-3 1 1,7-1-1,-21 2 0</inkml:trace>
  <inkml:trace contextRef="#ctx0" brushRef="#br0" timeOffset="60333">18731 5710 26357,'61'-17'-402,"0"1"1,4 0-1,-6 3 1,-9 4 0,-3 3-1</inkml:trace>
  <inkml:trace contextRef="#ctx0" brushRef="#br0" timeOffset="60708">19544 5493 26799,'0'-47'190,"1"0"1,1 4-1,9 9-117,36 18-39,7 8-23,0 10-17,0 9-438,-3 11 433,-6 11-23,-12 8-27,-15 8-23,-27 6 50,-6-24 1,-5 0 13,-9 1 0,-5-1-373,-3 0 0,-1-2 404,0-2 0,2-1 6,5-5 0,3-1 342,-8 9-168,22-12 44,29-9-84,28-10-123,-5-2 0,6 0-654,13-2 1,5-1 563,-13 2 1,1-1-1,2 1-452,3 0 1,1 0 0,2-1 513,4-1 0,2 0 0,-6 0 0,-6 2 0,-4-1 0,-5 1 0,0-1 0</inkml:trace>
  <inkml:trace contextRef="#ctx0" brushRef="#br0" timeOffset="82891">8799 2085 20506,'-39'2'2478,"0"0"0,-24 0-1368,59-5-1185,-2-1 135,-1 0 160,-3-1 44,0 1 194,2 1 88,4 1-626,2 0-404,2 2 727,3-2 893,6 0 38,11-2 43,13 0-464,13 0 10,12 0-763,-24 2 0,0 0 0,3 0 0,1 0 0,4 1 0,0-1 0,3 1 0,1-1 0,2 0 0,1 1 0,2-1 0,1 0 0,0 0 0,1 0 0,-1-1 0,1 2 0,0-1 0,0 1 0,-1-1 0,0 1 0,0 0 0,0 0 0,-2 0 0,1 1 0,-1 0 0,1-1 0,-2 1 0,1 0 0,1 0 0,-1 0 0,1 0 0,1 0 0,0 1 0,1-1 0,1 0 0,0 1 0,-1-1 0,0 0 0,-1 1 0,1-1 0,-1-1 0,0 0 0,0-1 0,0 0 0,1-2 0,0 1 0,0-2 0,1 0 0,1 0 0,1 0 0,0-1 0,0 0 0,2 0 0,-1 0 0,-2 0 0,0 1 0,-2 1 0,-2 0 0,-4 2 0,-1 0 0,-4 1 0,-2 0 0,-2 1 0,-2 0 0,-3 0 0,0 1 0,-1-1 0,0 1 0,31 1 0,-21-1 0,-1 0 0,15-1 0,-14 0 0,-2-1 0,12 0 0,11-1 0,-10 0 0,-13 0 0,-12 1 0,-10 0 0,-7-1 0,-5 2 0,-3-2 0,-2 2 0,-1-1 0,0 0 0</inkml:trace>
  <inkml:trace contextRef="#ctx0" brushRef="#br0" timeOffset="86616">20704 5426 21259,'1'-46'1456,"1"1"1,-1 8 0,0 7-1015,-2 13-285,1 15-56,0 11 33,0 30-89,0 14-37,1-15 1,0 1-353,1 21 254,1-21 1,1 1-245,-1-7 1,0 1-572,2 7 1,0 2-4012,0 3 1,-1-3 4286,1 16 0,-3-15 0,-2-31 0</inkml:trace>
  <inkml:trace contextRef="#ctx0" brushRef="#br0" timeOffset="86793">20515 5719 24307,'27'-40'-338,"0"0"0,1 4 0,6 8-780,17 20 1,4 8-2578,-14-2 1,0 0 3694,7-1 0,-5 1 0,-8 0 0,-1 0 0</inkml:trace>
  <inkml:trace contextRef="#ctx0" brushRef="#br0" timeOffset="86983">21600 5278 28345,'-29'46'117,"7"-9"-123,11 16 1,5 7-1357,2-15 0,1 2 908,0-2 1,1 4-1,0-1 454,1-3 0,1 1 0,0-5 0,0-3 0,0-4 0,1-2 0,-1 1 0</inkml:trace>
  <inkml:trace contextRef="#ctx0" brushRef="#br0" timeOffset="124092">22231 5594 22041,'9'-49'890,"-1"1"1,0 1 0,-3 8-359,-4 22 110,-1 2-630,0 16 168,0 20-192,1 21-27,-1 2-95,1-11 0,1 3-702,0-3 1,0 0-184,1 10 0,1 2-3897,1 7 1,1-2 2822,3 12 0,-2-9 0,-5-45 1</inkml:trace>
  <inkml:trace contextRef="#ctx0" brushRef="#br0" timeOffset="124283">22108 5969 22312,'-28'-45'759,"0"0"1,2 0 0,8 7-614,21 14-157,22-9-135,15 11-64,-7 12 0,3 1-510,4 4 1,0 1 380,-6 1 1,1 1-847,11 1 0,0 0-1806,-9 0 0,1-1 2991,11-1 0,-2-1 0,5 1 0,-11-3 0</inkml:trace>
  <inkml:trace contextRef="#ctx0" brushRef="#br0" timeOffset="124450">22862 5528 14874,'3'-5'8945,"0"1"-6934,-3 4-1199,27-63-151,-20 44-597,8-18 1,-2 11-31,-13 28 27,0 11-55,0 3 5,0 21-112,0 6-445,0-4 0,0 3-1151,1-2 0,0 0 1288,0 4 0,0-3 0,1 4 0,-1-20 0</inkml:trace>
  <inkml:trace contextRef="#ctx0" brushRef="#br0" timeOffset="125158">23626 5581 19921,'-4'0'3361,"0"0"-2051,4 0-1310,84-67-1225,-53 54 1,2 1 1149,12-12 0,5-5 1,-4 7 1,-7 14 0,-1 5-115,9-1 1,-2 1 280,17 2-637,-26 5 1,-4 4 588,-3 11-95,-35 14 173,-45 1 25,12-15 1,-3-1-305,-4 2 1,-2 0 410,1-1 0,1 1-37,5-1 0,2 1 478,8-2 1,3 1-479,-10 15-50,19-5-39,23-4-11,21-4-57,24-7-69,-15-9 0,3-2-355,7-4 1,-1-1 345,-7 1 0,1-3-25,14-7 0,-3-4-236,6-13 286,-19 5 1,-4-3 58,-6-29 51,-17-7-6,-12 30 0,-3 1 291,-11-26-162,-3 16 560,-10-3-325,14 21-106,-4-5-101,13 15 1340,5 6-1615,3 4 378,15 18-383,7 9-12,19 22-11,-20-20 1,-1 2-269,0 3 1,-2 2 203,-4 2 0,-4 0-42,-2 1 0,-6 0-129,-6-1 0,-6-1-359,-6-1 1,-3-3-1271,-4-1 0,-4-3 1898,0-2 0,1-4 0,-6 4 0,11-11 0</inkml:trace>
  <inkml:trace contextRef="#ctx0" brushRef="#br0" timeOffset="125566">24737 5325 23612,'1'-5'2790,"-1"2"-1917,0 3-822,4 1-7,-6 28-10,4 11-20,-3-8 0,0 2-179,2 0 0,3 0 167,1 0 1,3-2-3,16 26 0,8-9 17,7-15 0,2-15 50,3-13 23,1-14 28,0-10 16,-6-8 68,-7-1 406,-10 2-361,-9 6-183,-6 7-64,-5 7 0,-1 7 0,-4 11 0,-1 15 0,-2 18-124,3-16 0,1 3-592,0 6 1,0 2-212,1 8 1,0 1-3063,1 7 1,0-1 3988,0-4 0,0-4 0,0-13 0,0-5 0,0 3 0</inkml:trace>
  <inkml:trace contextRef="#ctx0" brushRef="#br0" timeOffset="125809">24594 6468 23663,'-35'1'999,"0"1"1,-6-4-820,80-5-161,-9 1 1,4-1-26,8 1 1,3-1-945,9 2 0,1 0 653,-13 2 0,0 1 0,2 1-659,1-1 0,2 1 1,0 1 955,2 1 0,0 0 0,-4 1 0,-2-2 0,-5 1 0,25 4 0</inkml:trace>
  <inkml:trace contextRef="#ctx0" brushRef="#br0" timeOffset="125999">24673 6737 27035,'57'15'-29,"-1"0"0,0 0 0,4-1 0,1-1 0,-6-5-565,-8-7 1,-1-2-342,16-1 1,-3 0 0,-25 2 0,-4-1 0,22-2 0</inkml:trace>
  <inkml:trace contextRef="#ctx0" brushRef="#br0" timeOffset="146476">1560 9783 11850,'-8'5'6760,"2"-2"-5191,6-3-416,0 0-318,12-69-174,-5 27-404,1-7 1,1-2 157,0 1-79,-1 5-62,-2 11-72,-2 11-152,-2 11-67,-1 10 57,1 17 32,1 21-27,-1 25-417,-3-21 0,-1 2 411,-2 3 1,-1 1-18,-2-1 0,-1 0-2,-1-2 0,0-2-1,1-3 1,0-2-9,-5 23 0,4-15 62,5-18 230,2-13-12,2-14-207,3-16 817,5-18-851,6-16-50,-4 19 0,1-1-222,2-1 1,2-1 232,1 0 0,1 1-3,1 2 1,2 0-12,0 4 1,1 2-10,21-17-10,0 12 0,1 15 5,-1 14-62,2 16-66,3 13-107,-2 11-350,-4 10 36,-8 4-335,-7 1-320,-5-4-118,-1-8 213,0-13 314,4-13 757,5-17-113,7-15 213,4-14 162,4-11-119,-3-4 511,-5 0 465,-10 6-34,-9 10-150,-9 12-516,-4 10-235,-5 11 0,-1 10 250,0 10-345,0 7-12,8 2 12,8 0-1,12-6 7,8-6 16,8-8 16,4-8 29,4-13 34,-1-9 49,-4-13 18,-7-8 28,-11-6 27,-11-2-10,-9-1-79,-13 3-68,-5 8-55,-7 8-118,1 9-251,5 11-320,5 10-952,5 15-4319,4 15 5915,2 4 0,-1-10 0,0-11 0</inkml:trace>
  <inkml:trace contextRef="#ctx0" brushRef="#br0" timeOffset="147326">3133 9710 24021,'4'30'235,"-2"2"-168,0 12-16,-5 1-1,-2-5-5,-2-6 33,1-10 404,2-12-269,2-7 84,2-13-112,4-9-34,1-14-50,6-11-6,2-6-16,2-2-29,2 4-28,0 7-5,1 9 0,5 8 11,6 10-28,8 5-17,3 10-28,0 9 17,-4 10 17,-8 10-22,-11 8 5,-14 18 39,-6-16-17,-11 19 17,2-27 1,-1 1 10,5-12 28,5-13-16,3-7 16,6-13-44,8-10 16,7-14-5,6-9-14,-10 16 0,1 0 19,6-10-5,10-6 5,-11 21-27,8-1 5,2 8 33,10 7-44,-12 7 0,10 8 5,-16 9-10,1 8 16,-7 7 0,-7 12-17,-7-7 11,-3-3 17,-1-10 12,0-14-12,3 0 51,8-15-12,4-12-28,2-6 51,6-19 56,-7-1 22,-1-15 20,-11 24 0,-1 0 92,-2-20-140,-4 7 112,-4 18-55,2 15-24,0 1-66,2 7-96,3 4-5,3 4 6,8 7 10,13 10-33,14 14 0,-7-3 0,2 1-3,-3-2 1,0 1-347,6 7 1,-3-1 298,5 10-169,-15 9-805,-37 0-825,-11 0-2352,0-25 1,-2-3 3877,-17 3 1,15-12-1,13-11 1</inkml:trace>
  <inkml:trace contextRef="#ctx0" brushRef="#br0" timeOffset="147566">4670 9656 21814,'-4'0'2207,"1"0"-2061,3 0-628,61-44-4371,-9 29 4853,-4-9 0,-2 2 0,-3 18 0,-18 3 0</inkml:trace>
  <inkml:trace contextRef="#ctx0" brushRef="#br0" timeOffset="147742">4881 9917 26038,'32'-6'-828,"0"0"0,24-4 0,-17 6 0,-16 1 0</inkml:trace>
  <inkml:trace contextRef="#ctx0" brushRef="#br0" timeOffset="148416">6026 9591 21926,'1'-47'776,"-1"1"1,0 3 0,-5 9-530,-18 18-107,-5 4-34,-7 4-11,-5 3-44,-7 2-40,-5 2 0,-6 4-11,1 2-11,6 3 16,11 0 7,13-1-29,11-2 0,9-2 23,5 1 22,2 3-6,0 8 12,2 10 50,0 13-34,2-2 12,-2 7 44,-3-11 0,-1 6-513,-4 2 0,-3 5 1,2-1 428,-2 16 1,0 0-18,-1-10 1,-1 2-1,2-5-202,2-4 0,2-4 188,0-3 1,3-3 2,4 22 12,6-12-1,9-12 7,9-10-35,13-10-252,20-14-63,-21-3 0,3-4-3443,8-3 1,1-2 3292,-3-1 1,-2 1 0,15-6 0,-26 9 0</inkml:trace>
  <inkml:trace contextRef="#ctx0" brushRef="#br0" timeOffset="149092">6730 9903 19171,'7'-56'1495,"0"0"0,0 6 1,-3 8-847,-8 14-195,-2 10-303,-3 9-119,-4 9 18,-9 15 1,-11 14-34,-8 18-289,18-17 1,2 2 276,2 1 1,1 2-3,4 0 0,2 0-119,4-3 1,4 0 92,7 23-6,15-12 29,16-13 45,11-14-1,7-15 35,1-17 50,-4-13 34,-7-14 16,-10-9-203,-10-5 203,-11-4 1,-11 2-1,-9 7 537,-9 9-587,-7 9 225,-1 11-337,1 9-60,5 8-41,4 11 165,2 9-378,3 14-380,3 12-853,8 11-2217,12 7 3068,0-24 1,1-1 0,3 4 0,1-4-1</inkml:trace>
  <inkml:trace contextRef="#ctx0" brushRef="#br0" timeOffset="149300">7248 10090 26015,'6'-40'-196,"-6"20"-168,-12 60-863,-1 10-2968,3 4 3132,5-9 0,4-17 0,1-14 1</inkml:trace>
  <inkml:trace contextRef="#ctx0" brushRef="#br0" timeOffset="149742">7879 9891 22559,'5'-47'1096,"0"-1"0,-1 7 0,-3 6-491,-7 12-499,0 12-38,-2 4-52,1 11-4,-8 9-24,-9 14 20,7 0 1,0 3-14,-7 14-7,10-10 1,4 2-22,5 9-12,11 7-22,12-10 16,20-9 57,-8-16 27,15-8-33,-14-17 28,10-10 6,0-13 8,-21 5 0,-2-2 8,7-28-307,-8-1 307,-13-5 34,-7 12 23,-7-7 5,-20 4-73,-4 19-22,-3 8-12,1 15-44,12 10-140,-4 17-157,13 7-409,4 21-23,11-8-2749,9 19 3517,7 2 0,-4-18 0,-1-3 0</inkml:trace>
  <inkml:trace contextRef="#ctx0" brushRef="#br0" timeOffset="149943">8390 10017 21198,'0'-4'3456,"1"0"-1333,-1 4-2218,12-43 83,-12 48-195,4-9-498,-15 57-550,3-15 0,0 0-2111,-4 16 3366,2-13 0,1-4 0,2-10 0,-4 14 0</inkml:trace>
  <inkml:trace contextRef="#ctx0" brushRef="#br0" timeOffset="150376">8954 9864 23993,'15'-49'758,"0"0"0,0 7 0,-5 8-332,-10 21-219,-3 9-218,-2 6 22,-9 10 6,-8 14-12,1 1-21,-12 24-1,18-20 0,2 2 0,0 1 0,2 1-19,2 4 0,4-2-20,16 16 44,5-18-49,31-5 55,-8-21 6,10-1 34,8-27-17,-20-6-247,-10 4 1,-3-3 257,3-11 6,-3-20 30,-15 22 1,-2 0-9,-1-1 0,-2 0-6,0-4 0,-5 3-70,-13-12 42,-3 17 12,-31 3-6,9 17-45,-17 1-56,17 15-117,14 9-12,11 2-1708,15 30-4587,11-1 5699,4 15 0,-4-26 1,-4-14-1</inkml:trace>
  <inkml:trace contextRef="#ctx0" brushRef="#br0" timeOffset="150576">9648 10000 26861,'0'16'-717,"-4"8"90,-5 14-4289,-2-6 1,0-1 3806,1-1 0,-5 9 0,12-31 0</inkml:trace>
  <inkml:trace contextRef="#ctx0" brushRef="#br0" timeOffset="151000">10138 9798 20879,'1'-7'4212,"1"1"-3327,-2 6 0,0 0-824,9-43-21,-18 49-18,3-21-11,-20 69-28,13-22 1,1 2-154,1 3 0,2 0 150,3-1 1,2 0-15,1 18-19,10-22 0,3-2 36,9-1 34,11 6 0,-3-27 11,1-17 311,2-14-316,2-17 38,0-15-272,-18 23 0,-2-1 244,0-4 1,-2-1-1,-3 1 1,0 1-1,-3 2 1,-1 1 11,-6-20-11,-13 12-57,-13 13 46,-11 12-12,-4 9-106,4 15 321,6 13-1290,8 16-4683,8 15 5301,7 1 0,6-18 0,3-13 1</inkml:trace>
  <inkml:trace contextRef="#ctx0" brushRef="#br0" timeOffset="151200">10823 10050 25259,'-6'49'-1671,"-1"0"0,0-3 0,1-3 1671,0 7 0,1-19 0,3-15 0</inkml:trace>
  <inkml:trace contextRef="#ctx0" brushRef="#br0" timeOffset="151642">11259 9777 20078,'1'-6'4201,"0"1"-2722,-1 5-1356,-9-9-28,-4 27-67,-7 3-17,3 32 12,7 4-29,11-1 12,12-5 22,11-8 5,11-11 6,7-13 23,6-11 5,3-15-28,2-11 23,-1-11-137,-9-8 187,-8-4-34,-15-6 34,-9-1 0,-16 0-5,-10 2 5,-13 9-45,-4 10-50,-1 10-6,0 9-11,1 9-112,0 11-280,0 10-703,8 11-4428,9 7 5523,8-4 0,6-13 0,1-11 0</inkml:trace>
  <inkml:trace contextRef="#ctx0" brushRef="#br0" timeOffset="152043">11844 9710 19686,'0'-4'3601,"0"0"-3046,0 4-298,76-49-1589,-32 33 1402,9-11 0,1 3 70,-1 21 494,0 2-494,-5 2 50,-3 1 285,-10 2-217,-7 4-6,-9 1-22,-6 7 800,-2 7-834,-1 7-67,2 9-45,2 9-34,2 9-25,-4-16 1,1-1-455,5 18 429,-4-15 0,-1-2-6,2 14 6,-8-23 0,-2 1-5,-10 25-54,-11-26 0,-4-4-53,-16 10-288,0-13 0,-4-4-2356,6-8 0,-1-3 2106,-3 1 1,1-1 0,-13 1 0,23-7-1</inkml:trace>
  <inkml:trace contextRef="#ctx0" brushRef="#br0" timeOffset="152527">13848 10601 26206,'-7'-23'-252,"-7"22"-1544,-3 37 1,-1 14 1795,3-14 0,0-2 0,0-1 0,2-4 0,1-4 0</inkml:trace>
  <inkml:trace contextRef="#ctx0" brushRef="#br0" timeOffset="154333">15723 10180 21274,'2'-49'927,"1"-1"1,-3 9 0,-1 6-557,-7 1 396,-8 20-683,-9 9 166,1 7-154,-32 26-68,9 7-302,12-7 0,0 3 268,7-2 0,2 2-5,3 0 0,2 1 156,6-1 0,2-1-134,0 22-22,14-16 11,21-4 28,2-22 16,14-9 29,-3-23 45,-1-20-9,-17 15 0,-1-2 148,-3-3 1,-1-2-135,-1-2 1,0 1-7,-2 2 1,-1 1 95,6-24-6,-3 17-50,-4 14-107,-3 14-72,-2 11 22,3 16 11,1 19-22,2 27 13,-4-18 1,-2 3-487,-2 10 0,-4 4 467,0-13 0,-2 1 0,-1 1-662,-2 6 0,-3 2 0,0 1 592,0-11 0,0 1 0,-1 0 1,-1 0-60,-2 2 0,-1 1 1,0-1-1,-2 0-60,0 1 0,-2 0 1,0-2-1,0-1 75,-2 3 1,0-3-1,-3-1-28,-6 7 0,-3-1 0,2-9 103,7-13 1,0-5 128,-8 8 0,4-14 34,9-39-6,23-34-68,5 9 1,6-3-146,6-12 1,4-3 124,-4 13 0,1-1 0,3 0-54,2-4 0,2 0 1,1-1 43,2 0 1,2-1 0,1 2 5,1 1 0,1 2 1,1 1 1,0 2 0,0 1 1,1 1-20,-1 4 1,0 1-1,1 1-256,-3 3 0,1 1 1,1 1 261,-3 4 0,0 1 0,1 1-91,13-7 1,-1 3 83,-4 5 1,-1 3 0,-5 6 0,-1 2-15,18-6 1057,-17 12-1034,-18 8 1997,-20 14-1941,-17 12-5,-17 15-32,15-17 1,-1 2-15,0 2 1,3 0-6,-9 26-17,15-2 17,21-5 1501,15-6-1490,16-11 29,11-10-12,7-11 12,2-15 38,1-13-14,-31 4 1,-2-2 10,-3-4 1,-2-2-9,-3-1 0,-4-3 79,4-30 22,-13 1-17,-17 2-5,-12 9-17,-13 8-51,-6 11-22,-1 10-34,6 9-44,5 8 0,6 12-34,6 11-68,6 13-105,6 8-163,12 5-219,12 0-297,14-4-520,16-6 426,-18-22 0,3-4 226,3-2 1,2-3 441,4-2 1,0-3 302,2-4 1,0-4 128,1-1 0,-2-2 148,-1-5 0,-2-1 157,-4-1 1,-1-2 91,-4 0 1,-2-1 322,16-20 123,-11 0-51,-13 5-195,-9 4-286,-11 11-213,-11 8 341,-12 10-459,-12 13 153,-7 10-197,-3 15-46,3 8 12,10 4 6,13-2-12,12-4 1,17-8 16,9-8 11,12-12 6,7-11 17,3-14 11,1-12 34,-3-10 67,-6-5 50,-7-1 17,-8 2 11,-7 7-22,-5 10-107,-4 8-106,0 8-22,-2 5 27,-2 8 12,-4 8-34,-3 14 6,-1 8 34,2 7-29,3 4-5,3 2-6,11-4-17,8-5 6,13-12 34,10-10-6,19-19 11,-16-7-155,-9-7 0,-1-3 172,15-18-20,-18 9 0,0-4-378,0-4 0,-3-4 384,1-5 0,-3-3-9,-1-5 1,-1-2 2,-1-3 1,-2 0 13,-2-1 1,-1 1 2,-3 2 0,-2 0 14,-2 4 1,-1 0 10,-2 4 0,-1 1-166,0 3 0,-1 1 161,0 5 0,-1 1 50,1-21 12,-2 17 187,-1 15-362,-2 13 793,-5 17-719,-9 17-1,-12 26-247,9-15 1,0 2 232,-2 8 1,2 2-631,-1 5 0,3 2 566,2 3 1,3 0-141,2 0 0,3 0-459,2-1 0,4 0-1869,3-3 1,3-2 2540,0-9 0,1-3 0,4 11 0,-3-26 0</inkml:trace>
  <inkml:trace contextRef="#ctx0" brushRef="#br0" timeOffset="154692">18282 10147 24906,'47'-29'-376,"-1"0"1,1 0 0,-9 2 0,-1 1 0,-1 9-897,5 15 1,-2 8-8087,17 5 9358,0 3 0,-26-3 0,-17-4 0</inkml:trace>
  <inkml:trace contextRef="#ctx0" brushRef="#br0" timeOffset="154843">18433 10280 15827,'-38'13'3327,"0"0"0,7-2-2857,-8 1 1,8-1-96,29-9-269,20-6-336,15 0 1,7-2-429,6 0 0,3 0-535,4 0 0,2-1-3235,9 1 1,-3 1 3941,-19 2 1,-4 0-1,-2 0 1,-4 1-1,3 0 1</inkml:trace>
  <inkml:trace contextRef="#ctx0" brushRef="#br0" timeOffset="155166">19374 10046 26278,'-34'-1'9,"-1"1"1,0 10-1,4 7-17,15 10 0,4 5 2,-1 5 0,4 1-2131,14 22 2131,4-16 567,18 1-550,3-19 73,20-3-17,-1-22 39,10-19 323,-20-8-337,-15 4 1,-3-2 170,8-20-56,-13 9 0,-2-2 17,0-23-160,-12 27 1,-5 2-31,-13-10-90,-3 16-398,-15 6-2537,1 14 2991,-5 5 0,13 2 0,11 3 0</inkml:trace>
  <inkml:trace contextRef="#ctx0" brushRef="#br0" timeOffset="157183">6438 10798 19869,'-59'5'920,"0"0"1,9 0 0,9-1-737,23-3-18,23-1-99,20-4-27,20-2-18,17-4-394,-27 6 0,2-1 363,0 0 1,1 0-3,-1 0 0,-1 1-15,0-1 1,-2 1 108,25-3-161,-12 2 55,-15 3 23,-15 1 34,-13 3-1,-14 3 579,-15 4-556,-16 4 5,-17 4-302,24-9 0,-1 1 294,-3 1 0,0-1 31,0 0 0,0 0-114,4-1 0,1 0 215,-21 4-101,20-4-17,18-4 17,11-3-62,36-10-44,6 0-29,-3 0 1,2 0-6,-1 0 0,1 1-17,1-1 0,-1 1 8,-2 0 1,-2 1 254,20-2-257,-20 4 45,-20 5 50,-23 6-6,-23 7-16,-23 8 2,19-8 1,-1 1-89,-5 0 1,-2 0 177,-1 2 0,0-2 42,3 0 0,1-1-17,6-3 0,4-1 179,-10 1 18,23-5-96,25-11-62,19-7-78,25-10-48,-15 9 1,3 1-204,4-2 1,1 2 124,2-1 0,-1 2-493,-1 2 0,-1 0 535,2 2 0,-4 0 0,4 1 0,-8 2 0</inkml:trace>
  <inkml:trace contextRef="#ctx0" brushRef="#br0" timeOffset="163999">6286 10879 21366,'-60'-8'1507,"12"2"-1434,48 5-40,0 1 85,4 1 162,10 2 62,21 1-197,5 0 37,12-3 0,8-3-115,-5-3 1,5-2-699,-15 1 0,3 0 0,2 0 1,0-1 642,2-2 1,0 0-1,1 0 1,0 0-639,6-1 0,1 0 0,0 0 0,-2 0 624,-9 2 1,-1 1 0,-1-1-1,4 0 10,4 1 0,3-1 0,2 0 0,-2 0 0,-5 2-352,7-2 0,-4 2 1,2 0 344,-2-1 0,3 1 1,-1-1-1,-6 2-151,12 0 1,-9 2 138,-19 0 0,-5 3 1276,-2 6-1276,-32 5 2528,-8 1-2629,-37 13-1215,9-8 1327,-17 8 0,29-15 0,10-3 0</inkml:trace>
  <inkml:trace contextRef="#ctx0" brushRef="#br0" timeOffset="165009">15638 12856 20828,'3'-47'896,"0"-1"0,0 1 1,0-15-1,-1 10-397,-5 17 150,0 18-588,1 10 111,1 14-116,0 13 6,-3 23-43,1-12 1,-2 2-332,-1 6 0,-2 3 169,-1 4 0,-2 2-737,1 1 1,-1 0 349,1 5 0,2-3 1,-3 5-1,6-8 1</inkml:trace>
  <inkml:trace contextRef="#ctx0" brushRef="#br0" timeOffset="165243">16500 12663 26329,'1'46'-283,"-1"0"0,1-1 1,-1 20-1,0-6-1426,2-25 1,0-2 1297,-4 1 0,0-2 0,1 4 1,-4-8-1</inkml:trace>
  <inkml:trace contextRef="#ctx0" brushRef="#br0" timeOffset="165442">16090 12908 24111,'-42'-21'921,"1"1"1,-10-16-850,81 21-38,32 2-40,-20 7 1,4 2-836,7 1 1,2 0 551,7 1 0,0 2-532,-19 0 0,0 1 0,0 0 821,2 0 0,0 1 0,-4 0 0,-3 0 0,-4 0 0,24 2 0</inkml:trace>
  <inkml:trace contextRef="#ctx0" brushRef="#br0" timeOffset="165658">17180 12663 24032,'0'-3'3159,"0"0"-2151,0 3-957,-10-16-29,5 39-33,-9 2 8,10 8 0,3 5-413,-1 3 1,0 1 93,0 2 0,1 0-1067,0 0 0,0 1 1389,-2 1 0,1-3 0,-1 6 0,0-10 0</inkml:trace>
  <inkml:trace contextRef="#ctx0" brushRef="#br0" timeOffset="167959">6518 10998 12107,'-4'-1'4353,"1"0"-1575,3 1-2425,-30-15-292,22 11-27,-22-11 78,31 14 123,6 1 68,7 0 228,21-1-195,9-2-173,5 0-7,-18-1 1,2 0-428,-1 0 1,1-1 357,12-1 0,5 0-35,-3-1 1,3 1 0,0-1-22,-2 1 1,-1 1 0,0-1-420,2 0 1,-1 1 0,1-1 400,1 0 0,1 1 0,-2 0-463,-6 0 1,-2 1-1,2 0 457,10-1 1,1-1 0,2 1 0,-8 0 0,1 1 1,1 0-1,-3 0-8,7 0 0,-1-1 0,-1 1 4,-3 0 0,0 1 0,-2 0-4,13-1 0,-5 1-249,-14 0 0,-2 0 257,8 1 0,0-1 0,-6 0 1,-1 0-6,3 2 0,-1 0 2,-6 0 1,-2 0 381,28 1-376,-5 0 12,-11 0-1,-13-1 0,1 0 23,21-5 0,5-3 0,-23 0 28,6-2 978,-9 2-900,15-4 1511,-11 3-1561,1 1 667,-17 4-668,0 2 209,-7 2-186,3 0-78,-8 0 101,1 1-90,-7 0 78,3 0 6,1-1 17,11-2-62,-1-2-44,5-2-29,-10 2 23,-1 1-12,-6 2 35,-1 0-80,-3 1-189,-8-1-90,1 1-2309,-11-1 2600,3-1 0,3 2 0,3-1 0</inkml:trace>
  <inkml:trace contextRef="#ctx0" brushRef="#br0" timeOffset="170692">17839 12842 19546,'1'-5'3310,"0"0"-1546,-1 5-1568,20 18-101,-9 6-50,14 22-146,-15 3-520,-5 3-1322,-3 0-3306,-2-3 5249,-6 0 0,4-23 0,-4-6 0</inkml:trace>
  <inkml:trace contextRef="#ctx0" brushRef="#br0" timeOffset="170866">17688 13135 16460,'-3'-5'5887,"1"2"-4196,2 3-1574,24-65-83,7 43-68,-3-15 1,4 1-383,1 27 1,3 5-249,4-1 0,1 0-3065,4 1 1,0 1 3728,-3 0 0,-4 2 0,13-1 0,-23 1 0</inkml:trace>
  <inkml:trace contextRef="#ctx0" brushRef="#br0" timeOffset="171066">18590 12714 26917,'0'43'-54,"0"-1"1,0 1 0,0 19 0,-1-4-1138,0-17 1,-1-2 749,0 4 1,-1-2 0,-1 4 0,0-6 0</inkml:trace>
  <inkml:trace contextRef="#ctx0" brushRef="#br0" timeOffset="172499">7926 10690 8791,'-5'0'5641,"1"0"-85,4 0-5242,-15-11-202,12 8 319,-7-8-67,19 14 34,7 2-6,6 3-5,9 1-1,9-3-106,11-2-699,12-2 483,-27-2 0,1 0-14,3-1 1,1 0-15,3 1 1,0-1-12,2 0 0,0 1-363,1 0 0,0-1 360,1 0 1,0 0-12,2 0 0,0-1 0,0-1 0,1 0-3,1-1 1,0 0 8,0 0 0,0-1-12,0 1 1,0 0-6,-1 0 0,0 1 5,-1 1 1,0 0 5,-3 0 1,-1 2 7,0-1 1,-1 1-18,-2 1 1,-1 1-138,-2 0 0,-2 0 135,-2 2 0,-1 0 0,27 4 12,-5-1 21,-2-2-5,2-2-11,3-2-11,3-3-4,-31 1 1,0 0-3,28-2-17,-5 2 23,-8 1 28,-8 1-18,-8-1 540,-4 1-545,-3-1 796,-2-2-779,1-1 256,2-3-284,2-3-11,-3 2 33,-2 0 17,-6 3-16,-4 2 5,-4 0 16,-2 2 24,-1 0-1,-1 0-11,-1 0 0,0 0-39,-1 0-542,-1 0 0,0 0 1</inkml:trace>
  <inkml:trace contextRef="#ctx0" brushRef="#br0" timeOffset="174142">19111 12914 25595,'14'-32'303,"-5"16"-287,-14 34 12,-4 18-56,0 15-140,0 6-285,6-22 1,1 1-825,0 24 278,2-14-6977,2 16 7976,-1-31 0,2 3 0,-3-23 0</inkml:trace>
  <inkml:trace contextRef="#ctx0" brushRef="#br0" timeOffset="174326">18922 13194 13838,'-4'-3'7125,"0"0"-3149,4 3-3830,-38-60-129,32 43-1,-10-16 1,8 3-196,54 27-650,14 1-1100,-16 4 0,3 1-2987,-2 1 1,-2 1 3415,-10-1 0,-2 0 0,12 2 1,-32-5-1</inkml:trace>
  <inkml:trace contextRef="#ctx0" brushRef="#br0" timeOffset="174549">19884 12981 24071,'0'-5'2991,"0"2"-1719,0 3-1239,-28-43-22,21 39 17,-20 2-11,27 51-54,0-9 1,0 1-425,1-2 0,-2-1-186,0 2 1,-2 0-2995,-2 2 0,-1-2 3641,-1-4 0,0-4 0,-5 10 0,6-21 0</inkml:trace>
  <inkml:trace contextRef="#ctx0" brushRef="#br0" timeOffset="175799">9382 10681 10629,'-4'1'5607,"0"-1"-2599,4 0-2157,-60 0-235,41 0-56,-43 0-460,58 0 197,3 0-50,6 3 50,3 1 129,18 6-185,6-3-118,5 0 84,17-4-22,2-2-538,-17-1 0,4 0 395,3-1 0,3 1-5,-5-2 0,2 1 1,-2-1-30,3 1 1,1-1-354,-2 0 0,2-1 0,-3 1 353,2 0 1,0 0 2,0 1 0,3 0 0,-1 0-3,13 0 1,0 0-4,-15 1 1,0 0 0,-3 1-1,-1-1 1,-3 2-6,6 0 0,-1 1-246,-13 1 0,1 0 257,5 1 1,2 1-15,5 1 0,-1 0 3,-7-1 0,-1 0 0,-2-1 0,0 0 6,28 1-6,-12-4 726,12 0-715,-27-1 0,-1-2 6,22-1-17,1 0 5,-23 0 12,3-1 1052,-1 2-1047,3 0-5,6 0-6,-6 0 0,-10-1 584,5-1-567,-10 0 73,3-1 78,-11 1 17,-7 0-134,-7 1-12,-5-1-5,-4 1-179,-7 0-5372,-11 0 5506,5 2 0,1 0 0,12 0 0</inkml:trace>
  <inkml:trace contextRef="#ctx0" brushRef="#br0" timeOffset="176716">20472 13112 22475,'-1'-41'746,"-1"0"1,0 4 0,2 9-612,5 19-51,3 11 22,-1 11 17,2 14-55,-1 14-63,-2 10-234,-1 7-1189,-2 2 99,-2-28 0,0 1-2862,-2-1 0,1-1 4181,-4 21 0,2-20 0,-1-16 0</inkml:trace>
  <inkml:trace contextRef="#ctx0" brushRef="#br0" timeOffset="176900">20267 13408 22732,'-28'-34'462,"1"-1"0,0 0 0,-11-11 0,13 6-423,28 14-33,20 5-74,24 2-27,-12 12 0,4 1-138,6 1 1,2 1-1228,5 1 1,1 2-261,0-1 1,1 2 1719,2 1 0,-3 0 0,6 0 0,-11 1 0</inkml:trace>
  <inkml:trace contextRef="#ctx0" brushRef="#br0" timeOffset="177100">21085 13059 19580,'4'-5'4867,"-1"2"-3825,-3 3-309,55-67-240,-40 46-345,15-18 1,-4 10-3,-24 29 50,-2 14 11,-2 13-90,-1 18-66,-2 11-458,3-23 1,1 1 316,0 1 1,1 2-1569,3 12 0,0-2-1616,-1-14 0,0 0 2794,2 9 0,-1-4 1,-1-16-1,-1-1 1</inkml:trace>
  <inkml:trace contextRef="#ctx0" brushRef="#br0" timeOffset="185850">6702 10067 3723,'32'-49'329,"0"-1"0,-1 0 0,1 0 1,-1 0-1,0 4 0,-1 0 1,0 0-1,1 0 0,0 1 179,0 1 1,1-1 0,1 1-1,-2 2 1,-2 3-220,5-7 1,-2 4-1,-1-1 347,2-3 1,-1 0 0,-6 6 1228,0-13 632,-5 0-1539,-18 23 310,-12 19-944,-12 29-133,-4 10-26,-2 11 0,-4 6-479,6-10 0,-1 2 1,-5 5 335,0 0 0,-4 5 1,-3 3-1,0 1 1,0-2-352,6-7 0,1-1 1,-1 0-1,-1 1 0,0 1 1,-2 1 338,-2 3 0,-1 2 1,-2 2-1,0 0 1,0-1-1,2-1 0,1-2-360,-4 4 1,2-2-1,1-1 1,-1 0 0,-1 4 355,4-8 0,0 3 1,-2 0-1,0 1 1,1 0-1,0-1 1,2-1-221,0 0 0,1-1 0,1-1 1,0 0-1,-1 1 0,0 2 204,0-2 0,0 2 1,-1 1-1,1 0 1,-1 0-1,2 0 1,0-1-124,-1 4 0,1-1 0,0-1 1,1 1-1,2-1 0,1 1-1506,3-1 1,1 0-1,1 1 1,2-1 0,0-3-1,3-2 1306,-8 14 1,3-4 0,4-2-1,4-4 1,3-2 0,5-12-1,6-14 1</inkml:trace>
  <inkml:trace contextRef="#ctx0" brushRef="#br0" timeOffset="187209">21790 13019 16499,'0'-3'4262,"0"1"-912,0 2-2908,9 15-229,-3 11-107,7 19-72,-7 11-45,-1-10-135,1 11-1142,2-1-1037,1 1-4027,0 1 6352,-4-23 0,-4-15 0,-1-11 0</inkml:trace>
  <inkml:trace contextRef="#ctx0" brushRef="#br0" timeOffset="187409">21506 13339 22985,'13'-43'214,"0"-1"1,4 4 0,7 9-226,11 20 0,5 7-829,4-1 0,0 1 759,-7 1 0,0 1-292,8 1 1,2 1-1460,-2-1 1,-2 2 520,-7-1 1,0 0 1310,13 0 0,-8 0 0,-18 0 0,8 0 0</inkml:trace>
  <inkml:trace contextRef="#ctx0" brushRef="#br0" timeOffset="187600">22453 13072 14398,'5'-3'8217,"-2"1"-4845,-3 2-3249,26-34-100,-20 26 50,16-11-34,-27 42-17,-2 19-67,0 11-251,2 10-424,3-29 0,-1 2-2843,0 2 1,-1 0 3562,1-4 0,-1-2 0,-1 9 0,1-18 0</inkml:trace>
  <inkml:trace contextRef="#ctx0" brushRef="#br0" timeOffset="188583">8542 9119 11726,'29'-43'2354,"-1"-1"1,-1 0-1,-8 9-1463,-14 22-510,-1 2-129,-6 16 851,-15 38-804,4-12 1,-2 3-979,-1 5 1,-4 6 776,2-2 0,-4 5 0,0 2 0,2-5-752,2-6 0,2-4 0,-3 7 658,-2 3 1,-4 6 0,-2 5 0,0 1-1,-1-2 1,2-4-3,-4 6 1,1-4 0,0 1 0,-3 3-389,4-6 1,-3 4 0,0 1 0,-1 1 0,0-1 0,1-3 243,-1 2 1,0-1 0,0-1 0,0-1 0,1-1-935,1-2 0,1 1 1,0-2-1,1-1 0,1-1 1076,-1 2 0,2-2 0,0-1 0,4-4 0,-9 13 0,6-7 0,2 2 0</inkml:trace>
  <inkml:trace contextRef="#ctx0" brushRef="#br0" timeOffset="189725">23067 12973 23679,'3'32'54,"1"0"0,-2 2 1,-3 1-232,-5 0 1,-3 2-930,1 1 0,0 0-1106,0 0 0,0 1 1447,0 4 0,0-3 0,0 4 0,1-5 0</inkml:trace>
  <inkml:trace contextRef="#ctx0" brushRef="#br0" timeOffset="189966">22792 13376 18408,'-6'-6'3737,"1"2"-3323,-15-24 1,-1-6 38,12 7-358,-10-11 1,9 1-57,39 12-61,25 4-548,-17 12 0,2 2 503,6 2 0,3 1-275,16 1 1,-1 2 89,-19 0 0,-1 0-779,18 1 0,-1 0-1941,-24 0 1,-2 0 2401,4 0 1,-2-1 0,7 1 0,-23-1 0</inkml:trace>
  <inkml:trace contextRef="#ctx0" brushRef="#br0" timeOffset="190166">23812 13014 26122,'-61'13'201,"9"13"-290,36 32-564,9-23 1,0 1-906,2 3 1,1 0 1557,1 7 0,1-3 0,0 6 0,2-6 0</inkml:trace>
  <inkml:trace contextRef="#ctx0" brushRef="#br0" timeOffset="191133">9751 9082 16342,'2'-3'4391,"-1"1"-3103,-1 2-766,-28 74-371,12-36 0,-3 3-1026,-3 10 1,-3 6 0,-1 0 935,-2-2 1,-1 0-1,-1 0-33,4-8 0,-1 1 0,-1 0 0,-1 0-10,-2 4 0,0 0 1,-2 0-1,1 1-369,4-10 1,0 0 0,0 0 0,0 0 0,0 0 330,-7 11 0,0-1 1,0 0-1,0-1-186,2-4 0,1 0 1,0 0-1,1-2-1817,3-3 1,1-1 0,1-1-1,1-2 2023,-1 3 0,2-2 0,3-4 0,0 0 0,4-5 0,3 0 0</inkml:trace>
  <inkml:trace contextRef="#ctx0" brushRef="#br0" timeOffset="192166">24194 13005 24531,'-8'-27'425,"0"13"-302,4 36-44,-5 13-62,-8 12-197,-7 9-587,10-26 0,-1 0-591,1 0 0,1 0 1358,-8 30 0,11-28 0,6-5 0</inkml:trace>
  <inkml:trace contextRef="#ctx0" brushRef="#br0" timeOffset="192409">23791 13201 23999,'38'-32'-107,"1"0"1,2 2-1,4 8-271,7 20 0,2 7-1706,3-4 1,0 0-1941,0 1 0,-2 0 3409,-7-1 1,-5 0-1,10 0 1,-26-1-1</inkml:trace>
  <inkml:trace contextRef="#ctx0" brushRef="#br0" timeOffset="192609">24764 12915 25730,'4'26'319,"-2"9"-498,-10 23-539,3-27 1,-1 1-3943,-1 1 0,0-1 3245,-7 23 0,5-21 0,4-15 0</inkml:trace>
  <inkml:trace contextRef="#ctx0" brushRef="#br0" timeOffset="193516">10788 9244 19608,'-28'37'346,"0"1"0,1-1 0,-6 8 0,-1 2 0,2-1-270,5-6 1,2 1-1,-2 1-1039,0 0 1,-1 2-1,-1 2 1,-2 3 956,4-6 0,0 2 1,-2 2-1,0 1 1,0-1-1,1-1-486,-3 6 1,1-1-1,0 0 1,0 0 0,0 0 352,0 0 0,0 0 0,1 0 0,0 0 0,1-1-1103,-3 8 0,0 1 0,2-3 0,4-4 1136,3-5 0,2-4 1,2-2-1,-9 17 1,4-7-1,2 3 1</inkml:trace>
  <inkml:trace contextRef="#ctx0" brushRef="#br0" timeOffset="194609">25351 13196 20845,'13'-56'1124,"0"0"0,-2 5 0,-2 6-654,-5 9-167,0 8-141,-2 9-106,1 9-28,-2 13 56,0 15-10,-2 19-41,-4 19-30,2-23 0,-1 2-76,-1 1 0,0 1-233,-1 0 1,2 0-653,0-1 1,0 0-808,2-1 1,0-2-7069,-3 28 8105,2-15 1,0-20 0,0-13-1</inkml:trace>
  <inkml:trace contextRef="#ctx0" brushRef="#br0" timeOffset="194825">25077 13364 23097,'48'-29'-58,"0"-1"0,1 4 0,2 7-124,3 19 0,1 5-1320,-1-2 0,-1 1-439,-3-1 1,-1 0 1940,-2-1 0,-3 0 0,4-1 0,-12-1 0</inkml:trace>
  <inkml:trace contextRef="#ctx0" brushRef="#br0" timeOffset="195033">26064 13093 18767,'1'-3'4806,"0"1"-2521,-1 2-2133,13-22 49,-9 30-78,6-8-89,-15 40-163,-5 9-790,0 7-3298,-2 5 3369,2-8 0,3-19 0,3-15 0</inkml:trace>
  <inkml:trace contextRef="#ctx0" brushRef="#br0" timeOffset="196866">26531 13111 20543,'6'-47'1213,"1"1"1,-1 4-1,-1 10-944,-4 22-67,-7 17-96,0 4 17,-11 23-39,0 4-61,-4 21-217,12-23 0,1 1-11,1 4 1,3 3-1421,1 15 1,1 0 960,1-18 0,0 0-2120,0 18 0,0-3 2784,-3 0 0,0-9 0,2-23 0</inkml:trace>
  <inkml:trace contextRef="#ctx0" brushRef="#br0" timeOffset="197066">26172 13448 17613,'-2'-4'4251,"1"0"-3376,1 4-674,31-65-195,6 44-99,-3-14 1,7 2-1565,11 27 0,3 8 335,-3-1 1,-1 1-130,2 0 0,0 0 844,4 3 1,-6 1 0,-14-3 0,15 3 0</inkml:trace>
  <inkml:trace contextRef="#ctx0" brushRef="#br0" timeOffset="197259">27267 13107 19115,'0'-3'4284,"0"0"-2093,0 3-1934,-13 0-190,5 11-27,-16 18-74,12 3 0,3 5-403,-2 1 0,0 2-2937,-2 13 1,1-1 3373,3-11 0,1-3 0,-2 13 0,5-22 0</inkml:trace>
  <inkml:trace contextRef="#ctx0" brushRef="#br0" timeOffset="199342">15384 13400 20481,'-9'-24'930,"2"4"-835,6 20-17,0 2-27,0 3 49,1 3 91,0 3 123,7 1 89,8 2 1,15 1-63,17 0-229,-16-7 0,3-2-593,26 5 531,-15-5 1,5-1-9,9 2 0,2-1-588,-17-2 1,1 0-1,2 0 544,8 1 0,2 0 1,-1-1 4,-5-1 1,0 0 0,-2 0 1,11 0 1,1 0-3,-12-2 1,3 0 0,0 1-4,3-1 0,1 1 0,-1-1 0,2 1 0,0-1 0,1 1 2,-9-1 1,0 1 0,1 0 0,-3 0 1,5 1 0,-2-1 0,-3 1 1,10 0 1,-1 0-3,-4 1 1,2 0 0,-4 0-13,4 0 1,0 0 10,-4 1 0,2-1 0,-1 1 0,9 1 1,-3-1-427,0 1 0,-2-1 432,-2 0 1,-3 0-12,-12-2 0,1 0 3,11 0 0,-1 0-183,-16-2 0,0 0 183,12 0 0,2 0 3,-10-1 0,-1 1-3,0-1 0,1 0-3,1 0 0,1 0 6,0-1 0,1 2-6,1-1 0,0 1 14,0 1 0,0 0-8,0 0 0,0 1-9,-1 1 1,-1-1 5,21 3-3,-21-2 0,0 1 14,8-1 321,15 3-321,-18-4 28,-5-1-33,-7 0-23,19 1 23,-12 0-12,22 1 17,-8 0-22,0 0 11,-2 2 1479,-15-2-1474,5 2 1028,-21-3-1027,5 2 555,-12-4-555,0 0 73,1-1-57,6-1 1,4-1-6,4-2-1,2 0-4,-2 0 10,-4 1 6,-8 2 17,-6 0-476,-7 0-2477,-19 0 2908,3-1 0,-5 0 0,9 1 0</inkml:trace>
  <inkml:trace contextRef="#ctx0" brushRef="#br0" timeOffset="201309">20961 13798 7436,'-3'3'3730,"0"0"3014,3-3-5926,1 3-286,-1-2 292,1 2-612,0-2 175,1 1 77,4 0-83,3 0 84,7 0-319,-4 0 90,8 0-46,-4 0-33,5 2 28,6 1-73,0 0-51,0 1 46,4-1-1,0 0 28,14 1-16,10-1-17,8 0-29,-18-1 1,1-1-348,-14 0 1,0 0 307,17 1 1,1 0-3,-17-1 0,1 0 5,19 2 1,0 0-29,-18-2 1,1 0 13,22 2 0,-3 0-10,-8-2-4,-3 0 0,0 0 4,15-2-1,-12 1 0,2-1-6,-4 1 1,0-1-1091,11 1 1,-2 0 1092,-16-1 1,-1 1-4,10 0 1,0 0-142,-9 1 0,1-1 122,18 1 0,1 1 8,-20-2 1,0 0 10,22 1 1,-3-1 0,-10-1 2,-5 0 1,1-1 8,9 0-9,-11 0 0,2 0-5,-7 0 0,0 0-6,8 0 0,-1 0 6,-6 0 0,-2 0 3,20 0-6,-22 0 0,0 0 5,0 0 1,-1 0-6,1 0 0,0 0 0,4 0 0,-1 0 16,20-2-21,-13 1-1,9-3 23,-11 1-17,-9 0 0,1-1 0,25-2 3,-25 3 0,0-1 440,9-1-431,4 1-24,-4-1 12,-1 2 2239,0-2-2228,-15 3-11,-9 0 381,-2-1-376,-1 0 7,-3 2-7,2-2-5,-8 2 11,2-1-5,-3 1-6,4-2 6,7-1-18,3-2-4,7 0 10,-3 2 0,-5 1 12,-2 2 16,-5 1-22,-2-1-11,-2 1-6,-3 0-5,0 0-84,1 0-1306,1 0-6133,5 0 7545,1 1 0,-3-1 0,-4 0 0</inkml:trace>
  <inkml:trace contextRef="#ctx0" brushRef="#br0" timeOffset="201916">26351 14099 16157,'-49'-8'1344,"-1"1"0,4 0 1,6 0-936,4-1 733,-5 0-654,22 5-270,-3 1-134,16 1 174,4 1 173,8 2-78,9 3-123,18 3-107,21 0-109,-16-2 0,3-2-836,9 0 0,2 0 835,-11-2 0,2 0 0,1 0 0,4 0 0,2 0 1,0-1-3,4 0 0,1 1 0,0-1-8,1 0 1,1 1 0,-1-1 1,-2 1 1,0 0 0,-2-1-12,-4 1 1,-1 0-1,-2-1-123,12 2 0,-4-1-219,-11 0 1,-6 0-3568,9 2 3915,-24-1 0,-15-1 0,-6-1 0</inkml:trace>
  <inkml:trace contextRef="#ctx0" brushRef="#br0" timeOffset="258559">5358 15336 14930,'4'0'2269,"0"0"3696,-4 0-5606,-20-40-186,1 29-78,-27-26 17,-4 48-76,18-2 1,-2 3-306,-5 5 1,-2 1 301,-3 3 1,-1 1-15,0 0 1,2 1 5,3-1 1,2-1-10,8-4 1,2-2 0,-4 6 28,17-11 95,13-6 73,7 0-23,4 1-11,6 5 605,1 2-599,-1 2-5,-4 2-18,-2 1-22,-3 1-6,-3 5-33,-1 3 11,-3 6-22,-6 8-17,-7 8-12,-8 6-274,-5 3 258,-1-5-6,2-7 28,6-10 57,7-11 111,6-10 207,4-8-100,3-9-214,0-9 220,2-9-298,3-12-33,5-6 22,8-2-11,4 1-16,6 7-7,3 5-5,6 8-17,6 8-11,7 8 6,4 11-17,-2 10-23,-8 10-5,-13 9-23,-15 7-61,-18 7-95,-16 3-417,-16 1 453,12-28 0,-2-2-151,0-2 0,-1-2-833,-22 9-1499,8-12 2693,12-19 0,13 1 0,8-8 0</inkml:trace>
  <inkml:trace contextRef="#ctx0" brushRef="#br0" timeOffset="258826">5246 15349 19910,'4'0'3999,"-1"0"-2661,-3 0-945,77-43-135,-28 21-642,-13 4 1,5-3 0,-4 3 470,-5 6 0,-3 1 70,25-8 385,-14 6-508,-13 4 169,-12 5-304,-7 3-257,-3 4-1535,0 2 2070,4 6 1,-4-4 0,0 0 0</inkml:trace>
  <inkml:trace contextRef="#ctx0" brushRef="#br0" timeOffset="259199">6257 15798 20758,'14'-51'1488,"0"-1"0,-1 7 0,-3 6-883,-3 14-172,-3 12-276,-3 6 0,0 12 22,-1 20-128,0-1-12,0 28-67,0-5-257,0-15 1,0 2-88,0 2 0,0-1-959,0 2 1,1 0 1330,1 3 0,0-3 0,0 5 0,2-6 0</inkml:trace>
  <inkml:trace contextRef="#ctx0" brushRef="#br0" timeOffset="259492">6013 16042 26071,'45'-37'63,"0"1"1,-18 5 0,4 4-46,14 15 1,8 6 0,-7 1-1256,16-6 1242,-7 2 1,-1 0 0,3 0 150,-23 3 0,-2 1-150,8-1 198,-14 2-232,-20 4-392,-5 0-2957,1 0 3536,-1 0 0,1 0 0,-1 0 0</inkml:trace>
  <inkml:trace contextRef="#ctx0" brushRef="#br0" timeOffset="272500">6716 10484 12753,'-45'0'2141,"0"0"1,5-1 0,8-1-1628,17-2 468,7-4-1014,9 2 20,14-5 228,26-5-124,-5 4 0,6 1-852,17-3 1,5 1 785,-12 2 0,3 2 1,2-1-530,-10 3 1,1 0 0,1 1-1,0-1 485,1 1 1,1 0-1,-1 1 1,0 0 24,14-1 1,-1 1-1,-2 0-288,-9 1 1,0 0 0,-4 1 185,10 0 1,-6 1 28,-17 1 1,-5 0 455,0 0 1349,-30 3-1688,-25 2 664,-29 6-369,12-3 0,-5 0 349,-12 3 0,-3-1-466,13-1 0,-1 0 0,-2 0-200,-4 1 0,-1 0 0,-1 1 101,-3-1 1,0 1-1,0 0-103,-2 0 1,1 0-1,0 0 143,0 0 0,2-1 0,0 0-176,4-1 0,2 1 0,1-2-179,6 0 1,2-1-1,3-1 259,-7 1 1,4-1 42,-7 0-122,32-3 1257,32-5-1100,30-3-109,-5-1 1,5 0 161,14-2 0,6-1-198,-13 2 1,3 0 0,1-1-351,7 0 0,0 0 1,2 0 312,-13 2 1,0 1 0,1-1 0,-1 1-5,0-1 0,-1 1 1,1 0-1,-1 1-18,13-1 0,0 0 0,-2 1-352,-5 0 0,-1 0 1,-2 1 336,-7 1 1,-1 1-1,-3-1-101,9 1 1,-5 0-25,12 0 1100,-33 1-945,-38 3 52,-33 2-11,5 0 1,-5 1 113,7-1 1,-3 1 0,-1 0-100,-6 0 0,-3 1 0,1 1 2,-3 0 1,-1 0-1,2 1 3,3-1 0,1 0 0,2 0 392,-12 1 1,6 0-383,16-2 0,5-1 152,0-1-128,23-3-70,19-4-164,20-6-570,1 1 1,6-1 750,25-5 0,0 0 0,-25 6 0,-2 1 1,8-1-1,0 0 0</inkml:trace>
  <inkml:trace contextRef="#ctx0" brushRef="#br0" timeOffset="273584">9247 10421 13392,'-54'6'957,"0"1"0,0-1 0,7 0 1,2-1-1,8-1 381,-7 1 755,24-4-1845,17 0 363,18-6-313,21-3-205,-3 0 1,4 0-727,14-3 0,5 1 642,-11 2 1,3 0 0,1 0 1,7 0 1,1-1 0,1 1-53,3 1 0,1-1 1,0 1-10,-1 0 0,1 1 0,-1 0-527,-2 0 1,-1 1-1,-2 0 498,-3 0 1,-2 1-1,-1 1 11,-6 0 1,-1 0 0,-1 0-72,13 0 0,-5 0-6,8 0-21,-20 2 48,-46 1 34,-23 2 72,-14 2 0,-7 1 14,-7 2 0,-2-1-186,17-1 0,-1 1 1,-2-1 183,-9 2 0,-1-1 0,-1 1 8,7-1 0,0 1 0,-2-1 4,5 0 0,-2 0 1,0 0-1,1 1 5,-14 1 0,1 0 0,0 1 2,1 0 1,1 1 0,4-1-10,1 0 0,4-1 0,-1 2 1,8-2 1634,16-3-1691,7 0 222,14-4 164,28-1-294,1-2-11,10-2 1,6 0-24,4-3 1,4-1 120,-5 1 1,3 0-1,2-1-129,3 0 0,2 0 1,1-1-3,-6 2 1,2-1 0,0 1-1,-2 0-5,6-2 0,-3 1 0,-1 0-264,-2 1 1,-1 0-1,-3 1 467,4-2 0,-6 1 118,6-1 117,-7 0-332,-35 4-58,-35 2 84,-13 4-42,-1 1 1,-7 1-410,-2 2 0,-4 1 285,9-1 0,-4 0 0,-2 1 50,7 0 1,-1 0-1,0 0 1,2 0-283,-4 1 1,4 0 0,0 0 243,-17 3 1,7-1-112,3 3 145,39-8 375,25 0-545,27-3-53,2-4 0,3-2 723,-2 2 1,2-2-1996,4-1 0,6-2 1,-3 0 1287,11-1 1,-4 1 0,-3 1 0,-5-1-1,12 0 1</inkml:trace>
  <inkml:trace contextRef="#ctx0" brushRef="#br0" timeOffset="278434">7410 15687 15737,'-3'-4'5158,"1"1"-3970,2 3-549,-12-72-354,16 39-218,-6-11 1,6 1 10,23 17-27,7 9 10,7 8-27,2 15-45,0 17-17,-2 17-211,-24-13 1,-5 3 224,-2 3 0,-5 1 5,-8 4 1,-6-1-12,-5 2 1,-6 0 8,-5-1 0,-3-2 39,-1-3 0,-1-2 11,3-5 0,2-3 17,-12 8 95,18-14 124,11-11-6,12-5-141,15-7-133,19-6-40,-7 4 0,2-2-509,9-1 0,1 0 190,7-1 0,1 1-359,3-1 1,2 0-1020,1 0 0,2 1 1350,-16 2 1,0 0 0,-3 1 0,-4 0 0,-4 2 0,29-8 0</inkml:trace>
  <inkml:trace contextRef="#ctx0" brushRef="#br0" timeOffset="278651">8767 15422 23377,'-21'50'1,"-1"-1"0,1 1 0,2-7 0,0 0 1,8-2-210,9 6 1,5-3-370,1-5 1,1-1-808,2-1 1,2-1-2504,0-1 0,0-3 3887,7 19 0,-6-21 0,-6-16 0</inkml:trace>
  <inkml:trace contextRef="#ctx0" brushRef="#br0" timeOffset="278867">8525 15892 19132,'-5'-5'5186,"1"1"-4329,4 4-403,-27-64-264,30 41-154,-9-15 1,7 3-15,44 20-19,-13 9 0,2 0-111,8 1 1,1 1 81,5 0 1,0 0-412,1 2 1,-2-1 172,-2-1 1,-3 1-622,-4 0 1,-1-1 265,-4-1 1,-3 0 0,3 0 0,-9 0 0</inkml:trace>
  <inkml:trace contextRef="#ctx0" brushRef="#br0" timeOffset="283692">6938 9042 9873,'-46'6'1011,"0"0"0,0-1 0,-19 3 0,6 0-393,20-1 1,4-1-283,-15 4 270,-8 3-7,33-7-78,4 0-157,12-4 11,22-1 6,23-3-155,12-2 1,5 1-911,-12-1 0,2 1 734,10-2 1,6 1-1,0-1-665,-9 2 1,0-1 0,3 1 622,-3 0 1,3 0-1,1-1 1,3 1-8,0 0 0,3 0 0,1 0 0,0 0 0,-1 1-455,-4-1 1,0 1 0,-1-1 0,0 1 0,0-1 450,-1 1 1,0-1 0,0 1 0,0 0-1,0 0-9,1 0 1,0-1 0,-1 1 0,0 0 0,-1 0-281,3 0 0,-3 0 0,1 0 0,2 0 287,-4 1 1,1-1-1,2 0 1,-1 0 0,-2 0 4,9 0 0,-2 0 0,-1 0 0,0 0 12,-2 0 1,0 0-1,-3 0 1,-3 0-13,15-1 0,-5 1 19,0 0 1,-10 0 869,-24 1-536,-8 0-224,-48 2-107,-26 3 410,21-2 1,-3 0-425,-19 3 1,-4 1 309,20-3 0,-1 1 0,-2-1-314,-13 2 0,-4 1 0,-2-1-6,13 0 1,0-1-1,-2 1 1,-2 0 5,0 0 1,-2 0-1,-2 0 1,1 1-1,0-1 0,5 0 1,0 0-1,1-1 1,0 1 0,0 0-16,-12 1 0,1 0 0,0 0 1,0 0 19,1 0 1,0-1 0,1 1 0,2-1 1,-3 1 0,2 0 1,-3 0-3,3-1 1,-4 0 0,1 1 0,4-2-3,-1 1 1,5 0-1,0-2 10,4 1 0,1-1 0,7-1 16,-11 0 6,25-2 185,21 0-297,5 0 1600,13-2-1504,11-2-23,6-1 0,30-3 8,-22 3 1,4 0-88,11-2 1,7 0 0,1-1 65,0 1 0,1 0 0,3 0-7,-2 0 1,4 0-1,-1 1 1,-3 0-4,1 0 1,-4 1-1,3 0-11,-5 1 1,2-1-1,1 1 1,-3 1 1,3-1 0,-2 1 1,1 0 17,-7 0 0,1 0 0,0 0 0,-2-1-170,8 1 0,-2-1 0,-2 0 206,-7 0 1,-1 0 0,-5 0 7,-2-1 1,-6 0-42,11-4-112,-61 4 92,-20 3 0,-10 2 31,-10 1 0,-5 0-422,17 1 1,-2 0-1,-3 1 1,1 0 429,-4 1 1,0 0-1,-1 1 1,2 0 15,-9 2 0,2-1 0,-3 1-13,2 0 0,-4 1 0,1 0 1,1 0-4,10-1 0,1 0 1,0 0-1,-3 0-11,-6 1 1,-3 1 0,-2 1 0,1-1 0,2-1-255,10 0 1,2-1-1,0 0 1,0 0-1,0 0 250,-5 1 0,-1 0 1,0 0-1,2 0 1,5-1 7,-6 0 1,5 0 0,0 0 20,-8 0 1,0 1-1,4-1-111,-9 0 0,2-1 137,11-1 1,-1 0 0,3 0 7,-1-1 0,5-1-28,-19 1 1171,54-6-1210,32-6 39,32-6-17,-9 2 0,10 0-100,-9 3 0,6 0 0,4 0 0,-2 0 100,2 0 0,-1 1 0,2-1 1,3 1-57,-9 1 0,2 0 0,2 0 0,-1 1 0,0-1 0,-4 1 36,9-1 1,-3 1-1,0 0 1,2 0-15,-1 0 1,3 0 0,0 0-1,2 1 1,-1-1-254,-10 1 1,1 0-1,0 1 1,1-1 0,-1 0-1,0 0-206,0 1 0,0-1 1,1 0-1,-1 0 1,0 1-1,0-1 389,10 0 1,2-1 0,-1 1 0,-5-1 0,-5 2-1,-3-1 1,-6 1 0,-6 1 0,-6 0 0,1 1 0</inkml:trace>
  <inkml:trace contextRef="#ctx0" brushRef="#br0" timeOffset="286875">10563 9284 9425,'-48'2'1592,"0"0"1,5 0-1,7 0-690,3-1-151,13 0-314,8 0-337,7-1 91,7 0 134,9 0-96,12 0-61,20-2-93,-12 0 1,2 1-399,9-3 0,3 0 356,6 0 1,3-1-12,4 0 1,1-1-1,0 1 1,-1-1-6,-3 2 0,-1 0-6,-6 0 0,-2 1 6,-10 0 0,-2 0 128,12 0 51,-26 1-123,-29 1-84,-29 4-6,6-1 0,-6 1-646,-10 2 0,-5 0 661,12-1 0,-1 1 0,-2-1 5,-4 2 1,-1-1 0,-1 0 7,0 1 0,-1-1 1,1 1 1,2 0 0,0-1 0,2 1 28,-14 1 1,4 1-26,12-1 1,5-1-73,-8 2 79,26-3 122,28-3-5,19-2 6,27-4-90,-14 0 0,4-1 12,12-1 0,3-1-50,-14 2 1,2-1 0,1 1-607,3 0 0,1-1 0,-1 1 594,9-2 0,2 1 7,-8 1 0,3-1 0,-4 1-303,-4 0 1,-1 0 289,16-1 0,-2 0-14,-26 3 1,-6 0 142,8 0 896,-30 3-963,-30 2-23,-29 3-25,11 0 0,-3 1 597,-12 1 1,-2 1-609,14-3 1,-1 1 0,0 0 7,-2 0 0,-1 0 1,1 0 4,2 0 1,1-1 0,1 0 204,-11 1 0,4 0-199,14-2 0,5-1 88,0 0-10,36-4 7,27-7-71,-1 2 1,4-2-15,12-3 0,5 0-68,-10 2 1,2 0 0,1 0 24,5-1 1,2 1 0,1-1-463,3 0 1,0 1-1,1 0 165,-1 1 1,1 0 0,-1 0-1675,-3 3 0,-1-1 0,-2 2 1992,12-1 0,-7 2 0,-19 1 0,-5 1 0,0 1 0</inkml:trace>
  <inkml:trace contextRef="#ctx0" brushRef="#br0" timeOffset="289066">6296 10450 11131,'9'-4'2560,"26"-5"1,8-1-1430,16 0-1638,-18 3 1,5-2 0,-1 2 836,11 1 1,0 0-164,-14 2 1,1 0 0,1 0 71,2-1 0,1 1 0,1 0-66,0 0 1,0-1 0,1 1 1,-2 0 1,1 0 0,-2 0-39,18-1 0,-3-1 103,-9 2 1,-4-1-13,-12 1 1,-4 1 872,4-1-754,-33 1-443,-30 2-82,-28 0 102,16 3 1,-3 1 197,-8 1 0,-1 1-64,-6 2 1,-1 0 40,-1 2 0,1 0-14,1-1 0,2 2-118,5-1 0,1 1 133,5-1 0,2 0 33,5 1 0,1 0-44,4-2 0,3 0 121,-20 6-33,17-5-66,15-4 1059,18-4-1300,22-5 260,31-6 86,-11 1 1,6 0-436,-8 0 1,4 1 0,1-1 401,7-2 1,3 1 0,0 0-7,4 0 1,0-1 0,0 1-5,-1 0 1,-1 0-1,-2 0-89,-7 2 0,-1-1 0,-4 1 203,8-2 0,-7 1-5,5-4-580,-43 7-342,-40 3 437,0 5 1,-6 1-427,-15 2 0,-5 1 620,12-1 1,-2 2-1,-1 0-11,-6 1 1,-1 0-1,0 1 244,0 0 1,-1 0 0,1 1-1,3-1 0,2 0 0,1 0-126,-13 3 1,6-1 223,16-3 1,6-1 88,-4 1-305,33-6 63,65-20-108,-20 7 0,4-1-147,5-2 1,5-1 0,2-1 70,2 1 1,2 0-1,1 0-124,-11 3 1,1 0 0,1 0 0,1 1-426,0-1 1,0 1 0,1 0 0,0 1 467,0-1 0,1 1 0,-1 0 0,-6 1 1,13-2-1,-7 2 0,-9 2 0,0 0 1</inkml:trace>
  <inkml:trace contextRef="#ctx0" brushRef="#br0" timeOffset="289966">8104 9616 13548,'-61'0'1585,"1"0"0,5 0 0,7 0 203,10-1 210,12 1-827,10-1-451,10 0-107,4 1-353,19-3 703,11-1-469,13-2 0,7-2-194,3 1 1,1-1-958,5-1 1,2-1 704,-11 3 0,2 0 1,-1-1-577,-5 2 0,-1 0 0,1 0 535,11-1 0,3-1 1,0 0 39,-9 2 0,1-1 0,0 0 0,-2 1-92,5-1 0,-3 0 0,-1 1-5,-3-1 1,-1 1 0,-3 0-20,2 0 1,-6 0-14,-1-1-2,-13 2 105,-38 2-204,-15 5 169,-4 2 1,-4 0 18,-3 2 1,-1 1 308,-15 2 1,-5 2-346,9-2 1,-4 1 0,2 0 40,7-1 0,1 1 0,-2 0-58,-6 1 0,-1 1 1,3-1-27,-10 4 0,4-1-348,13-3 0,2 0 400,-4 1 1,4-2-48,-12 2 138,3-1 694,35-7-708,37-10-4,17-2-42,3-3 0,8-1-508,-2 0 1,4 0 0,-1 0 496,-8 2 1,-1 1 0,4-2 3,12-1 0,8-2 0,1 0 1,-7 2-535,-9 2 1,-4 1 0,1 0 479,10-2 0,1-1 0,-2 1-176,8-2 1,-7 0 229,-21 4 0,-2 0 62,0 1 0,-3-2 106,1-8 1950,-34 8-2619,-27 1 301,-10 6 149,6 2 1,-4 2 26,-6 2 1,-1 1 1243,0-1 1,0 1-1349,-3 3 0,3 2-695,-3 7 546,24-2 326,24 10 0,3-15 0,5 5 0</inkml:trace>
  <inkml:trace contextRef="#ctx0" brushRef="#br0" timeOffset="290758">9714 10301 14947,'-50'8'1447,"0"-1"1,0 1 0,2-1 0,1 0 0,4-1-794,-1 0 0,4-2-228,3 0 1,4 0 148,-13 0-109,22-2-140,19-1-132,39-6-60,8-1-104,-3 1 0,3-2-10,0 2 1,0 0-4,5-1 0,1 0-308,-1 1 0,1 0 301,-5 0 1,0 0-6,-6 2 1,-2-1 97,17-2-48,-19 3 71,-16 1-52,-18 1-333,-17 1 215,-21 4 44,8 0 1,-2 0-151,-9 4 1,-3 0 171,-6 3 0,-3 0 5,-1 1 0,-1 1 11,1 0 0,2 0 19,5-2 1,3 0 102,9-1 0,4-1-43,-9 3 20,23-6 86,24-4-336,21-5 163,29-8-33,-14 3 0,3-2-209,11-3 0,3 0 202,-15 3 1,1 0-1,0 0-5,1 0 0,0 0 0,0 0-1,-3 0 1,-1 0-1,-1 1-184,12-4 1,-2 1 375,-12 2 1,-3-1 118,10-4-48,-23 3-127,-28 4-651,-19 1 343,-23 4 57,-12 3 65,27 1 1,-1 2 1219,-23 5-1763,16 4-1539,23 3 1976,33 2 1,-8-8 0,15 0-1</inkml:trace>
  <inkml:trace contextRef="#ctx0" brushRef="#br0" timeOffset="291442">10756 9799 11682,'-47'-11'1342,"1"1"1,2 0-1,4 1-474,-3 0-101,3 2-184,4 3-202,8 2-241,11 2-230,8 0 432,6 0-101,23 0-28,9 0-11,32-1-127,-24-1 1,2-1-548,8-1 1,3-1 499,5-1 0,3-1-6,3 0 1,2-1-14,-20 3 1,0-1-1,1 1-6,-1 0 1,1 0 0,-2 0 4,19-1 1,-2 0 10,-8 1 1,-4 0 19,-12 2 1,-4-1-7,-4-1-44,-45 2 0,-43 2 5,12 3 1,-5 1-487,10-1 0,-1 1 0,-2 0 488,-6 2 1,0-1-1,-2 1 7,-2 1 1,-1 0 0,-1 0 7,0 0 0,-1 1 1,1-1-650,3 0 1,0 1-1,3-1 660,-7 1 1,1 0 50,-2 0 0,6 0 39,10 0 61,1 0 146,57-9 62,36-5-244,-6-1 1,5 0-117,-5 1 0,3-1 0,1 1 5,9-2 0,1-1 0,2 1 153,-11 2 0,1 0 0,0 0 0,0 1-175,0-1 0,0 1 1,0 0-1,-1 0-70,14-1 1,0 0 0,-3 2-641,-5 0 1,-1 1-1,-2 2 706,-5 1 0,-1 1 0,-5 0 0,-3 0 0,-6 1 0,15 3 0</inkml:trace>
  <inkml:trace contextRef="#ctx0" brushRef="#br0" timeOffset="292466">7566 15680 14157,'8'-61'1889,"1"0"1,0 6 0,3 4-1120,5 11 0,2 4-406,4-10 264,6 0-107,-20 30-169,-2 2-156,-4 8-61,-29 55-102,8-16-618,-8 17 0,-3 7 613,7-14 0,-1 2-4,2 1 0,-2 2 1,2 0-14,-4 10 0,3-1-11,8-16 0,0 2 0,3-5 0,4-4 0,3-3-3,1 3 0,3-1-2,6 9 16,5 6 62,15-14 117,5-19-95,2-12 79,16-27-85,-22 5 1,0-3-191,9-6 1,3-4 254,7-9 0,1-2-420,-9 7 0,-2 1 310,-2 2 1,-2 1 34,-7 8 0,-3 2 27,5-2-39,-1 1-55,-11 12-7,-5 14 402,1 14-401,-1 3 1984,3 25-1996,-7 5-50,-7-4 0,-2 3-14,-2-5 0,-3 0-823,-4 10 0,0-2 492,1-18 1,1-2-1227,-1 4 0,2-1 1627,-3 18 0,4-15 0,4-9 0</inkml:trace>
  <inkml:trace contextRef="#ctx0" brushRef="#br0" timeOffset="292925">7723 15535 19496,'-6'-8'2391,"2"2"-1971,-11-23 0,-2-3-78,6 17-317,-7-19 0,1 11 65,7 42 25,0 13 0,-2 6-54,-1 3 1,-1 3-453,2-4-1,-1 3 1,0 0 436,-4 15 0,1-2-31,4-11 0,0-1 0,1 6 0,2 0-252,5-7 0,4-2 263,1-2 0,3-2 18,4-1 0,5-6 125,23 0-50,-2-16 167,20-12-33,-1-19-76,-12-2 1,2-5-316,-9 0 1,0-3 289,3-6 0,-3-2-9,-11 6 1,-3 1-19,10-15 1461,-3-4-1333,-15 26 410,0-2-623,-9 17-16,-2 9-7,-1 5 643,-1 30-670,-5 7-9,1-7 1,-2 3-501,-3 2 0,-1 2 321,-1 8 0,-1 1-294,2-10 1,2 2 492,3-1 0,1 2 0,0-7 0,1 8 0,2-13 0,1 0 0</inkml:trace>
  <inkml:trace contextRef="#ctx0" brushRef="#br0" timeOffset="300275">7875 11434 12377,'9'11'3068,"-1"-1"-2305,0-7 205,-3 0 528,-3-1 3276,-2-1-4643,-7 0-56,-4 1 168,-12 1-163,8-1 51,-1 0-62,14-2 6,7 0 16,18-5-61,15 0 0,6-2-20,-9 1 1,4 0-682,10-1 0,6-1 0,0 0 665,-6 1 1,-1 0-1,2 0-2,-1 1 0,1 0 1,3-1-1,1 0-23,0 1 1,3-1-1,1 0 1,-2 0 0,-2 1 12,-4 0 0,-4 1 1,1-1-1,4 0-11,8 0 1,7-2 0,1 1 0,-4-1 0,-9 2 7,9-1 1,-3 0-5,-10 1 1,5 0-1,0-1 1,-9 1 6,1 0 1,-6 1 63,3-1 1,-4 0-17,-4 0-84,-38 3 28,-19 3 17,-8 2 0,-6 0 0,-6 2 0,-4 1 369,4 0 0,-2 0 0,-4 2-354,-2 0 0,-3 2 1,-1 0-1,1-1-765,2 0 0,0 1 0,0-1 1,1 0 767,-1 1 0,0-1 0,1 1 0,-1 0 7,-1-1 0,0 1 0,0-1 0,3 1-247,-6 0-1,3 0 1,-4 1 255,-1 0 1,-5 0-1,1 1 1,4-1-12,4-1 0,4 0 1,-2 1 23,0-1 0,-3 1 0,2-1 0,9-1-19,9-2 1,3 0 0,-16 2 0,7-1 517,23-4-551,19-2 68,36-6-35,2-1 1,6 0 330,-3 0 1,3-2 0,0 0-348,-3 2 0,0-1 0,3 0-3,3-1 0,4-1 0,0 1 1,0 0 3,-5 0 0,-1 2 1,0-1-1,5 0-7,-4 0 1,3 0-1,2 0 1,1 0-1,-1 0 1,-2 0-292,3 0 1,-2 1 0,-1-1-1,1 1 1,0 0 298,6-1 0,1 0 1,0 0-1,-3 1 0,-5 0-6,6-1 1,-6 2-1,0-1-142,0 0 0,0 0 1,-6 1 159,-5 0 0,-4 0 42,1 1 0,-7-1-45,-10-1-28,-44 4 12,-17 1-1,-6 2 1,-7 3-13,13-2 0,-2 2 0,-3 0 18,-1 0 0,-3 1 0,-1 0 0,-2 1-6,-6 0 0,-2 1 1,-1 0-1,-3 1 6,10-2 0,-2 1 0,-2 1 0,1 0 0,1-1 0,3 0 2,-6 1 1,3 0 0,0-1 0,-2 2 0,-1-1 1,-4 1-1,0 1 1,4-1-1,6 0 6,1 0 1,7-1-1,0 1-28,-7 2 1,-1 0-1,6-1 1103,4 0 1,8 0-1057,-2 5 664,58-10-664,11-3-6,6-3 0,8-3-904,4-2 1,6-1 0,2-1 885,-10 1 0,1 1 0,1-1 1,3-1-3,-1 0 0,3 0 0,2-1 1,-1 1-1,-1-1 0,10-1 1,-2 1 0,0-1 0,-3 1 126,-10 2 0,-2 0 1,-1-1-1,3 0-122,10-1 0,3-2 0,-2 0 0,-5 2 2,-12 0 1,-4 2-1,2-2 6,10-1 0,2-1 0,-7 1 75,13-6-186,-37 7-116,-23 6-1160,-30 2 1372,-26 4 0,20-2 0,-7 4 0</inkml:trace>
  <inkml:trace contextRef="#ctx0" brushRef="#br0" timeOffset="301308">9312 9494 12247,'-52'3'1204,"0"0"0,0 1 1,5-1-1,1 0 0,6-1-49,-14 2-679,16-2 397,6-1-83,18-1-213,2 0-33,7 0-337,28-3-90,-2 0 40,22-2 0,9-2-890,-4 2 1,3-1 767,2 0 1,4-1 0,2 0-585,-12 2 0,0 0 0,1 0 1,1-1 556,6 0 0,3 0 1,0 0-1,-2 1-7,-8 0 1,-1 0-1,0 1 1,5-1-1,-1 0 0,4 1 0,2-1 0,1 1 0,-1-1 0,-4 2-6,10-1 1,-3 0 0,-1 1 0,5 0-350,-9 0 0,5-1 0,0 1 1,1 0-1,-1 0 0,-3 0 351,-1 1 1,-2 0 0,-1 1 0,-2 0 0,1-1 3,7 1 1,0-1-1,-2 1 1,-3 0-126,1 0 0,-3 0 0,-2 0 127,-1 0 1,0 0 0,-5 0 24,1-1 0,-5 0 75,-6 0 1,-4 1 762,4-3-866,-52 2 1653,-9 0-1653,-4 2 0,-7-1 5,-20 3 1,-7 0 376,17 0 1,-1 0 0,-4 0-389,2 1 0,-2 0 1,-1 0-1,0 1-413,0 0 0,1 1 0,-1-1 1,-1 1 413,-7 1 1,0 0 0,-1 0 0,2 1 2,10-2 1,2 0 0,-1 0-1,-4 1-1,3 0 0,-4 1 1,-2 1-1,0-1 0,2 0 1,4 0 4,-5 1 1,5 0 0,0-1 0,-3 1-7,-1 1 1,-4-1 0,0 2-1,2-1 1,6-1-180,-5 1 1,6 0-1,5 0 121,-2 0 1,9-1 5,4 2 62,29-1 1398,15-2-1371,15 0-5,26-6-25,-9-6 0,2-1 996,-2 1 1,4-1-1007,0-2 0,7-1 0,3-1 0,-2 1-680,-8 1 1,0 1-1,0-1 1,4 0 186,5 0 0,3-2 1,3 1-1,0-1 0,-1 2 326,-2-1 0,2 1 1,-2 0-1,-2 0 0,-4 2 1,4-2-1,-4 1 1,-2 1-1,-4 0 0,-1 0 1,1 1-1</inkml:trace>
  <inkml:trace contextRef="#ctx0" brushRef="#br0" timeOffset="302166">9657 15434 22077,'-21'-6'1530,"7"-5"-1441,24-8-33,14-5-28,19-2 6,15 2-216,-26 13 0,1 3 182,1 2 0,-2 2-11,29 2 31,-8 12-37,-11 8 6,-11 11-12,-13 9 7,-15 8-35,-20 11 23,2-27 0,-3 0-187,-5 0 0,-2-1 220,0-2 1,0-2 16,-21 15 406,10-12-181,10-10 150,10-10-100,8-6-112,5-5-96,3-1 409,7-3-470,10 1-17,13 1-11,14 4 11,7 7-33,4 8-399,-2 12 410,-7 11-6,-10 7 6,-15 4 17,-16-4-57,-27-5-285,-25-4-865,12-20 1,-5-2 1200,-10 0 0,1-2 0,-8 3 0,3-7 0</inkml:trace>
  <inkml:trace contextRef="#ctx0" brushRef="#br0" timeOffset="304542">11152 15440 24015,'5'8'784,"-1"44"-742,-4-21 0,0 3-736,0 16 0,-1 2 607,1-7 1,0-1-346,0 0 1,-1-1-796,1-2 1,-1 0-1487,0-4 1,-2-1 2712,1-2 0,-2-4 0,0 5 0,0-11 0</inkml:trace>
  <inkml:trace contextRef="#ctx0" brushRef="#br0" timeOffset="304742">10947 15989 21948,'-39'-32'903,"1"0"1,3-2 0,18 4-719,62 8-171,-12 8 0,6 1-1403,20-1 0,6 2 1389,-19 4 0,1 1 0,2 0 2,2-1 0,1 1 0,0 0-8,-1 1 1,-1-1-1,0 1-30,-6 1 1,-1 0 0,-1 1 4,10-1 0,-5 0-2428,-12 2 0,-4 1 2459,8-1 0,-23 3 0,-10 0 0</inkml:trace>
  <inkml:trace contextRef="#ctx0" brushRef="#br0" timeOffset="309775">6565 10549 7671,'10'9'1087,"-2"-2"-689,-8-7 6278,0 0-6065,-38 1 50,21-1-488,-26 1-145,34-1 0,4 0 6,3 0-17,-1 0 27,2 0 3688,0 0-2901,14-1-361,15-3-125,34-4-524,-31 4 1,3 0 281,22-4 0,5 0-535,0 1 1,4 1 479,-13 1 0,5-1 0,2 1 1,-2 0-702,-3 1 0,-1-1 1,1 1-1,2 0 660,-3 0 1,2 0-1,2 0 1,-1 0 0,-1 1 4,10-1 1,-1 1 0,-1-1 0,-2 1-530,-8 1 0,-3-1 0,1 0 0,2 1 505,-2 0 0,1 1 0,1 0 0,1 0 0,-1 0 6,0 0 1,0 1 0,0 0 0,0 0 0,0-1-198,0 1 0,-1 0 0,0 0 0,1 0 0,-1 0 189,3 0 0,2 0 0,-2 0 1,-1 1-1,-3-1-114,10 0 1,-3 0 0,-5 0 101,6 0 1,-3 0 527,-2 0 0,-3 0-505,-5 0 0,-2 0 14,1-1 1,-1 0 14,4-1 0,-1 0 11,-12 0 1,-3-1 50,15-2 1914,-6-1-1693,-21-1 2033,-5-2-2275,-13-2 1936,-15-1-2083,-5 2 401,-23-2-351,3 7 0,-5 1-3,-5 0 0,-5 1-575,6 1 1,-4 1 0,1 0 599,-2 2 1,-1 1-1,0 0-5,-7 0 0,-1 1 0,-2 0 10,12 1 0,-1 0 0,-1 0 1,0 1-1,-4 0 0,-1 1 0,0-1 1,-1 1-633,-1 1 0,-2 0 1,1 0-1,-1 1 628,0 0 0,-1 1 0,0-1 0,1 1 9,0 0 1,1 0 0,0 0 0,0 0 4,1 0 0,0 0 0,1 0 0,1 0-2,0-1 1,2 1 0,-1 0 0,1-1 2,2 0 0,-1-1 1,1 0-1,2 0-4,-2 1 0,1-1 0,-2 0-3,2 0 0,-4 0 1,0-1-1,5 0-367,4-2 0,3 0 0,-3 0 377,-15 2 1,-3 1-1,6-2 3,6-2 0,5 0-136,-3 0 1,6-1 245,8-2 881,-2-3-1005,43-3 11,29-6 1,10-1-16,4 2 0,12 0 0,1 0-59,-1 1 0,2 0 0,5-1 64,-8 2 0,4-1 0,4 0 1,0 1-1,0-1-155,-10 2 0,0 0 1,1 0-1,0 0 0,1 1 1,0-1 152,3 0 0,2 0 0,-1 1 0,1-1 0,1 1 0,-1 0-165,-8 1 0,0 0 0,0 0 0,1 0 0,-1 0 0,0 0 0,0 1 170,7-1 1,1 1 0,-1-1-1,0 1 1,0 1 0,-1-1-176,-3 1 0,0 0 0,0 1 0,0-1 0,-1 1 0,-1 0 167,7 0 1,0 0 0,0 0-1,-2 0 1,0 1-10,-5-1 0,-1 2 0,0-1 1,-1 0-1,-1 0 87,6 0 0,0 1 0,-2-1 1,-2 0-89,9 0 1,-2 1 0,-3-1 222,-10 1 0,-3 0 1,-2 0-213,6 0 0,-5 1 1498,12-1-1478,-30 1 2256,-25 1-2261,-25 2-35,-8 0 14,-18 2 1,-9 2 2,2-3 1,-3 1-126,14-1 1,-3 0 0,-2 1 0,0-1 130,-1-1 0,-1 1 0,0 0 0,-1 0 1,-5 0 1,-1 0-1,-1 1 1,0-1 0,9 0 0,0 0 0,-1 0 1,0 1-1,0-1-1,-2 1 0,0 0 0,0-1 0,0 1 1,0 1-257,0-1 0,-1 1 0,1 0 0,-1 0 1,1 1 254,1-1 0,0 0 0,0 1 0,1-1 0,0 1-3,-11 1 0,1 0 0,0 1 0,2-1-270,3 0 0,0 0 0,2-1 0,1 1 280,5-1 0,1-1 0,1 1 0,2-1-154,-8 0 1,2 1 0,3-2 163,-11 2 0,6-1 643,14-3 1,5-1-616,-7 1 2275,25-3-2308,22-2-18,26-4 6,3-1 0,7 0-5,-1-1 0,5 0 1,3-1 1,-2 2 0,4-1 0,1 0 1,2 1-292,-4 0 1,2 0 0,2 0 0,0 0-1,0 0 293,6 0 0,1 0 0,0 0 0,1 1 0,0-1 1,-8 2 0,0 0 0,1 1 0,0-1 0,-1 0 0,1 1-6,-1 0 0,1 1 1,0-1-1,-1 1 1,1 0-1,-1 0-368,8 0 0,1 1 0,-1 0 0,0 0 0,-1 1 361,-3 0 1,-1 0 0,0 1-1,-1-1 1,-1 1-4,8 1 1,-1 0 0,-1 1-1,-2-1-118,-7 0 0,-2 0 1,-1 1-1,-2-1 126,5 0 1,-2 1 0,-3 0 434,4-2 0,-5 1-460,5 1 1785,-41 1-1741,-42 5-17,0-2 1,-7-1 784,-19 3 0,-6-1-783,10-2 0,-4-1 1,-3 1-430,7-2 0,-3 0 0,-1 1 0,-2-1 435,5 0 0,-1-1 0,-2 1 1,-1 0-1,-1-1-303,5 1 0,-1 0 1,-1 0-1,-1 0 0,0 0 1,-1 0 306,5 0 0,0 1 1,-1 0-1,-1-1 1,0 1-1,1 0 1,-1 0-186,-2 1 1,0-1 0,-1 1 0,1-1 0,-1 1 0,1 0 0,0 0 186,1 1 0,0-1 0,0 1 0,0 0 0,1-1 0,-1 1 0,2 0-85,-7 1 1,0 0-1,1 0 1,1 1-1,1-1 1,0 0 96,-3 1 0,0 0 0,1-1 1,2 1-1,2-1 124,-4 2 0,3-1 1,2-1-1,3 0-120,0 0 1,4-1-1,5 0 642,1 1 0,15-6-644,26-6 0,60-9-15,-19 6 1,6-2 0,2 1 10,0 0 0,3-1 0,3 1 0,1-1-20,-2 1 1,2 0 0,2 0 0,0 1 0,2-1 1,-5 1 0,1-1 0,1 1 0,1 0 0,0 1 0,1-1-8,2 0 1,1 0 0,0 0-1,1 0 1,0 0 0,-1 0-40,2 1 0,-1-1 1,1 0-1,-1 1 0,1 0 1,-1 0-192,-2 0 1,1 1 0,-1 0 0,0 0 0,-1 0 0,1 1 179,-1 0 0,1 0 0,0 0 1,-1 1-1,-3 0 0,-5 0 1,16-1-1,-7 1 0,-2 0 1,-9 2-1,0 0 0,-1 0 0</inkml:trace>
  <inkml:trace contextRef="#ctx0" brushRef="#br0" timeOffset="311592">8253 9528 15070,'-47'2'1241,"1"0"1,4-1 0,6 2-345,12 5-141,8-3-129,7-2-23,6-2-352,3 0 124,16-4-146,15-2-129,13-1-702,12 1 0,8 1 644,-23 2 0,1 1 0,4-1-21,5-1 1,4 1-1,2 0 1,1-1-724,2 0 0,1 1 0,2-1 1,1 0 705,-7 0 1,2 0-1,1 0 1,1 0 0,1-1-325,-6 1 0,1 0 1,1 0-1,1-1 1,0 1-1,0-1 325,-4 1 1,0-1-1,0 1 1,1 0-1,0-1 1,1 1-1,-1-1-188,3 1 0,1-1 0,0 1 0,0-1 0,1 0 0,-1 1 0,0-1 188,1 0 0,0 1 1,0-1-1,0 0 1,0 1-1,-1-1 1,1 0-85,-3 1 0,1-1 0,0 1 0,-1-1 0,0 1 0,-1 0 0,0-1 81,6 0 1,-2 1 0,1-1 0,-2 0 0,0 0 0,-1 1 11,5-1 0,-2 0 0,0 0 1,-2 1-1,-1 0-17,4-1 1,-1 0 0,-3 1-1,-3 0 224,5 0 0,-5 0 0,-4 1-390,2 0 0,-9 2-4865,-7 8 5033,-42 3 0,-8-1 0,-3-4 0</inkml:trace>
  <inkml:trace contextRef="#ctx0" brushRef="#br0" timeOffset="313042">12305 15643 22279,'-1'-39'442,"0"0"1,1 3 0,1 7-242,3 14-33,3 2-61,4 0-23,3 0-17,4-1-22,6 0-6,6 2-34,6 5 12,-4 2 28,21 12-28,-16 6 22,14 13-28,-19 9 12,-11 9 38,-10 9-27,-18 6-18,-2-28 1,-3 0-234,-6 1 1,-3-1 238,-4 0 1,-2-1 22,-2-1 0,-1-1 2,0-3 1,0-2 92,-20 13-6,16-13-5,16-12 23,13-8 22,14-3-29,14-7-61,20-5-67,-12 2 0,2 0-183,7-2 0,2 0 107,7-1 1,2 0-993,7-1 1,1 1-382,-15 4 0,1 0 0,0 1 982,17-3 1,-4 0 0,-16 5 0,-5 0 0,7 0 0</inkml:trace>
  <inkml:trace contextRef="#ctx0" brushRef="#br0" timeOffset="313333">13673 15509 22722,'-1'-9'1442,"0"-23"0,1-5-814,4 5-477,-2-5 0,1 1-22,5 16-90,3 17-5,3 22-6,4 20-23,-7-9 1,-2 4-240,0 6 0,-1 2 158,-2 5 0,-1 1-734,-1 2 0,-3 1-425,-1 2 0,-2 0 1235,-2 2 0,0-3 0,-1 8 0,-2-11 0</inkml:trace>
  <inkml:trace contextRef="#ctx0" brushRef="#br0" timeOffset="313582">13526 15845 22879,'-6'-6'3007,"2"2"-2771,4 4-108,9-68-83,13 47-15,22-8 0,17-4 0,-4 9-2054,-13 16 0,2 5 2025,14-4 1,7 0 0,-6 2 15,-10 2 0,-5 1 107,0 0 1,1-1-106,4 1 1,-1-1-56,-11 1 1,-3 0 29,12 0-28,-22 1-486,-14 0-1752,-9-1 2272,-3 0 0,0 0 0,-1 1 0</inkml:trace>
  <inkml:trace contextRef="#ctx0" brushRef="#br0" timeOffset="315266">14950 15689 22358,'5'-58'871,"0"0"1,-1 4 0,-1 3-586,-2 17 0,-1 3 111,0-19-167,0 19-157,0 16-51,0 17 12,3 22 22,3 26-6,-1-13 1,0 3-406,0 6 0,0 1 380,0 4 0,-1 0-3,-1-2 1,-2 0-23,0-3 0,-1-1-110,-1-5 1,-2-3 137,-2 24 45,-2-20 106,2-21-16,2-20-46,2-25-33,8-26-70,-2 14 0,1-3-91,3-7 1,2-2 87,0-6 0,0 0 14,-1-3 1,0 1 13,-2 4 0,-1 2-185,-3 6 0,-1 3 297,-4-20-11,-4 23-67,-2 19-56,-1 15-17,0 20 17,-5 22-15,5-6 1,0 3 84,0 9 1,-1 3-88,1 5 0,0 2-178,2 1 1,0 0 185,0-1 1,1-2-35,1-4 1,-1-2-91,1-8 1,0-2 20,-1 18-566,2-22-5148,7-18 5809,2-14 0,-1-2 0,1-3 0</inkml:trace>
  <inkml:trace contextRef="#ctx0" brushRef="#br0" timeOffset="315909">16261 15568 25102,'37'-39'-8,"0"-1"1,5 4-1,5 10-90,10 19 0,3 9-1183,0-1 0,0 2 959,-5 2 0,-2 1-23,-9 2 1,-5 4 534,9 14-324,-44 5 139,-42 4 76,3-15 1,-6-1-243,-8 0 1,-3 0 451,-2-1 0,-1-1 9,6-1 0,1-2-68,11-3 0,4 0 121,-7 2 929,25-6-1108,26-12-102,23-8-64,-5 2 1,4-1-362,10-3 0,1 0 361,5-3 1,-1-1-7,1-2 1,-3-3 16,-5-1 1,-4-2 2,-6 1 1,-6-2 66,-8-4 1,-6 0-11,-4-9 1217,-24-8-983,-9 25 109,-8-3-8,4 11-84,10 5-139,9 7 720,8 2-872,4 6-11,9 8 11,14 15-45,17 17-39,-9-7 1,0 3-32,-8-12 1,-2 1-681,7 16 1,-8 2-1646,-15-13 1,-6 0 1750,-1 3 1,-2-1-1,-6 10 1,-3-21 0</inkml:trace>
  <inkml:trace contextRef="#ctx0" brushRef="#br0" timeOffset="320258">18048 15535 22599,'0'-10'2991,"0"2"-2655,0 8-174,0 0-134,-24-15-28,11 50-84,-19 2-241,22 6 0,6 8-1604,-3 0 1,1 1 1928,-2 8 0,2-4 0,2-22 0,1-3 0,-4 28 0</inkml:trace>
  <inkml:trace contextRef="#ctx0" brushRef="#br0" timeOffset="320849">18667 15474 20588,'0'-3'3254,"0"1"-2605,0 2-447,-8-3 50,-7 10-50,-15 1-46,-11 11-15,-8-3 27,0-4 62,3-5 5,12-5-22,9-2-62,10-1-67,8-1-11,3 2-29,3 4 12,1 3 23,0 7-18,0 8 12,0 5-39,0 4-6,0 3 17,-1 1-29,0-3 29,-1-3 6,-1-6-7,0-6 29,1-7 78,1-4 331,1-4-376,4-13-16,4-4-45,7-11-6,6 2-11,3 3 6,4 5-1,2 4-44,4 5 28,4 4-34,5 5-56,4 8 68,3 10-51,-1 9-73,-9 8-6,-15 4-49,-22 2-192,-27 1-338,2-22 0,-4-2-143,-6-2 0,-3-1-941,-3-3 0,-1-2 1798,-3-4 0,3-2 0,-6 0 0,9-6 0</inkml:trace>
  <inkml:trace contextRef="#ctx0" brushRef="#br0" timeOffset="321008">18484 15442 21351,'50'-20'230,"-1"0"1,1 1 0,-2 1 0,-1 1 0,-3 6-248,1 5 0,-2 6-274,-1 0 0,-1 3-1068,-4 1 1,-3 1 1358,22 12 0,-27-6 0,-12-1 0</inkml:trace>
  <inkml:trace contextRef="#ctx0" brushRef="#br0" timeOffset="321266">17470 16568 24069,'55'-11'126,"1"-1"0,-1 1 1,1 0-1,0 0 1,1 0-1,0 1 0,-1 1-108,-5 2 0,0 1 1,0 1-1,0-1-892,2 1 0,1-1 0,0 1 0,-1-1 836,0 1 0,-2 0 1,1 0-1,-2 0-220,13-1 1,-2 0-1,-2 1-687,-8 0 0,-2 1 0,-2 0 945,11 0 0,-6 1 0,3 1 0,-22 2 0</inkml:trace>
  <inkml:trace contextRef="#ctx0" brushRef="#br0" timeOffset="321508">17736 16767 23261,'57'-15'141,"0"1"0,0-1 0,2 1 1,1 1-1,0 2-69,-1 4 1,0 2 0,0 1-34,0-1 0,1 1 1,0 0-17,-9 1 1,0 0 0,0 0 0,-4 0-15,-2 0 0,-4 1 1,2 0-3,8-1 1,2 0-1,-7 1 822,-11 0 0,-2 0-846,1 1 0,-2 0-330,3-1-2930,-35 2 0,-18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15:37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5756 2818 18520,'0'-8'2462,"15"-25"0,8-5-1263,13-5-1076,-12 4 0,2 2 224,13 6-111,-23 28-1,1 19 0,-7 24-151,-7-6 0,-3 3-324,-2 11 0,-4 2 254,-1 7 0,-2 2-504,2-17 0,-1 1 1,1 1 377,0 1 0,1 1 0,0 1-271,1 1 0,1 0 0,2 1-717,2-1 1,2 1-1,2-1 1100,3 2 0,1-1 0,0-4 0,0-4 0,0-4 0,2-6 0,0-1 0</inkml:trace>
  <inkml:trace contextRef="#ctx0" brushRef="#br0" timeOffset="484">5705 3536 16993,'-32'-55'831,"1"0"0,2 6 0,11 5 709,25 5-1523,25 6-59,11 12 0,7 3 11,-12 5 0,2-1-424,6 1 0,6 0 0,-2 1 374,10-2 0,-1 0 13,-10 3 1,3 0 0,-2 0 9,-3 1 0,-1 1 1,-2-1 23,13-2 1,-4 0 335,-12 2 0,-5 1-207,1-2 950,-26 4-703,-31 10 414,-29 13-280,-4 8-400,20-5 1,1 2 35,-8 10-12,5 13-38,30 8-40,5-15 12,29 14-23,12-32 6,2-2 1532,17-7-1482,-15-11 90,6-9 275,-9-21-62,-18-7-174,-8-5 508,-17-6-379,-11 11-3217,-18-9 2959,4 20 272,-28 5-300,23 18 14,-6 3-114,14 7-102,13 6-173,3 6 2160,21 13-4983,11-2-488,9-1 3647,9-8 0,-25-13 0,1-2 0</inkml:trace>
  <inkml:trace contextRef="#ctx0" brushRef="#br0" timeOffset="693">7266 2678 20106,'0'-8'4425,"0"2"-3865,-10-23 0,-3-3 179,0 8-543,-1-11 0,-1 4-72,4 25-108,2 23-4,2 24-1,1 7-334,3-7 1,0 6 294,1 12 0,-1 3-570,1-19 1,0 2-1,0 1 327,0 9 1,1 2-1,0-2-581,0-7 1,0-1 0,1-3-410,1 11 1,1-2 1260,4 11 0,1-8 0,-1-15 0,4 11 0</inkml:trace>
  <inkml:trace contextRef="#ctx0" brushRef="#br0" timeOffset="1367">7179 3446 17641,'-23'-38'3324,"0"1"1,-9-4-3054,5 2 1,0 1 535,-5 8-286,16 8-460,10-1-72,24 0-56,32 4-6,-11 11 0,4 0-458,9 2 0,2 0 340,5 3 0,0 0-5,-2 0 0,0 1 53,-7 1 1,-2-1 86,-8 0 0,-3-1 134,16-6 157,-23-1-72,-15 0 420,-22-6-174,-9 8-57,-14-3-66,-7 7-157,4 6 855,-13 9-838,1 16-124,4 6-11,5 15 17,26-6-61,19 0-35,18-6 29,16-9 28,-5-12 22,18-15 73,-25-15 11,10-15 23,-18-11-56,-8 5 178,-4-17-66,-8 23-23,-1-6-67,-5 23-67,-1 10 11,-8 21 17,2 8-34,-2 20-22,8 3 5,14-1 6,4-12-11,24 0-6,-8-25 0,3-3 14,4-1 1,1-2-221,9-7 0,0-5 231,-6-5 1,-3-6 16,-1-5 0,-2-6-17,-2-4 1,-3-5-545,-2-6 0,-4-3 550,-2-8 0,-4-3-493,-8 16 1,-2-2 0,-1-1 485,-2-2 1,0-2 0,-2 1 18,-1 0 0,0 0 0,-1 1-211,-1 4 1,-1 0-1,-1 2 277,-1-11 1,-3 5 73,0 12 1,-2 5-167,-8-6 847,4 22-847,2 25 0,1 24 0,4-4 0,1 3 213,0 12 0,1 4-213,1 10 0,1 3-189,1-15 1,0 1 0,1 1-154,2 6 0,1 1 0,0-2-254,0-8 1,1-2 0,1 1 595,2 5 0,2 0 0,-1-7 0,5 12 0,0-2 0</inkml:trace>
  <inkml:trace contextRef="#ctx0" brushRef="#br0" timeOffset="1993">10175 2864 23775,'-17'-56'842,"0"-1"0,-2 6 0,-2 8-629,-12 13 13,-9 15 1,-3 8-199,-3 11-299,5 1 0,3 5 288,8 33 6,12 17-18,15-24 1,3 1-6,6 24 0,10-17 0,6-1 0,0-16 0,3-1-6,12 10 1,4-2-1836,-1-11 1,0-4 1837,-7-5 1,0-2 358,6 3 0,-3-2-356,-6 5 17,-3 10-17,-46-2 0,-29 6-222,13-15 1,-3 0 227,-5-1 0,-2-1-1,2-2 1,-1-2-1,5-2 1,1-4 1316,5-3 0,3-3-1339,-17-11-48,18-14-966,18-14-1674,27-13 2103,7 19 1,1 3-1,6-7 1,8 4-1</inkml:trace>
  <inkml:trace contextRef="#ctx0" brushRef="#br0" timeOffset="2343">10380 2925 26474,'-4'45'91,"0"0"1,1-5 0,4-3-36,9-4 0,11-7-6,8-11 12,8-9 22,4-15 28,0-9 45,-3-13 78,-7-7 22,-9-6-33,-10-2-22,-7 2-17,-6 6-34,-4 8-60,-3 10-91,1 8-35,2 8-83,1 4-38,2 11-119,0 7-268,3 13-734,6 5-1434,6 4-2369,12-3 5080,1-8 0,-8-13 0,-6-8 0</inkml:trace>
  <inkml:trace contextRef="#ctx0" brushRef="#br0" timeOffset="2760">10952 2875 20765,'6'-52'969,"1"0"0,-1 0 0,0 5 0,-1 1 1,0 6-214,3-20-35,-1 18-452,-2 18-131,-2 14-76,1 14 77,3 13-88,4 17-15,-1-1 0,0 2-13,4 18-18,-5-8 1,-2 2-209,-3-13 0,-3-1 197,2 9 0,-1 0 3,-3-3 1,0-2 13,-2 24 28,-2-18-16,3-23 133,0-12-88,8-36 16,0 0 56,10-32-101,-4 23 34,9-14-6,-3 19 461,8-4-515,7 7-42,-4 14 23,0 8 0,1 18-16,1 10 11,12 15 11,0 6-37,-23-13 1,-4 0 2,4 10-5,-25 11-28,-26-22-31,5-11 0,-5-4-613,-7-2 1,-2-5-329,-6-1 1,-1-4 1038,-9-7 0,4-3 0,-8 2 0,6-8 0</inkml:trace>
  <inkml:trace contextRef="#ctx0" brushRef="#br0" timeOffset="3350">11784 2985 19994,'16'-43'1254,"0"0"1,1 0-1,3-10 1,-3 6-241,4-13-6,-10 27-812,-2 6-106,-6 20 50,-5 25-6,-2 18-83,-1 3-7,-2 0 1,-1 1-28,1 3 5,-1 3 1,1 1-1,3-1-16,0 8 39,3-22 89,1-19 124,0-10-191,-2-21-5,0-22-23,-1-21-860,1 2 838,1 15 0,2-4 8,4-9 0,2-2-17,0 1 1,2 0-2,0 14 1,1-1-1,2 3 1,5-4 1,1 4-12,-4 11 1,1 3-196,7-3 1,2 5 175,12 5-13,17 0-5,-5 31 24,5 21-1,-11 6 0,-16-5 0,-2 4-593,-2 11 1,-4 3 416,0 3 0,-3 2-130,-5-11 0,-2 2 0,-3-1-657,-5 14 0,-3-4 156,0-12 1,-3-1-3314,-2 4 1,-1-4 3599,-4 4 0,4-8 1,4-22-1</inkml:trace>
  <inkml:trace contextRef="#ctx0" brushRef="#br0" timeOffset="4517">12104 2944 20873,'-54'-18'1392,"0"-1"1,11 5 0,5 0-558,-2-11-717,30 6-112,15-9-51,31 3-28,-4 11 0,3 2 6,-3 1 0,3 1-212,7 2 1,5-1 0,-3 2-808,4 0 0,0 1 651,-3 0 0,2 0 1,-2 1-345,3 0 0,-3-1 143,-7 2 1,-3-1 131,18-5 650,-20 0 458,-16 0 578,-12-1 381,-11-1-90,-4-2 900,-5-1-1505,3 1-224,4 1-190,5 3-180,3 2-117,3 2-95,6 4-23,8 4-39,10 7-11,12 11 11,13 11-380,-22-11 1,0 3 356,1 2 1,-1 3-40,-3 1 1,-2 3-85,-7-1 0,-5 1 62,-1 26 73,-27-10 73,-14-16-12,-10-15 23,0-15 758,6-15-719,11-12 175,10-13-181,10-6-39,13-2-28,11 0-39,14 4 0,13 6-300,-19 21 1,2 2 229,4 1 0,1 3-36,1 1 0,0 3-118,-1 1 0,-1 0-302,-3 3 1,0 0-1385,23-1-874,-7 2-526,-9-2 1272,-9-3 2301,-7-2 1462,-6-2 711,-5-3 136,0-1-1223,-4-1-327,-1-2-327,-4 1-202,-1 1-140,-3 2-96,-2 1-89,-1 2-39,-1 2-51,1 2-44,1 3-12,1 0-10,-1 2-1,-2 0-6,-3 2-5,0 1 12,0 1-7,2-1 23,2 0 51,1-3 72,1 1-101,-1-3 1,1 0-18,-2-1-10,2 3 44,1-1 0,0-1-39,0 1 6,0-3-6,0 0-6,1 0-11,-1 0-11,3-1 23,-2 2 5,1 0-12,0 1 12,-1 1-33,0 1-18,1 0 23,4 1 6,6 5-12,8 6-27,9 8 16,9 7 23,8 7-226,0 7 164,-8 6 0,-14 2 28,-21 2 11,-18-7-5,-10-9 33,-6-13 12,3-12 5,3-12 22,6-12 6,7-14 197,9-12-225,14-8-28,13-1-443,18 1 418,-15 26 0,2 2-54,3 2 1,2 3-166,3 1 1,2 3-289,2 2 0,1 2-886,2 2 1,1 1-1308,0 3 0,0 0 2119,-6 3 0,-3 0 0,10 0 0,-21 2 0</inkml:trace>
  <inkml:trace contextRef="#ctx0" brushRef="#br0" timeOffset="5226">14424 2479 21052,'-3'-3'4381,"0"1"-2998,3 2-1019,-75-37-174,38 29-148,-11-8 0,0 5 14,9 27-16,4 12-24,8 6-10,10 4-12,11 0-10,12-2 10,8-8 6,12-9 0,6-10 11,6-15 12,3-11 16,-2-13 0,-4-8 56,-8-4 62,-8 2 56,-9 7-23,-5 11-83,-5 9-68,-3 9-17,-1 11-11,-2 10-11,1 16 0,1 10-11,8 9 11,6 3-17,12 0-39,9-7-5,9-10 33,5-16 17,2-14-1,7-27 18,-18 2 11,10-26 5,-22 8 17,0-8-5,-11 3 28,-11 8-46,-4 15-4,-8 7-12,-1 17-6,-2 7 6,2 11-17,7 18 0,6-13-5,14 14-28,8-22-12,13 1-22,10-10 59,-14-13 0,-1-3 30,15-7-2,-16-3 0,-2-5 14,4-19 25,-14 11 0,-1-2-223,-2-1 1,-2-1 325,7-29-37,-8 6-108,-7 11 0,-3 15 0,-3 12 0,-1 13 0,0 18 0,1 23 0,3 1 0,2 9 0,0 1 0,-2 0 0,0 1 0,0 2-354,1-6 1,0 3-1,0 0 1,0-1 353,-1 5 0,-1 0 0,-1 6-462,-4-4 1,-1 8 0,-1 3 0,-1 1 0,0-3 0,1-8 324,0 7 0,-1-7 1,-1 8-114,1-15 0,-1 8 1,0 4-1,-1 1 1,0-3-1,-1-5 1,1-9-16,-3 1 1,-1-8 0,1-2-1,-2 11 1,1-4 0,-5 11-1</inkml:trace>
  <inkml:trace contextRef="#ctx0" brushRef="#br0" timeOffset="6100">15682 2712 22167,'11'-50'1090,"0"1"1,-2 3-1,-8 7-608,-18 7-135,-9 5-61,1 8-85,4 7-117,8 6-33,8 7-29,3 10-5,8 10 0,5 13-12,13 10-5,10 7-469,-11-23 1,1 1 409,2 1 1,1 0-85,0-1 0,-1 1-206,-3-3 0,-3 0-732,6 17-599,-22-12-690,-22-15-1646,-19-14-2330,-12-17 1658,-3-17 4688,28 8 0,3-4 201,4-5 1,4-3 834,4-3 0,4-3 3411,8-9 1,2 1-3247,-2 15 1,1 2 355,3-5 0,1 3 327,-6 10-943,-5 4-442,-2 12 50,-7 24-415,5-1 29,-3 35-79,3 5-231,2-15 0,0 2-2,1 3 1,-1 3-4768,-3 12 1,0-2 3645,3-21 0,1-3 1,-2 3-1,2-8 1,2-18-1</inkml:trace>
  <inkml:trace contextRef="#ctx0" brushRef="#br0" timeOffset="7426">17724 2325 22761,'8'-54'993,"0"0"0,-1 7 1,0 8-770,-2 21 157,-2 9-241,-4 12 28,-12 15-34,-12 17-84,2-7 1,-1 0-35,2-2 1,-3 1 15,-5 3 0,-6 4 0,1-2-1146,-6 4 1,-3-1 1120,5-2 1,-3 1 0,2-2 17,-6 4 0,4-4-78,10-6 1,4-1 108,-3 9 50,29-14 1,24-9-51,28-6-48,-13-5 1,3-1-532,11-2 0,3 0 482,-13-1 0,2 0 0,0 0-150,4-2 1,1 1 0,0-2-613,3 0 0,-1 0 0,2-1 803,5-1 0,1 0 0,-6 0 0,-4 2 0,-4 0 0,-4 0 0,1-1 0</inkml:trace>
  <inkml:trace contextRef="#ctx0" brushRef="#br0" timeOffset="7917">18631 2224 20039,'-6'0'4436,"0"0"-3748,6 0-250,0 0-545,36-55-1107,5 42 1,13 7-1,-2-4 1214,-7-9 0,-2-3 0,1 4 0,9 9 0,2 4 0,-8 3 0,15 2 0</inkml:trace>
  <inkml:trace contextRef="#ctx0" brushRef="#br0" timeOffset="8067">18723 2502 25035,'47'-17'-189,"1"-1"1,0 1 0,0 0 0,0 0 0,2-1 0,-2 2 0,-8 3 0,0 1 0,-5 3 0,-2-1 0,0 1 0</inkml:trace>
  <inkml:trace contextRef="#ctx0" brushRef="#br0" timeOffset="9126">20547 2193 23696,'-7'-49'619,"1"1"0,-1 0 0,-3-18 0,-6 9-426,-2 28 0,-2 6 15,-23-12-130,-2 16-39,3 20-16,2 18-7,3 21-5,20-12 1,1 2-345,1 4 0,3 2 335,0 1 1,3 1-3,2-1 0,3 0-9,2-4 1,4-1 171,8 19-124,9-18 95,5-16 51,3-22 0,6-18 17,7-18-76,-18 16 0,0 0 130,0-1 0,0 0-60,17-20-101,-9 12-50,-11 13-45,-9 14 5,-7 20 1,-5 24-4,0-6 1,-1 5-547,-3 10 1,-1 5 540,-3 8 0,-1 4 1,2-16 0,-1 1 1,1 2-33,-1 4 1,0 0-1,-1 2-716,1 3 1,0 1 0,-1 0 639,0 2 0,0 1 0,-2-1 1,0-1 1,-2 0 0,-2-2-370,-6 0 1,-2-1-1,0-5 481,0 1 0,-3-8-9,-9-3 1,1-19 49,2-42-32,2-34-1,21 7 0,7-7-452,7-1 1,5-5 0,2 2 436,-3 14 0,0 2 1,4-3-10,5-5 0,3-3 1,2-1-1,1 5-39,6 1 1,1 3 0,2-1-50,-2 4 0,2-2 1,1 0-1,1 2-31,1 3 1,0 0-1,2 2 1,0 1-52,11-8 0,0 2 0,1 3 184,-3 4 0,0 3 0,-1 2-108,-3 3 1,-2 3-1,0 1 54,10-4 0,-3 3 35,-9 4 1,-4 2 61,12-6 2389,-20 5-2321,-15 8 2135,-10 3-2157,-11 9 1044,-14 12-955,-15 14-1710,10 1 1,0 1 1546,-11 15-183,16-11 1,4 2 171,9 6 35,7 7-1,18-12-17,14-12 57,24-14-23,-13-10 78,21-15 34,-22-10 17,4-12 28,-11-8 106,-14-18-224,-10 19 112,-16-16-84,-9 26 3188,-13-3-3255,-4 11 482,-1 8-611,14 10 29,7 3-68,13 6-140,7 6-902,24 13 510,-3-2-1129,14-1 0,3-3-1016,5 0 2110,6-2 1,-2-2 0,-19-6-1,15 3 1</inkml:trace>
  <inkml:trace contextRef="#ctx0" brushRef="#br0" timeOffset="9950">21727 2169 14437,'0'-4'8044,"1"1"-5120,-1 3-2325,-3-60-347,0 42-76,0-16 1,-4 4-4,-10 28-55,-14 12-65,2 7 0,-2 4-36,2 2 0,-1 4-391,-7 8 0,3 0 374,12-9 0,3 0-11,2 3 0,5 0 56,13 16-23,12-6 40,21-12 22,12-27-11,-5-8 145,13-21-8,-26 6 0,-1-4-65,0 0 1,-2-1-210,3-7 0,-4 0 232,4-20 604,-10 14-772,-5-3 0,-4 16 0,-2-2 0,-2 10 0,-3 10 374,-2 6-374,0 6 0,0 6 0,-2 12 0,0 1 0,-2 4 0,0-12 0,1-5 0,2-4 0,1-4 0,-1 1 0,1-5 0,0-1 0,0 0 0,0-2 0,1 3 0,-1 1 0,2 1 0,-2 2 0,0-2 0,0 1 0,0-2 0,0-1 0,-1 1 0,1-3 0,-1 4-147,1-3-335,0 4-341,2 0-392,3 6-90,3 3 229,2 4 281,-2 1 347,-3-2 359,-6-3 195,-3-3-33,0-4 240,-4-1-66,4-1 44,-2-1-123,3 0 459,0-2-392,1 1 505,-1-2-253,3 2 1,-2 0-40,2 1-62,0 0 45,-1 1-364,-1 1-33,-2 5 16,-2 7-22,-1 6-33,2 6-12,2 6-28,8 1-162,8 3-459,13 1-1138,7-2-5690,5-1 6873,-6-11 0,-13-8 0,-9-8 1</inkml:trace>
  <inkml:trace contextRef="#ctx0" brushRef="#br0" timeOffset="10326">22111 2345 27522,'23'-8'369,"9"-4"-296,15-10-34,-18 8 0,1-2-685,3-2 0,1-3 688,2-3 0,-1-3 8,1-4 1,-3-5-21,1-7 1,-2-4-513,-11 10 1,-2-1 0,0-3 496,-1-5 0,-1-1 0,-2-1 0,0-4 0,-2 0 0,-1-1-1,-3 0 1,-1-1 0,-2 2 3,-2 5 1,-1 0 0,-3 3 113,-4-13 1,-5 5-133,-2 13 0,-4 6 0,-21-7 0,-4 26 0,-4 27 0,-2 30-274,20-5 1,3 6 273,5-6 0,2 4 0,0 2-175,1 7 0,0 4 1,2 1 174,3-10 0,2 1 0,0 0 0,2 1-27,0 1 0,1 0 0,2 1 0,1-1-434,3 14 0,2 1 0,3-2 223,4 0 1,3 0-1,-1-7 1,0-5-1,0-6 1,3-7-1,-1 0 1</inkml:trace>
  <inkml:trace contextRef="#ctx0" brushRef="#br0" timeOffset="14109">25971 3941 21680,'14'-52'764,"0"1"0,-1-1 0,-1 7 0,-1 1 0,-3 6-103,-1-12 107,-5 23-695,-3 17 103,-5 24-148,-8 21-25,3-6 0,-1 3-398,-4 7 0,1 2 330,-3 6 1,2 2-311,-1 2 0,1 2-1286,2 1 1,2 1 1660,3 2 0,1-4 0,0 7 0,6-12 0</inkml:trace>
  <inkml:trace contextRef="#ctx0" brushRef="#br0" timeOffset="14475">26370 3881 24878,'12'-42'580,"0"0"1,-2 2 0,-7 14-452,-15 32-51,-10 13-27,-4 19-29,-1 14-11,14-22 0,3 2 0,3-1 1,2 1-23,7 29 11,13-10-6,12-12 17,10-15 12,3-13 27,3-19 62,0-14 67,-3-17-299,-5-11 237,-20 20 1,-2 0-29,-3-2 1,-1-1-20,-3-1 0,-3 0 36,-3-29-103,-11 10 48,-9 16-51,-7 15-39,-4 14-118,1 16-364,6 13-1137,9 18-5612,15 16 6518,7-1 1,1-17 0,-1-14-1</inkml:trace>
  <inkml:trace contextRef="#ctx0" brushRef="#br0" timeOffset="14701">25679 4624 25140,'-63'-2'724,"1"1"0,6 1 1,19-5-574,34-6-100,42-5-35,2 6 1,6 0-1394,-4 3 1,3-1 0,1 1 1344,9 0 0,2 0 0,1 0-59,-12 2 0,1 0 0,0 1 0,0 0-451,15-2 1,0 1 0,-1 1 541,0-1 0,-1 2 0,-5-1 0,-6 1 0,-5 1 0,-10 0 0,1 0 0</inkml:trace>
  <inkml:trace contextRef="#ctx0" brushRef="#br0" timeOffset="14925">25781 4815 28149,'47'-20'100,"-1"1"1,0 0 0,1 0 0,0 2 0,0 2-95,-1 6 0,1 2 0,-2 0-801,18-3 1,-3 1 794,-10 1 0,-4 1-35,15-3-1492,-34 3 1527,-26 5 0,-6 1 0,-4 1 0</inkml:trace>
  <inkml:trace contextRef="#ctx0" brushRef="#br0" timeOffset="19217">10621 5993 23903,'6'-60'1058,"-1"0"1,-1 8 0,-1 8-695,-1 14-263,-2 16-101,0 16 0,-1 16-11,0 17-79,-1 17-162,1-20 0,0 2-1167,1 2 0,2 2 1419,6 4 0,1-2 0,-1 6 0,9-6 0</inkml:trace>
  <inkml:trace contextRef="#ctx0" brushRef="#br0" timeOffset="19400">11502 5920 23444,'-3'-2'3137,"1"1"-2818,2 1-969,-1 10-2369,38-6 3019,25 7 0,-11-10 0,3-1 0</inkml:trace>
  <inkml:trace contextRef="#ctx0" brushRef="#br0" timeOffset="19560">12824 5630 23500,'-3'-1'1871,"1"-1"-2790,2 2-4093,68-34 5012,-23 21 0,-7-6 0,-1 2 0,-10 13 0</inkml:trace>
  <inkml:trace contextRef="#ctx0" brushRef="#br0" timeOffset="19860">13872 5438 21304,'-3'0'3355,"1"1"-2895,2-1-998,96-26-1120,-52 16 1467,0 0 1,8-3 0,-6 3 38,-10 5 1,-1 1 23,16-3 0,1 0 167,-13 3 1,-2 0 4,-3 1 1,-2-1 269,1-1 123,-17 1 5,1-3-95,3 0 1140,6 2-1308,-7 2 764,-1 3-724,-16 2-102,-6 3-234,-3 4-1849,-7 3 1966,2-3 0,5-3 0,4-4 0</inkml:trace>
  <inkml:trace contextRef="#ctx0" brushRef="#br0" timeOffset="20401">16843 5500 23237,'23'-50'1017,"0"0"1,-4 10 0,-3 4-442,-3-1-10,-10 20-471,0 3-44,-6 18-23,-12 20-6,-4 6 0,-5-1 1,-5 2-9,-3 0 0,-3 2-780,-4 2 1,-5 3 0,2-2 776,6-5 0,1-1 1,0 0-5,-3 3 1,1 1-1,5-5-10,4-4 1,8-1 18,6 11 7,54-21-18,20-10-506,-8-9 1,4-3 427,4-5 1,2-1-531,-17 2 1,2 0 0,-3 1 238,11-3 0,1 0-2913,-1 0 0,3-1 0,-7 2 2437,-13 3 1,-3 1 0,18-4-1,-9 2 1,-26 6 0</inkml:trace>
  <inkml:trace contextRef="#ctx0" brushRef="#br0" timeOffset="20610">17934 5313 24150,'52'-28'-1967,"0"1"1,0 0 0,4 1 0,1 2 0,-6 8 1651,-12 13 0,-4 4 1,27-3-1,-29 2 1</inkml:trace>
  <inkml:trace contextRef="#ctx0" brushRef="#br0" timeOffset="20767">18031 5537 25281,'43'-9'-1062,"0"0"0,0 0 0,14-1 0,3-1 0,-8 2 1062,-12 2 0,-3 1 0,9-1 0,-5 1 0,-8 2 0</inkml:trace>
  <inkml:trace contextRef="#ctx0" brushRef="#br0" timeOffset="21618">19366 5274 25892,'-49'-37'334,"0"0"0,-4 2 0,0 11-200,12 26 1,2 6-384,-1 0 1,1 2 256,-4 5 1,5 5 8,-4 21 321,21 4-332,21-2 170,15-6-165,13-7 23,10-12 27,5-10 179,2-15-61,0-14 67,-5-11 12,-7-10-251,-7 1-7,-7 2 415,-7 10-415,-5 12 0,-3 13 0,1 24 0,3 25 0,-1-9 0,0 3-552,1 10 1,-1 2 551,1 11 0,-2 2-529,-2-18 1,-1 2-1,0 1 529,-1 3 0,0 1 0,-2 0 0,-2 1 0,-2 0 0,-2-1-21,-2-1 0,-2-1 1,-5-2-173,-4-1 1,-4-3 0,-4-2-239,-3-4 1,-4-2 0,-1-4 385,-1-6 0,-1-2 1,1-5 66,-11 2 1,4-13 27,-5-27 23,50-42-57,17 13 1,8-4-115,-3 11 1,4-2 0,2 0 102,4-5 1,3-1 0,1 0-147,-7 11 1,0-1 0,1 0 0,0 1 134,1-1 1,1 1-1,0 1 1,-1 0-5,12-10 1,-1 0 0,1 2-160,-3 4 0,-1 1 0,0 1 169,-3 4 0,-1 1 0,-2 0-215,11-9 1,-3 2 222,-8 6 0,-5 2 426,-8 6 1,-4 1-401,2-10 1895,-21 12-1895,-14 12 1626,-15 8-1610,-12 12-5,-8 12-26,23-5 1,0 2-12,-1 3 1,3 3 2,1 0 1,3 2 821,-9 26-844,15-1 17,19-2-12,15-5 6,16-8 0,8-9 6,3-13 61,-2-12-17,-5-15 29,-8-14 10,-7-12-27,-10-11 33,-7-8 12,-8-4-35,-4 3-4,-3 8-7,-4 13-16,-2 17-51,-2 11-27,0 16-51,3 9-146,3 16-207,6 11-671,11 9-1015,9 4-1277,14-3-107,-8-28 1,4-3 3506,10-3 0,0-2 0,6 2 0,3-8 0</inkml:trace>
  <inkml:trace contextRef="#ctx0" brushRef="#br0" timeOffset="22150">20427 5464 22240,'27'-48'1307,"-1"-1"0,-3 4 0,-10 3-725,-24-5-134,-12 8-140,-8 11-84,-10 14-78,-8 16-73,-5 16-1,2 15-55,27-10 0,3 2-165,3 2 0,3 2 159,-6 28-5,13-5 11,19-9 60,11-11-16,11-14 23,3-14-16,1-17 27,0-14 0,-1-13 11,-5-7-43,-5-4-63,-9 11 0,-2-6 0,-9 25 236,0-1-236,-4 21 0,-5 15 0,-3 15 0,-5 16 0,2 11 0,6 2-248,16-1 248,15-7 0,20-9 0,-19-26 0,4-4 0,2-3 0,1-6 0,3-6 0,-1-5-267,2-5 0,-2-5 267,2-7 0,-3-5 0,0-6 0,-2-5 0,-1-8 0,-3-4-564,-11 12 1,-1-2 0,-1-1 563,0-6 0,-2-1 0,0 0 0,-1-3 0,-1 0 0,-1 1 0,-1 2 0,-2 1 0,-1 1-180,1-15 0,-4 4 180,-4 14 0,-4 4 0,-10-13 184,-6 28-184,0 25 428,0 25-428,6 12 0,0 5 0,3-9 0,1 2 164,-1 8 0,0 4 0,0 1-164,0 12 0,1 3-512,2-7 0,1 3 0,0 1 446,1 2 0,2 1 1,1 2-2393,4-10 0,2 3 1,1-2-1,-1-3 1498,0-5 0,-1-3 1,1-1-1,7 20 0,-1-13 1,-6-29-1</inkml:trace>
  <inkml:trace contextRef="#ctx0" brushRef="#br0" timeOffset="22567">21725 5302 27169,'4'-43'199,"1"1"1,-5 4 0,6 9-144,40 15-56,-7 5-62,14 1-492,-18 4 0,0 1-1258,-2 1 0,-2 1 679,4 0 1,-3 0 0,1 1 0,-14 0 0</inkml:trace>
  <inkml:trace contextRef="#ctx0" brushRef="#br0" timeOffset="22767">22485 4897 24620,'-4'-3'2874,"0"1"-1697,4 2-1177,-28 32 0,27-6 0,-8 9 0,3 5-260,13-6 1,5 3-392,-2 23 1,-3 3-4266,-4-9 1,-2 0 3694,-1-2 1,-2-5-1,-6 2 1,5-35 0</inkml:trace>
  <inkml:trace contextRef="#ctx0" brushRef="#br0" timeOffset="28575">17869 8741 22503,'-54'-2'735,"1"1"1,7-1 0,18-5-680,53-15-76,3 8 1,6 0-107,17-4 0,5 2-869,-10 4 1,2 1 0,1 0 746,6 1 0,1 0 0,0 1-186,0 1 1,1 1 0,-2 0-517,-4 3 0,-2 0 1,-2 1-519,8 2 1,-6 4-135,3 12 1730,-62 14 446,-17-7 1,-10-2-166,-17 7 0,-7-1 306,14-7 0,-3 0 1,-1-1-143,-4 2 0,0-1 0,0 0-148,0-2 1,1 0 0,1-1-137,5-1 1,1-1-1,3-1-82,-8 2 1,5-2 1431,-8 3-1527,45-13-67,43-13-68,0-1 1,6 0-154,13-5 0,4-1 77,-11 4 0,1-1 0,0 0-476,4 0 1,1-1 0,0 1 370,0-2 1,0 1 0,-1-1 3,-4 1 0,-1 0 1,-2 0 461,11-7 1,-4 0-196,-14 2 1,-7-1 307,-2-16 168,-41-1 45,-29-2-16,11 18 0,-2 1-315,-5-1 1,0 1 2,0 1 1,2 1 724,3 3 0,2 2-492,-16-7 215,20 9-635,16 6-22,20 4-23,17 7-23,18 9-10,12 15 47,-26-9 1,0 2-60,-2 5 0,-1 2-5,-4 2 0,-4 4-207,-4 1 0,-4 1-99,-5 2 1,-5 1-559,-5 0 1,-4-1-2745,-1-2 1,-3-2 2861,-9 21 1,9-25 0,7-16 0</inkml:trace>
  <inkml:trace contextRef="#ctx0" brushRef="#br0" timeOffset="29075">19283 8456 23831,'0'-6'2979,"0"1"-1948,0 5-942,-43 1-16,12 31-48,-1-13 1,0 5-458,14 11 0,5 4 429,2-2 0,5 0-3,6-3 1,5-2 94,20 23-145,24-14 8,-16-26 1,2-4-277,5-2 1,2-3 273,1-3 0,1-2 36,-2-3 0,-1-4 28,-6-1 0,-2-4 2,16-18 7,-20-8 641,-20-4-636,-23-3-5,-23 0 2,10 22 0,-4 1-135,-2 0 0,-2 1 135,1-1 1,2 0 10,4 0 1,3 0 478,-12-22-475,19-1-29,14 3 28,14 3 0,8 6-5,8 6 394,3 9-383,2 8 99,-1 8-161,1 11 23,-1 11-6,3 13-22,2 11-516,1 6 292,-18-23 0,-2 1-2269,6 29 2515,-10-8 0,-10-19 0,-3-13 0</inkml:trace>
  <inkml:trace contextRef="#ctx0" brushRef="#br0" timeOffset="39233">16265 11600 23479,'35'-41'21,"0"0"0,0 0 0,1 3 1,1 1-1,3 8-33,2 12 1,3 6 0,-1 2-498,15-4 0,-3 4 467,-13 5 0,-5 6-14,0 17 247,-51 19-191,-11-10 0,-8 0 14,-15 6 0,-5-1-498,12-7 1,-2-1 0,-1 1 518,-1 0 0,-2 1 1,1-1 33,0 0 0,1 0 0,1-1-253,4-2 0,1 0 1,3 0 233,-9 5 1,5-2 395,-8 13-424,32-16 126,38-15-176,29-17 0,-11-1 0,4-3 333,8-5 1,2-3-310,-15 5 0,0 0 1,0-2 12,-1 0 0,0 0 1,-2-2 9,14-10 1,-3-2 41,-8 2 1,-4-1 83,-10 3 1,-5-1 62,4-10 1499,-25-10-1214,-18 19-67,-12-13-51,-4 13-67,6 7-123,10 8 1053,9 8-1255,10 8 22,6 6 23,30 24-39,5 4-223,-10-7 0,1 4 209,-4-1 0,-5 2-42,-3 4 0,-5 2-124,-6 2 1,-7 1-300,-8 2 0,-7 0-754,-4-1 1,-4-1 822,-6 0 0,1-4 0,-6 5 0,7-12 0</inkml:trace>
  <inkml:trace contextRef="#ctx0" brushRef="#br0" timeOffset="39459">17471 11304 27611,'-13'48'-15,"-1"0"0,0 2 0,1 1-293,-2 1 0,2 1-1823,3 0 0,2 0 2131,5 2 0,2-4 0,1 7 0,6-13 0</inkml:trace>
  <inkml:trace contextRef="#ctx0" brushRef="#br0" timeOffset="39834">17996 11393 25875,'1'-52'534,"-1"1"0,2 5 0,-7 14-292,-13 32-186,-11 25-17,-9 24-22,17-15 0,0 2-453,2 4 1,2 2 418,4 0 0,5 1-11,4-2 0,6-1-37,5-3 1,5-2-36,5-4 0,3-3-12,5-4 0,2-5-67,31 8 134,-2-15 73,-6-21 67,-8-17 57,-13-18-1,-12-14-59,-14 26 1,-3-2-12,-5 0 0,-3 0-20,-2 0 1,-3 1-15,-4 1 1,-1 1 38,-1 2 0,-1 2 9,-21-22-67,6 11-28,8 12-196,11 12 256,9 9-1992,8 12-7899,9 9 8422,-2 1 1,3-2 0,-8-10 0</inkml:trace>
  <inkml:trace contextRef="#ctx0" brushRef="#br0" timeOffset="40034">18680 11450 26200,'-40'-3'563,"0"0"0,-17-1-519,74-5-161,24 0-85,-9 2 1,3 1-1172,7 0 0,2 1 73,3 0 1,0 2 1299,4 0 0,-4 1 0,6 0 0,-9 2 0</inkml:trace>
  <inkml:trace contextRef="#ctx0" brushRef="#br0" timeOffset="40500">19488 11273 27628,'-50'7'69,"0"1"0,4 1 0,8 6-58,11 35-5,8 7-3,15-19 0,4 2-725,7-5 0,4-1 691,-1 0 0,5-1-42,13-1 1,5-3-32,-2-5 0,4-2 14,9 5 1,3-3 33,3-3 0,-1-5 73,-13-6 0,-2-4 5,21-3 475,-31-23-357,-16-7 203,-8-16-273,-12 6 0,-4 0-624,-11-17 565,-1 7 1,-4 1 13,7 12 0,0 1 25,-7-8 1,0 0 13,1 3 1,1 0 30,4 0 0,2 2 673,-5-15-684,17 4-73,18 27-5,16-1 16,12 9-44,20 0 13,-13 10 1,1 4-89,-4 5 1,-2 3 90,1-2 0,-2 5-2,-7 9 0,-5 4-26,4 27-120,-14-8 0,-4 2-431,-6-5 0,-5 0-3902,-4 9 1,-3-2 4486,-2-14 0,-1-4 0,-5 10 0,7-19 0</inkml:trace>
  <inkml:trace contextRef="#ctx0" brushRef="#br0" timeOffset="40750">20329 11373 22003,'38'-27'-272,"0"0"1,0 1 0,-1 2 0,0 2 0,2 6-2126,22 12 0,0 9 2397,-9 1 0,-2 2 0,-8-4 0,-6 2 0,4 7 0</inkml:trace>
  <inkml:trace contextRef="#ctx0" brushRef="#br0" timeOffset="41093">20479 11612 27152,'48'-8'-168,"0"0"0,0-1 0,-1-1 36,-2-3 1,-3-1 89,-9 3 0,-3-2 16,-1-4 1,-5-2 53,-1-19 45,-6-18 67,-22 13 0,-7-1-1442,-1 3 0,-1 0 1389,-4 0 0,-3-1 190,-3-1 1,0 3 265,-2-3-201,-5-8-342,22 33 0,6 11 0,29 39 0,8 11 515,-5-2 0,2 4-515,-2 1 0,-1 1 0,-1 4 0,-4 2 0,-3-1 0,-5 1-161,-5-1 1,-7 0-1927,-9 0 1,-7-3 2086,-2-5 0,-3-5 0,-13 12 0,9-25 0</inkml:trace>
  <inkml:trace contextRef="#ctx0" brushRef="#br0" timeOffset="41726">21850 11374 23971,'-16'-57'864,"-1"-1"1,7 4-1,10 3-716,15 17 1,7 5-57,4 0 1,4 3-32,2 3 1,2 4-323,-1 3 1,2 4 279,-2 4 1,1 2-20,28 7-11,-7 16-1,-15 17 24,-17 22-7,-23-19 1,-7 2-655,-8 7 0,-8 1 643,2-12 1,-4 0-1,-2-1-327,-3 3 1,-2 0 0,-1-2 333,-1 1 1,-1-1 0,2-1-6,1-2 1,2 0-1,1-2-133,-6 9 0,4-3 148,9-8 0,7-3 208,10 5-191,40-22-25,0-12 0,6-4-12,16-4 1,4-2-65,-12 4 0,1-2 0,1 1-338,4 0 1,0 1-1,0 0-405,0 1 0,1 0 0,-2 2-1315,-3 2 1,-1 0 0,-2 0 2130,11 1 0,-5 0 0,-20 3 0,-5 0 0,1 0 0</inkml:trace>
  <inkml:trace contextRef="#ctx0" brushRef="#br0" timeOffset="42067">21679 12098 24043,'-38'9'1204,"-1"1"1,-9 0-1015,79-22-156,1 2 0,5 0-20,15-3 0,6 1-1430,-11 4 1,2 0 0,-1 0 1409,13 0 1,3 0-47,-18 4 0,4 1 0,-1-1 0,-3 2-138,13-1 0,-2 2-109,-6 0 0,2 1 0,-7 1-208,-7 2 1,-8 3-105,-6 12 477,-51 5 193,-5-8 0,-7-1-258,-10 2 1,-3-1 651,-4-1 1,1 0 109,3-3 1,3-2 1230,10-2 1,3-1-1129,-6-1 664,34-9-1140,35-7-157,3 2 1,5-1-660,15-3 1,5-1 584,-12 5 0,3 0 0,0 0-503,3 0 1,2 1 0,-1 0 543,3 0 0,1 1 0,-6 0 0,-4 2 0,-4 0 0,-6 1 0,-1 1 0</inkml:trace>
  <inkml:trace contextRef="#ctx0" brushRef="#br0" timeOffset="64425">16169 3765 12143,'60'1'60,"0"1"0,-1-1 0,1 1 1,-1-1-1,1 1 0,-4-2 0,1-1 1,0 1-1,1-1 0,1-1 0,-1 0 1,2-2-216,-4 0 0,0-1 0,1-2 0,0 0 0,1 0 1,0-1-1,2 1 0,0 0 178,-5 0 1,1 1-1,1-1 1,0 0 0,1 0-1,1 0 1,-1 0 0,-1 0-1,0 1 1,-2-1-64,8 0 0,-2 0 0,-1 0 1,0 0-1,0 0 0,1 0 1,2 0-1,3 0 44,-9 1 0,3-1 0,1 1 0,1 0 0,1-1 0,1 1 0,-1 0 0,0-1 1,0 2-1,-2-1 0,-1 0-27,-1 1 0,-1 0 1,-2 1-1,-1-1 0,1 1 1,0 0-1,0-1 0,2 1 1,2 0-1,2-1 12,-6 1 0,2 0 0,2-1 0,1 1 1,1 0-1,1-1 0,0 1 0,1 0 1,-1-1-1,0 1 0,0 0 0,-2 0 1,-1 0-1,-2 0-56,5 0 0,0 0 1,-1 0-1,-2 0 1,1 0-1,-2 0 1,1 0-1,-1 1 1,1-1-1,0 0 1,0 0 23,1 1 1,1-1 0,1 0 0,0 0-1,0 1 1,0-1 0,-2 0 0,-1 1 0,-1-1-1,-3 1 1,-3-1-90,9 0 0,-3 1 0,-2-1 0,-2 0 0,-2 1 0,-2-1 0,-2 1-196,15-1 1,-3 0-1,-4 0 1,-4 0 353,3 0 0,-4-1 1,-10 2-1,1-1 0,-17 1 1</inkml:trace>
  <inkml:trace contextRef="#ctx0" brushRef="#br0" timeOffset="64685">17110 3782 6529,'-60'9'270,"1"1"1,-1 0 0,1-1 0,-1 1-1,1-1 1,-1 1 0,4-1 0,-3 1-1,-1 1 1,-1 0 0,0-1 0,2 1-1,1-1 1,4 0 0,4-1-155,-8 2 1,5-1-1,3-1 1,0 1-1,-2 0 28,-9 2 1,-3 0 0,1 1-1,5-2 1,12-1 101,-3 1 1,24-5 540,57-13 0,25-6-504,-5 1 1,7-2 0,6 0-252,-14 2 1,4 0-1,3-1 1,2-1-1,2 1 1,0 0 20,-8 2 1,1-1 0,1 1 0,0 0 0,2 0 0,1 0 0,1-1 0,0 1-28,-5 2 1,1-1 0,1 0-1,1 0 1,0 0 0,1 1-1,1-1 1,0 0 0,0 1-1,0 0 4,0 0 0,0 0 0,1 0 0,0 0 1,1 0-1,0 1 0,0-1 0,1 1 1,-1-1-1,1 1 0,0 0-26,-3 0 0,1 0 0,0 1 0,0-1 1,0 1-1,0 0 0,1-1 0,0 1 0,-1 0 1,1 0-1,-1 0 0,1 0 6,-1 0 0,1 0 0,0 0 1,0 1-1,0-1 0,0 0 0,0 1 1,0-1-1,0 1 0,-1-1 1,1 1-1,-1 0-8,-1 0 0,-1 0 0,1 0 1,-1 0-1,1 0 0,-1 0 1,0 0-1,0 0 0,0 1 0,-1-1 1,0 0-1,0 1 18,2-1 1,0 0 0,0 0 0,0 1 0,-1-1 0,0 1 0,0-1 0,0 1 0,-1 0 0,0-1 0,-1 1-11,3 0 0,-1 0 0,0-1 0,-1 1 0,0 0 0,0 0 0,-1 0 0,0 0 0,0 1 0,-2-1-10,10 0 0,-1 0 0,-1 0 0,0 0 0,-1 0 0,-1 0 0,-1 1 0,0 0-79,1 0 1,0 0 0,-2 0 0,0 0 0,-1 1 0,-1 0 0,-2 1 66,3-1 1,-1 1 0,-1 0-1,-1 0 1,-4 1 0,-4 0 0,14-1-1,-6 0 1,-4 2 0,1 0 0,0 1-1</inkml:trace>
  <inkml:trace contextRef="#ctx0" brushRef="#br0" timeOffset="67533">23112 10771 15787,'-24'-47'148,"0"0"0,0 0 0,-5 4 0,-4 3 0,-1 7-419,-8 8 0,-7 9 422,5 6 0,-7 4 0,-2 2 1,3 3-757,-4 3 1,2 3-1,-3 3 798,-3-1 1,-4 2-1,-1 2 1,3 4-335,6 2 1,2 3-1,1 2 1,1 3 298,-3 3 0,0 3 0,1 2 0,1 2-347,8-4 0,0 3 0,1 0 0,1 1 0,1-1 281,-2 3 0,2-1 1,1 2-1,-2 4 36,4-1 0,-2 3 0,0 3 0,0 1 0,2-1 0,4-3-68,-4 8 0,4-3 1,2 1-1,-2 3-27,5-7 1,-1 4-1,-1 0 1,1 2 0,2-1-1,5-3 5,-2 12 0,4-3 0,5 0 0,4 0-198,5-4 0,5-1 1,3-1-1,2-3 173,2 2 0,2-3 0,12-3-80,14-4 0,12-2 0,6-4 0,-1-6 79,-3-8 1,2-5-1,2-3 1,4 0-23,-5 0 1,4 0 0,3 0 0,1-1 0,1-3 0,-2-2 52,0-2 1,1-4 0,-1-1 0,1-1 0,0-2 0,1 0 27,2-2 1,0-1 0,2-1 0,-2-1 0,0-1 0,-3 0-20,1 0 1,-3-1 0,-1 0 0,1-2-1,2-4 16,-6 0 1,3-3 0,1-2 0,0-1 0,-1-2 0,-3 1 0,-4-1-3,0-2 0,-4 0 0,-2-2 0,0 0 1,2-4-31,3-1 0,3-3 1,1-2-1,-1-1 1,-3-1-1,-6-1-8,-4-2 0,-4-1 0,-3-2 0,-4 0 0,-2-2-18,-3-1 0,-4-1 0,-2-1 0,-2 1 0,-3 1-13,0-2 0,-3 2 1,-4-1-1,-8-1-56,-10-5 1,-8-3 0,-6 0 0,-4 3 0,-2 6-144,-5 5 0,-5 6 1,-4 3-1,-4-1 202,9 7 0,-4-1 0,-4 0 0,0 0 0,0 2 0,3 2 0,5 5 0,-5-1 0,4 5 0,2 2 0,-2 2 0,-14 1 0,-1 0 0,1 0 0</inkml:trace>
  <inkml:trace contextRef="#ctx0" brushRef="#br0" timeOffset="103592">4629 13221 24883,'-39'-3'61,"1"-1"1,0 2 0,2 5-45,-15 23-12,11-8 1,-2 1-1989,1-2 1,1-1 1990,-1 1 1,0-1 2,1-2 0,1-2 699,-15 2-637,-4-2 892,17-7-803,19-5-78,10 0 23,8-1 2085,1 2-2114,-4 10 118,-16 25-28,-5 16-390,6-12 1,0 2 254,4-9 1,0 3 19,-1 2 0,-2 8 0,2 2 1,5-2-45,8 2 0,6 0 1,-3 0-16,-8 7 0,-3 1 1,10-4-7,16 5 1,13-13-45,6-26 0,6-7-148,4 1 0,6-3-1029,2-3 1,5-3 0,-3-1 1232,10-2 0,-3-2 0,-5-1 0,-6-1 0,-10-5 0</inkml:trace>
  <inkml:trace contextRef="#ctx0" brushRef="#br0" timeOffset="104008">5370 13682 20453,'5'-56'1113,"-1"0"1,1 0-1,-1 7 1,0 1 0,-1 6-795,2 6 0,-1 6 135,1-11-303,-2 18-33,-1 12-57,-2 21-38,0 16-7,0 28 1,-2-15 0,-1 1-260,0-5 0,-1 3 104,-2 5 1,-3 6 0,1-2-1467,-3 7 0,1 2 1605,0 1 0,-1 5 0,2-8 0,1-11 0,1-5 0,2-3 0,0 0 0</inkml:trace>
  <inkml:trace contextRef="#ctx0" brushRef="#br0" timeOffset="104441">6022 13897 20380,'1'-7'5058,"-1"2"-4262,0 5-192,0 0-592,6-31-124,-12 48-454,0-12-765,-4 22 1,-1 10 1330,-1 1 0,0-2 0,-2 5 0,2-4 0</inkml:trace>
  <inkml:trace contextRef="#ctx0" brushRef="#br0" timeOffset="104859">6746 13561 27253,'-48'16'45,"1"14"-45,21 6 0,5 7-400,4-5 1,5 1 371,4-5 0,5 0-62,15 19 258,16-15-269,19-17 57,6-13 55,4-16-6,-6-14 51,-7-17-8,-26 13 0,-3-3 5,-1-6 0,-4-1-3,-3-5 1,-2-1-210,-2-1 0,-1-1 221,-4 3 0,-1 2 38,-6-24-77,-8 25 5,-6 21 375,-9 24-414,-5 16-90,-2 17-703,5 12 14,20-21 1,2 0-3746,5 4 0,2-1 4535,2 27 0,3-24 0,4-16 0</inkml:trace>
  <inkml:trace contextRef="#ctx0" brushRef="#br0" timeOffset="105042">7474 13834 26844,'0'55'-458,"-1"1"1,-1-3-1,0-9 1,-1-19 0,-2-5-1</inkml:trace>
  <inkml:trace contextRef="#ctx0" brushRef="#br0" timeOffset="105275">8006 13475 26906,'19'-41'412,"0"1"1,-3 4-1,-3 10-322,-8 20-29,-4 16-27,0 16-17,-3 23-31,-2-14 0,-2 3-791,-3 8 1,-2 1-882,-4 7 0,-1-1 1182,0-2 0,2-4 0,3-14 0,2-4 0,-2 6 0</inkml:trace>
  <inkml:trace contextRef="#ctx0" brushRef="#br0" timeOffset="105475">8613 14076 24799,'-4'-10'2549,"1"3"-2409,3 7-146,0 0-470,-8 81-3638,-7-24 4114,4 1 0,0-2 0,-4-15 0,5-17 0</inkml:trace>
  <inkml:trace contextRef="#ctx0" brushRef="#br0" timeOffset="105900">9168 13610 23965,'2'-6'2722,"-1"1"-1927,-1 5-744,-65 39-29,36-11-538,-15 10 0,2 6 513,28-13 0,5 1-3,-1 6 1,4 1 104,8-5 1,6-2-126,9-1 1,5-4 14,12 5-11,23-5 27,-15-23-10,12-12 49,-4-14-4,-5-17-7,-26 12 1,-4-2 19,0-6 0,-4-2-418,-2-4 0,-2 0 432,-1 1 0,-3 0-8,-3 4 0,-4 3 19,-20-23-27,-9 24-40,-5 12 697,-9 17-803,10 14-342,-8 9-2324,11 28 2761,17 4 0,7-12 0,11-12 0</inkml:trace>
  <inkml:trace contextRef="#ctx0" brushRef="#br0" timeOffset="106301">10369 14121 27438,'-6'22'-2247,"-19"22"2247,5-13 0,-2-1 0,-11 17 0,11-18 0</inkml:trace>
  <inkml:trace contextRef="#ctx0" brushRef="#br0" timeOffset="106534">11052 13552 27042,'28'-46'325,"1"1"0,-6 3 0,-3 14-286,-12 27 95,-2 41-123,-3 20-1270,-4-8 0,-4 4 1161,-1-15 1,-2 1 0,-2 1-990,-4 4 1,-2 1-1,-1-2-1417,-5 12 0,-3-2 2504,6-15 0,-2 0 0,3-6 0,-4 8 0,0-2 0</inkml:trace>
  <inkml:trace contextRef="#ctx0" brushRef="#br0" timeOffset="107125">11730 13382 24906,'49'-30'401,"0"0"1,-3 3-1,-5 5-305,2 12-24,-2 4-44,-12 3 17,13 2-28,-15 2 22,12 3 0,-13 5 12,-6 4 38,-8 6-5,-9 7-33,-9 7-1,-6 9-16,-7 10-189,9-21 1,0 2 162,0 6 1,1 1-548,1 6 0,0 2 550,2 4 1,0 2-21,2 2 1,1 0-20,1 0 0,1 0-65,1-3 1,0-1-266,0-5 0,-2-1 58,-3-4 1,-6-3-645,-5-3 0,-7-5 640,-19 0 1,-2-6 0,-4 4 0,17-19-1,0 0 1</inkml:trace>
  <inkml:trace contextRef="#ctx0" brushRef="#br0" timeOffset="109902">13623 14318 21455,'0'-5'3109,"0"2"-2179,0 3-1793,-67 79-553,45-41 707,-4 2 0,-5 8 1,9-9-1,14-10 1,-4 15-1</inkml:trace>
  <inkml:trace contextRef="#ctx0" brushRef="#br0" timeOffset="110584">15291 14015 20513,'2'-52'601,"0"-1"0,-1 1 0,1 0 1,-2-4-1,-1 3 0,-3 6-503,-1 3 0,-6 8 132,-23 3 1178,-4 29-1358,6 17 1,-2 8-23,3 4 0,1 7-524,-8 18 1,3 3 492,12-11 1,2 1-2,4-4 0,1 2 0,1 0-27,-2 11 1,1 2-23,2-3 1,0 3 0,2-1 38,-1 9 0,3-1 14,1 0 0,2-5 22,6-3 663,3-24-517,-2-44-78,2-21-12,-2 2 0,1-4-652,3-7 1,0 0 612,-1 6 0,2 0 25,5-8 1,2 1-7,-1 13 0,2 2-8,5-7 1,1 3-12,10-6 936,-1 18-952,-10 33-23,-6 8 0,3 32-31,-9-8 0,-3 6-380,0 6 0,-2 3 391,-2 1 0,-4 4-36,-5-2 0,-4 3 0,-1-3-826,2-12 0,-2-2 1,0 1 806,-2 9 0,0 1 1,-2-1-134,0-2 1,-1-2 0,1-3-323,-2 7 0,1-1-100,4-9 1,-1 1 0,2-3-634,1 1 0,1-5-624,-3 18-6633,12-50 8520,8-21 0,-3 3 0,3-2 0</inkml:trace>
  <inkml:trace contextRef="#ctx0" brushRef="#br0" timeOffset="111918">15297 13876 21870,'-19'-44'747,"0"1"0,0 2 0,-2 10-456,-16 19-17,-11 9-5,-11 19-981,24-2 1,0 5 820,-3 6 1,0 3-29,-1 4 0,1 2-14,3 1 1,3 1-35,5-1 1,4-1 240,7-3 0,4-1-234,10 22 309,24-12-237,22-14-64,-14-17 0,3-5-179,3-6 1,0-5 228,1-3 0,-1-5 34,0-6 0,-2-4 50,-3-3 0,-2-3-12,-3-2 1,-4-1 5,-4-1 1,-3-1-4,-3 1 1,-4 2 947,1-25-896,-8 15-217,-4 18-8,-2 16 0,-6 22 0,-8 24 0,6-4 0,-2 4-476,-4 12 0,0 4 476,4-8 0,1 1 0,-1 3-603,-1 9 1,0 2-1,0 2 603,4-9 0,0 2 0,1 1 0,-1 1-487,3-7 1,0 0 0,1 1 0,-1 1 0,2 0 367,-1 1 0,1 2 1,0-1-1,1 1 0,0-1-42,-1 0 1,1 1 0,0-1 0,1-1 0,-1-2 69,1 1 0,0-3 0,0 0 0,-2 1-24,-4 6 0,-2 2 1,-1-3-1,-2-7-27,-6 4 0,-4-6 231,3-7 1,-2 0 0,-1-11 933,-33-14-765,10-52-197,29-1 1,5-7 49,7 4 0,2-3 0,3-2-87,3-8 0,3-2 0,2-1-16,2 11 1,1 0-1,1-1 1,3 1-2,3-2 0,1 1 0,2 0 0,2 1 112,2 2 0,1 0 0,2 1 1,1 1-120,0 2 0,1 1 0,2 1 0,0 2-12,9-9 1,1 3 0,1 1-75,-3 5 0,0 1 1,1 1 29,-3 5 0,0 0 0,0 2-68,15-10 1,-1 2-12,-2 1 1,0 2 22,0 2 0,0-1 20,0 2 0,-1-1 36,-1 1 0,0 1-184,-3 2 0,-1 1 226,-4 3 0,-2 0 506,-5 4 0,-1 1-458,18-13 16,-11 6 17,-14 7 2563,-11-5-2406,-23 16 906,-9-5-1068,-16 18 755,-2 9-778,-2 12-11,-1 10-149,0 10 121,21-20 0,2 1 3,2 2 0,2 1-12,3 0 1,3 0-70,1 28 55,22-8 12,14-13 39,18-13-17,7-16 29,3-19 66,-1-15 45,-6-15 40,-10-8-29,-13-6-5,-12-2-17,-11 3-39,-11 7-23,-5 9-33,-9 13-34,-1 11 312,-3 9-384,0 13-66,2 10-321,4 15-493,10 8-757,13 6-1791,22-5-5915,24-7 8556,7-14 0,-16-11 0,-15-7 0</inkml:trace>
  <inkml:trace contextRef="#ctx0" brushRef="#br0" timeOffset="112458">16541 14124 17423,'6'-5'7399,"-2"2"-6870,15-24 1,2-8 243,-8 7-482,10-10 0,-5 2 84,-24 15-168,-12 11-100,-22 10-18,-19 17-370,24-3 1,-1 2 288,0 5 0,1 3-5,5 0 0,2 2-9,7 0 1,4 0-1,-2 22-16,21-6 5,20-10 17,18-11-34,13-10 46,6-15 27,-1-12 34,-10-14 83,-10-5 35,-13-4 17,-11 4 399,-9 5-607,-4 9 0,-2 10 0,-1 7 0,-4 11 0,-2 10 0,-2 14 0,2 10 0,10 3 0,14-2 0,19-7 0,-8-21 0,5-3-225,4-3 0,4-4 225,2-4 0,2-6 0,-1-4 0,0-4 0,-2-8 0,-3-4-555,-1-4 1,-3-4 554,-3-6 0,-2-3 0,-4-7 0,-3-3 0,-8 12 0,-3-1 0,-1-1 0,-1-4 0,-2 0 0,-1 0 0,-1 1 0,-2 0 0,0 1 0,-1-12 0,-2 4 0,-3 14 0,-2 6 0,-7-2 0,-9 29 0,6 14 0,-11 26 0,5 20-93,8-13 1,3 6 92,4-1 0,3 4 0,2 0-195,3-2 0,2-1 0,1 0 195,0 1 0,1 0 0,3 0-842,5 0 0,4-1 0,1-2 514,4-4 0,1-1 1,-2-3-1,1 6 1,-2-3-1,4-5 1,-1-1-1</inkml:trace>
  <inkml:trace contextRef="#ctx0" brushRef="#br0" timeOffset="112685">18221 13828 24687,'-3'-3'2823,"0"0"-2638,3 3-263,68-53-1535,-29 39 1447,-2-3-1,7-4 1,-1 7-332,2 14 0,1 5-760,11 0 1,1 1 584,1 5 1,-6 0 0,9 1 0,-19 2 0</inkml:trace>
  <inkml:trace contextRef="#ctx0" brushRef="#br0" timeOffset="112842">18318 14093 21215,'-6'0'4750,"2"0"-4644,4 0-761,100-35-4261,-45 24 1,4 0 4750,-6-3 0,2-3 1,-3 3-1,2 6 1,-9 2-1,-6 0 0</inkml:trace>
  <inkml:trace contextRef="#ctx0" brushRef="#br0" timeOffset="113175">19358 13821 24994,'19'-59'793,"1"-1"1,-1 11 0,6 6-719,11 8 1,5 7-820,-1 10 1,0 5 751,-7 3 1,1 4 2,6 0 0,0 7 14,-5 10 0,-3 5-34,-2 1 1,-3 5-6,-3 12 0,-9 4-17,-17 4 0,-7 0 3,0-6 0,-7 0-21,-10 0 1,-7 2 0,0-5 25,-6 2 1,-1-3-166,2-3 0,-2 2 0,3-4 199,-3 0 1,3-2 27,-13 12 9,26-17 36,24-9 699,29-10-814,10-5 0,7-1-173,1 1 0,4-2-1473,-5 0 0,3 0 0,-4 1-1670,5-1 1,-2 0 3346,7 0 0,-7 0 0,-9 1 0,-1 0 0</inkml:trace>
  <inkml:trace contextRef="#ctx0" brushRef="#br0" timeOffset="116675">639 13890 25152,'0'-41'686,"0"0"1,0-21-626,0 69-33,-2 47-16,-1-14-163,0 4 0,-2 3 148,-4-5 1,0 0-338,0 1 1,0 1 314,-2 4 0,1-2-31,0 14 39,6-24 40,4-18 10,6-22 18,14-27-23,6-13-9,-6 9 1,-1-1 2,10-18-3,-12 20 1,0-1 5,1 1 1,1 1-46,-1 1 1,1 0 19,1 2 0,0 3-12,10 1 12,-9 15 725,2 11-765,1 22 18,2 5-28,1 22-6,-8 0 5,-6 3 23,-4-13-28,-1 8 45,-3-27 22,4 4 23,4-24 266,5-15-283,1-3 33,24-26-5,-9 8-155,-10 10 1,1-2 193,9-17-22,-11 9 134,-10 2 0,-2-1 0,-3 3-40,3-20-77,-10 41-57,-2 6-33,1 5 264,-1 7-416,1 2-509,1 8-3064,1 3 3736,1-2 0,-1-7 0,-2-4 0</inkml:trace>
  <inkml:trace contextRef="#ctx0" brushRef="#br0" timeOffset="117341">1323 13848 26570,'-4'-22'89,"-2"21"-38,-2 56-23,0 5-12,1-4 29,7-8-34,9-13-5,9-10 44,9-13 18,8-15 27,3-13 28,5-14 45,-2-11 45,-4-6-23,-8-3-83,-9-1-7,-8 4-10,-7 5-56,-5 12-34,-2 10-124,-1 10-273,-1 6-527,2 9-1485,0 8 2409,1 14 0,1-11 0,0 2 0</inkml:trace>
  <inkml:trace contextRef="#ctx0" brushRef="#br0" timeOffset="118068">1755 13922 21887,'4'-10'4307,"-1"1"-3724,-3 9-186,0 0-380,8-17 6,-2 27-12,7-8-6,-7 34 1,-2 2-28,-1 1 22,-2-4 5,-1-7 51,0-10 101,0-10 11,1-11-17,2-9-5,4-12-23,5-9-28,3-7-22,2 0-6,1 2-16,0 6-29,2 7-5,5 7-6,3 8-5,6 5-6,2 9-17,1 8 11,-4 9-16,-5 8 11,-8 2 22,-10 0-11,-5-3 0,-6-3 0,-2-7 28,0-8 17,1-4-40,1-8 6,0-5-11,1-6 17,4-6 11,2 0-17,4-1 1,0 1-7,1 1 12,0 2-11,-1 2-12,-1 4 23,-1 5-28,0 4 22,0 2 6,2 6-23,0 5 12,-1 6-12,-2 4-5,-3 2 22,1-1-5,-2-1 5,1-3-6,1 0-5,0-1-11,1 0 11,-2-2 0,0-2 11,-2-3-22,-2-6 17,1-2-45,-1-3-286,-5-1-868,-1 0-7461,-8 0 8654,1 0 0,4 0 0,4 0 0</inkml:trace>
  <inkml:trace contextRef="#ctx0" brushRef="#br0" timeOffset="118442">2781 13779 28334,'-15'-58'44,"0"19"-44,8 57-5,-1 14 16,2 12-22,3-10 0,1 0-6,-1 16-6,1-14 1,1-1-107,8 7-89,6 4-62,7-10-252,1-14-11,-9-11-1149,-5-8-940,-29-16-3457,-5 0 1173,-2-2 1,-2-1 4761,-3 0 0,0 0 1,28 12-1</inkml:trace>
  <inkml:trace contextRef="#ctx0" brushRef="#br0" timeOffset="118585">2556 13988 26278,'33'-53'650,"-15"31"-633,-25 52-51,-14 21-369,2-13-2703,-7 11 3106,5-9 0,7-15 0,7-13 0</inkml:trace>
  <inkml:trace contextRef="#ctx0" brushRef="#br0" timeOffset="118801">3139 13825 23892,'0'-6'3081,"0"1"-2947,0 5-369,65-30-1950,-25 23-2682,1-8 0,-2 4 4778,-8 15 1,-20 1-1,-7-1 1</inkml:trace>
  <inkml:trace contextRef="#ctx0" brushRef="#br0" timeOffset="118942">3102 14037 23052,'-4'3'4257,"1"-2"-4240,3-1-5540,50-25 5523,-17 12 0,22-14 0,-35 21 0</inkml:trace>
  <inkml:trace contextRef="#ctx0" brushRef="#br0" timeOffset="124552">21426 14437 26379,'31'15'53,"-1"-1"1,10 24-340,-46-5 0,-10 3-1338,-2 1 0,-2-1 898,-1-3 0,0-3 0,-8 9 0,13-18 0</inkml:trace>
  <inkml:trace contextRef="#ctx0" brushRef="#br0" timeOffset="125325">22352 14206 24706,'1'-57'743,"0"0"0,0 6 0,1 5-334,3 1-85,0 17-240,-2 14-34,-2 11-39,-1 12 20,-2 11-31,-2 19 17,-5 17-3,3-22 0,-1 1-109,-3 2 1,-1 1 85,0 0 1,-2-1-496,1-1 1,0-2 514,-6 16-16,2 1 21,11-29 96,-1 1 6,8-24 159,4-17-199,5-17 12,6-16-34,-8 18 0,0-2 100,1-3 0,-1-2-145,0-3 1,-1 0 4,1 2 1,-1 1-9,0 5 1,-1 3 8,5-12-39,-6 23-1,-4 20 34,-6 21-16,-3 19 10,-7 22 32,5-25 1,-1 1-55,1 2 0,0-1-3,0-2 1,1-1 8,-2 25 11,4-14 11,4-16 45,2-15-5,1-17-51,4-18 0,3-18 0,3-18 0,-5 20 0,0-2 14,0-5 1,0-1-15,-1-2 0,1 0 0,0 2 0,0 1 0,-1 7 0,0 3 0,4-12 0,-4 24 0,-3 20 0,-1 19 0,2 17-483,-1 21-2139,-1-21 0,0 2 2622,-2-1 0,-1-1 0,1 11 0,-3-17 0</inkml:trace>
  <inkml:trace contextRef="#ctx0" brushRef="#br0" timeOffset="144416">5240 14445 22251,'28'-14'45,"9"2"-67,-3 11-51,10 0-23,-2 0-61,-8 3 191,-16 0 11,-12 1 45,-24 3 16,-23 1-25,8-1 1,-5 0-421,-19 2 0,-4 2 568,8-2 1,2 1-112,-1-1 0,3 0 69,15-1 1,5-1-43,4-1-128,7 0 118,23-5-18,16 0-66,6-1 10,27-3-50,2-3-309,-19 2 1,1 0 297,-1 0 0,1 0-3,4-1 1,-2 0 2,12-1 1143,2-2-997,-40 7-51,-11 0-73,-36 3 6,-14 3-229,9 0 0,-1 0 229,-19 4-3,20-2 0,2 1 54,-13 3 720,-3 1-771,25-4-6,14-4-5,13-3 67,8 0 12,10-1-40,34-7-28,8-4-898,-16 3 0,0-1 870,-11 2 0,0 1-6,9-2 0,1 1-109,-10 2 0,-1 2-3181,5 1 0,-2 2 3296,5 6 0,-18 1 0,-22 0 0</inkml:trace>
  <inkml:trace contextRef="#ctx0" brushRef="#br0" timeOffset="147784">5169 14462 16269,'-5'4'3283,"1"-1"968,4-3-3971,-7-3-62,4 2-89,-4-2-12,5 5 35,0 0-1,-1 2-34,-1 0-44,2 0-17,0-3 0,2 0 140,5-1 113,10 0-80,20-2-89,24-3-490,-18 1 1,5-1 385,9-1 1,4-1-591,-14 1 0,3 1 0,0-1 550,7-1 0,1 1 1,1-1-462,-9 1 0,0 0 1,1 0-1,0 1 458,4-1 0,0 0 0,1 0 0,0 0-5,0 1 1,1-1 0,0 1 0,-1 1-3,-2 0 0,0 0 0,-1 0 0,-1 1-290,10 0 0,-2 0 1,-3 1 291,-10 1 1,-3 0 0,-2 0 198,3 0 0,-7 1-220,3 0 1231,-24 0-1203,-20 2 2115,-13 1-2110,-23 4-14,11-4 0,-4 1 215,-10 0 1,-3 0-253,-9 0 1,-4 0-372,15 0 1,-3-1 0,0 0 396,-7 1 1,-1 0 0,-1 0-678,-4 0 0,-2 1 1,-1 0 698,15-2 0,-2 1 0,1-1 0,0 1 4,0-1 1,-1 1-1,2 0 1,0 0-228,-12 0 0,1 1 0,3-1 241,8-1 0,1 0 0,4 0 164,-6 0 1,5-1-113,-9-2 818,30-1-874,16-1 2163,9 0-2174,12-1 34,21-3-26,-4 2 1,5 0 100,10-2 0,5 0-104,10-1 1,3-1-523,-15 3 1,1 0 0,1-1 514,4 0 0,1 0 0,1 1-2,2-1 0,2 1 1,-1 0-1,0 1 0,0-1 1,-1 2 4,-3 0 1,-2 0 0,-1 1-182,-7 1 0,-1-1 1,-3 1 173,5 1 1,-5-1 16,6 2 11,-40 4 1,-38 6-37,0-3 0,-6 0-101,-16 3 1,-5 0 121,9-3 1,-3 0-1,-2 1-181,8-2 0,-2 0 0,-1 0 0,0 1 179,-5 0 1,0 0 0,0 0-1,-1 0-5,-1 0 0,0 1 0,0-1 0,1 0 3,3 0 0,0 0 0,2 0 0,1-1 8,-9 2 0,2 0 0,3-1 38,-9 2 0,7-1-24,17-3 1,8 0 30,10-1-23,26-7 102,47-7-96,-12 1 0,5-1-235,-2 1 0,5-2 1,2 1 195,-5 1 0,1-1 0,1 0 0,2 1-5,5-2 1,0 1 0,2-1 0,0 1-2,3-1 1,0 1-1,0 0 1,0 0-23,-1 1 0,-1 0-1,1 0 1,-2 1-957,-3 1 1,-1 0 0,-1 1-1,-3 1 752,6-1 1,-3 2 0,-5 0 0,-1 0 0,-6 1-1,-1 2 1</inkml:trace>
  <inkml:trace contextRef="#ctx0" brushRef="#br0" timeOffset="150166">6550 14419 15126,'-53'6'2397,"0"0"1,7 0 0,9-2-1452,21-4-403,9-2-392,6-1 141,11-4-169,10 2 34,23-1-96,-11 4 1,3 1-1607,12 1 1,1 1 1552,-4-1 0,1 1-1,-2 0 1,3 0 0,2 0-501,6 0 1,2 1 0,1-1 499,2 1 1,0-1 0,1 1 1,-8 0 1,1 0 0,0-1 0,-3 1-7,5-1 1,-2 1 0,-1-1-147,-4 0 1,-1 1-1,-1-2 148,14 0 1,-4-2 0,-10 1 0,-4-2 50,16-5 67,-26 0 6,-19 1 2231,-21 0-2371,-18 1-6,-27 1 14,13 2 0,-4 2 327,-12 0 1,-4 1-325,13 1 0,-1 1 0,-2 0 5,-4 0 1,-1 0 0,0 1 1,-2 0 0,0 1 1,0 0-252,2 0 0,1 0 0,1 0 253,4 0 1,1 0-1,2-1 13,-13 2 1,3-2-162,12 0 0,3 0 246,-17-1-45,26-2 22,16 0-78,19-2 1180,20-4-1164,33-6-28,-8 3 1,6 0 38,-8 2 0,5-1 0,1 1-22,9 0 1,2-1-1,1 1-414,-13 1 0,1 1 0,0 0 0,0 1 397,-1-1 1,0 1-1,0 1 1,-2-1 3,11 0 0,-2 1 0,-3 0-205,-8 0 0,-3 1 0,-3 1 207,5-1 0,-6 1-11,3 0 0,-41 1 0,-39 2 2,0 0 1,-5 0-115,-16 2 1,-5 1 122,11-1 0,-1 0 0,-2 1 0,-6 0 0,-2 0 0,-1 0 7,14-1 0,-1 0 0,1 0 0,2 0-2,-5 0 1,3-1 0,-2 1 5,4-1 0,-2 1 0,0-2 1,6 1-1,-11 0 0,2-1 465,6 1 0,-2-1 0,5 0-423,3-1 1,4 0 824,-15 0-783,25-1-62,28-2-27,30-6-3,2 3 0,5-2 375,16-2 0,6 0-403,-10 2 1,2 0 0,3 0-665,6 0 1,3 0 0,0 0 186,-14 2 1,1 1 0,0 0 0,1 0 501,1 1 0,0 0 0,-1 0 0,-4 1 0,12-1 0,-6 1 0,-10 1 0,0 0 0</inkml:trace>
  <inkml:trace contextRef="#ctx0" brushRef="#br0" timeOffset="157275">4706 17054 21321,'9'-44'970,"1"0"1,0-1-1,2-10 1,-1 6-360,1 4-180,-6 23-269,-4 12-123,-1 11 6,-2 15-22,-2 18-23,-4 24-488,2-20 1,0 2 212,-2 7 1,0 1-1255,1 6 0,0 0-3387,2 0 1,0-2 3141,2-12 0,0-4 0,2 12 1,0-35-1</inkml:trace>
  <inkml:trace contextRef="#ctx0" brushRef="#br0" timeOffset="158075">5440 17091 19346,'17'-60'1581,"0"0"0,-2 7 1,-3 9-921,-7 16-232,-3 16-334,-2 13 57,0 18-68,0 18-51,0 17-50,-1-21 1,0 0-413,-1 3 1,1 1-452,-2 1 1,1 1-2014,0 0 0,1-1 2893,-1-4 0,2-3 0,-1 8 0,1-19 0</inkml:trace>
  <inkml:trace contextRef="#ctx0" brushRef="#br0" timeOffset="158317">5418 17301 16359,'-7'-4'6861,"2"1"-6242,-24-13 0,-3-4 92,12 6-551,-16-8 0,11 1-31,34 7-51,24 1-50,-3 5 0,4 1-322,7 0 1,4 1 321,3 0 0,2-1-9,0 2 1,-1-1-6,-5 1 0,-1 0 3,-7 0 0,-2 1-12,17-2-89,-19 3-397,-13 2-2270,-8 1 2751,-2 0 0,-5 0 0,1 0 0</inkml:trace>
  <inkml:trace contextRef="#ctx0" brushRef="#br0" timeOffset="161291">6417 17140 11642,'1'-5'9421,"0"1"-8539,6-31 1,-1-11-789,-1-2 303,3-7 1,-2-1 240,-3 5 210,-2 13-473,-1 13 14,0 12-350,0 8 12,2 34-18,0 9-33,0-3 0,-1 3 36,0-1 0,0 0-42,-1 1 1,1 0-1,-1-1 1,0-1 27,0 27-11,-1-12-11,0-16 95,0-16 163,0-13-230,0-35 17,0-6-26,0 3 1,1-3 16,1 1 1,1 0-198,0-3 0,0-1 189,2 1 0,-1 1 8,1 3 1,-1 2 530,2-16-472,-3 19-89,-1 15-12,-1 13 1,0 13-18,-1 16 46,-1 17 10,-1 14-33,2-26 0,-1 0-8,1 1 0,0 0 97,0-2 1,0-1-123,1 24 5,3-14 56,-1-18 39,1-17-11,-2-23-34,0-20 1,-1-21-453,1 22 0,0-2 432,0-4 1,0-1 2,1 1 1,0-1 73,1 4 0,0 1-62,4-19-28,-1 22-6,-3 21 17,1 20-90,0 30-16,-1-3-387,0 1 0,-1 2-4085,2 26 4578,-2-28 0,0 0 0,1 9 0,-1-18 0</inkml:trace>
  <inkml:trace contextRef="#ctx0" brushRef="#br0" timeOffset="161584">7373 16941 27398,'-6'36'-15,"-1"-1"0,2 1 1,3 2-614,7 7 1,3 1-2552,-4-4 1,1 0 1665,0-2 1,-2 1 1512,-4-1 0,-2-5 0,2-10 0,-5 9 0</inkml:trace>
  <inkml:trace contextRef="#ctx0" brushRef="#br0" timeOffset="161851">7224 17264 25786,'33'-31'98,"-1"1"0,1-1 0,9-9 0,3 8-408,2 21 0,1 8 313,-2-1 0,-3 1 8,-10 2 0,-1 1-31,4-1 1,-1 1 118,27 3-597,-24 1-247,-11 1-4905,-12-1 5650,-10-2 0,1-1 0,-5 0 0</inkml:trace>
  <inkml:trace contextRef="#ctx0" brushRef="#br0" timeOffset="162400">7817 14117 11883,'0'0'0</inkml:trace>
  <inkml:trace contextRef="#ctx0" brushRef="#br0" timeOffset="164308">8356 17138 22094,'11'-54'1314,"0"0"1,-2 4 0,-2 6-1035,-5 15 89,-2 5-218,0 20-139,0 2-46,-2 11 135,-3 25-56,-3 13-374,-1 7 323,4-20 0,0 0 6,-3 24-17,4-22 1,0 1-19,0 2 1,1-3 45,-2 15-11,1-10 50,2-27 79,0-11-17,1-11-56,0-15 6,7-34-40,-1 10-11,1 6 0,1-2-106,-1 11 1,0 0 119,2-8 0,0-1-103,0 2 1,-1 3 206,2-11-85,-3 16 40,-5 25-89,-4 11-51,-6 12 33,-8 29 18,0 8 26,8-18 1,2-1-22,1 15-11,5 4 315,8-15-292,3 3 32,3-11-27,-5-18 0,-3-11-6,-4-22 40,-5-13-7,-1-18-22,-1 13 1,0-2 33,2 6 0,0 1 203,0 0 1,0 2-176,1-9-34,3 26-72,-1 2-17,-1 28-1,-1 14-44,0 9-395,1-8 1,-1 2-3950,0-1 0,0 0 3749,0 5 1,0-2 0,-2 11-1,3-19 1</inkml:trace>
  <inkml:trace contextRef="#ctx0" brushRef="#br0" timeOffset="165684">6859 13042 18224,'-56'0'962,"0"0"0,0 0 0,5 0 1,2 0-1,6 0-612,6 0 0,5 0 585,-10 0-733,22 0 42,19 0-171,24-4 22,30-4-70,-7 1 1,5-1-652,-7 1 1,3 0 0,2 0 625,7-1 0,3 0 0,1 0-403,-12 2 1,0 0-1,2 1 1,-1 0 403,1 0 1,0 0-1,0 0 1,-1 0-12,15 1 1,-1-1 0,-2 1-1,-5 1 1,-2 0 0,-2 1-246,14-1 1,-6 2 228,-15-1 1,-6 2 20,6 2 44,-31 3 1450,-32 5-1461,-25 3-23,7-4 1,-4-1-6,-10 1 0,-4-1 406,-8 2 0,-1-2-410,17-2 0,-1-1 0,1 0 9,-1 0 1,-1 1 0,1-1 7,2-1 0,0 1 0,2-1-5,-17 3 1,3-1 82,10 0 1,3-1-87,-18 5-27,25-4-17,21-2 11,16-2 50,20-1 12,24-2-32,-8-2 1,4-1-35,11 0 1,4-2 31,-14 1 0,2-1 0,0 0-4,2-1 0,1 1 1,0-1-1,-1 0 0,1 0 0,-1-1-114,-2 2 0,-1-1 1,0 0 108,13-1 1,-3-1-64,-9 3 1,-5-1 88,9-1-23,-29 3-27,-32 3 10,-26 4 3,6 0 1,-4 1 151,-11 2 0,-4 0-136,11 0 0,-1 1 0,-1-1-183,-5 2 0,0-1 0,-1 1 192,-2 0 1,-1 0 0,1 0 3,1 1 1,0-1-1,0 1 2,4-1 0,0 0 1,2 0 2,-16 3 0,3 0-110,10-2 0,3 0 118,11-2 1,3 0-12,-3 0 6,29-3 5,37-9-19,1 1 0,6-2-141,17-3 0,6-1 132,-12 2 1,3 0-1,0 0-148,6-1 1,1 0-1,0 0 159,1 1 1,1-1 0,-2 1-8,-2 1 0,-1 0 0,-2 0-153,-4 2 0,-3-1 0,-1 2 155,11-2 0,-5 1-56,-13 2 0,-6 1 196,5-1 1031,-40 3-1160,-15 3 0,-12 1 0,-7 1-6,-7 1 1,-5 1 147,4 0 0,-3-1 0,-2 1-146,-5 0 1,-2 1-1,-1 0-4,0 0 1,0-1 0,1 1-4,5-1 0,1 0 0,3 0 351,-8 0 1,7 0-374,-7 0 214,50-8-186,38-9-26,-1 1 1,6-1-537,12-2 1,5-1-594,-11 5 1,2-1 0,-1 2 935,-1 0 0,0 1 1,-4 0-1,4 1 1,-5 0-1,9 0 1</inkml:trace>
  <inkml:trace contextRef="#ctx0" brushRef="#br0" timeOffset="171633">9104 17146 24234,'0'-50'829,"0"1"0,1 5 0,-3 11-639,-3 22-151,0 11-5,2 14-34,0 16 28,2 20-37,0-19 1,0 2-264,4 10 1,1 4-4645,5 13 1,0 0 4271,-2-17 1,0-2-1,2 1 1,-2-8 0,-4-19-1</inkml:trace>
  <inkml:trace contextRef="#ctx0" brushRef="#br0" timeOffset="171816">8986 17414 23158,'-44'-34'578,"-1"0"1,5 2 0,16 3-506,42 6-90,26-2-34,-10 13 1,4 1-1052,8 2 0,2 1 228,4 1 1,2 2-1363,0 1 1,1 0 2235,3 2 0,-5 1 0,7-1 0,-11 1 0</inkml:trace>
  <inkml:trace contextRef="#ctx0" brushRef="#br0" timeOffset="172000">9927 16895 23265,'0'-5'4139,"0"2"-3131,0 3-896,-16-23-39,11 28 1,-15 24-86,16 0 0,3 5-243,-2 17 1,-1 2-337,1-3 0,0 0-4325,-1-1 1,1-2 3815,0-11 1,1-4 0,-1 9-1,2-30 1</inkml:trace>
  <inkml:trace contextRef="#ctx0" brushRef="#br0" timeOffset="188001">7590 13008 8013,'-8'0'5915,"1"0"-4028,-32-11 1,-8-3-275,11 6-1327,-13-6 0,4 2 380,25 10-470,13 2-28,2 0 694,18 5-223,16 0-409,9 1-68,-1-3 1,5-1-713,4-1 0,4-1 596,-5-1 1,2-1 0,4 0-24,-1 1 1,4-1 0,0-1 0,-1 1-758,-5 0 1,0 0 0,-1-1 0,1 1 735,15-1 0,-1 0 0,0 1-2,-4 0 0,-2 1 0,-1 0-230,-11 0 1,-2 1 0,2 0 229,7 0 0,1 0 0,-1 1-12,-5 0 1,-1 1 0,-2 1-12,15 3 1,-5 1 11,10 2-6,-21 4 73,-40-6 756,-17 0-800,-21 1-4,-9-3 0,-5-1-5,-5 0 0,-1-1 924,-3 1 0,-3-1-929,16 0 0,-2-1 0,2 0-112,-13 1 1,0 0 111,10 0 0,-2 0 0,-2-1 17,-6 1 0,-2-1 0,3 0 0,11-1 0,1 1 0,2-1 7,-20 0 1,5 0 61,19-1 0,6-1 78,4-1-106,7-1-67,28-2 50,30-3-22,8 0 11,3 1 1,6-2-23,4 2 0,5-1-9,-11 2 0,5-1 0,1 1 0,-3 0-199,0 0 1,-3 0-1,3 1 196,3 0 1,3 0-1,1 0 1,-2 1-10,5 0 0,-2 0 0,-1 2 0,-9-1 0,-2 1 0,2 0-13,10-1 0,3 1 0,-7 0-401,-6 1 0,-5 0 465,-5 0 1,-5 0 2,12 1-61,-61 0 5,-13 2 6,-7 1 0,-5 0-130,-7 1 0,-4 2 133,3-1 1,-3 0-1,-5 1 10,-1 1 1,-6 0 0,-1 1 0,2-1 7,4 0 0,1-1 0,0 1 0,0 0-3,-1 0 0,1 0 0,0-1 0,1 1 11,-8 0 1,1 0 0,4-1 56,-8 0 1,5-1-26,7-1 1,4 0-37,10-1 0,9-2 1586,18-1-1600,17-1 987,25-5-970,24-4-12,-15 4 1,6-1-1,-1 0-449,6-1 0,3 0 445,-2 2 1,7-2-1,1 1 1,-5 0-180,-4 2 0,-3 0 1,1 0 165,9-1 1,3 0 0,-3 1-125,-9 1 0,-1 1 0,-5 1-2388,3 1 1,-4 2 2523,-5-1 0,-4 1 0,7 2 0,-33 0 0</inkml:trace>
  <inkml:trace contextRef="#ctx0" brushRef="#br0" timeOffset="191667">10517 17184 23002,'0'-6'3848,"0"0"-3412,0 6-167,0 0-246,-9-48-1,2 61-50,-6-30 11,4 76 17,2-13-134,4 15-281,2-12-994,6 12-843,3-7-4172,3-2-768,-4-19 3406,-4-8 3327,-12-18 459,-9-13 425,-8-8 9207,-10-19-5431,5-1-2773,3 0 617,4 3-147,6 3-1461,4 5 437,1-8-656,13 18-167,2-4-1,12 7-78,33 0-89,-4 3-1031,-4 3 0,6-1 1,-1 1-3362,10-2 0,0 1 4085,-6 0 0,2 0 1,-5 1-1,-4-1 0,-5 1 1,8-1-1</inkml:trace>
  <inkml:trace contextRef="#ctx0" brushRef="#br0" timeOffset="191858">11642 16848 28671,'-46'33'0,"1"0"0,5-8 0,8 4 0,21 10 0,7 5-462,-1-4 0,1 3-590,1 1 1,1 4 0,0-2 511,-1 7 1,2-2 0,0-4 0,1-5-1,0-9 1</inkml:trace>
  <inkml:trace contextRef="#ctx0" brushRef="#br0" timeOffset="206959">12315 17259 27326,'-4'-39'243,"0"0"1,-3-18-233,5 74 23,-2 18-23,0 22-25,3-21 0,-1 1-361,1 4 0,0 1 145,0 2 1,0-1-315,0-1 1,1 0-454,-1-4 0,1-1-2716,1 24-4487,-1-19 8200,0-16 0,0-15 0,-1-7 0</inkml:trace>
  <inkml:trace contextRef="#ctx0" brushRef="#br0" timeOffset="207133">12160 17592 9946,'-5'-5'9830,"1"1"-7282,4 4-1008,-56-64-588,38 41-706,-14-13 1,6 1-78,27 21-141,16 1-17,21 1-104,-6 6 0,3 1-198,9 0 0,4 0-1368,8 0 1,3 1 336,-16 1 0,0 0 0,1-1 1322,5 0 0,0 0 0,-4 0 0,-4 1 0,-3-1 0,-4 1 0,-1-1 0</inkml:trace>
  <inkml:trace contextRef="#ctx0" brushRef="#br0" timeOffset="207300">13164 17078 28671,'-18'17'0,"3"38"0,14-24 0,2 2 0,-1 5 0,1 2-3081,-1 14 0,0-3 1949,0 12 0,0-27 0,0-4 0,0-5 0</inkml:trace>
  <inkml:trace contextRef="#ctx0" brushRef="#br0" timeOffset="209825">6979 13147 11025,'28'-48'1120,"1"1"0,0-1 0,0 0 1,4-7-1,0 1 0,-2 6-412,1-1 1,-2 7 178,-10 14 0,-2 4-483,2 0 698,-16 39-834,-9 7-111,-7 14 0,-4 6-994,-9 8 0,-5 4 832,8-16 1,-2 4 0,-2 1 0,-1 1-547,0-3 1,0 2 0,-2 1-1,-1 0 1,0 1 193,-4 4 1,-1 2 0,-1 0 0,-1 1 0,0 1 356,3-4 0,-1 3 0,-2 0 0,2-1 0,1-2 0,3-4 0,-1 0 0,3-3 0,0-2 0,2 0 0,-7 9 0,1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24:42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12638 537 13536,'9'-11'7891,"-2"3"-6585,-7 8-96,0 0-342,22-46-325,-16 32-83,16-33-203,-22 45-156,-5 2-73,-3 0 0,-27 4 6,-5 3-20,7-2 0,-2 1-166,1 1 1,0-1 159,0 0 0,1-1-13,-16 2-1,-3-3 17,26-3 1,-2-1 16,18-1-34,6 0-28,4 1 253,0 2-235,-1 7 27,-1 9 56,-4 13-56,-4 10-22,-1-4 28,2-4 0,0 2 44,-2 14-47,4-14 0,2 1-31,4 17 17,14-8-22,16-10 0,21-10-6,-17-17 0,3-3-602,5-2 1,3-3-447,4-4 1,3-1 1075,9-4 0,-4 0 0,-22 3 0,-3 0 0,30-7 0</inkml:trace>
  <inkml:trace contextRef="#ctx0" brushRef="#br0" timeOffset="726">13300 579 18369,'1'-5'5394,"-1"1"-3069,0 4-2174,1-41-56,-5 33-39,-5-24-11,-13 53-50,-10 14-35,-7 8 12,2 6 17,10-2 0,12-5 11,19-7 22,12-7 6,15-9-28,9-8 6,5-9 39,0-11 44,-1-8 46,-6-10 27,-7-6 101,-8-5 17,-9-2-145,-7 0-18,-11 5 23,-4 5-28,-6 6-33,0 5-29,2 4 6,2 5-17,4 2-11,3 3 23,2 3-79,0 1-443,0 1 253,-1 5-768,2 1-2229,3 6 3215,3 2 0,-1-7 0,0 0 0</inkml:trace>
  <inkml:trace contextRef="#ctx0" brushRef="#br0" timeOffset="2759">12811 689 12096,'-12'0'6890,"3"0"-4376,9 0 57,0 0-1854,1-69-224,1 44-322,0-15 0,1 3 59,1 24-124,-2 5-106,0 5-45,-2 2 17,2 6-22,2 6-157,3 10-359,3 10-790,1 9-1948,0 9 3304,-2 9 0,-4-24 0,-2-4 0</inkml:trace>
  <inkml:trace contextRef="#ctx0" brushRef="#br0" timeOffset="2959">12909 870 16269,'2'-3'6649,"-1"1"-5048,-1 2-1528,6-6-45,-9 19-218,4 3-1429,-9 21 1619,2 8 0,3-20 0,3-1 0</inkml:trace>
  <inkml:trace contextRef="#ctx0" brushRef="#br0" timeOffset="4393">12853 805 7884,'-6'-11'5249,"0"2"-3765,6 9 6016,0 0-6806,-6-37-89,5 22-134,-4-27 5,6 31-275,1 3-122,-2 1-7,1 5-150,-1 1 67,0 9 39,2 6-11,-2 6 5,1 11 0,-1-1 12,0 9 28,-2 8-23,0-10-17,-1-3-11,1-8 1,1-9-24,-1 3-368,1-2-791,1-6 1,0-2-4734,5-5 5904,0-4 0,1 0 0,-1-1 0</inkml:trace>
  <inkml:trace contextRef="#ctx0" brushRef="#br0" timeOffset="4760">13014 960 23892,'-11'-12'499,"1"2"-505,9 12 23,-1 5-6,-1 4-185,-1 6-285,0-1-4262,-3 8 4721,1-5 0,0-3 0,2-6 0</inkml:trace>
  <inkml:trace contextRef="#ctx0" brushRef="#br0" timeOffset="6210">13735 760 24021,'13'-17'196,"-6"11"-280,-14 36-616,-5 6-2157,0 5 2857,3 3 0,3-19 0,5-4 0</inkml:trace>
  <inkml:trace contextRef="#ctx0" brushRef="#br0" timeOffset="6450">14162 574 19221,'1'-5'4985,"-1"1"-3103,0 4-1843,-3-42-16,0 47 5,-3-23-90,0 63-95,2 11-179,3-24 0,0 1-964,0 2 1,2 1 1299,0 4 0,1-3 0,-1 5 0,2-6 0</inkml:trace>
  <inkml:trace contextRef="#ctx0" brushRef="#br0" timeOffset="6783">14643 798 21271,'0'-3'3568,"0"1"-3048,0 2-648,-12 24-1020,4-1-892,-7 15 2040,7-6 0,5-20 0,1 0 0</inkml:trace>
  <inkml:trace contextRef="#ctx0" brushRef="#br0" timeOffset="7267">15057 643 26077,'5'-61'123,"-3"14"-101,-30 73 6,0 5-33,-9 14 19,18-16 0,1 2-31,-4 19 6,6-4-12,19-14 1,14-10 28,6-5-6,11-7 11,1-15-6,-7-2 18,5-13 38,-8-5 23,1-12 73,-4-17 28,-10 6 5,-4-4-94,-6 22 55,-11 1-84,-1 15-28,-7-3-61,2 12-141,3 3-49,3 4-1138,-1 6-8481,1 13 8505,3-5 0,1 1 0,4-13 1</inkml:trace>
  <inkml:trace contextRef="#ctx0" brushRef="#br0" timeOffset="8117">15546 772 20425,'1'-3'4117,"0"0"-2969,-1 3-1125,-15-11-51,6 18-191,-9-5-912,10 23-4285,5 2 5416,1-4 0,2-9 0,0-6 0</inkml:trace>
  <inkml:trace contextRef="#ctx0" brushRef="#br0" timeOffset="8350">15832 546 23511,'0'-4'2756,"0"0"-2162,0 4-533,2-12-72,1 26-34,0 0-1616,-2 31 1,-1 8-1869,-2-1 3347,1-2 1,-2-7 0,1-28 0,0-1-1</inkml:trace>
  <inkml:trace contextRef="#ctx0" brushRef="#br0" timeOffset="8767">16230 437 18863,'-1'-4'3876,"0"0"-1804,1 4-1899,40-44-83,-8 31-32,2-11 1,1 2 59,16 20-56,-1 1-6,-2 1 6,-5 1-40,-4 3-5,-4 4-6,-7 6 28,-7 6 34,-10 6 0,-6 9 0,-7 5-40,0 7-10,-1 4 10,3 3-21,4-1-24,1-3-16,-1-7-28,-8-9-162,-15-9-567,-20-7-4042,-23-6 4148,29-7 1,1-1-1,-14 0 1,18-2 0</inkml:trace>
  <inkml:trace contextRef="#ctx0" brushRef="#br0" timeOffset="9851">17256 820 32767,'0'-3'0,"0"0"0,0 3 0,-12 10 0,2 10-1041,-13 15-460,8-2 525,-8 16 0,15-32 0,-3 9 1</inkml:trace>
  <inkml:trace contextRef="#ctx0" brushRef="#br0" timeOffset="10291">17884 691 20334,'0'-4'4134,"0"1"-3316,0 3-384,13-82-350,1 44-43,-1-13 0,4 2 34,13 20-19,7 7-209,4 7 175,7 9-22,-10 2-28,18 18 23,-27 4 22,5 18 11,-25 7-40,-23 6-27,-15 7-862,6-27 1,-2-2 911,-18 18-159,7-14 0,-1-2 237,-11 7-70,17-13 1,1 0 31,1 1 100,22-11-5,27-6-62,28-11-76,-10-1 0,4-1 291,9-3 1,2 0-810,6-1 0,0-1 129,6 1 0,-5 0 0,-24 4 1,-4 1-1,23-4 0</inkml:trace>
  <inkml:trace contextRef="#ctx0" brushRef="#br0" timeOffset="14359">7049 2733 17008,'-51'-14'1417,"5"3"-906,22 14 221,3 0 3,4 1-146,5-2-191,4-1-89,4-1-62,2 0 72,2 1-6,7 0 172,5 2 201,11 0 4,11-1-20,11-1-2,14-1-350,-24 0 1,2 0-352,5 0 0,2 0 355,3 1 1,2-1-606,3 0 0,2 1 376,1-1 1,1 0-48,3 0 1,-1 0-18,1 0 1,-1 0-8,1-2 0,0 1-2,0-2 1,-1 1-581,1-2 1,-1 1 520,1-1 1,0 1-9,1-1 1,1 0-6,-1 1 1,1 1-6,1-1 0,-1 1 2,-1 0 0,0 0-9,-2 1 1,0 0 152,-3 0 1,-1 0 62,-2 0 1,0 0-74,-3 0 1,1 1-3,-1 0 1,0-1-314,1 1 1,-1 0 308,2 0 1,0 0 7,1 0 1,0 0-1,1 0 0,1 0-156,0 0 0,-1 0-55,0 1 1,-1-1 62,-2 1 0,0 0-7,-2 0 1,-2 1-5,-1-1 1,-1 1-12,9 0 0,-2 0 9,-16-1 0,-1 0-1,14 0 1,-1 0-103,16 0 121,-22-1 0,1 0 0,0 0 1,1 0-1,0 0 1,0 0 2,0 0 0,-1 0-61,-1 0-1,-1 0 5,-2 0 0,1 1-2,-3 0 0,-1 0 59,0 1 1,-1-1-14,0 1 1,0 0 397,-1 0 0,1 0-294,0 0 1,-1 0 165,0-1 1,0 0 457,0 1 0,-2 0-169,31 2 2,-6-1-59,3-1 48,-20-1-8,13-1-201,-13-4-298,16 0-46,6-4-6,-28 4 1,-1 0-12,1 1 0,-1-1 1,29-3-2,-6 2 25,-7 1 778,-7 1-818,3 0-83,-15 2 568,10-2-560,-14 1-6,8 0-19,0-2 23,9-2-72,-13 3 301,15-2-178,-17 2 67,5 0 7,-8 0 48,-5 1-94,-10-1-64,-3 1 21,-3 0-251,6-1-1311,9-2 1695,16-3 1,-15 4-1,3-1 1</inkml:trace>
  <inkml:trace contextRef="#ctx0" brushRef="#br0" timeOffset="21942">1032 16378 9705,'8'2'8793,"-1"-1"-6558,-7-1 420,0 0-1798,18-67-224,-14 39-412,5-13 0,-4 1 99,-14 15-74,-6 4-89,-4 4-62,-4 5-50,-6 6-6,-7 11-55,-8 11 4,-6 14 18,22-10 0,1 2-191,1 1 1,0 2 178,3 1 1,2 0-12,-10 21-11,14-6 6,14-10 16,14-10 45,12-11-27,13-10-1,11-14 22,6-17-11,-26 9 1,-1-3 19,0-4 0,-4-3-125,-2-2 0,-3-4 114,-2-2 0,-3-3 5,-3-1 0,-1-1 12,-2 2 0,-1 0 16,-2 6 0,-1 2 88,0-16-18,-4 20-78,-1 17-101,0 9 12,1 10 33,2 12-6,-1 18-28,4 18-14,1-19 1,0 2-109,2 5 0,1 1-273,2 5 1,0 0-452,1 3 1,1-1-662,0-1 1,1-2-1423,0-4 0,1-3 2326,0-5 0,0-4 1,2 1-1,-4-12 0</inkml:trace>
  <inkml:trace contextRef="#ctx0" brushRef="#br0" timeOffset="22575">1230 16497 20699,'2'-50'1324,"-1"0"0,1 5 0,0 7-753,2 9-246,1 10-196,-1 10-107,1 5-5,4 9 11,8 16-11,-3-2-11,8 22-68,-10-7-39,3 12 17,-7 0 34,-4-6 139,-9-9-5,1-15 124,-7-7 16,3-17-62,0-7-33,3-12 0,11-15-107,1 11 23,16-11-40,1 19 1,12-2 0,15 5-23,-2 7 11,0 2-78,-2 5 6,-8 1 33,7-2 28,-8-3 62,-8-2-17,-11-2 22,-6 1 46,-9 2-46,-1 5-16,-4 5-46,-6 11 35,-1 3-34,-2 3 5,4 3 34,6-5-22,8 3-23,12-2 22,10-8-5,2-5 17,12-11-6,-3-6-5,8-8 67,-7-4 145,-6-8-95,-17 11 213,-3-7-22,-13 15-17,1 1-101,-3 4-84,-1 6-112,0 4-28,0 11 73,-2 13-51,-3 21-14,-2-3 1,-1 5-88,0-1 1,-1 3-607,2-7 1,0 3 0,0-3 242,0 5 0,2 0-3726,0 15 1,3 0 4195,4-18 0,0-4 0,-1-2 0,1-3 0,4 4 0</inkml:trace>
  <inkml:trace contextRef="#ctx0" brushRef="#br0" timeOffset="23508">2883 16127 26194,'-7'-38'353,"-1"-1"0,-3-20-336,10 63 33,1 15 6,0 31-5,0 11-470,-1-17 1,-1 2 421,-1-3 0,0-1-3,-1-8 0,0-1-14,-2 4 0,0-1 231,-6 12-166,2-9 44,0-14-34,5-28-38,1-6 16,-2-19 6,3-29-29,2 23 1,1-3-78,2-11 1,2-2 68,3 3 0,1 2 14,3 1 1,1 3-23,-2 10 0,0 2 31,7-5 0,1 3-20,10-4 6,17-8-6,0 21-11,8 9 39,3 13-61,-3 14-23,-8 16 28,-16 13-11,-17 12-605,-28 5 639,-9-10-9,-1-19 0,-6-1 14,-7-1 1,-1-2-7,0-2 1,-1-1 5,-4-1 0,1-4 73,-11-6-39,21-10 817,16-12-812,17-2-16,10-5 0,15 4-29,11 3-10,-1 5-29,24 3 12,-13 6-159,-11-2 0,0 0 102,26 6 35,-1-2 21,-4-4 1,-5-9 39,-9-7 645,-6-7-674,-7-6 7,-6-2 16,-5-1 51,-7 5 5,-5 8 368,-3 7-379,-4 6-56,-1 11 12,-2 8-12,1 12-17,1 8 34,8 3-17,5 1 5,9-3 12,7-5-17,-4-11 22,18-6-22,-12-21 0,15-10 17,-11-17-11,-3-8 39,-6-2 33,-8 2 12,-8 5-29,-7 9 1,-7 9-12,-5 6-67,-2 7-22,1 3-151,2 5-236,5 5-431,5 5-801,9 5-1192,6 3-1290,9 0 4140,9-4 0,-14-7 0,0-6 0</inkml:trace>
  <inkml:trace contextRef="#ctx0" brushRef="#br0" timeOffset="23851">3866 16202 15137,'3'-5'9226,"-1"2"-6129,-2 3-2991,42-54-22,-32 48-44,27-31-1,-44 69 28,-1 11-39,2 5-6,3 1-5,2-2-28,1-4 5,1-10 51,-1-12 56,2-11-56,1-19 0,1-11 44,4-16-10,4-9-29,0 6 37,0 9 0,3 1-3,9-8-17,14-13-56,-3 22 6,0 10-34,2 9 0,3 13 51,-1 8-40,-2 10-83,-7 8-163,-9 3-544,-10 4-1534,-13-1-403,-5-9 1885,-7-1 0,7-16 0,0-1 0</inkml:trace>
  <inkml:trace contextRef="#ctx0" brushRef="#br0" timeOffset="24234">4986 15981 27404,'-21'-21'224,"1"12"-213,5 41-22,6 2 33,8-5-10,9-4 4,3-11 40,5-6 45,-2-10 28,1-7-11,-4-10-6,-4-7-12,-6-4-32,-6 0-7,-2 1-33,-4 7-28,2 7-39,3 7-28,0 8-51,1 12-218,-2 9-526,0 12-1328,0 9-3484,3 5 5674,0-6 0,3-16 0,0-12 0</inkml:trace>
  <inkml:trace contextRef="#ctx0" brushRef="#br0" timeOffset="24484">4987 16211 18868,'0'10'4783,"0"-3"-3539,0-7 503,0 0-1573,-32 32 11,24-14-34,-19 23-17,35-22 23,6-4-6,3-4 6,1-4-28,-1-9-6,-4-5 0,-4-5-67,-5-2-33,-7-1-152,-4 2-526,-9 2-1401,-8 4-5416,-11 4 7472,0 5 0,10-1 0,11 1 0</inkml:trace>
  <inkml:trace contextRef="#ctx0" brushRef="#br0" timeOffset="24825">1181 17119 19782,'-50'0'928,"0"0"1,-1 0-1,-11-3 1,5-2-585,17 3 0,10-5 190,17-10-327,37 3-39,15 2 1,8 1-1086,-8 3 1,3 1-1,3-1 984,2 0 0,4 1 1,2-1-1,2 0-370,-4 2 1,2 0-1,1 0 1,3 0-1,2 0 339,-2 1 1,4 0 0,3 1 0,0-1 0,0 0 0,-1 1 0,-4 0-318,-4 1 0,-3-1 0,-2 1 0,1 0 0,2 0 0,3 0 283,2 1 1,3-1 0,2 1 0,2-1 0,1 1 0,-2 0-1,-2 0 1,-4 1-199,3 0 1,-3 0-1,-2 0 1,0 1-1,1 0 1,2 0 201,1-1 0,1 1 1,2 1-1,1-1 1,-1 0-1,0 0 0,-1 1-42,-4-1 0,0 1 0,0-1 0,-1 1 0,1 0 1,-1-1-1,1 1 39,0 0 0,2 0 0,0-1 1,-1 1-1,-1 0 0,-2 0 0,-4 0-2,14 0 1,-5 0-1,-2 0 1,1 0 0,5-1 1,1 0 0,-3 0 0,-12-1 429,-8-2 1,-6-1-923,-1 0 0,-8-4 490,-22-14 0,-8 11 0,-17-4 0</inkml:trace>
  <inkml:trace contextRef="#ctx0" brushRef="#br0" timeOffset="28016">5892 17260 20263,'8'8'5371,"-1"-1"-4553,-7-7-45,0 0-432,7-70 7,3 17-264,-3 1 0,1-4-553,0 16 0,1 1 500,-2-3 0,1 1-26,-2 5 1,0 0-1,2-13 1,0 0 13,-4 10 1,1-1 2,0-9 1,-1 2 0,-1-15-226,-6 20 214,-1 32-17,-12 30 1,0 14 10,3-2 1,1 3-390,-1 7 1,2 2 371,0 8 1,2 0 11,1-7 0,1 0-17,-2 15 1,3 2-175,4-1 1,3 0-326,5-1 1,4-2-927,7 2 0,10-6 1442,11-20 0,2-8 0,6 3 0,3-15 0</inkml:trace>
  <inkml:trace contextRef="#ctx0" brushRef="#br0" timeOffset="28243">6798 16757 25606,'-47'-9'494,"-1"-1"1,3 2 0,13-3-343,30-8-192,15 1-172,23-5-113,-6 13 0,4 3-995,9-1 1,4 2-1633,7 0 0,1 2 2457,-4 1 0,-3 0 0,-14 2 1,-4 1-1,4 0 0</inkml:trace>
  <inkml:trace contextRef="#ctx0" brushRef="#br0" timeOffset="28709">6892 16931 21478,'-7'0'5030,"1"1"-4733,6-1 89,0 0-453,71-46-54,-42 34 1,2 0-327,8-8 1,4-2 0,-1 2-445,4 5 0,-2 3-1076,-1-1 0,-1 0-1119,-4 0 0,-1 1-269,-3 1 0,-1-1 1056,25-10 2299,-10 1 5651,-12 0 1266,-13 2-2939,-12 2-1468,-6 5-1328,-6 4 107,-6 4-768,-8 10-53,-7 7-255,-4 11-79,-2 8-22,3 7-61,10 5 5,10 1-56,17-1-67,17-6 22,15-8 39,11-9 45,-3-9 23,-7-13 106,-10-13 134,-12-11-50,-10-13-50,-8-9-167,-10-6-35,-7 0 0,-6 7 0,-4 10 0,-1 14-651,2 10-3320,3 12 3971,8 6 0,5 0 0,4-1 0</inkml:trace>
  <inkml:trace contextRef="#ctx0" brushRef="#br0" timeOffset="29017">8176 16972 27807,'-5'54'-1989,"-1"-1"1,-1 2 0,-5-4 1988,-4-15 0,-2-5 0,-5 13 0,10-19 0</inkml:trace>
  <inkml:trace contextRef="#ctx0" brushRef="#br0" timeOffset="30617">9148 16487 20448,'0'-3'4575,"0"0"-3292,0 3-1171,-59-54-1313,22 40 1257,-6-13 0,-2 5 33,-3 34 373,1 10-429,3 19-38,18-10 218,8 16-191,20-12-27,14 11-23,13 1-9,-2-17 1,1-1 8,12 9 5,-10-12 1,-2-3-40,1 2 51,-2 0 67,-18-6 673,-19-9-690,-20-4-28,-1-4-22,-22-7 45,5-4-224,17 2 1,0-1 43,-26-11-901,8 0 61,22 7-5405,6 4 6391,18 6 0,1 1 0,2 0 0</inkml:trace>
  <inkml:trace contextRef="#ctx0" brushRef="#br0" timeOffset="31233">9533 16616 21971,'-7'0'3372,"1"0"-2285,6 0-824,0 0-476,21-17-717,35 10 255,-26-3 0,1 2-591,8 5 0,-2 5-5248,4 7 6514,-17 3 0,-14-2 0,-7-3 0</inkml:trace>
  <inkml:trace contextRef="#ctx0" brushRef="#br0" timeOffset="31376">9500 16814 27421,'1'9'123,"27"-10"-958,13-11 1,7-4 834,4 0 0,-1 0 0,-11 4 0,-3 1 0,13-3 0</inkml:trace>
  <inkml:trace contextRef="#ctx0" brushRef="#br0" timeOffset="31933">10317 16620 22251,'2'-5'4207,"-1"1"-2757,-1 4-1416,-15-32-1,-6 41-33,-15-17-33,4 51 27,8 3-22,11 0-17,14-6 23,14-8 5,14-9 28,9-10-22,4-10 17,-1-12 38,-3-11-10,-8-12 78,-6-7 45,-11-6 0,-6-3-23,-10 1-39,-4 5 0,-3 9-82,-2 12-54,2 12-59,-3 11-264,-4 8-980,-5 10-7204,-2 8 8548,4-3 0,9-7 0,6-9 0</inkml:trace>
  <inkml:trace contextRef="#ctx0" brushRef="#br0" timeOffset="32359">10834 16895 23775,'-1'-5'3002,"1"1"-2677,0 4-1356,-40 31-32,30 4 0,-30 4 0,41-12 1</inkml:trace>
  <inkml:trace contextRef="#ctx0" brushRef="#br0" timeOffset="33809">11481 16608 27046,'-3'-58'184,"0"22"-161,0 61-12,0 3-11,-5 29 34,2-12-29,2-14 1,-1 1-34,-2 15 50,0-10-16,3-12 106,1-12 45,2-13-96,5-13 6,5-13 17,7-12-16,1 2 16,0 3 0,2-2 0,14-17-342,-8 15 1,1 1 296,-2 8 0,1 4 6,24-13-246,-4 14 207,-4 12 10,-3 13 1,-4 12-22,0 13-74,-3 10-190,-4 9-627,-5 6-2722,-5 2 3003,-6-8 1,-5-17 0,-3-14 0</inkml:trace>
  <inkml:trace contextRef="#ctx0" brushRef="#br0" timeOffset="34176">12489 16540 27308,'-41'-40'158,"0"-1"1,3 3 0,11 13-109,22 24 62,4 10-100,0 8 18,4 7-42,3 5 11,6 1-22,10 2 18,9 2-18,9 1-230,7 3 276,0 0-68,-6-1-6,-15-5 18,-21-3-18,-26-5 1,-23 0 16,14-14 1,-2 0-182,-3-2 0,0-1 83,0-1 1,1-3-485,-25-2-1205,17-12 1821,22-15 0,11 10 0,11-4 0</inkml:trace>
  <inkml:trace contextRef="#ctx0" brushRef="#br0" timeOffset="34400">12916 16532 27118,'37'-24'-551,"1"0"0,2 1 1,-2 7-1,6 16 0,-6 1 1</inkml:trace>
  <inkml:trace contextRef="#ctx0" brushRef="#br0" timeOffset="34560">12934 16632 27163,'45'-12'-1492,"-1"0"0,-7 1 0,-3 2 1,8 1-1,-20 3 0</inkml:trace>
  <inkml:trace contextRef="#ctx0" brushRef="#br0" timeOffset="35892">13708 16555 25758,'-14'-36'406,"0"0"0,-16-11-322,6 62 2,3 8 1,1 4-31,-6 18-220,9-12 0,1 1 170,2 22-1,9-6 31,10-14-25,12-3-11,11-16 17,26-6 11,-14-10 78,-6-14 1,-1-4-12,-8-5 19,-4-3 1,-4-3 109,-5-16-84,-3-14-22,-14-4-124,-5 19-33,-5 10-454,-8 20-3377,-1 10 3870,-5 0 0,10 3 0,7 0 0</inkml:trace>
  <inkml:trace contextRef="#ctx0" brushRef="#br0" timeOffset="39717">1837 17944 9257,'4'-3'6435,"-1"0"1110,-3 3-6666,0-18-61,0 9-157,-1-13-185,-7 14-157,-6 4-151,-14 2-78,-11 7-84,-11 7-12,-5 10-50,1 6-28,8 4 84,14-1 6,14-1-12,12-1 56,13-1-61,13 0-39,14 0 5,16 3-273,-20-13 1,0-1 294,4 2 1,0 1-15,-1-1 1,-1 1 22,-3-2 0,-2 1 14,13 13-28,-22-5 51,-28-6-1,-22-7-44,-19-4 33,-8-4 253,-3-9-516,7-10-303,6-13-453,10-12-599,12-5-2028,12 2 3635,15 5 0,1 18 0,4 5 0</inkml:trace>
  <inkml:trace contextRef="#ctx0" brushRef="#br0" timeOffset="39967">2374 17970 18504,'0'-5'6996,"0"1"-5523,0 4-1064,-30-63-152,17 47-238,-6-18 1,1 9-3,6 39-22,2 17-57,4 16 12,4 13-12,5-26 0,2 1-314,0 1 0,2 1-72,2 0 0,0 1-510,0-3 0,-1-1-2397,4 25-4100,-6-13 7455,-5-16 0,-2-15 0,-1-8 0</inkml:trace>
  <inkml:trace contextRef="#ctx0" brushRef="#br0" timeOffset="41251">2102 18039 8030,'-7'1'8928,"2"0"-6978,5-1 345,0 0-2059,-39 10-63,30-5 85,-17 8-141,48-11-89,8-2-39,27-6-42,-26 1 0,2-1-858,23-5 0,3 0 43,-7 0 0,1 1-2664,9-2 1,-3 1 3531,-19 3 0,-5 1 0,10-1 0,-25 4 0</inkml:trace>
  <inkml:trace contextRef="#ctx0" brushRef="#br0" timeOffset="42192">2702 18108 15877,'-4'0'4285,"0"0"-1574,4 0-2627,-10-7-22,16 6-18,-5-6 7,21 8-34,3-4 11,0-1 50,-3-4 23,-6-1 61,-8-2 34,-6-1-33,-9-3-1,-5-1-16,-7-1-62,3 4 207,-13 3-106,7 6 5,-10 5-50,6 6-67,3 6-17,3 4-28,5 5-6,6 3-33,4 6-17,6 3-28,6 0-45,7 1-123,9-5-246,7-4-471,10-7-1199,9-6-4189,5-6 5793,-5-3 0,-18-4 1,-15 0-1</inkml:trace>
  <inkml:trace contextRef="#ctx0" brushRef="#br0" timeOffset="42684">3186 18063 25113,'-41'-14'594,"6"9"-549,21 33-51,3 2-27,5 6-1,2 1 23,3 4-17,3 0 0,2-1-34,2-5 29,0-6 72,-1-10-33,-2-8-62,-2-7 61,-5-19 12,0-4 11,-2-21 28,2-7-6,2-14-207,3 25 1,0 0 184,0-2 0,1 0-25,1 2 0,1 0 19,4-22 4,4 13-21,4 13 12,7 10-6,9 8 1,7 7 49,5 8 274,-2 13-375,-8 10 66,-10 10-70,-15 4 60,-19 1-27,-16 1-39,-17-4-444,-11-3 197,-4-10-812,2-8-2470,10-12 3579,19-16 0,13 7 0,12-7 0</inkml:trace>
  <inkml:trace contextRef="#ctx0" brushRef="#br0" timeOffset="43125">3602 18038 25870,'20'-27'-539,"9"2"-441,20 11-744,-1 1-786,-3 0-1254,-6 2-678,-5-3 1765,-2-1 2717,-5-2 2491,-6-3 1732,-7 2-337,-6 2-1226,-1 1-768,-2 3-571,-1 3-476,-2 4-364,-4 3-124,-2 3-105,-5 6-169,-2 6-78,0 1-23,-4 19-61,8-4-96,-1 19-486,7-3-1933,8 3 2554,3 4 0,-2-25 0,-1-2 0</inkml:trace>
  <inkml:trace contextRef="#ctx0" brushRef="#br0" timeOffset="45017">5531 18009 9811,'-4'-6'7119,"1"1"-4094,3 5 1276,0 0-4144,-9-34-23,10 31 6,0-20-78,16 47-45,7 9-34,3 10-33,-1 7-334,-7 7 283,-8 2 78,-13-1 68,-13-7 17,-11-13 156,-4-15 68,6-18 84,9-25 56,17-17-85,15-21-212,-3 27 0,3-1-118,2-1 1,2 1 30,1 2 0,3 2-20,0 3 0,1 2-81,1 4 1,2 2-245,0 3 1,1 2-544,1 3 0,2 3-1946,0 1 0,-1 2 2792,24 3 0,-21 0 0,-17 3 0</inkml:trace>
  <inkml:trace contextRef="#ctx0" brushRef="#br0" timeOffset="45301">6267 18063 21108,'-4'-1'3619,"1"0"-3076,3 1-739,22-29-308,13 19-157,-7-7 0,3 2-1218,1 11 0,0 4 816,29 2 0,-27-1 0,-9 3 0</inkml:trace>
  <inkml:trace contextRef="#ctx0" brushRef="#br0" timeOffset="45451">6399 18290 21780,'-54'25'1268,"-1"0"0,9-3 0,9-6-1044,21-12-174,28-13-38,25-9-110,-7 3 0,4-1-351,9-3 1,2 1-2157,7-3 1,3 1 2604,-13 5 0,1-1 0,-4 3 0,-3 0 0,-2 1 0,-4 2 0,1-1 0</inkml:trace>
  <inkml:trace contextRef="#ctx0" brushRef="#br0" timeOffset="45908">7177 17997 26318,'6'-39'442,"-1"1"0,5-23-369,-15 65 0,-7 10 0,-13 12-40,-11 13-39,15-15 1,0 1-181,-1 2 0,1 0 180,2 1 1,3 0-23,-4 24-12,16-8 12,20-10-5,16-12 22,14-11-1,7-13 7,0-11 50,-8-12-6,-11-9 78,-12-6 51,-11-2-50,-8-3 22,-12 2 294,-6 3-389,-9 7-28,-5 9-23,-4 9-235,3 8-1097,5 6-634,11 4 1972,9 5 0,5-5 0,2 3 0</inkml:trace>
  <inkml:trace contextRef="#ctx0" brushRef="#br0" timeOffset="46325">7737 18301 21030,'0'-3'4117,"0"1"-3215,0 2-1048,-12 42-2010,-8-4 1305,-1 4 1,0-1 0,-3-6-1,-1-1 1</inkml:trace>
  <inkml:trace contextRef="#ctx0" brushRef="#br0" timeOffset="47268">8853 18159 23853,'11'-50'780,"0"1"1,0 3-1,-4 6-259,-10 0-286,-2 16-139,-3 6 38,-4 17-78,-5 15-28,-21 24-67,-2 11-326,15-16 1,0 2 347,7-3 0,2-1 1,-4 19-35,10 1 29,16-20-34,12 0-23,30-13 79,3-14 12,2-8 16,-7-16 5,-18-9 74,1-11 55,-12-21 0,-10 4 567,-7 2-634,-6-1-5,-3 16-12,-3-5-66,-2 12 16,-6 13-40,4 12-38,-9 15-56,5 11-275,-1 10-1731,6 15-2621,17-5-1490,6-1 5375,13-9 0,-11-18 0,0 0 0</inkml:trace>
  <inkml:trace contextRef="#ctx0" brushRef="#br0" timeOffset="47534">9617 17905 22313,'0'-3'4044,"0"1"-3025,0 2-1008,-57 19-16,18 9-571,-13 4 0,-1 3 562,22-4 0,4 0 3,-5 6 0,2 0 168,-1 16-157,15-16-22,24-5-51,19-19-229,28 1-60,-19-14 1,3-3-781,8-2 1,0-1 200,-7 1 1,0-2 540,18-3 0,-4 0 0,-16 4 0,19-4 1</inkml:trace>
  <inkml:trace contextRef="#ctx0" brushRef="#br0" timeOffset="51734">10295 17927 14734,'2'-3'7035,"0"0"-4447,-2 3-2252,30-32-134,-23 24-130,23-24 119,-30 32-1,-1 3-10,-3 2-118,-1 1 100,-19 8-61,-4-5-68,-19 5 40,-1-8-39,2-2-6,14-3 67,7-3-39,16 1-22,1 0-46,8 1 24,0 4 55,0 5-62,0 8-49,0 7-1,1 8 17,-3 3 22,-2 5-5,-3-1 28,0 0-6,2-4 6,3-7 56,1-9-51,1-9 23,0-6 196,0-7-101,0-6 0,3-5-45,1-7 22,4-1-10,4 0-90,4 2-1,5 4-38,8 3-12,8 5 18,7 4-29,6 8 22,3 7-10,1 8-34,-4 4-79,-7 5-89,-18 1-129,-16 1-510,-25-3-801,-17-5-1338,-18-5-5921,-11-8 8224,6-4 1,20-3 0,16-2 0</inkml:trace>
  <inkml:trace contextRef="#ctx0" brushRef="#br0" timeOffset="51934">10327 17946 18644,'4'-3'5248,"-1"0"-4862,28-20 1,8-6-1104,1-1 891,9-6 0,1 0-23,0 2 271,-6 3-551,-10 7-814,-13 5 943,-10 9 0,-7 5 0,-3 4 0</inkml:trace>
  <inkml:trace contextRef="#ctx0" brushRef="#br0" timeOffset="52541">11480 18128 25320,'-4'-42'243,"0"-1"0,1 2 0,6 15-120,9 31 34,4 12 0,1 29-85,-5 5-47,-7-17 1,0-1-26,-1 12 0,6-2 33,4-20 147,21-5-35,9-20-47,-10-8 0,1-3-230,-6 0 1,1-2 192,17-12 1,2-2-625,-1 3 0,4-1 611,1 0 1,5-3 0,-2 1-555,-6 5 0,-2 0 0,2 0 515,5-1 1,2 0-1,-6 2-20,-3 3 0,-4 2-115,-3 4 0,-5 4-905,-4 6-8800,-13 17 8653,-15-3 1,-10 8 0,3-14-1</inkml:trace>
  <inkml:trace contextRef="#ctx0" brushRef="#br0" timeOffset="57683">13516 9884 21528,'12'7'1160,"-2"9"-841,-2 18-95,-2 10-39,0 8 11,-2 7-121,-2-26 1,-1 0-31,3 22 2,-1-9 1,0 0-23,0-10 1,0 0-1068,2 17 1,0 0 1055,-2-16 0,1-2 19,0 10 1,1 2-471,0 4 1,0 2 458,0 2 1,0 3-9,0-13 1,-1 3 0,0-2 13,2 14 0,0 0-14,0 2 0,0 0-8,2-1 0,0 1 19,0-1 0,2 0-3,0 0 1,1 0-18,2 0 1,0-1 8,1 1 0,1 0 5,0 0 1,1 0 2,0 0 1,1 0 8,-1 0 0,0 0-1,0 1 1,-1-1 5,0 0 1,-2 0-4,-1 0 1,-1 1-1,-1 0 1,-2 0 0,0 0 0,-2 1-9,0-1 0,-1 0 0,0-2 0,-1 0 3,1-1 0,1-1-17,-1 0 1,1-1 7,1-1 1,-1 1 2,1 0 1,-1 0-1,1 0 1,0 1 16,-1-1 0,0 1-11,-1-1 1,0 0 10,-2 0 0,-1-1-3,0 0 1,-1 0-18,0 1 1,-1-1 8,0 1 0,-1 0 5,0 0 1,0 0 0,-1 0 0,1 1-1,0-1 1,0 0-12,0-1 1,0 1 2,0-1 0,1-1-20,-2 1 1,1-1-12,-1 1 1,1 0 36,-2 0 0,0 1 22,1 0 0,-2 1-28,1 0 0,-1 0 0,0-1 1,0 1 2,0 0 0,-1-1-9,1 1 1,0 0-3,-1 1 0,1 0-15,0 2 1,0 0 8,1 2 1,-1 0 1,3-20 0,-1-1 0,0 1 2,1 0 0,0 1 0,0-1 9,0 0 0,0 1 0,1 0-20,-1-1 0,1 0 0,0 1-10,0 0 0,1 0 1,-1 0 16,0 0 0,0 0 0,1 0-6,-1 1 1,1 0 0,0 0-14,0 0 1,-1-1 0,1 0-1,1 0 1,-1 0-1,1 0 8,0-2 0,0 1 0,0-1 0,3 20 0,1 0 0,0-3 0,1-1-3,1 0 1,1-2-24,0-2 1,0 0-264,0-2 1,-1-1 263,1-1 0,-1 1 2,-1-3 1,0 1-6,-1-2 0,-1 1-3,0-1 0,-2 0 28,0-1 1,-1-2 83,0-2 0,0-2-28,-1-3 0,0-2-53,0-1 0,0 1-31,2 25 1,0 1 739,-1-27 1,1 0-702,1 26 0,-1-25-29</inkml:trace>
  <inkml:trace contextRef="#ctx0" brushRef="#br0" timeOffset="65926">14510 10312 18672,'-1'-3'4134,"-1"0"-1917,2 3-2043,-56-35-101,35 29-23,-15-10 1,1 6-23,13 25 6,-4 9-12,6 9-27,9-8 10,9 12-10,13-11-7,11 7 1,12 0-31,-8-14 0,1-1-14,18 12 33,1 1 29,-25-14 16,-15-1 6,-23-4-17,-17 2-14,0-7 1,-5-1 7,4-2 1,0-1-247,-1 0 1,1-1 212,-22-4-140,26-6-1971,2-17-7692,22-4 9476,7-1 1,7 13 0,-4 12 0</inkml:trace>
  <inkml:trace contextRef="#ctx0" brushRef="#br0" timeOffset="66309">14816 10337 23724,'0'-4'2790,"0"1"-2264,0 3-459,-28-4-28,16 19-50,-18 3 11,26 19-5,8-8-1,10 2-5,18-5 5,-6-8 29,21 0 77,-27-18-21,4-2 111,-12-11 29,-7-8 83,0-21-140,-4 3-72,-4-8-56,1 20-12,-3 0-33,2 14-101,-1 1-185,3 6-481,0 11-1441,7 7-351,0 2 2570,7 5 0,-7-11 0,0-1 0</inkml:trace>
  <inkml:trace contextRef="#ctx0" brushRef="#br0" timeOffset="66900">15190 10395 22145,'0'-3'4509,"0"0"-3765,0 3-721,10-24-6,-1 35-6,8-11 0,-7 40-5,-3 1-29,-4-4-10,-2-8 66,-1-10 102,-1-9 10,0-9-61,0-11-22,1-8-17,-1-1 100,4-24-38,2 7-7,5-18-27,3 11 6,3 7-35,1 9-55,3 10 17,4 6-17,6 7-29,7 3 12,4 8 0,0 5 12,-3 9-12,-6 5-12,-7 4 24,-12 3-24,-9 0 12,-11-4 28,-6-4 23,-2-9 5,0-8 17,4-7 33,3-12-33,5-8-45,3-3 50,11-17-27,2 10-35,12-11 29,0 14 6,2 7-18,0 9-10,0 5-18,0 7 6,2 9-44,0 10-57,-1 10-173,-4 9-34,-9-7-2671,-3 20 2996,-11-16 0,1-3 0,-4-15 0</inkml:trace>
  <inkml:trace contextRef="#ctx0" brushRef="#br0" timeOffset="68346">16227 10247 20755,'-5'0'4604,"2"0"-3819,3 0-841,0-25-638,46 18-1429,4-19 573,-12 24 1,1 3-1246,-6 0 0,-2 0 2795,19 2 0,-25 0 0,-1 0 0</inkml:trace>
  <inkml:trace contextRef="#ctx0" brushRef="#br0" timeOffset="68492">16261 10462 26614,'37'-12'-233,"0"0"1,8-3-1,-5 2 1,-16 4 0,11-3-1</inkml:trace>
  <inkml:trace contextRef="#ctx0" brushRef="#br0" timeOffset="72009">17058 10449 16751,'2'-6'6553,"-1"2"-4038,-1 4-2173,-10-51-163,5 38-151,-6-38 0,2 61-11,-1 9-17,-2 6 22,-3 15-44,7-3-1,2 10-61,13 4 12,7-14 60,6-7 7,9-15 44,-4-11 28,6-8 124,0-17 5,-10-10-28,-5-14-56,-11 10 39,-6-13-28,-6 6 23,-7-18-68,-1 15 0,-4 4-55,8 23-46,0 9-21,1 7-85,-12 18-112,2 7-448,-6 17-84,12-6-2733,7 11 3506,11-5 0,-3-12 0,5-5 0</inkml:trace>
  <inkml:trace contextRef="#ctx0" brushRef="#br0" timeOffset="72216">17722 10160 27214,'-2'34'-45,"-1"-1"0,-1 26-269,4-24 1,1 0-421,2 10-9097,13 14 9692,-4-29 1,3 4 0,-9-24-1</inkml:trace>
  <inkml:trace contextRef="#ctx0" brushRef="#br0" timeOffset="72392">17600 10449 25707,'-39'-17'584,"-1"1"0,3 2 1,15 1-563,36 2-44,26 0-12,6 3-1899,9 2 1,3 1 1624,-26 2 0,2 1 308,21-1 0,9 0 0,-12 0 0,-3 1 0,-5 0 0,0 1 0</inkml:trace>
  <inkml:trace contextRef="#ctx0" brushRef="#br0" timeOffset="77016">18518 10430 19960,'0'-9'2450,"0"-26"1,1-6-1504,2 2-771,-2-3 1,0 1 416,4 6-66,-4 18-432,1 4-151,-1 7 78,-1 21 18,-1 25-52,-4 16-237,1-18 0,-1 1 249,0-4 0,-1 0 11,0-2 1,1-1-12,-2 14-75,1 1 131,4-28 56,1 2 33,2-24-61,6-14-50,0-4 117,11-36-84,-6 3-70,-4 12 1,0-1 49,-2 5 1,-2 0-6,1 3 0,-1 1 14,2-20 17,-2 22 11,-3 14-140,-1 16 51,-3 29 27,0 6-16,-1 26-23,3-7 17,5 1-17,5-6 6,3-7 5,0-11 12,-5-13 594,-2-7-493,-5-12 79,-3-11-186,-3-16 0,-6-16 0,-1-11 0,3-3 0,4 7 0,4 13 0,2 15 0,0 13 0,0 8 0,1 8 0,0 10 0,1 12-517,0 15-1275,0 12 1792,0-20 0,-2-1 0,1 4 0,0-1 0</inkml:trace>
  <inkml:trace contextRef="#ctx0" brushRef="#br0" timeOffset="78467">19078 10240 19003,'-6'-1'4200,"2"1"-3427,4 0-1103,42-30-387,-1 22 70,-3-8 0,4 2-647,-9 12 1,0 4-3623,2 1 1,-3 1 3197,7 1 1,-10 3 0,-25-7-1</inkml:trace>
  <inkml:trace contextRef="#ctx0" brushRef="#br0" timeOffset="78826">19202 10346 20895,'-39'33'553,"-1"-1"0,1-1 0,18-9-223,34-20-229,14-3-95,13-6-26,-9-2 0,0-2 37,23-16 11,-3-2 62,-18-9 83,-18 3 141,-3-12 414,-15-4-431,-2 18 492,-15-6-592,10 29 122,-8-4-134,12 11-112,0 2-62,5 2 23,1 7-18,1 0-4,7 13 4,6 3-16,20 20-61,-3-3 22,1 1-135,-12 0-168,-19-6-381,-19 9-974,-5-20 0,-6-1-3219,3-5 1,-1-2 3223,-27 13 0,30-18 1,17-9-1</inkml:trace>
  <inkml:trace contextRef="#ctx0" brushRef="#br0" timeOffset="79516">19896 10184 26721,'-3'-48'392,"0"0"0,0 5 0,0 10-27,0 23-298,1 6 33,-5 19-100,1 11 17,-3 24-11,4 9-365,2-7 370,4-20 0,0 1-14,2 1 0,0-1-14,-1-1 1,1 0 16,0 1 0,0-2 71,-2 4-54,-3-15 62,-2-9-50,-1-11-29,0-4 0,-3-25 0,4 7 399,-2-33-399,5 3 0,3 8 0,2-2-216,-1 7 1,0 1 215,3-4 0,0 2 0,2-7 0,-4 19 0,-2 13 0,-3 16 0,-4 13 0,-3 16 0,-2 15 0,2 13 0,3-10 0,4-11 0,3 0 0,5 12 0,-1-15 0,0-2 431,7 4-431,1-6 0,-9-20 0,0-1 0,-5-24 0,-2 1 0,-5-45 0,0 5 0,2 12 0,0-1-175,3 5 0,1 2 175,0 2 0,1 2 0,2-19 0,0 20 0,0 16 0,-1 10 0,1 12 0,2 12 0,1 16-40,2 13-1046,-3 8-3688,2 7 4774,-1-6 0,-1-21 0,-2-15 0</inkml:trace>
  <inkml:trace contextRef="#ctx0" brushRef="#br0" timeOffset="89717">14388 11612 13491,'-2'-4'7875,"1"1"-4246,1 3-3118,1-58-271,0 44-133,1-42 128,-1 69 6,-1 14-129,0 18-39,-1 12-40,-2 3-277,-2-1 267,-1-9 10,0-9 6,2-13 17,1-11 415,1-8-51,2-10-207,0-9-101,0-12-6,6-29-67,-1 12-11,2 4 0,2 0 0,7-14-17,7-9 23,1 12-6,1 15-11,2 14-34,2 9-11,5 14-28,6 8-90,3 13-150,1 9-382,-3 8-823,-6 5-2482,-8 2 3753,-9-7 0,-9-17 0,-5-12 1</inkml:trace>
  <inkml:trace contextRef="#ctx0" brushRef="#br0" timeOffset="90091">15262 11549 27174,'-50'-22'5,"1"-1"1,1 5 0,10 13 5,22 37-5,0 13-34,7 5-22,12 10 27,4-17-27,16 12-1,4-21-5,12 8 40,3-5 16,1-4 16,-17-12 12,-8-5-11,-19-9-45,-15-2 17,-27 4-45,-8-2-28,-4 0-291,4-4-527,18-2-1316,-3-1 2218,10-6 0,14 4 0,5-4 0</inkml:trace>
  <inkml:trace contextRef="#ctx0" brushRef="#br0" timeOffset="90308">15602 11586 26614,'57'-22'-1639,"0"-1"1,-12 1-1,-7 7 1,-5 15 0,-24 0-1</inkml:trace>
  <inkml:trace contextRef="#ctx0" brushRef="#br0" timeOffset="90467">15675 11841 18441,'43'-26'0,"-1"0"0,-8 5 0,0 0 0</inkml:trace>
  <inkml:trace contextRef="#ctx0" brushRef="#br0" timeOffset="95276">16286 11747 20761,'0'-46'1426,"0"0"1,1 5-1,-1 7-972,1 9-330,0 12-158,0 9 73,2 30 0,0 7-27,1 28-7,-2-1 1,0 3 11,-3-3-17,-2-7-6,-1-11 40,-1-14 218,1-13 100,3-11-223,0-9 95,1-27-84,0-7-79,0 6 1,1-2-172,0 1 1,1-1 151,1-3 0,1 1-9,0 3 1,0 0 111,4-21-10,-4 19-96,-2 17-78,-2 14 16,0 17 18,0 12-1,0 18-11,1 9 12,3 4-1,1-3 1,1-8 364,-2-11-331,-3-12 90,-1-10 50,0-10-67,0-11-56,-4-12 11,-1-13 11,-3-6 11,1 0 6,3 7-33,1 12-113,1 11-50,1 10-129,1 12-722,0 9-4319,3 16 5282,0-1 0,0-10 0,0-10 0</inkml:trace>
  <inkml:trace contextRef="#ctx0" brushRef="#br0" timeOffset="102075">14319 13047 13536,'2'-7'5489,"0"2"-4184,-2 5 3747,0 0-4480,18-55-136,-14 38-150,8-41-157,-24 55-73,-15 0-28,-11 8-17,-10 6 6,-3 11-12,5 7-33,11 2 0,14-1-22,11-3 28,16-5 5,12-2-6,14-1-5,14-1-5,7 0-191,4 1 218,-7 1-22,-12-1 11,-17-2-11,-14-1 6,-18-1 28,-14-2-23,-15 0 174,-10-2-331,-3-3-240,2-3-668,7-7-2939,11-8 4021,12-3 0,11 2 0,7 5 0</inkml:trace>
  <inkml:trace contextRef="#ctx0" brushRef="#br0" timeOffset="102301">14634 12862 23108,'0'-3'3193,"0"0"-2219,0 3-923,2 15-23,-2 18-68,2 22-44,-2-21 0,1 1-478,0-1 0,2 0-172,-1 0 0,2-1-4693,3 26 4627,-1-12 1,-4-20 0,-1-13 0</inkml:trace>
  <inkml:trace contextRef="#ctx0" brushRef="#br0" timeOffset="103667">14602 13133 26144,'6'-25'-140,"16"10"-22,19 24 30,-9-2 0,1-2 88,11 1 32,15-5 57,-39-5 22,9-8 57,-19-2 38,1-7 17,-7-2 152,0-4-191,-4 8 184,1-2-38,-2 10-34,0 0 22,-2 5-229,2 3-39,-1 3-6,1 0-6,-1 0 1,-2 2 5,-2 3 11,0 0-6,-1 3-5,4-5 40,0 1-46,2-3 185,1 1-224,-1-1-5,0-1 33,-1 4 6,-1 1 22,-1 7 6,0 2-17,1 0 0,-1 4 11,3 1-33,3 0-12,3 0 34,6-7 34,-1-6-17,12-4-6,-2-7 22,9-4 1,-5-9 5,-3-4 28,-8-4-11,-5 4 152,-8-10-52,-8 15-27,-5-6-90,-1 13-26,-11 5-13,12 4 0,-19 9 0,14 5 0,-8 12 0,9 1 0,3 5-35,7-7-239,10 16-113,13-11-279,13 15-404,12-9-3846,10-3 4004,-10-9-1769,21-8 2009,-25-15 919,14-9 492,-20-13 303,-8-7 84,-5-4-6,-5 1 3271,-4 2-3546,-1 6-99,-3 6-342,-2 8-248,-2 5-100,-1 6 28,1 12 0,2 11 0,3 16-39,0 11-39,0 8-17,-3-10-3,0-12 0,-1-1 8,1 9-5,1 8-17,-1-17 28,-2-24 11,-1 2-22,-2-28 22,0-6-28,-4-21 0,0-10-3,3 19 1,1-2-173,1-5 0,0-1 203,1-2 1,0 1-4,1 0 0,-1 2 6,1 4 0,0 2 14,2-23-5,4 12-1,5 9-33,7 10 5,7 6 1,4 8-6,5 6 355,1 11-383,-3 12-6,-6 14 34,-11-1-34,-16 24 29,-19-19-26,1-10 0,-3-1-199,-34 5-112,23-18 0,0-2-1551,-1-3 0,2-2 1904,-19 1 0,21-6 0,16 0 0</inkml:trace>
  <inkml:trace contextRef="#ctx0" brushRef="#br0" timeOffset="103958">15714 12977 20537,'-5'0'5299,"0"1"-4084,5-1-1355,6 2-554,19-4-2566,17 0 3260,11-3 0,-17 1 0,-16 2 0</inkml:trace>
  <inkml:trace contextRef="#ctx0" brushRef="#br0" timeOffset="104350">16120 12860 22358,'-1'-3'3764,"0"0"-2902,1 3-644,2-61-145,8 39-51,-3-13 1,4 3-12,19 25-33,6 3 16,4 6-22,1 5-5,-2 7-40,-5 8 28,-8 10 39,-12 12-33,-22 10-249,-4-22 0,-6-1 263,-6 3 0,-5-2-372,-3 0 1,-3 0 404,2-3 1,0-2-4,5-3 1,2-1-6,-9 11 39,19-14 0,23-11-39,21-12-67,24-5-96,-19 1 1,3 0-477,4-1 1,1 0-1351,3 0 1,-2 0 1503,-4 2 0,-3 0 0,10-1 1,-21 3-1</inkml:trace>
  <inkml:trace contextRef="#ctx0" brushRef="#br0" timeOffset="104651">14600 13626 24525,'-37'4'1187,"-1"-1"1,-7 0-723,87-11-314,-1 2 0,7-2-1611,-4 2 0,3-1 0,3 1 1486,-5 0 1,3 0-1,0 1 1,2-1-16,5 0 0,2 0 0,1 0 1,2 0-331,0 1 1,4-1 0,1 0-1,-2 0 1,-3 1 319,-4-1 1,-4 2-1,1-1 1,2 0-10,4 1 0,3-1 0,1 0 0,-2 0 0,-5 1-63,6 0 0,-4 1 1,1-1 14,-7 1 0,1 0 0,-1 1 0,-1-1-225,6 0 0,-2 1 1,-3 0-2479,10-1 0,-7 1 2759,3-2 0,-30 2 0,-27 1 0</inkml:trace>
  <inkml:trace contextRef="#ctx0" brushRef="#br0" timeOffset="105902">17590 13005 19955,'-3'-4'5472,"2"1"-3865,1 3-1562,-16-33-45,11 31 39,-12-14 12,14 46-6,-2 14-34,-5 19 6,-2-8-210,4-23 1,0-2 203,-4 6 6,-4-2 202,4-15 61,2-5-112,1-15-73,6-15-56,1-6-11,1-19 17,7-5 105,-1 13 0,2-2-122,6-15 0,3-1-1169,-2 7 1,1 2 1140,-1-1 0,2 2-3,-3 10 1,1 3 7,5-3-16,9-1 0,-4 17 0,3 11 11,-8 8 187,6 9-215,-3 8-62,4 22 29,-10 3 10,-13 16 1923,-23-5-1849,-5-13-1642,-4-15 1,-3-4 1629,-2-2-10,-2-3 1,0-3 77,6-5-12,-5 0-61,23-9 298,9-1-321,2-2 3382,3 4-3348,5 3-6,9 5-11,2-2-50,30 11-74,-3-6-187,-10-4 0,1 1-84,-4-2 1,1-1-648,0-1 0,0 0-1764,19 3 2806,0-4 0,-32-6 0,-1 0 0</inkml:trace>
  <inkml:trace contextRef="#ctx0" brushRef="#br0" timeOffset="106317">18133 12975 25601,'44'-41'-410,"4"8"-15,-12 26-1734,-4 4 0,2 2 2159,18 0 0,-3 0 0,-20 2 0</inkml:trace>
  <inkml:trace contextRef="#ctx0" brushRef="#br0" timeOffset="106491">18270 13083 19893,'-8'3'5708,"1"-1"-4795,7-2 464,0 0-1265,10 2-129,22-9-139,19-1-158,-14 0 0,1-1-1138,1 2 1,0-1 1451,1 1 0,-3 1 0,6-1 0,-10 2 0</inkml:trace>
  <inkml:trace contextRef="#ctx0" brushRef="#br0" timeOffset="108133">19043 13040 17087,'1'-6'6234,"-1"2"-5291,7-27 1,3-7-182,-1 3-482,1-9 0,1 2 140,-3 15-184,-3 11-175,-3 8-33,-1 6 6,-1 9 22,-1 20-39,-4 12-1,-4 21-4,-3 0-1,-2-1 0,3-5 0,3-10 0,3-11 29,3-11 94,1-12-11,1-10-61,4-13-40,5-13-22,7-14 34,5-14-924,-9 20 1,-2 0 906,6-24-3,-6 8 0,-2 1-3,0 0 2,-2 6 1,-2 3-25,-2 17-12,0 0 18,-3 25-12,-7 29 11,0 8 6,0-7 0,0 2 746,1-1 0,1 0-758,0 1 1,0 0-9,1-2 1,1 0-68,-2 24-120,2-11-219,3-10-621,0-11-2235,3-11 3282,0-7 0,0-5 0,0-1 0</inkml:trace>
  <inkml:trace contextRef="#ctx0" brushRef="#br0" timeOffset="109242">19726 12977 25438,'3'-8'-5993,"0"11"5993,2 23 0,-2-9 0,-3-6 0</inkml:trace>
  <inkml:trace contextRef="#ctx0" brushRef="#br0" timeOffset="109392">19760 13253 25242,'-18'57'170,"-1"1"0,0-3 0,-4-4-453,1-19 0,-3-2-3042,-3 3 1,-1-1 3324,1-4 0,2-3 0,-10 10 0,16-17 0</inkml:trace>
  <inkml:trace contextRef="#ctx0" brushRef="#br0" timeOffset="109875">20231 13000 22453,'0'-6'3814,"1"1"-3259,-1 5-163,0 0-308,8-14-17,-8 33-62,2-2-97,-9 14 0,-2 6-303,0-6 0,0 0-614,-11 29 1009,10-27 0,1-5 0,2-7 0,-3 9 0</inkml:trace>
  <inkml:trace contextRef="#ctx0" brushRef="#br0" timeOffset="110166">20738 12955 26889,'-48'34'134,"12"-14"-120,10 5 0,-1 1 3,-11 5-28,-7 8 16,7-1-21,17-10-1,8-7-34,18-9-128,11-6-790,32-1-801,7-4-1737,-16-3 1,0-1 3506,23-3 0,-24 0 0,-16 3 0</inkml:trace>
  <inkml:trace contextRef="#ctx0" brushRef="#br0" timeOffset="110726">21397 12938 20834,'0'-3'4985,"0"1"-3966,0 2-957,-19-29-12,1 22-5,-17-20 17,4 32-1,-1 3-33,5 0 6,-6 3-12,7 0 1,-5 5-34,12-4 33,5-1 12,11-5-18,2-1 85,1 5-28,1 1-23,1 8-10,1 2 4,-2 4-21,-1-4-6,-5 5 50,-5-2-17,-2-1-27,0-2-1,5-9 0,4-5 74,2-4 195,1-4-151,2-4-62,2-7-27,5-6-23,0 1 39,9-5-34,2 5-16,15-2-39,-2 8 16,6 3-11,-6 7 1,-1 6 10,-2 5-22,-7 10-17,-8 6-33,-10 4-157,-14 2-303,-11-1-520,-11-2-931,-7-8-3024,-4-8 5013,6-7 0,14-5 0,10-1 0</inkml:trace>
  <inkml:trace contextRef="#ctx0" brushRef="#br0" timeOffset="110933">21287 12864 21355,'7'-4'2165,"27"-14"0,6-3-1521,-5-1-448,9-3 0,-1 0 22,-8 2-134,-6 5-117,-7 5-432,-8 6-1457,-7 5 1922,-6 10 0,-1-5 0,0 4 0</inkml:trace>
  <inkml:trace contextRef="#ctx0" brushRef="#br0" timeOffset="111333">21693 13116 27908,'46'-13'157,"-10"10"-135,-39 35-11,3-3 6,5-6 0,5-7 61,8-8 12,8-11-12,10-12 23,12-12-344,-20 10 1,2-2 284,2-2 1,0-1-43,2-1 0,0 0 0,-1 1 0,0-1 0,-1 2 0,0 1-5,-3 2 0,-2 3 5,18-7-219,-16 11-739,-15 11-2257,-12 13 3215,-7 5 0,1-2 0,-1-6 0</inkml:trace>
  <inkml:trace contextRef="#ctx0" brushRef="#br0" timeOffset="114484">15073 14416 19770,'0'-4'4699,"0"1"-3466,0 3-1121,-54-54-28,23 45-70,-7-16 0,-2 8-9,-3 39 6,0 10-27,6 5 4,11-1-27,12-1 11,12-4 23,14-1-12,15-1-17,15 1-39,9 2-452,2 2 474,-8-3 34,-13-2 40,-15-6 27,-20-5-11,-19-2 6,-21-2-34,-18-4-165,25-6 1,-1 0 139,0-2 0,1-1-34,3-2 1,2 0-87,-19-4 181,16-3-1139,15-1-1787,12-2 2879,19-4 0,-8 6 0,9 0 0</inkml:trace>
  <inkml:trace contextRef="#ctx0" brushRef="#br0" timeOffset="114841">15360 14523 21948,'1'-2'4213,"0"-1"-3121,-1 3-1059,0-16-27,-2 44-45,1-20 28,0 50 22,1-30-17,0 5 45,3-19-5,1-2 16,4-7 6,5-13 0,8-7 6,8-11 22,1-5 45,-2 1 22,-8 1-22,-8 6-17,-7 5-112,-4 8-112,-4 3-207,-3 6-415,-6 5-1299,-1 4 2033,-3 6 0,7-4 0,1-1 0</inkml:trace>
  <inkml:trace contextRef="#ctx0" brushRef="#br0" timeOffset="116017">15516 14585 23719,'-40'2'399,"0"0"0,3 0 1,7 1-221,16 2-50,3 0-79,4-1 46,3-1 139,3-1 29,6 0-12,6-1-79,12-2-128,0-2 39,31-10-67,-11-1-157,-10 4 1,1-1 161,19-8-22,-6 4 28,-13 3-6,-15 5-38,-12 4 21,-16 4-22,-12 6-16,-16 3 301,-10 5-296,-4 1 28,2 0 0,4-1 22,6-3 6,5-5 51,7-2 72,7-4 22,6-2-83,6-1 123,5-6-152,4 0-33,6-5-28,13-1-33,15-1-23,15 1-67,7 1-407,4 4-52,-4 3-640,-8 3-1415,-13 5-5765,-14 2 8402,-13 2 0,-7-1 0,-2-3 0</inkml:trace>
  <inkml:trace contextRef="#ctx0" brushRef="#br0" timeOffset="116458">15339 14850 26614,'39'-23'18,"0"-1"1,-2 3 0,0 3-35,22 10 4,-14 2-77,15 2 33,-28 2-28,7 2-11,-24 0 39,-11 3 67,-16 4-17,-14 4 17,-18 4 1,-11 0-7,-5 1 40,5-3-6,10-2 23,16-4 33,12-3-17,10-3 6,7-1-28,8-3-22,12-3 5,15-7-16,12-3-12,9-3 0,2 1-28,-4 1-72,-9 5-303,-13 3-1009,-13 4-6289,-10 3 7690,-9 2 0,0 0 0,-2 0 0</inkml:trace>
  <inkml:trace contextRef="#ctx0" brushRef="#br0" timeOffset="118818">16405 14545 21567,'0'-9'4146,"0"2"-3379,0 7-459,0-61-213,0 46-56,0-38 29,-3 71-24,-1 17-66,-3 15-40,3-19 1,0 1-222,0 3 0,0 1-723,1 1 1,0 1 326,1 2 1,0-2 0,0 4-1,2-7 1</inkml:trace>
  <inkml:trace contextRef="#ctx0" brushRef="#br0" timeOffset="119041">16851 14542 23791,'0'-6'3367,"0"1"-2824,0 5-543,7 8-23,-1 8-245,13 39-365,-7 0-11,-4-14 0,-2-2-432,-1 11-7163,-7 9 8239,-1-31 0,-1 2 0,2-22 0</inkml:trace>
  <inkml:trace contextRef="#ctx0" brushRef="#br0" timeOffset="119241">16678 14691 26156,'49'-25'31,"-1"1"0,0-1 1,-4 3-1,0 0 0,-4 7 147,-4 9 1,-2 4-616,23-2-1065,-17 2 1502,-15 3 0,-13 0 0,-8 0 0</inkml:trace>
  <inkml:trace contextRef="#ctx0" brushRef="#br0" timeOffset="120741">17594 14541 26306,'-9'-58'359,"-8"24"-275,-18 73-59,16-14 0,0 2-8,1 2 0,2 2-17,2-1 0,4 1 5,0 25-5,10-16-11,25 5 22,4-21-22,18 3 62,-3-17 89,-2-17 95,-6-13 112,-8-19-78,-10-12-107,-7-8-33,-9-1-67,-8 6-51,-6 14-84,-7 15-252,-7 13-677,-3 12-2885,-4 9 3887,5 4 0,11-1 0,8-5 0</inkml:trace>
  <inkml:trace contextRef="#ctx0" brushRef="#br0" timeOffset="121258">16911 14640 22335,'-7'-44'956,"0"-1"0,0 5 0,2 5-357,7 8-134,2 6-146,0 6-151,0 5-117,-1 6-1,-2 5-5,0 8-11,0 9-29,0 11-61,0 12-39,-2-5-328,0-3 0,-1 1-832,-2 14 199,1-14 1,-1-1-2732,-3 13 2939,-1-9 0,3-19 0,1-5 0</inkml:trace>
  <inkml:trace contextRef="#ctx0" brushRef="#br0" timeOffset="121508">16765 14704 25444,'-27'-40'1064,"21"6"-829,56 23-137,-19 6 0,2 0-620,2 0 0,0 0 583,-2 0 1,0 0 33,25-4 326,-14 2-404,-13 2 80,-11 2-618,-12 1-1412,-4 2 1933,-3 4 0,-1-3 0,0 4 0</inkml:trace>
  <inkml:trace contextRef="#ctx0" brushRef="#br0" timeOffset="123050">13386 849 8086,'0'-5'-762,"0"1"762,0 4 0,0 0 0</inkml:trace>
  <inkml:trace contextRef="#ctx0" brushRef="#br0" timeOffset="138276">18259 14476 24598,'42'-22'-465,"1"0"0,-2 2 0,-1 6-3618,20 14-1400,-13 4 5483,-2 3 0,-29-4 0,-2 1 0</inkml:trace>
  <inkml:trace contextRef="#ctx0" brushRef="#br0" timeOffset="138433">18292 14647 19451,'-6'1'5192,"2"1"-3797,4-2-1530,24-13-784,19 3-1565,-9 0 0,3 1 1870,0 2 0,-3 3 0,10-2 0,-20 4 1</inkml:trace>
  <inkml:trace contextRef="#ctx0" brushRef="#br0" timeOffset="138616">18979 14340 24648,'-2'-3'3406,"0"0"-2789,2 3-617,-9 67-539,6-9-584,-3-8 1,-1 1 1122,3-10 0,1-6 0,-2-4 0,0-2 0</inkml:trace>
  <inkml:trace contextRef="#ctx0" brushRef="#br0" timeOffset="147792">14630 15778 25405,'30'-51'554,"-4"20"-419,-20 66-79,-3-2 28,-8 14-40,-4-7-16,-6 7 6,1-4 28,5-16 139,3-7-38,5-15 296,3-10-274,4-11-17,6-13-23,5-12-50,5-9-55,-4 9 21,6-11-5,3 10-39,-2 6-39,3 7 44,-8 19-11,-6 5-44,14 9 33,-12 1-51,25 16-44,-16 2-140,9 15 11,-15-9-616,-6 13-936,-9-9-5724,2 15 7500,-3-16 0,0-7 0,-1-17 0</inkml:trace>
  <inkml:trace contextRef="#ctx0" brushRef="#br0" timeOffset="148149">15396 15756 20364,'0'-3'4956,"0"0"-3107,0 3-1704,-30-38-44,12 30-84,-21-28 67,9 49-67,11 1-23,-8 9 23,14-2-11,7 1-6,14 0 5,2-4 12,29 11-34,-3-5 8,-9-6 1,1 0-36,20 15 44,-7-2 28,-13-4-23,-13-5-16,-16-4-6,-16-1-11,-13-3-78,-10-3-443,-4-3-1288,4-9 1837,8-10 0,16 4 0,7-4 0</inkml:trace>
  <inkml:trace contextRef="#ctx0" brushRef="#br0" timeOffset="148400">15756 15781 26458,'50'-21'-693,"0"0"0,-3 2 0,-4 5-634,0 12-8504,5 4 7373,-29-1 0,2 1 1,-18-1-1</inkml:trace>
  <inkml:trace contextRef="#ctx0" brushRef="#br0" timeOffset="148559">15916 15879 19977,'-6'3'5198,"2"-1"-3249,4-2-1910,3 10-268,27-14-1110,12 7 1339,-5-9 0,0-2 0,3 1 0,-4 2 0</inkml:trace>
  <inkml:trace contextRef="#ctx0" brushRef="#br0" timeOffset="150109">16686 15841 19904,'0'-7'4291,"0"2"-3927,4-29 0,0-4-101,0 14-73,2-19 1,1 3 16,-2 29-100,2 4-1,-1 14 29,1 14-51,-3 15-56,-1-1 22,-3 16-33,-5 7-34,0 1-8,1-26 0,0-2 25,2 8 11,0-13 168,2-8 140,0-14-67,1-8-17,2-13-22,1-15-123,0 1 83,0-18-27,1-10-45,0-2-71,-3 27 1,1 2 42,1-8-50,-1 17 5,-2 11-34,0 14-5,-1 9-6,0 13 28,0 13-50,0 10-45,0 5-185,1 1-543,3-1-1160,3-4-3578,4-3 4973,-1-9 1,-3-15 0,-4-11 0</inkml:trace>
  <inkml:trace contextRef="#ctx0" brushRef="#br0" timeOffset="150333">17277 15665 27197,'3'44'28,"2"2"-151,2 2-393,4 3-1198,2 1-3870,3-4 5584,-4-9 0,-4-17 0,-4-11 0</inkml:trace>
  <inkml:trace contextRef="#ctx0" brushRef="#br0" timeOffset="150566">17134 15919 26211,'41'-23'99,"0"0"0,1 2 0,1 5-77,3 11 1,0 3-342,-6-1 1,-1 0 332,-5 1 0,-3 0 191,18-1-406,-14 2-1401,-14 0 1602,-9 1 0,-9 0 0,-1 0 0</inkml:trace>
  <inkml:trace contextRef="#ctx0" brushRef="#br0" timeOffset="160792">18112 15645 15395,'0'-6'7747,"1"0"-7112,3-25 1,2-6 109,-1 9-462,1-13 0,0 3 126,-2 21-163,-1 8-151,-2 4-55,0 8 94,-3 11 17,-4 17-33,-6 18-85,3-18 1,-2 1-190,-1 2 1,0 2 157,0-1 1,1 1-34,2-2 1,2 0-82,2 29-303,17-7-829,17-9-148,-6-26 1,3-2 1391,10 0 0,-1-3 0,5 2 0,0-5 0</inkml:trace>
  <inkml:trace contextRef="#ctx0" brushRef="#br0" timeOffset="161016">18676 15622 27746,'5'-7'274,"-1"17"-263,-8 51-92,2-28 0,0 1-808,-1 1 1,0 1-1106,2-1 0,0-1 1050,4 22 0,-1-23 0,2-16 0</inkml:trace>
  <inkml:trace contextRef="#ctx0" brushRef="#br0" timeOffset="163175">19184 15778 19462,'-48'5'1557,"0"-1"0,7 1 0,8-2-868,15-2-297,19-1-61,16-5-68,17-2-67,11-3-22,5 1-40,0 0-56,-6 2 6,-6 1-28,-10 1-39,-7 2 17,-11 1 95,-5 1-23,-3 1 101,-2 0-212,-3 0-135,0 0-471,-2 1-1999,2 2 2610,4 3 0,0-3 0,1 0 0</inkml:trace>
  <inkml:trace contextRef="#ctx0" brushRef="#br0" timeOffset="163859">19682 15687 16432,'0'-3'6861,"0"0"-4480,0 3-2314,-5-23 84,-2 26 45,-9-8-34,-5 38-66,-6 8-40,-2 3-17,7-1-28,8-6 17,16-7 0,11-7 22,13-9 23,10-6 0,6-12 145,6-15-117,-17 1 151,0-18 67,-21 9-55,-3-9-91,-12 2-66,-8 5-51,-9 3-6,-3 6-50,1 6-50,2 6-163,8 5-543,3 1-1485,5 7 2241,4 5 0,0-4 0,2 4 0</inkml:trace>
  <inkml:trace contextRef="#ctx0" brushRef="#br0" timeOffset="164100">19990 15531 28345,'28'30'5,"-11"-14"-55,4 22 0,1 7-149,-10-14 0,0 1-370,1 7 1,-2 3-2121,-8 5 1,-4-2 1941,-2-12 1,-2-2-1,-9 18 1,3-33 0</inkml:trace>
  <inkml:trace contextRef="#ctx0" brushRef="#br0" timeOffset="164359">20402 15553 26461,'25'50'-4,"0"1"0,-1 2 1,-8-4-406,-16 0-1030,-3 10-2830,0-7 4269,0-14 0,1-17 0,1-12 0</inkml:trace>
  <inkml:trace contextRef="#ctx0" brushRef="#br0" timeOffset="164566">20357 15855 26704,'36'-26'-105,"0"-1"1,-8 3-1,0 5-234,8 15 1,2 5-836,-3-3 1,0-1-821,-1 1 0,0-1 862,4-2 0,-4-1 0,-4 1 0,-7-1 0</inkml:trace>
  <inkml:trace contextRef="#ctx0" brushRef="#br0" timeOffset="164742">20874 15602 28490,'0'-41'73,"0"17"-62,1 58-22,2 12-48,-1-11 1,0 2-1343,1 1 1,-1-1 173,0 27 1227,-1-19 0,0-4 0,-1-10 0,0 13 0</inkml:trace>
  <inkml:trace contextRef="#ctx0" brushRef="#br0" timeOffset="172766">15789 16742 18369,'-9'0'3277,"1"0"-2880,8 0-284,0 0-130,60-36-269,-16 22-665,3-6 0,1 2-2561,12 13 3512,-7 9 0,-24-2 0,-10 3 0</inkml:trace>
  <inkml:trace contextRef="#ctx0" brushRef="#br0" timeOffset="172916">15763 16901 14729,'-5'2'6945,"2"-1"-4531,3-1-4531,84-29 2117,-50 20 0,1 0 0,15-8 0,-3 2 0,0 4 0</inkml:trace>
  <inkml:trace contextRef="#ctx0" brushRef="#br0" timeOffset="173466">16197 16585 24374,'-32'-21'165,"-1"-1"0,-18-13 756,48 35-899,1 0 299,7 1-293,9 2 164,19 5-186,19 6 8,-13-2 0,1 1-17,-7 1 0,-2 2 114,2 3 1,-4 2-124,-6 11-128,-18 11-313,-23-6-886,-14 9 678,1-17 1,0-2 0,-1 0 0,-7 3 0</inkml:trace>
  <inkml:trace contextRef="#ctx0" brushRef="#br0" timeOffset="175399">17186 16720 11306,'0'-8'6296,"0"1"-3837,0 7 1484,0 0-3562,11-43-135,-1 26-128,14-35-68,2 36-16,9 0-40,9 4 1,5 5 5,0 5-34,-5 11 6,-8 8 6,-10 14-1,-12 8 12,-15 8-34,-15 1 29,-12-1 38,-7-6-22,0-7 28,2-8 39,4-7 62,4-7 134,4-6 68,3-6-56,6-5-102,3-4-72,5-1-84,7 1-34,8 3 28,11 2-28,13 8 6,10 5-17,5 10-28,-3 7 56,-11 5-5,-15 3 10,-22-1 1,-22-3-197,-22-2-571,15-16 0,-1 0-1792,-4-1 0,1-1 2554,-25 6 0,22-8 0,18-4 0</inkml:trace>
  <inkml:trace contextRef="#ctx0" brushRef="#br0" timeOffset="188301">14683 17527 25427,'-1'-52'359,"-8"12"-354,-10 43 23,-23 14-22,15 0-40,-10 10 40,17-4-23,6 1-56,6 0 6,4 1 11,2 3 0,3 2-34,5 2 74,8 0-12,10-1-113,10-3-16,6-3 28,1-4 40,-7-3 44,-14-3 45,-19-1 39,-22 0 0,-18 0-16,-12-1-34,-2-5-163,7-5-576,12-4-1995,13-8-795,11 0 3540,6-6 0,4 9 0,0 1 0</inkml:trace>
  <inkml:trace contextRef="#ctx0" brushRef="#br0" timeOffset="188525">15079 17556 21623,'0'-3'4448,"0"1"-3137,0 2-1295,-16-34 24,12 36-7,-12-13-72,17 52-62,4 14-92,-2-23 0,2 0-402,1 1 1,0-1-227,1 0 0,0 0-1873,7 26-3523,-3-7 6217,-5-13 0,-3-16 0,-3-12 0</inkml:trace>
  <inkml:trace contextRef="#ctx0" brushRef="#br0" timeOffset="189051">15049 17884 16185,'-3'-4'7500,"0"0"-5416,3 4-2079,-34-61-66,43 41-15,-11-15 1,4 3-189,58 24 45,-24 4 1,2 2-51,1 0 0,-1 1 6,0 1 0,-2-1-45,26 0 258,-15-1 139,-15-2 197,-14-2 184,-11 1 85,-4 0-96,-5 3-162,-5 5 22,-7 5-11,-7 7-145,-3 5-113,6-4 1,4 5-63,9-10 24,10 3-12,9-7-12,14-4 35,7-7-6,3-6 61,-2-10 23,-6-7 78,-11-5 151,-8-3-16,-13 1-23,-8 5-72,-10 7-91,-4 6-21,-6 8-51,-1 4-6,0 9-39,3 5-44,2 13 44,8 10-33,7 9-107,17 7-196,13 4 42,-1-26 0,2 0-624,5 0 1,3 0 270,5-1 0,3-1-577,5-2 1,2-3-667,1-3 0,2-3-3037,6-5 1,-2-4 3286,11-2 0,-11-5 1,-42 0-1</inkml:trace>
  <inkml:trace contextRef="#ctx0" brushRef="#br0" timeOffset="189500">16022 17901 21002,'-7'-45'1702,"0"0"1,1 1 0,1 10-947,3 21-201,2 1-141,-1 7-352,1 14 72,0 8-55,0 17-46,0 13-38,0 9-1703,-1-16 1,0 0 1674,1 15-99,-1-16 0,0-1 127,1 6-23,1 7 0,-1-14 11,-1-12 34,-2-14 3264,-2-11-3292,-1-14 357,-3-12-346,3-15 28,2 5 0,2-3-3,4 0 0,1-1-426,-1-1 1,1 0 416,5-4 1,2 2-17,-3 11 0,1 1 22,1-5 1,1 1-26,1 4 1,0 2 13,9-9 0,0 11-33,6 16-1,2 8 23,11 8-45,11 17 29,-10 6 839,-6 6-862,-16 4-6,-13-7-33,-12 7-124,-26 3-100,-11-13 61,-5-3-571,-5-12-874,13-10-8145,-5-7 7527,20-1 0,10-3 0,15 6 0</inkml:trace>
  <inkml:trace contextRef="#ctx0" brushRef="#br0" timeOffset="189725">16596 17828 26267,'58'-21'-1639,"1"0"1,-13 3-1,-4 4 1,18 3 0,-37 7-1</inkml:trace>
  <inkml:trace contextRef="#ctx0" brushRef="#br0" timeOffset="190217">17156 17665 25942,'26'-35'39,"-1"1"1,0 2-1,2 9-11,17 20-62,1 4-5,-7 6-56,-7 5-39,-10 7-12,-8 4-16,-8 3 89,-13 2 101,-9 0-6,-10-1 1,-8-2 16,2-5 22,1-5 85,7-5-34,9-4 358,5-3-162,8-3-61,1 0-57,6-2-72,5 0-73,3-1-6,11 2-6,12 1-16,1 6-22,9 5 16,-14 8-34,-5 4-49,-11 2-85,-9-2-291,-15-2-415,-11-2-660,-16-3-1368,-12-2-33,5-5 2846,9-5-1,3 0 1,7-2 0,-10 0 0</inkml:trace>
  <inkml:trace contextRef="#ctx0" brushRef="#br0" timeOffset="190551">14824 18171 23411,'46'5'399,"0"1"1,0-1 0,5 0 0,1 0 0,1-1-361,3 0 1,2-1-1,2-1-1224,-10 0 0,2 0 1,0-1-1,2 0 1196,3 0 0,1 0 1,1-1-1,0 1-13,2-1 1,1 0 0,0 1 0,0-1-1,1 0 1,1 0-1,-1 1 1,0-1-387,0 0 1,-1 0-1,0 0 1,0 0 340,-2 0 1,0 0 0,-1 0 0,-1 0-69,-4 0 0,-1 0 0,-2-1 0,0 1-157,7-1 0,-1 0 0,-4-1-2224,10-1 1,-7 0 2495,-19 0 0,-5-1 0,-1 0 0,-21 1 0</inkml:trace>
  <inkml:trace contextRef="#ctx0" brushRef="#br0" timeOffset="191992">18428 17751 19725,'-2'-8'5595,"0"2"-5180,-7-27 0,0-6 122,4 13-375,-5-15 1,2 4-23,10 26-84,6 6-28,9 7-28,15 10 0,11 12-39,6 13-12,-24-14 1,-3 2-37,-3 1 0,-4 1-142,2 28 83,-24-4 135,-18-9 5,-15-10 62,-2-15 40,5-11-18,12-15 45,14-12-33,15-14-23,16-8-22,15-2-48,-11 23 0,1 1-160,2 2 1,2 2 39,2 1 0,1 2-412,3 3 1,1 1-1282,4 2 1,0 2 1156,8 0 0,-2 2 1,6-1-1,-5 2 1</inkml:trace>
  <inkml:trace contextRef="#ctx0" brushRef="#br0" timeOffset="192192">19285 17648 22179,'-7'0'3965,"2"0"-3360,5 0-1036,38-54-858,9 40-941,-7-14 1,3 3 2229,-2 24 0,-2 6 0,5-3 0,-12 2 0</inkml:trace>
  <inkml:trace contextRef="#ctx0" brushRef="#br0" timeOffset="192359">19262 17838 24885,'61'-18'-1093,"0"1"1,-1 0 0,-16 4 0,-2 0-1,-5 3 1,1 0 0,-10 3 0,-16 4-1</inkml:trace>
  <inkml:trace contextRef="#ctx0" brushRef="#br0" timeOffset="192750">20046 17556 22285,'-4'-1'3305,"1"1"-2107,3 0-1125,17-63-56,-4 45-1,6-16 1,3 4 0,16 29-17,12 7-34,3 16-33,-16 9 45,-9 4-17,-21 10 22,-19-3 56,-16 15-45,-3-23 1,-6-2-324,4-5 1,-1-2 330,-5 3 1,1-4 3,-5 3 56,16-2 55,24-13 85,35 0-96,21-8-109,-7-5 1,2-2-249,-9 0 1,1-1-226,15-2 0,1-1-3134,-10 0 0,-1 0 3610,5 0 0,-4 0 0,12-3 0,-30 5 0</inkml:trace>
  <inkml:trace contextRef="#ctx0" brushRef="#br0" timeOffset="194200">20879 17652 22974,'0'-6'3058,"0"1"-2459,0 5-666,19-47-275,-11 39-756,15-30-3383,-16 55 4481,-1 4 0,-2-5 0,-3-6 0</inkml:trace>
  <inkml:trace contextRef="#ctx0" brushRef="#br0" timeOffset="194376">21040 17956 26511,'-26'44'-122,"0"0"0,1 1 0,0-4 0,0 0 0,3-4-1900,0-3 0,1-4 1133,1-2 1,0-3 0,-6 7 0,10-15 0</inkml:trace>
  <inkml:trace contextRef="#ctx0" brushRef="#br0" timeOffset="195100">21550 17694 22520,'1'-3'3193,"1"1"-2818,-2 2-319,13-14-28,-9 16-11,9-8 28,-12 22-23,-4-1 0,-3-1 40,-5-6 33,-4-5 51,0-9-1,1-7 57,1-12 28,6-12-107,7-9-22,12-6-12,10 5-50,9 11-16,2 16-12,2 11 6,3 15-34,2 10 6,0 16 33,-8 12-288,-12 11 232,-23 6 17,-8-28 1,-5-1-68,-8 2 0,-5-1-446,-4-1 1,-3-1 506,-2-2 1,-1-2 36,4-3 0,0-4 110,-22 6 21,21-15-16,17-18-11,17-7 178,15-9-240,12 1 883,12 4-950,8 5 16,8 6-106,6 6-884,4 6 433,-31-2 1,1 1-1270,1 0 1,1 1 1184,2-1 0,-1-1 1,3 1-1,-4-2 0</inkml:trace>
  <inkml:trace contextRef="#ctx0" brushRef="#br0" timeOffset="195376">22552 17499 23220,'0'-4'3462,"0"0"-2858,0 4-408,-72-8-89,33 25-99,-11-9 1,0 4 16,23 11 0,5 4-34,-3 1 1,2 1-17,3 0 0,1 1 13,3 3 1,2-1 62,-1 18-51,8-9-28,17-15 11,12-15-39,16-2-151,17-7-339,-10-5 0,3-2-611,-2 0 0,0 0-460,0-1 1,1 0 1616,6-3 0,-7 1 0,-12 2 0,16-4 0</inkml:trace>
  <inkml:trace contextRef="#ctx0" brushRef="#br0" timeOffset="197809">23389 17354 24715,'28'-5'1115,"-9"0"-980,-28 4-62,-10-1-17,-12 0 0,-11 1-6,-6 4-33,0 3 11,9 4 17,12 5-17,9 1 61,8 1 29,2 2 11,4 3 5,-1 3-16,0 2-1,0 1-33,0-3-11,-1-2-17,2-3-67,1-3 50,2-3 23,1-6 55,0-3 118,1-3-33,2-6-56,2-4-51,2-5-28,1-3 34,1 1-73,0 1 0,3 3 17,2 5-85,8 2 40,7 7 34,10 6-51,4 11-33,5 18 16,-17-7-16,-3 18-12,-24-13-44,-13 8-6,-17-4-34,-3-17 1,-2-3-7,-14 5-52,11-9 0,0-4-463,-4-4-481,-4-7-1210,12-14-7473,12-29 9346,12 3 1,4 1 0,3 20 0</inkml:trace>
  <inkml:trace contextRef="#ctx0" brushRef="#br0" timeOffset="197959">23205 17482 10948,'4'-3'9690,"-1"0"-8049,-3 3-157,64-38-1209,-41 25-121,16-10 0,0 0-70,-18 14-930,16-2-6004,-1 5 6850,3 1 0,-18 4 0,-8 0 0</inkml:trace>
  <inkml:trace contextRef="#ctx0" brushRef="#br0" timeOffset="198316">23876 17572 27494,'-21'48'35,"1"1"0,3-4 1,9-6-36,21-8 17,18 1 16,0-14 1,13-2 112,14-17-68,-6-14 6,0-5 62,-2-15-23,-11 3-28,6-11-39,0-1-28,-11 14-62,-4 8-240,-4 15-740,-4 11-2290,4 6 3304,-4 11 0,-10-8 0,-5 0 0</inkml:trace>
  <inkml:trace contextRef="#ctx0" brushRef="#br0" timeOffset="200950">21697 287 18405,'4'-6'4788,"-1"2"-3745,-3 4 703,0 0-1898,11-16-7,-8 12 103,9-6 78,-7 28-265,-1 9-94,4 15 247,-4-7 158,2 18-12,-1 0-214,-1-19 1,0 4 157,0 12 0,1 3-477,-1-5 0,0-1 485,0 1 1,0 0-1,-2 2 0,1 0-5,-1-7 0,0 2 4,0 0 1,0 3-1,0 0-2,0-5 1,0-1 0,0 1-949,0 8 0,1 1 0,0-3 948,0 2 1,-1-1-2,1-8 0,-1 2 0,1-1-205,0 12 1,1 2 205,1 1 1,0 5 0,0-1-12,-1-7 0,1-1 1,-1 1-437,1-6 0,-1 1 1,1 0-1,-1-4 446,0-1 0,0-4 0,0 1 3,0 11 1,1 1-1,0-2-137,0-7 1,-1-1-1,1 2 147,0 9 0,1 3 0,1 2-31,-2-6 1,1 2-1,0 1 1,0-5 14,0-1 1,-1-3 0,1 4 1,-1-2 0,1 5 1,-1 2-1,1-3 1,-1-7-211,1 14 1,0-2 200,-2-6 0,2 7 1,-1 1-1,-1-4 2,1-4 1,-2-4-1,1 5 15,-1 5 1,0 5-1,1 1 1,-1-2-3,-1-8 1,0-1 0,0-1 0,-1 3 54,1-5 0,-1 1 0,0 2 0,0-3 0,0-3-57,0 9 1,-1-4 0,-1 2-6,1-6 1,-1 1 0,-1 2 0,1-1-132,-2 3 1,0-1-1,-1 1 1,1 1 142,-1 1 0,0 0 0,0 1 0,0 1-11,-1-7 0,1 2 1,-1 0-1,0 0 0,1-2-3,-2 5 0,1-2 0,0-1 0,0-2 0,-1 5 0,1-2 0,0 1 20,1-7 1,0 1-1,0 1 1,0 0-20,1 1 0,1 0 1,0 0-1,0 1-3,0 0 1,0 1 0,0 0 0,1 1 25,-1 7 0,0 1 1,1 0-1,1-2-17,0-9 0,1-2 0,0-1 0,0-1-7,0 4 0,0-1 0,1 0 4,0 9 0,1 1 0,0 1-6,0-14 1,-1 1-1,0 0 1,0 0 2,0 1 1,-1 0-1,1 0 1,-1 2 2,1 6 0,-1 2 0,0-1 0,-1-2-6,0 8 0,-2-3 1,0 1 171,-1 1 1,0 0-1,0-3-167,-1-12 1,1-1 0,-1 2 7,0 1 0,-1 5 1,0-1-1,0-4 11,1 0 1,1-4-1,-1 3-14,1 2 1,-1 2-1,0 1 1,1-2-7,0 4 0,1-1 0,1-1 320,-1-1 0,1 1 1,1-3-318,-1 8 1,1 2-19,2-6 0,0 4 0,1-4 7,1 3 1,1 0 10,0-4 1,0 4-1,1-3 2,-1-10 1,0-2 0,1 0 0,1 21 1,0-2-4,-2-15 1,0 1 23,-1-4 1,-1 3 0,1-3 108,-2 3 0,1 0-131,0-3 1,0 2-1,0-1 4,1 9 1,0-2-18,1-1 1,0-2-1,0-11 0,0-1 14,4 16 1,0-3 8,1 1 5,2 3 1,0 1 1033,5 6-1045,-4-18 0,0 1-5,-1-9 0,0-1 743,1-1 1,0 0-745,1-1 1,1 0-3,-1-2 0,2 0-1,-1 0 1,2-1 5,-1-1 1,1-1 2,0 1 0,0 0-5,0 0 0,0 0 2,0 0 0,1 1 0,0-1 1,1 1 476,0-1 0,2 0-479,-1 0 0,2 0-9,-1 0 0,1 1 11,0-1 1,1 0 7,1 1 1,0-1 0,1 1 0,0-1 2,1 0 1,0-1 2,-1 2 1,1-1 2,-2 1 0,0 0-3,-1 0 1,-1 1-4,-1 0 1,-1 1 5,-1 0 1,-1 1-7,0-1 1,-2 1-9,0 1 0,-2-1 3,0 0 0,-1 0 6,-2 0 0,0-1-9,5 17 22,2 10-33,-3 2 12,-3-9 10,0 7 23,-8-20 0,-1 0-1,-1 23-30,-2-12 0,-2 2 187,-3-13 1,-1-1-177,-3 2 1,-2 1-1,-1 0 0,0 0 6,-2 0 0,1 0-17,0 0 0,-1-1-6,2 0 0,-1 1 3,1-1 1,0 0-4,0 1 1,0 0 2,1 0 0,-1 1 8,1-1 1,-1 1-9,1 1 1,-1-1-1,0 0 0,0 1-3,0-1 1,-1-1-1,0 1 1,0-2-7,3-9 1,0 1-14,-5 12 0,0 0 28,-3 17-20,3-18 0,1 2-3,3-10 1,0-1 219,0 0 1,0 1-213,-1-1 1,-1 0-9,0 0 1,-1 0 13,-1 2 1,0-1 65,-10 19-76,9-14 0,-2 7 0,3-7-122,-4 12 132,-1 7 1,4 0 2,11-15 540,1 11-551,4-2-17,6-2 22,4 0-16,6-3 273,3-1-273,5-3 22,4-3 0,4-5-11,5-4 28,4-6-17,4-2-22,4-3-11,-1 0-6,1 1 22,-2 3 0,-2 3 6,-2 2 17,-10-6 0,18 8-17,-13-11 124,-9-5 1,1-1-125,26 6 0,-25-10 0,0-1 0,4-1 0,0 0 14,1-1 0,1 0-6,1 0 0,0 0-2,1 0 0,-1 1 10,1-1 1,0 1-176,-1 0 1,0 1 155,-1 0 0,0 1 3,-2 0 0,0 1 0,-3 1 0,0 0 0,-2 0 0,-1 1 0,25 16 0,-1 1 0,-2 4-6,-24-16 1,-1 1 24,0 2 1,-1 0-3,2 1 0,-1 1-17,0 0 0,-1 1 25,0-1 0,-1 1-25,-2 0 0,0-1 51,19 22 5,-4 2-79,-3 1-144,0 0 167,-1 0 22,-2-3-16,1-3-34,0-1 67,-2 0-45,-1 0-27,-3-1 33,-4 2-23,-5 1 223,-5 0-205,-5-1 485,-5 0-463,-6 0-28,-4 1 11,-4 4-34,-2 4 17,-2 7 25,6-25 1,1 2-363,-1 3 0,0 2 357,-1 4 0,-1 1-14,0 2 0,-1 2-9,0 1 0,1 0 31,0-4 1,2 0-68,0-6 0,1-1-269,2-5 0,2-2-5752,-5 20 6077,4-11 0,3-17 0,1-13 0</inkml:trace>
  <inkml:trace contextRef="#ctx0" brushRef="#br0" timeOffset="204475">22582 817 32767,'0'-4'0,"0"1"0,0 3 0,-42-47-559,23 35 224,-10-14 0,-3 7-268,-3 31 104,4 2-1844,2 8 1812,20 0 363,5-3-57,4 8 198,5-1-69,7 19 62,3-5 28,7 9-5,-5-18-17,8 1 23,-2-12 16,4-1 28,-5-5 28,-10-8-39,-11-3-22,-7-2-12,-20-1-44,-27 5-85,-2 0-33,21-1 0,3 0-464,-7 1 43,16-2-3192,11-1 2933,8-4 0,2 1 0,1 0 0</inkml:trace>
  <inkml:trace contextRef="#ctx0" brushRef="#br0" timeOffset="205075">22930 849 26928,'20'-25'-320,"0"-1"1,5 3 0,3 6-740,11 11 1,2 6-3858,6-1 1,-1 1 4693,-4 1 0,-3 1 1,12 0-1,-25 2 1</inkml:trace>
  <inkml:trace contextRef="#ctx0" brushRef="#br0" timeOffset="205225">23054 1044 26351,'55'-23'-417,"0"0"1,-6 3 0,-6 4-1,-7 9 1,-15 4 0</inkml:trace>
  <inkml:trace contextRef="#ctx0" brushRef="#br0" timeOffset="209676">24114 899 32767,'2'-47'0,"0"0"0,0 0 0,1-8 0,-1 8 0,-1 10 0,-1 30 0,0 4 0,2 19-545,4 35 208,-3-20 1,0 1-795,1 5 1,-1 0 618,2 6 1,0-1-474,0-4 0,2 1-1289,3 8 0,1 1 2194,4 1 0,0-3 0,3 5 0,0-12 1</inkml:trace>
  <inkml:trace contextRef="#ctx0" brushRef="#br0" timeOffset="209883">24640 870 26099,'8'-3'-50,"-1"0"-432,2 65-991,1-6-213,-3-20 0,2 0 1686,2 2 0,-1-4 0,2 5 0,-1-7 0</inkml:trace>
  <inkml:trace contextRef="#ctx0" brushRef="#br0" timeOffset="210092">24594 1083 21948,'-41'-19'939,"1"1"0,1 2 1,11 1-559,22 9-247,34-5-128,23 2-20,-6 3 0,3 0-215,-9 2 1,1 1 51,13-1 1,2 1-1118,0 0 0,0-1-1084,-2 1 1,0 0 1771,-2-1 0,-5 0 1,-6 1-1,-22 0 1</inkml:trace>
  <inkml:trace contextRef="#ctx0" brushRef="#br0" timeOffset="210292">25415 693 21355,'-4'-9'4128,"1"1"-3719,3 8 526,0 0-873,-9 75-68,10-30-53,-5 1 1,1 3-1575,7-8 0,1-5-5766,-1 5 6720,-1-5 1,0-3 0,-2-13 0,1-1-1</inkml:trace>
  <inkml:trace contextRef="#ctx0" brushRef="#br0" timeOffset="212325">25934 840 32767,'33'-30'-2086,"1"1"1,1 3 0,2 7-736,-1 15 0,1 5 1923,5 1 1,-3 0 0,8-1 0,-10 2-1</inkml:trace>
  <inkml:trace contextRef="#ctx0" brushRef="#br0" timeOffset="212476">26060 974 16958,'-4'1'5792,"0"0"-5047,4-1-1647,19-6-3596,22-5 4498,15-4 0,-13 4 0,-14 5 0</inkml:trace>
  <inkml:trace contextRef="#ctx0" brushRef="#br0" timeOffset="212842">26602 759 25875,'10'-49'91,"1"1"1,1 5 0,7 9-132,34 24 7,4 13 27,-5 13-27,-14 17-1,-16 13 6,-15 9-771,-19 5 805,0-30 0,-4 0-1,-5-1 1,-2 0 2,-3-1 1,-1-2 7,2-3 1,1-2 255,-13 12-249,17-14 163,18-10-141,21-6-51,22-10-117,-8 2 0,2-1-477,10-4 1,2 0-4029,8-1 1,0 1 4627,-4 1 0,-3 1 0,-14 3 0,-4 0 0,5 1 0</inkml:trace>
  <inkml:trace contextRef="#ctx0" brushRef="#br0" timeOffset="221708">22294 2327 26144,'4'-48'412,"1"0"1,-2 5 0,1 9-279,0 21-84,-2 6-33,-1 8 17,2 9-12,2 11 6,1 14-5,-1 10-23,-3 4 0,-5 1 5,-2-5 12,-3-8 17,0-11 22,4-9 112,0-10 78,4-6-84,0-9-100,3-9-12,3-15-27,2 0 13,2 0 1,2-2-21,11-15-147,-6 14 0,2 2 159,16-11-11,-3 14-17,-2 13 0,0 9-23,1 9 1,5 11-29,7 9-173,5 15-234,-23-15 0,-2 3-304,0 2 1,-2 2-964,-3 0 0,-3 1 1725,-3 3 0,-3-2 0,0 3 0,-5-6 0</inkml:trace>
  <inkml:trace contextRef="#ctx0" brushRef="#br0" timeOffset="222058">23161 2162 21691,'0'-5'3983,"0"2"-3155,0 3-632,-61-39-89,31 31-85,-8-11 1,1 5-23,15 25 5,11 7 1,5 4 5,10 2 17,11 12-17,1-11 0,18 17-22,-2-9-236,10 9 241,1 1-22,-6-5 17,-9-6 34,-11-7-7,-12-7 18,-13-4-28,-11-2-57,-13-6-66,-9-2-11,-8-6-780,1-5-1383,5-7 1443,11-6 0,16 8 0,8 2 0</inkml:trace>
  <inkml:trace contextRef="#ctx0" brushRef="#br0" timeOffset="222334">23571 2186 24665,'46'-10'-1115,"0"0"0,1 0 1,7-4-1,-9 4 1,-23 9-1</inkml:trace>
  <inkml:trace contextRef="#ctx0" brushRef="#br0" timeOffset="222500">23717 2389 23601,'-4'1'3702,"1"1"-2862,3-2-2038,80-41 254,-50 30 1,0 1-1,16-13 1,-2 2 0,-3 10-1</inkml:trace>
  <inkml:trace contextRef="#ctx0" brushRef="#br0" timeOffset="230517">24308 2256 13502,'0'-3'6845,"0"0"-2393,0 3-4278,11-69-34,8 42-73,-2-13 0,3 3 12,25 25-34,5 5-17,-1 8-11,-3 10-23,-8 9-56,-10 10 23,-13 7 28,-18 4 5,-14 1 29,-14-2 10,-7-7 29,1-7 112,8-10 140,9-8-18,10-5-100,6-4-84,4-3-56,0-1-33,3 1-1,4 2 1,7 4-23,8 5 5,10 8 1,4 9-23,1 7-5,-4 3-29,-12 1 29,-13-3-12,-20-5-195,-17-4-567,-17-4-2340,-9-4 2288,6-6 0,19-4 0,15-4 0</inkml:trace>
  <inkml:trace contextRef="#ctx0" brushRef="#br0" timeOffset="232225">25156 2328 22324,'0'-8'3982,"0"1"-3472,0 7-269,0 0-230,1-39 28,0 45-56,4-21 17,0 59-44,4 8-236,0 6-644,1-1-1356,-1-3-3820,-3-10 5882,-3-13 0,-2-15 0,-1-9 1</inkml:trace>
  <inkml:trace contextRef="#ctx0" brushRef="#br0" timeOffset="232425">25130 2490 19227,'-3'-2'5550,"1"0"-3186,2 2-2280,-18-32-56,30 22-6,-3-25 1,37 33-96,8 0-605,4 2-4964,1 1 5642,-10-1 0,-18 1 0,-15 0 0</inkml:trace>
  <inkml:trace contextRef="#ctx0" brushRef="#br0" timeOffset="245608">25825 2263 11188,'-3'-1'5646,"1"1"2090,2 0-6896,3-32-517,3 14-114,5-26-103,5 24-21,3 3-29,5 3 53,3 5-12,2 4-67,2 7 49,1 8-108,-3 7-132,-2 10-90,-8 5-60,-8 6-18,-9 0 72,-10-2 104,-9-6 77,-10-6 71,-3-4 118,0-6 98,3-5 130,10-4-46,8-6-138,7-5-40,7-4-33,4-2-33,6 3-12,3 2-11,4 6-22,3 8-1,5 7 1,0 10-1,-1 8-10,-5 3-34,-11 1-12,-12-2-22,-14-5-111,-15-5-343,-12-7-1573,-14-8 1600,18-10 1,0-2 0,-3 1 0,-2-5 0</inkml:trace>
  <inkml:trace contextRef="#ctx0" brushRef="#br0" timeOffset="248142">12766 1142 24774,'-29'0'1784,"6"-1"-1515,23 1-366,0 0-295,5 0 165,2 0 133,18 0 4,16 0-53,-10 0 1,4 0-563,20 0 1,4 0 543,-4 0 0,1 0 121,1 0 0,-1 1 14,0 1 1,-1 1-6,-11 0 1,0 2-4,9 0 1,3 1-4,6 0 1,0 1 30,-9-2 1,-2 0-1,-2-1 0,-2-1-19,-2-2 0,-3 0-76,-10-1 0,0 0 106,5 0 1,0 0 0,-3-1 0,-3-1-6,11 0 33,-12-1 102,-19 1-74,-10 1-55,-16-1 11,-10 1-17,-23 0 0,-14 1 610,7 0-607,15 0 0,-2 0-9,5 0 1,-1 0 1,-3 0 0,-3 0 1,0 0 14,-15 1 0,0-1-446,11 1 0,-2 0 0,4 0 443,-2 1 1,2 0-4,-11 1 1,0 1-186,12 0 1,-1 0 184,5-1 1,-3 0 0,2 0 5,-7 1 0,1-1 6,-1-1 0,3 0-6,-1-1 51,2-1 442,19-2-375,-6 0 1429,16 0-1523,4 0 421,10 2-523,2 0 67,21 6 28,10 0-23,1-1 1,4-1-604,9-1 0,2-1 589,-5-1 1,4 0-44,-3-2 0,5-1 0,1-1-210,9-1 1,1-2 0,1 1-81,-12 0 0,-1 0 1,1 0-1,1-1-961,7-1 1,2 0 0,-1-1-1,-1 0 1303,-4 1 0,-1-1 0,-2 1 0,-4 0 0,9-2 0,-4 1 0,-4 1 0,0-1 0</inkml:trace>
  <inkml:trace contextRef="#ctx0" brushRef="#br0" timeOffset="280633">26538 2301 25534,'47'-32'-133,"-1"0"0,-2 3 0,-1 8-399,19 20 129,-17 3-1204,0 14 587,-32 2 303,-10 11 409,-30 3 392,-20 0-191,18-15 1,-1 1 408,-1-1 1,0-1 120,1 0 0,1 0 456,-19 12-246,14-7-269,14-8-89,10-7-1,17-4-134,10-1 437,7-2-622,6-4 1,4-1-119,25-8-132,-16 2 1,2-2 196,-8 1 0,-2-1 31,-3-2 0,-2-2 22,16-23 90,-14-5 78,-16-3-43,-14 4 217,-12 7 78,-8 8 68,-2 7 55,4 7-83,8 6 180,3 4-506,5 5 72,7 11-133,3 8-28,9 16-23,1 11-100,-3 9-269,-5 6-515,-7 2-914,-12 1-4558,-9-6 6379,-5-14 0,6-19 0,6-12 0</inkml:trace>
  <inkml:trace contextRef="#ctx0" brushRef="#br0" timeOffset="281000">27674 2097 22627,'1'-3'3887,"0"1"-2728,-1 2-1086,-53 10-20,26 10 0,0 5-42,-16 0 0,2 5-444,7 10 0,8 5 422,10-7 0,5 1 2,4-1 1,6 0-26,6-2 1,6-2-15,6-1 0,4-3-8,5-2 0,4-4 14,3-2 0,1-5 39,-1-4 1,-1-3 91,23-6 354,-19-18-207,-17-13 134,-15-11-185,-19-5-45,-15 1-68,-14 4-105,-8 8-342,0 10-1815,1 8 1378,9 6 0,17 4 0,11 1 0</inkml:trace>
  <inkml:trace contextRef="#ctx0" brushRef="#br0" timeOffset="286634">22445 3457 11766,'7'-6'8586,"-2"2"-6283,-5 4-797,0 0-526,36-61-330,-31 34-432,11-11 1,-6 1 50,-28 13-112,-6 6-68,-2 6-66,-3 7-35,2 9 12,-2 10 23,1 11-34,1 8 11,5 4-12,8-1-27,8-1 17,13-3-12,10-1 6,15 0-11,13 0 8,-18-14 0,2-1-103,3 1 0,0 0 100,-1-1 1,-1 0-35,16 13 52,-18-5 16,-26-4 22,-24-3-5,-26-1-9,14-8 1,-1-1-299,-5-2 1,-1 0 294,0-2 1,0-1-12,5-1 1,2-2-255,-20-9-1460,19-13-4430,18-15 6150,17-1 0,2 12 0,4 11 0</inkml:trace>
  <inkml:trace contextRef="#ctx0" brushRef="#br0" timeOffset="287350">22757 3277 22128,'9'-3'3495,"-3"1"-3159,-6 2 258,0 0-549,-7 53-23,7-16-28,-2 3 1,1 3-62,7 10-264,0-1-549,-2-7-856,-1-9-566,-3-13 516,-2-12 1131,-1-11 979,-2-11 712,0-8 459,-1-7 69,0-3-321,-1 0-341,2 3-230,1 4-224,2 6-230,1 6-184,1 6-34,5 2 17,8 4-45,15 3-51,15 3-66,15 0 52,-25-5 1,1-1-113,2 1 0,-1-3 155,28-4 89,-16-3 67,-17-7 90,-17-2 68,-8 1-35,-7 2-22,-5 3 287,-4 2-337,-5 5-79,0 2-22,0 6-39,3 3-22,5 5 5,5 3 11,7 2-22,8-1-6,11-3 11,8-5 1,7-7 21,1-9 24,-1-8 16,-6-9 56,-7-7 33,-11-2 23,-10-1-56,-14 4-28,-12 6 0,-11 9-11,-6 7-39,-1 11-18,3 9-16,7 10 0,7 8-33,11 7-40,8 5-134,17 5-376,13 3-627,-6-24 0,4 0-76,5 1 1,3-1-3376,4-1 1,1-2 4660,-2-5 0,-3-1 0,12 3 0,-21-13 0</inkml:trace>
  <inkml:trace contextRef="#ctx0" brushRef="#br0" timeOffset="287767">23571 3707 17932,'1'-4'6397,"0"1"-2790,-1 3-3148,3-60-183,-3 44-276,3-43 0,-5 66 0,1 11 0,0 15 0,1 11 0,0 18 0,0-18 0,0 15-24,0-27 7,0 2 17,0-13 28,0-17-22,2-28 1,3-15-7,-2 8 0,2-2 0,0-1 0,0-2 0,2-8 0,0 0 0,2-16 0,-2 22 0,0 3 0,1-1 0,5-5 0,5 7 0,18 4 0,3 12 0,4 5 0,5 13 0,-10 9-35,3 6-55,-12 14 74,-14-7 16,-23 12 22,-17-13-28,-19 3-16,-10-6-82,21-12 1,-1-3-396,-13-3-117,7-4-2419,25-7 3035,17-1 0,-2 4 0,6 0 0</inkml:trace>
  <inkml:trace contextRef="#ctx0" brushRef="#br0" timeOffset="287984">24055 3528 24631,'-6'0'2252,"1"0"-2089,5 0-1160,34-29-2011,9 18 3008,-1-7 0,0 1 0,2 13 0,-2 0 0</inkml:trace>
  <inkml:trace contextRef="#ctx0" brushRef="#br0" timeOffset="288334">24616 3244 28390,'-41'14'11,"12"2"-39,22 32-17,16-11 23,1-11-1,13-1 18,-2-15 10,17-4 23,-3-14 17,6-12 39,-10-8-6,-10 5 75,-3-11-153,-11 16 0,0-2 0,-6 11 0,-1 9 0,-4 20 0,0 26 0,2-15 0,1 4-400,2 9 1,3 2 17,1 2 1,0-1-481,1-6 0,0 0 862,-1 5 0,-1-5 0,-3-7 0,-1-1 0</inkml:trace>
  <inkml:trace contextRef="#ctx0" brushRef="#br0" timeOffset="288634">22690 4050 21862,'-57'3'526,"0"1"1,0-1 0,-4 0-1,0 1 1,11-2-96,-2 1 483,10-1-533,80-4-230,5 0 0,8-1-1374,-1 0 1,5 1 0,3-1 1269,-5 0 1,2 0 0,2 0 0,2 0-24,-6 1 1,2 0 0,0 0-1,1 0 1,1 0-276,3 0 0,1 0 1,1 1-1,0-1 1,0 1 250,-8-1 0,0 1 0,0 0 0,0 0 0,1 1 0,-1-1-227,1 0 0,1 0 1,-1 0-1,0 1 1,-1-1-1,-2 0 231,12 0 0,-3 1 1,-1-1-1,4 0-156,-10 1 1,2-1-1,2 1 1,-1 0-1,-2-1 1,-5 1 145,16 0 1,-6-1-1,2 1 128,-3 0 1,3 0-1,-2 0 1,-7 0-395,4 0 0,-12 0 510,-7 2 1,-27-1 0,-21 1-1</inkml:trace>
  <inkml:trace contextRef="#ctx0" brushRef="#br0" timeOffset="291441">25667 3706 22814,'-15'-49'603,"1"-1"0,0 7 0,6 5 596,16 7-1098,7 10 263,13 9-342,11 6-22,14 12-194,-21 1 0,0 2 188,5 5 0,-1 5-30,-1 2 0,-2 3-20,-4 3 0,-4 2-9,-6 0 1,-7 2 499,-11 24-418,-27-7 22,-24-14 39,-9-14 57,4-13-23,16-17-34,19-10-44,21-11-29,18-6-16,20-3-40,-12 18 1,3 2-528,6-2 1,3 2-182,4 1 0,2 1-2039,3 2 1,1 3 2797,-6 2 0,-2 2 0,12-1 0,-25 7 0</inkml:trace>
  <inkml:trace contextRef="#ctx0" brushRef="#br0" timeOffset="291641">26492 3678 23584,'43'-28'-991,"1"-1"1,-1 1 0,4 2 0,0 1 0,-3 9-3926,-3 9 1,-3 5 3434,-1 0 1,-5 2 0,-5 1 0,-21-1-1</inkml:trace>
  <inkml:trace contextRef="#ctx0" brushRef="#br0" timeOffset="291801">26580 3899 25343,'50'-19'-1006,"0"0"1,0 1-1,0 0 1,0 0 0,-12 5-1,-8 5 1,0 0 0</inkml:trace>
  <inkml:trace contextRef="#ctx0" brushRef="#br0" timeOffset="292291">27199 3617 24945,'25'-46'399,"-1"1"1,-1 3 0,2 8-260,19 9-118,-13 12-10,14 4-7,-18 15-27,4 6 16,-2 17-33,-10 3-17,-6 10 28,-8-13-22,-11 5 27,-3-11 51,-14 7 28,3-11 51,-4-3-7,10-10 203,1-3 72,6-5 11,1-3-251,3 0-96,4-3-28,2 4 0,9 2-22,7 1 22,24 10-16,-11-2 13,-1 6 1,0 3-21,-5 2-27,20 20-39,-28-9 5,-6 11 67,-21-10 6,-22-2-67,-19-15-39,3-6-639,-13-7-9086,2-12 8029,14 5 1,5-5 0,33 10 0</inkml:trace>
  <inkml:trace contextRef="#ctx0" brushRef="#br0" timeOffset="292774">28291 3689 23343,'0'-5'3355,"0"1"-3623,0 4-1687,0-26 1955,0 35 0,0-30 0,0 36 0</inkml:trace>
  <inkml:trace contextRef="#ctx0" brushRef="#br0" timeOffset="292934">28280 4054 24256,'-3'2'2739,"0"0"-2162,3-2-510,-54 67-868,32-36 406,-12 11 1,-1 1 394,1-6 0,16-18 0,-3 1 0</inkml:trace>
  <inkml:trace contextRef="#ctx0" brushRef="#br0" timeOffset="293483">29119 3632 22968,'1'-44'1335,"1"1"0,-1 4 0,1 8-1094,0 17-185,0 7-23,4 8-22,10 11-22,12 12-17,13 17-48,-18-15 1,-1 1-337,0 2 0,-3 2 152,-4 0 0,-3 2-99,-3 27 249,-24-10 160,-18-15 146,-9-17 73,3-20-40,13-15-38,18-15-62,22-11-57,19-6-298,-8 24 1,5 0 230,4 0 1,3 2-40,3 0 1,1 3-455,2 0 0,1 4-845,-2 1 0,1 4 1333,0 2 0,-2 2 0,4 0 0,-10 6 0</inkml:trace>
  <inkml:trace contextRef="#ctx0" brushRef="#br0" timeOffset="293984">30246 3559 23388,'0'-4'2890,"0"1"-2156,0 3-695,-49 1-11,12 18-14,-2-7 0,0 2-307,13 7 1,3 2 304,-20 20 108,13-3-125,13-6 5,23-6-39,25-8-135,30-7-294,-20-8 1,2-2-3018,4-1 1,0-1 3484,-5 0 0,-4-1 0,10 0 0,-25 0 0</inkml:trace>
  <inkml:trace contextRef="#ctx0" brushRef="#br0" timeOffset="296024">31150 3530 24444,'-26'-57'218,"-1"13"444,-1 50-595,-2 2-50,-2 2 227,-8-1-200,6-1 99,-10 0-81,1 0 315,16-2-337,7-2 60,15-1-77,3-2 27,2 2 17,0 7-5,-1 3-23,1 9 23,0 4-40,0-4 51,0 15-23,-2-11-38,-1 12-12,-2-10 33,2-5 1,0-9 123,1-5 78,2-7-11,1-3-67,4-7-90,6-7-45,0 1 29,14-10-40,-10 13-6,22-8 7,-12 12-7,14 1-5,-5 5 0,-5 3 6,13 14-12,-20-4-27,15 17-63,-24 4-27,-7 3 39,-12 0-190,-25-3-264,-11-8-465,8-8 1,-3-1-620,7-5 1,0-2 1621,-5-1 0,4-3 0,4-2 0,8-5 0</inkml:trace>
  <inkml:trace contextRef="#ctx0" brushRef="#br0" timeOffset="296250">31046 3414 18913,'3'-1'5158,"-1"1"-4872,31-6 0,10-2 195,4-1-378,1 0 1,1-1 155,10-3-136,-17 2-17,7-3-83,-23 6-225,-11 2-947,-24 7-8682,-10 6 9347,0-2 0,2 2 0,12-5 0</inkml:trace>
  <inkml:trace contextRef="#ctx0" brushRef="#br0" timeOffset="297141">31794 3737 21646,'0'-7'3445,"0"2"-3140,10-27 1,4-4 175,-4 11-341,4-13 0,-1 3-56,-8 27-28,-3 12 34,-8 14 33,-7 19 6,-11 17-240,9-22 0,0 1 139,-1 0 0,2 1-14,3-3 0,2 0 75,3 20 68,25-12 22,20-18-64,-9-17 0,4-6-552,8-6 0,1-5 526,9-6 1,1-5-25,-14 5 1,2-3-1,-1 0-522,2-3 1,1-1 0,-1-2 474,2-1 1,-1-1 0,-1-1-2,-1 0 0,0-1 0,-2 1-3,-2 0 1,0 1 0,-2 0-191,11-9 1,-3 2 175,-8 7 0,-3 2-17,12-11-185,-22 18 527,-13 17-1450,-16 23-2107,-16 25 3232,-2-5 0,-2 0 0,-3 7 0,-9 3 0</inkml:trace>
  <inkml:trace contextRef="#ctx0" brushRef="#br0" timeOffset="300167">22914 4914 14605,'3'-6'5624,"0"0"-3607,-3 6 587,0 0-2212,-19-46-106,-5 34-174,0-12 0,-2 3 78,-31 28-294,26-1 0,-1 2 163,2 2 0,0 2 14,-20 15-68,16 1 18,15 0 22,17-1-6,16-1 11,17-1-27,17 2-26,-19-13 0,1-1-3,3 2 1,0-1-1,-2 0 1,-1 0 5,19 12-17,-21-3 17,-20-3 398,-25-1-387,-20-1-5,-20-1-315,23-9 0,-2-1 317,-2-1 1,1-1-9,1-1 0,0-1-6,-26 1-33,16-4-320,19-2-694,16-2-1534,20-4 2587,17-4 0,-10 5 0,6-1 0</inkml:trace>
  <inkml:trace contextRef="#ctx0" brushRef="#br0" timeOffset="300534">23136 4985 26122,'12'0'392,"-4"11"-359,-17 26-10,5 1-12,10-2-6,7-7 63,22-5-52,-9-12 52,19-3 72,-16-18 117,7-7 51,-6-13 179,-4-16-251,-9 4-147,-6 0 57,-7 6-85,-3 11-21,-2-1-80,0 8-150,-1 9-908,1 4-1081,2 18-6026,5 2 8205,1 10 0,0-12 0,-2-5 0</inkml:trace>
  <inkml:trace contextRef="#ctx0" brushRef="#br0" timeOffset="300808">23640 5011 27225,'4'-33'50,"0"-1"1,2-20-40,-6 55 0,0 2 0,0 1 28,-2 2-22,0-1 0,-2-1-11,2-3-23,0-1-2420,1 1 2437,0 2 0,1-2 0,0 1 0</inkml:trace>
  <inkml:trace contextRef="#ctx0" brushRef="#br0" timeOffset="301574">23224 5066 24161,'-49'-2'627,"0"-1"1,6 1-1,10 1-464,18 1 61,9-1 44,23-4-178,14-4-40,30-5-1610,-20 6 1,0 0 1564,-6 1 1,2 0 16,22-3 1,1-1 75,-23 5 0,-1-1-84,14-2 0,-3 0-9,-1 0-104,-16 3 139,-23 4-35,-47 11-5,-7 2 3,1 0 0,-4 1 836,6-1 1,0 0-832,-2 0 0,1 0 297,11-2 0,1 0-280,-7 3 0,5-1-42,9-2 155,-10 4-121,35-10 39,12-2 5,17-3-38,21-6-4,-16 0 1,2 0-42,5-2 0,1-1 22,2 0 0,-1 0 3,-1 1 0,-1-1-74,-5 3 0,-1-1 82,17-3 0,-20 5-11,-17 4 34,-21 7-17,-18 5-6,-5 2-14,-7 2 0,-3 1 9,6-2 0,0 0 9,-17 6 1,-1 0-22,10-4 1,2 0 7,6-2 1,3-2 156,-10 4-119,21-8 44,15-3-40,13-6-44,9-3 6,18-5-68,15-4-47,-17 6 0,1 1-189,5-1 0,2 0-596,1 1 1,1 2-2353,0 0 1,-2 2 2837,-7 2 0,-3 0 1,8 2-1,-21 0 1</inkml:trace>
  <inkml:trace contextRef="#ctx0" brushRef="#br0" timeOffset="301984">23289 5302 20089,'-7'2'4660,"1"-1"-3747,6-1 275,0 0-1093,-48 9-62,56-10-38,18-1-1,8-3 1,8-2-428,15-1 0,-1 0 422,-16 4 0,-4 0-40,23 0 1,-24 4 44,-24 7 17,-29 4 1,-24 7-12,9-8 0,-3 0-270,-8 1 1,-2 0 294,-4 1 0,-1-1 6,1 0 0,2-1 16,5 0 1,3-2 75,-17 3 827,26-5-799,20-4-67,22-7-28,20-3-28,24-6-14,-18 4 0,2 1-286,4-1 1,1 0 277,1 0 0,-1 0-1,-3 1 1,-2 0 204,-4 1 0,-3 0-395,21-5-1035,-17 3 1220,-17 3 0,-11 4 0,-7 2 0</inkml:trace>
  <inkml:trace contextRef="#ctx0" brushRef="#br0" timeOffset="307158">24297 5034 22509,'0'-42'599,"-1"-1"0,1 4 1,4 7-483,11 16 85,14-6-174,-12 12 0,33-10-17,-8 15-11,8-1-11,-15 10 0,-1 4-40,8 9 12,9 6-62,-25 11 17,-27 9 39,-12 1 17,-19 9 45,-9-15 11,1-6 79,4-8 89,9-8 78,10-8 28,8-9-43,6-6-30,5-7-128,1 1 89,8-7-100,1 10-62,7-4-28,1 10 17,5 5-12,-3 4-10,20 16 5,-8 1-17,14 14 6,-15-2-12,-13 2 35,-12-1-12,-18-3-28,-12-4 22,-13-5-67,-8-6-95,-2-6-398,-1-5-1332,5-6 1898,5-8 0,18 4 0,6-4 0</inkml:trace>
  <inkml:trace contextRef="#ctx0" brushRef="#br0" timeOffset="307832">24273 5114 25405,'4'-51'239,"0"1"0,1 3 0,7 10-155,39 16-28,3 7-45,-10 7 0,-12 6 0,-1 3 0,11 10-22,13 11 11,-20 13-17,-11 11 6,-11 6 28,-16 5-816,-17 2 785,3-31 0,-4 0 17,-4-1 0,-2-2 5,-2-2 1,0-1-4,0-3 1,0-2 265,-17 12-243,12-9 129,17-7-79,9-7 34,14-3-16,13-5-35,19-6-33,21-6-234,-20 3 1,2 0 177,6-2 0,2 0-655,4-1 1,2 0 141,2 1 0,1-1-1061,-2 0 1,0 0 1050,-3 0 0,-4 0 0,7-2 0,-18 4 0</inkml:trace>
  <inkml:trace contextRef="#ctx0" brushRef="#br0" timeOffset="308233">24264 5123 25562,'16'-56'199,"-1"0"1,5 4 0,5 11-167,30 16 9,-8 12 0,2 3-486,-15 6 1,-1 1 443,16-2 0,0 4-8,-14 5 0,-2 3-9,21 16 166,-20 14-138,-21 12 1,-28 8-308,-2-25 1,-5-2 292,-7 3 0,-3-1 0,-4-1 0,-1 0 14,0-3 1,2-1-7,8-8 1,1 0 5,-21 17 28,32-20 479,1 1-428,27-13 65,14-8-127,19-6-20,-16 2 0,2-1 67,5-1 0,2-1-254,3 0 0,1-1-687,2 0 0,1 0 866,6-1 0,-3 2 0,6-3 0,-6 3 0</inkml:trace>
  <inkml:trace contextRef="#ctx0" brushRef="#br0" timeOffset="308475">25573 4901 23926,'-3'-4'2862,"2"2"-1960,1 2-880,-16-13-33,16 27-6,-9 0-50,20 35-219,3 8-828,1 3-2880,2 0 3994,1 0 0,-8-28 0,-1-6 0</inkml:trace>
  <inkml:trace contextRef="#ctx0" brushRef="#br0" timeOffset="308642">25436 5161 26004,'47'-37'-3006,"0"0"0,1 3 0,1 9 3006,-8 22 0,-2 5 0,12-2 0,-24 0 0</inkml:trace>
  <inkml:trace contextRef="#ctx0" brushRef="#br0" timeOffset="309009">26257 4946 20588,'4'-9'4962,"-2"1"-4155,-2 8 380,0 0-1103,-8-38-22,-7 36 10,-13-22-32,-7 52-7,-2 8-33,5 9-39,11 4 17,13-1-18,19-2-21,15-7-12,15-7 0,10-6 17,3-10 56,0-7 34,-6-15 39,-8-11 22,-10-12 28,-10-10-11,-10-9-28,-15-5-273,-11-2 234,-12 5 5,-6 9-39,2 11-139,8 12-281,10 9-879,11 9-3003,17 7 4291,4 4 0,-1-2 0,-6-3 0</inkml:trace>
  <inkml:trace contextRef="#ctx0" brushRef="#br0" timeOffset="309209">26754 4985 21943,'-5'0'3036,"2"0"-3003,3 0-682,63-37-1468,-18 27-2559,4-10 1,2 2 4675,3 20 0,-20-2 0,-15 2 0</inkml:trace>
  <inkml:trace contextRef="#ctx0" brushRef="#br0" timeOffset="309383">26966 5091 18296,'-7'2'5921,"1"0"-4762,6-2-531,0 0-695,-34 11-1020,67-16-2056,-22 9 981,20-8 1,6-3 2066,-3 3 1,-4 0 0,-5 0-1,-1 1 1</inkml:trace>
  <inkml:trace contextRef="#ctx0" brushRef="#br0" timeOffset="309733">27365 4945 20649,'-3'-2'4554,"1"0"-3596,2 2-841,5-63-94,3 43-12,0-17 0,4 5-5,12 26-17,21 4-1,0 11-38,13 9 28,-19 4-6,3 16-23,-21 4 26,-10-7 0,-6 3 19,-7-6 1,-4 0-790,-7 5 1,-4-2 806,-16 6-6,9-20 0,-2-2 78,-12 8 89,-6 2 270,11-8-130,15-12-139,16-6-146,12-8-6,25-7-61,15-3-117,-1 3 0,4 0-3502,-4 1 1,0 0 3377,5 0 0,-4 1 0,2-2 1,-26 6-1</inkml:trace>
  <inkml:trace contextRef="#ctx0" brushRef="#br0" timeOffset="318692">22273 6667 22431,'0'-5'3411,"1"1"-2767,-1 4-583,8-17 23,-3 29-28,4-6-11,-6 38 11,-6 2-22,-2 0 16,-6-5 6,-1-8 50,-1-10 113,2-10 44,3-11-28,3-11-61,3-10-45,2-15 5,8-13-50,6-14-341,-2 27 1,2 0 281,3-1 0,0 0-14,2 4 1,1 1-91,-1 4 1,2 2 90,21-10-1,1 14-17,2 11 1,-1 14 16,-2 12-28,-4 14-78,-7 12-79,-6 12-282,-15-25 0,-1 1-208,-2 2 1,-2 0-659,0-1 0,-1-1 1322,3 30 0,-3-29 0,0-8 0</inkml:trace>
  <inkml:trace contextRef="#ctx0" brushRef="#br0" timeOffset="319059">23403 6464 22481,'0'-4'3176,"0"0"-2409,0 4-560,-68-44-89,39 36-567,-13-13 1,2 6 471,21 25 378,-3 17-368,11-4 143,0 12-153,11-2 5,9 0-6,11 3-22,13 1 0,14 3-99,-20-18 1,1-1 98,2-1 0,-1 0 5,23 17-10,-18-7 16,-18-7-11,-24-7 0,-17-4 6,-19-6-23,-14-4-22,10-4-328,14-3 0,1-3-881,-2-6 1248,-5-11 0,27 13 0,9 0 0</inkml:trace>
  <inkml:trace contextRef="#ctx0" brushRef="#br0" timeOffset="319292">23765 6586 26413,'40'-17'-689,"1"1"1,0-1 0,21-4 0,-6 7 0,-8 15 0,-7 3-1</inkml:trace>
  <inkml:trace contextRef="#ctx0" brushRef="#br0" timeOffset="319450">23908 6791 23355,'-3'0'4161,"1"1"-3724,2-1-1636,80-30 1199,-27 15 0,-7-2 0,-3 2 0,-10 7 0</inkml:trace>
  <inkml:trace contextRef="#ctx0" brushRef="#br0" timeOffset="338942">24896 6396 26967,'-35'1'196,"0"0"0,1 2 0,0 7-171,-11 24 1,2 6-583,12-12 0,3 1 557,-3 8 0,4 2 0,12-8 0,3 1-11,0 6 0,6 1 0,7-4 0,8-1-1835,12 0 1,5-5 1800,16 8 396,-6-18 1,2-6-357,12-7 72,7-10 0,-12-15 79,-14-24-90,-14 9 28,-8-20 0,-13 19-28,-9-9 16,-25 9-60,6 15 10,-27 10 377,14 20-421,-9 9-297,8 22-588,24 1-2079,29 10 2986,14-27 0,5-4 0,5 5 0,8-6 0</inkml:trace>
  <inkml:trace contextRef="#ctx0" brushRef="#br0" timeOffset="339175">25565 6525 24469,'-3'-5'2963,"0"1"-2168,3 4-744,-22-4-68,20 27-45,-13 8-59,18-1 1,6 3-182,0 21-407,-4-20 1,0 0-3751,-2 20 4301,-1 2 0,-3-23 0,0-17 0</inkml:trace>
  <inkml:trace contextRef="#ctx0" brushRef="#br0" timeOffset="339366">25465 6814 25942,'-41'-21'513,"0"-1"1,1 3-1,17 4-451,30 10-40,8 0-16,32-1-40,-4 1 1,3 0-88,3 1 1,1 0-196,2-1 1,0 1-1103,7 1 1,-6 0-3622,-2 0 5039,-11 1 0,-5-1 0,-19 2 0,-2 0 0</inkml:trace>
  <inkml:trace contextRef="#ctx0" brushRef="#br0" timeOffset="340667">26224 6505 24878,'15'-47'694,"0"-1"1,-1 6 0,-4 10-505,-10 24-117,-2 8 50,-7 26-73,-1 3-38,-7 26-24,2 0-38,9-23 0,0 0-160,2 1 0,0 0-655,3 2 0,3-1-339,4 0 0,3-2 1204,6 2 0,2-3 0,3 3 0,4-8 0</inkml:trace>
  <inkml:trace contextRef="#ctx0" brushRef="#br0" timeOffset="341174">26810 6428 26486,'-6'-44'194,"0"0"0,1 5 0,7 7-99,20 18-44,5 5-40,5 5 0,4 5-11,4 7-34,3 6 34,-9 2-145,10 18 33,-24-5 78,3 15 34,-27-6 28,-17-2 23,-15-4 27,-10-5 56,-2-5 34,6-8 68,11-5 32,13-6-72,10-7-56,6-3-44,6-4-35,3 0-22,8 2-27,5 2-1,0 3-17,18 7-50,-6 7 6,17 9-40,-9 7-22,-6 5 51,-11 1-1,-14-2 6,-21-1-28,-17-5-112,-18-2-258,-9-4-671,1-7-2656,6-6 3170,14-8 0,15 1 0,12-2 0</inkml:trace>
  <inkml:trace contextRef="#ctx0" brushRef="#br0" timeOffset="341933">27677 6518 26558,'-37'-12'728,"-1"-1"0,-20-6-604,67 9-63,9 2-16,14-3-11,19-3-51,-3 3-6,5 1-5,-24 6-128,-3 2-259,-14 1-408,-1 3-2442,-4 6 3265,-2 3 0,-1-2 0,-1-2 0</inkml:trace>
  <inkml:trace contextRef="#ctx0" brushRef="#br0" timeOffset="342624">28368 6355 20246,'-3'-6'5243,"1"1"-4330,2 5 419,0 0-1169,4-36 5,-19 30-101,-3-23-5,-25 44-46,9 1-10,-4 10 22,16 6-17,6 3 17,20 4-39,22-9 5,5-8-22,23-1 23,3-9 22,1-3 11,0-10 50,-26-11 40,-10-11-74,-13 1 96,-9-23-127,-11 11-13,-10-16 0,-7 13 0,-3 8 0,0 10 0,4 10 0,4 7-119,5 12-323,3 6-566,6 12 56,4-4-8879,14 19 7634,-3-24 1,4 7 0,-7-22 0</inkml:trace>
  <inkml:trace contextRef="#ctx0" brushRef="#br0" timeOffset="342867">28802 6160 28671,'-1'-31'0,"5"26"0,5 32 0,1 15 0,-1-12 0,-1 3-172,4 22 1,-2 2-893,-4-16 0,-2 0 532,3 18 0,-3-1-575,-6-17 1,-6-3 1106,-4-4 0,-2-5 0,-4 2 0,-4-12 0</inkml:trace>
  <inkml:trace contextRef="#ctx0" brushRef="#br0" timeOffset="343108">29320 6230 24704,'3'-2'2482,"-2"0"-2085,-1 2-352,21 32-67,-3 3-34,1-2 0,1 3-1358,-2-3 0,-2-1 927,12 21-1150,-11-17 1,-4-1 1636,-7 8 0,4-1 0,-15-23 0</inkml:trace>
  <inkml:trace contextRef="#ctx0" brushRef="#br0" timeOffset="343274">29230 6496 26459,'41'-21'-523,"0"0"1,0-1 0,-1 3 0,-1 1 0,-1 5-1643,6 10 1,-1 4 1124,0-2 0,-2-1 1,5 0-1,-11-2 1</inkml:trace>
  <inkml:trace contextRef="#ctx0" brushRef="#br0" timeOffset="343457">29925 6212 28671,'9'-35'0,"-2"24"0,-5 59-91,-1-15 1,2 4-1540,-1 6 0,1 3-1275,-1 7 1,0 1 2391,0-4 0,-1-2 0,-1-14 0,0-4 0,0 6 0</inkml:trace>
  <inkml:trace contextRef="#ctx0" brushRef="#br0" timeOffset="344901">30341 6205 24676,'60'-19'-164,"-1"-1"0,-9 7 1,1 2-1,-8 4-88,7 8-121,-2 1 1,-2 3-950,0 8-470,-6 9 514,-31 4 1060,-34 3 650,-26 2-46,17-16 1,-2-1-155,-2 0 0,-1-1 328,2-1 0,1-1-59,4 0 1,3-2 388,-16 6-140,19-6-559,14-4 134,12-3-163,14-1-140,15-4-78,18-1-28,14-4 48,-28 3 0,1 0 16,-2 0 0,-1-1 475,19-7-377,-20-4 40,-15-4 72,-17-6 153,-9-7 121,-7-5 57,-1-1 11,2 5-89,6 8-147,5 9-139,4 9-106,2 5 5,1 5-28,6 9-23,8 10-78,18 27-39,0 3 17,-1 3-202,-11 2-479,-16-8-148,-13 10-913,-6-25 0,-4-3-7994,-17 13 8632,-1-8 0,18-22 0,13-10 0</inkml:trace>
  <inkml:trace contextRef="#ctx0" brushRef="#br0" timeOffset="345124">31249 6152 28098,'20'30'-392,"-5"24"-8,-13-21 0,-2 0-413,0 1 0,-1 0-1128,1-1 0,-2-1 1719,0 10 1,0-6-1,2-17 1</inkml:trace>
  <inkml:trace contextRef="#ctx0" brushRef="#br0" timeOffset="345467">31766 6198 27281,'-40'24'11,"1"-1"0,3-6 0,9 3-16,27 41-23,15 0-6,5-2 14,-6-29 1,2-4 47,11 2 0,-8-16 78,1-11 96,1-23-34,2-8 17,3-21-40,-7-5-77,-7 10 49,-4-10-61,-13 16-84,-18-9-294,-7 22 0,-8 4-1594,-1 5 1,-3 3 1292,-6 0 1,2 2-1,-5 5 1,24 5-1</inkml:trace>
  <inkml:trace contextRef="#ctx0" brushRef="#br0" timeOffset="347417">31772 6330 10410,'0'-5'8772,"0"1"-3071,0 4-4972,30-59-107,-20 39-387,6-14 0,-2 4-67,-11 21 67,-8 0-112,-5 3-5,-20-2-73,-6 4-12,-16 4-21,13 3 21,-14 14-10,21-1-12,-10 11 0,17 0 17,4 5-17,7-5 45,3 21-50,9-12-6,10 17 22,15-11-5,19-6 0,-4-13-12,18-4 12,4-15 8,-28-5 1,1-3-134,4-3 0,-2-4 153,-6-3 0,-2-3-1,0-3 1,-3-2 6,11-15 19,-15 7 0,-4-2 42,-5-10-69,-5-17 7,-24 20-16,-17 6-6,-13 8-17,-6 8 12,-1 9-18,5 8-16,5 10 17,5 7-1,10 1 6,-3 10-16,1 9-6,1 5 11,1 11-12,15-7 12,7-11-61,16 13 292,10-20-247,16 8 40,9-21-41,4-9 17,2-15 23,-2-9 22,-3-11-12,-4-11 1,-7-4 27,-9-3 1,-11 3 1,-17 5-63,-15 7 0,-12 8 0,-5 8 0,5 8 0,6 6-85,11 5-1450,3 11 1535,8 5 0,-1-3 0,3-3 0</inkml:trace>
  <inkml:trace contextRef="#ctx0" brushRef="#br0" timeOffset="350442">22556 7781 20403,'0'-3'3932,"0"1"-1731,0 2-1960,-61-57-185,44 43-23,-17-19 1,2 10 11,19 32-28,-5 7 5,-9 22-22,3 1 11,4 1-22,7-2-6,10-11 23,9 5-17,22 4-6,15-6-221,-10-11 1,2-2 237,20 8-6,-18-10 1,0 0-6,15 9 16,0 8 1,-32-7-6,-35 1 11,-18-11-8,0-6 0,-5-1-279,4-2 1,-2-1 278,-6 1 0,-2-1-26,2-1 1,2-3-146,-11-5-50,15-3-589,27-16-9024,26-16 7945,-7 10 1,9-4-1,-14 28 1</inkml:trace>
  <inkml:trace contextRef="#ctx0" brushRef="#br0" timeOffset="350649">22916 7630 27594,'-11'34'18,"1"-1"1,0 2 0,4 0-92,5 0 1,2-2-107,2 23-295,2-24 1,2 1-5951,11 25 6424,-2-10 0,-3-10 0,-8-28 0</inkml:trace>
  <inkml:trace contextRef="#ctx0" brushRef="#br0" timeOffset="351166">22910 8004 20431,'-5'-5'4408,"1"1"-3719,-18-24 0,-1-5-196,9 7-387,-12-11 0,8 2-66,31 15-40,17 6-17,5 5-28,-4 6 0,3 0-76,9 1 1,1 1 70,-9 0 0,2 0-37,21 0 0,-1-1-1809,-4-1 1913,8 0 89,-33-4 62,-19-2-33,-7 0 16,-10-3 11,-6 3 1,-4 2 1839,-1 3-1868,1 4-55,1 6-29,3 7 12,2 8-51,5 4-17,4-4 12,7 10 0,3-14 16,3 4 28,0-12 34,1-7-44,0-4 38,6-9 40,6-16 5,-1-4 34,1-9 55,-12 9-115,-9 7-97,-13 8 0,-12 7 0,-11 5 0,-6 10 0,1 5 0,8 11 0,8 10 0,9 10 0,9 7 0,13 6-668,16 2 88,-3-29 0,5-1-944,6 1 1,3-3 1523,9-1 0,-2-2 0,8 3 0,-6-8 0</inkml:trace>
  <inkml:trace contextRef="#ctx0" brushRef="#br0" timeOffset="352566">23721 8141 23943,'5'-58'1109,"0"0"0,0 7 0,-2 6-611,1 4-257,-3 18-152,0 15-16,2 19 0,3 16-23,3 18-10,4 16-225,-6-25 0,0 1 160,0 3 0,-1 1 5,0-1 0,0 1-5,-2-2 0,0-1-17,-2-5 0,0-2-8,-2 19 44,-6-17 17,-2-15 17,-5-15 6,-1-15-12,0-16-22,2-17 11,3-17-37,6 22 0,2-2 37,3-5 0,1-2-527,2-4 1,2 0 534,2 1 1,2 0-1,-1 6 1,1 2-15,-1 8 1,0 3-6,10-14 12,-7 24-29,5 11 398,0 15-387,8 8 1062,6 9-1157,7 26 56,-15-10-25,-9-7 0,-5 2-120,-6 9 11,-13 6 11,-20-6-82,-2-21 1,-3-3-87,-15 5-387,12-12 1,0-3 722,-1-6 0,8 0 0,13-4 0</inkml:trace>
  <inkml:trace contextRef="#ctx0" brushRef="#br0" timeOffset="352875">24229 7980 27247,'-33'-11'-974,"25"1"-421,56 2 1395,-6 3 0,-1 1 0,-10 0 0,17 0 0</inkml:trace>
  <inkml:trace contextRef="#ctx0" brushRef="#br0" timeOffset="353766">24996 7654 26536,'3'-57'252,"-6"16"-218,-8 44 16,-21 12-33,11-6 89,-34 9-27,18-10 27,-14 1-33,22-7 134,6-2-157,15 0-33,0 2 0,7 3-6,1 6 34,0 6 0,0 5-6,0 4 6,0 2-23,0 3 12,-1 1-29,-1-2-21,-1-2 32,1-6 7,0-8 44,1-6 118,1-5 106,0-4-168,3-14-61,3-1-29,6-14-21,7 5 10,8 3-5,8 6-17,2 7 11,2 7-22,0 9-17,-1 11-34,-2 11-39,-7 10-27,-11 7-108,-16 3-111,-23 3-105,2-25 0,-4-1 99,-5 0 1,-4-2-310,-4-1 1,-1-1-972,-2-4 1,-1-2 1632,-4-2 0,3-3 0,-6 1 0,8-7 0</inkml:trace>
  <inkml:trace contextRef="#ctx0" brushRef="#br0" timeOffset="354058">22610 8539 18423,'-52'9'555,"0"-1"1,-1 1 0,9-2-1,1 0 1,2 0-117,-11 2 1,9-2 183,7 0 603,65-14-1117,13 0 0,9-2-61,-3 1 1,5 0 0,2-1-665,-5 2 1,2 0 0,1 0 0,2 0 626,6-1 0,1 1 0,2 0 0,0 0-242,-8 1 0,0 0 0,1 1 0,0-1 1,1 0 197,2 1 1,0 0-1,1 0 1,0-1-1,0 1-325,1 0 1,0 0 0,0 0 0,0 1 0,-1-1-86,-1 0 1,-1 1-1,0 0 1,-1 0 0,0 0 442,-1 0 0,0-1 0,-1 1 0,-3 0 0,-4 1 0,3-1 0,-4 1 0,-3 0 0,9-2 0,-1 1 0</inkml:trace>
  <inkml:trace contextRef="#ctx0" brushRef="#br0" timeOffset="355132">25935 7991 25937,'-12'-57'515,"-1"0"0,1 8 0,4 9-386,7 21-59,7 12-47,8 9 17,9 10-29,10 11-34,4 11-33,2 7-78,-3 5-213,-8 1 258,-10 0 81,-12-6 36,-15-10 28,-9-13 34,-5-10-12,5-15-44,7-11 188,11-13-222,13-7 22,13-6 12,14-2-353,-16 23 0,2 2 168,2 0 0,2 2-454,2 2 0,1 2-1513,3 2 1,-1 3 2117,-2 3 0,-2 2 0,10 0 0,-19 3 0</inkml:trace>
  <inkml:trace contextRef="#ctx0" brushRef="#br0" timeOffset="355333">26743 7798 25212,'45'-30'-312,"1"0"1,-1 0-1,-1 3 1,0 1 0,-1 8-994,3 11 0,0 6 238,2 0 0,-3 1 0,8 1 1,-13 1-1</inkml:trace>
  <inkml:trace contextRef="#ctx0" brushRef="#br0" timeOffset="355492">26966 7984 26290,'41'-7'-816,"0"-1"0,1 0 0,0-2 816,8-4 0,-4 0 0,6-1 0,-6 1 0</inkml:trace>
  <inkml:trace contextRef="#ctx0" brushRef="#br0" timeOffset="356283">27763 7869 22324,'19'-40'1081,"0"0"0,-1 0 0,4-9 0,-2 5-431,4-3-163,-14 21-196,1 2-179,-7 13-73,-5 14-28,-2 5 23,-11 30 0,1 3-6,-5 11-23,7-8 1,2 0-17,2 7 11,0-15 0,3-1-6,10 0 23,4-19 11,9-3 17,18-23 95,2-7-45,3-8-77,3-6-18,-9 5 0,8-6 0,-4 8 0,-14 12 0,-7 20 0,-14 7 0,-5 26 0,-4-9 0,-1 1 0,1 5 0,-1 3-624,-2 10 1,0 3-514,1-1 0,2-1-868,0-9 0,1 0 1403,0 6 0,0-5 0,2-9 1,-1-1-1</inkml:trace>
  <inkml:trace contextRef="#ctx0" brushRef="#br0" timeOffset="361208">28806 8325 24503,'0'-3'2593,"0"0"-1871,0 3-716,1-43-90,0 39-487,-4-25-1715,-5 55-7545,-6 8 8690,3-7 0,2-8 0,7-13 1</inkml:trace>
  <inkml:trace contextRef="#ctx0" brushRef="#br0" timeOffset="361766">29420 7899 26788,'55'13'6,"-5"15"-26,-33 1 0,-3 5-316,-3 2 1,-3 1 268,-3 1 0,-5 0 14,-5-2 0,-4-2 44,-5-4 1,-3-3 47,-27 14 248,-1-19-141,9-15 113,14-17-91,22-16 12,19-13 4,15-6-357,-13 21 1,1 0 225,1 1 1,0 2-10,24-19 29,-2 7-218,0 5-449,-2 6-1154,0 5-5494,-2 3 7242,-8 5 0,-13 4 0,-10 3 0</inkml:trace>
  <inkml:trace contextRef="#ctx0" brushRef="#br0" timeOffset="362525">30662 7911 20828,'-1'-3'3803,"0"0"-1657,1 3-2118,36-36 0,-27 39-6,23-19-5,-43 50-11,-13 9 10,5-18 1,-4 0-433,-6 2 1,-3 0 420,-6 0 1,-2-1 22,-2-1 0,0 0-185,-1 0 0,4-2 169,-9 6 10,19-1 17,46-17-44,26 0-43,-7-8 0,5-1-458,1-1 0,4 0 0,-2-1 287,4 0 1,1 0-442,-2-1 1,3 1 0,-3-1-3620,-1-1 0,-3-1 4279,6 1 0,-3 0 0,10-2 0,-27 3 0</inkml:trace>
  <inkml:trace contextRef="#ctx0" brushRef="#br0" timeOffset="363092">31951 7812 26525,'-51'-10'72,"0"1"1,-1 1 0,5 5-6,3 9-33,5 2 22,10-1-6,11 0 34,-1 3 51,0 3-62,5 0-40,3-1 40,3 2-11,4-1-18,0 6 7,2 9-57,-1-2 34,-1 6-17,-2-11 12,-1 3 5,-1-6 11,-3 4 11,4-8 96,1-4-17,5-7 140,2-4-124,3-6-50,10-12-67,6-3-16,10-6 10,-7 12 0,8 1-5,-6 9-17,8 1-11,1 8-39,10 14 38,-13 0-41,-2 7 0,-3 4-87,-5 4-202,1 26-78,-33-27-386,-19-2 128,-1-15-5236,-23-5 5914,23-8 0,-4 0 0,22-2 0</inkml:trace>
  <inkml:trace contextRef="#ctx0" brushRef="#br0" timeOffset="363282">31829 7701 26502,'36'-22'-90,"1"-1"1,0 0-1,8-8 1,-3 8-3372,18 17 3461,-17 9 0,-3-3 0,-16 5 0</inkml:trace>
  <inkml:trace contextRef="#ctx0" brushRef="#br0" timeOffset="363709">32266 8007 26695,'35'-28'238,"1"1"0,-1-1 0,13-9 0,-10 6 3,-18 16 213,-10 7-454,-8 5 108,-10 10-108,-7 6 55,-7 12-55,-2 9 0,6 5 166,8 3-166,10 0 0,11-4 0,10-6 0,11-10 0,7-10 0,10-18 0,9-13-385,-24 3 1,0-3 384,3-2 0,0-2 0,1-2 0,0-2 0,-1 1 0,-1-2 0,-1 2 0,0 0 0,-4 1 0,0 1-3,-5 4 0,-2 1 3,13-10-948,-15 14-2479,-13 13 3427,-6 12 0,-4-2 0,0 0 0</inkml:trace>
  <inkml:trace contextRef="#ctx0" brushRef="#br0" timeOffset="366307">23052 9385 13015,'8'-2'7847,"-2"0"-5965,-6 2 694,0 0-2250,-3-31-214,-2 24 128,-18-23-167,5 33 78,-27 8-59,16 0 1,-1 2-57,-2 1 1,-1 1-196,-6 4 0,1 1 167,9-3 1,3 0 2,-9 10 6,12 3 33,24 1-11,13 0-5,23 6 22,17-7-391,-20-15 1,1 0 334,23 9 8,-21-11 1,-1 0 359,14 6-390,2 7 50,-29-5 6,-30 1-23,-17-8-25,-10-4 0,-6 0 8,9-3 1,-2 0 116,-14 2 1,-2 0-177,11-3 1,3-2-233,-26 2-16,24-5-2970,13-10 3283,20-5 0,0 3 0,6 1 0</inkml:trace>
  <inkml:trace contextRef="#ctx0" brushRef="#br0" timeOffset="366834">23517 9547 25654,'49'-15'-1766,"-1"0"1,1-1 0,-4 2-1,0 1 1,-5 4 1765,-5 9 0,-5 3 0,10-2 0,-21 1 0</inkml:trace>
  <inkml:trace contextRef="#ctx0" brushRef="#br0" timeOffset="366983">23693 9694 20140,'-6'3'5578,"1"-2"-4105,5-1-1758,43-7-987,5-4 506,1 1 0,1 0 0,-2-1 1,-2 1-1</inkml:trace>
  <inkml:trace contextRef="#ctx0" brushRef="#br0" timeOffset="379425">24616 9481 22066,'16'-48'806,"1"1"1,-2 4 0,0 6-533,3 3-128,1 9-96,2 9-22,2 8 6,3 11-17,1 9 16,-1 11-5,-6 12-33,-7 10-18,-11 7-394,-16 6 417,1-28 0,-3 0 25,-5-1 0,-2-1 0,-2-2 0,-1-3 20,0-2 0,1-2 56,-15 9-40,13-9 2,14-9 60,13-5-6,13-2-89,18-3-39,19-5-51,-15 1 1,2 0-484,8-2 1,1-1-193,6 0 1,2-1-1978,2 0 0,-1 0 2099,-6 0 0,-4 1 0,12-3 0,-27 5 0</inkml:trace>
  <inkml:trace contextRef="#ctx0" brushRef="#br0" timeOffset="379641">25735 9198 26771,'-20'34'-10,"1"-1"1,2 1 0,6 0-304,22 27-643,-3-29 0,1 0-11,2 0 1,0 0-3615,8 27 4581,-8-5 0,-5-26 0,-5-7 0</inkml:trace>
  <inkml:trace contextRef="#ctx0" brushRef="#br0" timeOffset="379808">25599 9643 25308,'-22'-40'-208,"0"-1"1,8 6 0,12 6-325,29 22 0,10 7-555,4-2 1,3 0-1659,7 0 1,-1 1 1668,-3 0 1,-4 1-1,15-1 1,-26 1-1</inkml:trace>
  <inkml:trace contextRef="#ctx0" brushRef="#br0" timeOffset="380008">26337 9323 18000,'0'-6'5696,"0"2"-3366,0 4-1624,-2-59-219,2 41-218,-1-43-168,1 58-68,0 8-16,2 10 0,4 14-28,6 13-101,6 10-381,-5-16 0,-1 1-364,4 15-1221,-6-15 0,-2-1 2078,-3 1 0,0-5 0,-3-17 0</inkml:trace>
  <inkml:trace contextRef="#ctx0" brushRef="#br0" timeOffset="380216">26857 9377 24508,'37'-23'-1416,"1"0"1,-1 0-1,21-10 1,-3 11 1415,7 29 0,-19-4 0,-7 3 0</inkml:trace>
  <inkml:trace contextRef="#ctx0" brushRef="#br0" timeOffset="380383">27043 9544 19087,'-3'2'4223,"0"-1"-4055,3-1-1821,55-8-4755,-7-3 5557,-4 3 1,-1 0 0,-3-2 0,-17 5 0</inkml:trace>
  <inkml:trace contextRef="#ctx0" brushRef="#br0" timeOffset="380859">28029 9301 20548,'-4'-2'3255,"0"0"-2326,4 2-845,14-59-33,-5 40-4,2-16 1,3 3 13,3 22 7,10 2-74,-1 5 0,9 7 1,-10 2-90,14 11-135,-8 6-140,6 11-106,-10 6-72,-15 11 464,-13-17 72,-21 8 119,-11-21 268,-25 4 51,7-10 145,-4-5 73,23-9-347,12-4 291,13-9-285,16 2-79,12-4-96,14 8-21,12 7-85,-7 4 6,12 14 0,-13 8-17,-11-2 1,-2 2-35,8 20-44,-10 9 22,-25-25-235,-26 2-740,-7-20 1,-6-3-3897,-1 1 1,-2-2 3543,0-1 1,2-2-1,-8-3 1,36-2-1</inkml:trace>
  <inkml:trace contextRef="#ctx0" brushRef="#br0" timeOffset="384699">23395 10944 21271,'21'-53'1088,"-1"0"1,-1 6-1,-7 4-315,-13 7-571,-2 14 134,-8-4-95,-2 15-118,-8-1-67,-9 6 11,-25 12-55,14 2-4,7 3 0,1 2 32,-11 12-26,18-7 0,-1 0-9,-17 23 6,23-15 1,3 1-12,-6 19-6,8-3-16,14-10 16,13-10-5,10 1 50,22-7 23,-10-8 22,18-12 50,-18-12-28,0-3 292,10-26-12,-14-1-150,4-8-102,-15 12 112,-10 13-55,-6 15-68,-1 1-95,-1 7-45,0 9 0,2 8 6,0 5 11,6 14-39,4 2-104,0-5 0,1 2-97,6 11-978,0-2 0,0-1-1141,-3-4 2359,-1 0 0,-1-3 0,-6-13 0,3 5 0</inkml:trace>
  <inkml:trace contextRef="#ctx0" brushRef="#br0" timeOffset="384891">23828 11073 24435,'0'-4'3339,"0"1"-2442,0 3-897,0-40 0,0 31 0,0-31 0,0 40-2331,2 7 2331,3 5 0,-3-3 0,3 2 0</inkml:trace>
  <inkml:trace contextRef="#ctx0" brushRef="#br0" timeOffset="387725">24675 10767 17708,'-2'-4'5417,"1"0"-4364,1 4-454,-5-75-235,16 42-258,-6-14 1,5 2 5,26 20-44,8 7-35,3 10-33,1 10-11,-4 10-28,-7 11 16,-9 8 7,-13 8-40,-13 3 33,-19 3 9,-2-18 0,-2-2 14,-13 9 17,9-14 0,-1-1 67,-1-3 84,-3-2 89,13-7-61,8-8-89,6-5-57,8-3-39,6-2 6,10 2-11,10 4-12,18 6 17,-14 2 1,18 12-12,-16 3-6,7 13-28,-6 4-50,-13 4-95,-17-1-50,-21-5-124,-19-3-331,-15-6-1696,-10-8-79,21-7 2459,2-9 0,28-1 0,0-2 0</inkml:trace>
  <inkml:trace contextRef="#ctx0" brushRef="#br0" timeOffset="388083">25445 10579 22436,'5'-6'2963,"-1"1"-2117,-4 5 274,0 0-1081,-27-20-28,37 17 12,-12-10-1,37 21-22,16 10-28,-8 4 19,-14-3 1,-1 3-3,10 18-6,-10 11 0,-21-18 23,-16 5 33,-10-11-22,-27 10 0,1-10-62,-7-1-45,23-12-167,7-2-359,16-6-3002,10-1-6213,14-3 8482,0-2 1,0-1 0,-13 0-1</inkml:trace>
  <inkml:trace contextRef="#ctx0" brushRef="#br0" timeOffset="388499">26184 10701 26609,'8'-45'84,"1"1"0,-1 3 0,5 10-51,10 22-5,16 4-28,-12 10 12,16 6-7,-7 10-50,-2 9 1,-10-4 21,-6 14-38,-21 10 5,-17 3-198,1-21 0,-5-1 273,-4-6 1,-1-3-26,-20 11 12,17-12 0,3-3 5,3-1 11,-7 11 29,32-20 21,16 1-38,8-7-40,9-6 1,2-1-40,9 0-824,10-6 1,1 0-4048,-21 5 1,-2-1 3365,7-1 0,-4 0 0,0 1 0,-26 4 0</inkml:trace>
  <inkml:trace contextRef="#ctx0" brushRef="#br0" timeOffset="390000">26905 10807 24660,'38'0'257,"-1"0"1,20 3 424,-48 19-526,-23 5-27,-22 2-67,-13-1-32,18-16 1,0-3 48,-21 0 38,5-11-3870,12-10 3803,13-2 977,11-23-971,18-1-22,10-23-76,-1 30 1,2 1 43,2-2 1,1 2-11,1 0 0,1 2 19,-2 4 0,0 0 51,15-17-6,-10 7 5,-9 4 3245,-9 2-3239,-4 3-16,-5 1-18,-2 7 470,-2 7-487,-5 6-10,-3 6-6,-3 9 6,-3 8-12,1 8 6,7 5 11,4 5-33,13 5-1,10 6 20,-1-19 1,2 0-396,6 3 1,4 0 330,3 4 0,3 0-68,1 1 1,1 1-172,-5-3 1,-3 0-289,-8-3 1,-7 1-1720,-23 22-1642,-8-30 1,-7-3 3674,-4-4 0,0-2 0,-13 3 1,17-10-1</inkml:trace>
  <inkml:trace contextRef="#ctx0" brushRef="#br0" timeOffset="390524">27693 11009 22027,'5'1'2654,"-1"1"-710,-4-2-1726,-58 5 84,39-4-145,-42-1-37,56-12-75,9-10 127,6-9-105,10-11 1,8-13-522,-12 21 1,1-2 461,0-3 1,0-1 13,0 0 1,-1-1-52,-2 4 1,-2 2 81,-2 3 1,-1 3 80,1-16-11,-5 12-27,-4 10-29,-3 9-34,1 7 905,-4 4-933,-5 11 155,-6 7-149,-6 12 1,1 7-12,5 5-12,10 6 1,14 4-6,14 8-354,-5-25 0,4 0 326,2 3 0,1 1-106,2 1 0,0 0-213,-2 0 0,-1-2-213,9 18-1322,-18-19 0,-5-1 1899,-7 8 0,2-3 0,-9-18 0</inkml:trace>
  <inkml:trace contextRef="#ctx0" brushRef="#br0" timeOffset="394592">28596 10738 23282,'9'-47'647,"0"0"1,1 2 0,-7 16-536,-11 32 17,-10 12 45,-23 23-90,-1 6-67,19-20 0,1 1 22,-15 25-62,15-10 1,4 7-6,16-7-34,19-9 40,17-12 28,15-9 5,10-15-340,-1-10 402,-5-13 72,-26 5 1,-4-2 106,10-23-294,-8 1 260,-18 2-72,-12 15-51,-10-5-33,-22 8-51,1 12 356,-2 4-435,9 12 73,12 7-549,2 5-946,6 9-8341,15 12 9816,4-7 0,2-4 0,-4-14 0</inkml:trace>
  <inkml:trace contextRef="#ctx0" brushRef="#br0" timeOffset="394883">29413 10534 20408,'0'-4'4111,"0"1"-3102,0 3-830,-71-1-100,44 8-32,-19 0 1,-2 4 25,3 32-51,23-21 0,1 2-651,-3 4 0,3 0 623,0 8-22,9 4 17,21-9 11,1-6-61,37 2-96,0-19-39,13 1-205,-24-8 0,3-1-1478,5-3 0,1-2-3037,1 1 1,-2-2 3847,-1 1 0,-5-1 0,0-2 0,-28 6 1</inkml:trace>
  <inkml:trace contextRef="#ctx0" brushRef="#br0" timeOffset="395116">30007 10499 25534,'38'-8'-1888,"-1"-1"0,1 3 1,-1 3 1887,2 9 0,-2 2 0,5 1 0,-10-1 0</inkml:trace>
  <inkml:trace contextRef="#ctx0" brushRef="#br0" timeOffset="395275">30010 10731 24526,'49'0'-1546,"0"0"0,0 0 0,13 0 0,-7-1 1546,-20-5 0,-5 0 0,-5 2 0,-2-1 0</inkml:trace>
  <inkml:trace contextRef="#ctx0" brushRef="#br0" timeOffset="395925">30735 10413 26553,'21'-38'268,"-1"1"1,12-15-207,-36 69 16,-5 16-22,-8 13-39,-4 7-6,0 0 29,7-3-24,8-6-10,15-9 5,12-10 12,14-11 27,11-14 45,7-12 84,4-10 45,-2-8 34,-8-1 5,-12 4-71,-13 8-192,-12 9 0,-6 8 0,-8 10 0,-1 12 0,-3 12 0,2 12 0,3 10-690,12 8-1578,-1-28 1,2-1 2267,12 25 0,-5-23 0,-8-15 0</inkml:trace>
  <inkml:trace contextRef="#ctx0" brushRef="#br0" timeOffset="406557">25930 11840 25567,'-48'-27'114,"-1"0"0,4 3 0,7 12-81,9 29-21,1 9 4,6 6-16,7 6-5,7 3-6,13 1-34,11 0-22,10 0 11,8-3 39,-2-4 6,-4-6-1,-10-9 57,-9-5 6,-16-6-23,-16-3 5,-19 0-10,-15-3-18,-6-1 29,4-1-34,13-1-179,16 0-360,16 0-793,9 0-29,6 0 1361,21 0 0,-15 0 0,14 0 0</inkml:trace>
  <inkml:trace contextRef="#ctx0" brushRef="#br0" timeOffset="406900">26189 12021 21517,'1'-3'4325,"-1"0"-3121,0 3-1120,-13-5-68,8 18-21,-9 2 16,13 19-11,7 1 17,8-3-12,8-5 1,4-6 28,3-9 27,0-9 46,-1-12-12,-1-10 56,0-9 39,-4-7-27,-4-3-6,-7 2-73,-5 3-40,-4 7-27,-2 6-157,-3 7-515,1 7-9176,-1 4 9596,6 10 0,-3-6 0,4 7 0</inkml:trace>
  <inkml:trace contextRef="#ctx0" brushRef="#br0" timeOffset="407767">26714 12076 17602,'-2'-3'6229,"1"1"-3698,1 2-2452,-5-37 5,5 33 5,-4-21-21,8 47-24,-2 8-16,0 3 0,-2 3-11,-2-2 11,-1-4-5,0-6-1,0-6 101,1-9 146,2-5-51,0-6-94,0-6-29,2-7 0,4-13 17,6-9-22,8-9 5,5-5-11,2 2-34,1 6-11,-4 9-22,-2 12-11,1 9-17,1 8 22,4 9 11,4 8-33,1 10 11,-2 8-6,-7 6-10,-9-4-29,-10 26 34,-10-31 11,-11 25 0,-2-32 16,-4-1 40,5-9-22,6-14-34,5-3 17,5-18-23,9-4 12,8-11 16,12-3 12,16-3-17,-13 17-12,13 0 6,-18 21-27,6 1-35,0 8 29,8 13 33,-12-1-95,17 18-246,-12-3-662,2 10-2060,-10 0 3052,-13-1 0,-8-17 0,-4-4 0</inkml:trace>
  <inkml:trace contextRef="#ctx0" brushRef="#br0" timeOffset="407984">27859 11942 23483,'-1'-3'1512,"1"1"-1646,0 2-1848,107-35-2934,-75 31 1,0-1 4133,10-6 1,5-3 0,-8 5 0,0 9 0,-28 0-1</inkml:trace>
  <inkml:trace contextRef="#ctx0" brushRef="#br0" timeOffset="408158">27896 12183 21702,'-5'1'4067,"1"0"-2578,4-1-1438,61-7-202,-14-1 2,-6 2 1,3 0-939,-10-1 0,-1-1 1087,22-7 0,-16 5 0,-8 0 0</inkml:trace>
  <inkml:trace contextRef="#ctx0" brushRef="#br0" timeOffset="409907">28825 12002 25578,'-1'-49'345,"0"-1"1,2 5-1,6 5-227,30 3-23,2 11-61,-2 11-29,0 9 7,-2 13-40,-3 12 22,-7 18 17,-9 15-8,-15-21 0,-5 2-530,-6 3 1,-5 0 534,-5 2 1,-5 0 5,-5-2 0,-2-1-307,-1-3 1,0-2 295,1-5 0,1-2 25,-16 11 5,19-14 40,21-10 0,30-13-90,26-9 0,-12 3 1,2-2 52,7-1 1,3-1-312,5 0 1,1 0-1583,5-1 0,0 2 1857,-5 1 0,-5 1 0,3-1 0,-35 8 0</inkml:trace>
  <inkml:trace contextRef="#ctx0" brushRef="#br0" timeOffset="412641">26066 13163 25489,'3'18'1187,"0"-3"-806,-2-13-73,1-3-101,2-6-89,2-5-18,2-10-27,2-10-28,1-9 0,1-9-23,1-2 57,-4 6 38,-1 11-44,-5 9 0,-2 7-17,-2 5-34,-1 5-27,0 5-23,-2 6 22,-1 11 23,-4 15-6,-3 18-11,1 12-189,6-26 0,2 1 172,0 0 0,1 0-53,3 0 0,3 1-174,2-2 1,2 0-343,6-1 1,4-2-636,5-1 0,4-3-3005,7-2 1,2-3 3571,-2-4 0,0-3 0,11 3 1,-19-10-1</inkml:trace>
  <inkml:trace contextRef="#ctx0" brushRef="#br0" timeOffset="413141">26585 13139 9106,'-3'-9'-326,"1"3"-2715,2 6 3041,0 0 0,0 0 0</inkml:trace>
  <inkml:trace contextRef="#ctx0" brushRef="#br0" timeOffset="413933">26584 13251 17888,'1'-3'6435,"0"1"-5051,-1 2-1244,12-26 84,-15 30-106,8-18-79,-15 32 11,3 2-16,4-5-17,1 2 28,8-2 33,2-7-33,4-2 67,5-10 5,0-7 29,5-9 173,-1-16-106,-9-2-17,-3-7-118,-9 15 102,-5 0-46,-3 15-50,-6 0-62,0 10-5,-5 11-6,6 4-11,-6 15 0,3 14-33,3 5-107,5 12-319,14-8-12,2-11-1366,19 7-3079,-3-22 1,3-2 4682,21 15 1,-2-7 0,-26-18 0</inkml:trace>
  <inkml:trace contextRef="#ctx0" brushRef="#br0" timeOffset="414133">27163 13228 19266,'3'-10'5757,"-1"2"-5172,9-23 1,1-4 434,-6 9-936,8-14 0,-6 11 268,-31 48-307,12-1-11,-18 26 5,19-11 0,3 2-36,0-1 0,1 2-692,-2 18 0,0 2 621,1-2 1,0-3-48,2-9 1,-1 0-631,-1 0 0,-2 3 0,0-2-1700,-4 2 0,0-1 1898,-4 14 1,-1-4 0,-2-2 0,6-26 0</inkml:trace>
  <inkml:trace contextRef="#ctx0" brushRef="#br0" timeOffset="414274">26695 14032 20280,'18'-46'784,"-1"0"0,0 0 0,2 2 0,1 1 0,3 2-655,14-8 0,5 4-1303,-11 15 1,1 1 0,2 1 1156,2 2 0,1 0 0,1 2-80,0 1 0,0 2 0,1 0-331,16-7 1,-1 2-1024,-4 3 1,-2 1-3466,-5 3 1,-3 1 3862,13-7 1,-21 10 0,-23 12-1</inkml:trace>
  <inkml:trace contextRef="#ctx0" brushRef="#br0" timeOffset="414574">27694 13331 27337,'9'-48'65,"-1"1"0,-3 7 1,3 3-16,9-2 1,3 3-957,4-22 948,-8 17 0,-1 2 92,-1-12 271,-11 21-377,-7 18 135,-16 18-140,-1 13-1,-12 16 6,6 12-28,7 9-34,10 6-182,9-30 0,4 1 132,3 0 0,4-1-230,3 1 1,2-1-589,4-2 1,1-1-1962,1-1 1,0-3 2862,16 15 0,-15-18 0,-10-12 0</inkml:trace>
  <inkml:trace contextRef="#ctx0" brushRef="#br0" timeOffset="414750">27813 13214 19193,'-5'-3'4912,"2"1"-5371,3 2-1424,56-51-2345,-2 36 3377,2-13 1,1 4 0,-6 22 0,-4 1-1</inkml:trace>
  <inkml:trace contextRef="#ctx0" brushRef="#br0" timeOffset="414967">28542 13005 22509,'-3'0'3019,"1"0"-3058,2 0-1171,76-23-3764,-26 17 4123,3-6 1,-2 1 0,-15 11 0,-17 1 0</inkml:trace>
  <inkml:trace contextRef="#ctx0" brushRef="#br0" timeOffset="415157">28643 13186 26232,'43'-4'-1774,"0"-1"1,0 1 0,7-2 0,0 0 0,-9 0 1773,5-2 0,5-2 0,-33 6 0</inkml:trace>
  <inkml:trace contextRef="#ctx0" brushRef="#br0" timeOffset="415341">29286 12975 21595,'0'-3'5243,"0"1"-3410,0 2-1833,-7-38 0,6 35 0,-6-20 0,7 55 0,4 15 0,4 16-948,-2-25 1,1 2-1165,0 7 1,0 0 1490,-1-1 1,-1-2-1,1 15 1,-3-24 0</inkml:trace>
  <inkml:trace contextRef="#ctx0" brushRef="#br0" timeOffset="422724">13547 365 16756,'-46'-5'820,"0"-1"0,3 0 0,5 4-232,4 9-62,0 0-5,0 1 27,3-1 74,5-3-11,7-2-45,7-2-113,7 0-212,4 0-140,1-1-118,4 0 62,7 0-39,12 0-1,13 0 23,15-1-23,-19 0 1,2 0-331,6-1 1,2 0 326,4-1 1,2 0-521,4 0 0,2 1 535,1 0 0,2 0-3,0 0 0,1 1-17,-1 1 0,-1 0 3,-2 0 0,-1 0 3,-2 1 0,-1 0-324,-2-1 0,-1 1 307,-1 0 0,0-1 22,-1 1 1,0 0-4,-2 0 1,1 0-12,1 1 1,0-1 10,0 1 1,0 0 5,1 0 0,-1 0-6,1 0 1,-1-1-12,-2 1 1,0-1-128,-3-1 1,-1 0 154,-3 0 1,-2-1 446,27-4-463,-10 0 5,-8 0 960,-4 1-954,-3 0 698,-1 2-715,3 0 388,2 3-405,3-1 83,2 1-54,-2 1 4,-2 0-21,-6 0-1,-5-1 1,-3-1 21,-2-2 1,-1-1 6,1 0 5,1 0-40,-1 2-38,-3 1 28,-6 1 44,-7 0-22,-5 1-28,-3-1 22,0 1 18,2 0-7,2 0 29,9 0-34,1-1-11,5 0 5,-3 0 34,-5 0-45,-5 0-123,-4 0-633,-5 2 773,-4 5 0,3-4 0,-4 3 0</inkml:trace>
  <inkml:trace contextRef="#ctx0" brushRef="#br0" timeOffset="437607">23731 14606 26116,'6'-46'84,"-1"24"-50,-4 66 10,-5 13-16,-3 4 6,-6-3-23,3-15-22,-4 4 22,7-23 51,0 4 229,3-18 135,4-9-174,2-8-107,3-10-44,4-13-17,8-10-50,4-9-6,5-3 22,1 5-56,-2 10 34,-2 13 0,-3 11-44,-1 8 16,3 12-28,2 7-62,2 13-168,0 8-341,-1 7-795,-4 3-2029,-2 0 3423,-1 1 0,-9-22 0,0-4 0</inkml:trace>
  <inkml:trace contextRef="#ctx0" brushRef="#br0" timeOffset="437934">24567 14594 26654,'-36'-14'28,"0"0"0,-24-2-45,44 44 17,5 4 17,4 3-17,6 0 5,10 2 6,7-2 1,9 3-18,3-2 17,1 0-28,-4-4-39,-9-5 6,-9-3-56,-16-4-314,-14-1-595,-15-2-933,-12-3-3083,-3-5 5031,8-4 0,18-3 0,13-2 0</inkml:trace>
  <inkml:trace contextRef="#ctx0" brushRef="#br0" timeOffset="438224">25092 14720 22750,'-3'0'2800,"0"0"-2777,3 0-528,44-32-1208,-1 24-2168,0-7 1,1 2 3880,-11 14 0,-2 3 0,10 1 0,-19-2 0</inkml:trace>
  <inkml:trace contextRef="#ctx0" brushRef="#br0" timeOffset="438384">25102 14927 25057,'52'-10'-450,"0"0"0,0 0 0,7-3 0,-10 4 0,-19 4 0</inkml:trace>
  <inkml:trace contextRef="#ctx0" brushRef="#br0" timeOffset="440374">26318 14883 21075,'5'-60'1383,"-1"0"0,0 7 1,0 7-1059,2 13 213,-1 10-454,-3 17-50,0 9 16,-2 20 0,-1 19-38,-1 1-68,-2-1 0,-2 3-443,0-11 0,-1 1-2693,-3 15 1,0 1 3191,2-13 0,0-5 0,-2 11 0,6-23 0</inkml:trace>
  <inkml:trace contextRef="#ctx0" brushRef="#br0" timeOffset="440757">26775 14721 25998,'-33'39'26,"0"0"0,3-3 1,8 1-33,17 21-16,11-5 11,8-7 11,3-16-17,22-7 45,-9-19 17,15-11 55,-9-16 108,-3-14 38,-6-9 6,-8-6 11,-8-2-44,-9 5-79,-9 6-62,-8 8-22,-5 10-39,-2 10-56,0 9-51,1 14-263,2 11-1103,6 14-5399,7 10 6855,10-3 0,0-15 0,2-12 0</inkml:trace>
  <inkml:trace contextRef="#ctx0" brushRef="#br0" timeOffset="440983">27524 14711 27012,'-16'27'-205,"0"1"1,-3 31-356,26-29 0,5 1-1084,-2 1 0,-1 0 1644,0 2 0,-1-2 0,1 4 0,-4-6 0</inkml:trace>
  <inkml:trace contextRef="#ctx0" brushRef="#br0" timeOffset="441157">27322 15043 26021,'45'-27'-190,"1"0"1,-1 0-1,-3 2 1,0 2 0,-1 7-1119,5 12 1,-1 6 174,-1-3 1,-4 1 0,3-1 0,-10 0 0</inkml:trace>
  <inkml:trace contextRef="#ctx0" brushRef="#br0" timeOffset="441617">28405 14570 27846,'-24'44'76,"0"0"1,1 1 0,2 2-72,4 2 1,4 1-895,3 0 1,6 0 826,7-1 1,7-1-116,6-2 1,8-2-426,9-1 0,5-4-3081,6-2 0,2-4 3683,-3-7 0,-3-3 0,13 5 0,-25-17 0</inkml:trace>
  <inkml:trace contextRef="#ctx0" brushRef="#br0" timeOffset="443016">28935 14886 23159,'20'-50'793,"-1"0"1,-3 8-1,-2 6-199,-1 9-85,-6 11-357,0 3-74,-4 8 12,-2 16-12,-2 2 56,-5 22 1,-11 18-116,7-23 1,0 1-15,-3 7 1,1-1-804,-3 21 815,6-16-51,8-5 45,9-18 62,15-4-23,9-18-10,17-13-29,-9-6 17,-12 5 0,0-1 50,18-16-22,-15 11 0,0 0 34,13-12 33,-8 7-28,-23 18 720,-9 6-792,-3 11 22,-7 17-40,-1 8-5,-4 15-61,4-2-12,8-9-258,13 7-632,15-9-2513,1-10 1,3-1 3475,20 9 0,-4-8 0,-28-18 0</inkml:trace>
  <inkml:trace contextRef="#ctx0" brushRef="#br0" timeOffset="443232">29987 14869 21444,'-4'-2'4011,"0"1"-3608,4 1-397,49-17-196,-7 11-638,-1-4 1,4-1-1649,-11 7 1,-1 1 2104,24-6 0,-21 3 1,-17 2-1</inkml:trace>
  <inkml:trace contextRef="#ctx0" brushRef="#br0" timeOffset="443449">30669 14504 27494,'-10'32'-40,"1"1"1,3 13 0,7-1-874,12 12-3159,-4-16 1,-2 1 4071,1 12 0,-5-21 0,-3-15 0</inkml:trace>
  <inkml:trace contextRef="#ctx0" brushRef="#br0" timeOffset="443749">30969 14427 27202,'1'-37'134,"0"1"1,10-12-112,26 72-7,2 18-8,-18-15 1,-2 4-458,-2 5 1,-2 3 436,-1 4 1,-3 2-42,-3 3 0,-5 1-62,-4-1 0,-5 1-361,-4-3 0,-5-1-1053,-6-4 0,-4-2 1529,-7-2 0,0-4 0,-4 3 0,1-10 0</inkml:trace>
  <inkml:trace contextRef="#ctx0" brushRef="#br0" timeOffset="443999">31737 14516 24161,'-2'-6'2498,"0"2"-1921,2 4-527,7 11-44,2 22-73,7 19-93,-9-15 1,-1 0-323,5 23-1854,-7-17 0,0-1 2336,-1 13 0,0-3 0,-3-25 0</inkml:trace>
  <inkml:trace contextRef="#ctx0" brushRef="#br0" timeOffset="444182">31625 14765 25887,'39'-24'-460,"0"-1"1,0 1 0,17-10 0,-3 9-2302,-13 21 0,-3 5 1836,25-5 1,-24 0 0,-19 1 0</inkml:trace>
  <inkml:trace contextRef="#ctx0" brushRef="#br0" timeOffset="444366">32250 14413 28110,'21'59'19,"-11"-25"1,-3 2-317,-2 10 0,-3 3-3008,0 5 1,-1 0 3304,-1-5 0,-1-3 0,1 15 0,-2-27 0</inkml:trace>
  <inkml:trace contextRef="#ctx0" brushRef="#br0" timeOffset="454573">25215 16065 22865,'49'-20'-741,"0"1"1,0-1-1,-3 2 1,-1 1 0,-2 7 740,4 11 0,-6 4 0,7-2 0,-8 3 0</inkml:trace>
  <inkml:trace contextRef="#ctx0" brushRef="#br0" timeOffset="454734">25500 16166 16219,'-6'1'6536,"2"1"-4676,4-2-2264,6-3-1578,30-3-5978,22-3 7960,-21 5 0,1 0 0,12-1 0,-20 2 0</inkml:trace>
  <inkml:trace contextRef="#ctx0" brushRef="#br0" timeOffset="454967">26451 15920 27650,'-9'-48'56,"2"25"-78,6 72-129,-1 14-96,0-29 1,1 1-922,-1 2 1,0-1-1558,1 1 0,1-2 2471,3 24 0,-1-24 1,1-17-1</inkml:trace>
  <inkml:trace contextRef="#ctx0" brushRef="#br0" timeOffset="455350">27002 15931 27589,'-45'-15'84,"6"18"-87,28 25 0,6 9-3,-1-2 1,1 0-20,1 0 0,1-1-48,4 29-56,9-9 45,7-14 73,7-15 39,7-17 50,8-20 12,11-14-6,-22 6 0,1-2-444,2 0 1,-1-1 546,-3 0 1,0 1 127,16-13-315,-17 11 0,-12 12 0,-10 11 0,-4 17 0,-4 18 0,-1 24 0,1-20 0,0 3-702,1 8 0,1 3-1799,0 8 1,0 2 2060,-1-3 1,2-4 0,-1-15 0,1-5 0,-1 8 0</inkml:trace>
  <inkml:trace contextRef="#ctx0" brushRef="#br0" timeOffset="486665">25343 17410 16807,'2'-9'3853,"0"2"-2155,-2 7 693,0 0-2301,6-46 38,-9 35-66,0-33 5,-19 53 0,-18 13-78,1 2 34,-1 3-35,9-1-27,15-7 0,3 3 56,16 1-6,14-5-11,5-1 0,20 2 11,0-1-11,14 6-23,-26-9 1,-1 2 0,8 11 16,-9-2-50,-27-5 28,-16-5 34,-12 2-157,-22-2-196,6-7-544,-7-6-212,24-5-5294,5-11 6397,14-2 0,2 3 0,4 2 0</inkml:trace>
  <inkml:trace contextRef="#ctx0" brushRef="#br0" timeOffset="486875">25787 17143 26329,'-7'53'22,"1"1"1,1-7-1,3 0-109,4-2 0,2 0-1046,2-6 1,1-2 336,8 24-1055,-5-27 0,0-2 1851,2 13 0,-1-12 0,-6-11 0</inkml:trace>
  <inkml:trace contextRef="#ctx0" brushRef="#br0" timeOffset="487782">25744 17543 16919,'-1'-6'6268,"1"1"-4202,0 5-2044,32-58-38,-13 46-63,8-16 1,5 4-482,20 36 129,2 2 55,4-1 152,-21-6 202,-12-3 134,-6-5 342,-11-2-1,-2-1-38,-8 0-96,-4 1-151,-1 2 118,-6 1-28,-1 7-219,5 1 11,1 3 6,16 0-45,0-4 40,25-2-18,-4-4-21,14-8 49,-8-6 46,-8-7 33,-9-3-17,-10-4-78,-7 6 173,-13-11-100,-3 14 16,-11-4 34,0 13-101,1 5-50,1 8 5,2 7 1,3 10-18,4 8-16,4 7-17,6 5-151,7 3-342,8-1-459,10-2-325,12-7 6,10-10 296,6-10 560,-1-12 499,-3-13 382,-7-10 486,-10-8 263,-8-3-112,-8-2-218,-6 4-235,-3 6-213,-1 8-163,-1 9-111,0 4-124,-2 20-28,1 5 17,0 22-50,0 3-12,7 7-28,3 4-16,2-2 84,-3-4 10,-3-13 40,-9-15 0,-3-11-44,-4-16 44,2-6-34,-4-28 68,7-5-26,2 7 0,1-3-346,3-1 0,4-2 318,2-4 1,3-1 5,3 1 0,3 2 3,1 3 0,1 2-131,0 6 1,0 3 96,14-14 34,-5 17-34,-3 13 17,0 10 11,-1 13 601,-1 8-607,-3 11 203,-8 6-225,-15 4-5,-16 1-34,-20-1-101,13-20 0,-1-2-375,-1-2 0,-1-2-2369,-25 7 2053,14-9 0,20-6 0,12-5 0</inkml:trace>
  <inkml:trace contextRef="#ctx0" brushRef="#br0" timeOffset="487991">27007 17445 19305,'-5'0'6004,"1"0"-4598,4 0-1596,-22-12-398,40 6-1121,-5-9-3219,47 7 4928,-25 4 0,-1 0 0,4-1 0,-5 0 0</inkml:trace>
  <inkml:trace contextRef="#ctx0" brushRef="#br0" timeOffset="488391">27592 17245 18028,'1'-3'7029,"-1"0"-4833,0 3-2112,-7-43-79,-1 40 7,-11-26-12,-2 58-6,-2 11-28,1 7 6,6 5-39,6-1-118,8-3 1,11-4-12,10-6 0,10-8 117,9-8 62,7-10 68,1-8 44,-4-12 101,-9-5 78,-12-7-44,-11-2 16,-8 0-22,-9 0-44,-5 3-1,-5 4-62,-3 3-38,0 6-40,-1 2-39,-3 9 0,-2 9-50,-5 10-23,6 0-1210,-5 15-7718,18-13 9001,-2 6 0,12-18 0,3-7 0</inkml:trace>
  <inkml:trace contextRef="#ctx0" brushRef="#br0" timeOffset="490090">28478 17342 20140,'-1'-6'4385,"0"2"-2889,1 4-1440,18-54-23,-2 48 12,20-32-45,-5 66-11,6 8-73,2 4-90,-5 1-66,-9-3-7,-12-6 118,-19-7 106,-14-7 35,-13-10 49,-4-7 63,5-9-6,11-8-6,12-5 0,17-4-17,15-2-56,19-2-78,14 0-45,-24 15 0,1 1-726,2 2 1,0 0-2518,1 2 0,-1 1 2516,25-4 1,-22 6-1,-18 3 1</inkml:trace>
  <inkml:trace contextRef="#ctx0" brushRef="#br0" timeOffset="490317">29380 17297 23259,'-1'-6'1675,"1"0"-1659,13-28 1,10-5-50,17 12-40,-3-14 0,4 4-547,-5 28 0,2 8 60,0 0 0,0 4-1479,-2 1 0,-2 3 2039,24 14 0,-28-7 0,-11 0 0</inkml:trace>
  <inkml:trace contextRef="#ctx0" brushRef="#br0" timeOffset="490474">29485 17390 23595,'42'-9'-1241,"-1"0"0,0 0 1,21-5-1,-5 2 1241,-19 5 0,-4 1 0,12-2 0,-20 2 0</inkml:trace>
  <inkml:trace contextRef="#ctx0" brushRef="#br0" timeOffset="491007">30645 17021 25864,'-42'-4'106,"-1"1"1,-1 0-1,4 2-72,2 4-1,-10 0-16,-2 2-17,14-3 11,8 1 34,16-1-22,8-1 10,1 1 74,2 2 89,1 5-129,0-1 28,0 7-28,0 2-22,2 9 0,-2 14 11,2-1-45,-3-1 39,-5-5 29,-1-11 10,-5 3-49,2-7 105,1-8 85,4-4 89,3-5-201,8-13-6,6-5-90,2-3 51,16-9-62,-14 18 0,17-5-56,-6 12 45,10 5 56,16 14-84,-7 5-16,0 5-29,-8 4-62,-15-4-464,-3 14-280,-20-6-1138,-18 1-167,-7-14 1336,-17-3 0,27-12 0,-7 1 0</inkml:trace>
  <inkml:trace contextRef="#ctx0" brushRef="#br0" timeOffset="491273">31143 17596 26586,'-26'41'-748,"-1"1"0,4-6 0,2-5 1,9-10-1,4-10 0</inkml:trace>
  <inkml:trace contextRef="#ctx0" brushRef="#br0" timeOffset="491874">31740 17162 21887,'2'-3'3966,"0"0"-3076,-2 3-772,13-23-73,-22 18-6,-12-18-62,-23 22 1,-4 0 11,5-1 28,15 1-17,4-1-6,8 2 17,11 1 12,2 4-40,0 4 22,0 9 7,-1 14 16,1 2-12,0 2-10,0 2 11,1-8-12,-4 12-10,3-17 38,-5 6-21,4-19-1,0 1 22,2-7 231,1-5-136,1 1 186,0-8-174,1-2-95,2-3 22,2-2-5,5 3-96,11-3 51,4 5 5,9 3-50,-8 8 39,8 6-11,-6 8-5,11 15-29,-12-1-55,-5 5 38,-15-14-190,-17 1-761,-22-5-925,-10-1-7904,-14-4 8489,21-8 0,11-3 0,18-2 0</inkml:trace>
  <inkml:trace contextRef="#ctx0" brushRef="#br0" timeOffset="492191">32102 17101 26329,'-10'35'128,"0"1"1,-2-3 0,-3-2-67,-27 9 5,3-5-67,9-7 6,12-4 16,9-7 0,14-3 1,11-3-23,17-1-73,13-1-213,11-1-1833,6-5 1452,-13-2-4249,-11-4 1,0-1 4657,7-3 1,4-1 0,-30 3 0</inkml:trace>
  <inkml:trace contextRef="#ctx0" brushRef="#br0" timeOffset="492757">32816 17012 26788,'-23'-8'73,"-7"5"-45,-6 16-17,-5-1 6,8-5 11,-3-1-17,20-5 28,-1 1-50,12-2 33,3 0-16,0 3-6,-1 2 39,0 5-22,1 4-6,0 4 6,1 5-6,1 5 12,-1 0-29,-1 2 23,-2-3 22,0-4-50,-2-4 16,0-4 7,1-5 55,2-5 118,1-2 302,1-3-297,1-7-89,4-1-23,6-8-66,10 1 16,11 0-6,10 5-16,3 4-12,-2 5-33,-4 7 39,-3 5 0,-4 10-73,-5 6-33,-10 5-163,-10 1-342,-16 0-671,-12-5-1765,-17-4 3047,-16-8 0,24-8 0,0-5 0</inkml:trace>
  <inkml:trace contextRef="#ctx0" brushRef="#br0" timeOffset="492940">32836 16965 24769,'50'-17'-1042,"0"0"1,-4 2-1,-8 9 1042,-17 22 0,-9-7 0,-5 3 0</inkml:trace>
  <inkml:trace contextRef="#ctx0" brushRef="#br0" timeOffset="493208">32813 17885 27628,'-41'-11'-129,"-6"18"-434,20 21 1,2 7-4354,-5 1 1,-1 0 4739,3-3 1,1-3 0,-7 11 0,15-19 0</inkml:trace>
  <inkml:trace contextRef="#ctx0" brushRef="#br0" timeOffset="493367">32376 17976 26928,'57'-6'215,"1"0"1,-16 5 0,0 3-1,1 4-223,-1 6 1,-1 4 0,2 2-1403,6 3 0,1 3 1,0 1 658,3 3 0,-1 2 1,0 1 750,1 1 0,-2 2 0,-4-4 0,-4 0 0,-4-4 0,-10-3 0,1-1 0</inkml:trace>
  <inkml:trace contextRef="#ctx0" brushRef="#br0" timeOffset="494790">4149 7133 25789,'-42'-41'-743,"-8"13"809,20 33 1,-1 7-457,-2-1 0,-1-1 524,0 1 0,1 1-272,2-2 1,1 0 169,-21 7-319,13-5 246,11-2 81,10 0-162,7 2-257,4 3 443,8 3-262,4 4 193,5 5-46,3 3-175,1 6 28,-2 6-19,-5 9 40,-4 10-80,-6-27 0,0 3 254,-1 4 1,1 1-571,-2 5 0,1 1 562,1 5 0,1 1 2,-1 4 1,1 1 8,0-17 0,1 0 0,-2 1-420,0 3 0,0 0 1,-1 0 422,-1 3 1,0 0 0,-1 1-4,-1 2 0,0 0 0,0 1 2,0 0 0,-1 1 0,0 0 1,0 1 1,1 0 0,0 0-468,0 0 1,0 0 0,1 0 468,0 1 1,0 0 0,0 1-1,1 0 1,-1 1 0,1 0-3,0 0 1,0 1 0,0 0 5,0 0 0,1 1 1,0 0-8,-1 0 0,1 0 0,1 0-6,0 0 0,1 0 0,-1 0 11,1 0 1,0 0 0,0 0 8,1 1 1,-1-1 0,1 1 7,-1-2 0,1 1 1,-1 0 6,0 0 1,0-1 0,0 1-4,-1 0 0,0 1 0,0-4-19,0-10 1,0-3-1,0 3 14,-1 1 1,-1 3 0,0 0 0,0-4-4,0-2 1,0-3 0,-1 3 3,-1 15 0,-1 5 1,1-3 10,0-14 1,0-2-1,1 0-110,0 0 1,-1-2-1,1 1 123,0-2 1,1-1 0,-1 0 12,-2 18 1,1 0-26,0-6 1,0 0 10,1-4 1,0 0 8,1-5 0,0-1-3,0-2 0,0-2 287,1-3 0,0-1-317,0 24 1043,12-16-1262,19-19-493,2-23 1,5-8-2932,20-10 0,4-5 3620,-17 5 0,2-2 0,-4 0 0,8-3 0,-5 2 0,-13 5 0,-1 1 0</inkml:trace>
  <inkml:trace contextRef="#ctx0" brushRef="#br0" timeOffset="495723">5329 14485 15341,'-50'8'814,"0"1"0,0-1 1,2 0-1,1 0 0,12-2-147,15-3 43,4 0 18,38-5-280,18-2-302,12-1-491,-8-1 0,6 0 374,-3 1 1,4-1 0,1-1-768,4 0 1,2 0 0,3 0 718,-5 0 1,3 0 0,0 1 0,0-1-9,-5 1 1,0 0-1,0 0 1,1 0-18,1 0 1,1 1-1,0-1 1,0 1-538,1 0 0,1 0 0,-2 0 0,-2 1 542,5-1 0,-3 0 0,2 1-33,-2 0 0,3 0 1,-1 1-1,-6 0-590,-8 1 0,-4 0 1,2 0-417,11 0 1,1 0 0,-8 1-2973,6 3-403,-76 9 3204,-20 0 1,-11-1 1248,2 1 0,-5-1 0,-2 1 0,5-1 0,-3 1 0,-1-1 0,-1 1 60,6-1 1,-1 0-1,0 0 1,-2 0 0,0 0 580,-4 1 1,-1 0 0,0 1 0,-1-1 0,0 1 92,8-2 1,0 0 0,0 0-1,-1 0 1,1 1 0,0-1-375,1 0 0,-1 0 0,0 0 0,1 0 1,0 0-1,1 0-50,-8 1 0,1 0 0,0 0 1,1 0-1,2-1-337,-8 2 1,1-1 0,3 0 0,1-1 186,-6 0 1,2 0-1,5-1 229,-9 0 1,8-2-166,22-3 0,7-2 1425,0-6-708,75-19-611,-6 9 1,8-1 21,5-1 1,6-1 0,4 1-232,-8 3 1,3 1 0,1 0 0,3 0-45,-7 1 0,3 0 0,0 1 0,2-1 1,0 1-54,-7 1 0,2 0 0,0 0 1,0 1-1,1-1 0,-1 1-92,2 0 0,0-1 0,1 1 0,-1 1 0,0-1 0,0 0 81,-1 1 0,0-1 0,0 1 0,0 0 1,-1 0-1,-1 0-225,8-1 1,0 0 0,-1 0-1,-1 1 1,-1-1 214,-5 1 0,0 0 1,-2-1-1,0 1 1,-1 0 27,5-1 1,-1 0-1,-2 0 1,-1 1-441,5-2 0,-2 0 0,-3 0 409,11-1 0,-9 0 0,5 0 0,-28 4 0</inkml:trace>
  <inkml:trace contextRef="#ctx0" brushRef="#br0" timeOffset="497350">9633 3143 22524,'5'-42'784,"0"-1"1,-1 3-1,-2 11-543,-3 25 217,-2 2-435,1 12 112,-1 12-147,1 15-195,0 12-577,0 8-1591,4 5 2375,1-27 0,1-3 0,0 5 0,2-5 0</inkml:trace>
  <inkml:trace contextRef="#ctx0" brushRef="#br0" timeOffset="497700">10042 3075 22470,'19'-50'1338,"-1"1"1,-1 1 0,-5 14-1216,-11 28-73,-3 2-61,-3 14 95,-9 21-62,1 9 29,-3 21-274,7-15 251,3 14-34,3-14 17,6 7 40,10-7 49,4-19-4,3-10 144,4-20-10,1-12 39,12-11-62,-10 4 0,-1 0-100,13-11-12,-12 10 0,0 2 264,1-1-359,0 0 0,-11 13 0,-10 9 0,1 33-427,1 14-301,4 14-2599,-1-13 0,2 1 3327,-2-9 0,0-2 0,-2-3 0,0-3 0,5 10 0</inkml:trace>
  <inkml:trace contextRef="#ctx0" brushRef="#br0" timeOffset="498800">11125 3281 25696,'-31'7'565,"-1"-1"1,-11 5-336,64-10-73,8-1-68,6-1-27,4-1-40,6-4 1,2-2 10,3-2-16,1-2 5,-6 0-38,-12 3-253,-14 5-795,-13 3-4297,-12 8 5361,-3 1 0,2 0 0,1-3 0</inkml:trace>
  <inkml:trace contextRef="#ctx0" brushRef="#br0" timeOffset="500283">13725 2872 9436,'-62'5'1386,"-1"0"0,8-1 0,-3 0 1,4 0-211,2 0 0,3 0-517,-16 1 0,5 0 998,2-1-400,28 0-556,25-3 117,25 0-236,23 0-375,-9-1 1,4 0-707,11 1 1,4-1 557,-10 0 1,2 0 0,2 0-810,8 0 0,2-1 1,-2 1 765,-6-1 1,-2 1 0,5-1 15,-2 0 1,7-1-1,1 0 1,1 1 0,-3-1-17,5 0 1,-3-1 0,1 1 0,5-1-305,-13 1 0,1 0 0,3 0 0,2 0 0,-1 0 0,0 0 0,-1-1 288,6 1 0,0 0 0,-1-1 0,0 1 0,1 0 0,0-1 3,-6 1 0,0 0 1,1 0-1,0-1 1,-1 1-1,1 0 0,0 0-3,1 0 1,0 0 0,0 0 0,0 0 0,0 0 0,0 0 0,0 1-196,0-1 0,0 0 0,0 1 0,0-1 0,0 1 0,0-1 0,-1 1 197,0 0 1,0-1-1,0 1 1,0 0-1,0 0 1,-1 0-1,1 1-109,7-1 0,1 0 0,-1 1 0,0-1 0,0 1 0,-1-1 102,-2 1 0,0 0 1,0-1-1,0 1 1,-1-1-1,-1 1 4,-2 0 0,0-1 0,-1 1 0,0 0 0,-1-1 0,0 1 2,7-1 0,-1 1 0,-1-1 0,0 0 0,-1 0 0,-5 0 0,-1 0 0,0 0 1,-1-1-1,0 0-4,5 0 0,-1 0 0,-1-1 1,-1 1 188,9-2 0,-2-1 0,-3 0-177,-8 0 1,-2 0-1,-2 0 540,14-3 0,-4 0-527,-5 1 1,-3 1-4,-3 0 1,-2 1-6,-4 2 0,-1 0-8,26-2 1788,-13 2-1805,-14 1 2199,-13 1-3068,-12 1 1250,-9 0 1,-2 0 0,-3 0 0</inkml:trace>
  <inkml:trace contextRef="#ctx0" brushRef="#br0" timeOffset="518724">3866 2797 14933,'-4'-43'1074,"0"0"1,-1 0 0,-1-20-1,2 12-300,6 26-98,0 2-243,0 12 167,1 18-640,-2 6 346,-1 27 85,-4 10-367,0-15 0,1 1 252,-1 1 0,0 1-54,3 1 0,3-1-23,9 15-276,5-13 574,17-22 60,8-16-95,-9-7 1,3-3-369,9-7 0,3-3 242,2-4 1,3-3 0,-2 1 165,6-3 0,0 0-235,-14 7 1,3-3 0,0 1-1,-3 3 287,17-7 0,-2 2-251,-13 5 1,2-1 0,0 3-971,-2 2 0,1 1 1,-3 3 686,6 2 1,-4 2 0,19-2 0,-37 13 0</inkml:trace>
  <inkml:trace contextRef="#ctx0" brushRef="#br0" timeOffset="520041">5062 12476 13771,'-5'-3'4145,"2"1"-841,3 2-3108,-13-39-67,13 35 22,-7-21 17,17 52-11,1 13-95,-3-3 62,4 18 27,0-21 190,7 7 180,6-23 39,9-15-151,14-19-272,-17 1 0,2-3-842,7-6 1,1-1 751,-7 4 1,2-2 80,17-11 1,-1 0-244,-17 12 0,-2 1 145,12-7 1,-2 0-70,9-3-543,-16 13-1928,-12 10 2510,-6 19 0,-10-7 0,-1 8 0</inkml:trace>
  <inkml:trace contextRef="#ctx0" brushRef="#br0" timeOffset="716599">7364 9275 9223,'-5'0'4789,"1"0"-337,4 0-3577,63-7-86,-2 3-1179,-21 1 0,6 0 0,0 0 563,-2 1 1,-1 0 0,2 0-537,7 0 1,3 0 0,1 0 411,-9 0 0,2 0 0,0 0 0,1 1-420,5-1 0,1 0 0,0 1 1,2-1 382,3 0 1,1 0-1,1 0 1,1 1-356,-12-1 1,1 1 0,1 0 0,-1-1 0,1 1 342,-1 0 0,1 0 0,0-1 0,0 1 0,0 0-7,-2 0 0,0 0 1,0 0-1,-1 0 0,0 0-125,9 0 0,-1 0 1,-1 1-1,-1-1-97,-6 0 1,0 1 0,-2 0 0,-1 0-1106,8 0 0,-3 1 1,-2 1 1333,6 0 0,-6 0 0,7 3 0,-33-2 0</inkml:trace>
  <inkml:trace contextRef="#ctx0" brushRef="#br0" timeOffset="889164">15051 1174 9374,'-5'-1'4268,"2"-1"1843,3 2-5338,-64-5-448,43 4 8,-18-2 0,2 0-59,24 3-89,-3 0-95,7 0-73,4 0 28,3 0 56,23 0-6,15-1-62,-1-2 1,6 0-368,9-2 0,3 0 339,-11 0 1,1 0 0,2 1-818,2-1 1,2 0 0,-1 0 820,1 1 1,-1 0-1,0 1-2,-3-1 1,-1 2 0,-1-1-217,13 0 1,-3 0 208,-11 1 0,-4 1 28,12-1 78,-26 1 479,-25 3-517,-22 3 4,-24 5-38,13-4 0,-3 1 930,-7 1 1,-4 0-940,-4 2 1,-3-1-329,-3 1 1,0 0 316,-2 0 0,0-1 8,1-1 1,1 1 19,4-2 0,1-1-89,7-2 1,2 0 99,7-1 0,2-2 54,-17-1 72,18-2-39,15-3 440,10-1-580,11-1 1242,4 1-1254,27-4 29,11 0-14,-7 3 0,5-1-466,4 0 1,3 0 453,6-1 1,2 0 5,2 1 1,1 1-10,-2 0 1,-2 1-12,-4 2 1,-2 0-107,-9 2 1,-2 0 83,17 0 50,-26 4 51,-24 1-44,-27 5-7,-26 6 0,12-4 1,-5 0-603,-10 1 0,0 1 605,6-2 1,-2 0 2,-4 1 0,-4 0 1,5-2-85,10-2 0,0 1 97,-10 1 0,-5 1 1,9-2 36,-8 0-10,-3 2-29,53-12 34,34-6-31,0 0 0,5 0-28,16-4 1,5 0 83,-9 2 0,2 0 0,1 0-96,7 0 0,2-1 1,1 1-14,-14 2 0,1 1 0,0-1 0,-1 1-280,14-2 0,0 1 0,-1 1 308,-3 1 0,-1 1 0,-6 0 0,-4 1 0,-6 1 0,22 1 0</inkml:trace>
  <inkml:trace contextRef="#ctx0" brushRef="#br0" timeOffset="923680">16864 3389 21752,'7'-61'1363,"0"-1"0,-1 8 1,-2 5-698,-6 2-157,-1 16-318,-3 14-130,2 11-66,-1 17 16,-1 18-61,-4 22-57,4-18 1,0 3-507,1 5 1,1 1-2,1 5 1,2 0-818,4 1 0,4 0 1431,5 3 0,1-5 0,3 7 0,3-12 0</inkml:trace>
  <inkml:trace contextRef="#ctx0" brushRef="#br0" timeOffset="923997">17487 3237 21741,'0'-6'3215,"0"0"-2682,0 6-141,0 0-319,-65-32-40,38 48-28,-13-17 1,2 6 2,25 23 1,6 9-4,0-2 1,2 2-182,3-2 1,3 0 178,4-2 0,3-1 19,19 22 17,13-14 34,12-17 67,3-20 84,1-22 62,-8-17-34,-12-15-79,-16-6-78,-21-3-117,-28 4-141,4 32 1,-6 3-1493,-9 4 0,-4 5 1655,3 2 0,1 4 0,-17 1 0,26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33:35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2580 2141 24956,'9'-33'202,"-11"26"-158,-10 29 1,-4 16-9,-1-2 1,0 2-18,1 1 1,1-1-351,3-1 0,2 0 319,3-5 1,4-1-62,11 22-21,16-12-550,24-12 56,1-13-1283,1-12 1,5-5-1595,-12-3 1,0-2 3232,14-1 0,-3-1 0,2-5 0,-27 4 0</inkml:trace>
  <inkml:trace contextRef="#ctx0" brushRef="#br0" timeOffset="174">3312 2211 25348,'-49'-24'-1629,"31"2"374,43 16 0,16 4-1761,2-3 0,0 1 1883,-1 0 1,-3 0 0,14-1 0,-25 3 0</inkml:trace>
  <inkml:trace contextRef="#ctx0" brushRef="#br0" timeOffset="357">3447 2392 22077,'-39'27'1083,"0"1"0,0-3 0,15-8-674,25-15-202,8-2-156,11-5-152,15 0-504,17-6-401,-21 6 1,2-1-3772,5 0 0,0-1 4777,-4 1 0,-1 1 0,9-3 0,-18 3 0</inkml:trace>
  <inkml:trace contextRef="#ctx0" brushRef="#br0" timeOffset="933">4405 2190 24671,'-8'-48'416,"0"0"1,1 5-1,-3 10-332,-8 22 247,-2 13-292,-1 14 106,-4 13-123,-1 13-5,6-3 2,10-7 1,3 2-54,6 11 12,11 16 0,18-26 22,13-15-6,7-12 34,1-17 17,-4-10 16,-3-14 63,-9-8 16,-9-6-23,-11 1 43,-13 4-104,-8 10 143,-7 11-188,-3 10-39,2 7-123,3 12-610,5 9-2466,4 11 3227,16 11 0,-7-16 0,8-1 0</inkml:trace>
  <inkml:trace contextRef="#ctx0" brushRef="#br0" timeOffset="1117">4978 2478 24659,'0'-4'2795,"0"1"-2537,0 3-958,-20 34-4274,1 7 4974,2-8 0,0-1 0,1 6 0,5-15 0</inkml:trace>
  <inkml:trace contextRef="#ctx0" brushRef="#br0" timeOffset="1683">5812 2149 20615,'0'-5'4184,"0"0"-2581,0 5-1553,-67-52-16,41 49-20,-14-18 0,3 7 8,22 46-33,6 7 0,8 4 22,11 2-11,11-1 0,12-1-6,8-4 12,5-3-23,-4-4 17,-11-5 28,-13-5-34,-22-4 34,-28 1-39,0-8-6,1-4 1,-1-1-46,-14-4-319,-10-6-1025,13-9-8425,18-17 8688,14 10 1,10-1 0,3 17 0</inkml:trace>
  <inkml:trace contextRef="#ctx0" brushRef="#br0" timeOffset="1907">6316 2198 25819,'37'-27'-725,"0"0"1,5 1-1,0 7 1,11 15 0,-5 1-1</inkml:trace>
  <inkml:trace contextRef="#ctx0" brushRef="#br0" timeOffset="2090">6399 2386 23091,'-6'2'3423,"0"-1"-3099,6-1-324,0 0-341,18-25-734,21 7-1091,1-5 1,5-1 1599,3 8 1,-2 3 0,-9 1 0,-4 2 0,11-3-1</inkml:trace>
  <inkml:trace contextRef="#ctx0" brushRef="#br0" timeOffset="2400">7195 2057 19210,'8'-6'5337,"-3"1"-3908,-5 5-779,0 0-432,-67 19-173,35-1-31,-9-2 0,3 4-9,18 17-5,13-4-61,13 1 16,5-14-117,21 0 128,-12-11 34,32 1 50,-19-17 74,14-5-40,-19-7 134,-1-10 51,-13 0 78,0-19-190,-11 8-45,-10-3-79,-4 20-5,-14 4-89,-13 11-354,-3 2-2122,-8 8 2537,19 4 0,12-1 0,11-1 0</inkml:trace>
  <inkml:trace contextRef="#ctx0" brushRef="#br0" timeOffset="2641">7711 2370 25968,'-1'57'-1445,"0"-1"0,5-12 0,-4-8 0,-10-17 0</inkml:trace>
  <inkml:trace contextRef="#ctx0" brushRef="#br0" timeOffset="3441">8688 2251 25808,'17'-53'603,"-1"1"0,-1 4 0,-4 12-508,-6 25-73,-3 6 40,1 13-34,-1 9-11,1 14 0,-1 13-29,-4 8 1,-6 3 22,-6-4 6,-3-8 11,1-13 73,5-15 17,5-11-68,4-15 0,6-12-22,8-16-5,11-12-1,-7 23 1,0 0-7,13-17 35,10-2-34,-1 15-17,1 6 5,-5 8 23,1 18-33,-17 6-113,24 23 17,-22-8-451,1 9 1,0 4-1768,2 12 804,-8-17 0,-1 0 1515,7 17 0,-12-28 0,-1-2 0</inkml:trace>
  <inkml:trace contextRef="#ctx0" brushRef="#br0" timeOffset="3767">9657 2182 26010,'12'-53'470,"1"0"0,-3 6 1,-10 11-348,-21 22-61,-10 9-6,-4 13-28,3 7-17,5 11-11,12 7 0,13 7 5,17 5 1,16 4-1,-7-23 1,4 0-318,3 0 1,3-1 288,1 1 1,0-1-9,-3-1 1,-1 1-271,15 17 262,-21-5 27,-23-9-4,-22-6-29,-19-7-84,-14-7-207,-8-9-234,1-10-2617,7-15 2417,14-3 1,17 7-1,12 8 1</inkml:trace>
  <inkml:trace contextRef="#ctx0" brushRef="#br0" timeOffset="4007">10166 2158 27382,'28'-28'-792,"1"1"0,1 1 1,2 8-1327,4 16 1,1 6 702,24 1 0,-31-3 0,-21 0 0</inkml:trace>
  <inkml:trace contextRef="#ctx0" brushRef="#br0" timeOffset="4191">10275 2303 27398,'46'-21'-968,"8"1"276,-19 13 0,3 1-711,2-2 0,0 1-2031,2-1 1,-1 0 2300,-4 0 1,-3 1 0,9-2 0,-20 3 0</inkml:trace>
  <inkml:trace contextRef="#ctx0" brushRef="#br0" timeOffset="4433">10946 2098 27320,'-50'34'58,"0"0"0,6-3 0,11-1-53,29 10 12,26-6-17,-1-14-22,29-6 5,-8-14 45,14-9 33,-2-13 57,-25 1 0,-3-3 117,11-22-112,-7 0 34,-18 4-101,-20 12-84,-15-1-2490,-9 19 1,-6 6 2517,6 3 0,1 2 0,-30 3 0,32 3 0</inkml:trace>
  <inkml:trace contextRef="#ctx0" brushRef="#br0" timeOffset="6924">939 3592 25763,'-31'-38'231,"-1"0"1,2 2 0,2 12-188,5 27 52,-7 10-63,7 9-27,-1 37-12,11-21-5,11-4 0,7-1-17,14 3 11,4-1 3,3-11 0,2-1 14,15 10-187,-12-9 0,0-1 193,9 12 89,-15-7-79,-18-5-16,-20-6 12,-16-1-1,-16-4-17,-9-4-39,-1-5-207,5-6-487,11-10-685,15-13-2524,20-10 3948,25-9 0,-8 20 0,9 3 0</inkml:trace>
  <inkml:trace contextRef="#ctx0" brushRef="#br0" timeOffset="7133">1322 3560 27841,'16'-34'106,"1"1"1,8-9-85,-29 75-22,0 25-6,2-22 1,-1 3-592,0 5 1,0 1 545,-1 2 1,0 2-264,0-1 1,0 0-390,1-4 0,0-2-803,2-5 0,1-3 1506,4 13 0,-1-24 0,0-12 0</inkml:trace>
  <inkml:trace contextRef="#ctx0" brushRef="#br0" timeOffset="7633">1370 3887 26586,'-24'-35'25,"0"1"1,-2-18-82,70 59-112,14 3 36,-24-6 1,1-1-254,2 0 1,0-1 291,-1-1 1,-2-1 42,25-3 220,-17-2-24,-19-3 83,-13-3 68,-9 2 39,-4 0-28,-3 3 302,-6 3-426,-4 4-49,-2 7-62,-1 6-45,5 7-12,5 1-10,11 0-12,10-3-10,10-4 10,9-7 12,4-7-1,-3-10 40,-4-7 17,-9-9 22,-9-5 33,-6-4 34,-9-1 29,-4 2-18,-7 6-56,-4 8-50,0 10-28,-1 8-15,-1 13-13,-2 12 0,1 15 0,3 12-52,6 9-105,9-26 1,2 0-555,4 3 0,2 1-855,6 3 1,4-1 1565,11 5 0,2-4 0,4 8 0,8-9 0</inkml:trace>
  <inkml:trace contextRef="#ctx0" brushRef="#br0" timeOffset="8040">2138 4138 20285,'14'-36'2719,"1"1"1,5-15-2230,-4 6 0,0 2 227,-4 2-280,-6 17-269,-5 13-107,0 12-22,-1 14 34,0 13 34,0 16-68,-2 10-284,-1-23 0,0 1 245,-2 3 0,-1 2-20,-1 0 1,-1 0-6,0-1 0,-1-3 2,-5 18 34,3-23-11,4-24 0,2-19 45,3-19-39,0-18 5,3 18 0,2-1 6,1-4 1,1-1-24,3-2 1,2 1 2,1 2 1,2 1 7,0 4 1,2 2 22,14-20-17,-1 13-11,-1 11-17,0 11 12,1 8 38,0 13-44,-2 9 449,-2 13-444,-6 5-33,-10 3 44,-18 0 7,-17-3-108,-22-4-245,-9-8-712,-2-10-4498,15-14 5085,17-8 1,17 1-1,10 2 1</inkml:trace>
  <inkml:trace contextRef="#ctx0" brushRef="#br0" timeOffset="8266">2773 3913 26805,'39'-27'-1208,"1"-1"0,1 0 0,-8 9 0,-20 18 0,-3-1 0</inkml:trace>
  <inkml:trace contextRef="#ctx0" brushRef="#br0" timeOffset="8450">3287 3656 23903,'0'-3'3910,"0"0"-3052,0 3-858,-13 1 0,11 23 0,-3 13 0,12 4 0,5 5-435,0-1 1,0-1-674,1 0 1,-1 2 1107,-1 9 0,-1-5 0,-3-13 0,-1 18 0</inkml:trace>
  <inkml:trace contextRef="#ctx0" brushRef="#br0" timeOffset="8700">1382 4592 25091,'-58'2'401,"0"1"0,0 0 0,11-1 0,1 0 0,9 0-149,-6 0-146,35 0 62,57 0-129,-4-3 1,9-1-1248,3 1 0,7-2 1,-1 0 1209,-7 1 0,-1-1 0,4 0-1,-11 0 0,4 0 0,2-1 0,-1 1 0,-1 0-11,7-1 0,-1 1 1,0 0-1,5-1-75,-4 1 0,4 0 0,2 0 0,1-1 0,-1 1 0,-3 0-374,-7 0-1,-2 1 1,0-1 0,-1 1 0,0 0 0,2-1-332,3 1 0,2-1 1,1 0-1,-2 1 1,-2-1-1,-4 1 587,4-1 0,-3 1 0,-4 0 0,-3 0 0,16 0 0,-9-1 0,2 1 0</inkml:trace>
  <inkml:trace contextRef="#ctx0" brushRef="#br0" timeOffset="9533">4731 4061 24480,'-9'-49'799,"1"1"0,0 5 1,3 9-655,3 16-89,7 12-28,8 13 0,13 12-22,13 16 2,-16-12 1,0 1-18,2 4 1,-2 2-37,-2 2 0,-3 1-136,-4 1 0,-4 2 133,-7-2 1,-5-1 30,-14 24 62,-12-18 34,-3-20 44,6-25 0,10-21-17,8-20-22,16-13-301,-1 27 1,5 0 216,4 1 0,4 1 8,3 2 1,4 2-65,2 3 0,3 2-308,3 4 0,2 2-807,3 3 0,1 2 1171,6 4 0,-3 2 0,7 0 0,-6 4 0</inkml:trace>
  <inkml:trace contextRef="#ctx0" brushRef="#br0" timeOffset="9724">5616 3892 26301,'44'-21'-566,"1"-1"0,0 1 0,-1 1 1,1 2-1,-6 7 0,12 11 0,-8 3 1</inkml:trace>
  <inkml:trace contextRef="#ctx0" brushRef="#br0" timeOffset="9890">5665 4187 22867,'-8'2'3971,"2"0"-3567,6-2-292,0 0-544,70-43-1093,-40 31 1,3 1 90,7-8 0,5-3 0,-2 4 905,2 5 0,-3 3 0,12-4 1,-25 7-1</inkml:trace>
  <inkml:trace contextRef="#ctx0" brushRef="#br0" timeOffset="10200">6577 3815 24167,'-3'0'2711,"0"0"-2387,3 0-116,-68 18-119,39 1-61,-13-1 0,4 4 0,19 16-33,9 1 27,12-1-33,14-8-12,9-5 57,9-9-34,0-7 17,-1-10 33,-4-10 45,-4-11 57,-6-8-12,-5-8-12,-5-4-49,-5-2-34,-2 3-6,-5 9-95,-5 11-487,-9 10-2308,-12 12 2851,0 6 0,8-1 0,9 0 0</inkml:trace>
  <inkml:trace contextRef="#ctx0" brushRef="#br0" timeOffset="10601">7185 4208 28082,'-22'15'-6571,"-6"18"6571,13 0 0,3 1 0,-9 12 0,10-20 0</inkml:trace>
  <inkml:trace contextRef="#ctx0" brushRef="#br0" timeOffset="11907">8465 3931 25343,'-8'-42'373,"-1"1"1,1 2-1,-2 14-278,-9 35-39,-10 16 17,-10 19-524,16-16 1,0 3 475,-1 2 1,1 1-15,2 1 0,1 1 1,5-4 0,2 1-7,-2 24-5,19-12 0,7-17 23,32-8-7,-1-19 6,-10-4 1,2-5 61,22-17 95,-6-14 101,-13-9-50,-15-4-68,-12-3-44,-14 1-23,-7 5 685,-9 9-736,-1 11 217,-1 13-284,3 8-38,2 13-118,4 10-667,5 14-1876,6 8 2722,19 6 0,-10-19 0,10-5 0</inkml:trace>
  <inkml:trace contextRef="#ctx0" brushRef="#br0" timeOffset="12190">9278 3796 26761,'-43'25'67,"-1"-1"0,0 0 0,2 0 1,1 0-1,4 0-14,1 7 0,5 0-249,-1-1 0,3-1 221,7-3 0,2-1-13,-3 17 285,24-10-285,20-10 117,23-7-171,-14-11 0,4-1-115,6-2 1,1-2-571,4 0 0,1-2-293,2 0 1,-1 0-2787,-1-1 0,-1-1 3238,-7 1 0,-2-1 1,7 0-1,-19 2 1</inkml:trace>
  <inkml:trace contextRef="#ctx0" brushRef="#br0" timeOffset="12707">10256 3815 27264,'-44'-9'61,"0"0"1,1 1 0,4 5-6,-3 16 5,-6 2-5,-1 0 6,5-1 5,8-2-11,9-2 6,10-2-23,7 0-5,5 0 38,3 13-55,2-7 0,2 9-6,3-4-5,0 3 33,0 7-17,-2-2 12,-3-3 5,-3-5 6,0-7 50,-1-5 45,2-5 6,2-4-100,2-6-46,3-5 0,4-5 0,6 0 0,5 0 0,7 0 0,6 4 0,5 4 0,3 4 0,2 13 0,-2 7 0,-6 13-13,-10 8-216,-18 6-387,-23 6-622,-21 2-255,11-25 0,-3-1-1876,-1-3 0,0-2 3369,-20 8 0,21-12 0,14-9 0</inkml:trace>
  <inkml:trace contextRef="#ctx0" brushRef="#br0" timeOffset="12891">10155 3836 18902,'6'-3'5388,"-1"1"-5013,26-14 0,8-3 46,1 3-528,9-6 1,1 1 190,-1 6-28,-4 4-1798,-6 3 930,-2 4 1,-18 2 0,-3 2 0</inkml:trace>
  <inkml:trace contextRef="#ctx0" brushRef="#br0" timeOffset="13274">10741 4127 27577,'25'-41'224,"1"0"0,-3 4 0,-5 16-17,-11 41-71,-3 22-136,-3-11 0,0 3-369,0 4 1,1 1 368,3 2 0,4-1 0,3 0 0,6-3 0,16-1 0,5-5 0,-11-10 0,3-5 0,21-2 0,4-9 0,-12-13 0,1-6-368,-6 1 1,2-1 0,0-3 367,0-2 0,0-2 0,0-2 0,-2 0 0,0-1 0,-1 0 0,13-12 0,-1 1-318,-8 3 0,-2 2 318,-7 4 0,-2 3-107,15-11-3108,-19 18 3215,-12 12 0,-10 5 0,-5 3 0</inkml:trace>
  <inkml:trace contextRef="#ctx0" brushRef="#br0" timeOffset="16659">5014 5503 25455,'-48'-26'155,"1"0"0,4 3 0,7 11-144,17 18 12,0 13-23,7 16 0,3 4 5,6 17-33,10-5 0,3-9-39,11 10 17,5-4 55,-4-9-16,8 12 22,-21-32 45,1 5-28,-10-16 62,-13-1-68,-9-3 6,-19 3-22,-13 1-9,22-3 0,0-1 9,-19 3-135,-8-1-353,35-5-1153,-1 0-3614,29-5 5249,7-2 0,0 1 0,-2 2 0</inkml:trace>
  <inkml:trace contextRef="#ctx0" brushRef="#br0" timeOffset="17765">5525 5748 25191,'33'-32'-181,"0"-1"0,2 4 0,2 7-561,-1 17 0,2 7-1590,4 0 0,0 2 2332,3 2 0,-2 1 0,7 2 0,-11 3 0</inkml:trace>
  <inkml:trace contextRef="#ctx0" brushRef="#br0" timeOffset="17908">5674 5989 24693,'-40'8'1044,"0"0"1,-17-1-972,77-20-90,23-8-255,-10 7 1,5 0-3286,8-1 0,2 1 3557,-2 1 0,-1 2 0,15-3 0,-26 7 0</inkml:trace>
  <inkml:trace contextRef="#ctx0" brushRef="#br0" timeOffset="19783">6729 5618 24525,'-17'-30'638,"-1"14"-385,6 42-74,-4 6-78,0 3 11,3-1 6,4-4-1,4-8 146,3-9 219,2-6 78,1-6-196,1-9-202,1-8-22,-1-14-44,-1-7-46,0-5 17,-1 1-28,0 7 1,0 9-12,0 9-17,0 9 0,0 4-17,0 2 18,0 6 4,-2 5-16,-1 11 23,-4 11-23,-4 10 5,-2 7 12,0 5-28,3 2 11,5-3 11,7-7-5,8-7-17,9-11-1,9-11 46,9-9 0,4-14-29,3-12 29,-3-13 16,-6-11 23,-11-5-38,-12-4-35,-12 1 0,-15 5 0,-13 7 0,-13 8 0,-6 10 0,1 9 0,8 7 0,10 6 0,11 6-74,9 10-609,12 11-986,13 9-2425,21 6 3285,4-5 1,-12-15-1,-11-10 1</inkml:trace>
  <inkml:trace contextRef="#ctx0" brushRef="#br0" timeOffset="20007">7656 5596 25802,'0'-6'2151,"0"1"-1826,0 5-309,-33 32-10,22 4-85,-7-3 1,2 3-384,15-3 0,4 0-1087,1 1 1,1 0 1403,3 2 1,1-3 0,2 4 0,0-6 0</inkml:trace>
  <inkml:trace contextRef="#ctx0" brushRef="#br0" timeOffset="20183">7440 5925 24973,'-57'-22'819,"0"0"1,7 2-1,12 1-645,23 3 150,28 0-313,30 1-42,-5 7 0,5 1-1510,14-1 0,4 1 1259,-15 2 0,3 0 1,0 1-674,2 1 1,1 0 0,1 0 717,1 1 0,2 0 0,-7 0 0,-3 1 0,-5 0 0,-6 1 0,-1 0 0</inkml:trace>
  <inkml:trace contextRef="#ctx0" brushRef="#br0" timeOffset="26342">8655 5772 24799,'0'-49'939,"0"-1"0,0 7 1,0 6-576,1 4-174,0 17-139,-2 10-40,-1 16 17,-3 14 11,-3 19-5,-3 18-429,5-23 0,-1 0 389,-1 4 1,1 1 5,-1 1 0,1-1-9,0-3 1,0-2 14,-1 24 5,3-23 101,4-20 45,2-22-89,4-21-68,4-22 0,-4 14 0,1-2-293,1-6 0,-1 0 293,0-3 0,0 0 0,-1 2 0,0 1 375,-2 6 1,1 2-376,1-15 0,-4 21 0,0 16 0,0 18 0,4 14 0,3 18 0,4 15 22,-5-23 1,-1 2-102,1 2 0,0 1-1201,0 1 1,0 0 1279,1 4 0,-1-3 0,1 5 0,-1-6 0</inkml:trace>
  <inkml:trace contextRef="#ctx0" brushRef="#br0" timeOffset="26992">9337 5781 24262,'-5'0'1843,"2"0"-1731,3 0-123,45-59-208,9 33-692,-22 4 0,5-5 1,0 7-510,16 9 1,2 6 1419,6 0 0,-3 2 0,-23 1 0,-3 1 0,23 1 0</inkml:trace>
  <inkml:trace contextRef="#ctx0" brushRef="#br0" timeOffset="27160">9577 5920 26272,'53'-15'-1821,"0"1"1,0-1 0,-2 1 0,0 1-1,-3 0 1821,5-1 0,-6 3 0,15-5 0,-31 8 0</inkml:trace>
  <inkml:trace contextRef="#ctx0" brushRef="#br0" timeOffset="27326">10312 5527 28244,'-10'33'18,"1"0"1,-1 3 0,3 2-546,7 5 1,1 2 125,-7 13 0,-1-2 0,5-24 0,-1-1 0,-4 1 0,1-1 0</inkml:trace>
  <inkml:trace contextRef="#ctx0" brushRef="#br0" timeOffset="41208">3994 7585 22677,'3'-62'1204,"1"1"0,0 16 1,-1 5-405,-4-23-637,1 46 44,-2-4-140,2 17-39,-1 4-17,6 18 1,2 9 21,3 22-10,-2 7-18,-4 5-269,-8 2 258,-4-5 12,-3-13 27,0-14 102,4-16 27,4-13-67,3-16-27,1-12 10,6-15-28,4-9 220,2 7-242,10-9 23,10 7 22,5 4-57,10 6-10,-4 23-17,-9 9 0,20 17-17,-16 6-37,-11-3 1,-1 1-121,11 21-291,-6 6-1025,-8 5-3204,-5 3 4705,-6-7 0,-6-19 0,-3-12 0</inkml:trace>
  <inkml:trace contextRef="#ctx0" brushRef="#br0" timeOffset="41565">5125 7342 22559,'-2'-6'2919,"0"2"-2539,2 4-139,-65-47-95,36 37-110,-12-13 1,2 8 13,13 30-5,6 9-6,8 4-17,7 4-5,14 2 6,13 1-12,16 0-9,-12-16 1,3 0-358,5 2 0,3-1 352,3 2 1,0 0-1,1 0 0,-1 0-128,-6-3 1,-3 1 113,9 14 17,-24-11-6,-45 4-66,-17-10-82,7-6 0,-5-2-533,1-3 0,-2-3-792,-1-1 1,0-2-3438,4-5 1,3-2 3062,-13-3 1,23-2 0,22 8 0</inkml:trace>
  <inkml:trace contextRef="#ctx0" brushRef="#br0" timeOffset="41832">5636 7385 26197,'40'-22'-931,"1"0"0,0 0 0,-2 2 0,1 1 0,-2 6 931,9 10 0,-4 5 0,8-3 0,-9 3 0</inkml:trace>
  <inkml:trace contextRef="#ctx0" brushRef="#br0" timeOffset="41983">5816 7569 27118,'52'-17'-228,"1"1"1,-2 1-1,-4 1-1581,5-2 393,2 1 1,-33 9 0,-1 1 0</inkml:trace>
  <inkml:trace contextRef="#ctx0" brushRef="#br0" timeOffset="44508">7053 7385 25399,'-10'-30'106,"1"-1"1,-13-4-34,-2 79 22,-1 13-78,12-25 0,2 1-199,2-1 0,2 0 193,1 27 71,15-11-94,12-10 12,11-14 23,7-12 50,2-11 83,-4-13 124,-6-10 311,-11-12-311,-9-8-124,-15-8-111,-3 9 8,-5 8 1,-4 1-10,-7-9-4,-11-11 4,7 26-49,4 13-46,4 9-212,1 12-773,2 7-2229,3 15 3265,5 12 0,5-18 0,3 1 0</inkml:trace>
  <inkml:trace contextRef="#ctx0" brushRef="#br0" timeOffset="44925">7829 7543 22375,'0'-10'1912,"0"-31"1,-2-5-1235,-4 12-474,2-12 0,-2 3-2,-7 26-135,-1 13-44,2 17-23,2 15-40,6 15-150,11 15-523,0-24 1,3 0-224,4 4 1,1-1-1107,2 2 1,-1-1 2041,0 1 0,-1-3 0,3 5 0,-8-9 0</inkml:trace>
  <inkml:trace contextRef="#ctx0" brushRef="#br0" timeOffset="45092">7697 7756 25294,'-21'-47'452,"0"1"0,0 4 0,10 9-424,22 22 4,14 4-200,19 3-174,-12 3 1,2 1-558,10 0 0,2 0-3006,8 0 1,2 0 3904,-3 0 0,-4 0 0,-13 0 0,-5 0 0,7 0 0</inkml:trace>
  <inkml:trace contextRef="#ctx0" brushRef="#br0" timeOffset="45299">8727 7201 27258,'-50'-8'73,"-1"1"0,4 6 0,7 11-65,21 22 0,7 10-42,-3 18 1,3 1-367,2-17 0,4 1 133,4-1 0,3 3 0,4-4-1256,10 2 0,7-3-242,-1-6 1,4 1-1,1-3 1765,15 11 0,1-5 0,-12-13 0,-1-4 0,9 2 0</inkml:trace>
  <inkml:trace contextRef="#ctx0" brushRef="#br0" timeOffset="46391">9240 7859 18537,'1'-49'1214,"0"1"0,0-1 1,0 4-1,0 2 1,0 3-784,3 3 1,-1 4 254,3-17-266,-2 20-210,-2 16-160,-1 12 36,-1 16-8,0 15-6,0 21-75,1-19 0,1 2-8,0 4 0,0 1-213,1 0 0,0 0 221,1-1 1,0-1 7,2 26 46,-2-16 94,-1-19 18,-3-15-51,-3-19-34,-3-15-50,-3-22 11,-1-17-20,6 25 1,1-1-41,0-2 0,1-1 60,1 2 1,0 0-10,1 4 1,1 1 37,1-19 4,-1 19-49,1 17-23,-2 13 11,-2 15 0,0 15-33,-2 19-85,1 16-162,2-26 1,2 1-1099,1 3 1,2 1 1366,4 5 0,1-4 0,0 7 0,4-7 0</inkml:trace>
  <inkml:trace contextRef="#ctx0" brushRef="#br0" timeOffset="47299">9227 7677 18852,'3'-41'1191,"1"-1"0,0 3 0,2 7-312,4 12-145,1 3-163,-3 3-151,-3 4-95,-2 4-56,-2 4 39,-1 1-241,-2 5 6,-1 3 50,-3 6 6,-1 5 6,1 7-1,-1 6-11,1 6-22,0 4-17,1 3 0,0 2-34,2 1-10,1-1 4,7-2-21,6-7-18,12-6 18,13-8 22,12-10-6,8-8 34,-1-12 39,-6-8 16,-12-9 12,-12-9 0,-11-10-44,-7-10-388,-6-8 331,-3 28 0,-2 1 0,-1 0 1,-1 1 5,-13-26-116,-3 9 110,-3 11 0,-1 13-27,-3 12-12,-5 12 11,-2 11 0,-4 13-11,-1 12-6,-1 10-141,22-20 0,2 1 138,0 1 1,2 2-103,1-1 1,2 2 104,2-1 1,2 1-23,-2 28 5,10-5-10,13-7-23,16-11-95,19-9-71,-14-17 1,3-3-647,7-1 1,2-4-116,5-3 0,1-4-2298,3-1 1,-1-2 3280,-7-2 0,-3-1 0,12-4 0,-28 6 0</inkml:trace>
  <inkml:trace contextRef="#ctx0" brushRef="#br0" timeOffset="48175">10466 7688 22083,'-58'0'1249,"-1"0"0,5 0 0,5 0-801,-2 0-285,16 0 44,13 0-95,15 0 73,7 0-56,13 0-51,17-1-33,16-2-28,-4 1 27,13-4-4,-10 2-29,-3 0-11,-5 0-23,-18 3-27,-8 1-297,0 0-1692,0 1-2498,6 1 4537,2 1 0,-7-1 0,-5-1 0</inkml:trace>
  <inkml:trace contextRef="#ctx0" brushRef="#br0" timeOffset="48575">11005 7498 25968,'-40'11'102,"0"0"1,-1 9 0,8 5-78,19 4 0,6 2-22,-2 5 0,3 0-9,10 20 297,5-15-286,27 6 7,-2-25 10,16 3 148,-8-23-86,-3-15 11,-4-14 51,-5-15 33,-7-10-297,-11-8 227,-11 28 0,-3-1-8,-1 1 0,-3 0 44,-14-22 135,-1 12-196,2 17-62,4 13-27,6 9-74,4 10-223,3 8-429,6 10-2680,8 9 3411,4-1 0,-3-10 0,-4-10 0</inkml:trace>
  <inkml:trace contextRef="#ctx0" brushRef="#br0" timeOffset="48825">11484 7392 28238,'-11'-8'-22,"17"18"-12,21 18 1,6 8-959,-2 2 1,-4 3 624,-2 2 0,-3 2-389,-6 2 0,-5 1-824,-6-1 1,-7-1 937,-8 0 1,-3-4 0,-3 6 0,-6-13 0</inkml:trace>
  <inkml:trace contextRef="#ctx0" brushRef="#br0" timeOffset="49091">12159 7488 23114,'0'-5'2151,"0"2"-584,0 3-1460,3 37-85,-7 6-31,2-4 1,0 3-415,-3-3 0,0 0-179,1 0 0,2-1-1006,4-2 1,2 0 1607,5-2 0,0-3 0,4 3 0,2-10 0</inkml:trace>
  <inkml:trace contextRef="#ctx0" brushRef="#br0" timeOffset="49275">12046 7797 24221,'-52'-22'847,"1"0"1,5 3 0,18 2-696,41 6-85,28 5-62,-7 4 1,4 1-51,9 2 1,2 1-826,6 0 1,0 2 376,1 1 0,-1 1-961,-4 0 1,0 0 1453,-1 1 0,-5-1 0,4 0 0,-9-1 0</inkml:trace>
  <inkml:trace contextRef="#ctx0" brushRef="#br0" timeOffset="49475">12812 7473 28552,'24'3'-17,"5"39"-145,-12 15-1139,-5-7 0,-2 3-2354,-6-12 1,-3-1 2969,0 5 1,-2-2 0,-1 14-1,-4-26 1</inkml:trace>
  <inkml:trace contextRef="#ctx0" brushRef="#br0" timeOffset="50342">13377 7697 25629,'42'-25'-26,"-1"0"0,1-1 0,-3 3 1,1 2-1,-3 8-173,5 14 0,-2 8 25,-4-1 1,-4 4-729,11 18 241,-28 7 387,-37 1 257,-27-1-286,15-19 1,-2-2 453,-3-1 1,1-1 91,3-3 1,1 0 508,-19 6-382,19-6 151,17-5-208,14-4-117,17-1-134,17-1-34,20-3-25,-20 1 0,3-1 184,-1-2 1,1-1-227,26-9 67,-12-13-6,-23 5 5,-13-20 41,-19 1 49,-7-18 73,0 21 1,0 1-32,2 7 1,0 2 47,-10-21 168,10 23-72,7 15-141,1 2 161,6 8-284,10 11 2,14 12-47,1 4-8,-4-3 0,0 1-3,13 25-62,-14-10 1,-3 4-149,-7-5 1,-5 0-741,-7 8 0,-7-2-64,-13 13-1750,-3-24 0,-2-1 2781,-13 5 0,6-6 0,13-16 0</inkml:trace>
  <inkml:trace contextRef="#ctx0" brushRef="#br0" timeOffset="50576">14255 7519 28513,'14'40'158,"0"20"-158,-11-27 0,-2 2-793,-1 18 1,-1 1-250,-2-11 1,0-2 1041,-2 1 0,1-4 0,-3-5 0,3-17 0</inkml:trace>
  <inkml:trace contextRef="#ctx0" brushRef="#br0" timeOffset="57740">1190 9108 24419,'-45'-42'321,"1"1"0,6 3 0,5 11-237,11 21-61,5 5-23,-7 7-34,-3 18-5,6 10 28,3 5-35,11 8 13,13-10 16,20 16-17,10-12-1682,-9-18 1,2-4 1682,14 5-173,14 3 139,-15-5 22,-1 4 17,-25 5 56,-33-2-11,-33 6-28,-5-10-243,14-10 0,-3-1 245,8-3 1,-1-2-6,-13 2 0,0-3-275,14-3 1,4-4-1705,-21-17 2933,41-7-940,33-34 0,-11 34 0,12-13 0</inkml:trace>
  <inkml:trace contextRef="#ctx0" brushRef="#br0" timeOffset="57950">1604 8950 25197,'-5'44'-90,"1"0"0,0 0 1,0 9-1,1 1 1,0-6-670,2-10 0,0-3-1731,2 19 1,1-2 131,-1-19 0,0-2 1421,4 26 0,-4-38 0,1-3 1</inkml:trace>
  <inkml:trace contextRef="#ctx0" brushRef="#br0" timeOffset="58849">1477 9542 22246,'-4'-59'776,"0"1"1,-1 8-1,5 8-496,12 9-268,6 18-68,17-1-28,9 14-28,14 7-390,-25-1 0,1 0 440,22 5-320,-18-4 0,-1-1 304,5 0 106,8 0 84,-31-3 50,-11-4-72,-6 1 1000,-4-5-642,-11-1 258,3 2-532,-13 2-57,5 11-77,1 0-1,-4 17-34,13-5 1,3 10-28,16-6 16,12-4 45,11-7-11,8-5 23,3-13 49,-4-9 74,-9-12 28,-13-8-18,-13-6 63,-14-2-3404,-12 2 3258,-4 12 45,-28-1-56,13 18-17,-15-1-40,20 19-38,7 9-18,9 15-10,8 11-57,9 11-195,13 7 1368,-1-27 0,3-1-1616,5 1 1,3 0-255,5-1 1,4-1-374,4-1 1,3-4 81,3-3 0,3-4-316,0-5 1,0-4 1267,-11-4 0,0-6 514,4-8 0,-4-6 1533,-3-14 101,2-17-420,-25 8 22,-9 2-828,-4 7 1446,-4 7-1912,0 9-104,3 6-209,1 12-17,3 13 5,1 19 12,1 19-17,3-20 0,1 2-409,0 4 0,1 2 392,0 2 1,1 1-7,-2 0 1,0-1 8,-3-3 0,-1-2 19,-2-8 1,-2-3 11,-12 8-17,-5-24-11,-2-26 22,2-23 11,5-22-323,10 17 1,2-2 300,2-7 0,1-2-79,4-6 0,2-1 84,2 0 1,1 0 0,2 5 0,1 3 2,1 7 0,1 2-5,-1 8 0,2 2-343,17-19 362,12 10-5,13 12-12,-23 18 1,1 4-17,-1 4 0,0 4-23,22 11-76,-19 14 104,-22 11 17,-25 8-22,-22 4 85,9-24 1,-3-2-84,-1-1 1,0-2-68,1-2 1,2-3-246,-15 6 321,18-14 0,12-7 0,10-4 0</inkml:trace>
  <inkml:trace contextRef="#ctx0" brushRef="#br0" timeOffset="59067">2969 9317 25502,'45'-18'-861,"0"0"0,0 0 0,14-8 0,-8 8 0,-11 15 0,-18 2 0</inkml:trace>
  <inkml:trace contextRef="#ctx0" brushRef="#br0" timeOffset="59457">3469 9155 25713,'-1'-47'237,"1"-1"0,1 5 0,8 7-187,31 10-5,8 9-17,5 8-459,4 13 409,-1 14 5,-7 16-44,-13 14-18,-21 13-374,-19-26 0,-7 0 439,-10 5 0,-6-2 14,-9 2 0,-6-1 0,-3-1 0,-2-1 14,1-5 0,1-2 22,6-6 0,4-2 48,-15 7 350,26-15-322,31-14-68,27-10-38,-4 1 0,4 0-475,11-1 1,3-1 378,10 1 1,3 0-516,-15 3 1,1 0 0,0 2 127,3-1 1,1 1 0,-1 1-503,0 1 1,-1 0 0,0 0 695,-3 1 0,-1 1 1,-4 0-1,-3 0 1,-5 1-1,15 0 0</inkml:trace>
  <inkml:trace contextRef="#ctx0" brushRef="#br0" timeOffset="59740">982 10399 18824,'-60'14'371,"1"-1"1,0 0 0,11-3 0,1 0 0,4-1 109,-9 2 1,9-3 1674,17-4-1770,71-19-288,9 0 0,12-2-797,-21 6 1,5-2 0,2 1-1,2-1 706,-3 2 1,3-1 0,1 0 0,1 1 0,1 0-207,-4 1 1,1 1-1,1-1 1,0 1-1,1 0 1,1 0 192,4 0 0,0 1 1,1 0-1,1 0 1,0 0-1,0 1-180,-6 0 1,0 1 0,0 0 0,1 1 0,0-1-1,0 1 1,0 0 129,0 0 0,1 0 0,0 0 0,0 1 0,0 0 0,0 0 0,0 0-210,-2 0 1,-1 0 0,1 1 0,0 0 0,-1-1-1,-1 1 1,0 0 20,5 0 1,-1 1-1,0-1 1,-1 0 0,-1 1-1,0-1 238,5 0 1,2 0-1,-3 0 1,-3 1-1,-4-1 1,2 1-1,-5 0 1,-3 0-1,6 0 1,0-1 0</inkml:trace>
  <inkml:trace contextRef="#ctx0" brushRef="#br0" timeOffset="60307">5573 9471 24150,'-11'-45'789,"1"0"1,2 3 0,7 9-695,20 17-55,6 7 21,23 15-27,6 9-48,-10 2 0,0 3-400,-7-1 1,-1 2 390,1 7 1,-5 0 198,-2 10-204,-24 13 5,-28-13 34,-2-14 1,-4-3 5,-14 4 41,9-16 1,2-9 53,9-17-62,-2-4 57,22-19-2769,26-11 2673,-4 9-173,10 8 1,7 2 133,17 0-9,-22 13 1,3 1-219,3 5 0,0 4-625,-3 2 1,1 3 449,16-2 0,-2 2 0,6-1 0,-4 3 0</inkml:trace>
  <inkml:trace contextRef="#ctx0" brushRef="#br0" timeOffset="60507">6603 9376 23657,'-3'-3'2039,"2"2"-1613,1 1-544,66-53-2425,-9 36 2139,-19-1 1,4-3 0,-2 6-129,-4 10 0,0 6-2474,9 0 1,-2 1 3005,8 4 0,-6-1 0,-25 0 0</inkml:trace>
  <inkml:trace contextRef="#ctx0" brushRef="#br0" timeOffset="60666">6706 9554 26838,'42'-20'-499,"-1"0"1,1 0-1,8-6 1,-1 5-2076,4 11 1,-1 3 1441,-15 2 0,-4 1 0,27-3 0,-28 3 0</inkml:trace>
  <inkml:trace contextRef="#ctx0" brushRef="#br0" timeOffset="60840">7636 9179 28671,'3'51'-206,"0"1"0,-2 4 1,-1 1-1658,2 2 1,-1 0 918,-4 0 1,-1-3 0,0-14-1,0-6 1,-4 11 0</inkml:trace>
  <inkml:trace contextRef="#ctx0" brushRef="#br0" timeOffset="65333">8412 9745 25674,'-17'45'-2743,"1"0"0,-7 3 0,-2-2 2743,-4-8 0,1-4 0,-13 15 0,16-21 0</inkml:trace>
  <inkml:trace contextRef="#ctx0" brushRef="#br0" timeOffset="65807">9464 9551 21489,'14'-58'1449,"0"-1"0,-3 8 0,-1 4-844,0-13-353,-5 25 112,-5 12-151,0 14-163,0 6 0,0 15-10,1 17-18,-1 22-28,-1-18 1,-1 2-322,-1 5 0,-2 2 282,-2 2 1,-1 1-295,-1 1 0,0-1-1179,0-3 0,2 0 1518,1-1 0,2-4 0,0 5 0,4-11 0</inkml:trace>
  <inkml:trace contextRef="#ctx0" brushRef="#br0" timeOffset="66274">10404 9467 21590,'6'-11'1786,"19"-26"1,4-6-1108,-2 8-461,4-9 0,-2 2 57,-12 19-169,-9 13-72,-11 16-6,-11 16 5,-17 19-19,8-13 0,-3 1-856,-7 5 1,-4 1 860,-4 3 1,-1-1-6,-2 0 0,0 0-256,5-5 0,2 0 250,9-6 1,4-1 8,-1 13-23,33-12-28,28-12 0,-3-9 1,4-3-555,11-3 1,4-2 248,8 0 0,2-1-356,-19 0 1,1 0-1,0-1 695,1 1 0,0-1 0,-5 1 0,-2 0 0,-5 1 0,21-3 0</inkml:trace>
  <inkml:trace contextRef="#ctx0" brushRef="#br0" timeOffset="67566">11640 9260 17339,'2'-3'5164,"-1"0"-2537,-1 3-2476,-29-16-38,3 18-7,-27-10-11,15 22-16,-6 1-46,16-5 29,-6 0 33,19-5 6,-3 0-6,5 0 73,2 1-129,5-2 34,-3 5 28,4 1-28,-4 5-34,1 4 50,-2 8-21,3-2-40,1-1 22,3-3 6,2-8-17,1 2-5,0-6 72,2-3-39,-1-4 129,3-1-11,0-5-67,4-1 5,7-7-84,0 1-16,0-1 5,1 4-23,1 3-5,17 1-28,0 4 17,13 2 22,-14 1-16,13 6 5,-9 1-23,8 5-27,-11 6-101,-15 8-197,-22 0 24,-9-1-774,-22 0-2408,-15-1 1187,9-5 2319,7-7 0,4-3 0,12-5 0,-6 1 0</inkml:trace>
  <inkml:trace contextRef="#ctx0" brushRef="#br0" timeOffset="67783">11805 9232 26609,'39'-17'-43,"0"0"0,0-1 0,-16 8-3934,-27 13 3977,-2 2 0,1 0 0,0-1 0</inkml:trace>
  <inkml:trace contextRef="#ctx0" brushRef="#br0" timeOffset="78007">5683 11030 18778,'2'-4'5097,"-1"0"-2682,-1 4-2191,-70-53-146,42 40-28,-18-15 1,-1 8-1,5 36-50,7 7-5,5 11-1,21 1-11,16 2 17,3-6-28,30 17-17,-5-13-147,-9-9 0,1 0 153,16 16 17,-9-5 33,-14-10 6,-10-3 16,-18-8 23,-22 3-39,-14-6-23,12-7 1,-1-2-45,-16 0-158,-9-6-853,17-7-4965,7-5 6026,11-4 0,19 7 0,3 5 0</inkml:trace>
  <inkml:trace contextRef="#ctx0" brushRef="#br0" timeOffset="78790">6195 11144 26609,'43'-29'-1636,"1"0"0,-2 2 1,1 8 1635,-5 15 0,-2 4 0,6 0 0,-9 1 0</inkml:trace>
  <inkml:trace contextRef="#ctx0" brushRef="#br0" timeOffset="78950">6265 11365 26097,'41'-17'-393,"0"1"0,0 0 0,3-4 0,-7 4 0,-7 10 0</inkml:trace>
  <inkml:trace contextRef="#ctx0" brushRef="#br0" timeOffset="83409">7235 11312 23647,'4'-60'877,"0"0"1,-1 7 0,-1 4-167,0-11-431,-2 25-27,0 11-276,-1 19 78,0 14-27,1 14-22,2 23-205,-2-4 0,1 4-398,0-1 1,0-1-35,0 2 1,0 0 630,1 4 0,1-5 0,-1-11 0,2 12 0</inkml:trace>
  <inkml:trace contextRef="#ctx0" brushRef="#br0" timeOffset="83625">7866 11167 26973,'7'36'-712,"0"1"1,0 0 0,0-2-936,8 17 1647,-9-18 0,-2-2 0,-1-10 0,-2 10 0</inkml:trace>
  <inkml:trace contextRef="#ctx0" brushRef="#br0" timeOffset="83809">7749 11394 25806,'15'-35'-411,"-1"1"0,19 1 1,9 10-492,8 18 0,5 7-2126,-12-3 1,1 0 0,-2 1 3027,3 0 0,-4 0 0,9 0 0,-26 0 0</inkml:trace>
  <inkml:trace contextRef="#ctx0" brushRef="#br0" timeOffset="84675">8585 11034 27253,'-14'-53'56,"1"20"-51,13 46 23,-2 28-5,2-8-6,1 19-6,1-10-6,3-4-5,-1-11 23,1 3 10,-4-16 29,-3 3 22,-3-11-22,-4-4-6,-1-2-17,0-5-22,0-1-12,2-3 1,1 2 16,2 2-22,3 3-11,1 0 50,1 2-28,0-2 1,1-3-12,1-3 11,2-3 0,-1-2 0,2-1 6,-1 1-17,0 3 6,-1 2-1,-1 2 6,-1 3 17,0 1-16,0 0 32,-1 0 7,0-2-18,-1-5 23,-1-3 0,1-3 23,-1-1 16,1 2-22,1 4 5,0 5-39,0 2 12,0 2-51,-4 7-6,-5 5 6,-6 11 17,-2 8-6,1 7-16,4 3 5,6 2 11,9-1-6,8-4 1,10-6-23,7-5 12,8-6-7,6-8-10,2-6 50,-2-10 7,-3-9-35,-8-11 0,-7-11 0,-10 2 0,-9 1 0,-3-2 0,-7-22-188,1 17 1,-2 0 187,-13-19 0,-4 14 0,-6 17 0,-5 13 0,-6 11 0,-1 12 0,0 9-292,9 12-1154,11 6 1446,19 12 0,2-21 0,7-1 0</inkml:trace>
  <inkml:trace contextRef="#ctx0" brushRef="#br0" timeOffset="84908">9424 11103 25973,'46'-23'-383,"0"0"1,-1-1 0,3 4 0,1 2-1,-7 7 1,19 13 0,-6 5 0</inkml:trace>
  <inkml:trace contextRef="#ctx0" brushRef="#br0" timeOffset="85091">9606 11314 26715,'-41'4'540,"-1"-1"1,-20 0-524,79-8-180,23-4-81,-8 3 1,4 0-589,9-1 1,2 1-228,5 0 0,1 0-2778,2 0 0,-2 0 3837,-8 1 0,-3 0 0,10-1 0,-26 2 0</inkml:trace>
  <inkml:trace contextRef="#ctx0" brushRef="#br0" timeOffset="85265">10358 10968 23052,'0'-5'4587,"0"2"-3555,0 3-1032,-18-12 0,13 34 0,-13 4 0,15 6 0,5 7-813,-2 3 1,0 1-468,-2 7 1,0 0 1279,-1-3 0,1-3 0,-4 14 0,2-24 0</inkml:trace>
  <inkml:trace contextRef="#ctx0" brushRef="#br0" timeOffset="87283">4753 12915 20011,'0'-5'4458,"0"0"-2744,0 5-1663,-2-44 5,1 46-6,-3-22-11,1 67-5,-2 13-29,1-26 1,0 0-157,0 1 1,-1-1 156,-4 29 11,0-10 11,3-15 123,2-14 129,3-15-34,1-17-33,1-12-17,4-16-39,4-14-23,4-10-59,-4 26 1,0 0-45,2-1 0,0 1-3,1 3 0,1 2-11,12-17-34,-1 18 11,-1 15-11,0 12-11,2 12-67,4 11-286,2 12-677,0 12-1183,-2 7 1618,-13-21 0,-2-2 1,0 4-1,0-4 1</inkml:trace>
  <inkml:trace contextRef="#ctx0" brushRef="#br0" timeOffset="87650">5662 12854 22616,'-48'-20'28,"-1"-1"0,5 3 0,10 12 1806,19 40-1828,9 5 719,13 0-725,8 1-34,13 1 34,6-1-5,4-1-6,1 0 39,-4-5 359,-7-4-409,-11-7 1297,-12-4-1286,-16-4-23,-12-2-134,-14 0-302,-5-5-863,-1-3-5831,4-11 7164,11-5 0,12 0 0,10 3 0</inkml:trace>
  <inkml:trace contextRef="#ctx0" brushRef="#br0" timeOffset="87857">6106 12942 26306,'39'-16'-512,"0"-1"1,0 1 0,21-7 0,-6 7 0,-7 14 0,-8 2-1</inkml:trace>
  <inkml:trace contextRef="#ctx0" brushRef="#br0" timeOffset="88017">6150 13208 23909,'-5'1'3691,"0"0"-3271,5-1-616,84-33-2628,-27 17 2824,-15 2 0,6-2 0,-7 4 0,4 3 0,-6 2 0</inkml:trace>
  <inkml:trace contextRef="#ctx0" brushRef="#br0" timeOffset="96356">7559 13052 23602,'8'-56'855,"-1"0"0,0 3 1,0 12-515,-2 27-269,-2 7 63,-1 19-12,-2 20-62,-2 4-19,-4 3 0,-1 2-31,-1-10 1,0 0-203,-3 12 0,-1 1 194,4-12 0,1-2 2,-1 19 1,5-19 52,5-10 189,3-21-141,4-12-28,5-20-22,-2-3 36,-3-1 1,-1-4 53,1-21-347,-3 16 0,-1 0 290,-1 12 1,-2 2 83,1-19 329,-2 21-457,-1 16-90,-1 11 51,-2 38-40,1 6-64,1-5 0,-1 3-789,2-4 1,1-1 135,2 21 751,6-13 0,0-4 0,-2-12 0,10 19 0</inkml:trace>
  <inkml:trace contextRef="#ctx0" brushRef="#br0" timeOffset="96573">8463 12848 27678,'1'51'-329,"1"-1"1,-1 0 0,1-4-675,2 7 1003,-2-12 0,0-3 0,-2-11 0,2 18 0</inkml:trace>
  <inkml:trace contextRef="#ctx0" brushRef="#br0" timeOffset="96757">8281 13180 28171,'-15'-38'0,"-1"1"0,12-22-151,31 55 0,11 9-1105,5-3 0,3 0-548,8 1 1,1 0 1235,-3 0 0,-3-1 1,-14 0-1,-3 0 1,5-1-1</inkml:trace>
  <inkml:trace contextRef="#ctx0" brushRef="#br0" timeOffset="97116">9228 12942 26900,'20'-42'72,"0"1"1,2 3 0,4 10-62,6 21 1,2 7-1,19-2-17,-20 7 1,-2 3-6,4 11 5,4 18-16,-25 7 16,-22 7 40,-19 5-46,-6-12 1,-1-13 0,-3-2-376,-13 7 384,16-11 0,1-2 3,-2 5 6,17-11 125,17-9-125,17-7-107,21-7-481,26-3-1075,-22 2 1,2-2 1656,13-1 0,-3 0 0,7-1 0,-3-1 0</inkml:trace>
  <inkml:trace contextRef="#ctx0" brushRef="#br0" timeOffset="97340">10095 12912 24676,'-3'0'2101,"1"0"-2017,2 0-151,69-46-219,-14 32-535,-19-1 1,6-3 0,-2 5 72,4 11 0,0 4-1199,0 1 1,-1 0 1946,-2 3 0,-2 1 0,5 0 0,-14 2 0</inkml:trace>
  <inkml:trace contextRef="#ctx0" brushRef="#br0" timeOffset="97666">10334 13034 24973,'-41'12'547,"0"0"0,1 0 0,17-5-440,34-9-124,20-4-140,22-4 6,-20 3 0,2-1-34,1 1 0,-1-1 67,-1-1 1,-2-1 72,18-14 62,-19-6 45,-18-7 162,-22-5 369,-20-14-346,3 18 313,-9-13 16,19 26-83,0-2-189,8 9-304,5 7 0,4 6 0,5 7 0,7 13 0,10 14 0,8 17 0,-11-10 0,-2 2-212,6 17-254,-12-13 1,-7 0-5059,-22 13 5524,-7 4 0,1-24 0,7-18 0</inkml:trace>
  <inkml:trace contextRef="#ctx0" brushRef="#br0" timeOffset="99883">11555 12716 25219,'22'-44'67,"-1"0"1,2 4 0,4 11-68,32 25-6,1 13-609,-6 12 480,-13 15-16,-17 11 45,-23 10 72,-11-27 0,-6-1 42,-8 2 1,-4-3-288,-6-1 1,-1-2 348,-1-3 0,0-2 73,4-3 0,3-3 685,-13 5-234,20-10-219,16-11-128,14-8 203,10-6-349,10 1-57,-2 6 651,19 6-667,-11 12-11,19 11-1,-8 11-21,0 8 10,-8 3-33,-14 0-39,-21-2-118,-31-3-134,1-17 0,-6-3-2303,-12 2 1,-3-3 2621,-1-1 0,2-2 0,13-4 0,4-1 0,-8 0 0</inkml:trace>
  <inkml:trace contextRef="#ctx0" brushRef="#br0" timeOffset="105599">699 14610 9341,'9'-6'6783,"-1"1"-5204,-8 5 3529,0 0-4346,4-31-191,-8 18-156,1-25-29,-12 28-296,-1 3-29,-7 6-38,4 6 21,-11 11 29,-7 15-34,2 2 29,0 6-40,21-8-17,8-9 23,22 12-34,9-11 6,23 11 10,8-6-776,-25-14 0,0-1 749,18 8-57,6 10 57,-34-14 51,-2 21-52,-38-13 24,-23 13-24,-4-14 3,11-10 1,-2-2-65,-20 2-179,20-7 0,0-3-1764,-13-10-7815,13-17 9113,25 1 0,9 1 0,3 15 0</inkml:trace>
  <inkml:trace contextRef="#ctx0" brushRef="#br0" timeOffset="105799">1154 14446 26267,'-2'55'-27,"-1"-1"1,2-10-1,0 2 1,0-6-601,0 23-866,1-17 0,0 0-2252,1-9 1,0-2 3508,0 22 1,1-24 0,-2-16-1</inkml:trace>
  <inkml:trace contextRef="#ctx0" brushRef="#br0" timeOffset="106307">1089 14930 20151,'-2'-5'4833,"0"2"-3628,2 3-1200,-17-45-16,21 33-84,27-39-90,29 44-431,-14 3 0,2-1 504,-4 0 0,-2 1 27,-2 0 1,-2 0 169,-5 0 1,-2-1-52,13-3 100,-19-1 46,-16 2-6,-14 0 5,-7 3 770,-11 5-736,-3 4-17,-1 7-50,5 4-62,5 2-45,8-1-17,7-1-11,5-5 12,17-1 16,5-6-11,16-3-11,-2-10 11,-2-6 50,-7-6 51,-10-3 22,-10-1 12,-9 1-12,-11 1-17,-9 1 23,-9 5-28,-4 6-62,-2 5-11,1 9-28,2 9-34,4 11 6,5 9-22,6 7-90,7 7-258,8 5-559,13 5-925,13 2 222,-5-28 0,4-2-2438,7 0 1,2-2 3860,0-4 0,-2-3 0,13 5 0,-18-14 0</inkml:trace>
  <inkml:trace contextRef="#ctx0" brushRef="#br0" timeOffset="106733">1953 15015 18812,'1'-8'6895,"1"2"-5820,0-56-352,-4 38-480,2-13 1,-2 3 81,-6 20-168,2 6-113,2 6-16,0 11-28,1 10 17,-1 17-28,0 13 0,1 10-254,1-27 1,0 1 233,0-1 1,-1 1-98,-2 29 89,-3-10 0,1-16 50,0-17-5,1-14 16,1-15 508,2-13-547,-1-18 39,3-18-218,2 22 0,0-2 207,3-3 1,0-1-7,3 2 1,1 0-6,1 4 0,2 2 22,12-21-138,3 13 110,5 10 6,5 9-6,3 10 23,1 13-45,-5 12-17,-6 12 17,-10 9 435,-11 7-458,-20 2-44,-19 2-3,7-22 0,-5-2-212,-4-1 0,-1-1-71,0-3 0,0-2-1871,-23 3 1436,21-16 0,19 1 0,12-9 0</inkml:trace>
  <inkml:trace contextRef="#ctx0" brushRef="#br0" timeOffset="106957">2495 14906 26608,'42'-20'-1405,"0"0"1,0 0 0,13-8-1,-6 7 1,-6 15 0,-19 3-1</inkml:trace>
  <inkml:trace contextRef="#ctx0" brushRef="#br0" timeOffset="107407">3022 14632 26850,'10'-46'41,"0"0"0,1 4 0,6 9-19,31 20-44,6 7-34,7 19-45,-16 5 28,-9 7-72,-19 10 16,-14-2 22,-10 10 91,-11 1 60,-16 0-4,9-16 83,-7-3 67,15-17 79,-3-2 45,3-4 162,3-6-348,6 2 68,3-5-78,5 1-68,6-1-27,8 1-1,12 2-22,10 4 11,7 7-39,4 7-95,-1 7-112,-8 5-90,-15 4-308,-40 15 292,-5-13-186,-11-6 1,-6-2-1126,3-7 1,-3-3-2514,-13 5 1,-3-1 3666,4-4 0,3-1 0,14-5 0,3-1 0,-5 0 0</inkml:trace>
  <inkml:trace contextRef="#ctx0" brushRef="#br0" timeOffset="107683">753 15537 27006,'61'-9'58,"1"1"1,-1 0 0,0-1 0,-4 2 0,-4 1 0,8-2-51,-7 0 1,8 0-1,3-2 1,0 0-1,-3 2 1,-7 0-1368,6 0 1,-7 2 0,7 0 1352,-9 0 0,5 0 1,4 0-1,1 0 1,-1 0-1,-5 2-493,8-1 1,-4 2 0,0 0 0,3 0 442,-13 1 0,2 0 0,2-1 0,0 1 0,1 0 0,1 1-301,-2-1 1,1 1 0,1 0 0,1 0 0,-1 1 0,-1-1 0,-2 1-1611,10 0 1,-2 0 0,-1 0 0,-1 0 0,0 1 1419,-5-1 1,2 0 0,-3 1-1,-2-1 1,-7 1 0,20 1 0,-16 0-1,-20-1 1</inkml:trace>
  <inkml:trace contextRef="#ctx0" brushRef="#br0" timeOffset="108649">4965 14992 25029,'-13'-48'724,"0"-1"1,2 5-1,3 7-522,9 11-152,2 9 29,17 6-40,6 12-11,20 11-39,3 14-84,-1 14-51,-10 10 40,-16-5-57,-21-9 1,-7 1 44,-18 11-67,5-15 1,-4-2 273,-22 1-27,10-16 151,0-19-73,22-13-28,3-16-34,25-9-22,15-7-237,-6 22 1,4 1 140,5 0 1,3 1-346,5 2 0,1 2-209,4 1 1,1 4-1668,1 1 1,-2 3 1658,-5 2 0,-4 2 0,10-1 0,-23 4 1</inkml:trace>
  <inkml:trace contextRef="#ctx0" brushRef="#br0" timeOffset="108840">5726 14817 24682,'-5'0'2448,"2"0"-2308,3 0-437,50-63-711,5 42-2637,-4-13 1,2 3 1717,-15 26 0,-2 5 1927,4 0 0,-6 1 0,-17-2 0,-5 2 0</inkml:trace>
  <inkml:trace contextRef="#ctx0" brushRef="#br0" timeOffset="109000">5726 15035 27986,'57'-20'-1355,"0"1"1,0 0 0,-1 1 0,-1 0-1,-5 5 246,-3 4 1,-6 3-1,15-3 1,-26 4 0</inkml:trace>
  <inkml:trace contextRef="#ctx0" brushRef="#br0" timeOffset="110215">6692 14780 10371,'-5'3'7119,"0"-1"-358,5-2-5994,-13 5-139,12-8-113,-9 2-101,13-11-123,0 0-78,-2-1-67,-1-2-68,1-7-22,3-9-5,6-10-18,10-7-22,12-2-379,13 7 379,-19 26 1,3 2-21,2 5 1,0 4-9,30 9 17,-17 8-31,-21 11 0,-5 6 9,-6 21 5,-10-9 0,-6 2-3,-10-2 1,-6-1-581,-9 4 1,-4-1 590,-6 1 1,-2-1 25,-2-2 0,-1-1-12,2-4 1,3-2-3,10-10 0,2-2 8,-17 14 62,33-25 44,17-4-61,37-18-56,-6 2 0,4 0-525,12-4 1,4 0 408,-13 3 0,2 1 1,0-1-350,3 1 0,1 0 0,2 0 230,4 0 1,1 0 0,-6 2 0,-3 0 0,-5 0 0,-4 3 0,0-1 0</inkml:trace>
  <inkml:trace contextRef="#ctx0" brushRef="#br0" timeOffset="111466">8407 14996 26973,'-10'45'-480,"-1"0"1,1 0 0,-2 10 0,-1-7-1,-9-6 1,11-24 0</inkml:trace>
  <inkml:trace contextRef="#ctx0" brushRef="#br0" timeOffset="112123">9431 14729 26889,'5'-9'241,"-3"4"-197,-11 9 18,0-1-34,-3 0 50,0-3-10,1-7 4,0-9-38,1-19-9,8 4 0,3-2 15,8-28-24,4 0 1,14 16-11,-2 22-12,15 5-27,-3 23 21,4 21 7,-14 9-112,-13-6 0,-4 4 103,-4-2 0,-5 2-34,-3 8 1,-7 4-110,-13 10 0,-9 0-1180,-4-6 0,-3-3 1306,-2-1 0,-3-3 25,-5-5 1,-2-5-61,12-11 1,-2-3 207,-11 1 1,1-5-14,17-8 0,3-7 33,-17-17-100,39-9 66,21-16-4,14 7-29,17-5-87,-10 22 1,3 4-4,-3 5 1,2 2-212,8 2 1,0 4 177,17 6-82,-21 2 1,1 2-311,-5 1 0,0 2-1428,8 2 0,1 1 1848,-6-1 0,-3-1 0,9 4 0,-22-8 0</inkml:trace>
  <inkml:trace contextRef="#ctx0" brushRef="#br0" timeOffset="112483">10474 14557 27382,'-53'0'39,"15"6"0,0 3-11,3 5 0,0 2-969,-8 2 0,1-1 947,-10 5 471,0 1-427,31-11 392,0 2-251,17-4-1,9 2-106,2 0 1011,12 8-961,12 10-128,4 4-18,-12-12 1,1 0-1317,18 16 1183,-7-7-595,10 1-3197,3-9 3937,11-7 0,-20-5 0,-10-11 0</inkml:trace>
  <inkml:trace contextRef="#ctx0" brushRef="#br0" timeOffset="113016">11427 14658 22929,'0'-6'3680,"0"1"-2700,0 5-930,8-45 17,-18 42-33,5-36 11,-50 64-28,4-6-327,12-6 0,-1-1 324,8-4 0,0-2 47,-25 2 7,12-5 4,12-3 1,9-1 6,7 1-23,3 0-45,4 4 631,3 3-631,4 6 6,1 4 22,4 5-16,2 4-18,4 2 1,2 0 5,2-2-5,-1-4-18,-2-5 40,-3-7 40,-2-5 55,-2-4-49,1-2-74,4-6 0,6-4 0,7-5 0,7-1 0,4 3 0,5 4 0,1 4 0,2 3 0,1 7 0,-1 6 0,-1 7 0,-4 6 0,-8 2-119,-15 0-323,-21 4-723,-21-1-2974,-17 0 4139,0-8 0,17-8 0,14-7 0</inkml:trace>
  <inkml:trace contextRef="#ctx0" brushRef="#br0" timeOffset="113416">12270 14526 24133,'-3'-2'3977,"1"0"-3714,2 2-179,-34 51-28,20-7-375,-6-1 0,1 2 330,14-12 1,3-2 27,7 27 166,11-12-193,16-11-12,16-15-512,15-15 512,-24-9 0,2-4-478,8-3 0,2-2 478,6-6 0,2-1 0,-15 6 0,1-2 0,1 1 0,3-1 0,0 0 0,1 1-421,3-1 1,0 1 0,1 1 420,0 1 0,0 1 0,0 0 0,-1 2 0,0 2 0,0 0-405,-4 2 0,0 1 1,-1 2 404,-4 2 0,0 1 0,-3 2-11,13 4 0,-4 3-323,-12 2 1,-5 4-1358,1 19 1691,-45 8 0,2-19 0,-16 0 0</inkml:trace>
  <inkml:trace contextRef="#ctx0" brushRef="#br0" timeOffset="115848">4625 15888 22156,'-6'0'3215,"2"-1"-2733,4 1-219,-72 0-84,37 9-290,-12-3 0,0 4 206,7 20-27,0 8-29,-2 8 0,6 1-22,8-1 5,13-4 65,10-5-104,14-6 34,8-2 0,14-4-29,11 1 1,11-1 0,3 1 0,-2-1 5,-14 0 270,-17-1-230,-27-3-12,-23 1 18,-23-2-24,18-10 1,-2-1-14,-3-1 0,0-1-12,0-1 1,1-2-171,-24 2-611,17-9-2038,21-9 2828,25-13 0,-1 9 0,11-2 0</inkml:trace>
  <inkml:trace contextRef="#ctx0" brushRef="#br0" timeOffset="116632">5111 16049 22655,'1'-5'3887,"0"1"-2375,-1 4-1344,-20-32-45,15 22-62,-15-23-16,20 29-34,0 2-134,-2 2 22,0 4-11,1-1 28,-1 4 79,2-4-18,-1-1 23,1-1 40,-1-6-52,1 3-4,0-4 4,0 4-1040,0 1 570,2 0 45,0 3 163,1 2 139,0 3 152,-2 2 17,0-3 78,-3 2 78,-2-5 57,-4 1 16,-3-2 101,-4-2-241,5 1 73,-2-1-50,7 0-46,2 0 63,1 0-90,10 0-45,1 0-17,26-2-67,20-5-208,-2 1 1,5-2-958,-3 1 0,1-1-191,-11 3 1,0-1-1,-2 2 1412,2-1 0,-5 1 0,9 0 0,-27 2 0</inkml:trace>
  <inkml:trace contextRef="#ctx0" brushRef="#br0" timeOffset="116826">5120 16284 27682,'47'-17'-1162,"0"1"0,1-1 1,9-1-1,2 1 1,-4 2 1161,2 3 0,-3 1 0,-3 2 0,-6 1 0,-10 1 0</inkml:trace>
  <inkml:trace contextRef="#ctx0" brushRef="#br0" timeOffset="121466">6410 16188 22459,'5'-62'1383,"0"-1"0,-1 9 1,-1 7-830,-1 2-263,-2 21-195,-2 12-85,0 13 0,-2 18-17,2 20-89,-1 21-598,3-24 0,0 3 57,3 2 0,3 2-1538,1 1 1,3-1 2173,1-5 0,0-3 0,5 11 0,-5-23 0</inkml:trace>
  <inkml:trace contextRef="#ctx0" brushRef="#br0" timeOffset="121682">7120 15931 23584,'-3'-3'3198,"1"1"-2778,2 2-431,-28 56-90,32-11-92,-11 2 0,2 3-1138,20-6 1,3-4-972,4 18 2302,-10-16 0,-2-5 0,-6-16 0,-2 9 0</inkml:trace>
  <inkml:trace contextRef="#ctx0" brushRef="#br0" timeOffset="121840">6907 16329 18347,'-5'-4'7040,"2"0"-6216,3 4-695,-22-64-123,33 43-82,-9-14 0,6 2-568,31 24 0,9 9 19,-15-3 1,2 1-4292,26 1 1,-1-1 4806,-24 2 0,-3-1 0,26 0 0,-28 1 0</inkml:trace>
  <inkml:trace contextRef="#ctx0" brushRef="#br0" timeOffset="122040">8035 15842 28362,'-37'0'16,"0"0"1,-19 18-194,59 19 1,13 10-359,-4-5 1,2 0-596,2 0 0,1 1 1130,4 4 0,-1-5 0,-6-12 0,5 13 0</inkml:trace>
  <inkml:trace contextRef="#ctx0" brushRef="#br0" timeOffset="122267">8614 15989 23853,'-3'-2'2112,"1"0"-2403,2 2-707,78-33-1698,-44 27 1,3 1 2695,10-7 0,7-2 0,-7 3 0,-12 8 0,-5 3 0,28-3 0</inkml:trace>
  <inkml:trace contextRef="#ctx0" brushRef="#br0" timeOffset="122440">8905 16121 26239,'46'-14'-656,"1"0"0,-1-1 0,15-3 0,-5 2 0,-22 9 0,-5 2 0,7-2 0</inkml:trace>
  <inkml:trace contextRef="#ctx0" brushRef="#br0" timeOffset="122799">9878 15866 27365,'18'-43'26,"1"0"0,-4 6 0,5 8-46,18 25 1,4 10-26,14 9-5,-13 18-6,-18 16-796,-21 13 824,-13-27 0,-6-1-1105,-6 3 0,-5-3 1119,3-6 0,-5-2-3,-16 8 0,-1-2 567,-7 3-542,18-14 0,4-2 65,11-3-6,33-15 260,11-5-338,19-6 0,9-2-191,-8 2 1,3-1-304,-1 1 1,5-1 0,0 1 504,0 0 0,1 1 0,-5 0 0,-4 2 0,-4 0 0,0 0 0,0 1 0</inkml:trace>
  <inkml:trace contextRef="#ctx0" brushRef="#br0" timeOffset="124315">2172 17706 23836,'-23'-56'681,"1"1"1,-1 4 0,0 10-570,-2 13 101,-27 11-96,8 19-378,12 4 0,-1 4 278,-21 24-14,30-10 0,1 1 198,-8 20-204,13-6 1,4 2 2,1 15-102,5-15 1,3-1 84,11 14 12,11-13 10,5-15-33,28-13 112,-7-21-28,-11-1 0,0-2 22,-5-6 1,-2-3 151,20-23-113,-15 8 253,-2-13-129,-16 22-51,1-5-89,-10 20 197,-2 9-276,-1 11 23,0 3 16,0 26 249,2-3-523,4 20-482,7-6-2094,11 1-3204,1-12 5993,9-1 0,-20-24 0,1-1 0</inkml:trace>
  <inkml:trace contextRef="#ctx0" brushRef="#br0" timeOffset="124575">2777 17888 27880,'-16'-41'-580,"19"13"1,6 31-1,9 2 1</inkml:trace>
  <inkml:trace contextRef="#ctx0" brushRef="#br0" timeOffset="127715">6115 17418 25903,'2'7'683,"0"-1"-503,-2-4-46,-3 2-28,-7 0-44,-8 3-17,-8 0 11,-4-3 33,0 0 46,6-8-23,8-5-28,8-7-23,6-4-33,10-2-11,7 1-17,12 0 6,11 4 5,9 4-22,4 6 11,2 10-28,-9 9-28,-11 12 17,-16 11-6,-26 12 14,-6-16 0,-7 0-481,-10 7 1,-5 0 507,6-9 1,-1 0-1,-1 0-532,-3 2 0,0-1 0,-1-1 545,2-2 1,1 0-1,0-2 30,-8 6 0,2-5-628,-14 0 639,27-21 163,24-37-67,19-5-104,-2 9 0,3 0-9,22-16-21,5 11-7,-1 17 29,1 17-45,1 18-471,2 14-532,-23-11 1,1 1 1013,7 4 0,-2-1 0,2 4 0,3-4 0</inkml:trace>
  <inkml:trace contextRef="#ctx0" brushRef="#br0" timeOffset="128481">6938 17470 18235,'-6'-2'6777,"1"0"-5539,5 2-711,-61-37-191,43 26-238,-16-9 0,5 3-9,23 15-105,-1 8-7,3 1 18,-4 15 33,5 4-40,8 11 7,29 9-1,15-6-136,-21-22 1,2-1 124,7-2 0,0-1 34,21 9-34,-25-10 0,-4 3 29,5 21-24,-39 1-5,-13-13 1,-8-1-507,1-6 0,-4 0 531,-16 7 1,-3-1-43,7-3 0,0-1-109,-8 4 1,1-1-1538,5-2 0,5-3 1680,-6 2 0,19-9 0,23-11 0</inkml:trace>
  <inkml:trace contextRef="#ctx0" brushRef="#br0" timeOffset="134890">7642 17794 23271,'-2'-44'676,"0"0"0,0 0 1,0-13-1,1 9-474,2 19 72,2 16-156,-3 12-6,-1 23-90,0-3 9,-2 11 0,0 3-54,-1 15 34,-2 11-5,5-5-23,1-13 40,1 13-1,1-17 96,0-9-46,0-19 85,-1-9-62,-4-12-27,-3-22-7,-2-11-11,4 14 1,-1-1-1,1-14 57,0-6 27,3 21-27,-1 1-107,0 17-28,-2 18 44,1 5-4,0 23 4,1 17 7,0 7-161,3-23 0,1-1 133,4 18 5,4-8-6,0-16-11,2-9 23,-6-17 22,3-12-17,-3-15 51,-2-15-29,-1 4 243,-4-18-246,-2 22 1,-1 0-3,1-1 0,0 1 14,-2-4 0,1 2 37,2-3-62,1 17-45,1 14 39,2 22-409,5 12-2929,5 25 3327,1-1 0,-3-15 0,-6-14 0</inkml:trace>
  <inkml:trace contextRef="#ctx0" brushRef="#br0" timeOffset="139524">8401 17818 25242,'8'8'292,"-3"6"-236,-11 13-45,-7 1 62,-11 1 22,-9-4 67,-4-9 146,0-8-101,7-15-67,7-12 6,12-18-51,6-16-56,9 2 11,6 2 1,3-2-399,-1 14 1,2-1 389,5-15 0,1 0-14,-4 14 0,-1 3-45,-2 4 1,-1 1 150,3-17 57,-7 15-40,-6 14-78,-4 11-23,-2 7 716,-2 11-766,-3 8 153,-2 16-192,2 9 78,3 7-39,7 5-51,11 4-64,-3-28 1,3-1 114,4 1 0,2-2-64,2 0 0,1-2-172,2-1 1,1-1-784,19 20-1003,-8-3-3064,-14-3 5086,-11-7 0,-7-13 0,-3-9 0</inkml:trace>
  <inkml:trace contextRef="#ctx0" brushRef="#br0" timeOffset="139998">8884 17865 24799,'-5'43'1143,"-1"-9"-818,-1-37-78,-3-3-51,-2-10 5,-1-10-106,2-16-50,4-19-345,8 23 1,3-2 330,2-3 0,2-1 16,4-1 1,2 1-6,0 4 0,1 0 16,-1 5 1,0 2 132,9-24-12,-9 11 17,-7 11-45,-8 9-44,-5 10-29,-3 7 616,-3 4-699,1 12 5,-1 11 17,3 17-17,4 12-17,10 9-128,2-24 0,3 0 131,5 4 0,2 0-284,4 2 0,0 0 306,3 1 0,-1 0-92,0-1 0,-2 1-221,-3-3 0,-3 1-420,-3-2 0,-4 0-1533,-6-1 1,-3 0 2257,-8 23 0,0-22 0,0-15 0</inkml:trace>
  <inkml:trace contextRef="#ctx0" brushRef="#br0" timeOffset="141048">6159 18642 25175,'0'-28'415,"2"14"-264,5 41 34,0 3-79,-2-6-89,1 11 56,1-11 95,4 8 112,2-15 61,4-9-72,6-14-269,16-21 5,-12 3 1,3-2-782,5-6 1,3 0 811,4-3 0,1 1-5,1 1 0,1 2-267,1 3 0,2 1 194,1 4 0,1 2-166,-2 3 1,0 3-373,-4 4 1,-2 4-1046,-9 4 1,-2 4 1624,7 14 0,-20-6 0,-13 7 0</inkml:trace>
  <inkml:trace contextRef="#ctx0" brushRef="#br0" timeOffset="143457">9810 17860 20071,'15'-54'821,"1"-1"0,-1 1 0,-1 4 1,0 1-1,-2 6-468,-1 6 0,-2 5 263,4-17 406,-6 22-821,-6 15 104,-1 11-221,-4 11 45,-3 14-168,-6 17 28,-2 13 2,7-23 1,1 1-25,0 1 0,2 1 39,1-2 0,1-1-40,4 27-134,11-10-280,12-10-420,15-11-465,13-12 8,-21-10 0,1-3-1305,5-5 0,-1-2 2167,-2 0 1,-3 0 0,10-6 0,-17 4 0</inkml:trace>
  <inkml:trace contextRef="#ctx0" brushRef="#br0" timeOffset="145182">10006 17617 7654,'0'-6'5551,"0"0"4279,0 6-7842,5-63-1444,-4 42-446,3-14 0,-3 3 345,-5 24-354,-1 6-55,-7 0 5,-5 11-5,-7 10-23,2 3 22,-15 29 29,15-6-201,6-11 0,2 1 178,0 23 0,8-3-5,8-15 11,9 0 0,17-9-51,4-2 34,13-5-17,-4-13-11,-7-5 56,7-5-11,3-13 5,0-6 46,6-14-46,-14-4 17,-5-6-44,-10 6 30,-10 6 0,-2-2 76,-2-13 16,0-17-16,-15 20-50,-7 9-35,-3 11 57,-20 4-73,5 12 312,-19 9-340,3 13 0,-3 14 28,12-1-11,-4 14-57,15-3 60,11-9 0,1 2-65,-2 21 22,6 7 12,11-23-39,22 6 55,9-20 1,26 3-226,-23-21 0,1-4 214,3-4 0,1-4 3,1-1 1,-2-4 24,-3-3 1,-2-3-7,-4-2 1,-4-3 34,11-26-12,-17-9 0,-13 25 0,-3-1 28,-4-1 1,-3-1-15,-3 1 0,-3 1-3,-3 4 1,-4 2 22,-27-13-73,-10 17 11,-4 15 0,0 13-206,8 9 139,13 11-241,13 8-565,16 7-2387,18 5 3249,8-6 0,-1-15 0,-4-11 0</inkml:trace>
  <inkml:trace contextRef="#ctx0" brushRef="#br0" timeOffset="145741">11012 17504 18683,'1'-9'4845,"-1"1"-3646,0 8 156,0 0-1159,-19 0-22,-3 17-90,-23 7-70,20-4 0,1 3-205,-3 0 1,-1 1 179,1-1 0,1 0 11,-17 16 33,17-9 18,17-10-12,20-7 11,16-6-16,25-4-146,-16-3 0,3-1-777,7-1 1,2-1-93,6-1 1,1-1 980,6-2 0,-4 0 0,-22 3 0,-4 0 0,25-4 0</inkml:trace>
  <inkml:trace contextRef="#ctx0" brushRef="#br0" timeOffset="147265">11577 17502 25057,'-6'-51'295,"1"1"0,-4 8 0,9 5-115,48-3-46,-4 13-73,-11 11 1,3 4-51,21 1-11,4 22-11,-29 9 6,-7 29-12,-20 4-23,-12-7 1,-6 3 39,-2-6 0,-5-1-1690,-9 10 0,-3-4 1692,8-17 1,0-2 19,-5 1 1,0-1-57,-8 5 12,-1 3 16,19-17 6,16-8 40,19-11-52,5-3-83,40-10-403,1-2 697,-14 3 0,5-1-199,2 0 0,-3 0 0,9-1 0,-5 0 0</inkml:trace>
  <inkml:trace contextRef="#ctx0" brushRef="#br0" timeOffset="147841">12859 17626 25668,'-9'-43'371,"1"0"1,1 1-1,-1 16-348,2 29-12,-5 17 28,-6 17-39,-5 17-6,10-24 1,2 1 44,-7 27-22,9-7-28,11-11 61,13-13 101,17-13 34,19-19-101,-17-4 0,2-4-522,7-6 1,2-3 518,6-3 1,0-3-29,4-1 0,-1-1-27,-17 9 0,0 1 0,0-1-15,18-9 1,-1 1-35,-4 3 1,0 2-62,-6 4 0,-2 2-252,-8 5 0,-3 4-2117,8 2 2453,-29 21 0,-8-6 0,-12 7 0</inkml:trace>
  <inkml:trace contextRef="#ctx0" brushRef="#br0" timeOffset="149681">14636 1677 23920,'22'-53'476,"-3"14"-252,-17 50-11,-1 14-140,0 4 5,-2 8 1,-1 4-49,-1-4 1,-1 2-662,0 1 0,-1 3 1,0 0 633,0 1 1,-1-1 0,0 1 9,0 6 0,-1 0 0,2 0 2,-1 4 0,0 0 0,0 0-8,1 3 1,0 1-1,1 1-504,1 0 1,-1 2-1,2 0 499,-1 1 0,2 0 0,-1 1 0,1-14 1,1-1 0,-1 1 0,1 0 4,0 1 0,0 1 0,0-1 0,0 1-6,0 2 1,1-1-1,-1 1 1,1 0-1,0 2 0,-1 1 1,1 0-1,-1 1-491,1 1 0,-1 0 1,1 1-1,-1 0 494,1 2 0,-1 1 1,0 1-1,1-1-320,-1-10 1,0 0 0,0 0 0,0 0 0,0 1 317,0 1 0,0 0 1,0 1-1,0-1 0,0 1-2,0 1 0,-1 1 0,1-1 0,0 1 0,1 0-136,-1 0 1,0 1-1,0 0 1,0 0-1,1 0 147,-1 0 0,1 1 1,0 0-1,0 0 0,0 1-74,-1-1 1,1 1-1,1 0 1,-1 0 0,0 0 65,1 0 0,-1 0 1,1 0-1,0 1 0,0-1 9,0 1 0,0 0 0,0-1 0,1 1 1,-1 0-17,0 0 1,1 0-1,-1 1 1,1-1 0,0 0 6,-1 1 0,1-1 1,0 1-1,0 0 1,0 0 0,-1 0 1,1 1-1,0-1 1,0 0-1,0 1-7,0-11 0,-1 1 0,0 0 1,1 0-1,-1 0 0,1 0 4,-1 0 1,1 1 0,-1-1 0,1 1 0,-1-1 0,1 1 3,0 0 1,-1 1 0,1-1 0,0 0-1,-1 1 1,1-1-4,0 1 1,0 0 0,0-1 0,0 1 0,0 0 0,0-1-26,0 1 0,0-1 1,1 1-1,-1-1 0,1 1 1,-1-1 24,1 0 1,0 1 0,0-1 0,1 0 0,-1 0 0,0 0-3,1-1 1,0 1 0,-1-1 0,1 1 0,0-1 0,0 0 1,0 1 1,1-1 0,-1 0 0,1 0 0,-1 0 0,1-1-1,0 11 0,1 0 1,0 0-1,-1 0 0,1 0-6,0 0 1,0-1 0,-1 0 0,1 1-1,0-1 4,0 0 0,0 0 0,-1 1 0,1-1 0,0 0 4,-1-1 1,1 1 0,0 0-1,-1 0 1,1-1-4,-1 1 0,0 0 0,1-1 0,-1 1 0,0-1 8,0 1 0,-1-1 0,1 0 0,-1 0 0,0 0 11,0-1 0,-1 1 0,0-1 1,0 0-1,0 0-4,-1-1 1,0 1 0,0-1 0,0 0 0,-1 0-10,0 0 1,-1-1 0,0 0 0,0 0 0,0 0-2,0-1 1,0 0 0,-1 0 0,1 0 0,-1 0-1,0-1 1,0 0 0,-1 0 0,1 0-1,0 0 0,-1-1 1,1 1 0,0 0 0,-1-1 0,1 0 26,-1 0 0,0 0 0,0-1 0,0 1 0,0-1-31,1 1 0,-1-1 1,0 0-1,0 0 0,0 0 2,1 0 1,-1-1-1,0 0 1,0 0 0,0 0 4,1-1 0,-1 0 0,0 0 0,1-1 0,-1 1 3,1 11 1,-1-1-1,1 1 1,-1-1 3,1-1 1,-1-1 0,1 0 0,-1 0 6,1-2 1,0 0 0,0 0 0,-1-1-6,1-1 0,0 0 1,0 0-1,0-1 125,0-1 1,0 1-1,1-1 1,-1 0-126,0-1 0,0-1 1,0 1-1,0-1-2,1 0 1,-1 0 0,0 0 0,1 0 23,-2 0 1,1 0-1,-1-1 1,1 1-39,-1-1 1,0 0 0,0 0 0,-1 1-9,1-2 1,-1 1-1,0 0 1,0 0 184,-1-2 0,1 0 0,0 0 0,-1 0-200,0 14 1,0-1-1,-1 0-2,1-4 1,1-1 0,-1-1 7,1-4 0,-1-1 0,1-2-51,0-4 1,0-2 0,0 0 37,0 13 0,0-3-2697,0-9 1,0-3 2724,-1 18 0,1-28 0,0-18 0</inkml:trace>
  <inkml:trace contextRef="#ctx0" brushRef="#br0" timeOffset="157423">14675 446 17535,'4'-48'1040,"0"0"0,0 3 0,2 5-430,2 5 79,2 2-16,-1 2-153,-2 9-105,-3 8-113,0 5-72,-2 3-17,0 1-79,-1-1-44,2 1-18,0 0-16,0 1 0,-1 3-78,-1 0 16,-1 5 74,1 9 44,1 16 33,-1 21-72,0-17 0,-1 4-523,-1 7 1,0 2 502,-1 10 1,-1 2-496,1-13 1,0 2-1,-1 1 458,0 6 1,0 2 0,1 1-636,-1 5 1,0 2 0,0 0 625,1-14 0,-1 1 0,0 0 0,1 0-17,-2 1 0,1-1 1,-1 1-1,0-1 5,0 0 1,-1 0 0,0-1 0,0 0-7,-2 14 0,0-1 0,-1-1-413,1-5 0,1-1 0,0-1-159,1-7 1,0 0 0,3-2 582,4 18 0,1-6 0,0 3 0,8-14 0</inkml:trace>
  <inkml:trace contextRef="#ctx0" brushRef="#br0" timeOffset="165140">16276 1207 32767,'-38'-39'-41,"1"0"1,1 2-1,2 12-1272,-10 32 1582,-3 10 79,1 13-674,5 5 39,12 2 29,11-3-1006,10-1 957,12-2 14,8 0-452,13-1-111,11 1 435,7 1 66,2-1 23,-7 1 268,-11-4 58,-15 0-27,-23-1-1,-20-2 23,-27-2-1,22-13 1,-3-3-6,-1-1 1,-1-1-154,3-2 0,2-2-200,-21-6-924,26-6-4638,29-10 5104,19-1 0,-1 6 1,-1 6-1</inkml:trace>
  <inkml:trace contextRef="#ctx0" brushRef="#br0" timeOffset="165373">16723 1283 27023,'12'-30'-908,"0"1"1,29-18-126,1 41 0,6 9-3307,-4-1 0,0 1 4340,-7 0 0,-4 1 0,7 4 0,-22-3 0</inkml:trace>
  <inkml:trace contextRef="#ctx0" brushRef="#br0" timeOffset="165533">16608 1547 25991,'59'-19'-279,"1"0"0,-15 6 1,0-1-1,-4 3-1130,2 1 1,-1 1 408,14-3 1,-2 2-1,6-2 1,-11 3-1</inkml:trace>
  <inkml:trace contextRef="#ctx0" brushRef="#br0" timeOffset="168207">17714 1542 32767,'5'-57'0,"-1"1"0,1 1 0,-1 3 0,-2 13 0,0 3 0,0 3 0,0 2 0,1-17 0,-1 20-225,-3 16-265,0 16-1479,-3 16 1693,-3 18-136,-4 16 206,5-23 1,1 1 42,-1 3 0,0 0-163,1 0 1,1-1 168,1 0 1,0-2 6,1 24-61,1-14 104,1-16 164,1-13 100,0-13-84,1-15-31,1-15 324,-1-18-353,-1 7 1,1-1-39,0-19-211,1 16 0,0 0 308,3-6 11,2-2 18,-3 18-90,-1 20-11,-3 12 0,-1 17 0,0 14 6,0 17-12,0 15 98,0-27 1,0 0-99,0 1 1,0-1-38,0 25 49,0-12-6,0-15 67,0-15 28,0-18-44,0-17-29,1-6 402,0-24-407,1-3-1,-1 18 1,2-1-3,1-6 0,1 2 3,3-15-17,0 10 10,-5 31-66,-5 16-263,-5 17-947,-6 21-3650,2-1 1,0 1 3372,-4 15 0,2 3 1,10-47-1</inkml:trace>
  <inkml:trace contextRef="#ctx0" brushRef="#br0" timeOffset="169282">15930 3046 26446,'12'-42'319,"1"-1"0,-1 1 1,5-20-1,-4 4-274,-8 20 0,-2 1-808,0-5 1,0-1 793,-2-3 0,0 1-1,-1 2 1,1 3 520,-1-23-535,-1 24 242,-1 22-303,-2 17 17,-3 18 34,-3 21-15,3-8 1,0 2 35,-1 8 0,1 2-24,0 5 0,1 1-457,1 2 0,2 0 387,4-1 0,3 0-138,2-4 1,4-2-608,5-2 1,5-3-657,2-3 1,4-2 1467,7-2 0,-1-4 0,5 4 0,-3-9 0</inkml:trace>
  <inkml:trace contextRef="#ctx0" brushRef="#br0" timeOffset="169539">16795 2576 27606,'-1'44'-219,"2"2"-128,5-5 0,2 4-979,-3-5 0,-1 0-355,-1 0 1,-2-1 1680,-2 1 0,-2-3 0,2 5 0,-4-11 0</inkml:trace>
  <inkml:trace contextRef="#ctx0" brushRef="#br0" timeOffset="169707">16664 2988 22335,'-3'-5'3260,"2"2"-2213,1 3-739,-25-64-207,22 39-96,-10-11 1,7 2-168,42 17-252,13 8-48,-7 3 0,4 2-1279,4 1 1,2 2 1740,11 0 0,-3 0 0,-24 1 0,-3 0 0,29 0 0</inkml:trace>
  <inkml:trace contextRef="#ctx0" brushRef="#br0" timeOffset="169923">17560 2649 28222,'-34'-14'14,"-1"0"0,-19 2-31,55 55-101,5 10-195,4 7-390,-4-28 1,0 1-225,-1 0 0,-1 0-4243,1 29 4403,-5-2 1,-1-28 0,-1-8-1</inkml:trace>
  <inkml:trace contextRef="#ctx0" brushRef="#br0" timeOffset="170073">17260 2961 22285,'-3'-3'4061,"1"1"-3311,2 2-1153,71-64-1722,-37 53 0,3 2 2125,12-13 0,5-6 0,-6 9 0,-12 14 0,-2 5 0,-1-2 0,0 0 0</inkml:trace>
  <inkml:trace contextRef="#ctx0" brushRef="#br0" timeOffset="172666">18061 2648 17580,'-4'-3'5422,"0"1"-3837,4 2-1266,-4-61-190,19 39-107,-7-12 0,5 3 6,31 23-33,6 10-46,3 11-89,-3 12-84,-9 12 12,-17 9 116,-19 5 102,-24-1 61,-21-5-11,14-25 0,-3-3 22,0-2 1,-1-1 106,-23 7 11,16-7 50,16-6-21,13-5-136,12-9-66,11-3-29,15-9-11,15-5 23,10-7 2,-27 13 1,0-1-4,-2-3 1,-2 0 11,13-27 39,-16-3 33,-16 0 79,-17 2 96,-13 8 55,-8 9-17,-3 10-83,8 9-119,10 7-66,10 5-6,6 9 6,9 7-23,8 13-11,12 9 5,9 10-249,-15-21 0,0 2 134,0 2 1,-1 1-143,-3 0 0,-2 1-176,-4 0 0,-4 0-967,-9 27-1977,-15-10 3372,-12-7 0,11-21 0,2-7 0</inkml:trace>
  <inkml:trace contextRef="#ctx0" brushRef="#br0" timeOffset="173040">18918 2883 26538,'-5'-45'238,"0"0"0,-1 0 0,0-20 0,4 4-180,4 21 1,3 2-266,0-4 1,0 0 225,1-3 1,-1 1 22,-2 2 0,0 2-6,0 4 1,-1 3 41,-2-13-11,-3 20-67,2 16 250,-3 11-250,2 12 139,-2 13-128,2 18 17,0 17-119,3-25 1,1 2 62,2 4 0,1 2-364,3 3 1,3 0 142,3 2 0,3 0-311,5-2 0,3-1-743,2-3 1,4-2 702,4-4 1,-1-4 0,6 4 0,-6-12 0</inkml:trace>
  <inkml:trace contextRef="#ctx0" brushRef="#br0" timeOffset="173271">19545 2477 26766,'40'-22'-2863,"0"1"1,11-11 2862,3 32 0,-2 6 0,-21-2 0,11 2 0</inkml:trace>
  <inkml:trace contextRef="#ctx0" brushRef="#br0" timeOffset="173433">19662 2664 27583,'42'-19'-670,"0"-1"0,-9 4 0,1 2-1663,8 5 0,-1 2 917,15-2 1,-9 1 0,-21 4 0</inkml:trace>
  <inkml:trace contextRef="#ctx0" brushRef="#br0" timeOffset="173607">20337 2348 28671,'-23'-6'0,"8"17"-343,14 25 1,6 11-2814,-3-3 0,0 3 2196,-2 7 0,0-3 0,0 8 0,-3-24 1</inkml:trace>
  <inkml:trace contextRef="#ctx0" brushRef="#br0" timeOffset="205348">14859 4398 25926,'8'-42'485,"0"0"0,0 5 1,-4 8-386,-5 21-55,-1 8-34,-2 13 12,-4 12-18,-1 17 1,-2 11 5,-1 6-16,0-1 16,-1-7 0,2-11-11,3-11 22,3-14 113,2-7-6,4-11-51,4-9 6,6-14 28,10-15-6,6-11-70,-12 22 1,2 1-127,-1-1 0,1 2 118,18-20 0,-1 13-22,-4 16-23,0 11 22,-2 15-38,5 11-12,4 13-117,7 10-240,-21-17 0,1 1-326,-1 2 0,0 1-1655,-1 1 0,-1-1 2383,13 21 0,-15-20 0,-9-13 0</inkml:trace>
  <inkml:trace contextRef="#ctx0" brushRef="#br0" timeOffset="205731">15969 4233 26620,'-40'-19'93,"1"1"1,3 0-1,7 10-82,20 18 0,2 10-5,2 8 11,7 7-17,6 4-23,9 2 23,9 2 23,8 1-339,8 2 310,3-3 1,-5-2-6,-11-7-1,-13-3-4,-18-7 10,-16-2-11,-16-1 6,-14-3-23,-6-4-173,0-6-566,9-6-1745,13-12 2518,15-12 0,10 7 0,6-3 0</inkml:trace>
  <inkml:trace contextRef="#ctx0" brushRef="#br0" timeOffset="205957">16515 4326 26508,'-38'-10'341,"0"1"1,-11-8-549,75 7-784,24 4-418,-17 3 0,2 1 662,7 1 1,-2 0 0,7 0 0,-7 1-1</inkml:trace>
  <inkml:trace contextRef="#ctx0" brushRef="#br0" timeOffset="206131">16551 4581 27398,'45'-17'-1079,"0"0"0,0 1 1,-1-1-1,-1 1 0,-4 2 1079,-3 1 0,-5 2 0,11-4 0,-19 6 0</inkml:trace>
  <inkml:trace contextRef="#ctx0" brushRef="#br0" timeOffset="207939">17554 4354 19008,'-1'-4'4744,"0"0"-4139,1 4 482,24-72-673,-2 39-277,-1-12 1,3 3-4,15 17-72,0 9-29,0 8-33,0 12-33,-2 10-34,-4 15-62,-8 11-6,-13 11 51,-19 8 73,-3-29 0,-4 0 22,-4-1 0,-2-1 0,-2-2 1,-1-2 38,-24 15 40,3-10 72,7-11 113,11-8 49,10-9-83,9-9-106,9-6-63,11-5-21,11 0-29,0 7 17,22 2-39,-12 8 0,15 7 6,-5 10-23,1 11-44,2 7-57,-10 5-72,-15 3-18,-24-1-16,-20-2-156,-15-5-410,-8-6-1243,0-10 2033,4-9 0,19-6 0,6-3 0</inkml:trace>
  <inkml:trace contextRef="#ctx0" brushRef="#br0" timeOffset="208149">18510 4140 22145,'3'-3'3445,"0"1"-2090,-3 2-1226,19 69-96,-14-19-550,5 5 0,-1 3 293,-8-19 0,-2-3-658,2 1 0,-1-1-3563,1-3 1,1-1 4444,1 17 0,1-21 0,-3-14 0</inkml:trace>
  <inkml:trace contextRef="#ctx0" brushRef="#br0" timeOffset="208332">18355 4541 25909,'-40'-18'792,"0"0"1,-8-15-732,83 11-39,0 10 1,7 2-1334,12-1 1,5 2 1134,-13 4 1,1 0 0,1 1-654,2 1 0,1 1 0,-1 0 829,2 1 0,-1 0 0,-4 1 0,-4 0 0,-4 0 0,24 1 0</inkml:trace>
  <inkml:trace contextRef="#ctx0" brushRef="#br0" timeOffset="208890">19358 4094 25278,'15'-52'821,"1"0"1,0 8 0,-8 10-677,-13 25-3,-5 25-2,-11 24-82,8-7 1,1 5-797,-3 11 0,2 4 743,1 7 1,2 3-12,4-19 1,2 2-1,1-2-9,3 1 0,3-1 1,2-1-174,8 19 0,7-4-476,9-5 1,8-5-602,-7-18 0,3-3 1,2-2 1264,7-1 0,2-2 0,-4-3 0,-2-1 0,-2-3 0,-3-4 0,0 0 0</inkml:trace>
  <inkml:trace contextRef="#ctx0" brushRef="#br0" timeOffset="212249">19812 4337 22620,'21'-56'496,"0"0"1,-5 9 0,1 7-228,12 6 507,-5 15-669,15 3-79,-6 16 214,5 16-214,-12 18-34,-9 1-27,-8 22-134,-21-1 136,-6-10 1,-6 1-209,-2-6 1,-3-2 257,-9 6 1,-1-4-6,13-16 0,-1-3 31,-3 2 0,3-3 50,4-2 106,1 0 178,33-17-306,19-9-45,5-1-17,-5 1 0,3-1-45,-2 1 1,2 0 88,9-2 0,3 0-1629,13-3 0,1 1 1026,-3 1 0,-2 0 0,-12 3 0,-4 0 0,14-1 0</inkml:trace>
  <inkml:trace contextRef="#ctx0" brushRef="#br0" timeOffset="212706">20825 4306 19888,'-6'0'5029,"2"0"-2973,4 0-1905,-1-21-39,26 12-62,-9-14 40,32 19-23,-6 3-50,-2 0-11,-4 3-1,-18 1-16,-10 0-207,-3 0-589,-4-1-1607,3 0 2414,4-2 0,-4 0 0,3-1 0</inkml:trace>
  <inkml:trace contextRef="#ctx0" brushRef="#br0" timeOffset="213799">21489 4286 22167,'5'-48'1109,"1"0"0,-1 7 0,-1 6-761,-5 16-259,1 11-66,-1 8 94,1 21-55,2 7-23,-2 20-17,2-9 18,-1 23-18,0-19-5,-2 8 33,-2-4 6,-1-23 0,0 2 146,-1-17 72,0-12-207,1-1 135,0-27-180,2 9 51,2-9 0,1-3 28,2-16-73,0 13 0,0-1 39,5-25-5,-1 12 16,-1 17-50,-4 16-73,-1 15 51,-1 14 5,0 13-11,0 15 39,0 11-44,0 7-12,-1 4 28,-3-1-17,-3-6 6,0-11 6,0-13 50,3-15 39,1-11-44,2-15-12,1-12 0,3-16-22,4-15-3,-1 23 0,0-1-125,2-1 1,0 0 138,8-25 11,-3 14-5,-6 19-12,-4 16-22,-4 15 0,-4 13-11,-2 15-134,-5 11-684,0 10-2179,2 6 2403,6-27 0,1-1 1,0 4-1,1-4 1</inkml:trace>
  <inkml:trace contextRef="#ctx0" brushRef="#br0" timeOffset="214589">21870 4182 23450,'-1'-49'913,"0"0"0,0 5 0,1 8-583,3 18-212,1 9-79,0 7 0,7 12-39,9 11 17,12 20-23,-12-13 1,1 3-448,0 6 1,0 2 410,-2 5 0,-2 1-59,-4 3 0,-4 2-399,-6-1 1,-6 0 23,-6-1 0,-6-1-348,-6-3 1,-5-2-844,-5-3 1,-2-3 1666,-4-2 0,2-4 0,-7 3 0,10-9 0</inkml:trace>
  <inkml:trace contextRef="#ctx0" brushRef="#br0" timeOffset="214840">22606 4131 25998,'-1'48'-168,"0"-1"0,1-1 0,2-4-986,7 17-1703,1-5-3237,0-5 6094,-3-16 0,-4-14 0,-2-11 0</inkml:trace>
  <inkml:trace contextRef="#ctx0" brushRef="#br0" timeOffset="215023">22516 4407 26441,'-3'-36'-211,"0"0"0,15 3 0,10 7-638,14 19 1,6 8-71,-1-3 1,1 0 918,7 0 0,-5 1 0,-11 0 0,14-1 0</inkml:trace>
  <inkml:trace contextRef="#ctx0" brushRef="#br0" timeOffset="215216">23242 4000 24704,'-2'-3'2448,"0"2"-1653,2 1-778,-18 27 33,13 8-58,-5-3 0,1 4-236,6 13 0,4-1-291,-2-13 0,-1 2-2742,-2 4 0,-1 5 0,0-7 1989,-2 9 0,1-14 1,0-5-1,4-18 1</inkml:trace>
  <inkml:trace contextRef="#ctx0" brushRef="#br0" timeOffset="216457">16432 5576 25102,'44'-23'-720,"-1"0"1,0 0 0,2 1 0,0 2 0,0 6-1492,-3 7 1,1 5-1,-1 0 1363,13-1 0,-4 1 0,-17 1 0,-4 1 0,1 0 0</inkml:trace>
  <inkml:trace contextRef="#ctx0" brushRef="#br0" timeOffset="216598">16472 5776 21080,'58'-16'-188,"0"1"1,-1-1 0,-4 0 0,-6 2 0,-12 7 0,0-1 0</inkml:trace>
  <inkml:trace contextRef="#ctx0" brushRef="#br0" timeOffset="217198">18093 5436 22167,'-1'-3'2812,"1"0"-1485,0 3-1243,-34-23 62,5 18-31,-1-7 0,-2 1 86,-18 11-83,-1 0-34,2 1-17,6 1-28,8 2-16,5 3-23,8 2 28,4 2 16,4 2-16,3 1 28,5 1-16,3 0-24,5 4 7,3 3-18,2 3 12,2 4-6,-2 1 1,-3 0 10,-1-1 0,-2-7-16,0-6 16,0-5 62,0-7 73,2-2-67,2-6-12,6-5 1,5-6-23,5-5-6,4 1-33,3 1-6,3 3 6,1 5-28,2 5 5,2 6-11,0 9-5,-3 9 22,-4 9-28,-10 4-39,-8 3-57,-17 0-88,-11-2-147,-16-4-246,-12-4-487,-7-7-1176,-4-7 2268,0-13 0,26 2 0,7-6 0</inkml:trace>
  <inkml:trace contextRef="#ctx0" brushRef="#br0" timeOffset="217415">18101 5384 24895,'53'-15'662,"1"0"1,-6 1 0,-7 3-321,-12 6-129,-9 1-135,-7 3-67,-8 0-302,-2 2-2129,-3 4 2420,1 2 0,-1 0 0,0-2 0</inkml:trace>
  <inkml:trace contextRef="#ctx0" brushRef="#br0" timeOffset="222065">15359 6755 20246,'0'-3'4749,"0"0"-3830,0 3-459,-72-33-292,33 24-110,-9-7 1,-1 5 8,8 22-27,8 9-46,13-1 12,6 9 10,15 3 1,7 3-6,10 5-5,11-6 0,-2-8 8,-2-4 0,1 0 2,11 8-19,-12-9 1,-1 0 2,6 9 0,-13-8 22,-10 0 6,-22-2-45,-9 0-5,-23 1 11,9-10-57,4-4 1,0-2-291,-11-1-695,-16-2-2325,29-10-6453,16-9 8589,10 2 0,6 2 1,1 9-1</inkml:trace>
  <inkml:trace contextRef="#ctx0" brushRef="#br0" timeOffset="222281">15706 6776 20571,'8'-7'3175,"-2"1"-1335,-6 6-1005,0 0-396,-14 46-445,12-6-31,-4 1 1,0 3-174,8-11 0,1 0-411,-1 1 0,-1 0-2107,-5 28-5192,-6-8 7920,-4-17 0,3-16 0,4-12 0</inkml:trace>
  <inkml:trace contextRef="#ctx0" brushRef="#br0" timeOffset="222781">15587 7185 25623,'-1'-46'390,"-1"1"0,1 3 1,5 9-380,16 15-73,13 6-100,17 6-37,-19 5 0,2 1-438,3 1 0,2 1 155,0 1 0,0-1 76,-3 1 0,-1 0 282,19 0 275,-21-3 253,-18-4 312,-17-3 131,-6-1-119,-6 0 244,-3 1-518,0 0-90,3 3-185,4 1-123,6 2-28,2 3-34,4 5 29,5 4 10,5 5-33,11 0 0,10-3-5,8-5 16,5-6-5,0-12-12,-5-8 45,-6-12 40,-9-6 66,-8-1 34,-9 2 12,-8 5-117,-11 5-74,-8 8 0,-12 7 0,-8 9 0,-4 11 0,1 10 0,3 12 0,8 10 0,8 9-285,11 7 285,13 3-555,15 0-565,-3-30 0,3-1 1120,5 2 0,-1-3 0,4 5 0,-2-6 0</inkml:trace>
  <inkml:trace contextRef="#ctx0" brushRef="#br0" timeOffset="223231">16451 7223 25595,'9'-48'886,"0"0"1,-1 5 0,-1 8-478,-3 12-402,-1 11-7,-2 7 0,2 14 0,1 13 0,4 19 0,1 16-290,-5-22 1,-2 3 289,-1 3 0,-3 2 0,-2 3 0,-3 0 0,-2 0 0,0-1 0,-2-4 0,-1-2 0,1-8 0,1-2 0,-3 8 0,5-22 0,8-25 0,9-19 0,5-23 0,-4 16 0,1-2-465,3-8 1,-1-1 464,3-5 0,0-1 0,2 1 0,0 2 0,-1 4 0,1 2 244,-3 7 0,1 2-244,12-20 0,-1 15 0,4 12 0,3 13 0,4 9 0,2 12 0,0 10 0,-1 12 0,-5 9 0,-9 4 0,-12 0 0,-21-4 981,-20-5-981,-20-6-242,-11-8-238,27-11 1,0-3-1044,-27-3-4352,13-10 5875,17-4 0,16 2 0,10 4 0</inkml:trace>
  <inkml:trace contextRef="#ctx0" brushRef="#br0" timeOffset="223448">17198 7132 27236,'55'-30'-2642,"0"-1"0,0 4 1,-4 6 2641,-18 18 0,-2 3 0,10-2 0,-20 2 0</inkml:trace>
  <inkml:trace contextRef="#ctx0" brushRef="#br0" timeOffset="223831">17851 6812 28671,'-27'-8'0,"5"14"0,20 38 0,0 6 0,5 0 0,2-8 0,7-8 0,6-15 0,8-9 0,7-13 0,4-13 0,2-9 0,-4-10 0,-5 1 0,-9 4 0,-6 6 0,-8 11 0,-4 6 0,-3 14 0,0 11 0,1 20 0,6 19 0,3-8 0,2 2-433,-3-14 0,1 2 415,0 1 1,2 4 0,-3-2-2635,-2 7 1,-4-1 2651,0 6 0,-1-3 0,-1-16 0,-2-4 0,-5 4 0</inkml:trace>
  <inkml:trace contextRef="#ctx0" brushRef="#br0" timeOffset="224081">15675 7958 25461,'-59'12'604,"0"0"1,11 0 0,21 0-283,62-6 0,22-1-275,-15 0 1,4-1-1306,1-1 0,7-1 0,3 0 0,-1 0 1273,-4-1 0,-2 0 1,2 0-1,6 0-6,-2-1 0,6 1 1,2 0-1,1 0 1,1-1-1,-3 1-231,-5 0 1,-1 0-1,-1-1 1,1 1-1,1 0 1,1 0 209,-1 0 1,1 0 0,2 0 0,0 0 0,-1 0 0,-3 0 0,-3 0-25,0 0 0,-3 0 0,-2 1 0,0-1 0,2 0-289,3 1 0,2 0 1,1 0-1,-3 1 1,-2-1 324,-1 1 0,-3-1 0,-1 1 0,-3-1 0,5 1 0,-4-1 0,-2 1 0,6 0 0,-1 0 0</inkml:trace>
  <inkml:trace contextRef="#ctx0" brushRef="#br0" timeOffset="226914">19285 7200 20666,'0'-4'4441,"0"1"-3522,0 3-739,10 11-74,2 14-56,12 17-50,2 14 14,-12-25 0,0 0-8,1 0 0,-2 1-6,8 27 11,-10-9-3353,-16-12 3409,-4-16-2173,-29-10 2140,16-13 151,-27-22-84,29-9-34,-3-24 6,26-1-34,15-1 2207,6 12-2277,4 17 0,3 3-355,23-8 1182,-13 13 1,3 1-2044,-4 7 1,1 4 1246,6 3 0,-3 2 0,7-1 0,-8 5 0</inkml:trace>
  <inkml:trace contextRef="#ctx0" brushRef="#br0" timeOffset="227107">19990 7238 24396,'-3'-4'2409,"0"1"-2342,3 3-750,57-57-2846,-6 41 487,3-14 1,1 2 2543,-16 27 0,-3 4 0,13-3 1,-22 2-1</inkml:trace>
  <inkml:trace contextRef="#ctx0" brushRef="#br0" timeOffset="227274">20112 7517 23377,'-8'1'2358,"1"-1"-2302,7 0-123,0 0-342,59-39-378,-27 28 0,3-1-1571,5-5 1,4-2 0,-1 2 2357,8 4 0,-3 4 0,-15 2 0,-4 1 0,4-1 0</inkml:trace>
  <inkml:trace contextRef="#ctx0" brushRef="#br0" timeOffset="227774">20886 7115 22957,'-6'-3'2694,"2"1"-2151,4 2-487,55-66-1110,-13 44 1059,2-14 1,3 3-1,15 30 48,-2 13-126,-6 10-134,-8 11-185,-12 8 202,-16 2-57,-17 0 208,-11-9 112,-31 7 73,3-17 111,-18 5 114,12-13 32,6-9 538,8-5-588,9-6 166,9-4-312,6 0-72,5 0-57,7 3-28,9 2-10,12 3-35,12 3-16,9 8 11,5 8 6,4 7-18,-7 8 1,-10 0 0,-18 1 11,-21-3 6,-19-4-1,-18-6-10,-12-4-141,-9-6-616,-2-5-2245,3-9 2262,13-2 0,18-1 0,15 2 1</inkml:trace>
  <inkml:trace contextRef="#ctx0" brushRef="#br0" timeOffset="228491">21873 7249 26570,'19'-51'-5019,"-4"13"5019,-13 74 0,-2-21 0,0 1 0</inkml:trace>
  <inkml:trace contextRef="#ctx0" brushRef="#br0" timeOffset="228648">21894 7745 23775,'3'1'2733,"-1"0"-1820,-2-1-930,-23 76-2817,-7-26 2414,9 0 0,-5 2 420,-12-8 0,1-7 0,9-7 0,5-7 0,0 0 0</inkml:trace>
  <inkml:trace contextRef="#ctx0" brushRef="#br0" timeOffset="229498">22930 7307 19736,'-6'-5'3389,"0"1"-1608,6 4-638,0 0-841,-17-43-106,15 25-17,-9-35-22,21 34-17,6-4-73,5-3-44,4-1-6,4 3-23,1 7 6,-1 7 6,-3 12-18,-1 11 24,-2 12-40,-5 12-28,-4 8 0,-6 7 0,-5 1 16,-10 1 24,-6-6 38,-11-6 28,-6-8 12,-4-9 22,2-10 45,5-7 11,8-12-45,7-5-39,7-7-17,6 0-39,8 1 28,9 2 39,9 7-67,6 2-11,5 10 22,1 6-16,-2 9-34,-7 5-29,-12 6-77,-17 1-152,-22 2-364,-22-1-388,15-17 1,-2-2-1299,-1-2 0,0-1 1838,-18 5 0,21-10 1,16-4-1</inkml:trace>
  <inkml:trace contextRef="#ctx0" brushRef="#br0" timeOffset="229815">23842 7121 26738,'-50'27'74,"1"-1"1,2 0 0,2 0-5,12-6 0,2 0-14,4-1 0,2 0 0,-10 15-23,19-5-10,15-3 10,17-4 6,16 0-39,19-3-28,-20-9 0,2-2-115,3 0 1,0 0-514,-1-1 1,0-1-1227,-2-2 0,-1 0 1057,16 1 1,-19-4 0,-15-1 0</inkml:trace>
  <inkml:trace contextRef="#ctx0" brushRef="#br0" timeOffset="230457">24753 7182 27230,'-14'-48'90,"-9"13"-62,-19 42-17,5 1 51,-24 5-23,22-6-5,-12 3-1,23-4 6,10 0 1,7 2-7,3 0 18,3 2 5,2 1 5,3 3 12,2 3-45,1 2 6,2 4-6,0 3-6,-3 2-11,-4 3 23,-6 1-17,-6-3-23,-2-4 62,1-7 39,7-9 45,4-5-28,4-7-89,4-5-7,4-7 18,8-6-6,6-1 6,5 1-34,4 3-6,2 6 23,3 5-17,2 4-6,-1 8 1,-8 2-18,14 20 6,-15-1-33,7 17-51,-17-3-145,-20 2-309,-20-1-514,-19-3-1,15-21 0,-4-2-3846,-7-1 1,0-2 2457,-9 2 0,4-7 1,35-6-1</inkml:trace>
  <inkml:trace contextRef="#ctx0" brushRef="#br0" timeOffset="230648">24784 7115 26570,'50'-23'-940,"1"1"1,-3 0 0,-4 8 939,6 18 0,-22-2 0,-2 2 0</inkml:trace>
  <inkml:trace contextRef="#ctx0" brushRef="#br0" timeOffset="231224">25332 7416 24956,'-4'0'1989,"2"0"-673,2 0-1215,5 2-62,2-2 101,13 0-107,-9-2 40,8 0-49,-12 2-24,-1-1 0,-4 1 0,-1 0 0,-2-5 0,-4-5 0,-3-14 0,-2 1 0,2-4 0,4 11 0,3 3 0,1 6 0,0 1 0,3 4 0,3 6 0,0 2 0,3 11 0,-1 17 0,-2 9 0,-2 19-357,-6-1 357,2 0 0,-1-15 0,11-1-1,18-17 1,14-6 0,-9-18 0,3-6-509,7-7 0,1-4 509,-6-1 0,2-2 0,-3 1 0,3-3 0,0-2 0,4-4 0,0-2 0,0 0 0,1 0 0,0 0 0,1-2-467,3-3 1,1-2-1,-3 2 467,4-4 0,-4 2 0,-13 9 0,-2 2 0,-2 1 0,-3 3 270,5 3-1178,-7 9-2379,-14 24 3287,-17 13 0,0-7 0,-1-5 0</inkml:trace>
  <inkml:trace contextRef="#ctx0" brushRef="#br0" timeOffset="233448">16451 8886 20288,'-33'-32'4185,"1"7"-3170,9 20-847,-5 2 243,-6 7-327,-2 7 114,-2 11-164,4 10-1,10 8-16,10 4-6,21-2 6,19-2 0,25-2-26,-18-20 1,2-1-96,4 0 1,2 0 92,-2-2 0,-2 1-3,-4-2 0,-3 1 2,7 12 46,-28-2-12,-19-6-8,-16-4 0,-8-1-11,4-3 0,-3-2-369,-16 5 0,-2-1 380,6-4 0,2-3-9,2 0 1,1-4 551,-21-4-910,25-12-1272,28-15 1625,36-17 0,-12 19 0,12-1 0</inkml:trace>
  <inkml:trace contextRef="#ctx0" brushRef="#br0" timeOffset="233675">17037 9045 24929,'50'-25'-673,"0"0"1,0-1 0,-7 3 0,-1 1 0,-5 7 0,14 14-1,-23 1 1</inkml:trace>
  <inkml:trace contextRef="#ctx0" brushRef="#br0" timeOffset="233841">17110 9250 24811,'-7'2'2767,"1"0"-2549,6-2-123,0 0-324,59-21-964,1 6-3723,-3-2 1,4 1 4766,-16 5 0,-4 2 0,14-2 0,-25 4 0</inkml:trace>
  <inkml:trace contextRef="#ctx0" brushRef="#br0" timeOffset="238856">18413 9052 24794,'11'-51'838,"-1"1"0,0 5 1,-3 12-727,-5 25-79,-2 9 29,0 11-12,-2 27-50,-2 11-20,2-14 1,-1 2-987,0-1 1,1-1 602,-1 25-715,3-22 1,0 1-3799,5-2 1,1-1 2885,0 21 0,4-9 0,-7-42 0</inkml:trace>
  <inkml:trace contextRef="#ctx0" brushRef="#br0" timeOffset="239065">19120 9086 22049,'0'-6'3989,"0"0"-2841,0 6-723,0 0-414,-21-20-16,15 36-152,-12-6-123,22 32-1398,4-6 1,1 1 1677,8 20 0,-2-6 0,-6-18 0</inkml:trace>
  <inkml:trace contextRef="#ctx0" brushRef="#br0" timeOffset="239249">18970 9353 24984,'-40'-39'457,"-1"-1"1,6 4 0,16 5-442,42 9-111,29 4-930,-14 10 1,3 3 553,9 0 1,2 2-706,6 0 0,0 2-3740,2 0 1,0 1 4706,-8 1 1,-5 0-1,14 0 0,-29 1 1</inkml:trace>
  <inkml:trace contextRef="#ctx0" brushRef="#br0" timeOffset="239756">19950 8965 21775,'0'-3'4397,"0"0"-2868,0 3-1372,2-48-85,-2 36-72,1-36 0,-2 48-22,1 0 44,-3 3 12,0 0-17,0 3-23,0-1 17,1-1-5,2-1-28,-1-2 22,1 0 22,-1 2-5,-1 4 0,-5 10-1,-5 7 18,-6 12-17,-3 7-28,1 4-1,7 2-10,7-4 11,16-4 5,13-8 12,16-8-1,8-10 1,3-11 22,-2-13-6,-7-11 29,-8-12 61,-13-12 0,-11-10 0,-16-6-251,-2 28 0,-3 1 162,-4 2 0,-4 1-23,-2 4 0,-2 2 0,-23-11 0,8 15 0,15 10 0,14 15-679,17 10-1443,13 15 2122,18 12 0,-15-18 0,1-1 0</inkml:trace>
  <inkml:trace contextRef="#ctx0" brushRef="#br0" timeOffset="239999">20708 9020 26688,'44'-22'-677,"0"0"1,1 0-1,-4 1 1,0 2-1,-2 7-640,2 11 1,-3 7-3237,24 4 750,-24 3 2419,-16 3 0,-17-9 0,-2 0 1</inkml:trace>
  <inkml:trace contextRef="#ctx0" brushRef="#br0" timeOffset="240290">20914 9122 19171,'-47'14'1898,"1"-1"1,6-1 0,9-3-1350,14-3-157,18-4-241,20-4-168,22-4-59,-12 2 1,2-1-367,5-2 1,2 0 345,-1 0 1,-1-2 56,-3 0 0,-2-2 201,19-15-78,-19-6 96,-18-6 162,-22-1 167,-14 2 57,-14 4-309,5 11 443,-4 0-319,20 14 334,0-1-625,12 7-57,8 5-27,8 8-12,12 14-5,8 17-54,-15-16 1,-1 3-535,-1 2 0,-3 2-1152,-3 1 1,-3 0 931,-4 25 1,-6-23 0,-4-16 0</inkml:trace>
  <inkml:trace contextRef="#ctx0" brushRef="#br0" timeOffset="240799">21624 9184 25096,'12'-61'937,"0"0"0,-2 5 1,-1 5-745,-4 13 0,0 4 87,-1-17-183,-3 21-97,0 16 0,-1 15 0,0 19 0,1 20 0,-1 0 0,0 4 0,-1-1 0,0 0 0,-1 1 0,-1 1 0,-1-3 0,-2-2 0,-6 17 0,0 3 0,1-20 0,5-21 0,3-15 0,5-21 0,6-12 0,7-14-1653,8-5 1653,6 3 0,-12 20 0,-2 8 0</inkml:trace>
  <inkml:trace contextRef="#ctx0" brushRef="#br0" timeOffset="259914">15581 10492 22520,'3'-8'1638,"10"-26"1,2-3-973,-5 13-473,4-11 1,-1 3-94,-10 24-88,-2 12 27,-1 10-6,0 15-10,0 14-1,-2 9 6,-1 2-22,-2-2 5,-2-5 28,0-10-22,1-9 129,3-12 162,1-9-96,4-13-139,6-13 0,8-15 5,10-14 1,6-6-280,-14 25 1,0 0 272,17-22-32,-3 9-24,-5 14-27,-4 15-11,-2 14-17,2 14-29,4 12-60,4 10-158,2 7-1007,5 5-122,-18-24 1,0 0 1414,4 4 0,-3-2 0,4 2 0,-4-3 0</inkml:trace>
  <inkml:trace contextRef="#ctx0" brushRef="#br0" timeOffset="260248">16680 10391 26687,'-45'-27'65,"1"-1"1,3 2-1,10 14-14,19 28-1,5 11-44,4 7 10,11 6-10,8 3 5,13 1-16,10 1-361,-16-23 0,1-1 360,2 1 1,0-1 147,22 16-147,-10-8 50,-16-6-6,-22-7-17,-23-5-16,-21-2-9,12-6 0,-2-1-42,-4 0 1,0-2-206,-1-1 1,2-2-1571,-25-8 1102,23-10 1,21 8 0,13-1 0</inkml:trace>
  <inkml:trace contextRef="#ctx0" brushRef="#br0" timeOffset="260474">17187 10435 24654,'-3'0'1860,"1"0"-2023,2 0-755,62-32-2104,-22 27 0,3 1 2313,11-13 1,-1 1-1,-12 14 1,-7 3-1,-7-1 1</inkml:trace>
  <inkml:trace contextRef="#ctx0" brushRef="#br0" timeOffset="260648">17276 10632 27113,'58'-4'-2553,"1"0"1,5-3 0,-6-1 2552,-4-6 0,-8 2 0,-22 5 0</inkml:trace>
  <inkml:trace contextRef="#ctx0" brushRef="#br0" timeOffset="261714">18344 10520 23747,'7'-49'532,"-2"9"-460,-5 40-49,0 0-12,0 3-11,0 0 11,0 2-22,0-2 22,0 0 51,0-2-79,0 0-297,0 1-1634,0 3 1948,0 3 0,0-2 0,0-1 0</inkml:trace>
  <inkml:trace contextRef="#ctx0" brushRef="#br0" timeOffset="262924">18593 10406 20823,'43'-21'760,"0"-1"0,-4 3 0,-7 4-374,-16 13-123,-7 1 6,-4 4 78,-4 2 40,-2 6-40,-7 2-95,-7 4-39,-9 1 28,-7 0-6,-5-1-56,-2-5-11,2-5 28,4-4 23,6-2-57,8-2-22,7-1-45,3-1-33,1-1-12,1 1-16,0 1-17,-1 1 11,-2 4 0,-3 3-23,-3 5-16,-4 6 17,0 6 11,-1 3-34,1 5 28,1 0 11,2 1-5,1-1-6,4-3-11,2-4 12,5-6 16,2-6 89,2-6 158,1-3-29,2-6-95,4-3-16,3-5-68,4-1-17,-1 0 1,0 1-23,1 2-23,2 0 6,4 4-16,4 2-34,7 3 39,3 8 16,6 6-49,4 12-18,-2 8-5,-6 6 17,-12 2 50,-15-2-22,-16-3 11,-15-4 6,-14-5-90,-9-6-140,-3-8-566,1-7-1355,7-12 1297,11-15 0,13 8 0,9-6 0</inkml:trace>
  <inkml:trace contextRef="#ctx0" brushRef="#br0" timeOffset="263164">19418 10492 23814,'-3'0'2481,"0"0"-1842,3 0-617,-5 78-16,14-30-483,-7 9 1,2 1-331,5-23 1,-1-4-3059,-1 1 0,-3 0 3865,-3 18 0,-2-21 0,-2-14 0</inkml:trace>
  <inkml:trace contextRef="#ctx0" brushRef="#br0" timeOffset="263331">19128 10853 22593,'-6'-2'3977,"1"-1"-3406,5 3-470,0 0 39,23-70-62,25 41-772,-9-13 1,5 1 528,7 26 0,4 8-1519,-11 0 0,2 0 0,-3 0 1684,5 0 0,-3 1 0,-4 1 0,-6 1 0,-11 2 0</inkml:trace>
  <inkml:trace contextRef="#ctx0" brushRef="#br0" timeOffset="264481">20081 10607 19908,'10'-50'703,"0"1"0,0 0 0,4-16 0,-3 11 1163,-4 19-1704,-3 18 413,-4 17-508,-8 21 0,-6 23-47,3-10 0,-1 3-115,-1 8 1,-1 2 96,0 6 1,2 1 53,1 2 1,3 1-144,2 0 0,5-1-705,5-4 0,7-2-197,5-4 0,7-4-1504,8-5 1,4-5 2492,-1-7 0,0-4 0,13 4 0,-20-15 0</inkml:trace>
  <inkml:trace contextRef="#ctx0" brushRef="#br0" timeOffset="265040">20686 10455 25264,'14'-43'50,"-1"0"1,1 3 0,5 9-45,23 16-6,6 7 0,4 13-46,-4 11 1,-4 13-16,-9 12-12,-11 6 17,-14 3 45,-18 0 22,-15-5 0,-13-7 40,-4-7 94,2-10 108,7-8 111,9-8 22,9-8-117,7-4-90,4-6-78,7-2-39,7 2-23,8 4-22,6 5-17,6 5-28,5 8 39,5 8 11,2 8-50,-1 6-17,-8 3-16,-13 3-46,-18 0-105,-23-3-281,-16-3-734,-17-5-2330,-5-9 3557,-3-7 0,28-6 0,6-4 0</inkml:trace>
  <inkml:trace contextRef="#ctx0" brushRef="#br0" timeOffset="265524">21792 10593 19148,'-5'0'5192,"0"0"-2867,5 0-2096,-56-13-44,45 9 22,-29-12-167,56 14 44,26-6-12,-1 2-284,18-5 209,-27 5 1,0 1-1653,6-3 1,-1 1 1620,12-2-139,1-1-309,-36 8-834,-3 0-2202,-12 2 3560,-8 4 0,3-2 0,-2 2 0</inkml:trace>
  <inkml:trace contextRef="#ctx0" brushRef="#br0" timeOffset="266097">22419 10413 26939,'20'-44'381,"1"0"0,-3 5 0,-4 6-85,-8 14-178,-3 9-68,-3 4-44,0 6 22,-3 8-11,-4 11-12,-6 17 1,-4 15-9,8-21 0,-1 1 0,0 2 1,-1-1-4,1-1 1,-1 1 13,-1 2 0,1-1-13,-5 10-6,-1 5 22,13-35 39,0 2-26,4-19-24,5-10 0,4-16 0,0 1 0,2-3 0,-2-1 0,0 0-162,0-2 1,1-1 161,-1-3 0,0 0 0,5-21 0,-5 26 0,0 1 0,1-6 0,-4 16 0,-6 20 0,-1 11 0,-2 21 0,0 9 0,0 21 0,3-4 323,2-9-560,6 8-1476,13 0-2152,4-1 3865,4-2 0,-14-28 0,-6-12 0</inkml:trace>
  <inkml:trace contextRef="#ctx0" brushRef="#br0" timeOffset="266348">22941 10038 24608,'-13'-37'355,"1"-1"1,1-8-351,32 77-21,7 7-4,5 9 0,3 6-14,-8-9 1,-2 3-1194,-1-1 1,0 2 0,-3-1 1142,-1 2 0,-6 0-366,-10-2 0,-6 3 0,-5-4-569,-12 2 1,-6-1-2259,1-3 0,-2 1 0,-2-6 2714,-5-2 1,0-6 0,-16 9 0,35-30 0</inkml:trace>
  <inkml:trace contextRef="#ctx0" brushRef="#br0" timeOffset="266640">23597 10182 24368,'0'-7'2420,"0"2"-2034,0 5-178,0 0-192,-2 21-27,11 20-3,-3-7 0,2 2-376,5 6 1,3 0 148,0 1 0,1-1-420,-1-3 1,-2-1-808,-3-4 1,-3 0 1467,-6 22 0,-3-26 0,-8-10 0</inkml:trace>
  <inkml:trace contextRef="#ctx0" brushRef="#br0" timeOffset="266807">23505 10553 21674,'-2'-5'3860,"0"1"-3149,2 4-700,62-58-1986,-11 41 1487,2-14 0,5 3-906,-14 24 0,-1 5-2807,3-3 0,-1-1 4201,-5 0 0,-3-1 0,9-1 0,-22 1 0</inkml:trace>
  <inkml:trace contextRef="#ctx0" brushRef="#br0" timeOffset="266991">24320 10138 19014,'0'-5'6648,"0"1"-4856,0 4-1299,-7-62-258,6 45-162,-6-43-28,8 71-11,5 14-40,7 21-5,-2-14 0,-1 3-639,2 7 1,-2 3 13,-1 7 1,-3 1-2790,-5 6 0,-4-1 2917,-3-5 1,-1-4 0,0-14 0,0-5 0,-5 4-1</inkml:trace>
  <inkml:trace contextRef="#ctx0" brushRef="#br0" timeOffset="267814">17323 12029 21187,'-4'0'2896,"1"0"-2359,3 0-817,60-45-1977,-28 35 0,3 0 778,6-7 0,4-3 0,0 4 1479,-1 8 0,1 4 0,-4 0 0,-3-1 0,-3 1 0,29-1 0</inkml:trace>
  <inkml:trace contextRef="#ctx0" brushRef="#br0" timeOffset="267974">17467 12208 25539,'45'-17'-716,"-1"1"0,1-1 0,3 1 0,2 0 0,-2 2 716,-5 3 0,-1 3 0,-3 0 0,5-2 0,-5 2 0,10 0 0</inkml:trace>
  <inkml:trace contextRef="#ctx0" brushRef="#br0" timeOffset="268574">18678 12080 25124,'19'-56'731,"0"0"1,-1 3 0,-3 7-440,-7 17-163,-2 7-45,-5 16-23,-4 10-27,-5 13-6,-15 30 0,-2 10-25,12-26 0,0 2 2,0 3 1,2 1-332,1 24 328,4-25 1,4 1-31,7 2 0,6-1 17,19 17-12,-4-27 1,3-4-11,19 1-4,-15-16 1,1-3 13,22-4 29,-17-8 0,-1-4 5,11-5 0,-18-7 0,-6-2-5,-11 0 22,3-22-17,-27 18 28,-26-14-45,-12 10-800,14 14 0,-1 1 818,-13-3-37,-7-3 47,19 4-11,-4-5 325,8-8-302,14 4-29,7 1 51,10-2-56,11 6 1630,21-7-1647,8 10 28,18 6-5,0 14-213,-10 5 185,11 13 27,-17 6-22,4 14-28,-28-7 1,-6 3-292,-9-2 0,-6 0-278,0 2 1,-5 0-4303,-15 2 1,-3-3 3849,-5 2 1,-2 0 0,23-26 0</inkml:trace>
  <inkml:trace contextRef="#ctx0" brushRef="#br0" timeOffset="270031">15917 13174 26284,'-45'-28'99,"1"0"0,6 2 0,5 9-49,-5 25-11,-3 12-16,0 6-6,-3 9 5,17-4 0,9-2-10,9-8 44,16 9-28,13-9 11,22 10-45,-15-17 1,3-1-774,4 2 1,0-1 784,21 8 8,-24-8 0,-1 0-36,9 12 27,-10 0 6,-19 2 23,-34-8-23,-6-5 0,-31 0 17,23-10 0,-1-2-143,2 1 0,1-2 62,-4-2 0,4-3-720,-1-10-123,18-3-8935,17-23 9018,7 19 0,2-7 0,-3 21 1</inkml:trace>
  <inkml:trace contextRef="#ctx0" brushRef="#br0" timeOffset="270248">16238 13108 22996,'0'-4'3249,"0"1"-2191,0 3-946,-6 9-39,-2 32-79,-2 8-435,6-10 1,1 3 331,2-5 0,2-1-224,0 2 0,1-1-512,0-1 1,-1-1-2662,2 26-5619,-5-14 9125,-4-18 0,1-15 0,1-10 0</inkml:trace>
  <inkml:trace contextRef="#ctx0" brushRef="#br0" timeOffset="270740">16155 13583 13491,'-1'-5'9830,"0"0"-7954,7-55-985,1 33-600,-2-10 0,2 2-5,6 14-174,-1 7-90,2 7-27,7 4-23,9 6-62,10 4-61,6 2-34,2 0 51,-4-4 100,-8-2 40,-11-5 72,-11-5 101,-7-3-5,-5-4 5,-5 0 17,-2 1-5,-2 5-68,1 3-118,2 3 7,2 2-7,0 5 1,1 4 39,0 4-51,7 2-16,4-2 16,9-2 0,5-5 23,4-6-6,3-9 29,-2-9 66,-5-9 51,-9-6 61,-7 0-11,-7 1-33,-6 8-55,-5 6-119,-4 8 0,-6 5 0,-5 13 0,-4 9 0,-2 13 0,2 13 0,6 8 0,9 9-158,10-28 1,3 0-410,5 2 1,5-2-367,3 1 1,5-1-682,6-1 1,3-3-2190,6-3 0,1-2 3145,-1-5 0,-2-3 0,11 2 0,-18-11 0</inkml:trace>
  <inkml:trace contextRef="#ctx0" brushRef="#br0" timeOffset="271140">16993 13645 25819,'12'-48'857,"-1"1"0,0 5 0,-4 8-583,-7 21-267,0 7-7,0 10 0,0 12 0,0 17 0,0 16 0,-2 12-360,1-27 0,-1 1 360,-1 2 0,0 1 0,1 1 0,0 0-104,0-1 0,1-1 41,-1 26 35,0-19 45,-2-22-1,0-22-21,0-19 725,2-19-708,1-20-7,3 19 1,2-2-293,1-8 0,1-2 293,3-3 0,2 0-6,-3 12 0,2 0 0,5-8 0,1 4-277,6-2 277,-7 17 0,2 3 0,10 1 0,2 11-23,1 9-22,-1 12 792,-2 11-786,-6 13 317,-8 11-323,-12 5 6,-18 1-62,-17-2-403,-14-8-1042,-9-8-5522,2-10 7068,11-9 0,19-7 0,13-2 0</inkml:trace>
  <inkml:trace contextRef="#ctx0" brushRef="#br0" timeOffset="271490">17559 13372 27785,'40'-15'50,"4"3"-246,4 8-901,4 2-4107,-4 2 5204,-9 0 0,-17 0 0,-11 0 0</inkml:trace>
  <inkml:trace contextRef="#ctx0" brushRef="#br0" timeOffset="272115">18364 13156 26687,'-7'-12'224,"-8"2"-162,-15 14-23,-8-2 17,-2 1 67,-3-3 17,13 1-73,9-1 57,11 0-68,7 0-17,0 0-11,3 3 0,0 3-11,1 3 11,2 7-12,3 3 1,0 8 56,-2 4-79,-2 11 6,-4-13 17,-2 9-6,-1-19 17,-1 2 6,2-7 112,1-6-34,1-4 308,2-3-370,3-11-28,3 0-9,15-12-13,3 7 0,4 1 0,9 6 0,-5 5 0,17 5 0,-8 7 0,2 7 0,-16-1-24,0 9-49,-13-4-39,-4 6-347,-28 6 73,0-11-1059,-15-5 0,-4-3-991,-2-3 1757,3-2 1,2-2-1,12-3 1,0-2 0</inkml:trace>
  <inkml:trace contextRef="#ctx0" brushRef="#br0" timeOffset="272340">18415 13155 23478,'8'-2'1369,"26"-4"1,8-2-648,2 0-434,4-1 1,3 0 321,6-4-369,-17 3-73,-7 1-117,-20 4-35,-7 3-133,-6 2-2818,-15 7 2935,-1 1 0,-2 1 0,7-3 0</inkml:trace>
  <inkml:trace contextRef="#ctx0" brushRef="#br0" timeOffset="273398">19742 13295 23444,'-2'-6'3187,"0"0"-3008,2 6 34,0 0-146,22-47-5,13 61-23,16-30-39,-27 35 0,-2 9-6,0 0 1,-4 2-62,5 22 53,-14-14 0,-6 2 11,-8-8 0,-5-2-664,-7 3 1,-4-5 671,-21 2 35,-11-13 32,20-15 18,2-15 50,25-28-78,22-7-40,1 15 0,6 1-995,6 3 0,1 3 976,-4 5 0,3 0-431,14 0 0,7-1 0,-4 4-1334,-3 5 1,0 1 1383,2-1 0,4-2 0,-8 5 0,7 4 0,-23 5 0</inkml:trace>
  <inkml:trace contextRef="#ctx0" brushRef="#br0" timeOffset="273589">20565 13293 26760,'40'-27'-706,"0"1"0,0 0 1,3 1-1,1 3 0,-2 8-3495,-1 12 0,-1 7 3856,-1-2 0,-4 1 1,-5 3-1,-17-1 1</inkml:trace>
  <inkml:trace contextRef="#ctx0" brushRef="#br0" timeOffset="273749">20732 13400 26558,'46'-3'-3161,"0"-1"0,-5 0 1,-1 0 3160,5 0 0,-4-1 0,1 0 0,-19 2 0</inkml:trace>
  <inkml:trace contextRef="#ctx0" brushRef="#br0" timeOffset="274099">21485 13137 27953,'-10'-38'173,"-2"17"-150,-8 57-12,-1 8 0,5-8 0,1 10-50,10-3 22,10-3 6,11-4 22,12-22 34,8-15-6,8-15 90,6-14-248,-23 12 0,-1-2 150,-1 0 1,0-1-32,16-15 0,-11 9 0,-13 11 0,-10 9 0,-5 16 0,-7 15 0,-4 20-129,3-13 0,0 4 129,-2 7 0,2 3-469,-1 10 1,0 3-593,3-12 1,-1 2 0,1-1 655,-1-1 0,1 0 1,0-3-1,0 5 1,0-5-1,-1 11 1</inkml:trace>
  <inkml:trace contextRef="#ctx0" brushRef="#br0" timeOffset="276931">17378 14589 23803,'0'-5'2531,"0"2"-2049,0 3-381,-53-13-73,21 25-23,-5-9 1,1 4 0,4 32-1,9 1 1,11-1-17,16-6 33,11-3-33,14-2 11,9-3 28,4 2-34,1-1 17,-9 0-5,-13-3-6,-18-3 45,-23-2-17,-17-4-17,-14-1-39,-4-4-73,5-5-369,11-4-1396,13-9-6171,13-9 8037,12-4 0,2 7 0,2 5 0</inkml:trace>
  <inkml:trace contextRef="#ctx0" brushRef="#br0" timeOffset="277148">17758 14707 23607,'-9'0'3024,"1"0"-2822,8 0-253,0 0-1119,99-47 55,-60 35-1355,1-3 1,8-4 0,-9 7 2469,-6 15 0,-4-2 0,-16 1 0</inkml:trace>
  <inkml:trace contextRef="#ctx0" brushRef="#br0" timeOffset="277315">17781 14906 23747,'-5'1'3500,"1"0"-3085,4-1-819,78-33-3261,-27 17 3665,9-6 0,-2 2 0,-18 10 0,-9 4 0</inkml:trace>
  <inkml:trace contextRef="#ctx0" brushRef="#br0" timeOffset="279490">19044 14798 24996,'14'-58'868,"0"0"0,-1 1 0,-4 10-638,-6 28-113,-3 2-100,-1 20 46,-2 26-40,-1 8-18,2-6 1,1 2-218,0 0 1,1 1-78,2 2 1,0 0-549,2 22-4079,1-17 1,1-2 2473,-1-4 1,2 9 0,-6-36 0</inkml:trace>
  <inkml:trace contextRef="#ctx0" brushRef="#br0" timeOffset="279681">19540 14723 24004,'1'-5'3378,"-1"2"-2880,0 3-509,26 68-112,-9-24-525,1 7 0,0 1-1498,-1 6-5264,-8-5 7410,-4-14 0,-5-17 0,0-11 0</inkml:trace>
  <inkml:trace contextRef="#ctx0" brushRef="#br0" timeOffset="279873">19432 14890 27499,'41'-24'-555,"1"-1"1,0 3 0,2 5-572,4 15 0,1 4-1866,-2-3 1,-1-1 2991,2-2 0,-3-1 0,4 0 0,-9-3 0</inkml:trace>
  <inkml:trace contextRef="#ctx0" brushRef="#br0" timeOffset="280040">20131 14612 20772,'2'-5'5344,"-1"1"-4342,-1 4-262,10-65-276,-8 47-352,4-19 0,-2 8-50,-4 28-23,1 10-15,3 10-24,4 17-13,5 15-88,-5-18 1,1 2-664,-1 2 1,1 1-2332,-2 2 1,-1 0 2620,-1-5 1,-2-3 0,1 9 0,-4-20 0</inkml:trace>
  <inkml:trace contextRef="#ctx0" brushRef="#br0" timeOffset="280359">20747 14574 26508,'47'-14'-514,"0"0"1,0 1-1,-2 4-2410,-7 10 1,-2 4 1791,-2-3 0,-3 1 0,9 3 0,-18-2 0</inkml:trace>
  <inkml:trace contextRef="#ctx0" brushRef="#br0" timeOffset="280524">20836 14826 26675,'46'-12'-1469,"0"-1"0,0 1 1,-1 0-1,-1 0 1,-3 3 1468,0 3 0,-4 2 0,12-3 0,-22 4 0</inkml:trace>
  <inkml:trace contextRef="#ctx0" brushRef="#br0" timeOffset="280940">21853 14570 26178,'26'-44'168,"0"0"0,-1 5 0,1 10-107,15 21-61,0 12 34,-2 9-34,-3 12-6,-4 12-11,-9 8-44,-10 9-541,-21 2 557,-18-1 36,5-30 1,-4-2 2,-1-4 1,-1-2 137,-21 8-59,13-10 39,16-9 17,16-3 56,18-3 128,35-4-234,-6 1-118,-2 0 1,2-1 60,-8 1 1,0 0-414,11-1 0,3 0 256,-1 0 1,0 1-914,-3-1 1,-1 0 1047,-4 0 0,-4 0 0,4-1 0,-15-1 0</inkml:trace>
  <inkml:trace contextRef="#ctx0" brushRef="#br0" timeOffset="286756">16810 16337 23271,'10'-42'665,"0"1"0,1-1 0,1-22 0,-6 6-267,-17 6-129,-11 4-197,2 30-10,-13 10-56,-3 16 13,7 6 1,-1 3-18,3 2 1,2 3-3,-4 6 0,3 2 12,-3 22-18,13-14 6,13 2 34,22-11 5,7-6-22,17-7 22,2-21 0,-9-4 79,5-18 156,-9-10-11,-5-2-5,-4-4-45,-13 17-124,-6 11-27,-2 7-62,-2 8 0,0 17 17,-1 6-6,1 18-22,-1-9-6,2 15-112,4-7-484,2-7 0,1-1-412,6 11 1025,1-8 0,0-4 0,-5-14 0,6 11 0</inkml:trace>
  <inkml:trace contextRef="#ctx0" brushRef="#br0" timeOffset="286898">17212 16429 28671,'-12'-50'-9831,"4"14"8485,8 39 0,1 2 1,0-4-1</inkml:trace>
  <inkml:trace contextRef="#ctx0" brushRef="#br0" timeOffset="288257">18692 16384 20744,'0'-5'4167,"0"0"-3404,0 5-668,26-38-45,-16 33 23,21-22 0,-27 44 0,-2 1 33,-10 5 6,-6-6 6,-10 1-6,-3-5 173,-1-10-106,10-11-100,4-4 44,10-16-45,4-3 12,12-26-68,4 7-1035,12-5 1019,-6 26-40,4 9 62,1 13-34,4 10-5,6 13-22,-5 17 16,-9-1 0,-5 22-8,-17-19 0,-6 2-1,-4 2 1,-5 0 23,-8 10 0,-8-3-21,-5-5 1,-5-5 22,-5 0 0,1-4 11,8-6 0,1-2-3,-4-3 1,3-3 131,-10-3-33,11-13-23,21-15-12,31-15-88,5 4 27,7 6 0,4 3 0,21-2 194,-13 5 1,1 3-265,-5 4 0,-1 2-154,2 0 1,-1 2-354,21 2-835,-23 1 1,1 1 1400,26 6 0,-20-3 0,-5-1 0</inkml:trace>
  <inkml:trace contextRef="#ctx0" brushRef="#br0" timeOffset="288623">19432 16195 27370,'-9'-8'12,"13"8"-12,47 24 0,-8-3-6,-10-3 0,0 1-22,10 10 31,-13-8 0,-3 2-14,1 12 16,-15-2-10,-18-4 16,-16-3 23,-15-2-46,-9-2 18,2-3-96,8-1-346,13-3-85,11-5-4364,20-2 4885,5-5 0,1-1 0,-5-1 0</inkml:trace>
  <inkml:trace contextRef="#ctx0" brushRef="#br0" timeOffset="288848">20438 16157 28065,'-7'-40'303,"0"1"0,-4-21-303,11 71 0,4 17 0,5 21 0,-1-15 0,1 3-549,2 7 1,-1 2 72,1 4 0,-2 2-3116,-1 2 0,-2 0 3592,-5-6 0,0-4 0,-1 11 0,-5-24 0</inkml:trace>
  <inkml:trace contextRef="#ctx0" brushRef="#br0" timeOffset="289731">21445 16397 26581,'2'1'173,"-10"7"-133,-28 33 21,-7-6 18,-3-8 38,0-11-5,6-14-73,10-16 23,11-14-23,10-17-5,13-17-337,0 25 1,3-1 327,4-4 1,2 0-10,1-1 1,2 1-3,1 3 0,1 0 6,0 5 0,0 2 13,14-21 18,-8 14 44,-6 11 17,-9 11-62,-5 8-55,-3 6 10,-8 21 672,-3 7-705,-10 22 51,3 4 33,3 5-323,8 2 278,16 1-8,0-27 0,4 0-23,8 1 1,4 0-670,6 2 1,3 0 635,7 1 0,2-1-51,2-1 1,-1 0-230,-4-2 0,-3 1-230,-7-5 0,-13 2-3428,-30 10 0,-11-2-602,-5 1 4076,-16-10 1,1-7-1,20-16 1,1-2-1</inkml:trace>
  <inkml:trace contextRef="#ctx0" brushRef="#br0" timeOffset="290198">22039 16454 27701,'-18'-17'274,"1"-6"-235,4-10 1,5-11-18,9-12-299,3 22 1,2-1 279,2-2 0,3-1 22,2-1 0,0 0 17,1 4 0,1 1-14,-2 4 0,0 1 218,7-17-106,-7 12-33,-6 6-61,-5 13-46,-1 4 0,-2 9 0,0 1 0,-1 4 413,-2 7-413,0 21 0,1-3 0,4 28 0,10-3-376,-3-16 0,3 3 376,3 2 0,2 2 0,5 12 0,2-1-20,-7-18 0,0 0-101,7 11 1,2-2-630,7 4-359,-12-22 0,0-1 323,15 20 0,-16-24 1,-7-6-1</inkml:trace>
  <inkml:trace contextRef="#ctx0" brushRef="#br0" timeOffset="291548">22870 16226 24223,'16'-55'806,"0"0"1,-2 3-1,-2 6-318,-3-2-113,-2 9-95,-3 11-168,-2 15-79,-2 8-44,0 32-22,-1 5 38,0-1 1,0 2-1,-1 30 3,1-30 1,0 1-9,0-2 0,0-1-11,0 27 5,1-9-5,0-9 28,-1-13 101,1-11 201,-1-10-274,2-34-6,1-3-6,0-30-16,-1 2-257,0 25 1,-1 1 258,0-1 1,0 1 70,1-23-51,0 17-45,0 19 1,0 13-29,-1 12 6,0 10 28,2 16-28,1 13-45,1 10-151,3 7-154,-4-29 0,1 0-490,0 2 0,0 0-2244,0 0 1,-1-1 2401,3 21 1,-3-21 0,-1-17 0</inkml:trace>
  <inkml:trace contextRef="#ctx0" brushRef="#br0" timeOffset="291857">23705 15980 24458,'0'-5'2599,"0"1"-2308,0 4-313,-32 16 10,3 16 23,1-8 1,-3 2-151,7 3 0,2 2 147,1-4 1,1 0 2,-10 20 84,14-10-67,9-11-5,17-7-12,12-9-5,21-5-34,16-3-14,-23-2 0,2 0-502,2 0 1,2 0-549,1 0 0,1 0 1092,5 0 0,-3 1 0,5-1 0,-6 1 0</inkml:trace>
  <inkml:trace contextRef="#ctx0" brushRef="#br0" timeOffset="292891">24229 16044 25567,'35'-40'-162,"-1"10"-220,11 29-1986,6 7 952,-2 4 1,-15-3 0,-2 1 0</inkml:trace>
  <inkml:trace contextRef="#ctx0" brushRef="#br0" timeOffset="293057">24453 16151 21993,'-5'1'3697,"0"0"-2403,5-1-1378,-5 1-756,30-5-8991,25-4 7944,-2 0 0,3 0 0,-42 7 1</inkml:trace>
  <inkml:trace contextRef="#ctx0" brushRef="#br0" timeOffset="296490">25043 15938 18313,'0'-5'5400,"0"2"-4487,18-57-236,-5 27-436,2-7 1,0 0 88,3 4-56,-1 8-61,-6 8-106,-4 9-91,-5 10 1,-4 12 45,-5 14-45,-2 13 22,0 10 0,3 1-33,8-2 5,5-4 17,8-5 5,6-5 35,2-8 100,0-8 84,0-9-6,-2-11 0,1-8-50,3-7-44,1-2-1,1 4-78,-1 7-12,-1 6 19,-1 12-80,0 10 0,0 14 0,4 14-428,-14-18 1,-1 3-592,0 4 0,-2 3 1019,-4 10 0,-3-3 0,3 8 0,-9-2 0</inkml:trace>
  <inkml:trace contextRef="#ctx0" brushRef="#br0" timeOffset="298507">26052 16036 21355,'0'-5'3971,"0"2"-3248,0 3-370,-4-20-180,10 58 12,-7-22-110,5 18 1,1 5-25,-3 3 44,0 7-11,-2-9-11,0-5 111,2-9 85,6-19-67,12-19-152,5-2-8,12-11 0,5-4-25,-6 5 0,2 0-391,-2 0 0,3-2 0,-1 0 410,9-6 1,-1 0-1,-3 2 0,-1 2-224,-5 3 0,-2 2 185,-4 5 0,-3 3-64,16-4-123,-17 12-325,-14 14-997,-8 12 1082,-7 5 430,-7 25 0,4-31 0,-4 13 0</inkml:trace>
  <inkml:trace contextRef="#ctx0" brushRef="#br0" timeOffset="302857">18706 17515 9800,'8'-2'4649,"-2"0"-2616,-6 2-129,0 0-1669,2-10 236,-3 8 717,1-7-393,-2 9 1401,1 0-2118,-1 0-33,1 0-17,-3 0 0,1 0-11,-2 0-6,0 0 6,1 0-23,1 0 2034,2 0-1888,0-1-73,0 0-67,-1 1 50,0-1-27,0 1-29,-3 0 113,-7 1-68,-6 0 11,-9 2-22,0 1-39,4-1 45,0 3-23,8-1 0,0 7-11,7-3-22,4 4 33,7 0 11,1-2-27,10 10 16,13 11-67,4 6 53,-11-14 0,1 1-317,12 20 309,-8-10 11,-5 6-6,-15-5 12,-11-2-12,-16-2 6,-16-15 0,1-6-6,-16-3-10,-6-6-35,1-4 181,-2-6-836,28-6-67,14 2-9058,11-10 8087,9 12 0,1-4 0,0 11 1</inkml:trace>
  <inkml:trace contextRef="#ctx0" brushRef="#br0" timeOffset="303357">19111 17714 13309,'54'-18'-952,"0"-1"1,-6 2 0,-6 5 0,-7 10 0,-16 1 0</inkml:trace>
  <inkml:trace contextRef="#ctx0" brushRef="#br0" timeOffset="303531">19149 17941 22543,'-5'2'3898,"1"0"-3613,4-2-2100,81-36 873,-41 24 0,0 1 0,9-10 0,-2 2 0,13 5 0</inkml:trace>
  <inkml:trace contextRef="#ctx0" brushRef="#br0" timeOffset="304398">19262 17765 8835,'-12'0'6766,"3"0"-4031,9 0 480,0 0-2263,-36-9-381,22 6 24,-28-6-293,32 8 392,-1 0-520,0 1-74,2 0-32,1 0-29,3 0-56,2 0-11,2 0 78,1 4-38,0-2-18,1 3 90,2-3-34,7-1-33,10-2 62,16-5-57,18-4-47,-22 4 0,1-2 30,2 2 1,-1-1 22,25-4-17,-16 3 39,-21 4 7,-14 3-40,-38 11 16,-3-1-61,-26 10 28,8-4 51,4-1 27,9-2 51,10-5 0,10-2 33,8-3 17,2-1-44,3-1-34,0-1-34,1-1-28,1-1 11,2-1-61,5-1-56,12-4-95,17-4-712,23-3-1565,-19 6 0,2 2 2439,-1 0 0,-3 2 0,14-3 0,-22 6 0</inkml:trace>
  <inkml:trace contextRef="#ctx0" brushRef="#br0" timeOffset="320064">20292 17692 9206,'-5'0'9006,"1"1"-3707,4-1-4627,-28-15-128,21 8-180,-20-14-140,28 11-56,6-5-11,8-3-23,9-2-44,9-2-23,5 2 6,5 3-51,-2 5-33,-3 6 6,-7 12-35,-11 9 1,-9 16 17,-19 14 2,-2-16 1,-4 1-367,-6 5 0,-5 1 402,-4 2 1,-2 0 0,-2 0 0,0-1-43,0-3 1,2-1 0,5-6 0,2-1 42,-7 12 16,22-17-16,26-13 0,25-16-9,-10 1 1,5-1-9,8-3 0,3 0-839,7-1 1,3 1 838,-12 4 0,1 0 0,-4 1 0,-4 0 0,-3 1 0,-1 1 0,0 0 0</inkml:trace>
  <inkml:trace contextRef="#ctx0" brushRef="#br0" timeOffset="327874">26464 282 18477,'-4'3'6728,"1"0"-5214,3-3-2030,32-26-21,-20 17 140,22-18 13,-29 25 127,-2 1-699,-2 2 364,2 11 549,1 4-15,0 17 120,-1-7 72,-1 31-50,0-8-336,0-12 0,0 3 263,0-3 0,0 0 14,1 6 1,0-1-10,0-8 1,-1 1 11,2 13 0,-1 1 3,0-6 0,0 2 2,1 1 1,-1 4 0,1 0-529,-1-5 0,0-1 0,0 1 498,1 9 1,0 2 0,1-2-4,-1-6 0,0-1 0,0 1 5,1 2 1,0 2 0,-1-1 3,1 3 1,1-1-1,-1 1-533,0 3 1,0 0 0,1 0 541,-1 2 1,0 0 0,0 0-5,0 2 1,0 0 0,0 1-438,-2-14 0,0 1 0,0-1 1,0-2 427,1 5 1,-1-2 0,0 4-1,0 3 1,-1 6-1,1 0 1,-1-4-6,1 1 0,-2-3 0,1 4 3,0-11 0,0 4 1,-1 1-1,1 0 1,-1-3 0,0 5 0,0-1 0,0-1 1,0 0 10,0 3 0,0 0 1,-1-1-1,1-1-12,-1 3 1,1-2 0,-1 5-3,0-11 0,1 5 0,-1 1 1,0-1-1,0-3-288,1-3 0,-1-2 1,1 0-1,-1 3 282,1 4 1,-1 4-1,1 1 1,0 0 0,0-3 4,0 4 0,0-1 0,0-1 0,1 1 4,-1 1 0,1 0 0,-1 0 1,1-3-5,0 5 0,-1-3 0,1 4-2,-1-11 1,1 4 0,-1 2 0,1-2 0,-1-3 1,0-3 0,1-4 0,-1 1 0,0 4-3,0 3 1,0 3 0,1 2 0,-1-1 0,0-3-4,1 4 0,-1-2 1,0-1-1,0 1 2,0 0 0,-1 1 0,1-1 0,-1 1 2,1-1 1,-1 0-1,1 0 1,-1 0-109,0 0 0,0 1 1,0 0-1,0-1 114,0 1 0,-1-1 1,1 0-1,-1 1-9,0 0 1,0-1 0,0 1 0,-1 0-1,1-1 1,-1 1 0,0 0 0,0-1 1,0 1 0,-1-1 1,0 1-1,0-1 0,0 1 0,0-1 1,0 1-1,-1-1 1,1 0 1,-1 0 0,0-1-1,0 1 5,0-1 0,-1 0 0,0 0 0,1 0 2,-1-1 1,1 0-1,-1 0 1,1 0-4,-1-2 1,0 1 0,1-1 0,-1 1-3,1-2 0,0 1 0,0-1 0,0 0 21,-1 0 0,1-1 1,0 0-1,0 0-14,0-1 0,0 0 0,1-1 0,-1 1-3,0-2 0,0 1 0,0-1 1,0 0 83,-1 15 1,0 0 0,-1-1-89,1 0 0,0 0 0,0 0-4,-1-1 0,1 0 0,-1 0-6,1 0 1,-1-1 0,1 0-6,0-1 0,0 1 1,0-1 14,0 0 0,0 0 0,1-2 1,1-12 1,0-1 0,0 2-1,1 0 1,0 4-1,1 0 1,0-4 180,1-2 1,0-3 0,1 2-185,0 17 0,1 3 0,1-3 243,1-13 0,0-2 0,1 0-243,1-1 0,0 0 0,0 0-8,0-2 1,1 0 0,-1 0 17,4 19 1,-1-1 8,-1-2 0,1 0-20,-2-2 0,1-1 293,-1-1 0,-1-1-298,0 1 0,0-1 8,0-1 0,0 1 5,0-2 1,-1 1 2,1-2 1,0 1-1,-1-2 0,1 0 0,-1-1 1,0 0 2,-1-1 1,1 1 10,-2-1 0,0 0-2,-1 2 0,0 0 10,-1 0 1,0 2 5,-1 0 1,1 0-6,-1 1 0,1 1 2,0 0 1,-1 0-9,1 0 0,1-1-14,0-1 1,0-1 13,1-2 0,1 0-3,0-2 1,1-1-4,0 0 1,1-2-3,1 0 0,0 0 529,0-2 1,1-1-519,0 1 0,0 0-9,0-1 1,0 1 11,0-1 0,0 0-1,-1 0 1,0-1 11,0 0 0,-1 0 0,0-1 0,0 1-6,-1 1 1,1 0 13,-2 0 1,1 2-3,-1 0 0,-1 1-1,0 0 1,-1 2-1,-1 1 1,0 0-3,0 2 0,-1 1 2,-1 0 1,0 1 269,0 2 0,-1 0-287,-1 2 1,0 0-20,0 4 1,-1 1-7,2-17 1,-1 1-1,0 0 38,0 5 0,0 1 1,-1 0-31,1 5 0,-1 1 0,-1 1-430,1 3 1,-1 2-1,0 0 407,1-14 0,0 1 1,0 0-1,0 0 1,1 1 1,-1-1 0,0 1 0,1-1-280,-1 16 0,1-1 0,0 0 282,1-2 0,0-1 1,1-3 14,1-12 0,1-2 1,0 1-25,2 13 0,1 2 0,0-5-149,0 1 1,1-2 116,-1-3 0,0 2 1,-1-2-106,-4 10 1,-3-3-334,-3 1 1,-5-1-544,-5 3 1,-4-1-527,5-18 1,-2-1-1,0 0 1367,-7 12 1,0-3 0,8-16 0,2-3 0,-3 3 0</inkml:trace>
  <inkml:trace contextRef="#ctx0" brushRef="#br0" timeOffset="329107">26792 972 32767,'7'-59'0,"-1"-1"0,-1 8 0,-2 4 0,0-13 0,-5 25 0,1 18-844,-2 11 191,1 12 196,0 15-1782,1 16 1850,-1 17 193,2-22 1,-1 2 91,1 2 1,-1 1-117,0 1 1,-1 0 218,-1-1 0,0-1 18,-5 28-71,-1-14 48,1-15 23,3-13 50,3-12 40,3-7-40,5-11 308,9-10-363,9-12 58,7-5-53,2-1-22,-3 6-7,-6 9 24,-9 10-7,-6 9-10,-1 13-1,-1 8 6,-1 12 11,-1 7 0,-11 3-5,-8 1 5,-13-4-50,-7-5-146,-7-7-543,-1-8-1468,1-8 2196,5-12 0,17 1 0,8-5 0</inkml:trace>
  <inkml:trace contextRef="#ctx0" brushRef="#br0" timeOffset="329324">27456 1124 25208,'-5'-1'2319,"1"0"-1977,4 1-1031,-36-51-3198,38 38 3887,-25-38 0,36 51 0,-3 1 0</inkml:trace>
  <inkml:trace contextRef="#ctx0" brushRef="#br0" timeOffset="330140">28252 919 15300,'-2'3'5514,"0"0"-1761,2-3-3628,-17 27 586,9-15-311,-15 21 129,18-25-400,1-3 717,2-4-564,1-4-81,-2-10-139,1-8-12,2-13-44,5 4-6,10-13 0,8 8 0,15-8-11,-11 18-28,13 7 27,-24 16 1,14 11 0,-11 8 0,8 28 11,-12 6-945,-10-15 0,-5 1 939,-9 18-17,-6-18 1,-6-1-19,-1-9 0,-3 0 46,-14 10 1,-3-2 5,6-8 0,0-3-6,-3 0 1,2-4 39,-8 0-17,19-9 23,15-8-1,21-8-50,17-3-101,28-7-53,-15 6 0,2 1 406,-4 1 1,2 1-1057,16-2 1,3 2-2628,-9 2 0,0 1 2935,5-2 1,-2 1-1,-18 2 1,-4 1-1,4-1 1</inkml:trace>
  <inkml:trace contextRef="#ctx0" brushRef="#br0" timeOffset="330464">29085 847 28110,'-26'-20'30,"0"-1"1,14 1-64,55 38 21,-9-3 1,0 3-17,-4-1 0,-1 1 0,-1 3 0,-2 0-11,10 12-56,-6 16 33,-24-18 40,-15 14 11,-21-14-34,-18-5-84,-7-3 11,10-8-1119,-8 2-1558,31-10 2795,0 1 0,18-6 0,7-2 0</inkml:trace>
  <inkml:trace contextRef="#ctx0" brushRef="#br0" timeOffset="330814">29726 910 26290,'3'-45'616,"1"0"0,0-1 0,0 10-499,0 23 29,2-3-90,-4 13-34,-1 5 1,1 11-35,1 16 24,1 18 10,-1-15 0,0 1-22,0 4 0,0 0-84,0 3 0,0 0-595,2 1 1,0-1-1529,1 0 1,1-2 1782,1-6 0,-1-2 0,3 8 1,-3-19-1</inkml:trace>
  <inkml:trace contextRef="#ctx0" brushRef="#br0" timeOffset="331640">30285 1060 29898,'10'-4'2869,"-1"1"-2869,-9 3 0,0 0 0,41-5-624,-35 11-16,28-2 161,-50 14-1014,-9 0 312,-9-1 427,-11-4 481,-2-6 106,0-6 370,11-10 4,11-9-72,13-13-74,12-12-16,11-12-26,0 24 1,1-1-325,4-2 0,1 1 322,2 0 0,1 1-1,-1 3 1,1 0 11,14-21 12,-6 10 21,-9 11-5,-8 10-28,-5 10-33,-4 5 643,-2 3-638,0 7 5,-1 6 7,-2 11 4,-1 11-4,-1 9-1,2 7 0,4 8-14,3-26 0,1 0-202,2 5 0,2 0 208,4 2 0,2 0-418,2 2 1,2-2 246,1 1 0,1-1-409,0-2 1,0-1-1144,-1-1 1,-2 0 1719,-4-3 0,-1-2 0,1 4 0,-8-9 0</inkml:trace>
  <inkml:trace contextRef="#ctx0" brushRef="#br0" timeOffset="332140">30866 1167 25741,'-29'38'207,"1"-1"0,4-2 0,1-10 141,7-21-63,4-7-78,3-8-50,3-12-34,4-15-11,11-14-84,0 18 0,2-2-382,5-4 0,2-2 379,2-1 1,2 0 10,0 2 1,0 1 10,-2 6 1,-1 1 19,11-19 56,-9 11-5,-9 9-12,-7 5-72,-2 12-12,-3 3-22,0 11 742,-1 2-770,-1 4 39,-6 14-11,2-2 34,-4 18-23,6-3-11,3 16 5,10 8-16,2-13 0,2 0-116,-3-13 1,2 0 84,6 15 0,2 0-353,-5-16 1,-1-1-68,4 6 0,0 1-424,-2-4 1,-1-1-2887,-1 0 0,-3-2 3772,2 8 0,-6-10 0,-6-20 0</inkml:trace>
  <inkml:trace contextRef="#ctx0" brushRef="#br0" timeOffset="332614">31657 1004 25550,'4'-56'364,"0"0"0,-2 8 0,2 9-235,9 18-62,-3 11-16,8 1-51,-2 7-11,5 9 11,-6 4-23,5 15-5,-4 21-11,-5 7-139,-10-18 0,-6 0 169,-5-4 1,-4-2 3,-17 16 5,6-20 0,-3-3 28,-22 10-12,20-15 1,0 0 11,-23 12-22,23-13 11,12-6 11,24-7-23,16-3-5,41 0-115,-26 0 1,2-1-898,16 0 1,2 0-1622,-2-1 1,-1 0 2632,-5 0 0,-3-1 0,15 0 0,-29 0 0</inkml:trace>
  <inkml:trace contextRef="#ctx0" brushRef="#br0" timeOffset="333090">32284 956 26155,'13'-30'151,"-7"13"-67,-16 40-33,-2-1 139,-20 17-89,4-11-45,-13 11-34,13-11 1,9-3-12,10-5 6,19-3-51,18-1-498,32-2-893,-17-6 1,3-1-3492,6 1 1,-1-2 3715,-9 0 1,-4-1-1,15 2 1,-39-5-1</inkml:trace>
  <inkml:trace contextRef="#ctx0" brushRef="#br0" timeOffset="334524">32605 994 31857,'-8'-2'152,"2"1"-1105,6 1 197,0 0 66,85-61-318,-37 43-17,-10-3 0,5-4 0,-5 9-603,10 15-5660,8 9 6491,-22 2 0,-6-1 0,-14-3 0</inkml:trace>
  <inkml:trace contextRef="#ctx0" brushRef="#br0" timeOffset="334697">32812 1138 25236,'35'-8'-456,"0"0"1,15-1-1,-3 1 1,-6 4 0,14-1-1</inkml:trace>
  <inkml:trace contextRef="#ctx0" brushRef="#br0" timeOffset="335048">33258 850 22576,'0'-4'3378,"0"0"-2673,0 4-587,-31 50-45,9-11-452,0 1 0,0 0 402,4 3 159,7 5-171,14-22 28,7 5 68,13-19-12,11-11-45,-2-6 665,16-10-412,2-9-51,-5 2-23,-5-1-77,-24 13-130,-10 5 51,-7 9-45,-8 9-28,-6 15-28,-7 16-59,10-14 0,1 2-176,-6 25-1009,6 0 1,0 5-1362,0-10 1,0 2 2147,1-6 1,0 1-1,1-4 1,-1-3-1,2-6 1,-4 11-1</inkml:trace>
  <inkml:trace contextRef="#ctx0" brushRef="#br0" timeOffset="340664">28727 2069 22907,'-3'-4'2727,"0"0"-2312,3 4-124,-69-42-129,38 32-128,-11-12 0,1 6-6,14 25-17,4 9-11,5 4 11,8 5 11,8 2 6,11 1-16,7 3-12,9 0-6,3 2-28,0 2-38,-2-1 38,-6-2 6,-9-3 28,-6-6 11,-12-5 0,-10-4-5,-13-3-12,-10-6-10,-5-3-158,2-3-481,6-5-1384,12-3-6150,14-6 8189,13 0 0,0 3 0,4 4 0</inkml:trace>
  <inkml:trace contextRef="#ctx0" brushRef="#br0" timeOffset="340897">29095 2222 22442,'-4'-3'3125,"1"0"-2867,3 3-1104,89-47-3251,-29 34 2461,-19-2 1,6-4-1,-4 6 900,20 15 1,-27 0 0,-18 0 0</inkml:trace>
  <inkml:trace contextRef="#ctx0" brushRef="#br0" timeOffset="341048">29154 2397 26463,'60'-13'-727,"-1"0"1,-6 2 0,-6 0 0,2 1-1,-22 4 1</inkml:trace>
  <inkml:trace contextRef="#ctx0" brushRef="#br0" timeOffset="342740">29993 2373 21433,'9'-51'1073,"0"0"1,-2 10 0,0 5-413,0 2-179,-4 19-421,0 3-38,-2 14 27,-1 15-27,0 4-1,-3 23 0,-5 15-22,4-28 0,-1 2 8,-1 4 1,0-1 36,-3 18-28,2-11-6,2-15 28,3-6 297,1-15-39,1-5-107,3-14-27,2-12-107,1-4 123,6-33-95,-3 9-293,-3 12 1,0-2 242,-1 7 0,0 2 38,4-28-32,-3 23-1,-2 14-45,-3 19 12,-5 13 44,-4 16-39,-6 20-39,-3 15 22,9-28 1,-1 2-6,3-1 0,0 0 0,-2 26 11,5-8 5,4-14 23,0-12 534,2-13-438,-1-10-52,2-14-32,-1-12-7,4-17 6,0-15-22,-2 23 0,0-1-147,2-1 0,0-1 149,0 3 1,0 2-9,7-15 12,-6 21 10,-4 16-27,-3 16-45,-5 11 16,-3 15-106,-4 15-565,-1 8-1633,0 7 2327,6-27 0,0-2 0,0 4 0,1-4 0</inkml:trace>
  <inkml:trace contextRef="#ctx0" brushRef="#br0" timeOffset="349114">28442 3263 21133,'19'-45'599,"0"-1"0,-3 7 1,-3 9 1007,-5 18-1451,-6 9 443,-2 4-543,0 7 288,-1 9-294,-4 17-22,-1-2 955,-8 20-938,-3 6-17,2 1-23,8-27 1,1-1-17,6 11 0,5-12-163,20 6-587,4-16-18,8 4-2540,-3-15 0,1-3 3319,12-2 0,5 1 0,-29-5 0</inkml:trace>
  <inkml:trace contextRef="#ctx0" brushRef="#br0" timeOffset="349347">29177 3285 18526,'-3'-1'5081,"1"0"-3418,2 1-1842,8-31-292,20 20-27,2-22-1984,32 28 2482,-1 3 0,-18 1 0,-6 0 0</inkml:trace>
  <inkml:trace contextRef="#ctx0" brushRef="#br0" timeOffset="349514">29259 3498 24228,'-44'9'663,"0"1"0,4 0 0,15-6-590,25-9-281,34-6-330,-1 2 1,6-2-4379,15-2 1,2 0 4740,2 1 1,-4 0-1,-13 4 1,-5 1-1,9-2 1</inkml:trace>
  <inkml:trace contextRef="#ctx0" brushRef="#br0" timeOffset="352031">29997 3218 23881,'43'-38'76,"1"0"1,-4 4 0,-7 15-72,-13 30 6,-2 12-16,-5 7-23,-5 8 0,-6 1 11,-8 3 34,-7-4 39,-8-4-23,1-11 219,-11 0 174,14-13 230,-4 0-68,13-7-230,5-8-151,7-3-95,5-4-50,8-1-28,7 3-12,3 5-22,3 9 6,0 8-23,0 12 6,-1 10 11,-4 7-12,-7 4 24,-10 0-7,-17-6-10,-16-7-102,-20-6-381,14-15 0,-2-2-565,-5-2 0,1-3-3741,-26 3 4794,2-9 0,39 2 0,2-3 0</inkml:trace>
  <inkml:trace contextRef="#ctx0" brushRef="#br0" timeOffset="367273">27329 4948 19725,'9'0'3753,"-2"1"-2465,-7-1 308,0 0-1153,17-64-370,-12 48-62,12-45-11,-16 66 22,-3 16 1,-3 11-9,-1-1 0,-1 3-12,0-3 1,1 1 2,-2 5 1,1-1-28,0 16 22,4-17 28,2-8 6,2-14 274,0-3-56,2-10-96,0-9-100,-1-1 34,3-14-17,2-2-6,8-21-45,2 8 6,6-3-22,-5 21-12,5 5-10,1 10-12,9 4-6,4 9-78,0 11-190,-5 12-443,-8 10-2756,-10 15-6330,-8-7 8178,-4-6 0,-2-24 0,0-13 1</inkml:trace>
  <inkml:trace contextRef="#ctx0" brushRef="#br0" timeOffset="367614">28263 4966 26620,'-25'-43'198,"0"0"0,1 5 0,1 10-165,2 23-10,-5 11-29,6 6 0,-1 17-5,9 3 6,13 7 21,13-3-21,13-1-18,9 4-198,5 1 188,1 4 5,-7-2 0,-11-3 0,-13-5 22,-20-7-5,-16-4-56,-16-7-202,-9-4-655,-1-6-129,13-4 1053,4-14 0,23 8 0,-1-8 0</inkml:trace>
  <inkml:trace contextRef="#ctx0" brushRef="#br0" timeOffset="367847">28640 4970 26172,'59'-19'-1003,"-1"0"0,-2 5 1,-8 5-1,-7 12 1,-13 5-1</inkml:trace>
  <inkml:trace contextRef="#ctx0" brushRef="#br0" timeOffset="367981">28800 5114 16740,'-7'3'6553,"2"-1"-4604,5-2-633,0 0-1523,34 9-1854,14-11 2061,-12 5 0,0-1 0,10-8 0,-18 3 0</inkml:trace>
  <inkml:trace contextRef="#ctx0" brushRef="#br0" timeOffset="370755">29536 5014 19792,'0'-4'5030,"1"1"-3417,-1 3-1523,6-35-85,-5 30 63,0-17 10,-12 48-11,-5 15-11,-3 9-28,3 5-11,5 1-23,8-2-5,12-6 6,11-8-18,15-9 1,12-11-6,8-8 5,-2-10 35,-7-10-7,-18-3 68,-8-15-39,-18 3 5,-11-13 6,-17 1-45,-15-5 11,16 19 0,-1 0 14,1-1 0,0 0 3,-19-23 23,14 4-6,13 4-12,12 4-27,14 5-34,11 4 22,13 6 12,8 8-34,6 5 5,1 11-10,-3 8 10,-4 14-27,-7 9-51,-12 11-196,-11 6-1046,-19 6-13,0-28 1,-4 1 1355,-3 3 0,0-2 0,-4 5 0,3-5 0</inkml:trace>
  <inkml:trace contextRef="#ctx0" brushRef="#br0" timeOffset="371006">30507 4985 26788,'-7'63'-327,"1"-1"1,1-1-1,4-2-875,6-14 1,2-2-3715,1 0 1,0-3 4795,-2-6 1,0-3-1,2 7 1,-4-19-1</inkml:trace>
  <inkml:trace contextRef="#ctx0" brushRef="#br0" timeOffset="371198">30297 5329 26469,'38'-29'-321,"-1"0"0,5 3 0,2 7-931,9 15 0,0 6-1408,-9-2 1,0 0 2659,6 0 0,-8 0 0,-20 0 0,-5 0 0</inkml:trace>
  <inkml:trace contextRef="#ctx0" brushRef="#br0" timeOffset="371572">31130 5054 21231,'-10'-8'3949,"3"1"-3360,7 7-197,29-61-185,-4 36-179,-5-10 0,3 3 56,26 15-73,-5 16-5,6 7-17,-14 8-6,-13 16-6,-15 6-5,-4 14 25,-12-16 1,-4 1-4,-2-3 1,-2-1-1,-1-1 0,-3-1 9,-3-2 0,0-3 3,-12 11-23,-2 3 11,11-11 23,13-8-6,13-9-22,6-4-73,20-5-476,14-5-633,-8 0 0,3 0 1193,14-2 0,-2-1 0,8-2 0,1 2 0</inkml:trace>
  <inkml:trace contextRef="#ctx0" brushRef="#br0" timeOffset="371873">32186 4910 25875,'48'-30'-1770,"5"6"-2095,3 21 3296,-22 5 0,-1 1 0,5-2 0,-5 5 0</inkml:trace>
  <inkml:trace contextRef="#ctx0" brushRef="#br0" timeOffset="372065">32161 5176 26267,'53'-17'-530,"0"1"1,-6 3 0,1 1 0,-6 3-602,15 1-1567,-5 0 1,-1 0 1282,-5-1 0,-8 2 0,-20 2 0</inkml:trace>
  <inkml:trace contextRef="#ctx0" brushRef="#br0" timeOffset="372481">32935 4844 24519,'0'-4'2818,"0"0"-2549,0 4-269,-12-1-23,8 22-89,-7 8-425,15 26-1379,4 6 1916,-2-27 0,-1-1 0,2 4 0,-2-6 0</inkml:trace>
  <inkml:trace contextRef="#ctx0" brushRef="#br0" timeOffset="372822">33163 4962 27505,'-35'8'45,"10"10"-57,21 31 7,9 1-23,4-6-6,8-6 23,1-8 11,3-11 22,2-9 6,1-16 51,2-13 66,0-14 51,-3-12-11,-6-8-39,-7-3-51,-5 1-45,-13 9-111,-10 11-639,-13 14-5495,-10 13 6195,2 9 0,14 2 0,11 2 0</inkml:trace>
  <inkml:trace contextRef="#ctx0" brushRef="#br0" timeOffset="375157">27439 6485 24172,'-2'-45'556,"-1"0"1,5 7 0,-6 8-367,-32 15-67,1 12-56,-15 6-39,-1 8-11,-5 15-6,22-5-16,2 16-1,23-10 6,2 6 6,12 0-29,17 4-10,1-12 5,25 10-23,-2-11-233,-15-8 1,0 0 244,1 1 0,-1 0-40,-2 2 1,-2 1 56,4 5-6,-17 6 28,-35-14 39,-21 2-14,10-10 0,-3-2 17,-14 0 0,-1-2-381,7-1 0,1-2 344,1 0 1,3-2-22,-13-7-404,30-7-1563,8-9 1983,28-11 0,-6 14 0,11 0 0</inkml:trace>
  <inkml:trace contextRef="#ctx0" brushRef="#br0" timeOffset="376273">27682 6370 22498,'1'-4'4352,"0"1"-3731,-1 3-526,0 42-95,0-1-433,1 0 1,1 2 331,1 15-104,1-21 1,0 1-569,3 22 291,-3-23 1,-1 1-1800,-1-1 0,-3-1-4054,-9 12 2297,-4-11-493,-14-26 4531,4-18 4872,-5-15 1204,12-6-1981,7-10-2735,9 12 687,5-5-759,2 7-5,6-11-779,-2 8-252,3 3-213,-6 12-17,7 5 6,5 5-22,13 1-57,21 2-27,-1-1-120,-20 0 0,0 0 170,9-1-11,2-3 67,-15-7 34,-5-2 44,-9-3 45,-11 4-61,-5 4 446,-3 0-312,-2 3-12,-2 0-156,2 3-44,2 5-7,3 0 12,1 9-23,3 1 29,12 10-29,4-6-11,15 0 17,-7-11-11,6-3 11,-9-8 73,7-11 39,-13-6 34,-4-10 55,-13 2-78,-3 7 142,-12-8-265,6 17 0,-19-8 0,9 17 0,-9 3 0,12 8 0,-4 12 0,3 20 0,3 8 0,7-13 0,3 2-1098,2-2 1,3-1 459,4 22-1732,6-15 1,6-3-4576,17 7 2410,-6-13 1,2-4 3439,0-10 0,0-6 1095,31 0 1440,-15-13 8390,3-30-4565,-26-2-2919,5-19-831,-15 7-484,-5 7 1088,-4 8-1878,-3 14 1149,-1 8-1284,0 10 374,0 11-480,-1 13 0,1 16 0,0-1 0,2 0 0,2 3 0,3-8 0,2 1-412,3 17 1,2 3 411,1-8 0,1 0 0,-3-3 0,-1-2 0,-3-10 0,-3-2-63,-8 23 58,-10-37 49,-7-10-20,0-28-24,3-24 0,5-2 0,7-6 0,3-5-234,4 11 0,1-1 234,-1 3 0,2-3 0,0 2 0,5-9 0,2 4-202,-1 6 1,1 3 201,-1 9 0,1 3 0,8-17 0,-2 17 0,0 13 0,0 10 1245,1 10-1245,3 11 462,2 12-592,2 12-223,-2 9-257,-8 4-359,-15 1-1193,-27-6-774,-7-13 2936,-19-5 0,29-17 0,-1-2 0</inkml:trace>
  <inkml:trace contextRef="#ctx0" brushRef="#br0" timeOffset="381697">29754 6555 25270,'-4'-50'924,"-2"11"-767,-9 45 17,-7 11 5,-5 12-56,-7 11-78,14-15 0,1 1-15,-2 4 1,2 0-20,0 2 1,2 1-12,3 1 0,3-1 0,4-1 0,3 0-17,15 24 0,20-9 12,21-13 5,-21-22 0,1-3-3,2-2 0,-1-4 20,28-11 16,-9-9 40,-9-14 45,-10-5 11,-13 1-29,-13 5-32,-21 6-29,-18 9-17,-21 7-8,20 6 0,0 2-9,-2 2 1,1 3-22,-28 6-52,17 7-178,18 2-857,21 2-2947,28-2 4050,9-5 0,-3-6 0,-8-5 0</inkml:trace>
  <inkml:trace contextRef="#ctx0" brushRef="#br0" timeOffset="382030">30416 6768 26698,'-1'-14'241,"10"3"-185,29 4-5,0 2-18,-4-1-33,-5 2-61,-7 0-253,-5 2-1154,-4 1 1468,-2-1 0,-5 1 0,-2 1 0</inkml:trace>
  <inkml:trace contextRef="#ctx0" brushRef="#br0" timeOffset="382623">31141 6643 18235,'0'-6'5215,"0"0"-4050,0 6-460,0 0-189,30-61-398,-14 46-107,1-18 0,2 8 28,1 37 0,0 10-44,6 16-18,-11-6 1,-3 2-3,-2-3 0,-3 0-155,0 7 0,-3-1 163,-6 7 29,-12-2 21,-6-18 68,-15-4 17,8-11 33,1-15-73,15-4 377,7-15-326,10-3-17,18-18-73,9 5-696,-9 18 1,2 3 640,12-3-299,16 3-379,-7 11-2292,-8 5 1,0 1 2985,18 2 0,-9 2 0,-29 1 0</inkml:trace>
  <inkml:trace contextRef="#ctx0" brushRef="#br0" timeOffset="382841">31870 6623 24629,'48'-14'-945,"0"-1"0,0 1 0,9-6 0,-7 7 0,4 15 0,-35 1 1</inkml:trace>
  <inkml:trace contextRef="#ctx0" brushRef="#br0" timeOffset="383024">31952 6828 26161,'56'-16'-2642,"-1"1"0,10-3 0,-9 2 2642,-17 6 0,4-2 0,-27 7 0</inkml:trace>
  <inkml:trace contextRef="#ctx0" brushRef="#br0" timeOffset="383814">32832 6465 25685,'6'-24'241,"-7"8"-202,-20 26-39,-9 4 50,-6-2 12,-5 0 11,1-4 67,7-4 56,6-4 44,10-3-4,7-1-85,6-2-50,3 4-6,1 0-84,1 9-11,2 4 0,0 10-6,0 5 18,-3 3-7,-2-5-10,-4 12-12,0-12 34,-3 9 11,2-11-17,3-7 45,0-5 56,3-6 17,1-6-40,3-4-38,3-7-7,6-4-4,5-3-12,9 2-6,7 2-16,7 5-18,4 6 12,0 6-11,-2 9-11,-3 7-40,-2 8-106,-4 3-269,-7 1-643,-11-2-1766,-17-3 2846,-22-1 0,8-11 0,-6-1 0</inkml:trace>
  <inkml:trace contextRef="#ctx0" brushRef="#br0" timeOffset="384024">32817 6520 23920,'46'-20'294,"-1"0"1,1 1 0,-4 1 0,-1 0-1,-4 4-243,24-2-51,-13 5 169,-16 6-1100,-16 5-2663,-18 8 3594,-7 2 0,-1-1 0,2-3 0</inkml:trace>
  <inkml:trace contextRef="#ctx0" brushRef="#br0" timeOffset="384864">29751 7922 25326,'-6'-13'286,"-10"8"-247,-25 25-5,-10 0-1,-7-2 12,-1-6 6,5-5 33,9-4 33,14-4 51,13-2 39,11 0-22,5-1-78,2 2-51,0 1-17,2 1-17,1 4 6,3 4 6,1 10-17,-2 6 5,-2 6-11,-6 4 6,-4 2 17,-7 0-1,-9 4-10,7-14 16,-7 0-6,14-18 85,1-2 44,4-4-22,12-13-78,6-3-28,6-7 10,14-4 1,0 5-22,13-4-18,3 6-16,11 6 11,-21 6 6,14 11-18,-23 6-10,5 11-28,-6 16 5,-16-1-84,-17 10-224,-22-8 96,-5-10-651,-22 4-1453,22-20 0,0-2 1513,-24 10 0,9-7 0,30-10 0</inkml:trace>
  <inkml:trace contextRef="#ctx0" brushRef="#br0" timeOffset="385173">30345 7976 26105,'-59'15'82,"1"-1"0,-1 3 0,7 3 2,1 15-56,11-3 39,26-4 45,20-1-61,9-1-40,18-1-39,12-10-28,-3-6-319,18-3-1314,-23-5 0,1-1-3227,1 0 1,0-2 3319,-2 1 0,-3 0 1,4-2-1,-27 2 1</inkml:trace>
  <inkml:trace contextRef="#ctx0" brushRef="#br0" timeOffset="385907">31297 7890 26726,'-21'-25'40,"4"7"-52,-20 22 29,-11 2 0,-5-1 5,-9-2 6,16-2-16,15-1 60,5 0-72,17 0-5,0 2 33,7 2 11,1 5-5,1 1 83,3 12-38,1-3-7,4 11-27,-1-4-6,-2 1-11,-3-1-28,-7-2 34,-5-2 5,-6-3-22,-3-1 22,1-5 12,5-4 38,6-5-5,4-4-45,5-8-22,4-5-6,6-9 6,10-4 17,10-3-12,7 4 6,5 4-17,0 11-5,-3 4-12,-3 12-5,-3 7 0,-5 13-23,-4 8 6,-4 8 28,-9 4-61,-7 1-135,-16-4-224,-14-6-398,-12-7-706,-10-8-2911,-2-9 4116,8-7 1,15-5-1,12-1 1</inkml:trace>
  <inkml:trace contextRef="#ctx0" brushRef="#br0" timeOffset="386130">32063 7950 27186,'-37'32'-531,"1"1"0,0 0 0,1-1 0,0 0 0,1-2 531,-10 9 0,5-3 0,-7 5 0,5-4 0</inkml:trace>
  <inkml:trace contextRef="#ctx0" brushRef="#br0" timeOffset="386297">31636 8057 25449,'44'30'-48,"0"0"1,-1 0 0,1 0 0,2 1 0,1 0 0,0 0 0,-1 0-1074,-2-2 1,-1 0 0,-1-1 0,0 0 522,12 7 0,-1 0 1,-4-3-1,4 2 1,-6-4-1,-21-12 0,1-1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2D8E-8377-868A-6E95-8793BCD64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BBC4A-1DEF-57D4-05B6-6F59B7012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31907-C42D-9906-8FA6-0C25BF96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8CBD0-5AB1-55A0-6E8A-00473EB7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38560-A0B9-9D64-6A7E-B1A5A40A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A3D3-65A5-A95F-6A35-0C28A4D7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FB6A7-4427-6FE5-4C35-F890E6628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9690B-B676-2000-6825-52A76F5F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42A79-ADC1-9149-BAFC-CE42DA05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D0B8B-DBF7-08A9-98C7-379A7A80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8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AD20-35F1-39DD-359B-5EEBFE3A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E508A-E44A-6D1F-5F97-3CF1231D9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6A31C-E448-9094-2B51-F837B731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4F610-45A6-59D2-E272-4794D0EC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7496C-B62A-7DDE-850B-41AA3719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2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3E0A-4888-064E-732D-0F85869D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46993-129E-AD3D-6227-46380AB48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ED11E-E40A-3182-1052-E9A7ADC7F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2CD2E-24A4-733A-9954-D0654982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8C197-78B9-B9EF-DE28-4C58D194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401AF-4230-0262-5DA9-E04E13D6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9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7FBD-596F-C814-B9FA-71430574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8739B-C7F4-8604-79FE-BEDB897B8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CA25A-8124-F449-6D4D-119ECBF2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1F176-7310-1883-5DC3-B907DCDA9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C8CC5-9E03-5170-6AF6-77988F243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8BF7A-2B53-C4C3-1AF9-A34FBD48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F30F1-D542-32A6-D8AD-F41E640FE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5CD43-B10E-DE63-56BE-A2813DFB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4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7C6D-DDA4-499B-A8E9-74C10C93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89038-8AF8-8121-4988-2096FE0B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187E-FFB6-BB1C-1274-FEB4099D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AC3E4-C007-1D76-C7BE-CB6D83C9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48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2DFD78-B1AA-1338-CEA5-C8B285A8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87E25-27B4-3A3E-4D71-28E16FC5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E8436-8DF7-74D4-658E-FA49EDE5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8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FBE8-FA3D-FD8D-4DCE-F67ADC65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7B47E-B6F9-185B-338F-C9D5FE128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29861-DC58-51D5-3851-0B3C8F767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5A332-9737-8817-B3FC-627B6A45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89D1-CF33-E006-8EF6-5B3DD369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2E83C-7F15-58CD-66F7-23E07E10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10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2594-963B-4015-9F12-935C9301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D028B-DA3F-8916-4EBA-660BD6472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C1D7E-6CE2-0FC0-4382-8A5A56684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9E390-A351-D2C3-2CE0-18B8AE38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F5605-AAC5-1DD5-54D8-3B241621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452DC-CCFE-FEFE-CE93-6EDCEB2E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FD9B-3203-5A4C-8E16-1ECECFAA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5876D-1FE1-F989-D316-527394386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864A0-F37F-CE1C-17CB-351314D6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A65A2-8850-9491-556F-B0281132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ABEFE-6970-BC26-E0C6-D7F7FE3B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1BC571-545A-85B5-A063-9FCCC5D15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C7CE2-E4BB-B5D7-88C8-1E90014E0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3ACC6-AA86-29FB-DB86-2C5E8D6D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48E0C-4371-01DB-6D9D-9C4EC774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ADB65-7121-2B70-FE6F-1480B891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4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F11D0-EDFE-3512-8F71-FF36F118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7DB39-8C05-D2AB-7AE7-10A26FFBB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8B5B-6ACC-E1C6-E502-842D5ED66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E0279-6FC3-DF47-9769-5E45F9F2542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C1F1F-F1A0-6823-EA30-CBC80D057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5E2B5-D0B3-7684-C43C-4CC12BC1C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4ED67-81BE-0142-948D-DE2752912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35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51AC7-D3CE-E99E-FF0E-4F5E6FBE8C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4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D19D4D-D662-F565-1DE9-F2CE6061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D4D818-B0F7-B216-A23B-86739CAF2289}"/>
                  </a:ext>
                </a:extLst>
              </p14:cNvPr>
              <p14:cNvContentPartPr/>
              <p14:nvPr/>
            </p14:nvContentPartPr>
            <p14:xfrm>
              <a:off x="550800" y="603000"/>
              <a:ext cx="9348840" cy="5433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D4D818-B0F7-B216-A23B-86739CAF22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440" y="593640"/>
                <a:ext cx="9367560" cy="54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740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607FD-863B-8A1D-C807-DC5C7621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CDF725-34D2-C639-3CC8-AAA465223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56AD64-DEEB-64EC-54C7-2D7155A9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97E7B1-F573-1FFB-5575-745E9BDD92C3}"/>
                  </a:ext>
                </a:extLst>
              </p14:cNvPr>
              <p14:cNvContentPartPr/>
              <p14:nvPr/>
            </p14:nvContentPartPr>
            <p14:xfrm>
              <a:off x="199800" y="388800"/>
              <a:ext cx="9384840" cy="601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97E7B1-F573-1FFB-5575-745E9BDD92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440" y="379440"/>
                <a:ext cx="9403560" cy="603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78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0013C-9AF8-4C36-4386-971628DA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C61CC4-E376-2CCD-0BAB-CC980BA96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52B468-C9EF-BDC5-3A97-223A3FB965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1B4327-7E17-2EA7-DC3D-AF065233E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57612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05B980-6E43-FD24-A67F-23F07CE5861F}"/>
                  </a:ext>
                </a:extLst>
              </p14:cNvPr>
              <p14:cNvContentPartPr/>
              <p14:nvPr/>
            </p14:nvContentPartPr>
            <p14:xfrm>
              <a:off x="236160" y="88920"/>
              <a:ext cx="11767320" cy="6769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05B980-6E43-FD24-A67F-23F07CE586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800" y="79560"/>
                <a:ext cx="11786040" cy="678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95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E1A3B-D91A-BB26-7816-48A98C6C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427126-FD34-51D1-2A8B-69A9264F6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52539B-513A-58DD-2650-86CABB76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9E9356-53C9-7BDB-9A46-7FD58C087814}"/>
                  </a:ext>
                </a:extLst>
              </p14:cNvPr>
              <p14:cNvContentPartPr/>
              <p14:nvPr/>
            </p14:nvContentPartPr>
            <p14:xfrm>
              <a:off x="151920" y="31680"/>
              <a:ext cx="11886480" cy="6735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9E9356-53C9-7BDB-9A46-7FD58C0878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560" y="22320"/>
                <a:ext cx="11905200" cy="67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448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2026-02-27T09:51:59Z</dcterms:created>
  <dcterms:modified xsi:type="dcterms:W3CDTF">2026-02-27T10:49:52Z</dcterms:modified>
</cp:coreProperties>
</file>