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9:42:31.7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5123 2787 25113,'-56'24'-263,"8"12"-143,40-2 0,4 3-1273,-4 2 0,-1 0 1679,-2 3 0,1-2 0,-2 6 0,1-7 0</inkml:trace>
  <inkml:trace contextRef="#ctx0" brushRef="#br0" timeOffset="391">5228 2429 20828,'-20'-40'844,"-1"1"1,1 0-1,-9-12 1,-3 7-619,3 17 1,-1 7-81,-2 7 0,-1 7-71,-1 8 1,-1 8-758,-2 8 0,0 7 752,-3 13 0,1 7-647,12-8 1,0 3 0,2 2 591,-1 7 0,2 3 0,1 1-422,2 6 0,2 2 0,3 1 384,5-13 1,2 1 0,1 1 0,2-1-25,1 3 1,2 0 0,2 0-1,1 0-15,3-2 1,1 1-1,3 0 1,1-2-399,5 12 0,3-1 0,4-3 245,4-7 0,4-3 1,3-4-104,3-6 1,4-5 0,2-4 63,1-6 0,4-4 0,0-3 235,0-5 1,2-3-1,-1-5 140,-3-5 1,1-3-1,-3-5 173,16-10 0,-6-9 171,-6-11 0,-6-6-314,-16 10 0,-3-4 0,-3-1-50,-1-6 0,-3-3 0,-2 0-36,-2-6 0,-2 0 1,-1-2 86,-2-3 1,-2 0-1,-3-1-79,-1 2 0,-4-1 0,-2 2-6,-2 3 1,-2 2-1,-3 2 98,-3 6 1,-3 2 0,-4 3-110,-15-9 0,-6 8-92,-4 11 0,-4 10-220,-3 9 1,-1 8-1280,-1 11 1,2 6 1534,9 2 0,4 1 0,-12 11 0,30-8 0</inkml:trace>
  <inkml:trace contextRef="#ctx0" brushRef="#br0" timeOffset="1883">8024 3010 18336,'6'-6'2571,"-1"2"-1081,-5 4 1019,0 0-2084,-63-46-122,34 27-247,-7-7 0,0-1 202,7 3-129,14 3-56,-1-13-12,17 1-50,14-1 6,14 1-6,14 6-27,10 7-261,4 9 260,2 11 6,-1 13 0,-2 15-9,-31-7 1,-2 5 16,-4 3 0,-5 2-3,-5 5 1,-7 0-15,-8 5 1,-8-1-602,-7 5 1,-7-2 603,-9 4 0,-5-1 20,12-14 1,-2 0 0,-1-2 5,0 0 1,0-2-1,0 0 8,-12 9 0,2-2-154,8-7 0,3-4 143,-11 9 16,23-18 1,22-13 226,23-12-260,25-11-3,-12 5 0,2-1 95,7-3 1,2 0-130,3-2 1,1-1-43,1 0 1,0-1-71,-1-1 1,1-1-85,0 0 0,1-1-542,0-2 0,-1 0 380,-1 0 0,0-2-37,-5 0 1,-1-2-167,-6 1 0,-5-2 236,-6-1 1,-7-2 156,-6 0 1,-8-1 181,-9-1 1,-7 0 94,-8 0 1,-6 1-323,-8-1 0,-6 2 431,-5 0 1,-4 1 89,-3 3 1,-4 2 28,-3 3 0,-3 4-166,-2 6 1,-2 5 36,19 8 1,-1 1-1,0 5-9,-2 3 0,-1 3 1,1 3-5,-2 4 1,1 4-1,0 3-22,-1 5 0,1 5 0,1 3-45,-1 5 1,2 5-1,2 2-189,10-7 0,2 1 1,1 2-1,1 2 131,1 1 1,2 3-1,1 0 1,2 0-351,3 2 0,1 0 0,2 1 0,2-1 325,3-1 0,2 0 1,3 0-1,2-1-8,4 11 0,4 0 0,6-2-137,4-6 1,4-1-1,6-5 94,5-4 0,5-3 0,4-5-15,5-3 0,3-5 0,3-3-123,6-4 0,2-5 0,1-3 151,4-3 0,0-4 0,1-4 27,-15-3 0,0-2 0,0-2 0,-1-2 28,-1-2 0,0-2 0,-1-3 0,-2-2 36,12-9 1,-1-4-1,-4-4 6,-3-3 0,-3-2 0,-3-4-13,-5-1 0,-2-4 0,-4-1 1,-3-3 1,-5-1 0,-1-1 87,-4 0 0,-2-2 0,-2 1-91,-3 0 0,-2 0 0,-2 1 3,-2 4 1,-2 0 0,-3 1-6,-3 4 1,-3 1-1,-3 3 410,-10-15 1,-7 6-461,-7 7 0,-6 7-138,-6 8 0,-3 7-247,-1 6 0,-3 7 396,-5 10 0,5 5 0,-9-2 0,12 12 0</inkml:trace>
  <inkml:trace contextRef="#ctx0" brushRef="#br0" timeOffset="2750">11939 2655 18173,'0'-6'4370,"0"1"-3830,-25-15 0,-13-1 233,-13 12-1312,-2-8 1,-4 4 706,15 20 0,2 8-56,-4 5 1,2 4-46,-3 7 0,3 5-25,0 6 0,4 5-14,2 3 0,5 3-537,7 2 1,5 2 491,6-2 0,8-1 6,8-3 0,7-2 118,8-4 1,6-5-114,7-5 0,6-5 9,4-6 0,3-5-252,2-5 0,0-5 291,-3-6 0,-2-4 36,-5-5 1,-2-4 779,15-17-645,-22-10 1147,-17-1-1192,-20 2 349,-15 5-444,-18 11-45,-13 9-17,23 11 0,0 3-3,0 3 1,0 2 172,0 3 0,2 3-237,-21 17-190,14 4-280,18 0-399,19-2-800,25-6-1630,21-11 3355,-8-11 0,-1-3 0,5-1 0,2-3 0</inkml:trace>
  <inkml:trace contextRef="#ctx0" brushRef="#br0" timeOffset="3116">12278 2429 18619,'-37'-31'607,"-1"-1"1,0 1 0,1 0 0,-12-6-1,-1 2 1,1 10-281,-8 12 1,-1 10-860,-4 5 0,-1 7 584,21 0 0,-1 3 1,1 4-234,-1 3 0,2 4 0,0 2 235,-1 5 0,2 3 1,1 2-243,0 6 1,2 3 0,1 2 211,1 4 0,1 3 1,3 1-21,9-12 0,1 2 0,2 0 1,2 1-20,-3 15 0,3 1 0,4 0-10,4-2 1,3-1 0,6-1-217,4-4 1,6 0-1,5-3 194,4-5 1,6-2-1,5-4-28,7-3 0,4-5 0,4-3-20,7-4 0,3-3 0,3-4 32,-13-6 0,3-1 0,-1-3 0,1-1-98,1-1 1,1-1 0,-1-3 0,0-1 171,14-4 0,-1-3 1,-2-4 25,-4-3 0,-3-4 1,-2-4-17,-6-4 1,-2-3 0,-4-4 23,-4-3 0,-4-4 0,-4-2-6,-2-2 0,-5-3 0,-1-1-19,-3-4 1,-3-1 0,-2-1 31,-2-2 0,-2-1 1,-3 1-33,-1 1 1,-1 0-1,-4 2 6,-2 3 0,-2 1 1,-3 2 273,-8-13 1,-6 5-304,-7 11 1,-6 6-116,-4 10 0,-4 8-121,-4 7 0,-3 7 239,-5 12 0,2 4 0,-7 1 0,8 10 0</inkml:trace>
  <inkml:trace contextRef="#ctx0" brushRef="#br0" timeOffset="3950">14465 3158 23254,'22'-52'560,"1"0"0,-2 7 0,-1 5-487,-1 0 55,10 6-60,-1 12-24,13 0-16,7 7-11,-14 11 0,0 3 0,15 4-12,-13 3 1,-2 5-12,9 16 1,3 14-4,-26-11 1,-5 2 2,-3 28 1,-15-2 10,-10-28 1,-6-2-552,-26 16 574,14-17 0,-3 0 73,-7 0 1,-1-2 38,9-7 0,1-2 47,-1 0 1,2-4 150,3-3-36,10-9-134,14-10-73,6-9-33,22-13-29,9 5-21,6 2 4,11 10-16,-6 10 6,13 4-9,-22 9 0,0 3-2,12 5 207,-16 2 0,-3 3-242,-4 14-38,-5 12-68,-25-17 1,-8 1-29,-3-3 1,-6-1-1083,-14 7 1,-3-4 1061,9-9 1,-1-2-331,-12 4 1,-2-3-515,10-7 0,0-2-371,-8 0 1,-1-3 1408,5-6 0,3-2 0,-5-1 0,14-6 0</inkml:trace>
  <inkml:trace contextRef="#ctx0" brushRef="#br0" timeOffset="4333">14749 2617 22004,'-7'-50'1139,"0"-1"0,-10 5 1,-6 11-950,-15 18-45,-1 16 1,-4 7-57,7 4 1,-3 7-1730,-2 4 0,-4 5 0,1 3 1681,5-1 0,0 2 1,1 3-24,-7 11 1,-1 3 0,5-1-12,13-11 0,2-1 1,3 3-6,-4 12 0,2 5 0,5-1 176,6-8 0,4 1 0,3 3-202,4 2 0,2 5 0,3 0 1,4-2-230,5 6 0,6-3 0,5-1 170,0-9 0,5 1 1,2-3-1,4-5-89,13 3 0,5-7 0,0-3 65,-7-5 1,-1-3 0,5-3-103,5-1 1,6-2-1,0-2 1,-3-3 153,-2-4 1,-4-2 0,4-2 87,-2-1 1,5-1 0,-2-3 0,-4-4-189,-1-6 1,-3-4-1,-5-6 244,-4-5 1,-2-4 0,-5-1-31,4-8 0,-6-7 23,-7-10 0,-4-8 0,-3 4-54,-3 8 0,-4-2 7,0-3 0,-1-9 0,-1-2 0,-2 8 19,-4 10 0,-3 5 1,0-3-59,-2-17 0,-2-3 0,-3 7 66,-2 7 0,-6 5 22,-8-1 0,-8 6-36,-9 12 1,-4 6-91,-1 2 0,-4 4-132,11 9 1,-2 3-1,1 4-1294,-11 9 1,2 5 1350,8 1 0,3 2 0,-10 7 0,26-6 0</inkml:trace>
  <inkml:trace contextRef="#ctx0" brushRef="#br0" timeOffset="5350">17614 3267 23187,'0'-11'1201,"2"-25"1,1-4-631,-1 10-389,1-10 0,-1 4-14,-4 22-129,1 8 23,-5 23-12,-1 9-28,-6 26-16,5-20 0,0 0-274,0 5 0,-1 1 270,1 1 1,0 0-3,2-1 0,1 0 3,2-3 0,2-1 8,6 24 0,10-15 23,9-18 33,9-21 17,9-23 11,6-16-249,-23 11 1,-1-1 231,0 0 0,-2 0 96,14-22 501,-10 11-574,-13 14-51,-6 14-33,-7 19-6,-5 15-22,-2 17 11,0 14-9,3-25 1,1 0 73,1 1 0,1-1-322,6 31-281,7-8-319,12-8-118,10-15 146,11-14 225,9-24 461,-24-6 0,0-5-271,1-9 0,-1-6 450,1-8 1,-3-5-708,0-9 1,-2-4 754,-10 15 0,0-1 0,-2-2 46,0-1 1,-2-1 0,-1 0 14,0 0 1,-3 0 0,0 0-338,-2 3 0,-2 0 1,-2 2 384,-5-18 1,-7 3-249,-4 6 0,-7 4 223,-9 7 0,-6 5-31,-5 6 0,-5 6-36,-5 7 0,-3 6-17,-2 6 0,-3 7-274,-2 7 1,-1 8 217,19-2 0,0 3 0,2 4-2,-3 4 0,1 3 1,2 3-9,-2 3 1,2 4 0,2 2-19,-1 4 0,3 3 0,1 2-133,9-10 1,2 2-1,1 1 1,1 1 134,1 1 1,1 1 0,2 1 0,1 0-9,3 1 1,0 0-1,3 0 1,1 1-7,1 12 1,2 0-1,6-2-33,6-5 1,4 0-1,5-4-56,5-4 0,5-2 1,5-4-179,6-3 1,5-3-1,2-4 150,4-2 0,2-4 1,2-2 34,2-3 1,2-3 0,0-3 78,-1-2 0,0-3 0,-1-4 37,-2-3 1,-2-4-1,0-3 19,-4-4 0,-1-3 0,-2-4 4,-3-5 0,-1-3 0,-3-4-2,-1-4 0,-2-3 0,-2-3 5,0-4 1,-2-3-1,-2-2-11,-1-3 1,-3-2-1,0-1-2,-2-3 1,-1 0 0,-1 0-3,-2 0 1,-1 0-1,-1 1-9,-3 3 1,-1 0-1,-1 2-6,-1 3 1,-3 2 0,-1 1 204,-4-15 1,-5 3-224,-3 6 0,-5 3-59,-4 6 0,-5 4-179,-1 6 0,-3 4-59,-1 6 1,-2 5 296,-3 7 0,2 3 0,-4 1 0,5 9 0</inkml:trace>
  <inkml:trace contextRef="#ctx0" brushRef="#br0" timeOffset="6174">21141 3261 24038,'-29'-47'560,"1"0"0,2 4 0,4 7-274,8 9-118,0 7-62,1 6-38,-4 6-24,-6 5 29,-10 9-45,-11 9-11,-10 12-6,24-10 0,1 2-141,0 1 1,1 1 131,2-1 1,2 1 20,-17 17-8,7-4 41,7-5 39,4-5 50,2-2 1,-2 1-17,-3 2 214,-2 3-276,2-2-14,5-1-36,8-3 11,6-5-11,4-3 22,3-5 78,4-4-55,-2-2 84,3-1 5,0-4-56,3-5-56,5-7 12,14-13-40,-6 7-17,19-7 12,-3 12 22,13 2-39,4 5-287,2 15 298,0 9 0,-4 18-9,-28-12 1,-2 4-1,-3 3 1,-3 3-15,-3 2 1,-4 1-57,-5 8 1,-8-1 0,-7-4 0,-4-2-354,-2-2 1,-4-2 313,-17 1 1,-6-4-15,3-6 1,-3-2-4,-12 5 1,-2-2-527,1-5 0,0-4 294,5-4 1,3-6-576,7-7 1,5-7-4322,-8-27 5263,27-13 0,15 13 0,7 11 0</inkml:trace>
  <inkml:trace contextRef="#ctx0" brushRef="#br0" timeOffset="6583">20911 2828 21780,'-9'-45'993,"0"-1"1,-16 4-1,-8 13-786,-9 25 1,-4 9-949,-2-2 0,-1 4 912,-7 7 0,0 5-657,8 3 1,-1 3 543,9-3 0,-1 2 0,-1 4-37,6 2 0,-1 3 0,2 2 0,1 0-21,-6 11 0,3 1 0,1 1-263,0 0 1,2 1-1,4 3 263,3 3 0,3 2 0,5 0-8,5-10 1,4-1 0,2 4-28,3 2 0,2 4 0,2 0 0,4-2-57,4 5 1,5-2 0,4 0-542,2-10 1,2 0 0,4-2 0,0-5 566,3-4 1,1-5-1,4-3-72,10 4 0,6-3 0,-1-5-66,-6-7 0,0-3 0,2-2 192,9 2 1,1-1 0,1-5 44,-4-4 1,1-4 0,-1-6 57,7-10 1,-1-7 0,-4-2-34,2-3 1,-3-6 27,-5-5 0,0-8 0,-6-1-8,-13 9 1,-4-1 0,0-3-25,6-10 0,0-3 0,-1-4-10,-6 6 1,-1-4 0,-1 0 0,-1 2-109,-4 7 0,-1 2 1,-1-1-1,0 0 100,-1-5 1,0-3-1,-2 3 1,-2 4 8,1-12 0,-6 4 349,-7-2 0,-9 5-307,-13 14 0,-8 4-79,-4 2 1,-5 5 610,-14 4 1,-3 9-976,2 14 1,1 8-144,11-1 1,0 4 498,-13 15 0,6 2 0,14-7 0,-14 13 0</inkml:trace>
  <inkml:trace contextRef="#ctx0" brushRef="#br0" timeOffset="7157">23878 3573 22806,'12'-43'831,"0"-1"1,1 0 0,0-14 0,-11 9-463,-38 14-117,-22 17-188,24 17 1,-2 5-18,-4 5 1,-1 7-1058,-2 6 0,0 7 1038,-1 6 0,2 5-3,0 6 0,2 4-488,15-14 1,0 2 0,3-2 462,-5 8 0,3 2-4,7-2 0,3 3 0,3-2-6,6 0 1,4 0-1,2-3 1,4 2 0,3-3 3,12 5 0,6-5 6,7-4 0,3-5-6,-6-7 1,1-5-156,13-3 1,0-7 239,10-18-21,-17-1 1,-4-5 755,5-35-629,-16-11-84,-14 10 16,-16 16 1,-8 1-62,-22-5 410,5 13 0,-5 4-461,-2 10 1,-2 5-82,-3 5 1,-1 4-337,-2 3 0,1 5-2518,0 4 1,3 2 2929,6 0 0,3 0 0,-7 7 0,21-10 0</inkml:trace>
  <inkml:trace contextRef="#ctx0" brushRef="#br0" timeOffset="8457">23866 3138 19479,'-18'-56'1277,"0"0"0,0 6 0,-4 9-516,-23 11-273,-7 15-169,-10 20-1271,25 7 1,-2 4 1080,-8 10 1,-1 5-605,9-4 0,-1 2 0,0 3 514,-4 6 0,-2 2 1,1 3-35,8-7 1,0 2 0,0 2-1,0 0-1,-1 2 0,1 2 1,0 1-1,1 1-243,2 0 1,0 0 0,1 2 0,2-1 229,3-1 1,2 1-1,1-1 1,4 0 2,-3 11 1,4-1-1,7 0-188,6-5 1,6-1 0,6-2 180,6-5 0,6 0 0,5-4 13,7-3 0,6-3 0,3-3-183,8-2 0,4-3 1,3-4 172,6-2 1,3-3 0,1-4-41,-13-4 1,2-2 0,0-2-1,0-2 57,1-3 0,1-3 0,0-1 0,-3 0 6,4-2 0,-2 0 1,1-6 14,0-6 0,2-6-1,-1-2 1,-4-1-6,-4-2 1,-5-1 0,2-4-9,1-1 0,4-4 0,-2-1 0,-4-1-5,-9 4 1,-3-1 0,-3-1 0,0 0 2,-3-1 1,0-2 0,-3 1-1,-1-2 116,2-13 0,-4 0 0,-4-1-112,-6 4 1,-3-1 0,-7 2-107,-6 3 0,-5 1 0,-5 3 95,-6 2 1,-4 3 0,-4 2-49,-7 3 0,-4 3 0,-2 3-220,-5 2 1,-2 4 0,-2 3-2458,-5 4 0,-1 3 0,1 2 2648,4 3 1,1 2 0,4 2 0,-4 2 0,6 2 0,-9 1 0</inkml:trace>
  <inkml:trace contextRef="#ctx0" brushRef="#br0" timeOffset="9457">5972 3268 17889,'-58'4'612,"0"0"1,8-2 0,12 2-160,29 0 196,23 1-229,25 1-317,-5-4 1,5 0-842,14 1 0,6-2 760,-13-2 1,3 0-1,1 0-505,7-1 1,2 0 0,1-1 493,-13 1 0,2-1 0,-1 0 1,0-1-3,1 1 1,-1-1 0,1 0 0,-2 0-1,13-2 1,-1 0-1,-2 0-180,-9 1 1,-1-1 0,-3 0 369,5-2 0,-7-2 221,1-8-218,-48-3-34,-38-3 16,8 12 1,-5 0 240,-7 1 0,-2 2-145,-3-1 0,0 2-70,3 2 0,0 1-76,8 0 1,3 0 1848,-19-1-1843,26 2 745,18 2-862,19 1-7,17 0-4,26 3-15,-14 2 0,2 2-136,10 3 1,1 3 118,4 4 0,1 4-25,2 3 1,0 4-49,-2 2 1,-3 4-105,-4 2 1,-6 3-204,-8 0 0,-7 3-1081,-11 1 0,-7 0-3435,-13-1 1,-4-1 3820,-11 17 0,-4-21 1,17-26-1</inkml:trace>
  <inkml:trace contextRef="#ctx0" brushRef="#br0" timeOffset="10124">9228 3263 23444,'53'5'75,"-10"-5"1,6-2-82,5-1 1,6 0 0,1-1-1237,-10 1 1,1-1-1,1-1 1,0 1 1206,3 0 0,0 0 0,1-1 0,0 1 5,0 0 1,1-1 0,-1 1-1,0 0-128,-3-1 0,1 1 0,-2-1 0,0 0 161,10-2 1,-2 0 0,-2-1 205,-10 0 0,-2 0 0,-4-2-100,4-2 1,-9-4 153,0-15 34,-45-3 123,-33-2-152,9 17 1,-3 2 739,-5 0 0,-2 2-829,-1 2 0,-1 0-56,4 3 1,1 1 872,4 2 0,2 2-884,-16-3 738,18 4-833,14 3-12,10 3 12,8 6 696,12 6-724,18 11 2,-4-9 1,4-1-447,10 4 1,3 0 426,7 1 0,2 1-34,2 1 1,-2 0-32,-6 0 1,-4 2-34,-11-2 0,-7 2-293,-12 25-343,-50 3-224,0-23 1,-7-1 729,4-5 0,-3-1 0,4-2 1,1-1-1,3-1 0,1-2 1,-1 0-1</inkml:trace>
  <inkml:trace contextRef="#ctx0" brushRef="#br0" timeOffset="10774">13122 3405 19216,'-61'-2'1792,"0"0"0,1 0 0,10 0-1069,20-2-331,-2 1-218,10 1-141,9 2-33,9 0 17,20 3 6,24 1-21,-5-2 1,8-1-511,4 0 1,5 0 0,1-1 503,-1 0 0,1-1 1,-1 0-7,3 0 1,0 1 0,0-1-3,-1 0 1,-1-1 0,-2 1-9,9 0 1,-2 0-298,-15-1 0,2 0 0,-3 0 342,8 0 1,-6-3-618,11-10 609,-36 2 22,-37-13 11,-26 2 3,14 8 1,-4 0 32,-2-1 1,-1 0 56,-5-1 0,1 0 431,9 5 0,3 1-501,-21-9 1012,28 11-1029,16 7 803,10 0-848,14 2-17,18 7 12,0-1 5,21 14-22,-4 3-17,-10 0 0,2 3-402,-8-2 1,-1 2 339,4 7 1,-3-1-68,3 13-319,-15 10-751,-27-10-4777,-22 14 5247,-11-9 0,5-19 0,9-13 1</inkml:trace>
  <inkml:trace contextRef="#ctx0" brushRef="#br0" timeOffset="11433">15799 3648 21898,'-48'-15'829,"0"1"0,9 2 0,5 2-325,-2-1-409,25 7-61,13 1-23,34 4-28,-1 0 0,4 1-220,-3 0 1,4 0 228,11 1 1,7 0 0,-1 1-646,-12-2 1,-2 1-1,4-1 640,1 1 1,4 0-1,0 0 1,-2-1 6,6 1 1,-1 0-1,-2-1 4,-3 0 0,-1 0 0,-2 0 10,4 0 1,-2-1 8,-4 0 0,-5-2-263,0-12 296,-10 2 79,-33-30 16,-18 7-27,3 9 0,-3 0 157,-19-18 211,8 13-71,-16-7-174,14 20-40,-16-5-72,11 14-90,11 5 1951,4 4-1985,16 2 521,16 12-521,19 3 1,25 15-6,-2-8 0,-3-1 0,2 2-6,-14-7 1,-1 1-362,15 10 1,-1 2 296,-14-6 0,-5 0-90,-7 0 1,-4 0-144,2 11-1159,-34 4 1462,-25-6 0,12-11 0,-7-3 0</inkml:trace>
  <inkml:trace contextRef="#ctx0" brushRef="#br0" timeOffset="12074">18830 3743 16560,'-4'0'6240,"0"0"-4084,4 0-2128,16-16-17,22 12-11,-4-3 0,5 0-780,12 7 0,3 3 771,8 0 1,2 0 0,-19-1 1,1 1 0,-1-1-7,0 0 1,-1 1 0,-1-1 10,18 1 1,-3-1 14,-11 0 0,-3-1 22,16-1-6,-30-7 5,-31-8 12,-27-9 45,-26-6-400,19 13 1,-3 1 457,-4-1 1,0 0 13,-2 2 1,0 1 436,3 1 1,2 1-491,6 3 0,2 0 20,-11-2 318,21 5-419,22 4-12,21 0 1,25 6-23,-12 0 1,2 2 49,9 3 1,1 3-62,4 3 1,2 3-463,0 2 0,0 3 479,-3 0 0,-1 2-26,-7 0 1,-3 1-23,-9-3 1,-5 2-188,-2 22-320,-37-2-1187,-29-2 1188,7-18 0,-1-4 1,-6 2-1,1-1 1</inkml:trace>
  <inkml:trace contextRef="#ctx0" brushRef="#br0" timeOffset="12724">21782 3780 17300,'-61'-1'1785,"0"-1"0,5 0 0,5-1-609,-11-6-381,14 1-342,15 1-268,13 3-174,11 1 6,14 3 22,15 4-22,29 1-20,-10-1 1,4 1-823,12-1 1,4 0 816,-14-1 1,1 0 0,0 1-10,3-1 0,1 0 0,-1 0 6,2 0 0,0 0 0,0 1 11,-2-1 0,0 0 0,-1 0-312,-2 0 1,-1-1 0,-2 1 322,13 0 1,-4-2-14,-12-2 0,-5-2 75,5-8-11,-32-13 11,-29-8 44,-24-6 380,14 16 1,-4 2-361,-4-2 0,0 1 6,-2 1 0,1 2 364,3 2 0,2 0-311,-19-6-35,20 9-144,20 8-1,14 4 1,13 7 720,15 8-726,17 12-17,-15-9 1,2 2-239,4 3 1,2 2 139,1 3 0,1 1-193,-3 3 1,-4 2-545,-5 1 1,-9 2 209,-17 5 1,-6-2 0,2 5 0,-26-5 0</inkml:trace>
  <inkml:trace contextRef="#ctx0" brushRef="#br0" timeOffset="14700">11492 5035 15093,'19'-44'1947,"0"1"1,1-1 0,6-17 0,-2 5-1186,-1 1 548,-9 15-1164,-12 33 16,-2 10 52,-5 17 110,-6 39-248,3-25 0,0 2-1221,-5 17 1,0 0 1155,4-12 0,-1-1-14,-4 15 1,1 1-330,3-9 0,0 2 31,1-3 0,0 3 1,2-1-403,-2 8 0,2-2-395,1 2 0,1-4-4783,7 3 5881,3-25 0,-1-18 0,0-11 0</inkml:trace>
  <inkml:trace contextRef="#ctx0" brushRef="#br0" timeOffset="15067">11690 4766 18016,'0'-11'2087,"-10"-24"0,-5-2-950,-7 12-684,-5-12 1,-3 5-292,-2 21 45,-27 23-134,22 10-34,-8 10 11,21-10 1,1 5 44,-2 6 1,1 4-686,0 1 1,-1 1 617,-1 10 0,1-1 3,7-8 0,3-2-146,1-4 1,2-3 142,-2 13 34,6-16 174,17-29-147,14-21-61,-3-2 0,3-5-538,6-9 0,1-1 529,-5 5 1,2-2 28,-1 0 1,2-4 0,-2 3 12,1 0 1,-1 1 241,11-15 0,-1 3-258,-12 17 0,-1 4 39,17-11-56,-14 17 260,9 12-271,-6 15-23,17 11-162,5 13-1221,-19-10 0,0 0 423,-4-2 0,1 0 966,5 4 0,-3-2 0,-5-4 0,0 1 0</inkml:trace>
  <inkml:trace contextRef="#ctx0" brushRef="#br0" timeOffset="15641">23602 5457 25433,'-49'32'565,"9"9"-557,32 13 1,7 6-535,-3-19 0,1 0 436,-3 10 1,-1 0-242,0-10 0,0 1-1069,-4 19 0,-1 0 543,5-21 0,0-1-4059,-2 14 1,2-6 3928,4-18 0,0 5 0,3-31 0</inkml:trace>
  <inkml:trace contextRef="#ctx0" brushRef="#br0" timeOffset="15999">23545 5651 16230,'0'-48'1121,"0"-1"0,-1 0 0,1 1 0,-1-10 1,-1 2-1,-3 10-208,-11-8-600,1 24 68,-3 17-90,-5 21-139,-7 13-40,-15 20-1177,20-15 0,1 0 1087,-17 20 0,17-17 1,0 1 495,-7 17-510,13-14 1,0 1 8,-2 14 17,6-5-23,10-25 68,4-10 22,8-13-34,19-25-22,11-12-367,-10 9 1,3-3 374,-1 2 0,1 0-11,-6 6 0,1 0 109,10-10 1,1 3 1096,9-1-1170,-14 12 1,0 4 22,12 7-39,-3 12-51,-9 6-6,-4 7 1,2 3-247,16 17-840,-12-6 1,-1 2 1080,-8 3 0,-3-1 0,5 5 0,-11-3 0</inkml:trace>
  <inkml:trace contextRef="#ctx0" brushRef="#br0" timeOffset="23174">5060 3008 8539,'-6'4'4857,"2"0"-920,4-4-526,0 0-2509,1-7-129,1 1 101,1-8-482,-1 5-95,0-2-51,-2 0-134,0 3 51,0-2-51,0 1 50,1-4-67,0 4-11,1 1-50,-1 4 16,0 3-39,-1 7 23,0 4-17,0 4 28,-2 15 11,-1 3-23,-5 27-27,1-3-110,3-23 1,0 1 97,0 18 18,2-14-12,1 5 11,1-22 0,0 4 152,0-16 218,0-8-235,2-24-96,0-6-5,2-29-56,-1-3-512,-1 27 0,-1 0 540,0-20-246,-2 19 0,-1 1 268,-2-3-28,-2-9 12,-1 27-12,3 8-34,0 8 1188,3 2-1227,0 9 625,0 7-563,-1 14 11,-2 11 23,-4 9-34,2-7-12,0-8 1,-1 0 6,2 1 2,-1-1 0,1-1 9,1-6 10,0 5 57,3-21 90,1-7-119,-2-28-27,2-4-11,-2-28-6,0 15 5,1 6 1,-1-1 5,-1-12-20,1 15 1,0 0 14,0-7 22,0 15-28,1 12-118,0 9 102,1 24 27,0 5 0,1 26-5,0 4 5,0-8-20,-1-11 1,0 0-3,0 10 5,0-13 1,1-1 5,-1 9 0,0-10 33,0-12 51,0-10-11,-2-13-56,-3-12-23,-3-14 12,-2-15 22,1-7-34,4-1-55,2 6-219,3 14-1317,0 13 1597,0 11 0,1 7 0,-1 2 0</inkml:trace>
  <inkml:trace contextRef="#ctx0" brushRef="#br0" timeOffset="40790">2379 3321 13116,'25'-42'2401,"-1"0"0,1-4 0,-7 6-867,-13 15-1007,-2-4 436,-18 16-615,-6 9-80,-16 10 18,-4 11-34,-6 16-154,22-10 0,0 2-20,-1 4 1,1 3-448,-2 3 1,2 1 412,1 3 1,2 1-23,1 0 1,4 0-15,2-2 1,5 0-12,5 0 0,3-2-14,6 9 45,22-1 40,11-33 27,21-6-364,-23-12 0,1-4 325,3-5 0,-1-4 11,0-6 0,-3-5 14,-3-2 1,-4-4 4,-5-1 1,-4-2-3,-5 0 0,-5-1-11,-2 1 0,-5 1 241,-5 2 1,-3 0-234,-1 5 0,-4 1 18,-19-20-15,-5 13-39,-3 13-45,-1 13-73,-10 24-39,5 14 312,2 9-388,21-8 1,1 2-88,4-2 1,2 3-166,-4 8 0,3 3-1005,2 11 0,5 2-1487,6-8 0,3 0 2806,3 1 0,3-3 0,5-2 0,-2-20 0</inkml:trace>
  <inkml:trace contextRef="#ctx0" brushRef="#br0" timeOffset="41200">2696 2867 17501,'-40'-38'887,"1"0"0,-1 0 1,-7 3-1,-4 4 1,2 9-586,-8 16 1,1 9-900,-2-2 1,0 7 766,-1 10 1,3 8-555,8 2 0,1 5 445,7-4 1,-2 3-1,1 4-28,5 2 1,0 3 0,0 3 0,3 0-20,3-3 0,2 1 0,1 0 0,0 1-196,1 0 0,0-1 1,1 2-1,3 0 185,-2 15 1,3 0 0,4-1-8,7-14 0,2-2 1,5 3-12,4 13 0,5 3 0,5-4 2,4-13 0,3-4 0,6-2-15,11 2 0,7-3 0,1-6 11,9-5 0,5-8-17,-1-8 1,5-3-1,-1-4 2,-3-4 1,-1-3-1,3-3 22,-5 1 0,3-1 1,1-2-1,1-3 21,-4-4 0,1-2 0,1-2 1,-1-2-1,-3 0-441,6-4 0,-3-1 0,-1-1 0,-1-2 439,-2 1 1,-1 0 0,-1-3 0,-4-1 18,-7-1 0,-2-3 0,-4 0 0,-4-1-137,-2-5 0,-6 0 0,-1-3 146,2-9 1,-1-3-1,-8-2 16,-10 11 0,-4-3 1,-4 0-1,-2 3 10,-4-6 1,-4 3 0,-5 1-1,-9-4 1,-5 1-1,-1 7-18,-6 4 0,-4 9 15,4 11 1,-5 4 0,0 4-19,-13 2 0,-2 7-100,2 5 0,-3 4 1,1 3-218,12 1 0,1 3 1,1 4-886,-4 4 1,0 5 0,5 1 1159,0 8 0,8 0 0,12-10 0,4-1 0,-1 7 0</inkml:trace>
  <inkml:trace contextRef="#ctx0" brushRef="#br0" timeOffset="41974">3445 3353 17955,'-51'16'655,"-1"0"0,1 0 1,5-2-1,1 0 0,9-2-173,-5 6-303,18-6-89,15-2 269,40-2-191,19-5-129,-5-3 0,5-2-798,9-4 1,3-2 769,-15 1 0,2-1 1,2-1-703,4-2 1,1-1-1,-2 1 694,-10 1 1,0 1 0,1-2 13,1 0 0,3-1 0,-1-1 0,-4 1-301,10-4 0,-3 0 390,-7 1 1,2 0 0,-8-2 329,12-17-83,-44 1-34,-36 2-112,2 15 1,-4 2 334,-6 0 0,-2 2-338,-1 1 1,0 0-20,4 2 0,1 1 1834,-17-6-1907,21 5 1075,12 1-1147,14 6-18,5-3-33,14 4 604,18-1-605,21 4 6,-18 3 1,1 2-54,3 4 1,0 5 19,-2 6 0,-4 6-557,-7 7 1,-7 5-422,-11 10 1,-10 3 523,-7-1 1,-5-3-1,2-13 1,-1-3-1,-10 8 1</inkml:trace>
  <inkml:trace contextRef="#ctx0" brushRef="#br0" timeOffset="47183">3357 3532 17143,'-38'13'1793,"7"-4"-1519,28-6 684,2-3-399,13 0-368,-3 0 122,31 0-178,-5 0-6,22-1-23,0-2-246,-25 0 1,1 0 172,3-1 1,1-1-6,2 0 0,1-2 3,0 0 0,-1 0-3,0-1 0,-2 0 8,-2-1 0,-2 1 65,27-9 1,-8 0 43,-6 1 74,-10 0 100,-9 3 28,-8 2-140,-4 1 274,-3-1-402,1 0-7,1-2 35,1 1 5,-3-2 67,-1 2 17,-6-1-17,-1 0-22,-5-1-34,-3-1-16,-4-2-29,-2-1-28,-1-2 6,2-2-5,1 2 22,2 0 27,1 4 7,-2 0 5,0 2-28,-2 1-11,-4 1-6,-4 2-27,-5 2 21,-3 2-27,0 0-1,3 2 18,3 1-12,4 1 0,3 1 17,3 0-11,3 1 11,1 0-11,1 0-6,-4 0-17,0 1-5,-4 1 6,0 1-40,3 0 11,2 0 6,5 1 0,1 0 23,7 2-1,6 1 12,13 1-18,11 1-27,10 3 11,3 2-11,-1 3 5,-7 5 12,-5 3-6,-8 6-6,-5 4 6,-7 3 6,-4 3 0,-6-1-1,-3 0 6,-6-3 17,-4-2 28,-6-4 28,-8-2 12,-7-2-7,-10-5-16,-7-2 5,-3-6-22,2-3 12,9-7 4,11-1-32,9-6-1,7 1 0,4-3-22,4 2-40,1 1-77,1 1 88,10-1 1,9-2 0,17-4-23,10-4 18,7-3 16,3-3-241,-4-3 252,-6-3 11,-8-4-16,-12-1 11,-11-3-12,-12 0 12,-11 0 5,-9 1-5,-9 1 263,-5 3-252,-5 1-28,0 2 0,-1 4-11,2 2 11,1 4-11,-2 3 28,-1 5 0,1 3-6,1 2 17,8 0 0,8 0 0,8 0-11,6 0-6,3-2-11,1 0-11,1-1-1,1 0 1,2 0-6,5-1 17,7 3-11,8 0 0,10 3 11,9 4-22,9 4 16,7 7 6,-28-6 0,0 1-131,0 2 0,0 2 103,23 16 11,-10 6 17,-14 3-19,-14 3 30,-15 1-11,-12-2 6,-8-1 0,-2-5-6,2-3 227,3-5-299,5-3-558,-1-1-4121,-2 1 4751,-1-5 0,5-8 0,3-5 0</inkml:trace>
  <inkml:trace contextRef="#ctx0" brushRef="#br0" timeOffset="48233">2434 5586 19569,'1'-58'868,"0"0"0,0 0 0,0 6 0,0 1 0,-1 6-434,1 5 1,-2 6 91,-1-15 220,0 24-774,-1 14 203,2 23-141,-1 24-20,1-5 0,-1 5-12,0 10 1,-1 3-600,0 7 1,0 2 559,1 3 1,-1 1-132,1 0 1,1 1-360,1-2 0,0 0-924,2-3 1,-1 0 909,0 1 0,1-4 0,1 6 0,-2-10 0</inkml:trace>
  <inkml:trace contextRef="#ctx0" brushRef="#br0" timeOffset="49357">2247 5876 20985,'-13'-46'1053,"0"1"0,1 5 0,3 7-902,7 17-134,9 8-28,11 6 11,17 8-11,14 5-34,10 8-244,-26-8 1,0-1 223,1 1 1,1-2-12,-1-1 1,1-2 30,-2-1 0,0-1 6,23-5 117,-12-8 101,-17-10 29,-14-10 55,-14-6 95,-8-5 623,-8 0-510,-1 3-18,0 6-83,4 9-180,2 8-128,6 7-107,3 4-5,2 6 50,1 5-23,2 7 7,4 7 4,6 1-16,5-1 28,3-5 0,2-6 28,-2-6 79,-2-8 50,-5-8-1,-3-9-44,-5-11-33,-2-4 5,-9-2 22,-5 5-22,-8 7-17,-4 11-11,0 8-56,-1 14 12,1 11-7,1 16 6,1 13-27,5 10-12,10-26 0,2 1-6,2 1 0,3-1-50,3 0 0,2 0-262,3-1 0,2-2 46,4-2 1,2-1-144,4-3 1,3-3-105,3-3 1,2-5-11,4-3 0,2-5 142,1-7 1,1-4 260,-1-5 0,-2-4 187,-2-5 1,-4-4 92,-4-1 0,-2-3 115,-5 0 0,-3-2 487,4-29 89,-9 3-49,-5 5-129,-4 10-158,-2 10-156,0 12-179,-2 8-118,2 7-67,1 4 361,1 9-327,0 21 5,-1-3 5,0 24 18,0-10-12,1 9-5,3-3-12,5-1 6,-2-20 11,4-3 51,-6-19 22,-1-6-23,1-13-27,2-13-6,2-15 17,4-11-6,2-6-215,2 2 243,-1 10 0,-3 13-39,-3 14-50,-3 11-1,1 5 35,4 6-12,7 6-17,16 16 17,-2 8-6,1 5-5,-8 8 5,-11-4-27,0 8 248,-6-6-176,-5-7-27,-3-16 38,0-8-5,0-14-28,0-10-6,3-12-11,12-28 0,-2 14 8,-1 8 1,3 1 19,6-3-28,5-2-17,-2 12 0,-2 11 6,-7 11-34,5 11-73,-2 11-262,5 13-679,0 9-2478,-10-13 0,0 0 3537,5 15 0,-3-8 0,-10-24 0</inkml:trace>
  <inkml:trace contextRef="#ctx0" brushRef="#br0" timeOffset="49800">4069 5730 27981,'28'29'179,"-7"-4"-151,-18 12 0,-4 6-332,0-7 1,-1 1 283,1 20 0,-1 3-461,1-10 1,-1-1 474,1 7 1,0-3-6,0 9 354,-1-5-304,0-27-39,0-7 12,2-32-1,3-27-6,1-14-110,1 9 1,0-6 115,-1 6 0,-1-2 0,-1-1-496,1-1 1,0 0 0,-1-2 484,-1-8 0,-1-2 0,-1 2 3,-1 10 1,-2 3 0,1 1 2,-2-7 0,-1 2 13,-1-3 1,1 2-190,3 13 1,2 1 171,2-6 1,5 1 0,9 0 0,4 4 25,23-13-11,6 14-23,-2 26-5,-13 21 11,14 29 8,-29-18 1,-3 4 29,3 8 0,-4 3-58,-6-5 1,-3 0-77,-3 20-414,-11-20 1,-8-1 509,-15-2 0,-2-3 0,-4 13 0,10-23 0,1-1 0</inkml:trace>
  <inkml:trace contextRef="#ctx0" brushRef="#br0" timeOffset="57216">5702 1429 20746,'2'-8'3348,"0"1"-1845,-2 7-169,0 0-1472,16-52-140,-12 42-30,12-31 72,-16 55-264,-1 19 226,-1 23-62,-4 7 62,1-22 1,-2 0 273,-2-5 1,-2-2 44,-8 19 117,-1-18 1,-2-3 183,-12 4-115,10-12 0,-2-3 343,-12-5 32,5-12-360,10-8-8,-2-15-233,7-11-80,-6-27-22,7 4 44,5-4-84,8 26 90,3 10 587,-1 12-649,2 3 1,-1 3 134,5 16 41,1-3-115,18 32 0,0-8 15,-6-6 0,1 0-53,15 21-549,2 0 398,-5-11-834,-3-13 1,2-3-8761,19-1 9335,4 4 1,-21-20 0,-22-4 0</inkml:trace>
  <inkml:trace contextRef="#ctx0" brushRef="#br0" timeOffset="58024">6386 1177 32767,'-8'-43'-333,"0"0"0,1-1 0,-4-13 0,1 7-1185,1 9 1728,2 16-1030,5 13 617,0 9-387,2 14 486,6 15-1664,2 24 1654,-2-16 0,0 3-2,-1 4 0,-2 3 30,0 1 0,-2 0 28,-2 0 1,-1 1-22,0-3 0,-1-1 76,0-2 1,-1-3-37,1-4 1,0-3 91,0 19-19,1-17 11,2-13 38,0-10 11,0-6 765,2-3-566,0-5-18,2-3-98,0-5-25,-2-1-21,-1 1-26,-1 3-27,0 2-27,-1 3-152,1 1 18,-2 1-13,2-1-26,-1-2 25,1-3 27,1-7 44,4-9-23,3-9-9,6-4 40,2 1 23,-1 8 29,-2 9-28,-4 9-29,-1 6 29,2 3-29,10 4-10,9 6-34,13 7-118,6 9-185,2 8-658,-5 5-93,-7 5-833,-11 1-3231,-11-1 5185,-8-8 0,-6-14 0,-1-9 0</inkml:trace>
  <inkml:trace contextRef="#ctx0" brushRef="#br0" timeOffset="59207">6985 1315 20313,'-3'-2'4016,"0"1"-3002,3 1-1009,-19-8 130,21 10-40,6-4-27,26 7-7,19-6-27,-4-8 11,-3-10 55,-8-5-16,-12-6 34,-11-3 22,-9 1-34,-14 3-16,-9 6-28,-13 7-6,-9 8 0,-3 5-23,2 11-10,6 7-29,5 12 6,7 11 0,8 6-22,6 6-40,14 0-67,8 0-95,14-6-117,13-6-195,-13-22 0,2-4 152,5-2 1,3-3-12,4-2 1,1-3 125,3-5 0,0-3 168,0-2 0,0-4 107,-3-3 0,-2-4 58,-5-1 0,-2-3 48,-6-1 0,-3-1 275,11-26 150,-13 2 74,-14 7-118,-11 9-213,-11 12-112,-11 9-73,-11 9 506,-5 13-557,-3 11-27,2 14-6,5 6-16,8 4-12,10 0 17,8-4-6,7-5-16,10-8 28,6-9 38,11-10 18,9-14 28,9-14 10,1-15 24,0-7 55,-9-3 45,-9 4 0,-11 8-45,-9 8-67,-4 10-118,-1 7-61,-1 7 34,-3 10-40,-2 11-353,-1 26 157,2-9-537,8 23-483,13-21-682,16 8 144,-8-28 1,4-3-759,6-2 0,4-3-48,6-4 1,2-2 1601,4-3 1,1-3 1447,1-3 0,-2-3 1532,-2-3 1,-2-3 321,-7-3 1,-2-3-489,-7-2 1,-3-4-381,-3-6 0,-4-1-703,3-13-238,-13 13 0,-3 0 295,-5-6 158,-8-5-584,-7 9 643,-18 9-951,5 11 460,-21 10-432,5 18-34,-12 11-12,23-1 1,1 3-12,8-1 1,2 0 62,2 0 0,4 0-96,4 25-12,17-16 1,9 6 5,17-14 0,28-14 68,-16-13-23,-8-9 0,-1-6-473,11-23 492,-18 10 1,-2-5-3,-2-3 0,-3-5 3,-7 2 1,-2-5 0,-1 3-366,1-4 0,-3-1 371,-2-1 0,-2-4 1,-1 3 43,-3-1 0,-1 2 53,-1-9 0,-2 1 101,-2 6 0,-3 3-169,-5-10-10,-2 18-28,7 28-39,1 9 435,-1 14-458,-7 18 33,2 7 1,1 6 3,-1 4 0,1 1-141,-1 5 1,2 1 24,2-12 1,2 2 0,-1-2-908,0 16 1,0 0 378,2-11 0,0 2 1,3 1-2626,4 4 0,4 1 0,0-5 1757,-2 0 1,2-6 0,6 0 0,-1-10 0,-4-24 0</inkml:trace>
  <inkml:trace contextRef="#ctx0" brushRef="#br0" timeOffset="68107">5173 4452 14600,'-8'-1'4380,"2"0"-3599,-31-2 1,-8 2-24,3 0-313,-10-2 1,2 1 8,20 2-251,14 0-169,13 0 265,16 0-109,18 0-117,28-6-79,-18 1 1,4-1-392,8-3 1,2-2 317,3-1 1,1 0-381,-2-1 1,-1-1 125,-7 1 0,-3 0-474,-8 2 0,-5-1-3421,9-7 4228,-25 4 0,-12 8 0,-8 2 0</inkml:trace>
  <inkml:trace contextRef="#ctx0" brushRef="#br0" timeOffset="68307">5366 4256 23198,'-9'61'806,"4"-26"1,0 2-609,1 5 1,-1 3-1218,-1 6 0,0 3 1075,0 3 0,-1 1-37,1 2 1,-1 0-31,1-2 0,-1 0-161,2-4 1,-1-1-921,1-4 0,0-2 1092,-1-2 0,-1-5 0,1 4 0,-1-10 0</inkml:trace>
  <inkml:trace contextRef="#ctx0" brushRef="#br0" timeOffset="68783">5173 3620 13004,'-9'-3'-253,"2"1"1,7 2 0</inkml:trace>
  <inkml:trace contextRef="#ctx0" brushRef="#br0" timeOffset="71866">7947 4629 21103,'-1'-5'1288,"-1"1"-1005,21-30 0,10-8-1164,9 1 913,-12 9 0,4-5 0,2 5-86,4 8 1,3 5-166,4 0 1,1 2-261,-1 3 0,1 1-423,-5 5 1,-2 0-2118,16 0-4570,-29 10 5779,-20 3 506,-31 7 2989,-11 0 1463,-13 1 549,0-1-219,11-5-862,13-2-184,13-3-1122,9-2-565,4 1-420,0 1-95,1 4 78,-2 11-5,-1 16-147,1 21-128,1-18 0,1 3-324,0 6 0,2 3 198,0-2 1,1 3 0,0-3-682,0 5 0,0 1 779,1 6 0,-1 6 0,0-11 0,-1-1 0,-1-11 0,0-1 0</inkml:trace>
  <inkml:trace contextRef="#ctx0" brushRef="#br0" timeOffset="76633">8793 4993 10186,'3'6'1563,"-2"-2"5892,-1-4-7488,-2 0-298,0 0-644,-2 2 975,2 2 0,0-2 0,2 2 0</inkml:trace>
  <inkml:trace contextRef="#ctx0" brushRef="#br0" timeOffset="78374">11752 3348 21926,'-1'3'1238,"-1"0"95,2-3-1333,-1 1-22,0 0 16,0 2 12,0 1 10,0 1-10,0 0-6,-1 0 11,2-2-16,-1-2 33,1 0-17,0 1 0,0-1 123,0 1-436,0-1-331,4-7-3310,7-6 3943,4-6 0,-3 5 0,-2 3 0</inkml:trace>
  <inkml:trace contextRef="#ctx0" brushRef="#br0" timeOffset="80266">9130 2115 21721,'-6'0'5540,"2"0"-2869,4 0-1315,-7-69-2760,24 25 1416,-8-8 1,6-2 153,11 20 0,7 3 189,-2 3 1,3-1-1,-1 2-108,3-2 0,1 0-30,2 1 1,3-1-1,-2 1-60,8-2 0,1 1-157,-6 4 0,3-1 0,1 0 0,3-1 0,2 1 0,0 0 0,3 0 0,2 1 0,0 0 0,-13 7 0,1 0 0,1 0 0,-1 1 0,1 1 0,1 0 0,-1 1 0,1 0 0,-1 0 0,0 0 0,1 1 0,-1 0 0,14-4 0,1 0 0,-1 1 0,0 0 0,-1 1 0,0 0-22,-1 1 0,1 0 0,0 2-353,0 0 0,0 1 0,0 1-28,0 0 1,1 2-1,-1 0-161,-1 2 1,1 0 0,-1 1 23,-1 2 1,1 0-1,-1 1-141,-2 0 0,1 1 1,-1 2 289,-2 1 0,0 0 0,2 2 169,-8 1 1,2 0-1,0 0 1,-4 1-82,-1 0 0,-3 0 0,2 1-74,15 2 1,3 1 0,-3 1-293,2 1 1,-1 1 388,-9-2 0,3 1 0,0 0 14,-1 2 1,1-1 0,-1 1 6,1 1 0,-1 0 0,1 0 11,-1 2 0,-1-1 0,1 1 53,-3 1 0,1-1 0,-2 1 14,0 0 1,-1 1-1,0 0 97,-3 1 0,0 0 0,0 0 79,-2 0 0,0 0 0,0 1 23,7 5 1,0 1 0,-3-2-11,3 1 1,-1 0-2,-5-1 1,2 1 0,-4-1 158,1 1 1,-2 0-135,10 6 1,0 2-22,-4-1 0,-1 1 72,1 6 1,-3 1-2,-15-13 0,-2 0 0,4 9 1,-5 1 1187,-6 8-1012,-4 8 42,-15-6 243,-13-7 327,-18 1-288,5-16 1860,-15 3-1532,15-14 1654,-6 0-1242,-3-6 896,3-8-1551,2-4-185,-4-9-441,-1-4-41,6 3 1,-1-1-154,-25-11-639,23 11 1,2 0 410,-8-3 47,3-1 335,17 7 60,1 0-8,11 6-124,4 3-237,2 3 2104,6 10-2026,4 3 113,18 18-169,7-2 188,2-1 108,15 1 135,-2-8 43,-8-7 0,3 0-734,-6-4 1,0-2 825,8-1 0,-2-1 235,12-4-341,-25-4 1,0-3 418,16-9-307,-16 1 1,0-2 87,16-14-195,-1-6-178,-22 12-75,1-4-112,-10 6-222,4-6-4460,-10 6 4802,-2 3 1,-7 11-1,-1 4 1</inkml:trace>
  <inkml:trace contextRef="#ctx0" brushRef="#br0" timeOffset="98007">14462 4618 24760,'-32'-34'465,"29"5"-479,38 16 0,14 6-56,3 0 0,-1 1-899,-7 2 0,1 1 703,9 0 0,1 2-672,-8 4 0,-2 0-457,-4 0 1,-3 2-3855,22 10-3156,-50-1 8405,-13-4 0,-5-3 0,4-5 0</inkml:trace>
  <inkml:trace contextRef="#ctx0" brushRef="#br0" timeOffset="98190">14788 4598 23366,'-40'-24'922,"0"-1"0,3 2 1,10 7-800,24 14 62,0 5 78,3 9 157,-2 29-280,2 12-115,-1-12 0,1 3-629,0 2 0,0 0 545,-1-8 1,0 3-641,-3 2 1,-2 3 0,0-2-4218,-4 5 1,-1-2 3585,-1 9 0,-1-5 0,-3 3 0,11-40 0</inkml:trace>
  <inkml:trace contextRef="#ctx0" brushRef="#br0" timeOffset="103866">17547 4998 20235,'-3'0'2638,"1"0"-1949,2 0-723,45-67-171,-9 50 1,4 1-834,-6-9 1,2-4 0,2 5-84,21 9 1,1 8-1925,-12 2 1,-4 1 3044,-7 2 0,-5 0 0,8 1 0,-23 1 0</inkml:trace>
  <inkml:trace contextRef="#ctx0" brushRef="#br0" timeOffset="104040">17871 4794 13855,'-10'0'8060,"2"0"-6010,8 0-1400,0 0-130,-62 1-233,45 6-33,-18 2 1,2 6 182,21 38-359,5-20 1,1 2-410,-2 12 0,0 3 300,3-2 0,0 2-717,1 4 0,0 0 465,0-10 0,1 0-2994,1 0 0,0 3 0,1-6 2354,-1 18 0,0-17 0,2-6 0,0-22 0</inkml:trace>
  <inkml:trace contextRef="#ctx0" brushRef="#br0" timeOffset="105166">20292 5025 24945,'-33'-28'84,"30"2"-230,36 15 1,14 5-245,2-3 1,3 2-1440,3 0 1,1 2 343,-1 0 1,-2 2-1437,-6 1 0,-3 0 2921,17 1 0,-30 1 0,-20 0 0</inkml:trace>
  <inkml:trace contextRef="#ctx0" brushRef="#br0" timeOffset="105324">20596 4954 19955,'-41'16'1525,"1"0"0,3-2 1,8 2-698,19 4-183,2 8-180,1 11-163,1 13-151,2 11-668,3-26 0,0 2 464,2 4 0,1 1-350,1 5 0,1 0-2252,1 4 0,2 1 2081,-1-6 1,0-4-1,2 16 1,-3-27-1</inkml:trace>
  <inkml:trace contextRef="#ctx0" brushRef="#br0" timeOffset="115315">20648 4166 17888,'-10'3'1020,"3"-1"-477,7-2 2005,0 0-2385,-15-20-254,11 15-273,-11-15-722,15 20 1086,4 0 0,-3 0 0,2 0 0</inkml:trace>
  <inkml:trace contextRef="#ctx0" brushRef="#br0" timeOffset="116942">23459 3693 8539,'4'-4'1754,"-1"1"-4505,-3 3 2751,5-6 0,-4 4 0,5-4 0</inkml:trace>
  <inkml:trace contextRef="#ctx0" brushRef="#br0" timeOffset="121125">24442 3815 19652,'-47'-7'1185,"-1"0"1,7 1 0,7-1-486,8-3-426,20-1-195,26 1-29,24-2-36,-8 6 0,3 0-703,9 1 1,2 0 702,7 0 0,2 0-11,3 1 0,1 0-467,0 1 1,0-1 466,-4 1 0,-1-1 2,-8 0 1,-3 1-1,-9-1 1,-3 0 117,10-3 28,-23-1 1,-24-4 929,-19-3-868,-22-5-82,14 8 1,-3 0 0,-2 0 0,-1-1-1,1 1 1,1 1 86,-20-7 1314,18 7-1482,19 5 33,13 5-21,16 1-17,12 4-17,17 2-6,13 7-230,-24-4 0,1 1 208,1 3 0,-1 1-14,-1 3 0,-1 1-12,-1 3 1,-1 2-67,-3 2 0,-1 1-141,-3 1 1,-2 1-840,6 28-922,-13-2-3781,-18-4 5775,-4-12 0,-2-16 0,5-12 0</inkml:trace>
  <inkml:trace contextRef="#ctx0" brushRef="#br0" timeOffset="122025">25759 3624 22537,'0'-6'3081,"0"1"-2426,0 5-498,3 67-113,0-34-2,1 15 0,-1 4 14,0-4 0,-2 7 12,-7-12 21,-3-14 79,-7-16-45,6-17-78,1-6 39,8-22-33,9-6-15,3 3 0,4-1-14,0 4 1,3 2-288,5-7 0,2 3 265,9-4 11,5 8 6,-12 17-17,4 3-17,-2 11-17,7 16 1,-9-2-113,12 18-139,-12-7-208,8 7 351,1 1-1426,9-3 985,-13-11-402,13-4 373,-11-14 506,21-15 387,-6-3 296,7-13 285,-18 4-375,-11 5 426,-7-2-201,-10 7-203,-3-1 7,-4 2-332,-4 7-111,1 2 22,-1 5 163,0 0-191,1-6 12,-1-3-51,0-3 39,-2-4 22,0 4 85,0-3-56,1 6-18,1 2-55,0 5 6,1 1-46,-1 7 6,0 8 6,-5 16-11,-1 0 16,-12 19-22,6-18 0,0 0 3,1 1 0,0 0 2,-1 6 1,2-2 16,3 16-22,6-15 12,8-6 27,13-16 17,8-5 5,13-17-21,0-15-7,-5-6 23,7-19-16,-21 17 0,0-2-279,0 1 0,0-2 239,2-4 0,-1 1 0,7-17 0,-9 17-266,-2 0 266,-12 23 0,2-4 0,-7 14 0,-3 5 0,-3 8 257,0 2-1265,-6 15-4745,3 13 5753,1-4 0,2-3 0,4-19 0</inkml:trace>
  <inkml:trace contextRef="#ctx0" brushRef="#br0" timeOffset="122608">26929 4144 28121,'40'-26'24,"-1"0"1,1 0 0,-2 0-1,0-1 1,-3 3-20,3-1 1,-2 0-892,2-7 0,-2-3 886,0-4 0,-4-2 2,-3-3 1,-4-3-3,-6-1 0,-5 0 3,-5 2 0,-4 1-6,-7 4 0,-3 2 9,-5-14 676,-20 3-660,10 30 303,-6 0-313,11 19 21,5 8-16,-11 28 0,0 8 0,5-8 0,-1 3 136,1 0 0,3 1-145,0 4 1,4 1 2,2 0 1,6 1-12,6 0 0,7 0 0,7-2 0,5-1-519,9-1 1,5-4 501,5-2 0,4-4 17,3-5 0,3-5 0,0-6 0,1-6 0,0-9 0,-1-7-3,0-7 1,-3-8-1,0-10 0,-3-7-445,-15 8 0,-3-3 0,0-2 448,-1-5 0,0-3 0,-3-2 0,0-4 0,-2-1 0,-2-1 15,-1-1 0,-2-2 1,-2 2-16,-4 1 0,-1 2 0,-3 0 0,-2 5 0,-2 2 0,-3 1-206,-4-10 0,-5 4 206,-1 9 0,-4 5 484,-16-13-484,2 24 858,3 22-858,1 24 0,-1 25 0,11-10 0,0 4 280,-3 11 0,1 4-280,3-12 0,0 2 0,-1 2-486,-2 5 0,0 2 1,-2 0 466,4-11 1,-2 0-1,0 1 1,0 0-331,-1 1 1,-1 1-1,1-1 1,-1 1 348,0 3 0,0 1 0,0-2 0,2-5 0,-5 12 0,2-6 0,5-5 0,-1 0 0</inkml:trace>
  <inkml:trace contextRef="#ctx0" brushRef="#br0" timeOffset="123749">26382 3130 17531,'32'-34'905,"1"0"0,0 0 0,-3 1 0,-2 0 1,-5 0-565,-8-3 1,-5 0-550,-2-3 1,-2-2 341,-3-2 1,-3-1-34,-4-1 0,-6 1-29,-4-2 1,-4 2-25,-10-1 0,-5 2-6,-9-2 0,-5 2-673,9 13 1,-3 1 0,-1 1 631,-6-2 1,-3 2 0,-1 0-283,9 6 1,-2 2 0,-1 0 0,0 0 278,-4 0 1,0 0 0,-1 1-1,-1 0 0,-2 1 1,-2 0 0,0 1 0,-1 0 1,-2 0 0,-1 1 0,0 1 0,-1 0-349,11 3 1,0 1 0,0 0 0,-1 1 0,0 0 349,-1 0 0,0 1 0,0 0 0,0 1 0,0 1 4,-1-1 1,0 2 0,0-1-1,0 2 1,0-1 0,0 1 1,0 1 0,-1 0 0,1 0 0,0 1 4,-1 0 0,0 1 0,1 0 1,-1 1-1,0 0 1,0 0 0,0 0 1,0 1-1,-1 0 0,1 0-2,0 2 0,-1-1 0,1 1 1,0 0-1,0 1 9,0 0 0,1 0 0,0 1 0,0 0 0,0 1 0,2 0 0,-1 1 0,1 0 0,0 0 0,1 1-174,-10 2 0,1 1 0,1 1 0,0 0 180,4 0 0,1 1 0,0 0 1,2 1 10,3 0 1,2 0 0,0 2 0,1-1 25,-11 5 0,2 1 0,1 0 115,4 1 1,2 0 0,1 1-148,3-1 0,1 1 0,1 0-6,3 0 0,1 0 1,0 1 517,-12 9 1,3-1-532,12-7 0,1 0 548,-7 7 0,4 1-531,-5 7 663,15-13 0,1 0-658,0 7 1289,10-11-1249,7-10 1310,5-6-1098,2-5 454,0-9-683,-2-9 77,-2-16-88,-9-26-17,4 13-206,0 12 0,-1-1 183,-6-13 23,-8-9-11,-1 5 0,-2-1 0,10 20 0,0-7 11,10 18-6,0-3 6,3 7-17,2 7-28,0 7 363,0 7-363,-6 11 89,-4 13 14,-5 15-14,1 12-47,8-24 1,3 2-6,1 2 1,2 1-268,5 1 0,3 0 260,4 1 0,4-2-8,5 0 1,4-2-36,3-3 0,4-2 12,2-3 0,2-3 15,1-4 1,2-2-13,2-3 1,1-3-79,0-3 0,1-1-447,1-3 0,0-1 538,2 0 0,-3 0 0,5-2 0,-9 1 0</inkml:trace>
  <inkml:trace contextRef="#ctx0" brushRef="#br0" timeOffset="137823">25662 2847 14624,'-49'17'1324,"-1"0"0,1 0 0,-5 2 0,-1 1 0,-1 0-1014,0 2 0,0-1 1,-2 3-1394,4-3 1,-2 2 0,-2 0-1,0 1 1131,4-2 0,-1 1 1,0 0-1,-2 1 0,0 1-262,5-2 0,0 0 0,-2 1 1,1 0-1,-1 0 0,0 1 219,5-2 1,0 0 0,-1 1-1,1-1 1,-1 1 0,0 1 0,0-1-91,-2 2 1,1 0-1,-1 0 1,0 0-1,-1 1 1,1 0-1,0 0 69,0 1 0,-1 0 0,1 0 0,-1 0 0,1 1 0,-1-1 0,1 1-163,0 0 1,0-1 0,-1 1 0,1 0 0,1 0 0,-1 0 0,1-1 151,1 0 1,0 0 0,1 1-1,0-1 1,0-1 0,1 1-1,0-1-33,-3 1 1,-1 1 0,2 0-1,0-2 1,0 0 0,2 0 4,-2 0 0,0 0 0,2-1 0,1 0 0,1-3 69,1 1 1,1-1 0,3-2 0,2-2-925,-16 8 0,8-6-3731,2-3 4641,39-22 0,11-2 0,6-5 0</inkml:trace>
  <inkml:trace contextRef="#ctx0" brushRef="#br0" timeOffset="137990">23052 3438 22380,'45'-5'173,"0"-1"1,-1 1 0,2 6-1,0 4 1,-4 9-184,-5 16 1,-5 10 0,1 3-1299,-3-7 1,0 3 0,0 1 0,1 2 872,2 5 1,0 1 0,0 3 0,0 0 434,-3-2 0,1 2 0,0 0 0,-2-2 0,-2-4 0,1 4 0,-1-4 0,-2-1 0,-1-1 0,0 1 0,-1-1 0</inkml:trace>
  <inkml:trace contextRef="#ctx0" brushRef="#br0" timeOffset="139642">12867 2236 20739,'-44'38'221,"1"0"0,-1-1 0,1 1 1,4-5-1,-1 0 0,-1 1 1,-1 0-1,-1 1-1155,2-2 0,-1 1 0,-1 0 0,-1 0 0,-1 1 0,0 0 928,-4 2 0,-1 1 1,0-1-1,-1 1 1,-1 1-1,0-1-164,5-4 0,0 0 0,-1 1 0,0-1 0,0 0 0,0 1 1,-1-1 145,0 0 0,0 1 0,0-1 0,0 1 0,-1-1 0,1 0 0,0-1-67,1 0 0,1 0 0,-1-1 0,1 0 0,0 0 0,0 0 0,1-2 49,-3 4 0,-1-1 0,1-1 0,0 0 0,2-1 0,0-1-192,-1 1 0,0-1 0,1-1 0,2-1 0,2-3-270,-15 9 0,3-4 0,4-5-767,0-4 1,9-15-2735,9-44 3140,35-6 0,12-8 1211,-2 5 0,4-3 1,2-1 258,3-7 0,2-2 0,0 1 15,-5 12 0,1 1 0,0-1 1,0 2-103,1 0 0,-1 1 0,1 0 0,1 1-3,7-10 0,1 2 1,2 2-46,1 4 1,1 2 0,3 3-55,1 3 0,2 2 0,1 3 215,3 3 0,2 3 0,1 2-441,1 2 1,2 3 0,1 2-87,2 3 1,1 4-1,1 2-58,1 3 1,2 4 0,-1 3-45,3 5 0,0 4 0,0 4-93,-13 0 0,0 2 0,0 3 0,-1 3-531,3 5 0,0 3 0,-2 2 1,-1 0 454,-3 0 0,-1 1 1,-2 0-1,-3-2 1,0 1-1,-3-2 1,-4-2-1,-2 0 1,0 0-1</inkml:trace>
  <inkml:trace contextRef="#ctx0" brushRef="#br0" timeOffset="447286">1549 7671 17977,'1'-8'5590,"-1"3"-5327,-6-24 1,-5-4 587,-13 8-554,3-11 0,-4 3 56,-28 23-233,20 10 1,0 4-15,-6 3 1,-1 3-743,-3 4 0,0 3 672,0 2 1,1 2-18,6-1 1,3 1 431,-13 18-445,25-3 278,27-2-279,21-2-10,27 0 5,-19-16 0,3 0-401,4-1 1,1 1 358,0-1 0,-1 1-48,-3 0 1,-2 1 5,-5 0 0,-3 1 0,11 17 739,-22 2-621,-32 2-23,-26 4-358,8-20 0,-4-1 364,-5 1 0,-4-1-12,-3-1 1,-2-2-6,0-3 0,-1-2-42,3-3 0,1-2-451,6-3 0,4-4-3725,-12-12 4218,24-8 0,19 2 0,7 4 0</inkml:trace>
  <inkml:trace contextRef="#ctx0" brushRef="#br0" timeOffset="447527">1658 7562 21579,'10'-1'2901,"-1"-1"-1994,-9 2 421,0 0-1227,13 91-833,-11-60 1,-1 2 732,4 12 1,0 7 0,-2-4-61,-5 1 1,-2-3-253,0 2 0,-1-2-36,-1-10 0,0 0-1786,-1 9 1,0-2-5317,2 3 7449,0 9 0,5-37 0,2-12 0</inkml:trace>
  <inkml:trace contextRef="#ctx0" brushRef="#br0" timeOffset="448027">1678 8190 17042,'0'-52'2259,"-1"1"0,0 4 0,-2 5-1363,-3-6-364,-3 11-324,4 10-157,8 8-29,14 7-22,15 7-50,18 4-15,-19 3 0,2 1-302,4 1 0,0 1 179,2 0 1,1 1 13,-2-1 1,0 0 97,-4-1 1,-1-2 120,21-2 100,-16-9 135,-14-7 123,-14-7 57,-8-4 27,-10-1 421,-6 2-550,-9 5-89,-7 8-67,-4 6-46,-3 14-94,2 8-62,4 16 17,9 9-12,9 8-5,13 0-5,11-3 10,9-8 23,5-10-11,1-10 17,2-10 11,-1-15 22,-2-10 84,-2-13 34,-5-9 22,-4-3-28,-5-1 12,-4 6-162,-2 10-29,-2 11 0,-1 9 0,-2 11 0,0 14 0,-3 14 0,0 16 0,0 7-674,2 1-323,13-3-896,9-5-4095,17-9 5988,2-10 0,-12-13 0,-10-8 0</inkml:trace>
  <inkml:trace contextRef="#ctx0" brushRef="#br0" timeOffset="448244">2767 7983 24749,'5'-48'1040,"-1"0"0,-1 6 0,-4 8-665,-9 13-179,-8 14-62,-19 25-83,8-1-28,3 4 0,0 3-23,-10 15-167,16-13 1,1 0 166,-7 23-9,14-4-444,19-5-471,14-6-919,15-6-4458,10-7 6301,-2-7 0,-16-8 0,-12-4 0</inkml:trace>
  <inkml:trace contextRef="#ctx0" brushRef="#br0" timeOffset="448470">3232 7812 26032,'9'-55'743,"0"1"0,-2 10 0,0 7-441,-2 13-194,-3 17-108,1 4 0,-2 13 0,-1 13 0,0 17 0,-5 15 0,2-24 0,0 2 0,-2 1 0,1 1-247,0-1 0,1 1-322,2-3 1,1 0-4348,4 3 1,1-3 3141,1 7 1,4-5 0,-7-28-1</inkml:trace>
  <inkml:trace contextRef="#ctx0" brushRef="#br0" timeOffset="448744">3604 7879 27986,'-48'-36'454,"-4"21"-3245,26 35 0,0 8 2825,-17 14-18,3-2 611,17-11 1,4 0-623,-1 9-5,-3 20-11,29-35 878,20-4-906,13-10-107,20-2-299,-18-4 0,3-3-882,-5 1 1,0-2 670,-2 0 1,0 0 655,3-3 0,-6-1 0,-7 2 0,9-4 0</inkml:trace>
  <inkml:trace contextRef="#ctx0" brushRef="#br0" timeOffset="449143">4201 7776 22873,'-1'-4'3131,"0"1"-852,1 3-2200,-30-29-7,12 32-38,-19-24 22,22 51-45,10-9 0,1 4 17,15-3-5,2-12 16,9 0-50,-2-8 5,-6-4 6,5-13 17,-8-3 18,1-7-35,-8 6 0,-4-4 0,-6 4 0,0 3 0,-6 3 0,2 10 0,1 6 0,-2 8-270,-2 18-1063,0 6-2789,3 13 4122,6-9 0,3-15 0,1-11 0</inkml:trace>
  <inkml:trace contextRef="#ctx0" brushRef="#br0" timeOffset="449394">4182 8122 28671,'-11'37'0,"1"-1"0,-3 22 0,33-59 0,-2-4 0,-3-5 0,-3-6 0,-6-3 0,-2 2-1278,-16-8 130,1 14 1148,-23-8 0,21 15 0,-7 0 0</inkml:trace>
  <inkml:trace contextRef="#ctx0" brushRef="#br0" timeOffset="449736">1704 8827 18414,'-61'13'438,"-1"-1"1,0 1-1,0-1 1,1 0-1,1 0 1,-1 1 0,1-1-886,-1 1 1,-1 0 0,1-1 0,2 1 645,8-2 0,0 0 0,2 0 0,3-1-76,-4 2 0,2-2 1,6 1 613,-2-1 0,12 2-586,22 0-11,59-6-79,4-6 1,8-3-387,-6 0 0,5-1 0,3-1 357,-6 0 0,3-1 1,2 0-1,1-1-333,-6 1 1,2-1 0,1 0 0,2 0 0,-1 0 302,-4 0 1,0 0 0,2 0 0,-1 0 0,2-1 0,-1 1-53,-5 1 0,0-1 1,1 0-1,0 0 0,0 1 1,1-1-1,-1 0 51,2 0 1,0 0 0,1 0-1,-1 0 1,1 0 0,-1 0-1,0 0-162,0 0 1,0 0 0,0 1 0,-1-1 0,1 0-1,-1 1 1,0-1 139,7-1 1,0 1-1,-1-1 1,0 1-1,0-1 1,-1 1-102,-4-1 0,0 1 0,-1 0 0,0-1 0,-1 1 0,-1 0-245,5-1 1,0 0 0,-2 0-1,-1 1 1,-1-1-2092,4 0 0,-1-1 1,-3 1-1,-4 0 1894,-1 1 0,-5 0 0,-4 1 0,0 0 0,-10 2 0,-14 1 1</inkml:trace>
  <inkml:trace contextRef="#ctx0" brushRef="#br0" timeOffset="451195">24665 8583 20106,'-8'-45'518,"1"0"0,-1 1 0,-2-17 1,1 4-385,3 15 0,1 3 135,-1-19-56,1 22 11,3 18 196,2 25 106,2 24-78,-1 32-993,0-17 1,0 5 622,-1 9 1,-1 5-667,0-15 1,-2 1 0,1 2 619,-2 4 0,0 2 0,0 2-13,-1-13 1,1 2-1,-1 0 1,0 0 5,-1 4 0,1 1 1,-1 0-1,0 0-533,-1 4 0,0 0 0,1 0 0,-1 1 561,0 2 0,0 1 1,0 0-1,-1 1-12,2-11 1,0 0-1,0 1 1,0 0-1,-1 1-309,1 1 0,-1 1 1,1 0-1,-1 0 0,0 1 314,0 2 0,0 1 0,-1 0 0,1 0 0,-1 1-14,2-9 1,0 1 0,-1-1 0,1 1-1,0 1 1,-1-1-134,1 1 1,0 1 0,0 0 0,0 0 0,0 0 0,0 1 113,1 0 0,-1 0 0,1 1 0,0 0 0,0-1 1,1 1-64,0 0 0,0 0 1,1 0-1,0 0 0,0 0 1,1-1 58,-1 1 0,1 1 1,0-1-1,1 0 0,-1 0 1,2 0-11,0-1 1,1 1 0,0 0 0,1-1-1,0 1 1,0-1 2,0 0 1,1 0 0,0 0 0,0 0 0,1 0 0,0 0-4,1-1 0,0 0 0,1 1 0,0-1 0,1 0 0,-1-1-14,1 0 0,0 0 0,1 0 0,0 0 0,0-1 1,0 0-71,0-1 0,0-1 0,1 1 0,-1-1 0,1 0 0,0-1-258,1 9 0,1-1 0,0-1 1,-1 1-1,1-1 343,0 0 0,0 1 0,0-1 0,-1-3 0,0-5 0,0 4 0,-1-5 0,0-2 0,2 12 0,0 1 0</inkml:trace>
  <inkml:trace contextRef="#ctx0" brushRef="#br0" timeOffset="451961">29120 8999 18868,'8'-48'1473,"-1"0"0,0 6 0,1 7-784,4 10-213,0 12-157,-1 10-27,1 14-29,3 13-33,3 19-40,1 18-137,-9-23 1,-2 3-532,-1 5 0,-3 3 520,1 7 0,-4 3-508,-2-16 0,-1 2 0,-2 1 510,0 4 1,-1 1 0,-1 1 20,-1 5 0,-1 0 1,-1 2-19,2-13 1,0 1 0,0 1-1,0 0-478,-1 3 1,0 0 0,0 1-1,1 0 456,0 2 0,-1 1 1,1-1-1,1 2-419,-1 1 1,0 0 0,1 1 0,0 0 405,1 1 1,0 0 0,1 1-1,0 0-5,0 2 0,1 0 0,1 0 0,-1 0 7,2-11 1,0 0 0,0 0-1,0 0 1,0 0 1,1 2 1,1 0 0,-1 0 0,1 0 0,0 0-214,1 1 1,-1 0-1,1 0 1,0 0-1,0 0 207,1 1 0,0 1 0,1 0 0,0-1 1,-1-2-7,2 1 0,-1-2 0,0 0 0,2 5 2,-1-6 1,0 4 0,1 1-1,0 1 1,0-1 0,0-4-160,0 8 1,0-4 0,0 0 0,0 5 153,-1-8 0,1 4 0,-1 1 0,1 1 0,-1-1 0,-1-3-54,0 2 0,0-3 0,-1 0 0,0 0 0,0-1-54,-1 0 1,0 0-1,0 0 1,-1 0 0,0-1-383,-1 11 0,0-1 0,0 0 1,-1-1-1351,-1-2 1,1 0-1,-1-2 1,0-1 1838,-2 8 0,1-3 0,0-5 0,-1 1 0,1-7 0,-1 5 0</inkml:trace>
  <inkml:trace contextRef="#ctx0" brushRef="#br0" timeOffset="453128">24590 14920 11379,'-3'-3'6503,"0"0"-1842,3 3-4236,58-23-111,-21 17-186,14-7 1,3 2-459,-5 10 375,-7 1 0,2-1-393,-7 1 0,3 0 367,14 0 1,4 0-387,-14 0 0,0 0 1,4 0 381,-1 0 0,3 0 1,0 0-1,-2 0-11,-1 0 0,-2 1 0,3-1-3,2 0 0,5 0 1,-1 1-1,-3-1-456,-3 1 0,-2 0 0,2-1 443,11 1 1,2 0 0,-1 0-1,-2 0 1,0-1 0,-1 1 15,-1-1 0,0 0 0,0 1 3,-2-1 1,0 0-1,0 0-4,0-1 1,0 1 0,0 0-4,0-1 0,-1 0 0,1 0 0,0 0 0,-1 0 0,1-1 2,-2 0 0,1 0 0,1 0-4,-5 0 1,1 0 0,0 0-1,-2-1-2,10 1 1,-3 0-1,1 0 2,-3-1 0,1 1 0,-2 0 0,-3 0 0,0 0 1,-3 1-78,8-1 1,1 0 87,-4 0 0,4 0 1,-3 1 1,10-1 0,-2 0-95,5 0 0,-4 1 87,-25 0 0,-2 0 5,1-1 1,-1 0 894,15-1-886,-15 0 0,0 1 11,20-1-6,4 0 1482,-23 2-1448,6 0 523,-9 1-473,10 0 84,5 0-50,-10 0 1083,-4 0-1043,-11 0 21,-10-1 85,5-1-118,-3 0-11,0-1-11,0-1-101,-3 0 33,4-1 12,-3 1 33,5-2-50,-2 0 22,1 0-39,-9 3 84,1-2-17,-3 3-28,1-4-33,3-2-40,-2 0-5,0 1-28,-4 0-118,-2 3-4503,-6-4 4632,-3 3 0,1 0 0,0 2 0</inkml:trace>
  <inkml:trace contextRef="#ctx0" brushRef="#br0" timeOffset="454944">29344 8774 10220,'0'-3'6486,"-1"1"-2302,1 2-3579,-11-17-23,8 12-335,-8-13 117,10 16 101,0-4-163,0-2-38,-1-3 16,1 0-23,0 1-55,1 3-90,0 3-118,0 2-16,1 18 27,1 6 40,-1 22-157,1 9-558,-4-21 1,-1 1-2291,-1 6 0,-1 0 2322,0-3 1,0-1 0,-3 11 0,4-20 0</inkml:trace>
  <inkml:trace contextRef="#ctx0" brushRef="#br0" timeOffset="455927">29307 14263 8304,'-1'3'6492,"-1"-1"1955,2-2-7787,1 3-200,-1-2-152,1 2-62,-1 0 12,-1 2-23,-2 4-39,-2 5 6,-5 7-23,-5 6-33,-3 8-17,-4 5-23,-1 5 12,-2 1-18,1 1-21,0-1-6,2-3-34,2-5-28,4-7-129,4-9-1136,3-9 1254,4-10 0,2-2 0,2-3 0</inkml:trace>
  <inkml:trace contextRef="#ctx0" brushRef="#br0" timeOffset="469220">7153 9150 19736,'6'-45'988,"1"-1"0,-1 1 0,1-2 0,1 1 0,0 7-63,9-15-175,2 1-498,-8 24 67,-6 22-257,-7 13 78,-8 26-67,-8 16-45,5-14 0,-2 3-421,0 5 0,-1 2 410,1 3 0,0 1-1,2 1 1,1 2-17,3 0 0,3 0-6,0 0 1,3-1-1,5-3 1,2-1 2,1-4 0,3-1 14,2-6 1,4-2-15,5-2 0,1-3 9,10 3-29,19-8-184,-3-26-286,-12-4 0,3-4-1891,7-5 1,0-3 2383,-2-2 0,-2 1 0,15-8 0,-25 11 0</inkml:trace>
  <inkml:trace contextRef="#ctx0" brushRef="#br0" timeOffset="469460">7984 9119 23019,'-4'-1'2582,"0"0"-1888,4 1-481,-8-60-140,32 28-90,-13-5 0,5 1-1211,17 19 1,5 7 790,21-4-583,-15 7 1,0 1-3314,-7 2 0,-1 1 4333,5 0 0,-3 0 0,9 1 0,-23 2 0</inkml:trace>
  <inkml:trace contextRef="#ctx0" brushRef="#br0" timeOffset="469793">8278 8968 19692,'-4'0'4676,"0"0"-2267,4 0-2297,-35 60-79,26-18-198,-10 4 1,3 4 99,16-6 1,5-1-480,-3-2 0,0 0 280,1 2 1,1-2-163,-2-8 1,-1 1-1264,-1 10 0,-3 0 753,-3-5 1,-1-1 1097,1 5 0,-2-3 1222,-9 8-555,8-35 633,6-11-415,3-11-68,6-9-284,12-18-522,9-1-134,5 0 1,13-2-172,-14 19 0,2 1-859,2 0 0,0 0 495,0 2 1,0 0-4421,9 2 1,-4 2 3515,-5 2 0,13-4 0,-40 13 0</inkml:trace>
  <inkml:trace contextRef="#ctx0" brushRef="#br0" timeOffset="470002">8970 9101 23915,'2'-5'3668,"-1"2"-2705,-1 3-929,5-26-17,-3 35-6,5-10-11,-5 49-73,-1 9-1811,0-24 1,-1-1 1435,0 20-1732,0-13 1,1 1 2179,2 14 0,-2-4 0,2-22 0</inkml:trace>
  <inkml:trace contextRef="#ctx0" brushRef="#br0" timeOffset="470194">9015 9125 21822,'-4'-48'461,"-1"-1"1,1 1-1,1-8 1,2 0-1,4 6-439,5 14 1,4 2-311,5-13 0,4 2 89,3 16 0,2 6-182,2 5 1,1 4-237,25 5-1086,-8 24-1440,-12 21-3847,-14 23 6505,-13 0 1,-6-19 0,-3-17 0</inkml:trace>
  <inkml:trace contextRef="#ctx0" brushRef="#br0" timeOffset="470344">9023 9276 25326,'36'-29'-794,"-1"-1"1,13-2 0,0 5-5178,10 8 5105,-19 6 0,-2 2 1,0 0-1,-16 5 1</inkml:trace>
  <inkml:trace contextRef="#ctx0" brushRef="#br0" timeOffset="470653">9965 8855 21416,'0'-3'4594,"0"0"-3469,0 3-990,-69 24-46,34 9-442,-9-5 0,1 5 375,26-2 1,5 1-6,2 0 0,4-1 183,1 26-166,16-10-6,12-12-6,14-11 17,9-13-11,7-17 68,1-13 27,-3-16 22,-9-12-279,-24 21 0,-3-3 190,-3-1 0,-3-2-23,-1-1 1,-4 0-1,-2-30 423,-13 11-1156,-12 16-2655,-19 18 3355,-3 18 0,14 2 0,10 5 0</inkml:trace>
  <inkml:trace contextRef="#ctx0" brushRef="#br0" timeOffset="471152">7400 11144 21220,'-2'-7'3859,"1"1"-3169,1 6-259,0 0-291,-52 14-78,36 28-48,-13-10 0,2 4-491,20 9 1,6 4 383,-2 0 1,0 1-362,0-1 1,2 0-1113,1-1 1,1-1 947,3 2 1,0-5 0,2 7 0,0-11 0</inkml:trace>
  <inkml:trace contextRef="#ctx0" brushRef="#br0" timeOffset="471327">7286 11317 19564,'-11'-59'759,"0"0"1,0 1-1,1 4 1,1 2-1,2 6-692,2 4 1,4 4-52,5 4 1,4 1-90,5 3 1,5 2-194,8 3 0,4 3-370,4 4 0,4 5-577,2 3 1,1 6-2572,-1 8 1,-2 4 2893,-5 2 1,-4 2 0,6 10 0,-17-7 0</inkml:trace>
  <inkml:trace contextRef="#ctx0" brushRef="#br0" timeOffset="471477">7412 11533 20688,'-7'5'4874,"2"-2"-3995,5-3-650,0 0-828,85-61-2651,-49 41 0,2-1 3250,4-6 0,4-4 0,-5 5 0,-8 10 0,-6 3 0,5-3 0</inkml:trace>
  <inkml:trace contextRef="#ctx0" brushRef="#br0" timeOffset="471936">8184 10958 21719,'-3'-3'2728,"2"0"-2124,1 3-536,33-62-46,8 33-569,-3-10 0,5 1 382,-2 22 0,1 6-309,1-2 1,1 2-617,-2 1 1,-2 3-1162,-5 1 1,-3 2 2250,16 5 0,-24-1 0,-14 4 0</inkml:trace>
  <inkml:trace contextRef="#ctx0" brushRef="#br0" timeOffset="472244">8533 10865 12130,'-4'0'8978,"0"0"-4233,4 0-4740,-15-8 18,19 15-23,-7 3-6,24 28-117,-1 18-71,-12-19 1,-3 2-667,-3 7 0,-3 2 235,-5 6 1,-4 1 64,-4 2 0,-3 0 321,-3-1 1,-3-2 258,0-6 0,0-3 120,3-8 0,1-4 493,-7 11 487,12-22-56,16-20-470,14-18-291,16-15-256,-8 11 1,2-2-203,4-3 0,5-1-8,16-7 1,1 1-356,-15 9 1,1 1-1317,2 2 1,2-2 0,-3 3 1262,-4 3 1,-4 1 0,26-11 0,-26 13-1</inkml:trace>
  <inkml:trace contextRef="#ctx0" brushRef="#br0" timeOffset="472553">9561 10800 27622,'-7'-40'231,"0"-1"1,-1 2 0,4 14-232,4 23 0,1 25 0,-1 13 0,-3 12-643,-3-12 1,-2 2 645,-3-2 0,-1 2-9,-3 10 1,-1 3-9,-1 8 0,2-2-6,5-9 0,2-3 0,1-4 1,5-3-115,15 13 140,10-26-969,32-6-17,7-22-710,-20-6 0,0-4 1155,-11 1 1,0-2-2592,10-9 1,-2 0 2525,13-11 1,-9 5-1,-19 12 1</inkml:trace>
  <inkml:trace contextRef="#ctx0" brushRef="#br0" timeOffset="472903">10421 10733 21399,'0'-4'5143,"0"1"-3519,0 3-1518,-15-52-44,3 48 22,-25-16-101,9 70-954,10-12 0,1 1 968,5-9 0,3 2 0,-2 9 1,3 1-361,3 0 1,3-1 345,3-1 1,2-1-44,3 2 0,4-4 43,24 3 22,-3-17 12,16-14-17,10-28 11,-27 6 1,-1-3 652,5-9 0,-2-4-622,-8-1 0,-3-2 5,-2-4 1,-3-1 386,-4 7 0,-1-1-411,-2-16 0,-3-1-23,-7-12-48,-2 19 1,-7 3-144,-23-2-2172,-23 22 2363,0 19 0,16 3 0,15 4 0</inkml:trace>
  <inkml:trace contextRef="#ctx0" brushRef="#br0" timeOffset="479135">6233 14173 21136,'2'-56'1738,"0"0"1,-1 8-1,-3 7-926,-6-1-666,0 28-118,-2 16 17,2 27 5,-5 21-39,2-2 0,-2 6-677,2-2 1,0 2 596,3-9 0,0 2 0,1-3-80,2 3 1,1-1-496,2 11 0,3-1-1236,4-12 1,1-1 1879,1 3 0,0-2 0,7 9 0,-5-26 0</inkml:trace>
  <inkml:trace contextRef="#ctx0" brushRef="#br0" timeOffset="479519">6490 13836 21103,'-24'-48'890,"0"1"1,1 0 0,0 6-1,0 2 1,-3 10-701,-3 12 1,-1 9-40,-21 9 53,5 22 1,0 12-85,10 2 1,2 6-911,-1 0 1,-1 4 0,3 2 813,4 1 0,3 3 0,1-3-22,5-6 0,1-2 0,2 3 1,-1 10 1,1 2 0,3 1 9,5 1 0,4 0 0,2 0-34,2-1 1,2-1 0,4 1-46,3 2 1,5 1 0,7-8-32,4-16 0,4-4 0,2-4 4,9 2 1,4-6-48,-2-10 0,4-4 0,0-4-44,13-3 0,3-7 120,-2-5 1,5-5-1,-4-3 81,-9-1 0,-3-3 0,0-4-809,5-8 1,-2-6-1,-6 0 859,-2-5 0,-8-4 17,-10 6 0,-3-4 0,-4 0-212,-1-12 0,-9-3 285,-7 2 0,-4-4 0,-3 3-73,-2-1 0,-8 2 30,-5 17 1,-8-2 0,-2 3 0,0 7-9,-12 1 1,-2 5-74,-8-8 1,-2 5-1,11 14 1,2 7 1058,-9 2-1999,-7 14-2902,27 8 3809,11 10 0,18-10 0,2-5 0</inkml:trace>
  <inkml:trace contextRef="#ctx0" brushRef="#br0" timeOffset="480485">9447 14265 23343,'-26'-51'924,"0"1"1,3 4-1,7 5-767,17 7 100,19-5-167,6 21-40,15-2-22,-1 16 6,-4 15-23,-10 1 12,-1 21-7,-10 6-10,-7-4 0,-3 5-12,-6-4 0,-2 2-1124,-5 10 1,-4 0 1131,0-15 1,-2-2 8,-6 8 1,-1 0-239,-2-3 1,1-1 240,2-2 0,0 1-12,0-1 1,4-2-8,4 6-1,11-13-5,30-5-39,14-15-54,-6-6 0,4-2 430,4-4 1,2-3-613,4-4 1,2-2-155,2-3 0,-1-1-442,0-2 0,-2-2-197,-1-2 1,-3-3-457,-3-1 1,-2-3-446,-6-2 0,-4-3 243,-5-1 1,-6-1 1167,-7-2 1,-6 1 750,-4 9 0,-6 0 1549,-15-17 0,-9 1-20,1 15 0,-4 1-806,2 0 1,-4-1 0,-1 2-376,-13-6 1,-2 4 270,-4 3 0,0 4-502,11 7 1,-3 5 103,1 7 0,-5 3 1,2 5-149,-5 7 0,0 3-154,-10 0 0,-1 5 35,11 11 0,-1 8 0,4 1-93,12-4 0,2 0 0,-1 3-30,-7 3 0,0 3 0,2 4 1,8-1 0,2 4 0,2 2 0,4-3-14,3-1 0,4-1 0,2 3-315,-2 0 1,1 3-1,2 1 1,6-4 282,7 2 0,5-3 1,7-2-18,3-4 1,6-2-1,5-3-17,7-3 1,6-4 0,0-3 12,12 3 0,6-5-83,-9-10 0,6-2 0,2-3 0,-3-2-3,2-2 1,-2-3 0,2-1 110,-8 2 0,2-1 0,1-1 0,0-3 22,3-7 1,1-2-1,-1-4 1,-6-1 63,-5-3 0,-4-1 0,0-4 12,1 1 0,2-4 0,-2-1 0,-4-2 14,-4-7 0,-5-3 0,-3 1-42,4-10 0,-6-2 45,-7-1 1,-3-5 0,-5 4 35,-8-1 1,-4 0 26,-1 6 1,-1-3 0,-6 5-56,-15-1 0,-7 6-36,-5 8 0,-4 6-84,-4 7 0,-1 4-272,-1 5 0,0 5-1294,2 4 1,2 3 1379,8 3 1,4 1 0,-8 3 0,22 0-1</inkml:trace>
  <inkml:trace contextRef="#ctx0" brushRef="#br0" timeOffset="481911">12532 14284 19826,'-1'6'3265,"1"-2"-593,0-4-2381,-19-9-39,13 4-11,-15-9-28,16 5-45,-2-3-39,1-5-6,0-5-39,4-10-45,3-6-28,10-1-27,9 4 4,13 8 1,7 8 0,7 9-6,-1 10-5,0 15 11,-7 16-407,-6 19 404,-21-19 0,-4 4 14,-6 5 0,-4 2-14,-8 5 0,-6 0-9,-6 4 1,-5-2-553,-5 0 1,-3-1 571,0-5 0,0-2 17,3-6 0,2-2-45,5-8 1,3-2 8,-8 7 22,16-15 0,15-10 358,21-13-520,24-9-57,-12 5 1,2-2 5,8-2 1,2-1-231,3-1 1,1-1-116,0-2 1,1 0-210,0-1 0,0-1-878,-1-1 0,0-1-147,-2 0 0,-2-3-79,-4 0 0,-2-2 487,-6 1 1,-4-3 856,-7 1 1,-6-3 694,-6 0 0,-8-1 596,-8-1 1,-7 0 201,-8-2 1,-5 1 506,-8-1 1,-5 3-136,-5 0 1,-3 2-281,-4 2 1,-2 4-337,-2 2 1,-2 5-299,0 4 0,0 4-68,0 6 0,-1 5-116,2 7 1,-1 8-88,11 4 0,-2 4 0,5 2-94,-5 2 1,3 5-158,2 3 0,-1 6 0,5 0 128,2 9 1,3 4-22,7-9 1,-1 3-1,4 0-19,3 0 1,3 1 0,5 1-58,5 5 0,5 2 0,2-4-12,3 1 0,7-2-52,6-8 1,7 0-1,4-6-439,13-4 1,7-6 425,-6-5 0,4-1 1,1-2 66,6-4 1,1-2-1,1-3-155,3-3 1,1-2 0,-1-4 268,2-3 0,0-4 1,-1-2 53,-2-3 1,-1-3-1,-2-3 64,-3-3 0,-1-3 0,-4-2-84,-3-2 1,-3-2 0,-2-2 46,-4 1 0,-3-3 0,-4-3-14,-2-6 1,-5-3-1,-3 0-37,-1-14 1,-8 1-43,-2 1 0,-9 3 285,-14 4 1,-7 6-253,-1 12 1,-4 3-23,-8-4 1,-4 3-74,-8 7 1,0 5-320,13 7 1,1 3-760,-27 2 1115,37 19 0,20-7 0,2 5 0</inkml:trace>
  <inkml:trace contextRef="#ctx0" brushRef="#br0" timeOffset="482328">15499 14505 23371,'4'-46'900,"0"1"1,1 0-1,0-16 1,0 4-551,-1 16 0,-1 5 131,0-12-234,-5 24-214,-1 24-5,-1 10 6,-6 35-26,2-3 1,0 6-32,-1 4 1,1 3-575,2-8 0,0 3 1,2-2 50,2-4 1,0 0 0,2-2-1617,1 9 0,2-1 2162,2 3 0,2-7 0,0-10 0,1-3 0</inkml:trace>
  <inkml:trace contextRef="#ctx0" brushRef="#br0" timeOffset="483211">15629 14039 19711,'11'-50'1324,"0"0"1,1 0 0,2-16 0,-4 8-597,-8 4 22,-11 24-537,-9 16 3,-11 22-70,-13 23-54,13-4 1,-2 6-730,-6 11 0,-1 5 687,9-9 0,-1 2 1,1 2-601,-3 7 0,0 3 0,0 1 566,7-9 1,1 1 0,-1 2 0,2 0-5,-1 2 1,1 0 0,1 2 0,1 0-5,2-1 0,1 0 1,2 1-1,1-1-10,4-4 1,0 0 0,3 0 0,4-2-1,2 10 0,6-2 0,6-3-240,4-7 1,5-3-1,5-4 240,6-6 0,4-3 1,3-6 2,4-4 1,2-5 0,3-5 5,2-6 1,2-5 0,0-4 7,1-4 0,1-6 0,-2-2-431,0-5 1,0-4 0,-3-3 441,-2-3 0,-2-2 0,-3-3 4,-3-3 0,-2-3 0,-4-2 11,-2-4 0,-5-2 0,-2-2 0,-2-4 0,-3-2 0,-3-1-22,-6 15 1,0-1 0,-2 1 0,-2-1-20,0-12 0,-3-1 0,-2 2 0,-4 5 0,-2 1 0,-4 2 38,-1 6 0,-3 2 0,-3 2-38,-13-14 0,-5 4-300,-1 7 0,-4 4-1277,-1 7 1,-1 4 1576,6 8 0,1 3 0,-9 0 0,19 11 0</inkml:trace>
  <inkml:trace contextRef="#ctx0" brushRef="#br0" timeOffset="485844">5570 15722 15373,'-5'0'4207,"1"0"-3681,-28 0 0,-10 0 292,-3 2-443,-7-2 1,-1 1 246,2 0-180,10-1-84,17 0-117,12 0 6,11 0 38,14 0-16,13 0-39,21 0-152,-14 0 0,3-1-454,9 0 1,4 0 411,8-1 1,4-1-609,-15 2 0,1-1 0,2 0 604,4 0 0,3 1 0,0-1-484,-10 0 0,2 1 1,0 0-1,0 0 477,5-1 0,1 1 1,0 0-1,1 0-435,4 0 0,1 0 0,0 0 0,0 0 424,3 0 0,0-1 0,0 1 0,0 0 0,-12 0 1,0 0 0,0 0-1,0-1 1,0 1 1,10-1 1,-1-1 0,1 1 0,-2-1-169,-2 0 0,-1-1 0,-1 1 0,0-1 164,-4 0 1,-1 0-1,0-1 1,-1 1-2,13-3 0,-1 0 1,0 0 71,-3 0 1,0-1 0,-1 0-84,0 1 0,-1-1 0,0 1-2,0-1 0,0 1 1,0 1 112,-1 0 0,1 1 0,-1 0-111,-1 2 0,0 0 0,-1 1 5,-1 1 1,-1 1 0,0 1 335,-4 1 0,0 1 1,0 1-346,-4 0 0,-1 1 1,0 0 3,15 3 0,-1 0-3,-4-1 0,-1 0 507,-3-2 1,1-1-508,-1-1 0,1-1 0,1-1 0,0-1 14,2-1 1,0-2-7,0 0 1,0 0 11,0-1 0,0 0-6,-2 0 0,-1 0-11,-2 0 0,-1 1 19,-4 1 1,-1 0 472,-7 0 0,-2 0-453,14 0 1493,-19 2-2024,-17-1 754,-21 1 0,6 0 1,-8 0-1</inkml:trace>
  <inkml:trace contextRef="#ctx0" brushRef="#br0" timeOffset="488352">12517 12905 11973,'-9'-2'1899,"-28"1"0,-5 0-46,0 5-1523,-7-2 0,-1 1 706,3 10-94,7 1-488,8 4 39,7 2-123,7-2-50,5 0-40,6-4 520,6-1-228,12 0-57,13 1-168,24 1-238,-13-8 0,4-1-757,12 0 0,3-1 666,-11-3 1,3 0 0,1 0-14,7-1 1,2 0-1,1-1-2,-8-1 0,1-1 0,2 0 0,0 0-676,5-1 0,1 0 1,2-1-1,0 0 667,-8 0 0,1 0 1,1-1-1,0 0 1,1 0-407,3-1 1,0 1 0,1-1 0,0 0-1,0 0 412,2-1 0,1 0 0,0 1 0,0-1 0,0 0-1,0 0 0,0 0 0,1-1 0,-1 1 0,0 0 2,-2 0 0,1 1 0,-1-1 0,-1 0 0,0 1 1,-3 0 0,0 0 1,0 0-1,-2 0 1,0 1-260,9-2 0,-1 1 0,-1 1 0,-2-1 254,-4 2 0,-1-1 1,-1 1-1,-2 0 21,10-2 0,-1 2 0,-3-1-33,-8 1 0,-3 1 1,-2-1 58,7 0 1,-7 0 1515,7-1-1476,-46 3-72,-45 1-12,1 1 0,-7 0 442,5 0 1,-5 0-1,-1 0-446,-10 0 0,-4 0 1,-1 0-115,8 0 1,-1 0 0,-2 0 0,0-1 118,7 1 0,-1 0 0,0 0 0,0 0 0,-1 0-5,-3-1 1,0 1 0,0 0 0,-1 0 0,0 0-271,-1 0 1,0 0 0,0 0 0,0 0-1,0 0 274,0 1 0,0 0 0,0 0 0,1 0 0,-1 1 1,2 0 0,-1 0 0,1 0 1,0 0-1,0 1-233,2 1 0,-1-1 1,2 1-1,-1 0 0,1 1 234,-11 0 1,0 1 0,1 1 0,1 0 2,3-1 1,1 1 0,1 0 0,1 1 33,5-2 0,1 1 1,1 0-1,0 1-32,-13 2 1,2 0 0,5 0-6,2 0 1,5-1 5,-1 2 1,9-2 1331,19-3-1363,5-1 2281,26-3-2134,25-2-82,0-1 0,7-3-20,-3 1 1,4-1 0,3-1-22,-2 0 0,2 0 1,2-1-1,2 0 1,9-1 1,2 0 0,1 0 0,2 0-344,-6 1 1,1 0 0,2 0-1,0 0 1,1 0 341,-7 1 0,1 0 0,1 1 0,1-1 0,0 1 0,0-1-232,-5 2 0,0 0 1,0 0-1,1 0 1,0 0-1,0 0 1,0 1 224,1 0 0,0 0 1,1-1-1,-1 2 1,1-1-1,-1 1 0,1-1-157,-2 2 1,1-1-1,0 1 1,-1 0-1,1 0 1,-2 0-1,1 1 156,4 0 1,1 0-1,-1 0 1,-1 1 0,0-1-1,-2 1 6,4 0 0,-1 1 0,-1-1 0,-1 1 0,-1 0-3,6 0 0,-1 1 0,-3-1 0,-5 0 1,14 1 0,-8 0 527,-6-1 1,-23 0-553,-44-2-34,-45 0 9,1 0 0,-8-1 196,9-1 1,-4 0 0,-4 0-168,8-1 1,-5 1-1,-2-2 1,2 1-1,2 0 24,3 0 0,2 1 0,0-1 0,-4 0-6,3 0 1,-5 0-1,-1 0 1,-1 0-1,1 0 1,4 1-28,3 0 1,2 0-1,2 1 1,-1 0-1,-4 1 41,1-1 1,-3 1-1,-1 0 1,-1 0-1,0 1 1,0 0-201,0 0 0,0 0 0,-1 1 1,0 0-1,-1 0 0,-1 2 205,8-1 0,-3 1 1,-1 0-1,0 1 1,0 0-1,2 0 0,1-1 1,3 1-81,-12 0 1,4 0 0,2 1 0,-1-1 0,-4 2 78,8-1 0,-3 0 0,-2 1 0,0 0 0,1 1 0,4-1 0,5-1 78,-5 2 1,5 0 0,2 0 0,-1 0-87,-4 0 0,-1 1 1,1 0-1,5-1 543,-20 6 0,15-1-468,27-1-12,48-10 0,30-8 1,14-4-16,-15 2 0,4-1 1,3 0 7,-10 2 1,1 0 0,3-1 0,3 0 0,2 1-54,0-1 0,3 1 0,3-1 0,1 1 1,1-1-1,0 1 0,-2 0-5,0 1 0,-1 0 1,1 0-1,0 0 1,-1 0-1,1 1 1,0-1-2,1 0 1,0 0-1,0 1 1,0-1 0,1 1-1,-1-1 1,1 2-58,-6 0 0,1 0 1,0 0-1,0 1 1,0 0-1,-1 0 1,0 0-1,-2 0 57,8 1 1,-2-1 0,0 1 0,-1 0 0,1 0 0,2 0-138,-8 0 1,0 0 0,2 0 0,0 0 0,1 0 0,-1 0 0,-1 0 0,-1 1 90,3-1 0,-1 0 0,0 1 0,-1 0 1,0-1-1,-1 1 0,-1-1-1594,7 1 1,0-1-1,-1 1 1,-1-1 0,-3 1-1,-4-1 1477,1 1 0,-4 0 1,-3 0-1,-1-1 0,8 1 1,-4-1-1,-13 0 0,-18 1 1</inkml:trace>
  <inkml:trace contextRef="#ctx0" brushRef="#br0" timeOffset="523635">6187 16377 21126,'0'-43'994,"0"0"0,0 1 1,0-16-1,1 9-333,1 13-181,0 16-374,0 11 116,1 17-65,2 14-34,4 19-45,-1 15-56,-4-24 1,-1 2 37,-2 1 1,-2 2-61,-6 8 0,-3 0 0,-6 16-356,-3-19 1,-3-2 288,-18 7 64,15-19 0,-3-1-19,2-5 1,0-3 43,-18 6 45,11-17 29,11-18 60,7-12 29,6-6 768,3 3-712,3 8-98,1 10-93,0 10-10,1 10-18,0 3 6,2 19 6,8-9-1,9 9-44,13-15 17,13-9 16,11-14-31,-22-4 1,1-2-106,2-3 0,-1-2 116,-2-1 1,-1-1-14,22-12-22,-16 6-163,-14 8-359,-12 9-699,-7 11-3681,-15 18-4896,-4 5 8525,-4 2 0,6-14 0,9-13 0</inkml:trace>
  <inkml:trace contextRef="#ctx0" brushRef="#br0" timeOffset="524028">6205 17276 22139,'2'-8'3052,"-1"1"-2093,-1 7 289,0 0-1080,-72-35-22,30 46-121,-3-23 0,1 4 48,1 52-62,19-7-16,1 6 38,13 4-61,13-11 17,4-4 28,15-5-23,2-5-5,9 6 0,13 10 5,-8-2 6,-2-1-39,-15 4 112,-25 5-112,-20 6-302,-1-20 0,-5-1 363,-7-3 0,-3-3-22,6-4 0,-1-1 0,-7 1 0,-1-4-343,7-8 0,2-5-1898,-24-12 2241,15-15 0,32 1 0,9 5 0</inkml:trace>
  <inkml:trace contextRef="#ctx0" brushRef="#br0" timeOffset="525168">5923 18480 11833,'-3'-4'6239,"1"0"-3746,-6-57-913,5 31-1065,-2-8 0,1 0 488,1 8-594,1 11-269,0 4 128,2 11-150,0 38-96,0 1-36,-1 0 0,0 2-386,1-3 0,-2-1 98,0 22-513,1-21 0,0 0-9016,8 28 7374,-4-16 0,5-8 0,-6-33 0</inkml:trace>
  <inkml:trace contextRef="#ctx0" brushRef="#br0" timeOffset="525952">6636 18444 20699,'-9'-45'1182,"-1"0"0,0-2 0,-2 10-639,-1 22-196,-5-1-173,1 22-28,-3 16-95,3 8-15,1 9 0,-1 6-36,5-8 0,0 1-520,-4 16 0,0 2 514,5-11 0,1-1-137,3 0 0,1-2-112,1-10 1,2 1-743,0 23 1,2 1-472,2-16 1,1 0-3449,0 7 917</inkml:trace>
  <inkml:trace contextRef="#ctx0" brushRef="#br0" timeOffset="526135">6236 19049 22612,'33'-43'161,"12"3"24,8 7-358,-24 19 0,1 0 187,1 0 0,0 1-191,3 0 1,0-1-625,4-2 0,0 0-2874,1-1 1,-2 1 3674,-4 1 0,-3 1 0,7-3 0,-23 9 0</inkml:trace>
  <inkml:trace contextRef="#ctx0" brushRef="#br0" timeOffset="529718">27168 14312 21608,'2'-48'773,"-1"-1"0,0 1 0,1-10 0,-1 6-367,1 16 0,0 6-27,-1 5-133,1-7-136,-2 35-26,-6 20-39,-1 9-14,-3 1 0,-1 5-23,-5 13 0,-1 2-698,0 4 1,0 2 504,4-13 0,-1 2 1,3-2-816,-2 12 0,4-2 1000,2 2 0,2-4 0,0 6 0,5-12 0</inkml:trace>
  <inkml:trace contextRef="#ctx0" brushRef="#br0" timeOffset="530068">27281 14043 17063,'-8'-54'1048,"0"0"1,-1-1 0,-3-8 0,-4 6-766,-2 10 0,-5 8 93,-28 4 41,21 26 1,-3 6-318,-5 7 1,0 6-3,-5 7 0,1 6-17,-5 11 1,2 5-437,14-7 0,1 3 0,1 3 377,0 3 1,1 2-1,3 3-9,2 2 0,3 3 0,2 0-6,3 2 1,3 1 0,4 1-7,5-1 1,4 0 0,4-1-8,4-1 1,4-1 0,5-3-22,5-2 1,4-3 0,5-3-32,3-3 0,3-2 1,4-5-11,2-2 1,4-4 0,0-3 31,3-4 1,0-3 0,1-4 31,0-3 0,0-4 0,-1-4 24,-2-5 1,0-3 0,-1-4-59,-3-4 0,-1-3 0,-1-3 120,-3-5 0,-2-3 0,-1-2-2,-3-4 1,-2-2-1,-2-1-28,-2-4 0,-2-2 1,-3-1-35,-4-1 1,-2-2 0,-3 0-17,-3-1 0,-2 1 0,-6 0-30,-4 3 0,-4 0 0,-4 2-168,-12-15 0,-10 6-1096,-13 9 1,-6 8 1291,0 10 0,0 6 0,14 8 0,3 3 0,-10 3 0</inkml:trace>
  <inkml:trace contextRef="#ctx0" brushRef="#br0" timeOffset="533010">6903 13273 18511,'-13'-54'472,"0"1"0,3 6 0,6 3-365,22-14-65,1 31 0,5 1-1780,12-5 1,2 2 1762,-3 4 1,3 1 0,-1 2 0,4 0 0,0 2-8,-2 1 1,-1 2 0,3-1 14,11-3 1,3-2 0,3 2 19,-3 2 0,2 1 0,1 0 1,-1 2-19,-5 2-1,0 1 1,-1 1 0,0 0-20,0 0 1,-1 0-1,1 1 1,-1 1 26,-2 2 0,0 2 0,0 0 0,0 1 39,0 1 0,0 1 1,0 1-1,1 0-29,0-1 0,0 1 0,1 1 0,1 0-6,4 1 0,2 2 0,0 0 1,-3 1-14,6 2 1,-2 1-1,0 1-7,0 2 0,0 2 1,-2 0-11,-12-2 1,-2 0 0,2 3 31,15 6 1,2 4 0,-5 0 23,-3 4 1,-3 2-12,-4-2 1,1 3 0,-6 1 287,-3 7 0,-7 3-220,-8 1 0,-6 0-62,-6-9 0,-4 0 121,-8 14 0,-5 0 100,-2-15 1,-3-1-202,-5 13 0,-4-1-17,1-11 0,-3-4 5,0-2 1,0-3 25,-11 9 271,-4-9 15,4-14 1782,-2-9-2018,-7-14-34,3-18 644,7 3-697,8 2 1,0-1 41,-7-9-53,9 10 1,0 1 91,-9-9 583,6 7-582,6 10-51,6 7-84,5 6-95,5 3 17,3 7 78,7 7 17,9 11-22,4 1 10,5-3 1,5 1 23,27 6-520,-11-8 1,2-1 495,-1-7 1,-1-2 0,2-3 0,-1-1-3,-12-1 0,0-3-16,6-4 1,-4-4 219,2-8 12,10-14-57,-27-3-16,-10-3-50,-6 5 882,-4 8-1241,-2 10-1103,-1 10 1355,-1 17 0,1-8 0,-1 8 0</inkml:trace>
  <inkml:trace contextRef="#ctx0" brushRef="#br0" timeOffset="535936">6490 15271 21422,'38'-4'547,"0"1"0,-2 3 0,-7 9-194,-4 43-868,-13-20 1,0 2 589,1 5 1,1 2-26,2 2 1,2 1-12,4 2 0,3 0-17,6 0 1,5 0-512,-9-15 0,4-1 0,1 0 498,4 1 0,2-1 1,1 0-10,5 0 0,2 0 0,2-1 7,2 0 1,3-1-1,0 0 10,4-1 0,0 0 0,2-1 2,-14-7 1,1-1-1,1 0 1,0 0-370,1-1 0,1 0 1,-1-1-1,1 1 397,1-1 1,1-1 0,-1 0 0,1 0 16,1 0 0,0-1 1,0 0-1,1 0 4,1-1 1,0 0 0,0 0 0,1-1-4,2 1 1,0-2 0,0 0 0,1 0-14,2-1 0,0 0 0,1-1 0,1 0-32,-12-3 0,2 0 0,-1 0 0,0-1 1,1 0-379,2 0 1,0-1 0,0-1-1,0 1 1,1-2 373,0 1 1,-1-1 0,1 0 0,1-1 0,1 0-7,0-2 0,1-1 1,2 0-1,-1-1 0,-2 0 1,-3 1-7,7-1 0,-4 1 0,-1-1 1,5-2-3,-10 1 1,4-2 0,1 0 0,0-1 0,-2 0-1,-3 1-1,3-3 1,-3 1-1,-1-1 1,3 0-203,-3 0 1,3-1 0,0 0 0,0-1 0,0 0 198,-2 1 1,-1-1 0,1-1 0,-1 1 0,0-1 5,11-2 0,-2-1 0,1 0 1,-2-1-3,-1 1 1,-2 0 0,0 0 0,-1-1-40,-3 1 1,-2 0 0,0-1 0,-2 0 62,11-4 0,-1-1 0,-3-1 151,-7 2 0,-1-1 0,-2-1-121,11-10 0,-4-1 775,-11 2 0,-5-3-703,-4-6 1,-4 0-56,3-15 874,-16 17 1,-3 1-825,-1-11-17,0-12 1746,-3 1-1796,-5 25 0,-1 0 1363,1-10-1380,-1-13 92,-1 24-125,-2-5 408,-2 4-408,0 6 28,-1 7-1,2 7-27,3 7-1,-1 3-161,1 4 161,0 4 18,0-1-12,0 4 0,0-4-5,0 4-23,-2 5 34,-3 6-23,-3 5 23,-8 9 0,5-10-6,-8 9 28,7-14-22,-3 3-17,2-4 45,3-6-45,5-5 72,3-3 40,2-2-33,-1-3-40,-6-9-22,-1-4 28,-6-9-34,4 9-28,-3-5 34,5 6-28,-1-6-1,5 4 24,3-3-1,4 8 6,5-3-17,6 4 39,10-3-67,1 6-11,8 2 39,-8 7-17,12 5 0,3 5 28,-2 0 0,4 2-608,-3-1 1,1-1 604,12 4 1,-1 0-12,-16-6 0,-2 0 3,4 2 0,-4-2 0,0 3-33,-9 3 33,-29-3 28,-24 1-12,-23-2 12,2-3-199,14-5 0,-2-1 182,-23-1-8,18-4 0,1-2-3,-21-5 5,4-10-27,30 6 1175,-2-2-1114,3 6-33,0 1 11,-4 6-17,6 11-12,5 1 7,-8 13-6,5 2-1,-11 21-21,10-3 44,1 8 405,14-18-427,5 3 6,8-10 10,7 3-5,15-5 0,2-11 6,7-7 5,-11-12 23,12-24-12,-9-8-297,-5 7 1,-1-2 282,-2 0 0,-2 0-8,2 0 0,-1 1-11,11-19-11,8 2-1,10 11 12,1 7-6,11 7-44,-12 25-29,-13 6-671,6 20-9070,-13 24 8611,-5-12 1,-8 3 0,-12-32-1</inkml:trace>
  <inkml:trace contextRef="#ctx0" brushRef="#br0" timeOffset="537585">27100 12507 12337,'0'-3'8206,"-1"0"-4734,1 3-2956,-11-56-214,10 29-199,-2-8 1,3 0 31,15 11-74,12 5-5,8 8-5,8 6-12,2 10 6,0 10 6,-6 12-1,-9 11-22,-12 10-37,-20-12 1,-6 1-14,-8 16-446,-9-12 0,-6 0 473,1-11 1,-4-2 5,-9 8 1,-2 0 2,0-2 0,0-1 2,6-3 1,2-2-3,9-4 0,4-2-3,-3 14 23,23-12 50,23-9-39,23-8-43,2-9 1,3-4-3,-12 2 0,1-2-525,24-7 0,0-3 511,-16 4 0,0-2-20,11-5 1,2-1-35,-2 0 1,0-2-32,-15 1 0,1-2 0,-3 1 51,1 0 1,-2-3-26,10-13 0,-6-4 53,-19 11 1,-4-3-79,3-9 0,-4-5-1346,-9-14 1,-8 0 1448,-1 18 1,-6 0 46,-12-4 0,-9-2 1,1 7-352,2 13 0,-3 3 383,-10-6 0,-6-1 0,0 5 58,-10 5 1,-2 5-210,8 4 1,-2 0-1,-1 4 154,0 1 1,-1 4 0,-1 4 5,-8 9 1,-3 6-1,5 1-73,16-4 1,2 1 0,-1 5 2,0 5 1,-3 6 0,1 2 0,4 0 0,-1 7 0,4 1 1,-2 2-216,3-2 1,-1 2-1,0 2 0,2 0 192,1 0 1,2 1-1,0 2 1,4 1-5,1 5 0,3 2 1,2 0-1,4-3 12,0-3 0,4-3 1,6 2-31,7 11 1,8 2-1,8-7 424,21-4 0,11-7-426,-5-5 1,4 0 0,7-3-9,-11-10 1,5-2 0,2-1 0,0-1 0,0-1-277,7 0 1,-1-2-1,1-1 1,0-1 293,-1 0 1,1 0-1,-1-2 1,0-4 10,-5-4 1,0-4-1,-2-2 1,-3-3 12,3-4 1,-4-3-1,1-4 41,8-5 1,1-4-1,-3-5 11,-5-3 1,-2-4 0,-3-6-11,-8 0 0,-1-4 0,-3-3 0,-3 1-32,-3 4 0,-3 0 0,-1 0 0,-2-1-13,0 1 1,-1-1-1,-1 0 1,-4 1 13,-2-14 1,-4 2-1,-5 2 148,-5 13 0,-4 2 0,-4 0-208,-2-8 1,-4 0 0,-8 3-1108,-5 11 1,-8 1 0,-2 3 0,1 2 1046,-4-1 0,-1 4 1,1 1-1,0 4 1,0 2-1,6 3 1,-19 0-1</inkml:trace>
  <inkml:trace contextRef="#ctx0" brushRef="#br0" timeOffset="543851">13114 15351 22071,'-9'-36'622,"1"0"0,-2-19-218,25 65-46,7 10-212,-2 3 89,10 20-126,-10-13 0,0 1-59,2 4 1,3 1-502,5 8 0,3 1 490,0-6 0,1-1-19,-6-8 0,2-1 6,4 1 0,5 1 0,-1-2-7,6 3 1,3 0-532,-2-1 0,3 2 0,1-1 536,-6-5 1,-1-1-1,2-1-769,3 1 0,0-1 0,-1-2 769,-8-3 1,-1-2 0,3 0 50,6 1 1,5 1 0,1-2-1,-3-1-463,3 0 0,-2-2 0,4 0 410,2 0 1,3 2-1,2-1 1,-2-2-4,-8-2 1,0-2 0,-2-1-1,1-1-8,0-1 0,1 0 1,-1-1-1,-2-1-9,3 1 0,-3-1 0,4-3-2,-2-3 0,3-2 0,-1-3 0,-4-1-153,-2-2 1,-3-1 0,1-3 154,2-1 1,3-1 0,1-1 0,-4-2 6,8-6 0,-3-2 1,0-1 12,-8 5 0,1-1 1,0-1-1,1 1-79,4-3 0,2 0 0,0 0 0,1 0 57,3-2 0,1 0 0,0 0 0,0 0 48,0 1 1,1-1 0,0 1-1,-2-1-29,-2 2 1,-1 0 0,-2-1 0,0 1 16,-6 2 0,-1 0 1,-1 0-1,-1 0 159,7-6 0,-3 1 0,-1-1-132,-7 3 1,-2 0-1,-2 1-10,3-3 0,-3-1 118,0-10 0,-6-2 738,-7-17-856,-9 17 0,-4-1-22,-11 8 0,-3 2-9,-13-27 1321,-8 11-1315,-2 9 0,2 9 2232,0 8-2227,0 4 1411,-5 4-1444,-7 1 11,-10 3-5,-10 4-9,28 5 0,-1 3 3,-2 3 0,-1 3 5,0 3 1,1 3 2,-4 6 1,2 3-9,7-4 0,-1 3 7,-1 4 1,-3 3 0,3-1-8,-3 3 0,2 2-232,2-3 1,-2 1 0,4 0 239,-3 4 0,3 0-14,5-5 1,3 0 5,-12 18 0,11-13-5,10-16 38,7-9 1,11-17 407,12-14-419,15-18-19,-10 13 0,3-2 12,5-4 0,1 0-9,5-4 0,1 2-4,3-1 1,1 1 0,0 2 0,2 2 11,-1 3 0,1 3 5,-3 3 1,0 3-224,-3 4 0,-1 4 226,-1 2 0,-1 4-5,-1 1 0,1 4-6,0 3 0,-1 3 6,2 2 0,-1 3-3,0 3 0,0 3 3,-1 2 0,-1 2-3,-1 0 0,-1 1-3,-3 0 0,-1 0 39,20 20-16,-9-4-17,-7-6 11,-8-6-6,-6-7 51,-6-7 841,-6-6-902,-2-4 485,-3-9-497,1 0 0,-9-27 0,-3 0 0,-14-21 0,-8 3 0,13 26 0,-3 1 0,-2 1 0,-3 2-198,-1 1 1,-2 2 197,-3 3 0,0 2 0,-4 2 0,-1 3-328,-2 2 0,-1 3 328,-2 2 0,-1 2 0,-1 3 0,0 2 0,0 1 0,1 2 0,2 2 0,0 2 0,5 0 0,0 2-134,5 0 1,1 2 133,-21 17-35,10 2 35,8-1 0,9-1 356,8-3-356,8-5 660,5-6-660,7-8 295,5-6-295,8-6 42,16-12-42,13-10 0,-15 5 0,2-2-194,4-3 0,2-1 194,1-1 0,2-1-401,0 1 1,1 1 400,1 0 0,-1 2 0,1 2 0,1 3 0,-2 1 0,0 2-89,-2 5 0,1 2 89,-3 2 0,0 3 0,-1 6 0,-1 3-243,1 3 1,-1 4 242,1 4 0,0 4 0,1 2 0,0 2 0,0 0 0,-1 2 0,0-1 0,-3 0 0,-2-2 0,-3 1 0,14 19 172,-19-5-6456,-16-8 6284,-12-9 0,0-11 0,-1-7 0</inkml:trace>
  <inkml:trace contextRef="#ctx0" brushRef="#br0" timeOffset="546344">20131 15132 24531,'-17'-38'871,"0"0"0,-19-8-670,7 82-128,11-7 0,0 6-1173,-1 8-1,0 5 1118,0 7 0,-1 5-423,6-16 1,0 1-1,1 2 387,-2 2 1,0 2-1,0 0-28,-1 2 1,-1 2-1,-1 2-120,1-5 1,-1 4-1,0-1 1,2-3-242,-1-2 1,1-2 0,0 2 80,-1 1 1,-1 4 0,0-2 0,2-4-363,-4 13 0,0-5 287,4-13 1,0-1 0,-1-2 555,-2 5 0,-1-8 1081,-11-3-848,13-52-177,12-12 0,7-8-34,5-15 1,5-4-185,-1 12 0,3-2 0,3-1 19,3-2 0,3-1 1,3-1-12,0 7 0,3-2 0,1 1 0,-1 4-4,-2 0 0,0 4 1,3-2-20,10-10 1,4-1-1,-3 6 211,1 2 1,0 4-238,-8 6 1,2 0-1,0 0 13,-2 3 1,-1 0 0,2 0 1,3-2 0,0 0 1,-1 2 27,0 0 1,-1 1 24,9-5 1,-4 5 751,-4 5-637,-3 3 129,-19 13 107,-9 13 1956,-15 18-2158,2-1 1500,-14 17-1500,4-10-78,-4 7-51,4-1-33,5 4-18,6-15 7,3 1 10,3-19 113,9-7-51,0-8 96,26-30-91,-14 13 20,2-3 1,1 0 159,7-11 56,4-7 67,-7 9 29,-10 13-108,-10 12-139,-4 8-73,-4 4-45,-3 6 12,-10 16-40,-4 7-11,-7 18 0,8-11 6,0 13-1,9-10-38,1 8 10,16-7 46,7-16-18,7-8 18,11-16-7,2-14-8,-6-2 1,1-4-1,-4-2 1,0-2-756,4-7 0,-3-1 775,7-15-160,-19 18 0,-2-1 132,4-16 0,-2-8 0,-8 10 0,-5 19 0,-3 9 0,0 13 0,-1 2 1451,-1 8-1451,-2 6 370,-3 15-370,2-2 0,-3 19 0,4 2 0,1-7 0,1 3-317,5-5 1,1 0 316,4 8 0,1-2 0,12 10 0,8 1-40,-14-20-1959,-9 5 1999,-22-18 0,4-6 0,-6-14 0</inkml:trace>
  <inkml:trace contextRef="#ctx0" brushRef="#br0" timeOffset="546710">21214 15463 27241,'33'-38'92,"-1"0"0,1-1 0,-3 2 0,-2 0 1,-8 1-93,-11 0 0,-6 1 472,2-22-472,-6 24 0,-2 1 0,-9-19 0,0 8 163,-3 11-163,7 23 82,3 8-82,-8 17 252,-2 10-252,-9 22 0,12-19 0,1 1-251,1 4 1,1 2 250,1 3 0,2 1 0,1 1 0,2 1 0,4-1 0,2 1-491,4-2 1,3-1-930,5-3 0,5-2 1420,7-2 0,0-5 0,5 5 0,1-13 0</inkml:trace>
  <inkml:trace contextRef="#ctx0" brushRef="#br0" timeOffset="546885">21300 15214 27785,'21'-26'-3277,"1"0"0,1 1 0,3 6 1163,27 11 0,-17 3 0,-26 4 0</inkml:trace>
  <inkml:trace contextRef="#ctx0" brushRef="#br0" timeOffset="547085">21736 15122 25634,'-5'0'2330,"1"0"-3008,4 0-682,76-23-2449,-25 15 2958,2-5 1,-3 2 0,-13 8 0,-19 3-1</inkml:trace>
  <inkml:trace contextRef="#ctx0" brushRef="#br0" timeOffset="547244">21918 15209 22162,'-5'3'4632,"1"-1"-4722,4-2-1266,19 18-5248,13-21 6604,10 14 0,-10-20 0,-15 4 0</inkml:trace>
  <inkml:trace contextRef="#ctx0" brushRef="#br0" timeOffset="547918">22366 14995 23315,'1'-4'4067,"0"1"-3351,-1 3-615,-7 38-73,2-12-22,-6 34 16,5-21-33,2 0 17,2-7-1,1-6 12,2-11 89,1-8 12,4-11-17,5-10-27,9-13-74,7-13 0,3-7 0,1-1 0,-3 4 0,-4 9 0,-4 11 0,-5 11 0,-2 7 0,-2 10 0,2 6 0,-1 9-24,0 8-519,-4 4-342,-1 2-588,2 1-851,5-4-208,3-5 1087,5-8 1350,2-9 1064,4-13 795,3-10 112,4-10-464,0-4-454,-1-3-253,-5 5-161,-7 7-169,-8 8-207,-7 8-95,-7 10-1,-4 7-66,-4 8-23,-1 4 28,2 0-33,3-2 22,7-2 6,6-6-12,6-7 17,7-9-11,4-10 39,3-10 12,0-9-18,-2-6-5,-5-3-33,-5 2 22,-7 3-17,-4 9-219,-3 7-436,-1 10-857,-2 8-2213,-2 10 3725,-4 8 0,3-5 0,-2 0 0</inkml:trace>
  <inkml:trace contextRef="#ctx0" brushRef="#br0" timeOffset="548444">23188 15299 25214,'4'0'3008,"0"0"-2793,31-15 1,8-9-1272,-2-5 1056,11-3 0,0-5-310,-28 8 0,-4-3 310,1-6 0,-2-2 0,-2-4 0,-3-2 0,-3-2 0,-3 1 0,-3 3 0,-2 1 0,-5 6 0,-2 3 395,-6-18-395,-4 20 0,3 15 0,2 11 509,2 10-509,-3 11 790,-4 16-790,-2 19 0,9-20 0,0 3-290,2 3 1,1 2 289,1 2 0,4 0 0,2 1 0,2-1 0,4-1 0,3-2 0,4-2 0,3-3 0,3-3 0,1-4-77,2-3 1,2-4 76,26 5 0,1-16 0,3-22-269,-27 0 1,-2-5 268,1-8 0,-3-5 0,-1-8 0,-4-5 0,-1-7 0,-2-4-497,-6 14 1,-1-2 0,0 1 496,1-3 0,1 0 0,-1 0 0,2 1 0,-1 1 0,1 2 79,5-15 1,1 3-80,-4 14 0,-1 4 0,3-7 123,-10 24-123,-9 20 465,-9 19-465,-8 21 0,4-9 0,0 3 0,-3 9 0,0 2 105,-3 8 1,2 3-106,4-15 0,2 1 0,-1 0 0,0 5 0,0 1 0,0 0-411,0 2 0,0 0 0,1 2 411,-1 5 0,1 1 0,0-6 0,1-4 0,2-5 0,2-2 0,-1-1 0</inkml:trace>
  <inkml:trace contextRef="#ctx0" brushRef="#br0" timeOffset="548751">21421 16129 25416,'-57'7'632,"-1"0"1,12-1 0,10-1-123,24-2 84,50-7-468,7-1 1,11-1-2014,1 0 0,6-1 0,6 0 1887,-16 2 0,3 0 0,3 0 0,1 1 0,2-1-180,-2 1 1,2 0-1,1 0 1,1 0-1,1 0 1,1 1 179,-6-1 0,2 1 0,0 1 0,0-1 0,1 0 0,-1 0 0,0 1-63,1-1 0,-1 1 0,1-1 1,-1 1-1,0-1 0,-1 1 0,0-1 63,3 0 0,1 0 0,-2 0 0,0 0 0,-2 0 0,-3-1-101,2 0 1,-2 0 0,-2 0 0,-2 0 0,-3-1 100,11-1 0,-4-1 0,-7 0 634,-5 0 1,-9-1-635,-10-3 1897,-43 1-2105,-39-3 208,0 4 0,-1 1 0,22 2 0,2 1 0,-8 1 0,1-1 0</inkml:trace>
  <inkml:trace contextRef="#ctx0" brushRef="#br0" timeOffset="557610">13152 12212 19932,'-19'-56'545,"0"-1"1,0 1 0,3 7-1,-1 2 1,2 4-95,-1 1 0,2 5 277,-3-6-364,5 19-215,8 23 47,4 37-49,8 22-629,-3-10 1,2 5 506,0 2 0,1 1-14,0 3 0,-1 0 0,0 1 1,-2-1-7,0-1 1,-3 0-6,-4-3 0,-2-2 5,-2-3 1,-2-2-24,-4-6 0,-3-3 43,0-8 1,-2-4 131,-17 9 11,-1-23-84,-3-25-17,-5-21-135,20 9 0,1-4 115,0-2 1,2-2 2,2 1 1,2 1 44,-10-24 1125,9 13-1147,8 15 191,5 13-292,3 9 22,2 7 40,15 14 189,4 9-223,18 15-11,2 1-11,5 0 55,3-6-309,7-8 304,-25-18 0,2-4 14,4-2 0,0-5-3,4-4 0,-1-4 3,2-3 0,0-3 3,-2-5 0,-2-2-301,-2-3 1,-3-2 288,-4-1 1,-3-1-9,-4 0 0,-3 0 87,7-20 45,-11 12-23,-8 15-38,-4 12 227,-3 7-334,-3 7 638,-5 6-633,-8 9 6,-12 11-17,-13 9-330,15-18 0,-3 1 358,-5 2 1,-2-1-15,-5 1 0,-2 0-477,-4 0 1,0-2 482,0-2 0,-1-2-6,4-3 0,2-4-66,5-4 0,3-5 103,-19-16-6,17-17-17,13-19 0,15 19 1,2-1 38,-3-21-39,7 13 0,0 1-11,1-5 622,1-10-655,1 34 989,0 13-1001,0 10 241,3 11-185,5 16-5,5 16 16,6 13-163,-7-27 1,2 0 120,2 1 1,2-2 24,3-1 1,2-2 0,1-4 0,3-2-4,2-2 1,2-5 14,1-3 0,1-3 8,1-4 0,-1-3 6,0-5 0,-1-3 30,25-15 7,-12-10-29,-10-3-6,-12 0-16,-10 7-90,-7 6-257,-8 8-521,-7 3-920,-8 3-2485,-12 1 4256,-1 2 0,8 1 0,8 1 0</inkml:trace>
  <inkml:trace contextRef="#ctx0" brushRef="#br0" timeOffset="558536">12996 11683 21909,'2'-6'3355,"0"0"-2755,-2 6-1,0 0-380,15 32-23,-15 21-126,5-8 0,-1 5-722,-8 7 1,-2 3 665,3-18 1,0 0 0,0 1 0,1 0 0,0 0 0,0-1 4,1 19 1,2-2-331,2-7 0,2-2 319,0-6 1,2-4-4,0-8 1,2-2 39,4 10 224,-3-19 145,-5-13 1115,-3-21-1468,-1-17-16,-1-27-31,0 19 0,-1-2-175,-1-8 1,1-1 171,-2-5 0,1 0-8,-1-1 0,1 0-1,0 3 1,1 2-170,1 7 1,1 2 171,3-19-10,2 24-46,-1 20 1,-2 13 56,1 14 1017,1 15-1023,0 23 0,-3-14 0,-1 2-34,-4 8 0,-1 1 39,-2 6 1,-1 1-543,-3 2 0,0 0 537,-1-2 0,1 0-6,2-6 1,0-1-77,3-9 1,1-3 103,-1 13 85,4-24 90,1-14 210,0-16-407,0-14 0,-1-21 0,1-17 0,-1 26 0,1-1 0,2-30 0,0 17 1104,1 21-1104,-1 18 192,-7 46-192,-2 5 0,1-5 0,-2 4-246,0-5 1,-2-1 245,0 1 0,-1-1-20,0-1 0,-2-1-2,-14 21 11,-6-15 0,-5-18 33,-5-24 6,-4-22-22,22 3 1,3-6-7,-2-18 0,3-2-326,7 12 0,3 0 326,-1-19 0,5 1 0,7 20 0,1 2 0,2-3 0,0 1 0,7-12 457,-2 22-457,0 15 21,2 19-21,5 15 0,5 20 0,-9-16 0,1 2 115,0 4 0,0 1-115,2 1 0,1 0 0,1 0 0,2-2 0,2-3 0,2-2 0,2-4 0,3-3 0,2-4 0,3-5 0,3-3 0,2-7 0,16-10 0,1-6 0,-16 3 0,0-3-453,18-13 1,-2-6 452,-20 6 0,-3-1 0,5-5 0,-2-2-43,-6 2 0,-4 1 43,3-7 0,-13 11-4090,-13 20 4090,-10 33 0,6-20 0,-6 21 0</inkml:trace>
  <inkml:trace contextRef="#ctx0" brushRef="#br0" timeOffset="563185">6225 15525 8636,'53'-10'852,"-1"0"1,0 0 0,0 0-1,0 1 1,5-1 0,1 0-1,0 0 1,-1 1 0,-3 0-1559,2 0 1,-2 1-1,0 1 1,3-1 810,-6 1 1,2 1-1,1 0 1,2 0 0,-1 0-1,-2 1-304,6 0 0,-1 0 0,-1 1 1,3-1-1,3 1 238,-8 0 0,3 1 0,2-1 0,2 1 1,0-1-1,0 1 0,-1 0 0,-2 1-101,2-1 1,-2 0 0,0 1 0,-1 0 0,1 0 0,0 1 0,1-1 74,-2 0 0,1 1 1,1 0-1,0-1 0,0 1 1,-2 0-1,-2 0 0,-4 1-133,7-1 1,-3 1 0,-3 0 0,0 1-1,1-1 136,4 0 1,0 0 0,1 1 0,-3-1 0,-1 1 77,-1-1 0,-2 1 1,-1-1-1,-1 0 104,11 1 0,-2-1 0,-2 0 728,-9 0 0,-2-1 1,-10-1 215,-4-5 1052,-49-7-2222,-11 3 0,-9 2 15,-1 1 0,-4 1 0,-3 1-114,0 1 1,-2 0-1,-2 1 1,-2 1 117,3 0 0,-2 1 0,-1 0 0,-1 1 0,-2 1-189,-6 0 1,-2 1 0,-1 1-1,-1 0 1,-1 0 199,6 0 1,-1 1 0,-1 1 0,0-1 0,1 1 0,2 0-2,-3 0 0,3 1 0,1 0 0,-2 0 0,-5 1-1,9 0 0,-3 0 0,-3 1 0,0 0 0,-2 0 0,2 0 0,2 1 0,3-1-252,-1 0 1,2 1 0,2 0 0,0 0 0,-1 0 0,-4 1 254,3-1 1,-3 0-1,-3 1 1,0 1-1,0-1 1,1 1-1,2-1 1,2 1-181,-5 1 1,3-1-1,1 1 1,1 1 0,1-1-1,0 0 183,-7 1 1,1 1 0,2 0 0,1-1 0,2 0 150,3 0 0,2-1 0,2 1 0,-1-1-127,-3 1 1,-2 0 0,3-1 0,6-1 19,0 0 1,4-1-12,-16 2 0,20-1 1423,38-7-1350,56-11-70,0 1 0,9-3 26,-20 3 1,2 0 0,2 0-1,2-1-63,-3 1 1,3-1 0,0 1-1,2-1 1,1 0-2,-4 1 1,2 0 0,1 0 0,0 0-1,1 0 1,0 0 2,5-1 1,0 1-1,1-1 1,0 1-1,1-1 1,0 1-171,-7 1 1,1 1 0,1-1 0,-1 0 0,1 1 0,-1-1 0,1 1 158,0 0 1,-1-1 0,1 1 0,0 0 0,0 1 0,0-1 0,-1 1-174,9-1 0,-1 0 0,0 1 0,0 0 1,-1-1-1,0 1 177,-3 0 1,0 0 0,-1 0 0,-1 0 0,0 0 0,0 1-1,5-2 1,0 1 0,-1 0-1,-1 0 1,-1-1-2,-6 1 0,-1 0 0,-1-1 0,-1 1 0,-2-1 166,2 0 0,-1 0 0,-2 0 0,-3 0-31,22-3 1,-9-1 1492,-6-5-1576,-77 2-49,-20 5 1,-14 4 64,17 1 1,-5 0 0,-2 0 0,-2 1-67,0 1 0,-3 0 0,-1 0 1,-2 0-1,0 1-31,1 1 1,0-1 0,-2 1 0,-1 0-1,0 1 1,-1 0 32,4 0 0,-1 0 0,-1 0 1,0 1-1,0 0 0,-1 0 0,0 1-124,5-1 1,0 0-1,-1 1 1,0 0-1,0 0 1,0 0-1,0 0 1,0 1 118,0 0 1,-1 0-1,0 1 1,1-1 0,-1 1-1,1 0 1,-1 0-1,1 1-148,-6 0 1,0 1 0,-1 0 0,1 0 0,1 0 0,0 1 0,1-1 157,4 0 0,1 1 0,0-1 0,0 1 0,1-1 0,1 1 0,2 0 95,-13 2 0,1 0 0,2 0 0,2 0 1,2 0-89,0 0 0,3 0 1,2-1-1,4 0-7,-16 3 1,12-2 25,19 0 1046,80-20-1066,7-3 1,9-2-10,-18 3 1,2 0-1,3-1 1,2-1 25,-2 1 1,1 0 0,3-1 0,0 0 0,2 1-51,-3 0 0,0 0 0,2 1 1,0-1-1,1 1 0,1 0-178,3 0 0,2 0 0,0 0 0,1 1 0,1 0 1,0 1 196,-4 1 0,1 1 0,2 0 0,-1 1 0,-1-1 0,-3 1 0,-5 1 0,11-2 0,-6 0 0,-2 2 0,-1 0 0,-4 2 0,-1 0 0,0 0 0,0 1 0</inkml:trace>
  <inkml:trace contextRef="#ctx0" brushRef="#br0" timeOffset="570376">29020 12357 19871,'-42'-7'611,"-1"1"1,1-1 0,-5 2-1,0 1 1,-1 2-323,-2 3 0,0 3 1,-3 1-1490,5-1 1,-1 1 0,-2-1 0,-2 2 1263,-7 0 1,-2 1-1,-1 0 1,-2 0-32,8 0 1,-2-1-1,-1 1 1,-1-1 0,0 1-187,6-1 0,-1 0 0,0 0 0,0 0 0,-1 0 1,-1 0 222,-2 0 0,0 0 0,-1 1 0,0-1 0,0 1 0,0-1-75,-1 1 0,-1 0 1,1 0-1,-1 0 0,1 0 1,0 1 61,1 0 1,0 0 0,0 0 0,0 0 0,1 1 0,0 0-190,3 0 1,0 1-1,0-1 1,0 1 0,1 1-1,1-1 148,-8 3 1,1 1 0,0 0 0,1 0 0,1 1-23,3 0 0,1-1 1,1 2-1,0-1 1,1 1-2,3-1 0,0 1 0,2-1 1,-1 1-1,2 0-66,-9 2 0,1 0 0,2 0 1,0 0-329,-8 4 0,2-1 1,3-1 400,10-2 0,3-1 0,4-1 0,4-2 0,6-2 0,-2 4 0</inkml:trace>
  <inkml:trace contextRef="#ctx0" brushRef="#br0" timeOffset="571693">15844 9601 22475,'6'-50'420,"-1"0"0,6 1 0,9 7-325,14 17 1,7 7-516,4-2 1,3 3 534,1 3 0,0 4-48,-2 4 0,-2 4 0,-8 6 1,-3 5 428,11 22-384,-30 24-65,-21-19 1,-7 1-267,-9 7 1,-6 0 235,-7 2 0,-4 0-478,-2-2 0,0-1 478,2-5 0,2-1-12,7-6 1,4-2 456,-7 15-462,21-14 34,23-14-6,20-13-50,25-17-79,-15-1 0,4-2-600,11-7 0,4-3 186,-14 6 0,3-1 0,0-1-2090,6-3 0,1-1 1,0 0 2330,-4 2 0,-1 1 0,-4 1 0,4-3 1,-6 4-1,9-5 0</inkml:trace>
  <inkml:trace contextRef="#ctx0" brushRef="#br0" timeOffset="571943">17447 8975 21495,'-10'0'2515,"2"1"-1994,8-1-157,0 0-689,58-37-154,-24 26 0,4 0-851,3-5 0,5-2 1,0 2-1309,-4 7 0,1 2 0,-2 1 2126,13-1 1,-5 0 0,13 0-1,-32 5 1</inkml:trace>
  <inkml:trace contextRef="#ctx0" brushRef="#br0" timeOffset="572103">17627 9147 23323,'47'-18'-995,"0"0"0,0-1 0,0 1 0,2-1 0,-2 1 0,-11 4 1,-1 0-1</inkml:trace>
  <inkml:trace contextRef="#ctx0" brushRef="#br0" timeOffset="572477">18617 8543 24945,'-17'-58'205,"0"0"1,7 4 0,12 8-218,21 24 1,7 6-226,5-1 1,4 4 242,8 2 0,1 4-4,-16 2 1,0 2 11,5 5 0,-4 5 140,-6 16-132,-4 18-11,-18 16-17,-17-11 1,-5 0-322,5-12 1,-3 0 340,-16 18 0,-4 0-445,8-17 1,0-2 494,-5 7 0,0 1 42,2-2 1,3-1-17,-3 15-57,12-10 209,32-21-197,18-13-67,30-9-397,-21-5 1,5-3-72,-1-1 1,3-1 0,-3-1 80,5 0 0,1-1-844,-2 1 0,4-1 1,-3 3 934,7 0 1,-4 2 0,-14 0 0,-3 2 0,-3 1 0,1 0 0</inkml:trace>
  <inkml:trace contextRef="#ctx0" brushRef="#br0" timeOffset="572786">16015 10749 21247,'-43'25'363,"0"-1"0,0 1 0,-1 0 0,-2 2 0,2 0 0,5-3 29,4 0 1,12-6 716,23-8-857,39-25 0,24-17-125,-13 8 0,4-1 0,8-3-619,-18 8 0,6-2 0,2-1 0,3-1 0,1 0 0,0 1 0,-2-1 502,1 1 1,0 1-1,-1-1 1,1 0-1,1 0 1,2 0-1,1-1-153,-4 2 1,1-1 0,2 1 0,1-1 0,1-1 0,-1 1 0,0 1 0,-1 0 0,-1 0 144,2 0 0,0 0 0,-1 1 0,0 0 0,-1 0 0,0 1 0,-2 0 0,-1 0-227,7-1 0,-2 0 0,-1 0 1,0 1-1,0 0 0,1-1 223,-5 3 0,2-1 1,1 0-1,-1 0 1,-1 1-1,-1 0 1,-3 0-149,4 0 0,-3 0 0,-2 1 1,1 0-1,3-2 159,-1 0 0,2-2 1,2 0-1,-1 0 0,-2 0 1,-3 0-13,5-2 0,-3 0 0,-2 1 1,-2-2-81,11-6 1,-3 0 0,-10 2 352,-16 5 1,-9 1-271,-13-11 0,-10 23 0,-10 1 0</inkml:trace>
  <inkml:trace contextRef="#ctx0" brushRef="#br0" timeOffset="574618">15016 16045 26144,'-5'-33'179,"6"14"-173,11 44 78,8-1 11,8-7 73,8-7 73,8-11-84,8-11-541,6-11 417,-26 6 1,0-2-9,1-3 1,0-2-7,2-4 1,1-1-462,1-2 0,0-1 459,2-2 0,-1 1-1,-2 1 1,0 1-196,-4 4 1,-2 2 105,18-13-325,-17 16-694,-13 16-2848,-8 16 3940,-6 5 0,-2-2 0,-2-5 0</inkml:trace>
  <inkml:trace contextRef="#ctx0" brushRef="#br0" timeOffset="577344">16580 14263 18526,'-19'-57'1658,"0"0"0,2 5 0,4 8-711,4 11-533,5 14 40,4 17-6,1 32-123,1 16-236,0-8 1,0 1-45,1 2 0,2 0 30,5 7 1,1-2-14,7 14-4,-2-26 1,3-6 143,10-11-1,14-11-66,11-33-82,-20 1 0,1-6-560,7-11 1,-1-4 524,-11 11 1,0-2 0,0-1-491,1-1 0,-1 0 0,0-1 483,-2 0 0,0 1 1,-1 0 3,-2 4 0,0 1 0,0 0-1294,14-15 0,-2 4 1284,-13 18 1,0 2-37,4 0 0,0 6-299,4 10-784,10 10-2297,0 21 3411,-7 8 0,-13-5 0,-12-9 0</inkml:trace>
  <inkml:trace contextRef="#ctx0" brushRef="#br0" timeOffset="578668">25419 15056 20991,'36'-47'432,"0"0"0,1 0 0,2 11 1,3 0-1,4 3 0,5 3-1277,-5 10 1,4 3-1,3 1 1,2 2 0,1 1-1,1-1 899,-1 0 1,2 1-1,2 0 1,0 0-1,2 1 1,0 0-1,0 1-168,-2 0 0,1 1 1,0 1-1,1-1 1,0 1-1,1 1 0,0-1 1,-1 1 121,-6 1 0,1 0 0,0 1 0,0 0 0,0 0 0,0 0 0,-1 0 0,0 1 1,0 0-48,3-1 0,0 1 0,0-1 0,0 1 0,-1 1 0,-1-1 1,0 0-1,-2 0 58,10 0 1,-1 0-1,0 0 1,-3 0 0,-1 0-1,-2-1-148,-2 1 0,-1-1 1,-1 1-1,-4-1 1,-2 0 109,10-2 0,-5 0 1,-7-2 491,-3-1 0,-14-5-1806,-27-11 912,-27 5 421,-25 1 0,28 14 0,0 0 0</inkml:trace>
  <inkml:trace contextRef="#ctx0" brushRef="#br0" timeOffset="579628">19006 11367 20699,'1'-8'4061,"-1"2"-3024,0 6-29,0 0-874,5-56-55,-1 55-29,4-42 0,-1 86-61,3 7-202,-2-6 1,1 3-295,-2-5 0,1 2-1364,1 9 1,0-1 55,-4-17 1,1-1 1814,0 2 0,-1-4 0,0-7 0,0-2 0</inkml:trace>
  <inkml:trace contextRef="#ctx0" brushRef="#br0" timeOffset="579911">19841 11042 22285,'-3'4'734,"0"-1"677,3-3-1417,65-75-613,-25 53 1,5 1-2632,-2-8 0,3-5 0,-1 6 3250,15 9 0,-5 7 0,5 0 0,-28 7 0</inkml:trace>
  <inkml:trace contextRef="#ctx0" brushRef="#br0" timeOffset="580111">19993 11386 22795,'-6'1'2599,"1"1"-2381,5-2-268,65-75-1792,-23 42 1515,-5 1 0,7-6 0,1 5-4589,12 4 1,-2 6 3765,-11 3 0,-2 2 0,0 0 0,-8 4 1,-21 9-1</inkml:trace>
  <inkml:trace contextRef="#ctx0" brushRef="#br0" timeOffset="580335">20908 10681 23814,'-3'0'521,"0"0"-180,3 0-363,77-47-197,-36 32 1,4 1-662,-1-5 1,4-4 0,-1 3-2336,15 2 0,-5 5 2691,-16 2 0,-4 0 1,8-2-1,-22 6 0</inkml:trace>
  <inkml:trace contextRef="#ctx0" brushRef="#br0" timeOffset="582361">21165 10719 20162,'11'-3'4201,"-1"-10"-3434,-1-30-106,-4-6-84,-3-3-84,-5-2-28,1 6-57,-4 11-150,2 13-180,1 14-122,0 8 44,-1 17 61,-5 17-50,-4 25-313,5-21 1,-1 2 309,0 5 1,0 1-6,1 1 0,1 0 2,1 0 1,1 0-15,2-2 1,1-2 5,2-4 1,2-2-10,1 19 57,2-21 117,-1-18-38,-3-27-68,0-25-37,-1 5 1,0-4-445,-1-9 1,0-3 441,-2-7 0,-1-1-17,-2-4 0,-1 0 2,-2 0 1,-1 1 11,-1 5 0,0 3-8,0 8 1,1 4 576,-7-12-583,6 26 0,4 18 0,2 19 0,-1 19 0,-3 26 0,5-19 0,0 2 36,0 5 0,2 2-36,0 0 0,1 2 0,2-1 0,2-1 0,0-1 0,3-2-184,1-5 1,2-1 183,9 22 0,-2-21 0,-4-21 0,-4-24 0,0-22 0,4-27 0,-4 18 0,-1-3 167,0-4 1,0-4-168,0-12 0,-2 0-211,-2 19 1,0 1 210,0-14 0,-2 4 0,0 5 0,0 3 0,-1 22 0,0 20 0,-1 17 473,1 19-473,-1 21 0,1-21 0,0 1 139,1 4 1,1 0-140,-1 1 0,2-1 0,1 1 0,2-2 0,0-3 0,2-1-6,1-4 0,2-2-33,11 16 61,-2-18 7,-3-24-29,-8-13 0,-2-32 0,-6-12-334,-3 16 1,-1-3 333,-2-3 0,-2-1 0,-2-2 0,-2-1 0,-2-8 0,-1 1 0,5 17 0,0 2 0,-2-8 0,2 5 0,2 11 0,0 5 526,3 23-526,0 23 0,-2 24 0,-1 3-477,0 0 1,1 3 476,1-13 0,2 0 0,-3 17 0,3 2 0,5-5 0,3-3 0,-1-18 0,1 0 0,7 5 0,2-5 635,10-9-635,5-6 0,-3-29 0,3-44 0,-12 4-397,-7 2 1,-3-3 396,-4 11 0,-2-1 0,-3-11 0,-1-4 0,-1 14 0,-1-2 0,-1 3 0,-2-7 0,-1 2 0,0 2 0,1 6 935,-1 8-935,4 20 0,-1 23 0,-5 19 0,-4 27 0,2-7 0,1 1-448,3-13 1,1 0 447,-4 20 0,1 0 0,6-20 0,2-2 0,-2 8 0,2 0 398,4-7 1,2-3-399,8 18 0,0-28 0,4-28 0,0-34 0,-5 6 0,-1-7-599,2-20 0,-2-6 599,-2 5 0,-3 0 0,-2-1 0,-3 2 0,-5 3 0,-3 6 426,1 16 1,-2 2-427,-1-2 0,-1 4 0,-5 2 0,1 33 0,6 35 0,2 6-350,5-6 0,3 4 350,5-4 0,4 4-3277,1 1 0,1 4 0,0-4 2391,2 0 0,0-3 0,2 4 0,-2-9 0,-9-23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9:52:21.6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5309 3338 23405,'-7'-56'1204,"-1"0"0,1-3 1,0 11-623,4 21-313,-2-1-157,3 32-79,1 7 29,1 28-34,0 15-610,0-13 0,0 3 459,0 9 0,0 1-381,-1 7 0,1 1-661,-1-17 0,1 0 0,0-1 661,-1 15 1,1-4-1,0-17 1,0-5-1,0 5 1</inkml:trace>
  <inkml:trace contextRef="#ctx0" brushRef="#br0" timeOffset="590">6438 3288 26609,'14'0'761,"-8"3"-587,-15 9-12,-6-3 1,0-4-18,1-6-83,2-9-12,3-11 6,4-12-44,5-11 16,8-6 5,6-1 6,8 8-22,2 11-22,2 12-1,4 11 17,4 14-5,4 14-17,1 17-192,-20-11 1,-3 3 199,-2 4 1,-2 3-21,-4 3 1,-4 1 2,-7 4 1,-5 0-7,-7 5 1,-5 1-745,-10 4 1,-4 0 757,8-16 1,-1 0 0,-2-1 14,0-1 1,0-1 0,-1-1 32,-9 9 1,0-3 36,9-12 0,3-5 89,-7-3-5,19-28-89,14-9 271,22-30-339,9 11 0,-6 11 0,3 1 0,0 7 0,3 4 0,-1 3 0,2 4 642,1 4 0,1 4-845,0 6 1,-1 4-996,2 5 0,-3 3 535,-3 1 1,-3 0 0,7 8-1,-16-12 1</inkml:trace>
  <inkml:trace contextRef="#ctx0" brushRef="#br0" timeOffset="1716">7901 3212 23332,'-8'-62'472,"1"-1"0,-2 10 1,6 8-238,19 11-61,-1 12-57,7-2-61,4 7 7,11 8-52,-10 8 0,17 13-17,-12 10-10,9 11-35,-20-7 0,-2 3-55,4 25-265,-14-19 0,-4-1 343,-9 13 28,-15 11 61,-9-16 102,-10 8 341,-9-10-50,11-18-236,5-9 90,14-20-117,12-9 55,11-17-139,9 3-7,14-2-55,-4 15 686,10 8-625,-3 9-44,13 11-40,2 12-14,-17 1 1,-1 3-37,10 12 19,-14-8 1,-3 1-3,-6 12-22,-9 13-37,-22-23 0,-8-1-54,-2-5 1,-5-3-708,-14 3 1,-2-3 485,13-11 1,-2-2-2720,-8-3 0,0-3 3064,-12-2 0,9-2 0,22-2 0</inkml:trace>
  <inkml:trace contextRef="#ctx0" brushRef="#br0" timeOffset="3883">9335 3166 11822,'-7'1'5718,"1"0"-4194,6-1 627,0 0-1636,-6 2 124,5-2 89,-6 1 801,8-1-1171,-1-3-95,1-2-49,-1-3-13,0-2-33,0-3-11,1-3-17,-1-4-22,1-5-34,0-3-23,5-2 1,5 0-51,10 1-11,11 6 11,9 5 12,7 7-12,2 6-11,0 8 0,-2 6 6,-4 7-12,-5 6 6,-9 4-11,-12 13-6,-12-9 23,-17 17-1,-16-12 12,-14 10-11,-6-4 66,-2-5-32,18-15 116,1-7 24,18-13-63,3-5-33,4-5-39,8-2-23,6 0-10,10 2-7,10 4 6,11 4-39,9 6 20,-13 2 0,-1 1 30,14 6-36,-13 0 0,-1 1-20,4 9 1,0 9 44,-16 4-33,-44 11-12,-20-5-270,14-22 1,-4-2 263,-7 0 1,-2-4-65,9-5 1,0-1-190,-4 0 0,0-1-778,-20-3-8760,19-23 8341,18 6 0,9-8 1,9 15-1</inkml:trace>
  <inkml:trace contextRef="#ctx0" brushRef="#br0" timeOffset="4157">10632 3010 23651,'-1'4'2112,"1"-1"699,0-3-2755,-20-16-15,14 33-41,-16 3 0,19 10 0,4 8-194,-1 17 0,-1 2-263,2-17 0,-1 1-187,1 0 0,1 4 0,0-3 107,3 6 1,0-3 0,-2-11 0,1-3 0,4 25 0</inkml:trace>
  <inkml:trace contextRef="#ctx0" brushRef="#br0" timeOffset="4683">11579 3091 23416,'-4'0'2504,"0"-1"-1642,4 1-643,-26 27-6,20-18 95,-20 18-135,27-25 135,-1-2-140,2-8-39,2-17-112,1 1-23,3-6 1,2-3 10,9-12 1,5-9-6,6 10 22,-2 20-5,16 2-28,-4 15 11,6 17-23,-16 4 18,7 24 22,-12 6-1,-10-4 1,-4 3-430,-5-2 1,-5 1 404,-7 11 0,-6-1 10,1-15 1,-7-1-1,-7 2 0,-7 3 0,3-6-2,3-5 0,-2-2 9,-12 10 0,-7 4 1,4-6-10,7-9 0,1-3 2,-12 8 1,2-3 9,2-6 16,23-12 22,34-16-28,29-14-47,9-2 0,7-3-761,-2 0 1,2 0 605,-9 5 1,2-1 0,-4 2-93,0 1 1,-1 1-4645,12 1 1,-4 2 3356,-9 3 0,11 0 0,-48 9 1</inkml:trace>
  <inkml:trace contextRef="#ctx0" brushRef="#br0" timeOffset="8091">10319 3179 14773,'-5'0'5260,"2"0"-449,3 0-4368,-43-38-23,51 8-249,-17-2 0,5-1-40,27 9 1,8 4-31,17-14 39,-10 14 0,0 3-34,12 1-89,-16 6 0,0 3 0,9 12-12,-10 12 1,-12 5 33,-4 33-5,-11-4-305,-5-12 0,-1 2 265,-3-4 1,-2 1 8,-2 0 0,-1 1 2,-2-1 1,-2 1 5,-1-2 0,-2-1 11,-2-1 1,-2-2 22,-2-2 0,0-2-5,1-2 0,0-3 38,-14 14-33,13-15 28,11-12 33,22-12-50,29-15-62,-2 1 1,6-3-401,-7 3 0,4-1 1,0 0 313,6-2 1,1 0-1,1 1-451,-2 1 0,1 0 0,-2 1-4373,16-3 1,-5 3 3192,-18 5 0,-5 2 0,4 1 0,-30 6 0</inkml:trace>
  <inkml:trace contextRef="#ctx0" brushRef="#br0" timeOffset="14391">12400 3191 20364,'-3'-57'1325,"-1"0"1,2 10-1,0 5-479,-3-13-101,6 6-454,4 4-67,3 5-84,-2 22-72,-1 9-29,-3 12 101,4 26-28,-1 13-84,-1-7 0,-1 2-942,-2 4 1,0-1 921,-2-6 1,-1 0-4,0 11 1,-1 0-264,0 0 1,0-1 268,1-1 0,0 0-108,0 0 0,1-2 131,1 5 61,0-19 6,0-14 1886,2-21-1903,0-17-28,2-24-28,-1 16 0,0-2-200,1-8 1,0 0 176,-1 7 1,0 0 13,2-11 1,0 0-126,2 5 0,0 0 106,-1 4 0,1 1 17,1 3 0,-1 4-11,-1 5-12,-3 15 12,-2 15 993,-1 6-976,0 37 5,-2 6-749,0-11 0,-1 2 721,1-12 0,0 0-478,-1 17 0,1 0 478,3 13-96,0-21 1,2-2 90,5 4 49,1-19 74,-3-16 1723,-1-23-1773,-3-17-7,0-24-22,-1 19 1,-1-1 243,-2-7 1,-1-1-267,-1-3 0,0 0 16,-2 0 1,0 1-23,0 5 1,1 2 233,-4-19-245,3 21 0,3 22 0,0 23-119,1 8-1556,-3 19 1,-1 6 1674,-3 17 0,3-22 0,1-3 0,-1-1 0</inkml:trace>
  <inkml:trace contextRef="#ctx0" brushRef="#br0" timeOffset="19098">23127 2834 20375,'10'-49'677,"0"-1"1,-2 8 0,0 8-499,1 19 6,-1 10 73,5 6 44,2 13 1,0 17-155,-8 2 0,-2 4-80,3 20-576,-7-6 1,-3 3 568,-2-9 1,-2 2-33,1-6 1,-1 3 0,-1 1 5,-1 4 1,-1 2 0,0 3-671,0-1 1,-1 4-1,0 1 1,1-4 656,0 0 1,1-3-1,-1 5 31,0 3 0,-1 6 1,1 0-1,1-4-518,0 1 0,2-2 0,0 2 517,0-3 0,1 3 0,0 1 0,0 3-11,2-13 0,1 2 0,-1 1 0,1 0 0,0 0 0,0-1-325,0 7 0,0-1 0,1 0 0,-1-1 0,1 1 294,0-1 0,0-1 0,0 0 0,0 0 0,-1 1 10,1 1 0,0 0 1,-1 1-1,0-1 0,0-2-152,0-5 1,-1-2 0,0-1 0,0 2 0,0 2 147,-1-1 1,0 2 0,0 2 0,0 0 0,-1 2 0,0 1-18,0-1 1,-1 2 0,0 2 0,0 1-1,0-1 1,-1-1 0,1-1 4,0-5 1,0-2 0,1 0 0,-1 0 0,0 0 0,1-1-1,-1 0-32,0 8 0,-1 0 0,1-1 0,-1 0 0,1 0 0,0 0 25,1-2 0,0-1 0,0 1 0,0-1 1,1-1-1,0-2-3,1 3 0,0-3 1,0-1-1,1 1 1,0 3-20,0-2 1,-1 1 0,1 2 0,0 1-1,1 0 1,-1 1-75,1-4 1,1 1 0,0 2-1,0-1 1,0 0 0,0 0-1,1-3-124,-1 2 1,0-1 0,1-1 0,0 0 0,0-1 0,-1 0-29,1 7 0,0 1 0,0-2 0,0 0 1,0 0 250,0-2 0,0 2 0,0-2 0,-1-5 0,1-8 0,-1 4 0,0-4 0,0-2 0,0 0 0,-1 0 0</inkml:trace>
  <inkml:trace contextRef="#ctx0" brushRef="#br0" timeOffset="19798">28412 3261 16124,'2'-3'2161,"0"0"1688,-2 3-3004,20 46-290,-9-9-329,2 2 1,-1 5-208,-7-8 1,-2 0 198,-1 7 1,0 1-697,0 8 1,-1 1 541,-1 7 1,1 2-34,-1-17 1,0 1 0,1 1-532,-1 3 0,0 2 1,-1 1 512,0 3 0,0 1 0,0 1-11,-1 4 0,0 0 0,0 1-450,0-13 0,-1 0 0,0 1 0,0 0 459,-1 2 0,1 1 1,-1 0-1,-1 1-6,1 1 1,-1 1 0,-1 0-1,0 1 3,0 1 1,-1 2-1,0-1 1,0 1-310,0-10 0,0-1 1,0 1-1,-1 1 1,0-1 300,-1 2 0,0 0 0,0 1 0,-1 0 0,-1 0 7,0 1 1,0 1 0,-1 0 0,0 0 0,-1 0-166,-1 1 0,0 1 0,-1-1 0,0 1 0,0-1 163,0 2 1,-1 0 0,0-1 0,-1 1-1,1 0-104,-1 0 0,0 1 0,0-1 0,0 1 0,0 0 102,0 0 1,0 1-1,1-1 1,0 0-1,0 1-33,0 0 0,1 0 0,0 0 0,0 1 1,1-1 24,0 0 1,1 1-1,1-1 1,0 1-1,0 0-21,2 0 0,0 0 0,0 0 0,1 0 1,1 0-27,1-1 0,0 1 1,0 0-1,2 0 1,-1 0-49,2-1 0,0 1 0,0 0 1,1-1-1,0 1-141,0-1 0,1 0 0,0 0 1,0 0-1,-1 0-1105,0 0 1,1 0 0,-1 0-1,0-1 1,0-2 1345,-2 7 0,1-1 0,-1-2 0,1-5 0,0-2 0,-1-4 0,1-6 0,-2-5 0,1 1 0</inkml:trace>
  <inkml:trace contextRef="#ctx0" brushRef="#br0" timeOffset="20565">22645 10135 14734,'-6'0'6335,"64"-14"-5682,-21 9 0,6-1-1842,6-1 0,8-1 0,1 1 1310,-11 3 1,0 0 0,2 1 0,2 0-68,5 0 1,2 0 0,2 0-1,3 0-42,-9 1 0,3 0 0,2 0 0,1 0 1,0 1-1,-2-1-301,-4 0 0,1 1 1,-1-1-1,0 1 0,-1-1 1,1 1 280,0-1 1,-1 1-1,1-1 1,-1 1-1,1-1 1,-1 1-123,0-1 0,1 0 0,0 0 0,0 0 0,-2 0 1,0 0 93,2-1 0,-1 0 0,-1 0 0,1 0 0,3 0-228,-1-1 0,1 1 0,2 0 0,1-1 0,1 0 0,0 1 116,0-1 0,1 0 0,1-1 0,1 1 0,-1-1 0,-1 1 0,-1 0 22,1 0 0,-1 0 0,0 0 0,-2 1 1,1-1-1,-1 0 84,-2 1 0,0-1 0,0 0 0,-1 1 0,-2 0 0,0 0-244,13-1 1,0 0-1,-4 1 1,-4 0-2008,-5 1 0,-4-1 1,0 1 2292,1-1 0,0 0 0,-5 1 0,-4 0 0,-8 0 0,-3-1 0</inkml:trace>
  <inkml:trace contextRef="#ctx0" brushRef="#br0" timeOffset="21891">5212 4650 20498,'1'-8'2190,"3"-24"0,-1-6-1126,-2 4-706,1-7 1,-2 2-84,-4 14 173,-4 10-398,5 11-50,-1 5 11,3 13 34,0 12-28,1 17 11,1 8-17,-1 6-305,0 2 300,-6-1-6,-4-2 22,-7-8-22,-4-8 51,-3-13 83,-1-12-44,0-10-18,-1-14-21,-2-10 271,0-11-278,-1-5-10,3 0 33,5 8-16,3 8-46,5 10 6,5 6-5,4 9-12,4 9 1,7 11-1,7 8 12,9 3-17,9 0 27,6-4 12,5-8-16,4-10-7,2-7-27,-2-10 11,-2-8-1,-6-8-94,0-5-359,-2 0-980,0 3-4173,-3 8 5618,-8 5 0,-11 6 0,-9 1 0</inkml:trace>
  <inkml:trace contextRef="#ctx0" brushRef="#br0" timeOffset="22465">5036 5707 21007,'-5'-4'2712,"1"0"-1861,4 4-347,0 0-184,-74-29-136,38 37-340,-14-13 0,1 6 229,25 20 0,5 6-9,-2 1 1,0 1-12,3 2 0,2 1-36,4-1 0,2 1-17,3 30 17,18-5-6,16-5-6,-5-27 1,4-1-6,6-1 0,3-1 0,5 0 0,0-1 5,2-1 1,-1 0-17,-2-2 0,-3 0 33,16 14 111,-24-4-138,-34-3-6,-27-1 2,5-12 1,-4-1 13,-7 0 1,-1-1-306,-4 0 1,0-1 248,-1-2 1,0-1-317,4-1 0,0-1 367,1-2 0,3 0 0,-3-1 0,9-1 0</inkml:trace>
  <inkml:trace contextRef="#ctx0" brushRef="#br0" timeOffset="23407">5339 1787 19616,'-2'-8'5168,"0"1"-4709,-9-23 1,-4-2 55,3 14-428,-3-18 0,0 11-77,9 34 9,3 18 21,1 25-101,2-16 1,1 2-821,1 6 1,1 3 484,1 3 1,1 0-966,0 1 1,2 0 785,2 3 0,0-3 1,1 5-1,0-10 0</inkml:trace>
  <inkml:trace contextRef="#ctx0" brushRef="#br0" timeOffset="23865">5241 1656 19186,'-27'37'95,"-1"0"0,1-1 0,-9 12 1,8-4 2111,15 8-2045,8-17 926,4-11-578,0-12 762,1-7-1093,3-31 1518,4-4-1591,7-27-44,8-1-34,-9 28 0,1 0 2,2 2 1,1 0-25,18-19-6,-1 14-67,-1 14-197,0 10-318,1 15-567,3 9-1107,1 11 2256,1 7 0,-17-15 0,-5 0 0</inkml:trace>
  <inkml:trace contextRef="#ctx0" brushRef="#br0" timeOffset="24282">5370 999 28115,'-4'-4'-576,"1"1"329,3 3-143,-18 70 116,13-23-252,-5 5 0,2 1 158,11 9-116,3-6-888,5-9 455,0-13-394,1-14-1052,-6-13-823,-1-19 1660,-4-15 1106,-3-15 796,-5-12-139,2 23 0,-1-3 404,-1-2 1,0-1 128,0-3 0,1-1 87,2-1 0,0 1-163,2 2 1,1 1-379,2 3 1,2 1-211,7-23-240,13 12-275,12 10-549,12 10-1237,10 10-3132,4 9 4687,-10 8 1,-20 1 0,-15 1 0</inkml:trace>
  <inkml:trace contextRef="#ctx0" brushRef="#br0" timeOffset="24432">5351 1280 22643,'41'-35'-545,"-1"0"1,1 0 0,4-8 0,-8 9 0,-10 21 0</inkml:trace>
  <inkml:trace contextRef="#ctx0" brushRef="#br0" timeOffset="26956">25001 8960 22291,'20'-57'1265,"0"0"1,-3 5 0,-2 4-639,-2-8-296,-4 19-247,-5 19-45,-2 22 17,1 23 11,-2 21-42,0-16 0,1 1-264,-2 5 0,0 0 253,0 1 0,-2-1-3,0 1 0,0 0 6,-2-2 0,0-1-15,1-4 1,0 0 3,-3 19 33,3-15 107,2-16 61,0-15-89,6-21-85,5-20-25,-1 7 1,2-3-171,2-8 1,1-2 178,1-5 0,1-1 13,-1 0 1,0 1 25,-3 4 0,0 1 20,-4 9 0,-1 2 2,-1-9-56,-12 20-27,-7 24-29,-10 18-11,-5 21 11,13-16 1,0 3-292,0 3 1,2 2 80,1 2 0,3 2-224,3 2 1,2-1-483,5 2 1,3 0 949,4 2 0,1-2 0,4 4 0,2-7 0</inkml:trace>
  <inkml:trace contextRef="#ctx0" brushRef="#br0" timeOffset="27323">25385 8256 20822,'-42'-24'409,"0"-1"1,0 1 0,1-1 0,-14-4 0,-1 3 0,3 9-152,-8 17 0,2 10-693,17 0 0,1 4 1,0 3 516,1 5 0,1 4 0,2 3-38,1 6 1,2 3 0,2 3-25,2 6 1,2 2 0,3 3-8,2 3 0,4 2 0,2 1-320,4 2 1,3 0-1,5 0 310,5-1 1,5 0 0,5-2 0,5-2 0,5-2 0,5-2 3,6-2 1,6-3-1,3-2-7,6-2 0,3-3 0,2-3 4,-9-10 0,1-2 1,2-2-1,0-1 4,1-2 0,1-2 1,0-1-1,1-2 4,-1-3 1,1-1 0,0-3 0,-1-2 26,14-3 0,0-4 0,-2-5-6,-4-4 1,0-4 0,-4-5-111,-2-5 1,-3-4 0,-4-4 85,-3-3 0,-3-3 1,-4-4-20,-4-2 1,-4-3 0,-4-1 5,-4-2 0,-5-2 1,-4 0-22,-5 0 1,-4 0 0,-5 0-59,-4 3 1,-4 0 0,-4 2-337,-4 4 1,-4 2 0,-4 4-2075,-3 3 1,-4 3-1,0 3 2493,-16-4 0,2 6 0,16 9 0,3 5 0,-8 1 0</inkml:trace>
  <inkml:trace contextRef="#ctx0" brushRef="#br0" timeOffset="30256">5588 5253 10360,'-3'-5'9354,"0"1"-4817,3 4-3961,-28-58-357,21 44-90,-21-40 101,29 64 5,3 10-22,5 9-79,6 7-67,5 3 23,7 0-17,8-3 5,12-5-282,-18-18 0,3-3 237,3-1 1,2-3 11,5-2 0,1-3-20,4-3 0,1-4-14,3-2 0,0-2-492,1-5 1,0-3 505,-1-2 1,-2-2 10,-2-1 1,-3-2-147,-4-1 0,-2-2 163,-4 1 1,-3-2-10,-4-1 1,-1 0 0,-2 0 0,-2 0 25,-2 1 0,-2 0-6,0 2 1,-3 0 36,9-23 27,-8 5-16,-9 5 420,-8 5-460,-8 2 984,-8 3-1022,-6 0 387,-1 4-370,2 6-23,4 5-45,4 5 39,4 4 23,0 2-28,0 2 0,-3 1-12,-4 1 12,-6 3 0,-3 0 5,-2 5-27,0 3-51,9-3 67,-3 6 6,10-2-23,-3 5 34,1 2-28,-4 4 0,6-8 11,-3 4-22,8-10 17,0-2-12,4-3 51,2-4 0,3-4-28,4-6-1,8-5 1,9-9-22,6-2 16,12-5-22,-14 11 11,10-2 0,-13 13 0,9-2 56,3 4-56,16 1-23,-6 4 23,-1 1 6,-7 2-6,-13 1-17,1 2 23,-10 0 27,-9-1 1,-4-2 124,-3 0-158,-1-7 0,-6-8 0,-2-8 0,-3 0 0,-6-5 0,-3 6 0,-11-3 0,-19 5 0,0 9 0,1 7 0,5 11 0,14 6 0,-6 10 0,1 16 0,8 0 0,-1 11 0,14-17 0,1 5 0,8-3 0,1-1 0,2 0 0,5-13 0,0-8 0,1-5 0,-1-6 0,2-2 0,1-8 0,4-8 0,0-4 0,7-14 0,7-8 0,5-1 0,10-4 0,1 15 0,-7 10 0,10-2 0,-5 9 0,16-2 0,-9 8 0,2 3 0,-14 9 0,-10 0-175,4 14-150,-14-7-2772,8 19 3097,-12-10 0,-1-1 0,-4-7 0</inkml:trace>
  <inkml:trace contextRef="#ctx0" brushRef="#br0" timeOffset="31840">5659 2388 10840,'-5'0'6856,"0"0"-1111,5 0-5340,-18-63-231,23 22 59,-8-7 0,4-2-226,12 16 1,5 2 356,3-3 1,2-1-135,4-4 1,3 1 9,5-2 1,3 0 228,4-1 1,3 0-466,-12 15 0,1 0 0,2 2 333,2-1 1,1 0 0,1 2-196,1 0 1,2 2 0,0 0-194,1 0 0,1 2 0,0 0-77,1 2 1,-1 0-1,1 1-15,-1 1 0,0 1 0,-1 1-33,-1 1 1,0 0 0,0 2-119,16-4 1,-1 2-323,-4 3 1,-1 1 170,-4 3 1,-2 3 81,-2 0 1,-1 3 256,-2 2 1,-2 3 9,1 2 0,-2 1 19,1 4 0,-1 1-12,1 2 1,-1 2-10,0 2 0,0 0 13,-2 1 1,0 1 135,-3 1 0,-1 1 503,-4-1 0,-1 2-476,-5-1 0,-2 2 79,14 25-31,-10 4 18,-4 2-34,-5 3-12,-3 1 12,2-1-54,0-1-33,2-5 10,3-4-1,1-2-32,-5-13 1067,-1 7-979,-10-18 330,-4 8-245,-11-11 632,-8-4-709,-9-3-29,-7-4-11,-5-4 162,-3-2-185,-1-5-16,-1-4 11,-1-6 39,0-7-22,3-5-6,3-4 1,8 0 21,8 4 12,9 6-51,5 7 40,5 5-79,3 4-11,1 2 45,0 5-6,1 7 0,3 11 6,4 10-11,6 7-1,5 2-16,5-2-6,8-4 34,7-6 6,6-7-7,2-9 18,1-7 5,-2-12 28,-3-8-5,-2-10-12,-4-6 1,-6-1-5,-8 4-46,-8 7 0,-7 9 0,-6 6 0,-2 3 0,0 1 0,-5 3 0,-5 1 0,-16 4 0,-14 2 0,-15 0-217,23-6 0,-1-1 217,-1 0 0,0-2 0,1-2 0,1-3 0,-28-8 0,7-12 0,6-8 0,7-5 0,11-1 0,8 5 0,9 9 0,5 9 0,2 7 0,2 6 434,1 6-434,1 8 0,1 9 0,7 8 0,6 5 0,12 3 0,10-3 0,11-3 0,9-9-246,-23-14 0,1-2 246,3-1 0,0-3 0,1-3 0,0-2 0,-1-3 0,0-2 0,-2-5 0,-1-2 0,-3-3 0,-1-2 0,-1-3 0,-1-1 0,-2-2 0,-1 1 0,0-1 0,-2 0 0,20-21-11,-8 8-1648,-11 12-8172,-12 13 8730,-8 10 1,-4 4 0,-1 1 0</inkml:trace>
  <inkml:trace contextRef="#ctx0" brushRef="#br0" timeOffset="33449">25299 7096 21108,'-6'-7'2997,"1"2"-2571,5 5-292,-11-64 79,27 40-118,-7-12 0,4 2 40,47 24-93,-19 12 0,0 4-14,-8 2 0,-1 2-12,25 16 30,-30 16 21,-26 2-39,-8-14 0,-7 2-707,-17 10 0,-9-1 704,-1-4 0,-3-2-8,-2 0 0,-1-1 44,-2-5 1,3-2-7,14-8 0,2-1-10,-4 3 0,3 0 27,-5 10 74,28-4-45,28-12-79,9-3-5,1-10 0,4-1 283,1-1 0,3-1-319,4-2 0,4 0 1,-1-1-513,17-2 0,0-1 493,-12 0 1,2-1 0,-4 0-8,1 0 1,-2 0-113,9-4 0,-2-1-269,-14 1 0,-1-1-126,14-10 0,-1-4 152,-15 3 0,-3-3-400,0-6 0,-6-2 654,-2-15 67,-18 17 1,-5-2 47,-6 4 0,-5-1 17,-8-19 0,-6 0 19,-3 5 1,-5 3-285,3 9 1,-4 0-1,0 4 307,-4 0 0,-3 4 46,0 6 1,-3 2 0,-1 3-150,2 3 0,0 3 0,-5 2 229,-6 0 0,-5 2 0,-1 1 0,1 3-41,5 1 0,1 2 1,0 1-1,-1 3-159,-8 2 1,-2 1-1,1 4 1,4 2 123,9 2 0,3 2 1,1 3-1,3-1-45,-2 3 1,2 1 0,3 3-3,0 9 1,2 3 0,6 3-6,11 1 0,6 3 1,1-2-16,-6 10 0,8 3 9,15 0 1,10 5 0,7-8-415,16-6 0,7-7 401,-13-5 1,2 0-1,5-4 213,10-3 0,4-5 0,4-3-205,-8-6 1,2-2 0,1-2 0,0 0-182,1-1 0,0 0 0,2-2 0,0-1 209,-6-2 1,3-1 0,-1-1-1,-1-2 1,-2-2 42,17-6 0,-3-4 0,-4-2-53,-12 2 1,-3-2-1,-1-4 23,2-5 0,-1-4 0,-3-5-61,-8-4 0,-4-5 0,-2-1 9,1-1 0,-3-3 0,-2 0-12,-1 2 1,-3-1-1,-6-3-112,-8-10 1,-6-2 0,-4 6-80,-1 9 0,-4 2-628,-7-7 0,-5-4 0,-2 8 827,-5 11 0,-1 6 0,4 1 0,1 3 0,-8 2 0</inkml:trace>
  <inkml:trace contextRef="#ctx0" brushRef="#br0" timeOffset="48674">6979 4656 16325,'0'-5'4514,"0"2"-1573,0 3-2381,-57-58-168,40 38-255,-15-12 1,5 2 18,24 23-139,2 4-22,1 3 83,0 7 28,5 8 13,2 15-30,2 9-22,2 12-5,0 7-37,-5-27 0,2 0-207,2 2 1,3 0 220,2-1 1,3-1 4,3-1 1,4-2 0,4-1 0,3-2 25,15 1 0,2-3-40,-15-7 1,2-2-414,19 2 0,1-3 427,-15-8 1,0-2 5,11 1 1,2-2-6,1-5 0,-1-2-473,0-2 1,-2-3 488,-2-4 1,-1-4 0,-2-2 0,-2-4-313,-2-1 0,-3-3 312,-3-3 1,-2-1-3,-3-2 0,-3-1 8,-5-1 0,-2-1 107,-4 2 0,-2 0-110,-5 1 1,-2 1 64,2-28-12,-12 7 1,-8 8 676,-6 9-749,-6 3 974,8 14-1008,-2-1 805,10 13-816,-2 0 125,3 5-153,-4 4 17,1 4 16,-12 10-10,-4 9-29,-9 10 23,-2 8 2,13-14 1,1-1 14,-6 11 5,-10 14-5,12-22-1,-13 11-5,13-14 34,-9 2-12,23-21 23,-6 2 5,10-9-16,0-6-17,1-7 0,2-18-17,7-6 11,2-3-11,13-8 11,5 3-8,-6 17 0,4-1-335,9-4 1,3 1 334,-2 6 0,0 2-1,0 1 1,1 3 0,-1 4 0,-1 2-3,20-1 5,-13 6 1,2 2 2,-7 2 1,0 1-494,4 2 1,-3 2 484,8 2-11,-3 5 5,-16 0 602,0 3-602,-4 3 1,-7-2-7,-4 0 1059,-4-6-1024,-3-2 27,0-2 73,-1-1-110,-4-5-13,-7-4 0,-2-3 0,-17-9 0,-17-6 0,-8 0-184,20 11 0,0 1 184,-25-2 0,13 7 0,-5 6 0,-6 19 0,25-5 0,0 3-301,-7 7 0,1 3 301,4 1 0,3 2 0,6-6 0,3 2 0,-3 5 0,4 2 0,-4 17-7,11-13 1,3 0 6,-1 11-11,9 15 11,6-38-5,7 14 16,1-19 322,5 0-310,-4-8 609,2-8-632,-2-12 0,-1-2 0,13-32 0,-1 0-458,-4 7 0,1-3 458,2 1 0,1 0 0,5-4 0,0 2 0,-4 9 0,1 1 0,7-2 0,0 2-148,-3 9 1,0 2 147,-2 1 0,1 3 0,23-10 0,-17 20 0,-9 5 0,20 7 0,-10 3 0,19 8 0,-8 3-57,-3 5 826,-10-4-1642,5 16-886,-18-7-8072,3 13 8690,-15-17 0,-6-8 1,-1-13-1</inkml:trace>
  <inkml:trace contextRef="#ctx0" brushRef="#br0" timeOffset="56299">8208 2737 13485,'-4'-2'1686,"1"1"-470,3 1 156,-13-67-201,17 27-1171,-6-9 1,5-3 312,10 19 1,5 3-87,4-5 0,3-1-48,5-3 0,3 0-496,5-1 1,2 0 442,4-2 0,3 1-476,-13 14 0,1-1 0,1 1 409,2-1 1,1 0 0,2 1 3,1 0 1,1 0 0,1 1-5,2 0 1,0 0 0,0 2-374,1 0 0,1 1 1,0 1 432,0 0 1,0 2 0,0 1-87,0 1 1,0 1-1,0 0-7,-1 2 0,1 2 0,-3 0-10,7-2 0,1 2 8,-7 4 0,3 2 0,-3 0-131,-1 2 1,-1 2 125,18-3 0,-1 3-118,-16 5 0,-3 1 337,-2 2 1,-1 3-221,-3 2 1,-1 4 58,-2 1 0,-2 3 391,-2 2 1,-1 3-417,-2 3 0,-2 2 0,-2 1 1,-2 2 8,0 3 1,-2 1 46,-3 0 0,-1 2 66,-3-2 1,-2 1-12,-3-3 1,-1 1 1623,-3 25-1459,-8-9 113,-2-8 1097,-4-8-932,1-6 225,1-9-153,0-5 438,-3-5-401,-5-2-134,-7-2-237,-7-2-174,-3-2-96,1-1-54,3-3-97,6-3-129,7-3-252,4-1 23,6 0-32,1 0 83,3-1 81,0 0 62,-1-2 55,1 2 61,-2 0 64,0 2 11,2 3 34,2 3-56,1 3 24,2 10 64,5 4-75,3 15 58,6 4 12,3 4 19,3-1-32,5-4-5,3-3 37,7-7-155,6-6 123,8-8-40,7-12 27,2-9 29,-1-10-194,-6-5 229,-9 1-52,-9 2 59,-8 3 6,-8 6-12,-8 5 12,-5 6-12,-3 3-22,-1 2 204,-13 5-216,-7 6-16,-19 9 23,-11 5-23,-7 2 0,26-14 0,-1 0 8,1-2 1,0-1 24,-25 6 18,6-8-29,8-11-5,7-10 0,4-12-23,4-12 40,2-12-29,4-4-10,1-1 21,6 10-4,2 12-1,5 14-17,2 9-27,3 7-23,0 4 177,1 7 43,1 11-50,1 12-47,4 9 14,3 5-36,5 0-51,7-6 23,7-5-127,23-9 13,-12-13 56,-7-7 1,0-4-20,15-8 35,11-5-9,-6-12 101,-9-8-22,-10-7-34,-9-4-6,-7 2-189,-6 5-992,-5 13 1176,-3 11 0,-2 7 0,-1 4 0</inkml:trace>
  <inkml:trace contextRef="#ctx0" brushRef="#br0" timeOffset="59024">25355 5726 25110,'8'-51'263,"-1"0"1,12-4 0,8 10-141,22 19-1078,-11 8 0,0 2 1017,16 2 10,-15 9 1,-1 3 512,9 4-560,-15 1 1,-1 3-15,7 13 401,-9 9-406,-8 9 15,-9 8-21,-10 6 22,-15 4 676,-14 1-706,7-28 0,-3-1 16,-2-2 0,-3-2 23,0-1 0,-2-2-44,2-3 0,-1-2 147,-24 8 79,10-10-11,13-7-57,15-8-78,20-9 387,19-6-415,23-3-23,-17 11 1,2 2 0,1 1 0,1 2-6,27 3-16,-12 9 21,-11 9 229,-11 7-250,-10 8-1,-7 4-5,-15 4-6,-13-2-11,-16 0 17,-15-6-9,18-19 1,-2-2-237,-4-2 0,-1-2 186,-2-3 0,0-2-101,1-5 0,2-4-725,2-8 0,3-4-392,-5-12-1513,24-1 0,8-1 2801,16-10 0,-3 6 0,2 14 0</inkml:trace>
  <inkml:trace contextRef="#ctx0" brushRef="#br0" timeOffset="59348">25841 5124 19120,'-2'-7'2232,"-24"-18"0,-12-1-1308,-20 8-1423,21 2 0,-4-3 1,0 6 744,-10 9 1,1 8-60,-1 1 1,-1 5 2,-6 11 1,3 6-107,9 2 0,4 3-59,2 0 1,4 5 10,7 8 0,5 3-5,8-2 0,3 3-31,3-8 0,0 4 0,5 1-21,3 10 1,5 3-1,3-3 4,3-7 0,2-2 1,3 0-285,-1-2 0,2-1 1,5-3 283,5-6 0,4-3 0,2-4 6,10 3 0,3-4 12,-7-6 1,3-2 0,0-2 18,19 3 0,3-9 82,-14-10 1,2-6 0,-3-1-31,2-2 1,-1-5 16,-3-7 1,1-5 0,-5 0-34,-10 1 0,-2-4 18,10-13 1,5-7 0,-5 0-47,-10 11 0,-3 1 0,1-4-14,4-7 0,2-4 0,0-1 0,-4 5-11,-6 7 1,-2 4 0,-2-2-12,3-9 1,0-2 0,-10 5 5,-10 8 1,-9 3-500,-10-5 0,-11 4 501,-27 7 0,-4 7 0,25 7 0,0 3 0,-9 6 0,0-1 0</inkml:trace>
  <inkml:trace contextRef="#ctx0" brushRef="#br0" timeOffset="63699">8570 4402 18716,'-15'-47'1529,"1"-1"1,0 5-1,3 11-1238,7 24-139,1 4 139,2 12-101,-1 1 342,-2 33-241,-2 1-365,3-9 0,-1 3 153,1-3 0,1 1-23,2 0 0,2 0-6,4 19 28,7-18 1,6-3 44,22 11-395,-9-14 0,4-2 342,1-7 0,3-4-14,3-1 0,0-2-31,-8-4 1,1-2 58,16 0 0,1-5-28,-17-3 0,0-3-178,15-2 1,1-4 166,-11-3 0,-2-4-9,1-4 1,-1-2-21,-9 4 1,0-2 19,6-7 1,-1-2-1,-8 5 1,0-3 52,11-13 1,-1-2-23,-9 8 1,-1-1-1,0-3 0,-4 0 51,4-15-12,-11 6-5,-8 6 630,-5 3-681,-1 5-5,0 5 17,-1 6 701,1 10-657,-2 2-72,1 7 55,-1-1-27,0 4-62,-3 2 0,-5 1 0,-5 5 0,-9 5 0,-3 6 0,-7 6-6,-4 9-10,-9 8-243,20-18 1,-1 0 269,-1 1 0,0 0-11,1-1 0,1 0 11,-18 19 0,12-10 1,14-13 21,10-9-16,5-12 11,2-11 511,0-9-527,0-12-12,2 2 28,9-22-23,6 13 0,-2 12 1,1-1-220,21-15 208,8 5 6,7 4 0,-23 20 0,1 1 0,1 2 0,1 1 0,1 2 0,1 3 0,-1 1 0,0 1 0,30 0 0,-6 9 0,-9 4 11,-9 8 6,-11 6-23,-7 4 12,-5 2 28,-3 0-29,-3-3-10,-3-6 219,-3-5-191,-2-5 23,-1-6-46,-3-2 0,-8-8 0,-8-5 0,-14-9 0,-11-5 0,-5-1 0,-4 1 0,0 5 0,0 6 0,-1 8 0,-2 10-268,-1 8 268,-3 12 0,29-9 0,0 2 0,0 2 0,0 2 0,2 0 0,2 2 0,1-1 0,3 2 0,-13 22 0,13-3 0,11-3 0,10-6 0,9-9 0,6-8 0,3-9 0,5-10 0,4-13 0,12-17-185,-15 8 0,2-2-2176,4-7 1,1-1 2360,-3 3 0,-2 0 0,8-10 0,-16 18 0</inkml:trace>
  <inkml:trace contextRef="#ctx0" brushRef="#br0" timeOffset="67441">11084 2129 15676,'1'6'-1341,"0"-2"5146,-1-4-1851,0 19-606,0-7-972,0 10 482,0-8-10,-3-5-184,-3 2 481,-2-1 318,-7-1-819,6-3 403,-6-1-190,8-3-129,-1-2-210,2 1-240,2 0-157,2 0-10,-1 1 23,0 0-7,-2 1 277,-1-1-77,0 0 202,0-1-517,1-1 122,0 0-218,1 0-179,-2 0-23,0 0-70,-3 1 172,2 0 151,-4 0 171,2 0 87,-4-1-125,3-4-388,3-2-109,3-8-59,3-3 54,8-9 236,6-10 69,14-7 126,-4 10 1,1 1 219,13-15 204,-7 10 0,3 1-229,-8 11 0,1 1 219,8-6 1,4-1-444,11-2 0,3 2 0,-7 6 0,2 3 0,10-4 0,0 4 0,-19 9 0,-1 2 0,8-1 0,2 2 0,2 1 0,1 2 0,3 0 0,1 1 0,-12 2 0,2 1 0,-1 1-268,14-1 1,-3 2 64,-9 1 1,-1 2 260,11 2 1,-1 4-51,-12 2 1,-1 3-62,10 5 1,-1 5-64,1 12 1,-4 4-149,-10-3 1,-5 1-106,-3 1 1,-4 1-189,-8-2 0,-4 0-261,4 20 353,-5-17 0,-1 2 91,-2-10 1,0 0 109,0 5 1,-1-3 21,1 10 860,-3 4-320,-5-11 1453,-8 12-1253,-4-12 1105,-10-3-1044,-6-16 415,4-8-835,-12-5-28,-5-14-190,-1-4-133,-5-14-224,11-2-217,9 3-71,-3-6-63,0 0 371,0 0 101,-4-1 142,9 13 53,6 7 100,1 3 67,6 5 50,3 2 10,4 1 32,3 7 30,3 0-142,7 20-57,4 0-80,11 15-28,4-4-29,5-2 14,1-5 48,-6-7-14,14 1 31,-12-14 91,15 1 34,-5-18 39,3-9-66,4-10-43,-1-6 0,-5 1 65,-11 6 97,-13 6-23,-9 9-72,-6 5 1,-3 4-35,-3 2 0,-3 2 0,-3 3 0,-3 6 0,1-1-13,-18 14 19,1-5 1,-21 13-293,22-17 0,-1-1 286,-5 2 0,-1-1 0,-3 0 0,0-2 0,-1 0 0,-1-2 0,4-3 0,-1-1-48,4-3 1,2-2 47,-24-9 0,11-11 0,9-16 0,9-11 0,8-8 0,9-2 0,5 9 0,4 12 0,0 15 0,0 11 0,0 5 566,5 19-566,3 5 101,9 21-101,6 5 0,10 4-155,-14-25 0,3-2 155,2-1 0,2-2 0,3-2 0,1-2 0,3-3 0,1-4 0,3-2 0,1-3 0,1-4 0,0-3 0,0-4 0,0-4 0,-2-3 0,0-3 0,-2-5 0,-2-2-296,2-3 1,-2-3 295,0-2 0,-1 0 0,-6 6 0,0-1-505,10-9 1,-1 1-2744,7-3 3248,-15 15 0,-2 2 0,-6 5 0,-10 11 0</inkml:trace>
  <inkml:trace contextRef="#ctx0" brushRef="#br0" timeOffset="71107">25683 4225 20979,'0'-8'3070,"0"2"-2597,4-28 0,4-7 49,6 8-385,0-13 0,4 2 48,21 18-79,13 6-27,6 8-406,0 6 378,-7 10-23,-7 7 110,-8 12-121,-9 9 73,-8 9-84,-11 7 10,-14 3 12,-14 2-323,-15-4 328,-10-6 57,-5-8 50,-4-8 78,6-9 249,10-8-243,16-5-112,14-12-62,19-5-10,16-7-12,15 1 341,4 7-319,-5 5-61,-8 10 28,-7 7 5,-2 10-10,-2 9-12,-1 6-12,-6 5-10,-6 0-28,-16-3-51,-17-5-6,-25-7 57,15-15 0,-4-2-413,-5-3 1,-2-2 420,-3-1 0,0-2-34,2-4 1,1-3-90,6-2 0,2-3-84,6-3 0,4-4-630,-7-28-236,24-15 122,17 23 1,6-1 675,8-6 1,6-2 228,-5 12 1,2 0-1,2-1 76,2-2 1,0 0 0,1 1-196,-1-1 0,0 1 0,-1-1 518,9-12 0,-3 1 97,-8 6 1,-4 3 314,-8 7 0,-3 1-5,-5-18-191,-16 11-141,-14 13-94,-18 12-96,-15 15-20,22 6 0,-1 5-103,-6 5 0,0 4-20,-4 6 0,1 5-20,-1 5 1,3 6-127,15-11 1,2 3 0,3 1 84,2 4 1,3 1-1,4 2 2,2 2 1,3 1 0,5 1-10,5 0 0,5 0 0,5-1 5,4 0 1,4-1 0,5-2 9,6-1 0,5-2 0,3-3-15,4 0 0,5-3 0,1-3-483,3-1 1,2-3-1,2-3 494,-1-3 1,1-2-1,1-4-2,-3-3 1,1-3-1,-1-5-175,-4-4 1,0-5 0,-2-3 202,-2-4 0,-2-4 1,-1-3 1,-3-5 0,-1-4 1,-2-2-193,-2-4 1,-1-4 0,-2-1 180,-1-3 0,-3-2 0,-3-2-2,-2-1 0,-3-1 1,-3 0 124,-4 1 0,-3 0 1,-5 2-137,-9-18 0,-10 4-17,-11 8 0,-10 7 22,-11 8 0,-7 7-974,12 14 0,-3 3 0,1 3 736,1 2 1,0 2 0,3 1 0,-3 2 0,5 1 0,-11 1 0</inkml:trace>
  <inkml:trace contextRef="#ctx0" brushRef="#br0" timeOffset="87316">10535 4533 17512,'5'-50'2173,"0"0"1,-2 6-1,-1 4-1019,-7 3-717,0 15 297,-2 8-594,5 11-67,-1 0 39,3 12 33,3 11-38,3 19-7,4 17-60,0-4 13,-3-8 0,1 2-36,-3-14 0,0 0-131,2 13 1,0 0 124,-2-11 1,-1-4 21,1 22-10,-3-17 139,-2-8 45,-1-18-55,1-10-57,0-19-28,0-19 6,1-14-40,0 21 1,0 0-39,-1-2 1,1 0 57,-1 1 1,-1 0 63,-3-23 34,-4 13-66,0 18-85,1 12 0,3 9 0,1 17 0,1 12 0,0 22 0,1 14 0,1-25 0,0 0-47,0 2 1,0 0 46,1 0 0,1-1 0,0 0 0,0-2 0,1-2 0,0-2 0,3 23-107,-3-14-319,-1-15-907,-3-13-3024,1-17 4357,-1-6 0,0-1 0,1 4 0</inkml:trace>
  <inkml:trace contextRef="#ctx0" brushRef="#br0" timeOffset="88540">10451 4418 21125,'-3'-1'4089,"1"0"-2504,2 1-1406,-62 75-44,35-32-349,3-11 0,-4 6 0,4-4 349,0 18-57,2-5 159,5-8-169,5-10 72,5-14 50,5-10-78,3-19-56,3-14-11,5-19-12,7-14-13,-6 27 0,2-1 37,1-1 0,1 1-49,1 1 1,2 2 8,0 3 0,2 3 0,19-15-6,0 14 0,0 13 0,-1 9-5,2 11-6,0 11 5,2 9 7,0 9-12,-1 4 0,-2 1 5,-7-3 492,-8-6-464,-11-8 63,-8-9 16,-11-6-27,-7-5-85,-10-10 0,-7-7 0,-4-12 0,-2-9 0,1-4 0,1 1 0,0 7 0,-1 10 0,-2 10 0,-5 14 0,-6 11 0,-2 14 0,3 6-205,8 7 205,9 2 0,10 3 0,7 0 0,7-2 0,5-4 0,7-6 0,4-8 0,4-8 0,-1-8 0,0-6 205,-1-11-205,4-10 0,7-17 0,5-12-270,-12 17 0,1-1 270,1-4 0,-1-1 0,1-2 0,0-1 0,-1 1 0,1 0 0,-2 4 0,1 2-7,15-18 7,1 15 0,1 10 0,2 10 0,0 7 0,-1 9 0,0 8 540,-2 9-540,0 7 7,-1 6-7,-2 2 0,-3 2 0,-5-1 0,-7-4 0,-5-6 0,-5-8 0,-3-7 0,-3-6 0,-3-7 0,-6-9 0,-5-10 0,-6-11 0,-5-7 0,-3-1 0,-4 5 0,-3 6 0,-4 14 0,-5 7 0,-2 14 0,-1 8 0,3 11 0,5 9 0,1 9-440,3 9 440,18-22 0,2 0 0,1 0 0,1 0-97,-8 27 97,9-8 0,9-7 0,11-10 0,5-10 0,6-8 0,1-9 435,2-10-435,0-11 102,2-13-102,1-11 0,1-10-316,-13 20 0,0-2 316,0-2 0,1-1 0,0-1 0,0 0-96,1 4 0,1 2 96,15-18 0,2 17 0,1 12 0,3 9 0,2 5 619,0 5-619,4 12-265,-16 1 265,1 24 0,-20-23 0,0 10 0</inkml:trace>
  <inkml:trace contextRef="#ctx0" brushRef="#br0" timeOffset="98882">10052 7306 19916,'-4'0'3332,"1"0"-1366,3 0-1456,-35-78-252,31 34-588,-9-9 1,8-1 474,36 5-33,16 9-50,8 14-34,1 13 91,-3 14-97,-7 15 6,-9 15 17,-12 15-6,-14 13-11,-15-24 0,-6 0-216,-6 6 1,-5 0 212,-10 3 1,-4 0-541,-4 1 1,-3 0 550,0-3 1,2-1 10,4-4 1,3-1 122,8-6 0,4-1-103,-1 15 157,25-13-168,21-9-34,28-11-103,-13-10 0,3-4-650,14-4 1,4-3-101,-13 1 0,2-2 1,2-2 830,-4 1 0,2-1 0,-1-1 0,-4 2 0,10-3 0,-3 1 0,-1-1 0,0-1 0</inkml:trace>
  <inkml:trace contextRef="#ctx0" brushRef="#br0" timeOffset="100190">14365 7073 23696,'-37'-47'579,"0"-1"0,4 5 0,14 3-338,41 1-118,20 4-87,-12 20 1,2 2-449,5 2 0,1 3 437,-1 3 1,1 3-1,-2 4 0,-1 3-2,25 14 5,-12 12-28,-11 9-6,-11 9 17,-13 5 23,-14 2 28,-14-1 22,-14-5 61,-11-6 96,-7-7 56,-1-11 16,5-11 162,9-15-319,13-12-32,11-11-52,19-3 407,18-1-434,23 4-26,-18 13 1,3 1-135,3 2 0,2 3 123,-1 0 1,-1 3-4,-2 4 1,-2 2 15,22 12-26,-17 13-1,-16 8-5,-25 9-51,-34 5-277,4-23 0,-7-2 171,-12 0 0,-4-2-752,13-7 0,-1-2 0,-1 0-1265,-5-1 1,-1 0 0,1-2 1862,4-2 1,1 0 0,4-1 0,-5-1 0,6-1-1,-7 0 1</inkml:trace>
  <inkml:trace contextRef="#ctx0" brushRef="#br0" timeOffset="100715">12067 7251 25091,'-41'-2'599,"-1"0"1,-8-8-600,92-11-17,8 2-39,-4 5 0,7 2-789,-11 4 1,2 1 0,0 0 515,1 1 0,1 0 0,0 2-534,6-2 1,1 2 0,-3 1 375,11 5 0,-8 2 0,8-3 0,-16 6 0</inkml:trace>
  <inkml:trace contextRef="#ctx0" brushRef="#br0" timeOffset="100923">12269 7603 25735,'-39'14'588,"0"-1"0,0 2 0,16-8-554,30-11-23,17-7-39,7-2-137,14-5 0,6-2-943,-8 3 1,2-1 786,-1 1 0,3-2 0,-2 0-850,11-7 1,-3-1 1170,-2-5 0,-4 1 0,4-3 0,-16 2 0</inkml:trace>
  <inkml:trace contextRef="#ctx0" brushRef="#br0" timeOffset="101115">12601 6737 21377,'-2'-2'4246,"0"0"-2207,2 2-1664,-72 101-2341,48-58 1,-2 4 1984,-1-2 1,-5 6 0,-1 1-1,5-3-21,5-6 0,3-2 1,-2 4-63,0 0 0,-2 3 0,-1 4 0,1-1 1,2-3-269,0 1 0,2-2 0,1 1 1,-1 3 187,1-2 1,-1 4 0,0 2 0,0-1 0,2-3-1,2-6 1,-2 7 0,2-6 0,2-1 0,3-2 0,1-1-1,0 0 1</inkml:trace>
  <inkml:trace contextRef="#ctx0" brushRef="#br0" timeOffset="101699">15267 6101 25737,'-54'-27'69,"1"0"1,-1 0 0,0-1-1,-3 3 1,-1 0 0,0 1-1,-3 1-1113,6 4 1,-1 0 0,-2 1 0,0 1 0,-2 2 1039,7 2 0,-2 2 1,-1 1-1,0 0 0,1 1 1,1 1 1,-2-1 1,3 1 0,-1 1 0,-3 1 0,-4 1 0,10 2 0,-4 1 1,-2 1-1,-2 0 1,-2 0-1,1 1 1,0 1-1,1 0 0,3 0-146,-5 1 1,2 1 0,2 1-1,0 0 1,-1 0 0,-3 1-1,-3 0 146,11-1 1,-2 0-1,-2 1 1,-1-1-1,-1 1 1,-1 0 0,0 1-1,0 0 1,1 0-1,1 0 1,1 1-43,-7 1 1,0 1 0,2 1-1,-1 0 1,1 0 0,0 1-1,0 0 1,0 0 0,-1 1 49,6-1 1,-1 1 0,0 0 0,0 0 0,1 1 0,-1 0 0,0 0-1,0 1 1,0 0 0,1 0-92,-1 1 1,-1 0 0,1 0 0,0 0 0,0 1 0,0 1-1,0-1 1,0 1 0,0 1 0,1 0 102,0 0 1,0 0-1,0 1 1,0 0 0,0 1-1,1 0 1,0 0 0,0 1-1,0 0 1,1 0-5,1 0 0,0 1 0,0 0 0,0 0 0,1 1 1,0 0-1,0 0 0,0 1 0,1 0 0,1 0 2,-4 3 1,0 0-1,0 0 1,1 1-1,1 0 1,0 1-1,0 0 1,1 0-1,1 1-2,-3 2 0,1 1 1,0 1-1,1-1 1,1 2-1,1-1 1,1 1-1,1 1-9,-2 3 1,1 0-1,1 0 1,1 1-1,1 1 1,3 0-1,1 0 22,-1 4 0,2 1 1,1 0-1,3 1 1,3 0-1,2 1-29,1 4 0,3 1 0,3 1 0,5-1 0,5 1 8,4 8 0,6 1 0,7 0 0,7-3-3,9-2 0,7-1 0,6-3 1,6-3-3,1-8 0,4-4 0,5-1 1,3-2-1,2-3-2,-1-3 1,3-3 0,2-1 0,2-2 0,2-1 0,1-2-3,-10-4 0,2-1 0,2-1 0,0-1 0,1-1 0,1 0 0,0-1 0,2-1 4,-2-1 1,1-1-1,1-1 1,0 0-1,2-1 1,-1 0-1,2-1 1,-1 0-1,2-1 5,-3 0 0,0-1 1,2-1-1,-1 0 0,1 0 0,1-1 1,0 0-1,0-1 0,0 0 1,1-1 2,-3 0 0,1 0 0,0-1 0,0-1 1,0 0-1,1 0 0,0-1 0,0 0 0,0 0 1,1-1-1,-1 1-11,-3-1 1,1 0 0,-1-1 0,1 0 0,0 0-1,0 0 1,0-1 0,1 0 0,-1 0 0,0 0 0,1-1-1,-1 0 16,-3 0 0,0 0 0,1-1 0,-1 0 0,1 0 0,-1 0 1,1-1-1,-1 0 0,1 0 0,0 0 0,-1 0 0,1-1 0,0 0 2,0 0 1,0 0 0,0 0-1,0-1 1,1 0 0,-1 0 0,0 0-1,1 0 1,-1-1 0,0 1 0,0-1-1,1 0 1,-1 0-6,0-1 0,0 1 0,0-1 0,0 0 0,0 0 1,0 0-1,0-1 0,0 1 0,0-1 0,-1 0 1,1 0-1,-1 0 0,1 0-12,-2-1 0,0 1 0,1 0 0,-1-1 0,0 1 0,0-1 0,0 0 0,-1 0 0,1 0 0,-1-1 0,0 1 0,0-1 0,0 0 0,2-1 0,0 0 0,1 0 0,-2 0 0,1 0 0,0-1 0,-1 0 0,0 1 0,0-2 0,-1 1 0,0 0 0,-1-1 0,3 0 0,-2-1 0,1 1 0,-1-1 0,0 0 0,0 0 0,-1-1 0,-1 1 0,0-1 0,0 0 0,-2 0 0,8-4 0,-2 1 0,0-1 0,0 0 0,-2 0 0,0-1 0,-1 0 0,-2-1 0,-1 0 0,0 0 0,-1-1 0,-1-1 0,-1 0 0,-2 0 0,-1-1 0,-2-1 0,-3 0 0,5-6 0,-1 0 0,-3-2 0,-3 0 0,-5-1 0,-4-2 50,1-14 1,-5-3-1,-9-1 1,-13 2-51,-13 1 0,-11-1 0,-9 2 0,-8 4-55,3 13 1,-6 1 0,-4 3 0,-5 1-1,-2 1 1,-2 2-117,5 4 1,-4 1 0,-2 2 0,-2 0 0,-2 2 0,-1 0 0,-1 1 0,-1 1-596,4 2 0,-2 1 1,-1 0-1,-2 2 1,-1-1-1,0 2 0,0 0 1,0 0-1,1 0 1,0 1 765,1 1 0,0 0 0,-1 0 0,0 1 0,1 0 0,0 1 0,1 0 0,1 1 0,2-1 0,2 2 0,-7-2 0,1 1 0,1 1 0,2 0 0,2 0 0,3 2 0,1 0 0,-7 0 0,0 0 0,0 1 0,0-1 0</inkml:trace>
  <inkml:trace contextRef="#ctx0" brushRef="#br0" timeOffset="109481">24271 4207 25984,'-55'11'364,"0"0"1,0 1 0,-5 2 0,9 3 145,7 9-310,104-16-122,-16-12 1,9-4 0,5-2-1075,-11 1 1,4-1 0,2 0-1,1-1 1,3 0 1060,1 0 0,1-1 0,3-1 1,1 1-1,1-1 0,1 1-168,-9 2 0,2 0 0,0-1 0,1 1 1,1 0-1,0 0 0,1 0 0,0 1 120,-2 0 1,1 0-1,0 0 1,1 1-1,0 0 1,1 0-1,0 0 1,0 1-1,0 0-64,-4 0 1,0 1-1,0 0 1,1 0-1,0 0 1,-1 0 0,1 1-1,0 0 1,0 0-1,-1 0 19,6 0 1,0 0 0,0 0 0,0 1 0,0 0-1,-1 0 1,0 0 0,0 1 0,-1-1-160,-4 1 1,0 0-1,0 0 1,-1 0 0,0 0-1,0 0 1,-2 1-1,0-1 1,0 1-536,7-1 0,1 1 1,-2-1-1,0 1 0,-2 0 1,-2 0-1,-2 0 698,8 0 0,-2 0 1,-3 0-1,-2 0 0,-5 0 1,6 0-1,-5 0 0,-7 1 1,-13-1-1,1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9:56:52.72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5895 3402 22218,'3'-63'1409,"0"0"1,-1 1-1,0 26-1381,-3 38 12,1 21-7,0 8 1,-1 6-20,0 5 0,-2 2-734,-1 17 0,0 1 616,-2-3 1,0-1-368,0-1 1,0 0-1045,2 0 0,0-3-1199,1-12 0,2-1 2714,0 0 0,0-6 0,1-6 0,0-4 0</inkml:trace>
  <inkml:trace contextRef="#ctx0" brushRef="#br0" timeOffset="373">5892 3155 21573,'-19'-53'1116,"0"0"1,2 9 0,0 6-860,-3 2-21,-6 25-85,-25 49-118,20-11 1,-1 6-809,3 1 1,-1 4 0,0 2 781,1 3 1,2 2 0,0-1-7,5-6 1,2-1 0,0 2-2,-1 10 0,1 3 0,4-1-114,6-9 0,3-1 0,3 3 39,3 2 1,2 3 0,3 1-1,2-3-30,4 4 1,4-3 0,5 0-345,5 3 0,5-2 0,4-6 327,-1-15 1,4-5 0,2-3-17,1-5 0,2-3 0,1-4 42,3-3 1,0-5 0,0-3 82,1-3 0,-1-3 0,1-3 63,-1-4 0,-1-3 1,-2-3 48,-2-3 0,-1-3 0,-4-2 22,-2-2 0,-4-3 1,-2-2-25,-3-2 0,-4-3 0,-2-1-45,-4-4 0,-2-1 1,-3-1-422,0-4 0,-4-1 1,-1 0 435,-3 0 0,-2-1 1,-2 1 40,-2 4 1,-2 1-1,-3 2 52,-10-11 1,-4 6-139,4 16 1,-5 8-101,-22 7 0,-6 13-488,10 12 0,-2 7 566,-2 3 0,-4 3 0,6-1 0,8 0 0,5 1 0,0 2 0,1 1 0</inkml:trace>
  <inkml:trace contextRef="#ctx0" brushRef="#br0" timeOffset="1273">10138 3458 22173,'-5'-55'1041,"-1"-1"1,4 6 0,3 5-722,15-1-192,11 9-72,8 15-28,2 11-28,0 19-16,-7 17 4,-8 20-10,-10-2 5,-14 1 0,-6 3 17,-3-12 0,-3 0-429,-6 18 0,-3 1 443,-1-11 0,-1-2-3,1-3 0,0-1 8,4-4 1,0-2 8,-8 18-33,12-13 27,10-11 6,15-11 6,11-7 852,21-12-958,20-9-15,-22 1 0,1-1-690,7-4 0,1-1 402,3-1 0,0-1-227,0-3 0,-1 0-412,-1-2 0,-3-2-1070,-5-1 0,-4-3-288,-6 0 0,-4-2 389,-8 0 1,-6-2 1592,-9 1 1,-7 0 1136,-8 0 1,-7 2 708,-10 0 1,-7 3-35,-9 0 1,-4 4-194,-8 0 1,-2 2-903,16 10 1,-1 0 0,0 2 183,-1 2 1,0 1 0,-1 1-148,1 1 0,0 2 0,0 2-77,0 3 1,0 2-1,0 3-65,0 2 0,0 2 1,0 3-76,0 3 1,0 4-1,2 3-67,-1 2 1,1 4 0,3 3-249,0 2 0,3 4 1,2 2 180,2 2 0,3 3 0,3 1-17,4 1 0,4 1 1,3 1-27,4-1 0,3 0 1,6-1 12,5-3 0,4 0 1,6-3-12,16 15 0,11-6-282,-5-19 1,6-3 0,2-4 239,8-2 1,2-4 0,3-2-265,-10-4 1,2-3 0,0-1 0,1 0 228,2-2 0,1-1 0,0-1 0,0-1 47,0-2 1,1-1-1,-1-2 1,0-1 30,-2-1 1,-1-1-1,0-2 1,-2-3 63,11-4 0,-2-4 1,-3-3-77,-7-2 1,-2-4 0,-4-2 99,-6-2 1,-3-2 0,-3-3-16,-4-2 1,-3-3 0,-3-1-5,-2-2 1,-4-2 0,-1 0 35,-3-1 1,-1-1 0,-3 1 21,-3 1 1,-2 1 0,-3 1 211,-5-15 1,-6 4-293,-7 9 0,-7 6-118,-7 9 0,-5 8-435,-9 6 1,-5 7 498,10 8 1,-1 5-1,4-1 1,2 0 0,4 1-1,0 4 1,1-1 0</inkml:trace>
  <inkml:trace contextRef="#ctx0" brushRef="#br0" timeOffset="2533">14022 3487 24385,'-4'12'918,"0"-1"-581,1-3 10,-1-1-78,0 0 22,-1-3 101,3-2-33,0-1-130,0-8-150,-2-7-40,0-17 6,0-12-51,10-5-22,7 4 0,13 12 6,8 14 16,4 11-22,2 16 6,-2 12-1,-2 17 1,-7 12 8,-17-21 0,-4 4-6,-6 9 1,-6 3-420,-6-5 0,-4-1 436,-1 0 0,-5-1-14,-12 1 0,-4-4 9,2-4 0,0-2 10,-9 7 1,0 0 2,5-4 1,1-2 2,5-4 1,3-2-26,-3 2-16,13-8-12,23-16 11,18-4-22,23-7-3,-10 1 1,3-1-255,8-3 1,1 0 261,3-1 1,1-2-117,1-1 0,-1-1 55,-2-1 0,0-1-93,-1-1 1,-1-2-262,9-7 1,-3-3 73,-7 2 0,-2-2 174,-3 1 0,-3-3-236,-4-4 0,-6-4 124,-9 6 0,-5-3 206,0-18 1,-7-3 187,-10 10 1,-7 2 92,-10-7 0,-8 5-54,4 18 1,-5 5 162,-15-5 0,-4 5 36,3 8 1,-5 3-936,-2 4 0,-6 1 1,3 1 772,-4 0 0,-2 4-6,12 7 1,-7 2-1,2 3 1,7 0-322,2 3 0,1 3 233,-9 5 1,-5 6 0,7 2-11,2 9 0,4 6-129,9-7 1,-1 4 0,4 3 95,2 10 1,4 5 0,5 0-425,6-7 0,3-1 1,4 1 412,1-1 1,3 0-1,6-2-9,8-2 0,5-2 1,4-3 608,12 7 0,8-3-630,-5-9 1,4 0 0,3-3-29,5-2 1,2-4 0,4-4-183,-2-4 1,3-3-1,2-3 1,-2 0 231,11-2 1,-1-2 0,-1-2 19,-1-1 0,0-2 0,-2-3 33,-7-5 1,-2-4-1,-3-4-69,-5-6 1,-3-5-1,-1-1 71,0-2 0,-2-2 1,-1-2-25,-4 2 0,-1-2 0,-5-4 24,-2-15 0,-6-6 0,-3 6-11,-3 7 0,-3 0 22,1-10 1,-1-7 0,-5 6 883,-6 8 0,-6 2-817,-11-14 1,-8 4-102,-3 16 1,-6 7-677,-16 2 0,-4 8 565,13 12 0,-1 5-382,5 4 1,-4 2 0,2 4 388,-16 7 1,3 2-1,14-7 1,2 2 0,7 2-1,0 1 1</inkml:trace>
  <inkml:trace contextRef="#ctx0" brushRef="#br0" timeOffset="3000">19297 3810 21731,'10'-42'726,"1"0"0,-1 1 0,1-6 0,-1 0 0,-3 7 41,-2-11-269,-4-4-414,-6 43-40,-3 23-21,3 5-1,-4 35-39,4-12 0,1 4-539,0 1 0,1 3 304,0 11 0,2 0-345,3-8 1,1-2 139,-1-10 1,2-1-964,1 5 0,2 0-3496,0-10 1,-1-2 2825,4 18 1,-2-13 0,-7-30 0</inkml:trace>
  <inkml:trace contextRef="#ctx0" brushRef="#br0" timeOffset="3333">19512 3576 16113,'-6'-48'1314,"0"-1"0,1 1 0,-8-9 0,-2-1 0,-4 8-807,-5 9 0,-4 5-883,1 3 1,-4 0 0,-2 5 593,-16 2 1,-4 9-28,-4 5 0,-1 6-121,11 5 0,-1 6 28,2 7 1,-2 7 0,5 3-54,-2 9 0,4 5-390,2 0 1,-2 3 0,6 2 353,8 1 1,5 1-1,3 2-608,2 3 0,4 2 0,2-2 599,-3 11 0,9 2-8,12-3 1,7 3 0,4-5-313,1-17 0,4-3 1,3 2 310,2 0 1,4 3 0,3-2-1,1-3-5,3-7 0,2-3 0,2-3 0,1 0-179,4-1 1,1-1-1,2-2 1,1-2 183,2-1 1,2-1 0,-1-3-1,-1 0-2,4 1 0,-1-3 0,2-2 40,-4-6 0,5-2 1,-2-3-1,-6-2 29,-8-4 0,-5-2 0,2-3-1,13-4 1,1-4 0,-7-4 545,-5-16 0,-10-6-561,-6-7 0,-7-4-14,-9 15 0,-4-1 0,-2-1-21,-4-3 1,-3-1 0,-3 0 21,-3 1 0,-4 0 0,-5 1-192,-4 3 1,-6 3 0,-4 3-716,-7 3 1,-5 5-1,-1 4 811,0 5 0,-1 3 0,2 4 0,-5 0 0,3 4 0,-13 3 0</inkml:trace>
  <inkml:trace contextRef="#ctx0" brushRef="#br0" timeOffset="4266">5752 5148 25914,'-11'-41'336,"-2"31"-280,4 63-62,2-14 1,-1 1-890,-1 4 1,0 2 603,0 2 0,0 1-1255,-1 12 0,1 1-1244,1-8 1,1-2-535,0-1 0,1-3 3324,1-9 0,0-6 0,1-7 0,1-3 0</inkml:trace>
  <inkml:trace contextRef="#ctx0" brushRef="#br0" timeOffset="4466">5499 5924 14460,'-6'-6'8424,"1"2"-7394,-28-34 1,-6-9-532,15 16-156,-4-4 1,-6-7-1,9 9-102,13 14 56,-4-9-191,13 22-61,2 3-28,12 13 5,21 21-10,-2-3 4,-2-3 1,4 0-6,0-3 1,1-1-620,3 0 0,1 0 557,7-1 1,1-2-292,-7-7 1,-1-3-1610,0-3 0,0-2 1951,23 0 0,-24-3 0,-18 0 0</inkml:trace>
  <inkml:trace contextRef="#ctx0" brushRef="#br0" timeOffset="4983">5492 6998 25774,'-56'-20'282,"0"-1"0,10 2 0,4 8-153,-10 30-101,19 6-6,2 25-5,18 2-380,15-18 0,5 0 377,5 0 0,2-3-9,17 20-25,-1-12 1,3-1 19,-9-13 0,1-1 0,9 11 0,1-1-3,-11-11 1,-3-1 7,8 17 261,-25-3-227,-32 0-31,3-18 1,-5-1-426,-9 0 0,-4-2 207,-5-1 0,-2-4-1516,-1-3 1,1-3 1725,7-5 0,3-1 0,-10-2 0,25-3 0</inkml:trace>
  <inkml:trace contextRef="#ctx0" brushRef="#br0" timeOffset="5557">6243 1815 25578,'-9'54'-21,"0"0"1,3 4 0,7-2-829,12-10 0,3-2-3632,0 3 0,-1 1 4481,2 1 0,-2-5 0,0 2 0,-9-22 0</inkml:trace>
  <inkml:trace contextRef="#ctx0" brushRef="#br0" timeOffset="5741">6128 2046 16812,'1'-51'794,"0"0"1,-1 1-1,1-1 1,0-11-1,0 1 1,1 4-581,0 12 1,1 2 0,1 3 458,-1-3 1,2 3-593,3-2 1,4 4-239,9 3-325,20-5-778,9 33-776,-19 13 0,-1 3-1493,22 13 3529,-24-3 0,-4 1 0,-6-2 0,-1 0 0</inkml:trace>
  <inkml:trace contextRef="#ctx0" brushRef="#br0" timeOffset="5874">6215 2210 26010,'32'-52'-1670,"0"1"1,2 2 0,1 7 1669,-8 22 0,-1 4 0,10-6 0,-15 11 0</inkml:trace>
  <inkml:trace contextRef="#ctx0" brushRef="#br0" timeOffset="6999">25921 6579 19350,'13'-61'829,"0"-1"0,1 1 0,-4 9 0,1 2 0,-3 7-566,-1 8 0,-2 7 387,-1-2-410,-5 25-60,-5 24-9,-3 16 0,-1 9-93,-3 10 1,0 4-549,3-16 1,0 1-1,0 3 488,-3 14 1,0 3 0,2 1-740,3-17 1,0-1-1,1 2 1,0 3 714,0 2 0,0 3 1,0 2-1,1 1 1,-1 1-341,2-5 0,0 1 1,1 1-1,-1 1 1,1 2-1,-1 3 257,1-8 0,0 3 0,0 2 0,0 1 0,0 1 0,1 0 0,-1-1 0,0-2 0,1-3-175,-1 2 1,1-2 0,0-3 0,-1 1 0,1 0 0,0 2 0,-1 4 104,0-4 0,0 3 0,0 2 0,0 1 0,-1 2 0,1 0 0,-1-1 0,0-2 0,1-2 0,-1-2-240,0 5 0,-1-2 0,1-3 0,-1 0 0,0 0 1,1 1-1,-1 2 184,0-5 1,1 0 0,-1 2 0,0 0 0,0 1 0,1 0 0,-1 0 0,0 0 0,0 0-879,0 1 1,-1 2 0,1 0 0,-1 1-1,1-1 1,-1-1 0,1-2 0,0-2-1,0-3 1053,-1 16 1,0-5 0,1-2 0,-1-2 0,1 0 0,0-4-1,0 3 1,1-3 0,0-8 0,2-11 0,0 2 0</inkml:trace>
  <inkml:trace contextRef="#ctx0" brushRef="#br0" timeOffset="7349">28672 6189 25203,'34'26'29,"0"0"0,0-1 0,-4 9 0,-2 4 0,-9 5-21,-13 3 1,-7 4-1,-5 3 1,1 1-1152,2-4 1,-1 2 0,-1 0 0,0 0 0,0-1 1133,-1 6 1,-1-1 0,0 0-1,-1 4 1,0-9 1,0 2 0,-1 2-1,0 2 1,-1 1 0,-1 0-150,1 0 1,-1 1 0,-1 1-1,0 2 1,0-1 0,0 2-1,-1-1 156,2-5 0,-1 1 1,1 0-1,-1 1 1,-1 0-1,1 0 0,0 2 1,-1 1-53,1-5 1,0 1 0,-1 1-1,1 1 1,-1 0 0,0 1-1,0-1 1,1 0 0,-1-1-1,1-2 14,-1 2 1,0 0-1,0-1 1,0-1-1,1 0 1,-1 0-1,1-1 1,-1-2-1,1 0-163,-1 6 0,0-3 1,0 0-1,0-1 0,0-1 1,0 2-1,0 1-17,0-2 1,0 1-1,0 1 1,-1 0 0,1 0-1,-1-1 1,0-1 0,0-1-1187,0 0 1,-1 0 0,0-1-1,0-1 1,0-1 0,1-1-1,0-2 983,-2 11 1,1-2 0,-1-2 0,2-1 0,-1-2 0,-3 9 0,-1-1 0,2-6 0,5-15 0,0-8 0</inkml:trace>
  <inkml:trace contextRef="#ctx0" brushRef="#br0" timeOffset="7632">25755 11180 25494,'-7'4'-151,"2"-1"162,5-3 135,0 0-62,85 21-1277,-32-22 0,6-6 1,4 2 1224,-4 5 0,4 2 0,2-1 1,1-2-302,-14-3 0,1-2 0,2-1 0,-1 0 0,1-1 0,-2 1-45,6 0 0,-1 0 1,0-1-1,0 1 1,0-1 313,3-1 0,1-1 0,0 1 0,-3 0 0,-5 0 0,4 0 0,-6 2 0,-2-2 0,-6 1 0,-1 0 0,1 0 0</inkml:trace>
  <inkml:trace contextRef="#ctx0" brushRef="#br0" timeOffset="9157">27006 10407 23560,'19'-55'978,"-1"-1"1,3-2-1,-2 5-709,-6 21 0,-2 3 78,12-22-201,-12 31-84,-7 17 84,-17 31-101,-11 14-23,2-8 0,-3 3-538,-3 0 1,-2 1 335,-1 1 1,1 0-17,7-10 0,1 2-1037,1 9 1,5-2-224,5 0-3460,12-4 1,5-2 3123,2-12 0,10 4 0,-13-21 0</inkml:trace>
  <inkml:trace contextRef="#ctx0" brushRef="#br0" timeOffset="9490">27269 9937 19316,'-3'-8'2400,"-15"-27"0,-6-5-1644,0 14-653,1-13 1,-5 5 339,-21 32-207,0 20-859,9 0 1,-4 4 720,-1 7 0,-2 5-897,12-7 0,0 2 1,1 0 823,-8 7 0,0 4-7,4 3 1,0 6 0,5-1-447,4 4 1,5 1 430,2-4 1,0 3 0,8-3-18,11 8 0,12-3-3,12-8 0,9-5 17,-1-9 0,7-7 0,2-8 0,6-4 0,3-4-13,12-4 0,4-5 0,1-2 8,-14 0 1,0-1 0,1-1 0,1-1-327,8-3 1,2-1 0,0-3 0,-4-1 350,5-6 1,-4-2 0,-2-3-8,-7-1 0,-1-1 0,-5-4 0,-8 1 0,-3-2 0,-5-3-13,2-17 0,-12-4-23,-16-1 1,-10 1-3,-1 11 0,-10 1-296,-15 5 0,-11 2 0,-2 6 321,0 11 0,-1 6 0,1-1 0,6-4 0,1 0 0,1 3 0,-10 10 0,1 0 0</inkml:trace>
  <inkml:trace contextRef="#ctx0" brushRef="#br0" timeOffset="11333">6554 4946 17612,'-22'-42'1053,"0"0"0,0 0 0,-6-14 0,7 6 17,13 4-187,6 18-698,2 14 188,3 20 64,5 19-45,7 27-260,-5-13 0,1 5-831,2 12 0,1 4 738,-2-13 1,-1 3-1,2 0-589,1 5 1,2 2-1,1 0 565,-2-12 1,0 1-1,3-1 1,0 0 7,3-1 1,1 1 0,1-2 0,3-2-3,3-1 0,2-1 0,2-2 0,2-3-5,3-1 1,3-2 0,2-2 0,2-3-454,3-1 1,3-4 0,1-1 0,2-3 443,4-1 0,1-3 0,2-2 0,0-1-320,-10-4 1,0-1 0,1-1 0,1-1 0,-1-2 328,2-1 1,-1-2 0,1-1 0,0-1 0,0-1-13,-1-1 1,0-1-1,0-2 1,0-1-1,-1-1-119,-1-1 1,1-1-1,-1-2 1,-1 0-1,0-2 122,-2 0 1,0 0 0,0-2 0,-1-1 0,-1 0 15,10-5 1,-2-1 0,0 0 0,-2-1 21,-3 0 0,-1 1 0,-2-2 0,-1 1 27,7-8 1,-2 0 0,-3-1 256,-7 3 1,-3 0 0,-3-1-179,6-12 0,-6-1-8,-9 4 0,-5 0 0,-7 4 0,-3-1 720,-3 4 0,-4 0-776,-2 2 0,-3 1-75,-5-28-12,-3 18 2211,-5-3-2211,-3 11 1904,-3 2-1904,-2 3 858,4 14-858,3 6 329,4 3-329,3 3 0,4 2 0,3 1 0,2 1 0,-3 0 0,-1 1 0,-9 2 0,-12 4 0,-13 6 0,-9 5 0,-3 4 0,6 2 0,7-1 0,12-1 0,6-3 0,8-3 0,4-4 0,4-2 0,2-3 0,6-4 0,5-2 0,15-10 0,16-8 0,-13 2 0,2-1-327,5-3 1,1 0 326,2-1 0,1 0 0,-1 1 0,0 1 0,-3 2 0,-1 1-21,-3 3 1,-2 2 20,18-3 0,-10 12 0,-9 13 0,-6 16 0,-6 18 0,-4 13 0,-6-27 0,-1 1 192,0-1 1,2 1-193,2-2 0,1-1-18,15 24-2121,4-8 2139,0-11 0,-13-17 0,-5-8 0</inkml:trace>
  <inkml:trace contextRef="#ctx0" brushRef="#br0" timeOffset="12774">6842 2896 20695,'36'-41'291,"-1"-1"0,1 0 0,0 0 1,3 1-1,0 0 0,2 2 1,2 3-221,1 5 0,1 4 1,2 1-1,1-1-1089,5-1 0,1-1 0,2 1 0,1 0 1048,-8 5 0,1 1 1,2-1-1,0 1 1,0 0-191,5-1 0,0 1 0,2 0 0,0 0 1,1 0 167,-7 4 0,1-1 1,1 1-1,1-1 1,0 2-1,0-1-64,3 0 1,1 0 0,0 1 0,1-1 0,0 1 0,0 1 56,-6 1 1,-1 1 0,1-1-1,1 1 1,-1 1 0,1-1-1,0 1-123,1 0 0,0 0 1,0 1-1,1 0 1,-1 0-1,1 1 1,0 0 122,-1 0 1,1 0-1,-1 1 1,1-1 0,-1 2-1,1-1 1,-1 1-1,-1 1 1,1-1 0,-1 1 0,0 1-1,0-1 1,0 1 0,-1 0-5,6 0 0,0 0 0,0 1 0,-1 0 0,0 0 0,0 1 32,-5 1 0,1-1 1,-2 1-1,1 1 1,-1 0-1,-1 0-29,6 0 0,0 1 0,-2 0 0,1 0 0,-2 1 5,9 0 1,-1 1 0,-1 0 0,-1 1-2,-5 0 0,0 0 1,-1 1-1,-1 1-4,-5-1 0,0 1 0,0 1 0,-2 0 174,13 1 1,-2 2 0,0 0-164,-4 0 0,-1 2 0,-1 0-9,-2 2 0,-2 1 0,0 2 0,-2 0 0,-2 3 0,-1 1-2,-1 1 0,-1 3 0,-2 1 280,-2 1 1,-2 1 0,-1 2-273,13 14 0,-4 2 0,-6-1 1,-3 1-6,-5-3 0,-2-1 741,-4-2 0,-1-2-739,-2-4 1,-2-1 1807,16 22-1790,-7-10 1596,-7-9-1446,-7-9 1192,-8-5-1180,-4-4 480,-5-1-581,-2-2 114,-5-3-175,-1-1-6,-3-3-17,-2-2 33,-9-1 1,-7-3-29,-11 0 57,-8-1 78,-3 3 67,3 2 34,8-1-6,11 0-44,11-1-18,10-2-33,7-2-28,2-2-22,2 1-34,1 1-28,1 2-17,5 1 6,7 3 11,11 4-28,11 2 17,12 1-17,14-4-270,-27-3 0,2-2 278,3-3 1,0-2-1,3-1 1,-1-2 13,0-3 0,0-2-11,-1-1 1,-1-1-7,-2-1 1,0 0-3,1-2 0,-1 0-3,0 0 0,-2 0 16,22-9 6,-20 9 1,-4 1 5,-7 3 45,14-8-16,-35 18-57,-1 0 0,-6 2 540,-5 5-540,-6 4 0,-7 8 0,-9 6 0,-10 7 0,-12 5 0,20-15 0,-2 1-450,-6 2 1,-2 1 449,-5 2 0,-2-1 0,-4 2 0,0-1 0,0-1 0,0-3 0,4-2 0,1-3 0,9-5 0,3-3 0,-15-3 0,19-16 0,15-15 0,7-14 0,6-10 0,1-2 0,1 3 899,0 11-899,-1 13 0,0 12 0,-1 10 0,0 7 0,2 12 0,2 9 0,10 12 0,11 4 0,2-18 0,3-2 0,14 7 0,-7-14 0,2-3 0,17-6-269,-19-6 0,2-4 269,0-2 0,-1-3 0,-1-5 0,0-2 0,4-5 0,-3-2 0,11-8-57,-20 12 1,-3 1-5663,-8 4 5719,-2 2 0,-10 8 0,-4 4 0</inkml:trace>
  <inkml:trace contextRef="#ctx0" brushRef="#br0" timeOffset="19349">26872 8935 20336,'-23'-57'1189,"1"-1"0,2 6 0,6 3-606,12-5-309,26 4-235,14 22-598,10 7 556,-13 19 0,1 5-25,24 14-3,-24-3 1,-2 3-32,-5 4 1,-5 5 13,-8 8 0,-7 2 54,-6 15 5,-16-12 0,-9 0 17,-5-11 0,-4-2-515,-11 9 0,-3 0 559,-3-1 1,-4 0 20,12-9 1,-1 0-1,3-2-57,-1 1 1,3-1-4,-8 4 1,8-1 367,16-3-362,10 1 34,46-10-62,0-10-359,9-7 1,5-4 313,-4-2 1,2-2-415,-5 1 0,2-1 0,0 0 405,3-2 0,0 0 1,1-1-22,-1-1 1,1 0-1,0-2-84,5-3 1,1-3 0,-2 0 29,-11 3 1,-2-1-1,-1-1 34,15-8 0,-5-3 55,-17 0 0,-7-3-195,-12 4 0,-7-2-1224,-8-21 1,-8-1 1441,2 16 1,-6 1 102,-15-4 0,-9-2 0,2 7-166,5 11 1,-3 4 185,-9-5 1,-7-1 0,0 4 89,-8 5 0,-2 5-65,9 1 0,-2 2 0,-3 1-32,5 5 1,-3 2-1,0 1 1,2 2-29,-10 2 0,1 2 0,1 1-49,1 0 1,1 2 0,2 3 22,5 5 0,1 4 0,5 3 37,-8 9 0,4 5-5,11-4 0,0 3 1,3 2-52,5 3 0,3 2 1,6 4-7,6 10 1,7 3 0,3-2-13,2 3 1,9-1-2,12-6 1,8 1 0,7-8-4,2-15 0,5-7 0,6-1 10,-1-2 1,5-2 0,4 0 0,1-2 0,-2-1-285,-2-2 0,0-2 0,0-1 0,1-1 0,2-1 266,-1-1 1,1 0-1,2-1 1,0-1-1,-1-1 1,-3-1 6,14-2 0,-1-3 0,-3 0 0,-3-2 1,4 1 0,-4-1 0,-1-3 460,-4-4 0,-1-3 0,-8-6-431,-8-15 1,-7-3-42,-1 8 0,-10-3-31,-20-7 0,-13-7 0,-6 6-185,-17-1 0,-7 5-80,10 4 1,-1 0-1,-4 3 293,-16 0 0,-4 4 0,8 5 0,20 7 0,1 2 0,-15-3 0,-1 0 0</inkml:trace>
  <inkml:trace contextRef="#ctx0" brushRef="#br0" timeOffset="20915">11067 4476 23926,'6'49'358,"1"-1"0,-3-8 1,4-1-267,10 12 1,6 1-631,-2-6 1,4 1 617,4-1 1,4 4-1,3-4-751,-2-6 1,2-3 0,4-1 700,-2-6 1,3 0 0,0-2 0,0-3-20,0-3 0,-1-4 0,5-3 1,0-3 0,6-2 1,2-2-1,-1 0 1,-5-2-11,1 0 0,-5-2 0,8-1-4,-1-2 0,10 1 0,3-2 0,1 0 0,-4 0 0,-8-2 2,3 0 0,-7-1 0,7-2 2,-5-1 0,8-1 0,3-2 0,1-1 0,-4 0 0,-7 0-2,11-6 0,-7 0 0,3-3 1,-12 4 0,3-1 0,0-1 0,-1 0 0,-5-1 8,10-7 1,-5-1-1,-2-1 11,-6 2 1,-3-2 0,-1 0 26,8-11 1,-4-1 16,-9 3 1,-3-1 36,-6 3 0,-4-1 16,-5 4 1,-2 0 106,0-25-11,-11 6-85,-13 6-72,-16 8-28,-21 8 419,2 11-433,-2 10 0,-5 4 0,14 1 0,-2 3 559,-18 0 1,0 2-569,14 1 1,2 2-3,6 1 0,3 0 8,-15 5 774,0 7-779,25-9 0,-4 3 5,19-8 11,6-3 174,4-1 778,10-8-940,11-3 91,18-11-108,14-1-12,-22 11 1,1 1-173,1 2 0,1 1 178,1 2 1,-1 2-10,0 1 1,-1 1 0,0 3 0,-1 1-3,17 3 0,-14 3 0,-2 3 0,9 8-11,-13-5 0,-1 1 11,6 17 28,-11 4-17,-10-5 45,-7 25-33,-7-16-18,0 18 12,-1-16-6,2-9 12,2-8 27,1-11 68,-1-8 366,3-10-411,1-11-23,2-11-22,-1-13-44,-3 3 32,-7-25-4,-9 16-191,2 11 1,-3 1 178,-24-19 0,12 27 0,-3 2 8,-4 1 1,-3 4-6,-2 2 0,-2 4 8,-1 2 0,1 3-6,2 3 1,2 2-26,1 4 1,3 1 14,-24 12 44,7 11-28,7 8 0,5 7 0,8 2-58,8 0 52,10-1-33,9-5 11,10-2-223,10-4-998,14-4 1238,20-6 0,-23-10 0,4-6 0</inkml:trace>
  <inkml:trace contextRef="#ctx0" brushRef="#br0" timeOffset="25590">22006 4004 23971,'45'-3'114,"0"1"1,12-1 0,9-1 0,-2-1-100,-9 1 0,0-1 0,4 0-1140,-11 1 1,5 0 0,1 0 0,-2 0-1,-3 0 1134,10-1 1,-5 0-1,3 0 1,-2 0 0,4 0 0,-2-1 0,-5 0 169,12-2 0,-3-2-155,-7 1 1,2 0-1,-7-3 533,-8-1 0,-8-3-411,5-18 5,-36-3 0,-28-4-64,1 18 0,-5 0 1168,-5-1 1,-3 0-1133,-3 0 1,0 2 7,2 1 1,2 2 642,6 4 1,2 1-635,-8-3-67,18 9-22,14 6-23,30 17-6,6 3-19,-3 0 0,4 3 34,0-1 0,0 2-46,4 3 1,1 2-9,1 2 0,0 1-31,0 3 1,-1 2-93,-3 1 0,-2 2-129,-4 0 0,-4 1-171,-6-1 0,-6 0-336,-7-3 1,-7 0-665,-8-3 1,-5-2-2090,-6-1 1,-2-3 3528,-23 14 0,15-17 0,15-12 0</inkml:trace>
  <inkml:trace contextRef="#ctx0" brushRef="#br0" timeOffset="26840">24012 3719 25886,'48'22'82,"0"0"0,-3 0 1,-11 4-38,-19 33-17,-8 2 0,-13-6-6,-5-8 62,-6-12 123,3-15 12,4-14-57,6-19-22,8-15 0,6-19-22,10-11-268,-7 27 0,2 0 197,1 1 1,1 1-14,18-20-1,1 10 1,-2 15-23,0 11 0,-1 11-11,-1 14 0,0 12 423,-2 11-456,-2 7 10,-5 3-61,-4-1-22,-3-3 11,-2-7-152,2-9-78,2-10-11,7-10 28,7-15 163,5-11 100,2-14 51,-3-6 55,-6-1 62,-9 6 73,-9 9-67,-8 13-84,-9 10 17,-3 13-18,-5 10 1,3 12-6,4 8-11,10 3 0,7-1 0,9-3 17,8-9 17,5-10 11,6-9 27,5-16 12,0-13-16,-2-17-1,-6-10 0,-9-6 0,-10-1-33,-8 3-29,-3 8-55,-1 10-129,2 11-180,5 9-273,4 8-371,3 12-498,-4 9-398,-5 12-2666,-10 19 2089,-4-13-3052,-8 23 1636,5-17 3757,1 8 2784,9-3 3137,10-10-862,10-7-1927,8-10-1065,7-8-605,3-6-375,-1-7-296,-3-6-91,1-14-475,-13 4 27,9-18-55,-9 3-34,9-18-39,-9 12 0,-1-3-1116,-1 1 1,-1-1 1095,0 0 1,-1-1 13,-2-4 0,-2 1-253,-6 9 0,-3 0 250,1-7 0,-2 1 3,-3 7 1,-3 3 10,-7-15 1,-6 18-12,-3 16 6,-6 15 2093,-5 16-2093,-5 17-14,12-1 0,1 5-1,5-2 1,1 2 61,1 1 0,3 1-59,6 2 1,3-2-6,5-8 0,3-1-3,4 7 1,4-1 2,15 1 0,7-5 0,-2-7 0,1-5-3,2-1 0,1-4 3,1-9 0,-1-6 0,-7-6 0,0-5-17,17-11 0,1-6 20,-8-3 0,-3-5-1078,-8 3 1,-1-3 0,-3 1 1074,0-5 0,-4-3 3,-4 3 1,-2-4 0,-2 1-434,2-15 0,-3-1 443,-3 12 0,-1-3 1,-2 0-197,-2-2 0,-3 0 0,-2 2 214,-2-5 1,-4 4-32,1 6 0,-5 5 250,-14-3-250,3 25 2581,-3 2-2581,-7 33 0,4 18 0,8-1 0,2 4 252,3-5 0,2 2-252,-1 22 0,0 4-96,2-3 1,1 6 95,1-17 0,1 5 0,-1 1 0,1-1-958,-1 9 0,0-1 1,0 2-881,2-9 1,-1 3 0,1-2 0,0-3 1837,1 1 0,-1-4 0,1-3 0,0 2 0,1-5 0,-2 7 0</inkml:trace>
  <inkml:trace contextRef="#ctx0" brushRef="#br0" timeOffset="29915">14284 3074 21338,'-19'-38'54,"1"0"1,-1 0 0,-5-20-1,10 1-49,19 11 1,8 0-1016,3-5 0,5 0 1032,8-3 1,5 1 16,-6 17 0,2 0 0,3 0 30,6-1 0,2 1 0,3 0-569,-6 7 0,1 1 1,2 1-1,1 0 563,4-2 0,2 0 0,1 1 0,1 0-352,4-1 1,1 0 0,0 1 0,2 0 323,-10 5 1,1 1 0,1 0 0,0 0 0,0 0-7,1 1 0,1-1 0,0 1 0,0 1 0,1-1-251,0 1 1,1 1-1,0-1 1,0 2 0,1-1 236,0 1 1,1 0 0,-1 0-1,1 1 1,1 0-173,1 0 1,0 0 0,0 1 0,1 0 0,0 0 162,3 0 1,0 1 0,0-1 0,1 1-1,1 0-48,-9 3 0,1-1 0,0 1 0,1 0 0,0 0 0,0 0 38,2 1 0,1-1 0,0 1 1,1-1-1,1 1 0,2 1 6,-6 0 1,2 1 0,2 0 0,0 0 0,1 0 0,-2 0 0,-2 1 0,-2 0-2,2 0 1,-3 0 0,-2 1 0,0 0 0,2 0 0,3 0-1,-2 1 0,2-1 1,3 1-1,1 0 1,0-1-1,-2 2 1,-1 0-1,-4 0-39,10 1 1,-4 1 0,-2 0-1,1 1 1,2 0 43,-1-1 1,2 1-1,1 0 1,0 0 0,0 1-1,-1 1 7,-2 0 0,-1 1 0,-1 1 0,0 0 0,0 1 1,-1 0 14,-2 1 0,-2 0 0,1 1 0,-2 0 0,1 1 0,-1 0 60,7 3 0,0 1 0,-1 0 0,0 2 0,-1 0-56,-3 1 0,-1 0 1,0 2-1,-1 0 1,-1 1-3,-1 0 0,-1 1 0,0 1 1,-1 1-1,-1 0 8,0 0 0,-1 2 0,0 0 0,0 0 1,-1 1-24,0 1 1,0 0 0,-1 0-1,0 1 1,1 0-1,-1 1 1,1 0 0,-1 1 0,0 0-1,0 0-3,0 0 1,-1 1-1,1 0 1,-1 0-1,0 1-5,0-1 1,-1 1 0,0-1 0,0 1 0,0 0 10,9 7 0,-1-1 1,-1 1-1,0-1 5,-2 0 1,0 0 0,-1 0 0,-1 0 94,-2-2 0,-1 1 1,-1-1-1,0 1-83,-3-2 0,0 0 0,-1 0 0,0 2 4,3 2 0,0 2 1,-1 0-1,-2-3-26,-3-2 0,-2-2 0,1 2 15,8 8 0,0 2 0,-3-3 497,-4-4 1,-1-1-487,9 9 1,0 1-18,-4-5 1,2 1 27,-10-10 1,0 1-1,-1-2-33,1 0 0,0 0-1,9 9 1,0-1 17,6 4 552,-20-19 0,0 1-564,13 11 135,-15-13-39,-13-10 2243,-11-9-2272,-10-11 2094,-10-8-2105,-15-18-33,3 4 874,2 0-869,7 9 205,4 5-244,-7-1-6,-3 1-21,-13-1 16,6 4 0,1 0 50,10 4-16,13 4-34,2 0-51,6 4 29,3 1-1,3 6 18,0 0 33,2 4 22,-1-4-33,0-1 112,-3-4-101,-15-9-17,0 2-11,-8-6 22,-4 4-22,4 4-11,-18-5 11,4 0 17,-8-4 5,7-4-10,10 2-7,-3-7 23,9-2-22,5 3 27,0-4-21,12 12-24,1 3-4,2 4-40,2 6 16,0 11 46,0 10 11,2 17-12,0-1 7,7 16 4,7-7 12,4-13 0,5 0-368,1-4 1,5-4 350,12 4 0,3-5-3,-10-7 1,1-4 7,14 0 1,6-4 1,-16-5 1,2-2 0,0-1-8,1-1 0,0-1 1,1-2 3,6 0 0,0-3 0,-2-2 13,7-6 0,-5-3-12,-4-1 1,-4-1-3,-11 4 0,-3-1 0,-1-2 0,-4 1 54,2-3 66,-6 0-95,-19 12-22,-16 5-11,-6 7-18,-15 7 18,-7 9-23,-2 4-5,-8 7-976,6 1 998,7-5-14,11-9 0,-3-1-432,-12 3 1,-3-1 431,-3-1 0,-3-1 15,10-4 1,-2 0 0,0-3-821,-12-1 0,3-3 821,12 0 1,1-3-195,-9-6 0,4-4 192,-7-13 14,18 3 0,2-6-22,11-1 0,4-3-1,2-4 1,3-1 19,3-1 0,3 0-11,-1-19 987,14-9-975,1 34-7,3-5 715,-2 24-720,-1 10 2011,0 4-1994,16 24-6,3 4-3,-4-7 1,4 2-31,1-2 0,4-1 24,8 1 1,1-2-9,-6-5 1,3-1 8,5-3 1,6 0 0,-2-3 4,5-2 1,1-2-391,-3 0 0,3 0 0,-1-3 320,10-4 1,-3-5-452,-1-2 1,-3-2-387,-12 0 0,-3-2 899,2-2 0,-6 0 0,-8 2 0,-2 0 0</inkml:trace>
  <inkml:trace contextRef="#ctx0" brushRef="#br0" timeOffset="38740">4605 11758 20492,'20'-55'1914,"0"0"0,-2-1 0,-4 6-1494,-11 9 263,-6-6-414,0 28 162,-4-4 6,-2 12-426,2 4-6,0 8-16,1 24 11,-4 20-3,2-11 1,-1 5-578,0 7 0,0 3 294,1 5 1,2 2-368,1 3 1,3 1-1028,6 0 0,3 0 1680,3 4 0,2-5 0,-3-24 0,-1-4 0,9 23 0</inkml:trace>
  <inkml:trace contextRef="#ctx0" brushRef="#br0" timeOffset="39123">4896 11106 22248,'-51'-26'785,"1"0"1,-7 0 0,0 6-427,14 12 0,-1 6-895,-13 3 0,-3 7 696,9 8 1,-2 5 0,2 3-1162,5 3 1,3 3-1,0 2 1023,0 0 1,1 2-1,3 4 10,3 7 0,4 4 0,3 1-139,6-3 1,2 0-1,2 4 110,2-5 0,-1 4 0,2 0 0,3 0-8,1 1 1,1 0 0,3 1 0,4 1-9,6 4 0,4 2 1,4 0-1,4-5-17,8 6 0,5-4 1,4-3 10,0-3 0,5-1 1,6-10-19,-2-15 1,5-7 0,3-3-1,-1-4-17,11-1 0,0-7 0,3-1 24,-5-1 1,2-1 0,1-3-1,0-4 12,-8-1 0,1-4 0,0-1 0,-1-2 1,-2-1 26,2-3 1,-2-1 0,-2-2 0,-1-1 1,11-6 0,-2-2 0,-5-4 9,-8-2 1,-4-4 0,-4-1-232,-7 4 1,-3 0 0,-2-4 221,-2-6 0,-1-4 1,-2-2-1,-4 1 0,-1-9 0,-5 1 1,-4-1-285,-5 9 1,-3-2 0,-3 1 0,-2 5 277,-3 5 1,-3 4 0,-4 3 10,-7-3 1,-5 3 0,-3 7 499,-10 5 1,-6 8-1541,-1 7 1,-5 4 0,2 4 1023,-9 5 0,3 5 0,4 1 0,8 3 0,10 3 0</inkml:trace>
  <inkml:trace contextRef="#ctx0" brushRef="#br0" timeOffset="40316">7206 11602 18649,'-5'0'6380,"1"0"-5954,4 0 325,-30-78-449,38 39-400,-14-12 1,5 1 181,30 19 79,21-2-96,-14 21-39,21-2-11,-4 23-17,5 13 0,-11 5-9,-20-5 1,-5 5 10,-8 7 1,-6 3 5,-4 4 1,-6 2-598,-9 13 1,-8 0 588,-10-4 0,-5-4 3,6-9 0,-2 0 10,2-6 0,-1 1 0,3-4-16,4-2 0,2-1 8,-7 8 1,5-1-17,8 2 22,21-12-16,6-12 22,44-15-12,-18-6-111,4-4 0,5-5 67,5-7 0,0-2-7,-16 8 1,0-1-1,1-1-46,8-4 1,1-2 0,-4 2 7,-1-1 0,-1-1-140,-5 1 0,1-2 0,-4 1-17,-4-2 0,-3-2-207,9-12 1,-4-1 315,-17 6 1,-7 1 72,-8 0 0,-5 0 31,-6-1 0,-6 1 25,-7-1 0,-6 2-339,-5-1 0,-4 3 395,-5 0 1,-3 3-153,-3 3 0,-1 4 244,-3 6 1,1 4-65,12 2 0,-2 7 74,2 8 0,-4 6 1,3 3-39,-4 6 1,-1 6-196,3 1 0,-2 3 0,2 3 109,7 2 1,2 1 0,3 3-27,-1 4 1,3 2 0,2-1 2,-5 10 1,4 4-7,10-2 0,3 4 0,6-3-8,5 1 0,7-1 6,2-4 0,3 2 0,7-6-260,16 6 1,11-9 244,-6-16 0,5-4 1,3-2-33,6-3 0,3-2 1,2-4-337,7-1 1,1-3-1,1-1 304,-13-4 1,0 0 0,1-2 0,-1-1 33,0-2 0,-1-1 0,0-1 1,-1-1-24,10-3 0,-1-2 0,-2-4 111,-8-2 0,-2-2 0,-4-3 405,10-14 0,-7-5-333,-9-4 0,-7-4-3,-6-5 0,-6-2-10,-4-5 1,-5-2 0,-6-3 1,-4 1 22,-4 2 0,-6 1-42,-6 5 0,-3 5-62,4 14 1,-6 4-54,-21-1 0,-8 9 285,11 13 0,-3 6-828,3 1 1,-4 3 0,1 4 573,3 5 0,1 4 0,4 0 0,2 0 0,4-1 0,-24 16 0</inkml:trace>
  <inkml:trace contextRef="#ctx0" brushRef="#br0" timeOffset="41357">10160 11715 24068,'-3'0'2064,"0"0"-1634,3 0-148,-67-62-1459,43 26 1206,-15-8 1,8-3-4,37-3 77,21-2-215,-4 27 0,4 3 120,4 0 0,2 3-26,1 3 0,0 2 35,0 4 0,0 3 5,27 4-16,-6 17 11,-8 16-17,-10 19 11,-23-19 0,-4 3-11,-4 4 0,-5 2 0,-7 3 0,-5 1-3,-5 2 0,-4 0-334,-5 1 1,-3-1 336,-2-1 0,-1-2 0,1-3 0,1-1-62,5-6 1,1-2 72,-11 16 602,16-16-601,10-14 291,15-8-264,12-12-17,23-9-28,-12 1 1,3 0 104,7-4 1,1-1-123,6-1 1,0-1-37,3-1 0,0 0-42,0 0 1,-1-1-57,1 0 0,-2-1-36,-1 0 0,-1-1-3,-3 0 0,-1-1-12,-4-2 1,-3-2-179,-4-1 1,-5-3 270,-4-2 0,-6-3 56,-3-2 1,-5-3 52,-6-2 1,-6-2 30,-4-1 0,-5 1 22,-6-2 1,-4 3 22,-5 0 0,-5 4-458,-6 2 1,-3 5 493,-6 3 0,-4 4-376,13 12 0,-2 3 0,-1 2 348,-4 1 1,-1 3-1,0 3-19,-3 4 1,-1 2 0,0 4-8,-2 3 1,0 4-1,0 3-358,0 6 0,1 4 0,1 4 332,11-4 1,2 2 0,0 2 0,2 2-6,-1 3 0,2 2 0,0 2 0,2 1-14,1 2 0,1 1 0,2 2 0,2 0-7,2 0 0,2 1 0,2 1 0,3 0-3,2-2 0,2 0 0,3 1 0,4-2-186,2 13 0,4-2 1,7-1 188,4-6 0,6-2 0,5-3-10,6-3 1,5-4 0,4-3-146,6-4 1,4-4-1,2-3 108,7-3 1,1-4-1,3-2-9,-13-5 0,2-2 0,0-2 0,1-1-2,1-2 1,0-2 0,1-2-1,0-1-131,-1-1 1,1-2 0,-1-1 0,-1-2 164,-1-2 0,0-2 0,-1-1 0,-1-2 35,11-6 1,-2-4-1,-2-2 137,-4-3 1,-3-2 0,-2-3-86,-4-1 1,-3-2-1,-1-3-9,-4-1 0,-1-2 1,-3-2-16,-1 0 0,-3-2 0,-2-1 22,-3 0 1,-2-1 0,-3 0 14,-4 2 1,-2 0 0,-5 0 103,-5 4 1,-4 1 0,-4 2-139,-12-15 0,-9 6-28,-9 7 0,-8 6 12,11 17 1,-2 4-1,-1 3-110,-4 2 0,-2 3 0,0 4-288,-3 4 1,0 3-1,0 4 372,-4 4 0,-1 4 0,6-1 0,3-1 0,6 1 0,3 3 0,1 0 0</inkml:trace>
  <inkml:trace contextRef="#ctx0" brushRef="#br0" timeOffset="42557">12770 11697 25651,'-19'-24'140,"3"5"-95,16 19 1982,0 0-1926,1-10-67,2-7-29,7-18-5,12-9-17,11-4-256,12 7 284,5 11-22,2 15-23,-3 16 18,-4 16-12,-5 17 5,-10 17 9,-18-19 0,-5 1-3,-7 5 1,-5 0-18,-7 5 0,-7 1-663,-8 2 0,-5 0 686,6-13 0,-2 0 0,-2-1-1,-1 0 1,-1 0 0,0-1 16,0-1 1,0-1 0,1-2-204,-10 8 0,2-2 201,9-9 0,3-2 14,-7 3-17,20-14 215,16-13-220,19-8-18,20-9 0,-9 7 1,4-1 152,7-1 0,3 0-220,6-1 1,3-1-469,3 1 0,1-1 418,-19 4 0,1 1 0,1 0-70,-1-1 1,1 1 0,-1-1-109,0-1 1,0 0 0,-1 0-694,18-6 1,-1-2 511,-5-1 1,-3-2 41,-6 0 0,-4-2-98,-7-2 1,-4-2 277,-6-1 0,-4-2 92,-6-4 0,-4-1 101,-3-3 0,-3-1 109,-6-4 1,-4 0 182,-3-3 0,-3 1 72,-6 0 0,-5 1 231,-4 2 0,-5 5-121,-6 4 0,-4 4-40,-9 6 0,-5 6-153,15 10 1,-3 2 0,0 3-32,-5 1 0,-2 3 1,0 3-326,-2 2 1,0 3 0,-1 2 234,1 2 1,0 3-1,0 4-15,8 3 1,-1 4 0,2 2 0,3-2-40,0 0 0,5-1 1,-1 4 0,1 5 1,0 3 0,1 2 0,5 0-331,5 0 1,4 1 0,1 3 311,-4 9 1,2 3 0,3 0-12,5 0 1,3 1-1,5 0-18,5-2 0,5-1 0,5-1-19,4-3 0,5-2 0,4-3-169,7-3 1,4-2 0,3-3 65,6-3 1,4-3-1,3-3-76,4-2 0,3-3 0,2-3-254,4-2 0,2-3 1,0-3 368,-14-4 1,0-1-1,0-2 1,0-2 100,16-4 1,-1-3-1,-3-2 32,-12 2 0,-3-1 1,1-5 170,10-11 1,1-7 0,-6-1 154,-3-5 1,-3-5-202,-5 2 0,3-4 0,-6-1 120,-11 5 1,-3-1 0,-3-4-104,2-10 0,-3-5 0,-2 4-109,1-4 0,-4-1 23,-4 6 0,-1-3 1,-7 5 59,-9 4 1,-7 3-17,-6-8 0,-8 3-53,-12 7 0,-7 7-57,10 16 1,-2 2 0,-1 4-38,-3 2 1,-2 2 0,0 5-83,-1 3 0,1 3 1,0 4-227,1 2 0,0 3 0,2 3-1094,-15 14 1,4 4 1202,10-1 1,6 0 0,-7 11 0,26-17 0</inkml:trace>
  <inkml:trace contextRef="#ctx0" brushRef="#br0" timeOffset="43390">16039 11997 21288,'28'-41'725,"0"0"1,-1 0 0,-2-4 0,-3-2 0,-5 6-539,-9 9 1,-4 0 114,-4-11 1,-3 2 179,-7 1 409,-6 1-756,-6 21 73,-1 24-191,1 8 5,-5 24 6,7 3-39,-1 15 11,14-20 0,3-1-11,6 25 114,3-7-92,8-12-22,-3-18 348,0-2-247,-2-10 56,-1-22-130,-2-14-10,1-9 11,-1-22 16,-1 1-2,1 13 0,0 0-26,-1 10 1,2 1 50,6-28-17,-5 35 1,-2 13-52,-5 11 46,0 21-40,-2-2 6,-3 14 0,0 3-5,-2 4 2,0 2 0,0 2 6,1-12 0,1 0 2,0 17 1,1 1-318,1-9 1,3-1 308,1 4 1,3-3-4,4 3 6,6-7 46,-3-24-46,8-17 0,0-25 0,5-29-614,-12 17 1,-2 0 613,-2 5 0,-1-2 0,0-11 0,-2-3-32,-2 3 0,-1 1 32,0 4 0,-1 3 0,1 1 0,-2 6 0,-1 10 0,-1 16 0,-4 17 0,-13 29 0,-4 15 230,6-14 1,1 3-231,2 0 0,2 0 0,2-7 0,2 0-208,1 9 1,2 2-440,6 1 0,3 0-219,4 0 1,5 0-3017,8 4 1,4-4 3881,1-16 0,1-5 0,11 6 0,-14-17 0</inkml:trace>
  <inkml:trace contextRef="#ctx0" brushRef="#br0" timeOffset="43749">16799 11297 21188,'-11'-55'766,"0"-1"0,0 1 0,-1-9 0,-7 6-367,-6 22 1,-7 4 0,-2 7-1187,-10 6 0,-5 7 913,2 1 1,-5 1 0,2 5-57,-6 6 0,-1 9 3,14 3 0,-4 6 0,1 2 0,6-1-43,-7 6 1,2 4-6,5-1 0,-3 5 1,-1 3-1,5 2-2,5 2 1,4 3 0,2 1 0,0 1-600,-1 2 1,0 1 0,1 2 0,1 2 570,4-5 1,0 3-1,1 1 1,2 0 0,3-1 5,1 4 0,4 0 1,2-1-1,1-2-1,1 4 0,1-2 0,6 1 2,6 5 0,6 0 0,8-4-206,15-7 1,9-3 0,3-3 191,-10-10 1,1-2 0,4-1 0,2-2-12,11 2 1,3-2 0,3-4-1,0-4 2,-5-6 0,0-5 0,0-2 0,1-3 10,-1-2 0,1-4 0,-2-1 0,-1-2 14,3 1 1,-2-3 0,0-6 10,-4-6 0,1-6 0,-1-3 0,-6 0-278,-6-2 0,-4-2 0,-1-4 269,1 0 1,2-3 0,-3-3 0,-4 0-12,-3-11 0,-6-1 1,-3-2-44,-2-5 1,-4-1-1,-4-2-5,-5 14 1,-1-1 0,-4-1 0,-2 2 18,-3-2 0,-2 1 0,-4 1 0,-3 1-194,-3 1 1,-3 2 0,-4 1-1,-3 3-320,-5 4 0,-3 2 0,-3 3 0,0 2 528,-12-2 0,-1 3 1,3 5-1,-6 1 1,6 5-1,18 12 1,0 0-1</inkml:trace>
  <inkml:trace contextRef="#ctx0" brushRef="#br0" timeOffset="45783">4537 13546 22156,'4'-55'1359,"-1"1"0,1 5 1,1 5-739,10-3-285,-5 20-235,-3 13-62,-2 19 0,1 18-5,0 20-31,-3-11 0,0 2-6,-3 5 0,-1 2-392,-3 3 1,-2 2 391,-3 3 1,-2 0-503,-3 2 1,-3 0 453,-1 1 1,-1-2-29,-3-1 1,0-3 25,-1-4 0,-1-3-44,2-7 0,-1-3 103,-16 10-6,5-20 11,3-19 733,2-15-671,0-10 1099,2-6-1043,4 3 181,3 5-198,6 9-73,7 7-33,4 7-6,5 9-6,8 7 45,10 7-22,17 2-22,17-3 16,-19-14 0,3-2-329,4-1 0,1-3 329,2-2 0,-1-3 20,-3-1 0,-2-2-24,-6-1 1,-3-3 53,13-10-27,-17 1-34,-14 2-269,-9 3-1103,-10 5-5130,-5 7 6502,-4 8 0,4-2 0,5 3 0</inkml:trace>
  <inkml:trace contextRef="#ctx0" brushRef="#br0" timeOffset="46890">4400 15288 18767,'0'-7'4106,"0"1"-2846,0 6-470,-67-61-1074,16 45 474,10-1 0,-7-4 1,4 10-435,1 16 1,3 8 285,-2-2 0,4 2 2,7 4 1,6 1 352,0 14-375,8 25-11,22-2-349,6-19 1,3-1 343,13 15-9,-5-16 0,2-1 3,-3-6 0,0-1 172,6 7 0,0 1-186,0 2 0,-1 1 14,-10-7 0,-2-2 752,9 25-718,-35-10-29,-19-12-253,5-10 1,-6-1 252,-5-1 1,-4 0-107,-16 2 1,0-1-141,17-6 0,-1-3 241,-20 3 0,6-5 0,22-4 0,-10-3 0</inkml:trace>
  <inkml:trace contextRef="#ctx0" brushRef="#br0" timeOffset="47466">5217 10001 22464,'-3'-9'3243,"1"2"-2655,2 7-493,0 0-39,-16-10-50,17 42-34,-9 8-39,13 15 0,3 5-319,-3-19 0,0 0-26,1 21 0,-1 0-890,-1-21 0,-1 0-636,1 7 1,0 0-2883,0-6 0,-1-3 4820,0 17 0,-2-27 0,-1-16 0</inkml:trace>
  <inkml:trace contextRef="#ctx0" brushRef="#br0" timeOffset="47607">5205 10545 12279,'-2'-53'1445,"0"-1"0,1 1 0,-1-1 0,-1-4 0,1 3 0,1 2-967,1 7 0,2 2 0,0 3-735,0-6 0,2 1 495,0-6 0,2-2-185,4 2 1,3 3-164,0 11 1,2 2-26,0 3 1,4 4-516,5 5 1,3 5-2689,26 2 3338,-16 12 0,-1 1 0,6 3 0,-8 7 0</inkml:trace>
  <inkml:trace contextRef="#ctx0" brushRef="#br0" timeOffset="47767">5224 10407 25561,'31'-32'27,"0"-1"0,0 1 0,2-1 0,1 0 0,-4 8-1663,20-3 1636,-17 15 0,-2 2 0,5-2 0,-10 10 0</inkml:trace>
  <inkml:trace contextRef="#ctx0" brushRef="#br0" timeOffset="49583">5475 13040 22184,'-32'-41'782,"1"-1"0,1 4 1,9 9-397,18 21-207,2 4-117,-1 4-34,1 7 39,2 13 17,5 21-50,1-10 0,1 2-246,5 7 1,3 2 236,6 4 0,3 0-613,5 2 1,5-1 622,-8-15 1,2-1-1,2-1-462,4-1 0,1-1 1,2-2 461,5 0 1,2-3-1,2-2-489,3-3 1,3-1 0,0-3 473,5-3 1,2-1 0,1-3-9,-14-3 1,1-2-1,0-1 1,0-1-6,1-1 0,1-1 0,-1-2 0,0 0 9,0-2 1,-1 0 0,0-1 0,0-2-6,12-3 0,-1-2 1,-1-2-5,-5 0 1,-1-3-1,-3-1-54,-5 1 0,-3-2 0,-2-2 108,9-12 1,-6-2 22,-11 1 0,-6-3 249,-8 1 1,-5-1-239,-7 1 0,-5 0 22,-4 2 1,-4 2-20,-1 2 0,-4 3 1200,-14-18-1197,3 13 1753,6 14-1798,8 8 815,5 8-882,2 2 525,1 2-525,-5 3 22,-8 8 17,-14 9-23,-15 12-2,17-13 0,0 0-6,-1 3 0,0-1 20,-21 19 17,12-6-45,11-10-6,12-8 28,7-9 73,5-4-6,0-5-61,-3-6-6,-1 0 1,-4-5 10,3-17 0,5-4-22,11 1 0,-2-5 0,5 2 12,33 10-1,10 5-31,-23 13 1,1 3 19,1 0 0,1 3-182,1 2 0,0 1 185,-1 1 0,0 2 16,0 1 1,-1 1-31,0 1 0,-2 1-3,-1 0 0,-1 2 14,25 10 0,-10 1 0,-9 0-40,-13 0 40,-9-2 23,-7-3-74,-5-3 163,-1-3-1423,-1-2 1311,1 0 0,-1-3 0,0-1 0</inkml:trace>
  <inkml:trace contextRef="#ctx0" brushRef="#br1" timeOffset="54165">5755 10957 14941,'-7'0'1664,"1"0"-1115,6 0 655,0 0-223,-8-84-699,17 29 13,-1 8 0,1-8 0,6 5-727,13 0 1,5 4 571,1-2 0,4 0-4,-3 11 1,4 1 0,0 1-633,0 4 1,1 1-1,2 0 547,-2 1 1,2-1 0,2 0 0,3 0-8,0 1 1,3 1 0,1-1 0,0 1 0,0 2-33,-5 2 1,1 0-1,-1 2 1,1 0-1,-1 0-7,12-5 1,0 0 0,-1 1-1,1 1 2,0 2 0,1 1 0,-2 1 0,0 1-3,-8 3 0,-1 2 1,-1-1-1,3 0 0,-2 2 1,0-2-1,2 1 1,1 0 0,1 0-1,6-1 1,3 1-1,0 0 1,0 0-1,-1 1-436,-8 2 1,-1 1 0,0 1 0,-1-1 0,0 1 433,11-2 1,-1 1 0,0 0 0,0 1 13,-4 2 1,0 0 0,-1 2 0,-1 0-352,8 1 0,-3 1 1,3 0 353,-7 1 1,2 0 0,1 1-1,1 2 16,-5 1 1,1 2 0,0 0 0,0 1 0,-3 1-5,6 1 0,-3 0 0,0 2 0,1 1-3,6 3 0,3 2 0,-3 1 0,-5 0-10,-5-1 1,-4 1 0,0 2 20,7 6 0,0 2 0,-3 0 42,-11-3 1,-3-1-1,1 4-43,2 0-1,1 4 1,1 0 0,-5-2-21,-2-2 0,-3 0 0,0 1 33,8 9 1,0 3-1,-6-2 37,-4 0 0,-5 0-20,6 9 0,-2 2-17,-5-3 1,-4 0 2,-4-2 0,-3 0 330,-4 7 1,-5-2-317,-6-9 1,-3-3-32,0 0 0,-4-4 2095,-26 13-1990,-2-18-66,4-11 1,-1-1 75,-27 2-73,23-10 1,1-3 2191,-10-5-2136,-10-10-72,11-9-20,9 1 0,0-1 344,4 3 0,1-1-344,-5-3 0,1 2 65,-17-6-34,16 8 728,6 6-655,16 6-19,3 1-188,7 4-74,4 1 163,12 12 427,7 7-455,27 21 11,0-4-899,-15-15 1,1-2 898,13 5-61,-15-12 0,3-2 83,7-4 1,2-2-1,1 1 1,1-3-332,9-5 1,0-3 333,-10-3 1,-3-3-18,-9 0 1,0-2 33,8-12 0,-3-2 71,4-15 686,-14 13 1,-3-1-570,-4-11 89,-10 10-212,-7 8 701,-2 11-982,0 2-525,0 8-1900,10 0 2588,3 2 0,-1 1 0,-3 0 0</inkml:trace>
  <inkml:trace contextRef="#ctx0" brushRef="#br0" timeOffset="58258">7735 13026 10651,'-3'-5'6150,"0"2"-4162,3 3-464,-13-64-365,9 39-722,-3-12 1,1 2 206,6 23-297,0 5-246,0 5-85,0 2 91,2 10 38,4 8-49,5 18-40,10 14-20,-8-20 0,2 2-187,4 3 0,2 0 209,5 2 1,3-1-407,5 1 0,3-1 404,6 0 0,3-2-605,4 0 1,3-2 585,-16-11 0,2-1 1,1-1-7,1 0 1,0-1 0,2-1 1,2 0 1,0-1 0,1-2-14,2 1 1,1-2-1,0-1-444,2-1 1,0-1-1,1-1 441,0-2 0,0 0 0,0-2-2,-1 0 0,0-2 0,0-1 1,-2-1 1,-1-2 0,0-2-211,-2-1 0,-2-1 0,0-2 220,-2-2 0,0-1 0,-1-2 24,16-9 1,-1-2 0,-4-2 0,-1-3 10,-5-2 1,-2-1 87,-3-2 1,-4-3-75,-3 1 1,-4-1 11,-2 0 0,-3-1 8,-3 2 0,-4 0 6,-3 2 0,-2 0 61,1-28 805,-10 6-866,-9 6 1348,-4 8-1387,-2 5 1260,0 9-1249,2 6 569,2 8-609,-2 7 172,-5 3-216,-9 8 22,-14 6 0,-10 10-27,-8 7 13,27-12 0,0 1 9,-23 18-299,4 2 305,9 2-24,4 0 12,5-3 6,6-4-6,4-7 17,8-10-6,5-7 28,4-6 343,3-4-332,3-5-33,8-10-17,13-12 11,17-12-385,-15 18 0,3 0 374,4-1 0,0 1 8,2 2 1,1 1-65,-2 3 1,0 2 61,-2 3 0,0 2 5,29-1-22,-4 8 11,-4 11 0,-4 7-6,-6 5 12,-6 2-12,-8 2 12,-6 0 10,-7 0 757,-4 1-767,-5-1 113,-4-1-119,-1-4 0,-2-5-11,0-5 22,-1-5-50,0-2-7735,0-2 7774,-4-6 0,2 5 0,-2-5 0</inkml:trace>
  <inkml:trace contextRef="#ctx0" brushRef="#br2" timeOffset="63157">10748 10827 8046,'-3'-2'4280,"0"0"1242,3 2-4356,-21-24-259,13 8-39,-15-26-207,22 5-241,9-13-430,0 19 0,1-2 91,5-4 1,2-1-449,4-3 1,2 0 438,1 0 1,3 0 2,1 0 1,2 1-6,0 2 0,2 0-14,1 2 0,1 0-8,2 0 0,2 1-12,4 0 0,3 1-552,4 0 1,3 0 526,-14 11 0,1 1 1,0 0-475,4 0 1,0 0-1,1 0 472,1 0 1,1 0-1,1 1 6,1-1 0,0 0 0,1 0 7,0 0 1,1 1-1,0 0-2,0 0 1,1 0 0,-1 1-5,1 1 1,-1 0 0,0 1 1,-2 0 1,0 1 0,0 1-270,-2 1 1,-1 0 0,0 1 261,-2 0 0,0 1 1,-1 0 14,0 1 0,0 0 0,0 0-11,0 1 0,0 0 0,0 0 0,2 1 0,0 0 0,0 0 3,1 1 1,0 0 0,0 1-5,1-1 1,0 2 0,0-1-6,0 1 1,1 1-1,-1-1-2,0 2 1,0-1 0,1 1-3,-1 0 1,0 0 0,1 1-8,-1 0 0,0 1 0,0-1 7,-1 1 1,0 0 0,0 1 22,19-2 0,0 1-9,-3 0 1,-1 1-73,-3 0 1,0 0 74,-3 1 1,1 0-18,-2 2 1,0 0-9,0 2 1,-1 1-7,1 1 1,0 2 16,0 1 1,1 2 94,0 1 1,0 0-99,1 2 1,0 2 19,0 0 1,1 2 180,0 1 0,0 0-217,0 2 0,-1 0 8,-2 0 0,-1 1 354,-3-1 0,-2 0-351,-6-1 0,-1 1 3,-6-2 0,-2 0 19,19 15 807,-10-1-801,-7-1 803,-3 2-781,-2 2-11,3 3 23,1 3 901,3 5-918,2 4-29,-18-24 1,0 0 11,16 26 40,-4-1 21,-6-1 46,-8 0 10,-7-2-22,-5 0 411,-4 0-427,2 1-34,0 1-28,2 2 5,2 2 12,0 0-34,0-2 5,-1-2 29,-4-7 116,-9-4-32,-11-5-34,-18-6-45,-13-3-5,-9-6-6,-1-4 11,3-5-17,7-4-5,5-8 11,0-8-17,-6-10-17,21 7 1,-1-3-100,-1-2 0,-1 0 113,1-2 1,0 0 13,3 0 1,2-1 55,-14-15 6,14 6-5,11 8 5,8 8-17,5 6-89,1 5 387,1 2-365,0 12-17,4 3 6,4 13 0,9 2-12,17 8 1,-6-10 8,-1-9 0,1-1-3,23 3-236,-18-9 0,3 0 236,0-3 0,2-1 25,6-1 1,0-3-3,14-2-4,-18-5 1,-2-3 20,10-15-35,-17 6 1,1-3 19,-1-3 1,0-1-6,0-2 0,-1-1 5,-1 1 1,-1-2 30,-3 2 0,-2 0 39,16-19 34,-12 6-56,-11 9-174,-9 7-1058,-10 6 1148,-15 4 0,8 5 0,-6 3 0</inkml:trace>
  <inkml:trace contextRef="#ctx0" brushRef="#br2" timeOffset="70824">10603 13243 25242,'20'21'432,"-2"12"-407,-11 0 0,-2 3-25,2 22 5,-6-9 1,-2 1-20,-2-16 0,0 1-402,-2 15 1,0 0 387,-1-13 0,0-3-6,-4 24 232,1-18-147,4-17 78,-1-17-79,0-18 12,-7-14 10,-5-13 606,-5-8-538,-4 0 6,-2 1 11,0 8 16,0 5 29,5 9-23,8 8-22,6 7-67,6 5-79,3 3-22,1 1-6,0 3 45,1 11 0,2 15-17,2 16 28,4 11-1453,4 5 1420,0-13-195,4-17 1,4-2 182,17 3 25,-8-12 1,2-2 19,28-4 6,2-13 34,-2-10-51,-6-8 33,-8 0-27,-16 3 123,-7 3-34,-17 7-45,0 1-11,-6 3 1473,0 0-1490,-4 0 454,-6 0-521,-12 1 34,-15-1 0,-15 1 0,-11-2-230,29-2 1,1-1 212,0-1 0,2-3 11,-25-13 12,12-3-12,10 3 17,9 2-6,6 4 1,6 2 10,2 3 437,4 1-459,2 3-22,2 3-17,1 1-17,2 2 17,0 7 50,1 11-27,3 15 5,3 11 16,6 4-21,5-4 16,8-8-5,10-10 16,13-10 17,11-12-27,-27-8 0,1-4-202,0-2 0,0-4 190,-3-4 0,-1-2 0,-3-1 0,-3-1 0,15-18 0,-15 8 0,-11 11 0,-9 9-186,-7 3-990,-4 3-2012,-4 1 3188,0 1 0,4 2 0,3 1 0</inkml:trace>
  <inkml:trace contextRef="#ctx0" brushRef="#br2" timeOffset="72541">11480 11492 15748,'-17'-56'600,"0"0"0,0 0 1,-5 12-1,-3-1 1,-2 1-1,-2 3-287,-11-8 1,-3 4 0,-1 4-1032,-1 2 1,-1 3-1,-5 6 945,-7 8 1,-5 6 0,0 5-486,6 3 1,0 4 0,-5 3 457,8 3 1,-4 1-1,-2 2 1,1 1-1,1 1-343,-5 2 1,2 2 0,1 2-1,-2 3 226,7-1 0,-1 3 0,0 1 0,1 2 0,4 1-11,-1 6 1,3 2 0,2 1 0,2 0-32,-3 4 0,2 0 0,2 5 17,6 0 1,1 2 0,2 3 0,3 1-19,5-4 1,4 1 0,2 1 0,-1 2-28,2-1 0,-1 2 1,1 2-1,2 1 1,3 1-327,3 8 1,2 4 0,3 0 0,3 0 0,4-2 314,2-9 0,3-1 1,2-1-1,3 0 0,0-1-2,3 11 0,2 0 0,4-3 0,3-5-70,9-2 0,6-6 1,7-4 79,-5-12 0,6-2 0,3-2 0,2-2 0,-2-1-7,6 1 0,1-2 0,1-2 0,6 1-70,-9-5 0,4 1 1,4 0-1,1-1 1,0-2-1,-2-1 1,-4-3 71,7-1 1,-2-3 0,-2-3-1,0-1 1,0 0 73,-3 0 0,1 0 1,0-1-1,-2-2 1,-3-4-71,5-4 1,-2-4 0,-3-3 0,-1-4 1,-5-3 0,-1-5 0,-3-2 1,1 0 10,0-1 1,-1-1-1,-1-2 1,-1-3 78,2-6 1,-2-4 0,-1-2 0,-6 0-76,-7 4 1,-5-1-1,-2 0 1,-1 1-11,0-6 1,-2 2 0,-4-3 15,-4 4 0,-1-3 1,-4 0-1,-2 3 71,-5-6 1,-4 2 0,-6-2-76,-1 10 0,-3-2 0,-3 0 0,-2 0 0,-2 4 36,-6-3 1,-3 3 0,-3 2 0,-3 2-76,-1 5 1,-2 0 0,-4 3 0,0 2 0,-2 5-124,1 5 1,-2 4 0,0 3 0,-1 2 0,2 1-389,-5-1 1,1 2-1,0 2 1,0 2 521,-7 2 0,-1 4 0,2 1 0,9-1 0,2 1 0,6 0 0,0 3 0,-1 0 0</inkml:trace>
  <inkml:trace contextRef="#ctx0" brushRef="#br2" timeOffset="83165">17805 13842 22481,'-3'-58'1265,"0"-1"1,-3 9 0,-3 6-991,-7 1 10,-19 23-100,-18 49-160,24-5 1,1 7-768,4 2 1,0 5 0,2 3 750,1 5 0,3 3 1,0 0-10,3-6 0,1-1 0,0 4-6,1-3 1,0 3-1,0 2 1,1 0-44,0 6 0,1 1 0,0 1 0,0 0-628,0 1 0,1 0 0,0 1 0,1 1 532,0-6 1,2 2 0,-1 0-1,1-1 1,1-2-107,-1 3 0,2-2 1,-1-2-1,1-3-95,0 4 0,0-2 0,-2-1 79,-2 5 0,-2 0 0,-2-5 144,-5-1 0,-6-6 257,-13 5 1,-6-12-26,9-22 0,-1-13-8,-5-17 0,5-13-51,13-3 0,7-8 39,5-1 1,4-5 0,3-1 37,4 5 0,4 0 0,2-2-266,2-10 1,3-1-1,4 0 191,3 10 0,3-1 0,3 2 0,1 2-87,5-6 1,2 3 0,2 1 14,-3 9 1,2 0-1,1 2 1,-2 3-9,13-9 0,2 4 435,-10 9 0,3 1 0,-1 1-629,10-5 1,2 1-42,-9 6 0,2-1 0,2-1-173,-6 3 0,2-1 1,1 0-1,-3 1 188,8-3 0,-2 0 0,-1 0 206,-1 1 1,0 1 0,-3 0 105,9-5 1,-6 2 473,3-4 1264,-7-3-1024,-32 15 980,-22 4-1428,-7 10 2166,-27 1-2227,10 10-112,-19 7-68,10 15 640,2 14-721,23-17 1,3 2-18,1 1 1,4 1-48,-4 28 34,15-8 22,13-11 84,9-13 123,5-15-84,-4-12 236,17-32-113,-8-6-80,-7 8 1,-1-1-30,-6 3 1,-1 0 147,10-25-133,-10 17 335,-5 2-313,-8 24-146,0-2-28,-2 16 11,-1 11-11,-1 3 361,-4 22-339,-6 18-9,1 3-205,4-24 1,2 0 162,7 16-107,12-11 164,3-15-45,22-12 41,-8-23-24,16-15 0,-8-21-108,-20 18 0,-1-3 108,-1-3 0,-2-1 0,0 0 0,-1 0 0,-2 1 0,-1 1 0,5-25 0,-7 11 369,-5 12-369,-3 13 133,-1 11-133,0 6 0,0 5 0,-1 6 227,0 8-227,0 11 0,2 9 0,4 9 0,7 5 0,7 4-355,6 3 355,3 0 0,-2 0 0,-8-3 0,-15-1 0,-25-4-488,-23-8-170,14-22 0,-3-4-3014,-1-3 1,-1-4 3671,-21 3 0,24-9 0,18-1 0</inkml:trace>
  <inkml:trace contextRef="#ctx0" brushRef="#br2" timeOffset="83574">18975 14327 27942,'16'-55'177,"-1"-1"0,0 2 1,0 2-134,-4 15 1,0 0-838,-2-6 0,-2-1 816,-2-2 0,-1-1-23,-2 3 0,-3 1 228,0 6 0,-2 4-228,-5-12 284,-1 23-284,1 13 0,1 12 0,-3 14 0,-3 18 0,-4 23-16,8-21 1,1 3 15,-1 5 0,0 1 0,1 4 0,1 0 0,0 1 0,3 0 0,0 0 0,3-1-454,4-1 0,2-2-717,2-1 1,3-2-3385,4-5 0,2-3 4555,14 19 0,-9-26 0,-9-16 0</inkml:trace>
  <inkml:trace contextRef="#ctx0" brushRef="#br2" timeOffset="83742">19008 14099 27471,'34'-26'-545,"0"1"1,-3 2 0,-2 7 0,8 17 0,-14 1 0</inkml:trace>
  <inkml:trace contextRef="#ctx0" brushRef="#br2" timeOffset="83942">19665 14214 28166,'26'-29'-1195,"-4"7"1,1 31-1,-11-3 1</inkml:trace>
  <inkml:trace contextRef="#ctx0" brushRef="#br2" timeOffset="85265">20049 14010 28334,'-5'47'57,"-1"1"1,1-2 0,0-4-52,-4 15-6,1-5-11,1-10 16,2-11 96,3-15-38,1-12-63,4-16 0,6-16 0,11-17 0,-5 16 0,1 0-217,4-3 0,0 0 217,2 1 0,0 1 0,-1 4 0,0 3 0,20-13 0,-16 19 0,4 9 0,-11 19 0,4 9 0,-1 15 0,-5 11 0,-3 5-91,-2 0-88,3-4-34,6-7 501,5-12-360,5-12 55,5-15 11,1-17 23,5-16 33,2-13-22,-8 4 81,-3 2 1,0 1-43,-2 1 6,-1 2 0,-2 2 95,-8 9-139,-2 1-29,-10 13 0,-5 6 0,-10 11 0,2-1 0,-10 12 0,6 0 0,-1 6 0,6 3 0,5-10 0,7 1 0,6-13 0,6-3 0,5-12 0,1-9 0,0-22 0,-11 9 0,-3-18 0,-13 18 0,-5-4 0,-9 11 0,-4 15 0,1 9 0,-7 17 0,4 10 0,-8 17 0,15-9 0,1 3-402,4-2 0,1 0 402,1 8 0,2-1 0,3 14-119,13 5-101,12-19-295,-4-17 0,6-2-698,12-2 0,3-4 320,-2-6 0,0-3 351,1-2 1,0-4 157,-2-7 0,-2-5 266,21-20 443,-14 2 0,2-4 271,-7 2 1,-1-2-708,5-5 1,-2 1 502,-14 12 1,-3 1 1468,16-18-1027,-22 22-193,-5 4-516,-13 18 207,-9 11-332,-8 11 2154,3-1-2154,-5 7 0,7-7 0,-10 6 0,4-10 0,-9-4 0,8-11 0,-12-7 0,-1-9 0,4-5 0,4-7 0,19 3 0,5 6 0,9 3 0,13 7 0,9 4 0,13 10 0,0 12 0,-10 1 0,2 18 0,-8-2 0,-5-7 0,0 0 0,17 20-591,-14-25 0,-1-3 591,9-1 0,8-12 0,-3-23 0,-7-6 0,1-6 0,-2-4 0,-1-5-601,7-13 0,-1-4 601,-2-5 0,-3 0 0,-4 8 0,1-4 0,-6 7 0,1-5 0,-1-1 0,-1 5 0,1-6 0,-1-1 0,-2 2 0,3-9 0,-2 1 0,-3 7 0,-4 2 0,-2 3 0,4-16 0,-4 6 0,-8 10 0,-6 19 1025,-1 20-1025,-12 22 0,-4 19 0,6-1 0,0 2-130,3-5 0,0 2 130,-2 13 0,2 5 0,3 7 0,4 1 52,-1 2 1,3 1-53,4-14 0,2 0 0,3-2 0,5 9 0,4-5 0,-2-12 0,4-1-373,12 10 1,3-4-1172,-7-18 0,2-2-3372,9 7 1,0-3 3424,7-5 0,-14-13 0,-20-7 0</inkml:trace>
  <inkml:trace contextRef="#ctx0" brushRef="#br2" timeOffset="85415">22027 13987 27880,'-3'-51'108,"0"1"0,-3 6 1,9 8-736,52 7-1972,-3 18 1913,-16 4 0,-1 2 1,3 4-1,-15 1 1</inkml:trace>
  <inkml:trace contextRef="#ctx0" brushRef="#br2" timeOffset="85615">22815 13917 23887,'41'-18'-1405,"0"0"1,0 0 0,7-9-1,-5 10 1,7 33 0,-33-10-1</inkml:trace>
  <inkml:trace contextRef="#ctx0" brushRef="#br2" timeOffset="85782">22888 14174 25819,'-8'0'2772,"2"0"-2692,6 0-80,0 0-763,35-29-4961,-1 17 5724,-6-5 0,0 1 0,1 11 0,-14 2 0</inkml:trace>
  <inkml:trace contextRef="#ctx0" brushRef="#br2" timeOffset="86715">24158 13938 25281,'19'-45'636,"1"1"1,-4 5 0,0 9-452,1 19-6,-9 17 28,-4 15-39,-10 16 12,-7 16-496,2-21 1,-1 0 334,-1 3 1,0 1-6,0-1 0,1 1-25,1-3 0,1-2 186,-4 21-108,5-17 95,5-17 35,2-19-197,9-20 0,9-21 0,-2 10 0,4-2-203,5-6 1,2-1 202,5-3 0,1 1 0,1 1 0,0 2 0,-1 6 0,-1 3 0,-6 7 0,-2 3 0,9-1 0,-12 16 0,-7 18 0,4 17 0,5 19 0,-6-19 0,1 1 0,3 2 0,2 2 0,1-1 0,2 1 118,1-2 1,1-2-296,-1-1 1,1-3-143,21 14 184,-9-18 113,-9-23 33,-5-20 34,-2-22 0,1-13-223,-9 25 0,0 0 217,3-1 1,0 1-1,2 3 0,1 2 508,18-17-497,-6 18-33,-7 13 16,-8 16 1,-4 10 5,-1 10 438,-3 7-443,1 0-6,0-1-28,2-7 22,5-4 12,5-10 50,4-9 39,1-14-17,-2-12-93,-7-12-13,-6-8 0,-7-2 0,-3 1 0,-2 7 0,0 8 0,1 12 0,2 10 0,2 5 0,2 8 0,2 8-752,0 11-2132,-3 8 2884,-6 1 0,-1-11 0,-2-9 0</inkml:trace>
  <inkml:trace contextRef="#ctx0" brushRef="#br2" timeOffset="87532">25658 14084 22531,'6'8'4117,"-2"-1"-3669,-4-7 728,0 0-924,29-10-105,-13 5-147,20-8 0,-11 4 0,-1-3 0,11-9 0,-10 1 0,-1-4 0,-3-2 0,-1-2-150,1-2 1,-2-2 149,-1-10 0,-3-3-417,-3 3 1,-2-1 416,2-10 0,-2-3 0,-2-3 0,-3 2 0,-4 15 0,-2 3 0,-1 3 0,-2 5 0,-4 7 0,-1 13 0,3 13 0,-5 14 0,-13 35 0,11-18 0,0 3-179,-1 2 1,-1 3 178,0 10 0,2 2 0,3-8 0,4 3 0,4-3 0,2 4 0,3-2-148,7 11 1,7-3 147,-1-14 0,4-1 0,1-5 0,5-2 0,3-5 0,9 0 0,1-7-52,22-6 52,-16-20 0,0-7 0,-14 2 0,-2-5-424,5-13 1,0-9 0,-3-1 423,1-9 0,-3-2 0,-4 10 0,0-1 0,-1-2 0,0-7 0,-2-4 0,-2 1 0,-2 5 0,-1 0 0,0-2-313,2-9 1,0-3-1,-1 2 313,-4 6 0,0 1 0,-3 1 0,-3 6 0,-2 1 0,-3 4 401,0 3 0,-4 5-401,-15-15 43,-5 46-43,-10 22 0,-5 25 0,16-10 0,2 5 80,-2 8 0,2 3-80,6-12 0,0 1 0,1 1 0,0 4 0,1 1 0,1 1 41,2 1 1,0 2 0,2-1-42,1 1 0,1 0 0,3-1-303,2 0 1,3-1-1,1 0-2554,2-1 1,3 0-1,0-2 2857,7 14 0,1-6 0,-6-16 0,0-6 0,4 6 0</inkml:trace>
  <inkml:trace contextRef="#ctx0" brushRef="#br2" timeOffset="87948">18300 15637 27628,'47'-13'30,"0"-1"1,0 1 0,-2 5 0,2 1 0,2 1 0,5 0-830,-5-1 0,3-1 0,3-1 0,3 1 0,1 0 0,0 0 0,1 2 800,-3 0 0,1 2 1,1 0-1,1 0 1,1 1-1,0 0 0,1 0 1,2-1-107,-7 1 0,2 0 0,0 0 0,1 0 0,0 0 0,1 0 0,1 0 0,0 1 0,1-1 0,0 0 105,-6 0 0,0 0 0,1 1 0,1-1 0,-1 1 0,2-1 0,-1 0 0,1 1 0,0-1 0,0 0 0,1 1 0,-1-1-35,0 0 0,-1 1 1,1-1-1,0 0 0,1 1 1,-1-1-1,1 0 1,0 1-1,0-1 0,1 0 1,-1 0-1,0 1 1,1-1 38,-3 0 1,0 0 0,0 1 0,0-1 0,0 0-1,1 0 1,0 0 0,-1 0 0,1 1 0,0-1-1,0 0 1,-1 0 0,1 0 0,0 0-69,0 1 0,0-1 1,1 0-1,-1 0 0,0 1 1,1-1-1,-1 0 0,1 0 1,-1 0-1,0 1 1,1-1-1,-1 0 0,0 1 1,0-1 71,4 0 1,-1 1-1,1-1 1,0 0 0,0 1-1,-1-1 1,1 0 0,-1 1-1,0-1 1,0 1-1,0 0 1,0-1 0,0 1-12,-3 0 1,0 0 0,1 0 0,-1 1 0,0-1 0,0 0-1,0 0 1,0 1 0,-1-1 0,0 1 0,0 0 0,-1-1 0,0 1-61,7 0 0,-1 0 1,1 0-1,-2 1 0,1-1 1,-1 0-1,0 1 1,-1 0-1,0 0 0,0 0 1,-1 0 62,3 1 0,0 0 0,0 0 0,0 0 0,-1 1 0,-1-1 0,-1 1 0,-3-1 0,-2 1 0,-3-1 0,7 1 0,-3-1 0,-4 0 0,-1 1 0,-2-1 0,-1 1 0,8 2 0,-1-1 0,1 1 0,-1-1 0</inkml:trace>
  <inkml:trace contextRef="#ctx0" brushRef="#br2" timeOffset="90140">10908 13586 18075,'-60'11'337,"0"-1"1,0 1 0,-1-1 0,1 1 0,3-1-1,-2 2 1,0-1 0,0 1 0,2 0 0,2 0-848,1 0 0,2 0 0,2 0 0,0 1 0,-1-1 645,-2 2 1,-3 1 0,2 0-1,2-1 1,5-1-86,-2 2 1,4-2-1,4 1 9,-10 3 0,16 1 1435,31-6-1348,51-6-102,0-11 1,13-6 0,1 0-383,-12 2 1,1-1 0,1-1 0,3 0 342,2-1 1,4-2 0,1 1 0,-1-1-1,-4 1-4,0-1 1,-4 2-1,0-1 1,3 0-9,-2 2 0,2-2 1,0 1-1,0 1 0,-2 0-7,1 0 0,-2 1 0,0 1 0,3-1-9,1 0 1,3 0 0,2 0 0,-2 1-1,-4 0-119,-2 0 1,-3 1 0,-1 1 0,-2 0 148,12-2 1,-3 1 0,-9 1 1682,6 0-1639,-63 5-23,-29 7 0,-13 4-10,12-3 1,-3 0 0,-3 1-400,-2 1 0,-3 1 0,-2 1 0,-1 0 384,-2 0 0,-2 1 0,1 0 0,1 0 2,6-2 1,2 1-1,0-1 1,-4 1 4,1 1 0,-2 0 0,-2 0 0,-1 1 0,1 0 10,-2 1 0,-1 0 0,1 1 1,-1-1-1,1 1-4,0-1 1,1 0 0,0 0 0,-1 0 0,1 0-8,-3 1 0,-1 1 0,1-1 0,2 0 0,4-1 21,-6 2 0,4-1 0,5-2 871,-6 2 1,9-1-863,-3 0 1092,55-16-1123,38-12 1,19-4-6,-16 5 1,4-1 0,3-1-575,4-1 1,3-1 0,3-1 0,-1 1 570,-11 4 0,1 0 0,0 0 0,-1 0 0,-2 1 2,5-2 1,-3 1 0,0 1 0,3-1-2,-5 1 0,2 0 0,1 1 1,-1-1-1,-1 1-24,9-2 0,-2 0 0,0 1 1,-1 0 8,-2 0 0,0 0 0,0 1 0,-1-1-73,-3 1 1,1 1-1,-3-1 1,-5 2 83,2-2 0,-7 2 9,-2 0-12,-55 6 6,-26 7 0,-11 3 3,12-1 1,-4 0 0,-3 2 32,-2 0 0,-4 2 0,-3 0 0,1 0-27,9-1 0,-1 1 0,0 0 0,1 0 0,1 0-1,-5 1 0,2 0 1,0 0-1,-2 1 10,2 0 0,-2-1 0,0 2 0,0-1 0,2 2 69,-5 2 1,2 1 0,0 0 0,2 0-81,5-1 0,0-1 0,2 1 0,2 1 167,-9 3 0,2 1 1,19 1-153,25 7 12,68-17-32,-4-14 1,6-5-433,-9 0 0,3-2 0,1-2 431,-9 0 0,2 0 1,0-1-1,1-1 3,4-1 0,0-1 1,1-1-1,0 1 27,1-2 0,1 1 0,-1-1 1,1 0-37,-2 0 1,1 1 0,-2-1 0,-2 1 2,3 0 0,-3-1 0,1 1 6,6-2 0,1 0 0,-9 3 637,-16 4 0,-4 1-630,7-3 0,-16 4-33,-60 10 19,-10 6 0,-8 3-377,0-1 0,-4 2 377,11-1 0,-4 1 1,-2 1-1,-3 1-108,1 0 1,-2 0-1,-2 2 1,-1-1-1,0 1 121,9-2 0,-1 0 1,0 0-1,0 0 0,-2 1 1,0 0-37,-6 2 1,-3 1 0,-1 0 0,1-1 0,2 1 0,4-1 54,2 0 0,3 0 0,2 0 1,2-1-1,3-1-15,-13 5 0,4-2 0,6 1 3,-10 4 0,25-1-12,41-8 35,51-13-154,-20-5 0,7-4 0,2-1 116,-4-1 1,3-1 0,0-1 0,2 0 114,7-3 0,2 0 1,1-1-1,0-1-111,-9 3 1,2-1 0,0 0 0,0 0 0,0 0 6,1-1 0,1 0 1,0 0-1,0 0 1,0 0-4,-2 0 0,0 0 0,0 1 0,0 0 0,-2-1-3,8-1 0,0-1 0,-2 1 0,-3 1-109,7-3 1,-3 2-1,-4 0 211,3 0 1,-10 0 1073,-11-1-1138,-68 13-45,-11 9 0,-10 5 12,4-1 1,-4 1 0,-3 1-13,6 1 0,-3 0 0,-1 2 0,0-1 2,-6 2 1,0 1 0,-1 0 0,0 0-3,0 1 0,0 0 0,1 1 0,1-1-7,5 0 0,0 1 0,3-1 0,2 1-3,-5 2 1,3-1 0,6 0-16,-3 1 0,12 0 2086,14 12-2402,58-20-331,2-5 0,7-4-4244,13-5 1,1-3 4312,-9 1 0,-4-1 0,-7 1 0,-6 0 0,-12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0:00:32.14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7804 3917 23315,'-3'-9'2672,"0"1"-2207,-8-24 0,-2-4-34,5 16-378,-6-19 0,2 11-13,9 39 21,-2 24-50,2-4 1,-2 4-804,-2 11 0,-1 2 789,1-6 0,-1 2-128,-2 2 1,0 5-1,0-3-328,2 4 0,0 0-544,1-3 0,0 3 1,2-2 1002,3 12 0,2-7 0,-1-20 0,2-5 0,2 18 0</inkml:trace>
  <inkml:trace contextRef="#ctx0" brushRef="#br0" timeOffset="373">7986 3559 20319,'-21'-39'1194,"1"-1"0,-1 1 1,-11-11-1,-5 13-847,1 31 1,-4 10-1334,-9 9 0,-3 9 1088,12-2 1,-1 3 0,-1 3-38,-3 6 0,-1 2 1,0 2-22,1 3 1,0 2 0,2 2-478,2 2 0,3 3 0,3 1 440,5 1 1,4 2-1,3 2-20,5 3 0,4 0 0,5 2-15,6 1 0,4 0 0,6 0-19,3-2 1,5 0-1,5-3-7,5-3 0,6-3 0,4-4-19,4-6 0,5-3 0,3-5-49,5-5 1,3-5 0,2-5-253,2-3 1,2-4-1,1-4 286,1-5 0,0-4 0,-1-4 88,-1-1 0,-2-4 0,-1-4 82,-5-2 1,-2-4-1,-2-3-286,-5-1 1,-3-2 0,-4-4 287,-4-3 0,-3-2 0,-4-2-36,-2-4 1,-4-2-1,-2-2-37,-2-5 1,-3-2-1,-1-1-4,-3-4 1,-2-1-1,-2-1 8,-1-1 0,-1 1 0,-3 0 35,-3 4 1,-3 1-1,-2 3 10,-3 7 0,-2 2 0,-5 5-13,-15-8 0,-8 11-176,-11 13 0,-7 11-463,15 12 0,-3 6 1,-1 3 486,-9 8 0,0 5 0,4-1 1,3-1-1,5 0 0,4 4 1,0 0-1</inkml:trace>
  <inkml:trace contextRef="#ctx0" brushRef="#br0" timeOffset="1090">11166 4065 22475,'9'-47'1163,"-1"1"0,0 5 1,-3 7-531,-3 8-113,-6 11-436,2 8 23,-6 8 22,-1 8-1,-6 8-21,-6 10 33,-15 25-95,10-12-6,4-5 0,0 3-197,6-9 0,2 1 163,-3 8 1,1 2 2,3-1 1,5 0 10,3-1 1,5-2-6,12 1 0,5-3-8,12 9 2,2-23 1,4-5 8,22-10-1,-21-8 1,2-4 36,5-7 1,-2-6-10,-8-2 1,-2-2-34,-3 0 1,-3-2 35,-6-4 1,-3-1 64,0-28-93,-8 21 1,-3-3 3,-8-9 0,-5 0-23,-2 9 0,-4 2 0,-1 2 0,-3 3 0,-6 10 0,-2 5 0,-20 0 0,-15 7 0,4 18 0,28 7 0,2 3-46,-7 11-536,8 25-734,29-12-1883,19 16 2444,11-9 0,-6-18 0,-9-14 0</inkml:trace>
  <inkml:trace contextRef="#ctx0" brushRef="#br0" timeOffset="1507">11597 3495 23819,'-30'-42'577,"1"-1"0,-1 1 0,-9 4 0,-4 3 0,-1 7-356,-13 4 0,-4 11-1922,10 9 0,-3 6 1,3 3 1767,-5 5 0,2 6-9,10 2 0,0 4 0,2 4-303,1 8 1,2 4 0,1 3 276,-2 1 0,1 3 0,2 4-66,6-3 1,1 3 0,2 2 0,3 1 49,4-2 1,3 1 0,3 1 0,0 1-16,2 4 0,1 2 1,2 0-1,2-2-15,1-8 0,0-3 0,3 1 0,3 1-9,2 6 1,3 2 0,3-1 0,4-5-162,6 0 0,4-5 0,6-1 125,6-3 0,7 1 0,3-3 1,1-5 2,-3-7 0,1-3 0,2-4 0,2-1 65,10-2 0,3-1 0,0-4 1,-3-4-35,-3-3 1,-2-3 0,0-5 11,10-3 0,1-6 0,-4-3 294,-13-2 1,-3-3 0,1-5-257,0-3 0,1-6 0,0-2 1,-4 0-14,-7 1 1,-2-2-1,-2 0 1,-1-4-115,3-7 1,-2-4-1,-2-1 1,-3 3 108,-3 0 0,-4 2 1,-2-4 22,-1-4 1,-2-6 0,-1 1 0,-2 4-127,-2 4 1,-2 4-1,-2-3 129,-1 0 1,0-3 0,-2 0 0,-3 6 192,-5 1 1,-3 4-1,-5 4-187,-14-14 1,-8 8-52,-9 7 1,-4 7-17,8 9 0,-4 6-291,-4 7 0,-5 4 0,3 4-1449,-2 7 1,0 4 1637,8-1 1,-2 0 0,6 1 0,8 3 0,7 0 0,-3 7 0</inkml:trace>
  <inkml:trace contextRef="#ctx0" brushRef="#br0" timeOffset="2023">15030 4029 22582,'4'-8'2688,"0"3"-1993,-4 5-225,0 0-319,2 10-89,-15 27-56,-2 21-501,0-16 1,-2 2 203,3 3 0,1 0-550,2 2 1,3 0-1409,2 0 1,5-2 2248,6-1 0,3-5 0,-2 7 0,10-16 0</inkml:trace>
  <inkml:trace contextRef="#ctx0" brushRef="#br0" timeOffset="2366">15346 4151 17160,'0'-50'1064,"0"-1"0,0 1 0,-3 3 1,-1 2-1,-3 0-575,-1 0 0,-3 2 0,-3 1-1064,-12-11 1,-8 6 902,-4 6 0,-5 7-121,-3 7 1,-4 6-46,-1 7 1,-1 6-29,-1 9 0,2 7-25,0 8 1,2 7-24,0 10 1,4 7-39,15-7 1,1 3 0,2 2-545,0 6 1,1 3 0,2 2 500,1 4 1,2 3-1,2 2-7,2 3 0,3 1 1,3 0-11,4 2 1,3-1 0,6-1-28,5-2 0,5-2 0,6-2-23,5-4 0,5-3 1,5-4-14,7-4 0,4-5 1,4-4-33,4-3 1,4-4 0,2-4 48,-13-7 1,1-2-1,1-1 1,0-3 43,1-1 0,0-1 0,1-2 0,-1-2 34,14-2 1,0-3 0,-2-4 44,-3-3 0,-2-3 1,-2-4-95,-7-4 1,-1-3 0,-5-4 108,-5-2 1,-3-4-1,-4-2-28,-4-4 0,-4-3 1,-4-2-12,-2-3 0,-4-3 0,-3 0-10,-3-4 1,-2-1 0,-4-1-6,-3 0 0,-4 0 1,-3 1-391,-3 1 0,-5 2 0,-3 3 334,-4 1 0,-4 4 0,-4 2-219,-4 2 1,-4 4 0,-4 3 248,5 10 0,-3 3 0,0 1 0,5 2 0,-10-6 0,3 3 0,-1 9 0,0 0 0</inkml:trace>
  <inkml:trace contextRef="#ctx0" brushRef="#br0" timeOffset="3332">24416 5369 22459,'-24'-56'533,"1"0"1,2 5 0,8 22-63,20 55-236,2 9-11,-1 6 0,1 10-1950,0 1 0,1 6 0,0-1 1754,-2-9 0,0-1 0,1 5-15,-1-5 0,2 5 1,-1 3-1,1 0 1,0 1-228,-1 1 1,0 1 0,1 0 0,-1 1 0,-1 1 210,-1-6 0,0 1 0,0 1 0,0-1 1,-1 1-1,1 0-71,-1-1 1,1 0 0,-1 0 0,0 0 0,-1 1-1,0 0 62,-1 2 0,-1 1 0,-1 0 0,0 0 0,-1 1 0,0 1-194,-1-4 0,0 0 0,0 1 0,-1 1 0,-1 0 1,1 0-1,0 0 62,0 2 0,-1-1 0,1 1 0,-1 1 0,1 0 0,-1 0 0,0 2-199,0-3 1,-1 1-1,1 1 1,-1 1 0,1 0-1,-1-2 1,0 0 0,1-2 342,-1 0 0,1 1 0,-1-1 0,0-2 0,0-1 0,1-3 0,0-4 0,-1 9 0,0-5 0,0-2 0,1-2 0,0 7 0,0 0 0,0 0 0</inkml:trace>
  <inkml:trace contextRef="#ctx0" brushRef="#br0" timeOffset="3833">27394 5860 25197,'5'49'168,"0"-1"0,-1 1 0,1 6 0,-1 1 1,1 1-167,-2-9 1,1 1 0,0 0 0,-1 2-1449,0 8 0,-1 1 0,0 1 0,0 2 1354,-1-8 0,1 1 0,-1 1 1,0 0-1,-1 2-75,0-8 1,0 2 0,-1 0 0,0 0 0,0 0 0,0 1-262,0 1 0,-1 1 0,0 0 0,1 0 0,-2 1 1,1-1-6,0 0 1,-1 0 0,0 0 0,0 0-1,-1 0 1,1 0 398,-1 2 0,0 2 0,0 0 0,-1-1 1,1-3-1,0-5 0,-1 15 0,1-7 1,0-1-1,-1-7 0,1 0 0,0 0 1</inkml:trace>
  <inkml:trace contextRef="#ctx0" brushRef="#br0" timeOffset="4216">25041 9404 18229,'-54'-4'1736,"-1"1"1,7 0 0,7 1-1065,6 2-348,18 0-21,26 0-12,29 0-207,2-3 0,6-1-1016,-1 1 0,3-1 0,4-1 930,-3 0 1,2-1 0,3-1-1,1 1-406,-2 0 1,1 0 0,2-1 0,1 1 0,1-1 393,-4 1 0,1-1 0,0 1 0,2-1 0,0 0 0,1 1-319,3-1 0,2 0 0,0-1 1,0 1-1,1 0 0,0 0 281,-8 1 1,1 0 0,-1-1 0,1 1 0,0 0 0,0 0 0,0 0-251,-2 0 1,1 1 0,0-1-1,-1 0 1,1 1 0,-1-1 0,-1 1-470,6-1 1,1 1 0,-1-1 0,-1 1 0,-2-1 0,-1 1 738,1 0 1,-1 0-1,-1 1 1,-3-1 0,-4 1-1,9-1 1,-6 1 0,-5 0-1,-10 1 1,1 0 0</inkml:trace>
  <inkml:trace contextRef="#ctx0" brushRef="#br0" timeOffset="6391">7574 5627 18872,'13'-49'1456,"0"-1"0,-1 6 0,-3 8-823,-8 15 213,-1 10-689,0 7 210,-1 33-238,-3 11-87,1-2 0,-2 4-108,-1 1 0,-2 2 80,-2 6 0,0-1-3,2-10 1,-1 2-18,-4 16 0,0-1 6,4-23 0,0 0 6,-3 11 0,-2-2 33,-10 2 17,6-19 414,-15-19-330,8-20 11,-9-16 6,7-16 44,6-8 63,6 1 21,5 9-55,5 13-118,1 14 238,2 11-334,8 32-10,3 3-12,9 27 12,8-8-384,10 0 375,-13-26 0,3-3-5,3-1 0,2-2-29,2-3 1,1-2-149,2-3 0,1-2-392,-3-2 1,0-2-2026,25 2-6662,-17 0 9264,-19 1 0,-13-1 0,-9-1 0</inkml:trace>
  <inkml:trace contextRef="#ctx0" brushRef="#br0" timeOffset="6758">7656 6577 22363,'-5'0'3171,"1"0"-2477,-56 2-218,27 3-325,-8-1 0,0 3 34,0 11-39,2 7-6,2 6-34,7 4-50,10 1-28,10 1 0,13-1-5,8 0-29,10 1-5,9 5 0,6 3 11,1 7-217,-18-26 0,-2 1 228,13 26 1,-11-2-38,-15-2 43,-21-3 0,-21 0-15,12-24 1,-5-2-238,-2-2 0,-3-3 151,-1-3 0,0-5-496,1-6 1,2-7-38,0-10 0,5-3 0,-5-3 0,11-10 1</inkml:trace>
  <inkml:trace contextRef="#ctx0" brushRef="#br0" timeOffset="7332">8265 2163 25549,'-14'52'48,"1"-1"0,0 0 0,1 0 1,1-2-1,5-1-174,8 6 0,4 0-1685,-1 3 1,2 0-1352,2 0 0,1-2 2613,-1-8 1,0-5 0,3 12 0,-4-29 0</inkml:trace>
  <inkml:trace contextRef="#ctx0" brushRef="#br0" timeOffset="7515">8194 2337 18925,'-4'-51'721,"0"0"0,-1 0 1,2 4-1,1 0 1,2 5-582,4 1 0,3 3-121,4 5 1,3 3-328,23-16-879,10 20-3911,7 17 5098,-7 13 0,-18 1 0,-14 2 0</inkml:trace>
  <inkml:trace contextRef="#ctx0" brushRef="#br0" timeOffset="8508">8265 2398 25455,'32'-29'-2458,"0"0"0,0 0 1,14-10-1,-2 8 0,5 19 0,-17 5 1,-23 5-1</inkml:trace>
  <inkml:trace contextRef="#ctx0" brushRef="#br0" timeOffset="10831">25765 8709 19837,'6'-42'1186,"-1"-1"0,0 1 0,2-15 0,0 2-693,0 13 0,-1 3 146,3-17-247,-4 20-196,-2 19-129,-1 11-6,-1 16 35,1 13-24,0 18-27,-1 12-17,0-5-3,-3-10 1,-2 1-15,-2 15-142,0-16 0,0 0 120,0 18-29,2-11-16,4-14-716,6 2-1592,2-15 2364,9 5 0,-9-14 0,2-4 0</inkml:trace>
  <inkml:trace contextRef="#ctx0" brushRef="#br0" timeOffset="11258">25947 7894 23996,'-47'-4'319,"1"0"0,-1 1 1,0 2-1,2 2 1,2 7-189,-8 18 1,4 10-1500,-2 3 0,2 4 1405,16-10 1,2 1-1,2 2-2,1 3 1,2 1 0,2 1-18,2 2 1,3 1 0,2 1-195,3-1 1,2 1-1,3 0 185,5-2 1,3 1-1,3-2-44,9 17 0,8-3 57,10-4 1,8-5-16,-8-19 1,4-2-1,3-2-388,4-2 0,2-2 0,2-3 381,5-1 0,1-2 0,1-2 7,2-2 1,1-2-1,0-1 13,-1-2 1,1-2 0,-1-2 7,-3-3 0,-1-2 0,-2-3 110,-4-2 1,-2-2-1,-3-3-85,12-13 1,-7-7-15,-10-5 0,-8-5-6,-9-7 1,-8-4-6,-10-7 0,-8-3-19,-2 19 1,-2-1-1,-4 1-48,-2-3 1,-4 1 0,-1 2 17,-2 2 1,-2 1 0,-1 2-122,-2 4 0,-2 3 0,-3 3-786,-1 6 0,-3 3 0,0 4 928,-17-2 0,3 6 0,14 7 0,5 3 0,-11 3 0</inkml:trace>
  <inkml:trace contextRef="#ctx0" brushRef="#br0" timeOffset="12732">8885 5187 25091,'-31'-17'383,"0"0"1,-19 6-81,50 65-189,4-18 1,3 1-564,2 7 1,4 1 492,6 4 1,5-1-654,4 4 0,4-1 631,-7-16 1,1-1-1,1 0-261,2 1 1,2-1-1,1 0 241,2-1 0,1 0 0,1-1-14,2 0 1,1-1 0,2-2 11,1 0 0,1-1 0,1-2 7,2-1 1,0-1-1,1-2-413,1-1 0,0-3 0,0-1 409,-1-2 1,0-3 0,-1-1 3,-2-2 1,0-2-1,-2-3 2,16-3 0,-2-4 13,-4-6 0,-3-4-16,-3-5 0,-2-5 145,-1-2 1,-1-3-113,0-3 0,0-1-6,1-2 1,0 0-6,-1 0 0,-1 0 14,-3 0 0,-1 1 421,-5 3 0,-3 0-379,-6 3 0,-3 2 1558,6-16-1480,-15 12 444,-14 11-561,-15 8 888,-15 7-905,-15 6-11,-8 4 196,-6 7-196,5 3-6,4 2 12,5 2-6,1-1-17,-6 0 22,-6-2 12,-1-4 5,7-5 0,13-4 17,15-4 17,15-2-45,8-4 0,13-6-6,12-6-16,18-6 22,13-3-120,-23 12 0,2 2 92,2-1 0,0 1 6,2 2 0,1 1-6,3 2 0,-1 1 0,3 2 0,0 1 0,0 2 0,1 1-6,0 2 0,-1 3-6,-1 0 1,-1 4 0,-3 1 0,0 2 11,-5 3 0,-1 1 17,18 22-123,-15 3 106,-15 1 22,-11-3-9,-6-7-13,-6-5 0,0-8 0,-2-9 468,2-5-468,1-10 117,-1-10-117,-2-14 0,-5-14 0,-7-12 0,6 24 0,-3 1-165,-1 0 1,-2 0 164,-2 3 0,-1 1 0,-25-16 0,-1 10 0,0 12 0,2 10 0,2 6 0,-5 9 0,-4 4-476,-8 8 476,27-7 0,-1 2 0,-2 2 0,1 0-169,1 3 1,1 0-1339,4 3 0,2 1 1507,-11 15 0,18-12 0,12-10 0</inkml:trace>
  <inkml:trace contextRef="#ctx0" brushRef="#br0" timeOffset="14674">9403 3033 14555,'-6'-3'1602,"2"1"-1177,-11-35 1,2-15-1057,10 21 1,1-2 824,-5-12 0,-2-7 0,6 3 352,16-14 1,6 6-396,-6 14 0,3 2 32,4 4 0,4-1 0,1 4 32,9 0 1,4 3-510,-5 4 1,4 0 0,2 1 386,3 0 1,2 2-1,2 0-47,4 1 1,1 1 0,4 0 31,-2 2 1,5-1-1,1 1 1,-5 2-463,2 0 0,-4 0 0,5 0 463,-7 3 1,4-1 0,1-1 0,1 1 0,-3 0-469,2 0 1,-1 1 0,0 0-1,4 0 423,-10 2 1,2-1 0,1 0-1,2 1 1,2-1 0,1 0-152,-4 1 1,3 1 0,1-1-1,1 1 1,0-1 0,1 1 0,-1 0-1,-2 1 117,5-2 1,-1 2 0,0-1 0,-1 1 0,0 0 0,0 0 0,1 1-85,-1-1 0,0 1 0,0-1 0,-1 1 0,1 1 0,-1-1 0,0 2 83,6-1 0,1 1 0,-1 0 0,-1 1 0,-1 1 1,-2 0-47,-1 1 1,-3 1 0,-1 0-1,0 1 1,2 1 40,-3-1 1,1 0-1,1 1 1,0 0-1,-1 1 1,-1 1 8,3 1 0,-2 0 1,0 1-1,-1 2 0,-1 2 16,10 3 1,0 3 0,-3 2 0,-5-1-11,-5 0 0,-4 0 1,-2 4 259,4 7 0,-2 4 0,-8 1-202,-10 5 1,-6 2-15,4 10 0,-2 4-3,-4 2 1,-3 0 5,0 3 0,-2-1-3,1 3 0,0 0 14,0 1 1,0 2-7,0 1 1,0 1 218,-6-20 1,0 1-1,-1 1-243,-1-1 1,0 1-1,-2 1-7,-1 8 0,-2 2 0,-2-2-15,-2-8 0,-1-1 0,-2-1-7,-1 19 0,-4-2 23,-6-9 0,-5-5 825,3-13 1,-2-2-785,-5 6 1,-1-2 45,0-5 0,-1-4 117,-11 6 2401,9-13-2456,11-22 772,3-11-885,-6-13 23,-17-21-28,0 4-40,-4 0 40,-1 6 55,11 10 6,-4-5 1583,11 1-1639,12 9-56,7 3 270,12 6-247,3 6-12,16 2 17,3 10-5,11 10 16,0 15-16,-6 0-294,10 14 327,-3-5-20,-5-11 1,4 0-6,-2-6 0,1-1-921,12 1 0,0-4 907,-14-7 0,0-2 5,10-3 1,2-2-145,-10-2 1,2-3 160,18-5 1,0-3-12,-13 0 1,-2-1-578,3-4 0,-6-1 588,1-5 301,-15 1-161,-18 8 1449,-7 1-1617,-9 2 305,-6 5-321,0 2 1513,-8 6-1507,-8 9-29,-7 4 0,-17 11-285,26-14 1,-2 0 312,-5 4 1,0-2-4,6-2 1,-2-1-23,-17 8 0,-2-1 2,18-7 1,-1-1 22,-12 3 1,0-1-90,-14-1 89,12-17 0,16-5 6,-5-30-6,13-1-3,6 8 1,2-2-164,2 2 0,2 1 161,1 0 0,0 2-1,-3-14 6,-2 7 559,9 25-581,-2-2 91,5 19-69,0 10 369,0 14-380,1 1-17,7 15 0,16 1 23,12-1-359,-6-22 0,5-3 367,4-7 0,3-4-3,-5-3 1,2-2 2,8-5 1,4-2 0,-2-2-15,6-4 0,0-1-421,-3 0 0,3-1 0,-4-2 345,6-4 1,-4-1-273,-9 0 1,-3 0-571,9-6 918,-20 1 0,-20 15 0,-3 0 0</inkml:trace>
  <inkml:trace contextRef="#ctx0" brushRef="#br0" timeOffset="20424">27425 8304 15804,'-3'-3'4543,"2"1"-903,1 2-3130,4-66-96,4 44-176,-3-16 0,1 4 217,2 26-91,-3 3-129,-4 4-90,-1 2 12,0 8-11,-2 11 11,2 17-23,-2 16-106,2-21 0,0 1-204,0 4 0,0 0 207,0 1 0,0 1-12,1 1 1,0-2 5,-1 0 0,1-2-8,0-2 0,0-1 5,0 22-5,-4-11-45,-3-11-78,-4-8-393,0-8-1310,1-6 1915,3-6 0,3-4 0,3-1 1</inkml:trace>
  <inkml:trace contextRef="#ctx0" brushRef="#br0" timeOffset="24990">11243 7277 18351,'21'-55'1856,"-1"0"0,-4 5 0,-11 6-1128,-35 8-109,-17 13-204,-11 13-272,25 11 0,-1 4-308,0 3 0,0 4 229,0 4 1,2 2-26,1 3 0,2 2-25,4 1 0,3 1 14,-11 27-5,17 3-23,20 2 5,19-1-19,-4-28 0,4-2 0,5-1 0,2-2 8,2-2 1,3 0 2,-1-3 0,1 0 14,-4-2 1,-1 0 131,14 13-160,-24 0 17,-36 5-17,-8-13 0,-6-1-908,-15 5 0,-6-1 813,11-6 0,-2 0 0,-1-1-598,-3 1 1,-1-1 0,1 0 709,-16 4 0,4-2 0,20-7 0,4-1 0,-3 0 0</inkml:trace>
  <inkml:trace contextRef="#ctx0" brushRef="#br0" timeOffset="31823">10307 10506 26639,'-43'-14'12,"0"-1"0,0 1 0,-18-1 0,6 14-101,22 24 0,4 10-218,-1 3 0,3 2 276,2 3 0,2 3-272,4 2 0,4 0 282,4 1 0,5-1-2,6-1 1,5-3-164,7-4 0,6-4 174,7-6 1,6-5 8,6-5 1,5-7 2,4-6 0,2-7-327,3-5 0,0-7 366,-2-5 0,-2-6 20,-4-4 0,-4-4-39,-6-4 1,-6-3 68,-5-3 1,-7-3-20,-6-1 0,-7-2-22,-8-1 0,-7 0-12,-5 3 0,-6 2 3,-8 5 1,-5 5-24,-4 9 1,-3 8-17,-4 7 0,-2 8-81,0 11 0,1 6-664,2 5 0,4 6 745,5 8 0,6 1 0,-5 4 0,18-3 0</inkml:trace>
  <inkml:trace contextRef="#ctx0" brushRef="#br0" timeOffset="34515">24987 9175 12919,'-54'16'816,"1"1"1,-1-1 0,1 0 0,-9 2 0,3-1 0,5-2-103,2 1 0,11-8 1324,16-16-1434,58-19-464,-6 8 0,6-1-646,5 0 1,6-3-1,1 1 635,2 0 0,1 0 0,4 0-441,-1 0 0,3-1 1,2 0-1,3-1 358,-7 4 1,4-1 0,2 0-1,0 0 1,-1 1 0,-4 1-362,-3 1 1,-3 1 0,-1 1 0,2-1-1,3 0 335,-2 0 0,4 0 0,2-1 0,0 0 0,0 1 0,-3 0 0,-2 2-255,2-1 1,-3 1 0,-2 1 0,1-1 0,2 0 256,8-2 1,3-1-1,0-1 1,0 1-1,-1 0-10,-5 2 0,-1 0 1,-1 0-1,0 0 1,0 0-95,-1-1 1,1 0-1,0 0 1,-3 0 0,-3 2 82,6-3 1,-3 2 0,-1-2 221,4-1 0,-1-1 0,-8 2-408,8-7 352,-4 1-167,-26 10 0,-14 8 0,-7 4 0</inkml:trace>
  <inkml:trace contextRef="#ctx0" brushRef="#br0" timeOffset="35207">11881 10707 20274,'-45'-10'345,"-1"0"0,7 1 1,8 0 551,15-1-293,13 3-234,15 0 229,31-1-453,-5 2-313,0 2 1,2 0 225,-8 1 0,1 0-76,11-1 0,3 0-361,2 0 0,0-1-2758,5 0 0,-2 0 3136,-5 0 0,-4 1 0,14-1 0,-26 1 0</inkml:trace>
  <inkml:trace contextRef="#ctx0" brushRef="#br0" timeOffset="35432">11670 11100 22425,'-46'19'955,"-1"-1"1,6-3 0,16-8-815,64-38-124,-1 3-1207,12-3 1,8-1 1068,-4 7 1,3 0-670,-7 4 0,2-1 0,1 0 286,1 1 0,0 0 0,1 0-2773,2-1 0,1 0 0,-5 1 2475,0 1 1,-6 2 0,-3 0 0,-10 4 0,-24 9 0</inkml:trace>
  <inkml:trace contextRef="#ctx0" brushRef="#br0" timeOffset="35632">12379 10251 21147,'-4'-9'2532,"0"2"-1641,4 7 375,0 0-840,-73 127-1365,49-80 0,-2 4 943,0-1 0,-5 8 0,-1 1 1,5-6-419,6-9 0,2-4 0,0 3 365,-7 13 1,0 3-1,2-1-203,5-9 0,2-1 0,1 3-1636,1 3 0,2 4 1,1 0-1,2-3 1596,2 0 1,2-3 0,1-1 0,1-6 0,2 0 0,2-8 0,8 6 0</inkml:trace>
  <inkml:trace contextRef="#ctx0" brushRef="#br0" timeOffset="35865">13333 10190 26586,'11'-38'652,"0"-1"1,7-16-507,-24 86-73,0 19-71,3 0 1,0 5-23,0 0 1,2 3-816,0-10 1,1 2 0,0 0 206,1-3 1,0 0 0,1-2-709,0 12 1,0-1 1335,2 5 0,-1-7 0,1-9 0,-1-4 0</inkml:trace>
  <inkml:trace contextRef="#ctx0" brushRef="#br0" timeOffset="36357">14000 9766 21662,'-38'-50'102,"0"0"1,0 0-1,0 1 1,-2 1-1,-2 2 1,-2 2-1,-2 2-1219,-1 5 1,-3 2 0,-2 3-1,-2 2 1201,4 6 0,-2 2 0,-2 1 0,0 1 0,1 2-249,-5-1 1,1 1 0,-2 3 0,-6 2 210,15 5 1,-5 1 0,-3 1 0,-2 1 0,-1 1 0,1 2 0,1 0 0,2 1-101,-7 2 1,2 2 0,1 2 0,0 0 0,-3 2 0,-4 0 67,15-2 0,-3 1 0,-1 0 0,-2 1 0,-1 0 0,-1 0 0,1 2 0,1 0 0,0 1 0,2 1-100,-1 2 1,0 1 0,1 0 0,0 2-1,1 0 1,0 1 0,0 1 0,0 0 0,0 1 108,-1 0 1,1 2 0,-1 0-1,0 1 1,0 1 0,2 0 0,0-1-1,1 1 1,2-1-14,-4 3 0,1-2 1,2 0-1,1 1 1,0 1-1,-1 2 1,0 3 9,2 1 1,-2 1-1,0 3 1,-1 2-1,0 0 1,2 2 0,2-1-1,3-1 1,3 0-2,-3 5 1,5-2 0,2 1 0,2 1 0,0 2 0,-2 3-6,2-3 1,-2 3 0,-1 1-1,0 2 1,2 1 0,2 0 0,3 0-1,5 0-5,1 7 0,5 0 1,3 1-1,3 0 1,2 1-1,3 0-7,2 1 1,3 2 0,2 0 0,2 0 0,2-1 0,1-2 54,0 0 0,1-2 0,3 0 0,3 0 0,5 2-58,3-5 0,5 4 0,2 0 1,4 1-1,2-2 0,1-5 0,2-5 4,6 0 1,2-5-1,4-5 1,2 0-1,4 1 5,-7-7 0,1 2 1,3 1-1,2-1 1,1-1-1,2-2 1,1-4-1,0-3-3,2-5 1,1-3 0,1-3-1,2-3 1,0-1 0,2-2 0,-1 0-1,2-1-5,-1 0 1,1-2 0,1 0-1,1-2 1,0-1 0,0 0-1,0-1 1,-2 0 0,0 0-4,-1 0 1,-1 0 0,-2 0 0,0-1 0,1-1 0,0-1 0,3-1 0,3-1-66,-9-1 1,3 0 0,2-1 0,1-2-1,2 1 1,0-2 0,0 0 0,-1 0 0,-1-1-1,-1 0 1,-3-1 0,-3 1-138,7-3 0,-3-1 0,-3 0 0,-1-1 0,-1-1 0,1 0 0,2-1 0,2-1 128,-6 2 1,3-1-1,1 0 1,1-1 0,0-1-1,1 0 1,-1 0 0,-2-2-1,-1 0 1,-3 0 0,-3-1 124,10-8 0,-4-1 0,-1-1 0,-3 0 0,-2-2 0,-1-1 0,-1 0 99,3-4 1,-2-2-1,-2 0 1,-1-2-1,-2 0 1,-1-1-51,-3 2 0,-1-2 0,-2 0 0,-1-1 0,-1 0 0,-1 0-73,-2 1 0,-1-1 1,-1 0-1,-1-1 0,-2 0 1,0 0 7,2-9 0,-1 0 1,-2-1-1,-1 0 1,-4 1 29,-2 1 1,-1 0 0,-3 0 0,-2 0 0,-4 0 62,-4 4 1,-2-1 0,-2 1-1,-4 0 1,-2 2-41,-6-8 1,-4 0-1,-5 3 1,-3 2-58,-5 2 0,-4 3 0,-4 3 0,-3 2-55,-4 2 0,-4 2 1,-2 3-1,-2 3-93,6 7 0,-2 1 0,-1 3 1,-1 0-1,-1 3-289,-3-1 0,-1 3 0,-1 1 0,-1 2 0,-1 1 409,6 3 0,-2 1 0,-1 1 0,1 1 0,3 0 0,4 1 0,-16-3 0,6 2 0,2 2 0,5 3 0,0 0 0,0 0 0</inkml:trace>
  <inkml:trace contextRef="#ctx0" brushRef="#br0" timeOffset="38182">17190 10045 23069,'-27'-51'885,"1"0"0,-1 6 0,-2 7-375,-19 5-286,-4 19-152,1 29-38,26 6 0,3 6-1300,-3 15 0,3 7 1277,5-8 0,2 4 1,0 2-577,-2 9 1,1 2 0,0 2 566,3-11 1,0 2 0,1 0 0,-1 1-293,0 4 1,0 1-1,0 1 1,0 0 276,2-8 1,0 0 0,0 1 0,0-1-1,0-2 3,0 3 0,0-3 1,1 1-1,-2 4-62,0 4 0,-1 4 1,0 2-1,1-2 1,1-6-36,-1 8 1,1-6-1,0 3 68,0-2 0,0 3 0,0-2 0,1-7-43,0 8 1,0-11 165,-7-1 693,-1-60-766,7-16 0,2-9 0,1-19 1,2-4 406,0 6 0,4-5-411,4 11 0,3-5 0,2 0 0,1 3 355,2 2 1,3 2 0,1-1-421,2-1 1,2-4 0,1 1 0,3 5-80,6-2 1,2 4-1,2 3-33,2 1 0,2 3 0,1 2-26,1 4 0,1 1 0,0 2-43,0 3 0,1 1 1,0 1 6,-1 2 1,0 2-1,0-1-143,17-7 0,-1 0 257,-5 2 0,-1-1 92,-4 0 1,-1 0 78,-6 1 1,-3 0 136,-6 4 1,-2-1 554,6-13 33,-19 13 751,-23 11-986,-18 12-117,-19 11-185,-7 10-146,1 8-44,11 3 1482,12 2-1516,11-3 756,9-5-728,10-6 84,8-10 45,10-7-79,9-14-11,8-11 17,1-10 95,-2-4 56,-10 1 11,-9 5 17,-6 6-95,-7 9-101,-2 7-90,-1 4 12,-5 30-6,-4 4-6,-2 16 12,-6 9-18,10-8 35,2 11-46,18-4 43,4-27 0,5-4-15,12 6-8,-3-15 1,2-7 13,16-15-277,-17-3 0,0-4 283,1-6 0,-2-5 16,4-16 1,-3-3-23,-9 12 1,-3-2 18,4-19 1,-3-1 5,-10 15 1,-3 0-1,3-8 1,-2 0 27,-2 5 1,-1 1 39,-2 2 0,-1 2-104,0-7 0,-1 3 0,-2 26 0,-2 1 0,1 4 0,-2 3 0,-1-3 554,0 4-554,1-7 0,1 2 0,2-4 0,1 0 0,1 3 0,0 3 0,1 3 0,-2 1 0,-1-1 0,0-6 0,-3-2 0,1-1 0,-3-4 0,1 2 0,1-6 0,2 9 0,1 2 0,-1 10 0,1 2 0,-3 11 0,2 11 0,-3 21 0,1-1 0,0-10 0,-1 3 0,-1 10 0,-1 2-540,-1 4 1,0 2 539,2-11 0,0 2 0,1-2 0,0 13 0,1-3 0,2-10 0,1-2 0,4 3 0,2-1-77,10 16 77,-1-20 0,3-2 0,13 14 0,7-8 0,-13-28 0,7-12 0,2-20 0,-2-3 0,3-5 0,-3-2 0,0-2-577,8-9 1,-2-1 576,-13 12 0,-1 1 0,0-6 0,-2 1 68,3-18-68,-12 15 0,-3-1 0,1-20 0,-12-3 0,-5 21 0,-2 12 0,-2 1 0,5 13 0,1 2 0,1 6 2241,3 9-2241,-1 1 0,0 16 0,0 11 0,0-2 0,0 4 0,1-2 0,-1 1-792,1 10 0,0-1 792,2 16-447,4-14 0,3-1 447,-2-12 0,2 0-144,3 12 1,-1 0 143,-3-10 0,-3-3-158,-6 24-424,-6-18-2168,-25-8-4683,13-24 7433,-5-7 0,17-5 0,6-1 0</inkml:trace>
  <inkml:trace contextRef="#ctx0" brushRef="#br0" timeOffset="38598">18811 10439 28003,'-6'-17'426,"8"5"-309,15 20-33,10-1-43,6-2-41,4-8 0,-1-8 0,-2-11 0,-7-11 0,-9-9 0,-11-2 0,-14 3 0,-10 10 0,-11 10 0,-7 12 0,-5 13 0,9 5 0,-5 19 0,10 16 0,7 9-280,12-18 0,6 1 280,9-3 0,4 0-6,4 4 0,4-1-661,4 3 1,1 0-1769,3 3 0,-2-1 2435,-3-4 0,-3-2 0,6 11 0,-14-20 0</inkml:trace>
  <inkml:trace contextRef="#ctx0" brushRef="#br0" timeOffset="38865">17510 11156 24004,'-55'14'314,"1"0"1,-1 0 0,10-2 0,1 0 0,6 0 89,-13 14 584,50-9-702,54-8-202,2-9 0,9-4-1099,-7 0 0,5-1 0,2-1 1041,-8 0 1,2 0 0,1-1 0,0 0-300,-8 1 1,0-1 0,1 1 0,-1-1 0,1 0 287,0 0 1,-1 0 0,1 0 0,0 0 0,-1-1-9,10-1 0,0 0 0,-1 0 0,0 0-263,-5 0 1,-1 0 0,-1 0 0,-1 0 247,11-2 1,-3 0 0,-2 1-227,-8 1 1,-3 1 0,-3 0-697,7 0 1,-7 2 1206,1 8 1,-26-1 0,-21 8 0</inkml:trace>
  <inkml:trace contextRef="#ctx0" brushRef="#br0" timeOffset="51057">20884 1410 23276,'-20'-46'795,"0"-1"1,0 6-1,-3 14-431,-18 40-207,16 7 0,1 5-615,2-1 1,1 6 539,-2 12 0,0 9 0,1-1-821,5-7 1,1 0 0,0 3 746,-2 3 0,0 4 1,-1 0-1,2 0-289,2-4 0,0-1 0,2 0 0,-1 1 275,0 1 1,0 1-1,1 0 1,1 1-23,-1 0 0,1 0 0,1 1 0,0 0-47,1 0 1,0-1 0,1 1 0,1-1-51,1-2 0,1 0 1,0 0-1,0-3 9,1 11 1,0-3-1,0-2 21,-1 8 0,-1-8 279,-14 5 284,-10-59-395,10-19 0,1-10 22,-3-13 0,4-7 232,2-9 0,4-5-258,6 19 0,2-1 0,4 0-26,3 0 0,3 0 0,2 1-17,3 3 0,2 1 1,3 2 605,12-15 1,6 5-647,2 7 0,4 3-9,2 6 1,1 5-34,1 2 0,1 4-132,-1 3 1,1 2-408,-1 1 0,0 2-850,-2 1 1,1 0 1444,0 0 0,-2 0 0,4-1 0,-8 2 0</inkml:trace>
  <inkml:trace contextRef="#ctx0" brushRef="#br0" timeOffset="52057">21341 2035 21556,'0'-12'1395,"1"-34"0,1-11-787,-2 23 0,0 0-1534,1-29 1,-1 2 1172,-1 9 811,-4 28-930,-5 18 367,-9 13-383,-11 16-28,5 5 0,-1 4-59,3 1 0,0 1-267,0 0 0,1 2 247,4 1 1,2 0 5,6-4 1,2 0-1,-3 29 1252,17-8-1240,15-32-12,3-11 0,9-19 28,3-20 57,1-9-227,-17 9 1,-1-2 264,8-26 498,-8 10-508,0-7-1,-7 21-6,1 0-61,-4 15-44,-3 17-1,-3 6 413,2 20-391,-2 9-10,0 14-18,-2-18 1,0 1 0,4 20-18,6 0 12,2-24-5,27-5 5,-2-15 33,23-10 1,-9-15-214,-6-17 219,-16 2 46,-7-18-85,-14-13 0,-5 31 0,-1-1 0,-3-5 0,-1 0 0,-3-16 0,-1 16 0,2 4 0,2 18 0,0 2 0,1 10 0,3 14 0,1 2 259,8 23-259,5 21 0,-8-24 0,0 1-279,2 9 0,-1 1 279,-4-4 0,-1 0-119,0 0 1,-3 1-1125,-2 1 0,-3 0-3673,-2-2 1,-2-3 2973,-5 17 1,0-21-1,9-23 1</inkml:trace>
  <inkml:trace contextRef="#ctx0" brushRef="#br0" timeOffset="52599">21982 2036 26458,'54'-19'364,"0"0"0,-4 2 0,-5 1-50,-4-3-4,-8-4-80,-10-3-72,-6-4-51,-8 1-107,-4 2 0,-7 4 2,-6 3-2,-4 4 0,-3 2 0,4 1 0,1 0 0,3 0 0,2 0 0,2 2 0,1 1 0,1-1 0,-1-2 0,1-3 0,-1-4 0,1 1 0,-1-13 0,2 5 0,0-11 0,3 5 0,0 1 0,2 2 0,-1 2 0,-1 3 0,-2 3 0,0 5 0,-2 6 0,0 6 0,-2 6 0,-3 12 0,-5 16 0,-4 25 0,7-17 0,0 2-242,1 6 0,2 2 242,1 2 0,1 1-394,3 2 0,3-1 394,1-1 0,3-1-362,2-2 1,2-1-958,1-5 0,2-1 1319,1-3 0,0-4 0,2 3 0,-3-10 0</inkml:trace>
  <inkml:trace contextRef="#ctx0" brushRef="#br0" timeOffset="52756">22197 1782 24872,'-3'-5'2286,"1"1"-2057,2 4-206,-7-66-359,21 44-1065,-5-15 1,5 3 1400,30 25 0,-12 5 0,-11 2 0</inkml:trace>
  <inkml:trace contextRef="#ctx0" brushRef="#br0" timeOffset="53190">23199 1526 25483,'-1'-48'836,"1"1"0,-1 7 1,-2 6-512,-3 11-196,-1 17-51,1 22-39,2 22-28,0-6 1,1 4-665,-3 8 1,0 4 548,-2 7 1,-1 3-258,3-17 1,-1 1 0,0 0-1341,1 3 0,-1-1 1,1-1 1700,-1 16 0,2-6 0,1-16 0,2-5 0,0 4 0</inkml:trace>
  <inkml:trace contextRef="#ctx0" brushRef="#br0" timeOffset="53349">23120 2461 28418,'-12'-49'84,"0"0"0,1 5 1,7 7-238,16 13-1247,13 9 1400,13 8 0,-15 5 0,-1 3 0</inkml:trace>
  <inkml:trace contextRef="#ctx0" brushRef="#br0" timeOffset="53773">24000 1730 26290,'42'-33'-174,"0"0"0,5 2 1,4 9-738,8 15 1,2 8 505,4 0 1,-6 1 0,-23-1-1,-4 0 1,21 5 0</inkml:trace>
  <inkml:trace contextRef="#ctx0" brushRef="#br0" timeOffset="53940">24030 2100 23837,'48'-27'-148,"-1"1"0,0 0 0,1 0 1,0 2-1,0 2-696,-6 6 0,0 3 0,1 0 392,7-2 1,0 1 0,-4 1-1,-4 0 1,-3 3 0,-4 0-1,1 1 1</inkml:trace>
  <inkml:trace contextRef="#ctx0" brushRef="#br0" timeOffset="54640">25322 1537 25085,'0'-8'2750,"0"2"-2509,0 6 241,0 0-404,-20 81-67,12-43 1,-5 22 0,-1 3-793,2-2 781,4-24 0,0 1 0,1-6 0,-1-2 189,-4 18-189,6-22 0,2-11 0,6-24 0,6-15 0,4-7 0,2-3 0,1-1 0,2-2-236,7-12 0,-1 1 236,-6 16 0,0 1 0,3-4 0,1 1-168,13-11 168,-4 9 0,-2 13 0,-9 27 0,-5 6 0,4 20 0,-4 22 0,-3-8 0,-7-2 0,-1 0-449,-3 7 1084,0 10-1743,3-16-44,7-19-142,16-5 1194,-2-14 368,28-31 292,-13-10-591,-15 14 0,0-2 418,0-4 0,1-2 122,1-1 1,-1 0-253,-1 0 1,0 0-40,0 0 1,-2 1 122,-1-2-229,-11 15 0,-7 11-72,-11 15-1,-7 11-6,-17 30-16,4 2 409,1 3-420,12-2-6,12-5-11,9-6 0,11-5 22,13-23 0,-2-12 34,14-16-27,4-24-18,-22 16 0,0-3-180,3-6 0,-1-1 180,-7 4 0,-1 1 0,13-23 0,-10 16 0,-1 4 0,-5 13-724,-1 6-1230,-1 16-4264,-6 18 6218,-3 7 0,-3-8 0,-1-8 0</inkml:trace>
  <inkml:trace contextRef="#ctx0" brushRef="#br0" timeOffset="55182">26367 2048 24206,'3'0'3153,"-1"0"-2414,-2 0-166,47-61-573,-21 26-338,7-8 1,1-1 337,5-5 0,-7 7 0,-1 4 0,0-2 0,-8 8 0,-1-2-293,11-14 0,-2-2 293,-9 9 0,-4 2 0,-4 3 0,-3 3 0,0-20 0,-13 19 0,-5 14 0,-2 11 470,-2 8-470,-3 12 0,-7 15 0,-6 21 34,11-15 1,0 4-35,0 5 0,2 2 0,1 3 0,3 0 0,2 1 0,4-2 0,6-1 0,5-2 0,5-5 0,6-2 0,7-5 0,5-4 0,5-5 0,3-5 0,4-3 0,1-7 0,2-5 0,0-7 0,0-5 0,-1-6 0,2-9 0,-3-4 0,2-9 0,-1-5-613,-14 9 0,0-2 1,-1-3 612,1-4 0,-1-4 0,-2-1-589,2-6 1,-2-2-1,-2-1 589,-7 11 0,0 0 0,-2-1 0,-1 1 0,-1-1 0,0 1 0,-3 0 0,0 0-237,1-8 1,-3 0-1,-2 3 237,-1-11 0,-6 5 171,-4 17 1,-6 7-172,-18-3 1328,-11 31-1328,-9 35 0,19 1 0,1 8 99,6-3 1,1 4-1,0 3-99,-4 10 0,1 4 0,0 1-334,5-7 1,-1 0 0,1 2 0,0 1 333,-1 2 0,1 2 0,0 0 0,1 0 0,1 0 0,1 1 0,1-1 0,2 0-556,1-3 1,1-1 0,2 1 0,3-1 555,2 0 0,2 0 0,1-1 0,1-6 0,0 11 0,1-6 0,5-8 0,-1 0 0</inkml:trace>
  <inkml:trace contextRef="#ctx0" brushRef="#br0" timeOffset="77015">21041 2935 11850,'-57'0'282,"1"-1"0,9 2 0,8 0 132,4 3 762,29-1 986,36-6-1518,1-2-109,7-1 0,6-2-176,4-1 0,4 0-1271,-2 1 1,5-1-1,2 0 1007,-6 1 0,3 0 1,1 1-1,2-1-400,-5 1 1,1-1-1,2 1 1,1 0-1,1-1 359,-3 1 0,0 0 0,1 0 1,1 0-1,1 0 0,0 0-217,-3 1 0,1-1 0,1 0 1,0 0-1,0 1 0,2-1 1,-1 0 274,-2 1 0,1 0 0,0 0 0,0 0 0,1 0 0,0-1 0,1 2 0,0-1-163,3 0 0,2-1 0,-1 2 1,1-1-1,0 0 0,1 0 0,0 0 1,0 1 125,-4 0 1,0 0-1,1 0 1,-1 1-1,1-1 1,0 1-1,1-1 1,-1 1 0,1 0-47,-6 0 1,0 0 0,1 1 0,-1-1 0,1 1-1,-1-1 1,2 1 0,0 0 0,1 0 0,0 0 6,-3 0 1,2 1 0,1-1-1,1 1 1,1-1 0,-1 1 0,1 0-1,-2 0 1,0 0 0,-2 0-1,-1 0 1,-2 0-1,8 0 1,-2 0 0,-2 0-1,-2 0 1,0 0 0,1 0-1,2 1 1,2-1-21,-3 1 1,3 0 0,2 0 0,1 0 0,0 0 0,0 0-1,-2 0 1,-2 0 0,-2 1 0,-5-1-55,7 1 1,-4-1 0,-2 1-1,-2 0 1,0 0 0,3 0-57,5 0 1,1 0-1,2 0 1,-2 0-1,0 0 1,-2 0 89,2 0 1,0-1 0,-1 1 0,-4 0 0,-4-1 49,8 0 1,-6 0 0,-4 0 469,9 0 0,-15-2-551,-32-3-102,-42 2 136,-4 2 0,-7 1 138,-2 1 1,-5 1 0,-4 0-140,1 0 1,-2 1 0,-4-1 0,-1 1-33,2-1 0,-2 1 0,-2 0 1,-1 0-1,-2-1 1,4 0 0,-1 1 0,-1-1 0,-2 0 0,1 0 0,-2 0-14,5 0 0,-1 0 1,0 0-1,-1 0 1,0 0-1,-1-1 1,0 1 32,5 0 1,0-1-1,0 1 1,-1 0-1,0-1 1,0 1-1,0 0 1,0 0-103,-1 0 0,1 0 0,-1 0 0,1 0 0,-1 0 0,-1 1 0,0-1 0,-1 1 188,1 0 1,-2 1 0,-1-1-1,0 1 1,0 0 0,0 0-1,0 0 1,2 0 0,1 0-12,1 1 0,1-1 0,1 1 1,0 0-1,1 0 0,0 0 0,0 0 1,1 1 44,-6-1 1,1 1 0,0 0 0,1 0-1,1 0 1,0 0 0,1 2 16,-2 0 1,0 1 0,1 0-1,1 1 1,2-1 0,1 1 34,2 0 1,3 0 0,0 1 0,-1-1-1,-2 2-23,-6 0 0,-3 1 1,-1 1-1,-1 0 0,2 0 1,2 0 23,0 0 1,3-1-1,0 1 1,1-1-1,-1 1-66,-3 1 0,-2 0 0,1 1 0,3-1 0,4-2-57,-3 2 1,5-1-1,0 0 232,0 1 1,1 0-1,4-1-226,4-1 0,3 0 875,1-1 1,4-1-445,9 1-30,78-19-60,4-2-62,-10 0 1,9-2 0,1-1-181,1 0 0,1 0 0,4 0-55,-11 1 0,2 1 0,2-1 1,2-1-1,1 1-17,-4 1 1,1 0 0,0 0 0,3 0 0,1 0-1,3 0-204,-8 1 0,2 0 0,3 0 0,2 0 0,-1 0 0,1 0 1,-1 0-1,-2 1 0,-3 0 126,2 0 0,-3 0 0,-2 1 0,0 0 1,1 0-1,2-1 0,3 1-105,-3 1 1,3-1-1,2 0 1,1 0-1,2 0 1,0 0-1,-1 0 1,-1 1 0,-3 0-1,-1 1 109,6 0 1,-3 0 0,-1 1 0,-1 0 0,0 0 0,1 1 0,3-1-49,-7 0 0,2 1 1,1-1-1,0 1 0,1 0 1,1-1-1,-1 1 0,1 0 1,-1 0 15,3 0 1,2 1 0,-1-1 0,1 0 0,0 1-1,-1 0 1,0-1 0,-3 1 0,-1 0-9,3 0 1,-2 0-1,-1 0 1,-1 0 0,-1 1-1,-1-1 1,1 0 2,-1 0 0,1 1 0,0-1 0,-1 0 0,-3 0 0,-3 0 0,-5 1 175,16-1 0,-7 0 1,-4-1-264,8 0 0,-12-1 1261,-26 1-1376,-78 1 108,0 6 1,-12 2 96,14-2 0,-7 0 0,-2 1 0,2 0 11,7 0 1,2 1 0,-2-1 0,-4 1 70,3-1 0,-4 1 0,-2-1 1,-2 1-1,0 0 0,1-1 84,2 0 1,2 0-1,-1-1 1,-1 1 0,-4 0-1,-3 0-56,15 0 1,-2-1 0,-3 1 0,-2-1 0,-1 1 0,0 0 0,-2 0 0,1 0 0,1 0 0,0-1 0,2 1-95,-1 0 0,0 0 0,0-1 0,2 1 1,-1-1-1,0 1 0,0 0 0,-1-1 0,-1 1 1,0 0 91,4 0 0,-1 0 1,-2-1-1,0 1 1,-1 0-1,0 0 1,1 0-1,0 0 1,2 0-1,1 0 1,2-1-1,3 1-71,-15 0 0,3 1 0,3-1 1,2 0-1,0 0 0,-1 0 0,-1 1 147,-3-1 1,-1 1 0,-1 0 0,0 0 0,3 0 0,2-1 0,3 0 165,2-1 1,4 1-1,2-1 1,0-1-1,0 0-194,-14 0 0,-2 0 0,5-1 1,9-3-193,-4-2 0,26-6-408,75-22 449,4 17 1,11 1 71,-9 4 0,7-1 1,2 0-1,1 1-6,-11 2 1,-1 1 0,1-1 0,3 1 0,4-1-133,-4 1 0,5-1 1,2 1-1,3-1 0,0 1 1,0 0-1,-3 0 1,-3 0-109,4 0 1,-4 0-1,-2 1 1,1 0-1,2 0 1,5 0 211,-10 1 0,5 0 1,3-1-1,2 1 0,0 0 1,0 0-1,-3 0 0,-4 1 1,-5 0-1,-7 0 1,18 0-1,-11 0 0,4 1 1,7-1-1,0 0 0,0 0 1,0 1-1</inkml:trace>
  <inkml:trace contextRef="#ctx0" brushRef="#br0" timeOffset="81691">25949 7006 21937,'-20'-53'894,"1"1"1,3 7-1,-4 10-591,-23 15-197,12 15 163,-18 32-67,6 15-874,10-4 1,1 4 702,3 2 0,2 2-17,3 2 0,3 1-223,4-1 1,5-3 219,4-11 0,6-1 11,6 1 1,8-3 80,13-10 1,7-5-17,4 1 0,3-6-432,15-7 1,4-8 444,-3-8 1,-3-6-45,-8 1 0,-1-3 45,5-10 0,-4-5 39,-10-3 0,-6-3-51,-1 0 1,-6-2 226,-6-4 1,-9 0-272,-15 12 0,-7 4-11,-17-14-1,-11 24 1,-6 6-23,9 9 0,-2 3-104,-18 1 0,-1 4 82,11 6 0,4 4-76,7 4 0,4 2-81,-10 15-1170,24 25 240,35-12 386,2-12 1,5 0-429,10-4 0,5-4-2470,7 1 0,2-2 3610,-2-4 0,-1-3 0,14 5 0,-22-14 0</inkml:trace>
  <inkml:trace contextRef="#ctx0" brushRef="#br0" timeOffset="81998">26366 6645 20090,'-38'-41'765,"1"0"0,0 0 0,-3 6 0,-2 1 0,-2 6-537,-1 7 0,-2 5 0,-2 4-1300,-4 3 0,-2 4 0,-1 3 1238,-5 5 0,0 3 1,0 4-71,13 0 1,1 1 0,-1 3-1,2 2-307,-1 2 1,0 3-1,2 1 1,1 2 247,1 3 1,2 1 0,1 3 0,3 1-8,2 2 1,2 1 0,3 2 0,2 2-3,-4 14 0,5 2 0,6 2-99,6 1 0,6 1 1,6 0 90,8 0 1,6-1-1,7-1 2,7-1 1,7-2 0,5-4-7,-3-13 1,4-2 0,3-2 0,2-2-296,5 0 1,4-4 0,2-1 0,2-3 294,-8-5 1,2-2 0,1-2 0,1-1 0,0-2-106,2-1 1,2-2 0,-1-1 0,1-3 0,0-1 129,0-2 1,0-2-1,-1-1 1,1-3-1,-2-1-3,-2-2 0,-1-1 0,0-2 1,-2-2-1,-1-2-23,8-5 1,-3-3-1,-1-3 1,-3-1 6,-6-1 1,-2-3-1,-2-1 1,-4-2 21,4-12 1,-4-3-1,-7-2-35,-6 0 1,-5-2-1,-8 0-30,-8 1 1,-7-1 0,-7 4-303,-8 2 0,-7 4 0,-8 4 323,-3 11 0,-8 4 0,-1 3 0,5 2 0,-8-6 0,1 5 0,-11 10 0,1 1 0</inkml:trace>
  <inkml:trace contextRef="#ctx0" brushRef="#br0" timeOffset="87199">11639 14614 18280,'8'-61'1910,"-1"0"0,-1 6 0,-4 8-958,-14 4-459,-9 17-291,-16 16-107,-17 27-53,17 3 0,0 7-917,-8 10 0,1 5 878,14-9 1,1 2 0,1 1-1,3 1 1,1 1 0,4 0-210,-4 16 0,8 0 183,9-4 1,9-3-249,8-6 1,7-4 267,8-6 1,6-4 16,6-7 0,4-5 22,4-6 0,1-5 9,3-9 0,-2-6-279,-1-6 0,-2-5 337,-5-6 1,-3-6 8,-6-4 0,-6-4-11,-5-3 0,-6-3-31,-4 0 0,-7-2 2,-6 0 1,-5 1 14,-3 2 0,-4 3-37,-5 4 1,-3 5 372,-1 5 0,-1 4-505,-2 7 1,0 5 146,-22 1-4271,8 21 4206,16 8 0,14-2 0,8-4 0</inkml:trace>
  <inkml:trace contextRef="#ctx0" brushRef="#br0" timeOffset="87782">24373 7777 20056,'-63'9'939,"1"-1"0,12-1 0,11-8-642,24-18-85,32-2 1,14-3-86,2 0 0,5 0 0,4-1-1482,2 1 0,3-1 0,4 0 1,2 0 1398,-1 2 1,2-1 0,2 0 0,2 0 0,1 0-176,-11 5 0,2 0 0,1 0 1,0 0-1,2 0 0,0 0 1,0 0 143,5-1 1,0 0-1,2 0 1,0 0 0,1 0-1,0 0 1,0 0-63,-5 2 0,0-1 1,1 1-1,0 0 0,1 0 1,-1 0-1,0 1 1,0-1 51,0 1 1,0-1-1,0 1 1,0 0-1,0-1 1,0 1-1,-1 1 1,0-1-147,6-2 0,-1 1 1,1 0-1,-1-1 1,-1 2-1,0-1 1,-1 0 114,4 0 0,-1-1 0,0 1 0,-2 0 0,-1 0 0,-1 1-95,2-1 0,-1 0 0,-2 0 0,-2 0 0,-3 1-583,-1 0 0,-1 0 0,-4 0 1,-4 0 705,14-9 0,-11 1 0,-5 0 0,-33 10 0</inkml:trace>
  <inkml:trace contextRef="#ctx0" brushRef="#br0" timeOffset="89099">13099 14480 21181,'-6'0'2902,"0"0"-1603,6 0-1361,-42-16-95,52 3-358,-4-19-292,34 17 1,16 6-1693,-13-1 1,3 1-1,0 1 2499,-1 0 0,1 2 0,-3 0 0,4 0 0,-5 2 0,8 0 0</inkml:trace>
  <inkml:trace contextRef="#ctx0" brushRef="#br0" timeOffset="89273">13162 14893 24869,'51'-30'-251,"0"1"1,0 0-1,1 0 1,0 0 0,1 0-1,0 1 1,0 1-1281,-3 4 0,1 0 0,0 1 0,0 1 1531,3-1 0,1-1 0,-1 2 0,-5 2 0,13-5 0,-6 3 0,-9 4 0,1 1 0</inkml:trace>
  <inkml:trace contextRef="#ctx0" brushRef="#br0" timeOffset="89590">14673 14213 26995,'-23'37'29,"0"-1"1,0 1-1,-2 2 1,3-1-16,5 8 0,6 0-3,9 9-17,5-23 1,6-1 33,9-1 0,5-5 28,28 6 5,4-9 91,5-32 111,-14-15-2162,-17-4 0,-2-5 2011,6-18-3,-17 8 0,-9-2 23,-13 1 1,-6 2-133,5 7 0,-4 1-180,-14-13 1,-6 5 179,6 21 0,-2 3-309,-6-3 1,-2 3-2921,-3 6 0,1 5 3229,-13 3 0,12 5 0,26 4 0</inkml:trace>
  <inkml:trace contextRef="#ctx0" brushRef="#br0" timeOffset="90673">13043 5627 23738,'-43'30'878,"-1"-1"1,4 15-1,13 6-798,25-2 0,12 1-990,0-6 1,4 2 0,2-4 833,8 6 1,7-4-253,3-8 0,5-1 1,6-4 345,-1-8 1,3-4 0,4-1 0,0-1-360,3 2 1,1-2 0,2-1 0,2-1 329,-3-3 0,2-1 0,2-1 0,0-2 1,-3-2-434,7-1 0,-1-3 0,-1-1 1,-3-1 416,5 0 1,-3-1 0,-1-3 59,4-2 1,0-4 0,-5-1 193,-1-5 1,-3-5-159,-8-1 0,-1-5 0,-3-1 17,1-7 1,-6-4-34,-4-7 1,-7-1 74,-8-11 1542,-19-4-1441,-17 20-131,-2 15 0,-4 1 14,-24-8-81,17 19 0,0 3-20,-10 3 2433,-8 7-2416,-3 13-5,-1 4 28,21-1 1,1 2-63,-18 17 16,6 2-10,13-8 1715,8 1-1705,15-16 338,0 0-287,13-12-22,5-11-23,4-1 335,11-18-318,-3 0-28,-4 5 0,3-1-6,18-19-913,-14 20 0,1 2 919,14-4-53,-13 13 0,3 4 47,6 4 0,1 3 3,2 0 1,0 3-275,9 4 1,-1 4 265,-9 3 0,-2 2 0,20 13 8,-18-4 0,-1 3-126,9 14 493,-14-11 1,-1 2-844,-10-5 0,-3 1-1454,13 24-2926,-10-3 4859,-10-11 0,-7-14 0,-5-12 0</inkml:trace>
  <inkml:trace contextRef="#ctx0" brushRef="#br0" timeOffset="90856">15048 4402 17697,'-9'-7'-6794,"2"2"6794,7 5 0,0 0 0,0 0 0</inkml:trace>
  <inkml:trace contextRef="#ctx0" brushRef="#br0" timeOffset="92466">11304 16309 21646,'16'-53'1256,"-1"-1"1,1-2 0,-4 4-154,-2-8-744,-2 13-281,-8 15-162,-3 29 56,-1 10 0,-5 27-17,-3 24-861,3-4 1,1 6 355,3-3 1,2 1-398,3-11 1,3 1 0,1-3-1494,3 1 1,4-3 1851,7 3 0,0-6 1,-1-9-1,1-2 1</inkml:trace>
  <inkml:trace contextRef="#ctx0" brushRef="#br0" timeOffset="92682">12553 16228 24105,'-4'-2'2319,"0"0"-1938,4 2-628,-12-54-497,57 22-917,-18-8 1,5 1 555,6 22 0,7 5 0,0 1-2172,-2-1 0,0 1 0,-1 1 1936,5-1 0,-3 1 0,12-1 0,-42 9 0</inkml:trace>
  <inkml:trace contextRef="#ctx0" brushRef="#br0" timeOffset="92866">12642 16478 26620,'42'-33'-357,"-1"0"0,1-1 0,-1 1 0,0 2 0,0 0 1,-1 1-1,1 4-418,8 0 0,0 3 0,-1 2-34,0-2 0,-1 2 1,-5 1-1,-3 3 1,-6 2-1,22-10 1</inkml:trace>
  <inkml:trace contextRef="#ctx0" brushRef="#br0" timeOffset="93049">14157 15599 28026,'2'24'-264,"9"10"-36,6-3 1,2 2 69,-4-6 1,0 3-2955,6 25 0,-1 3 2240,-9-21 1,-2-1-1,4 7 1,-2-3 0,-4-6-1</inkml:trace>
  <inkml:trace contextRef="#ctx0" brushRef="#br0" timeOffset="93790">11605 17036 15468,'34'7'2876,"1"1"0,23 4-2114,1-6 0,3-2-1557,-14 1 1,1 1 973,-2-1 1,3 1-1,-2 0 34,11 2 0,-2 0-54,0-1 1,0 0-43,3 0 1,2-2-8,-15-2 0,1-2 0,2 0-746,10-3 1,4-3 0,2-1 703,-6 1 1,1-3 0,3 0-1,2-1-256,-14 2 1,0-2 0,2 0-1,1 0 1,1-1 0,1 0 203,-2 0 0,1 0 0,0-1 0,2 0 0,0 0 0,0 0 0,2 0-182,-4 0 1,2-1 0,0 1-1,0 0 1,1-1 0,1 0-1,-1 0 1,1 0 172,-4 1 1,1-1-1,0 0 1,1 1-1,-1-1 1,1-1-1,0 1 1,0 0-1,0-1-81,2 0 1,0 0 0,0 0 0,1 0 0,-1-1 0,1 0 0,-1 0 0,1 0 0,-1 0 78,0-1 1,1 1-1,-1-1 1,0 0 0,0-1-1,1 1 1,-2-1 0,1 0-1,-1 0-16,0-1 1,-1 1-1,-1-1 1,1 0-1,0 0 1,-1-1-1,0 0 1,-1 0-1,0-1 27,4-1 1,1-1 0,-2 0 0,0-1 0,0 1 0,0-2 0,-2 1 0,1-1-5,-4 0 1,0 0-1,-1 0 1,0 0 0,-1-1-1,0-1 1,-1 0-1,0 0-5,4-3 0,-1-1 1,-1 0-1,0-1 0,-1 0 1,-1-1-1,-1 0-3,-2 0 1,-1 0 0,0-1 0,-1-1 0,-1 0 0,-1 0-1,0-1-2,5-6 0,-1 0 0,-1-1 0,-1 0 0,0-1 0,-2-1-2,-2 0 0,-1 0 0,0-2 0,-2 1 0,-1-1 0,0-1-1,-3 1 0,-1 0 0,-1-1 0,0 0 0,-3 0 0,0-1 42,2-7 1,-2-1 0,-1 0 0,-3 0-1,-2 0-44,-4 2 1,-2 0 0,-1 0 0,-4 0 0,-4 1 3,-3-11 1,-5 1-1,-5 0 1,-6 1-4,-6 3 1,-6 0 0,-6 2-1,-5 3-3,0 9 1,-4 2 0,-5 2-1,-2 1 1,-2 2-1,1 5 0,-3 1 1,-1 2-1,-3 1 1,-1 1-1,-1 2 4,2 2 0,-1 1 0,-2 2 1,-1 0-1,0 2 0,-2 0 0,0 0-1,3 3 0,-1 0 0,-1 1 0,-1 1-1,0 0 1,-1 1 0,0 0 0,-1 1 0,4 1 1,0 1 0,-1 1 0,-1 0 0,0 0 0,0 1 0,-1 0-1,1 1 1,-1 0 2,-3 0 0,0 1 1,0 0-1,-1 0 0,1 1 0,-1 0 1,-1 1-1,1 0 0,-1 1-22,5 0 1,-1 1 0,0 0 0,0 0 0,0 1-1,-1 0 1,1 1 0,-1-1 0,0 1 0,0 1 20,-1 0 0,0 0 0,-1 0 0,0 1 0,0 0 0,0 0 0,0 1 0,0 0 0,-1 1 0,1 0 0,4-1 1,1 1-1,-1 1 1,0-1-1,0 1 1,0 0-1,0 1 1,0 0-1,0 0 1,0 0-1,0 0 2,-1 1 1,0 1-1,1-1 1,-1 1 0,0 0-1,0 0 1,0 1-1,1 0 1,-1 0 0,0 0-1,1 1-1,-1-1 1,0 2-1,1-1 1,-1 1-1,0-1 1,1 2 0,-1-1-1,1 1 1,-1 0-1,1 0 1,0 1-3,0 0 0,0 0 0,-1 1 0,1-1 0,0 2 0,1-1 0,-1 1 0,0 0 0,0 0 0,1 1 0,0-1-2,0 2 0,0-1 1,0 1-1,1 0 1,-1 0-1,1 0 1,0 1-1,0 0 1,0 1-1,0-1 1,1 1-3,0 0 1,1 1 0,0-1 0,-1 1 0,1 0 0,1 1 0,-1 0 0,1 0 0,0 0 0,0 1 0,1 0-2,-4 3 0,0-1 1,0 1-1,1 1 1,0 0-1,0 0 1,1 1-1,0 0 1,1 1-1,1-1 2,2 0 1,0 1 0,0-1-1,2 1 1,-1 1 0,1-1-1,1 1 1,0 1 0,1 0-1,1 0 0,-3 2 1,2 1 0,-1 1 0,2 0 0,0 0 0,1 1 0,2 0 0,0 0 0,2 1 2,-2 2 0,2 1 1,0 0-1,2 1 1,1 0-1,2 1 0,1 0 1,2 0-4,-6 11 0,2 0 0,3 2 1,2-1-1,4 1 0,3 1-2,5-4 1,2 0-1,3 1 1,3 1-1,3-1 1,4-1-1,4 8 0,4 0 1,5 0-1,4-2 1,5-1-2,4-2 0,5 0 1,5-2-1,3-2 0,4-3 8,-1-7 0,3-2 0,3-2 0,3-2 0,2-1 0,1-2 4,-1-4 1,2-2-1,2-1 1,2-2 0,1-1-1,1-1 1,1-2 9,-1-2 0,1-1 1,2-2-1,0 0 1,2-2-1,0-1 1,1-1-1,0 0 4,-7-3 1,0 0 0,1-1-1,1 0 1,0-2 0,1 0-1,0 0 1,1-1 0,0-1-1,0 0-2,-2-1 0,1-1 1,1 0-1,0-1 0,0 0 1,1-1-1,-1-1 1,1 1-1,1-2 0,-1 1 1,1-1-6,-3 0 1,1-1-1,0 0 1,0 0 0,1-1-1,0 0 1,0-1-1,0 0 1,0 0 0,0 0-1,1-1 1,-1 0-10,-2 0 1,0-1 0,1 0 0,-1 0 0,1-1 0,-1 1 0,1-2 0,0 1 0,0 0 0,0-1-1,0 0 1,0 0 0,0 0-20,2-1 1,-1 1 0,1-1 0,0 0 0,0-1 0,0 1 0,0-1 0,0 0 0,0 0 0,0 0 0,0 0 0,0-1 0,0 1-159,0-1 0,1 0 1,-1 0-1,1 0 1,0 0-1,0-1 0,0 1 1,-1-1-1,0 1 1,0-1-1,-1 1 0,-1 0 1,-1 0 173,5-1 0,-1 0 0,0 0 0,0 0 0,-1 1 0,0-1 0,-2 0 0,-1 1 0,-1 0 0,-2 1 0,-2 0 0,10-3 0,-1 1 0,-3 1 0,-2-1 0,-2 2 0,-3 0 0,-3 0 0,2 0 0,1 0 0,-1 0 0,0 0 0</inkml:trace>
  <inkml:trace contextRef="#ctx0" brushRef="#br0" timeOffset="95540">26379 8291 6720,'13'-61'107,"-1"-1"0,1 1 0,-1 0 0,1-1 0,-2 4 1,-1 4-1,-1-2 0,-2-6-542,-3 11 1,-1-5 0,0-4 0,-1-2 0,-1 0 0,-1 2 0,-1 4 0,0 5 434,-4-14 0,-2 6 0,-1 2 0,0-1 0,0-7 0,0-3 0,-1 4 0,-1 11 0,-4 11 0,0 0 0</inkml:trace>
  <inkml:trace contextRef="#ctx0" brushRef="#br0" timeOffset="96632">27875 7777 16939,'20'-50'26,"1"0"0,-1 1 1,1-1-1,-1 0 0,1 0 1,0-6-1,0 0 1,-2 0-1,0 0 0,-2 0-553,-1 1 1,-1-1 0,-1 1-1,-3 0 1,-1 1 575,-2-6 0,-3 1 0,-2 1 0,-5 2-14,-3 3 0,-3 1 0,-3 2 0,-5 1-99,-2 3 1,-4 2-1,-3 1 1,-3 3 72,-6 0 1,-3 2 0,-3 3 0,-3 2-24,-6 0 0,-3 3 0,-3 2 0,-1 3-80,5 5 0,-1 3 0,-2 1 0,-1 2 0,0 1 101,4 3 0,0 1 1,-2 1-1,0 2 1,0 0-1,-1 2-156,-3 1 0,-1 2 1,0 0-1,0 2 0,-1 1 1,0 1 194,-2 1 1,-1 1 0,1 1-1,-1 2 1,0 0 0,0 2-13,9 0 0,-1 1 1,0 0-1,0 2 0,1 0 1,-1 2-1,1 0 18,-1 2 0,0 0 0,0 1 0,0 2 0,1 0 0,0 1 0,0 1-64,-1 2 0,0 1 1,1 1-1,0 1 0,0 1 1,0 1-1,1 1 28,-1 2 0,0 1 0,0 1 0,0 1 0,1 1 0,0 1 0,1 1-21,4-3 0,1 1 1,0 1-1,0 1 1,0 0-1,1 1 1,0 0-1,1 1 13,-1 1 0,0 2 1,0 0-1,1 0 1,0 1-1,1 1 1,0 0-1,1 1-4,0 1 1,0 0 0,0 1 0,1 1 0,1 0 0,0 0 0,1 1 0,1 0 14,1 0 1,0 0 0,1 1-1,1 0 1,0 1 0,1-1 0,1 1-1,1 1 27,2-3 0,0 2 0,2-1 1,0 1-1,1 0 0,1 0 1,1 0-1,1 0 15,0 5 1,0-1-1,2 1 1,1 0 0,2 0-1,1 0 1,1-1 7,1 5 0,1 1 0,1-1 0,3 0 0,2-1 0,3 0 1,3-5 0,2-1 0,1 0 0,3 0 0,2-2 0,3 0 4,3 5 0,3 0 0,4-2 0,2-1 0,4-3-16,2-2 0,5-2 1,2-2-1,2-1 0,3-3-15,4 0 1,3-3 0,3-2 0,2-2 0,1-2-20,-4-5 0,2-3 0,1-1 1,2-1-1,1-2 0,0-1-9,6 0 0,1-2 0,1-2 0,2-1 0,0-1 0,1-2-4,-5-1 0,0-2 1,2 0-1,0-2 0,1-1 1,0 0-1,0-2-1,-4-1 1,0-1-1,1-1 1,0 0-1,1-2 1,0 0-1,0-1 1,0-1-2,-5 0 1,1-1 0,0 0 0,1-1 0,-1-1 0,1-1 0,-1 0 0,1-1 0,0 0 3,1-2 0,1 0 0,0-1 0,0-1 0,0-1 1,0 0-1,-1-1 0,1-1 0,0 0-2,1-1 0,0-1 0,0-1 1,0 0-1,0-1 0,-1-1 0,1 0 1,-1-1-1,0-1-5,-5 2 0,0 0 0,0-1 0,-1-1 0,0 0 1,1 0-1,-1-1 0,-1-1 0,1 0 0,-1 0 3,0 0 1,0-2-1,0 1 1,0-1 0,0-1-1,-1 1 1,0-2-1,-1 1 1,1-1 0,-2-1 3,6-2 0,-1-2 0,0 1 0,-1-1 0,0-1 0,0 0 0,-1 0 0,-1-1 0,0 0 6,-2 0 1,-1-1 0,0 1 0,0-1 0,-1-1 0,0 0 0,-2 0 0,0-1 0,-1 0 1,3-4 0,-1 0 0,0-1 0,-1 0 0,-2 0 0,0-1 0,-2-1 0,-1 0-14,-4 2 1,0-1 0,-1 0 0,-1-1 0,-1 0-1,-2 0 1,-1-1 0,-2 0 0,1-4 0,-1-1 0,-2 0 0,-2-1 0,-1 0 0,-3 0 0,-2 0-3,0-5 1,-2-2 0,-3 1-1,-3 0 1,-2 0 0,-4 0-10,-3 3 0,-3 0 0,-2 0 1,-3 1-1,-3 1 0,-3 1-15,-3 2 0,-2 1 1,-3 0-1,-3 2 1,-3 1-1,-2 3-31,-3-1 1,-4 3-1,-2 0 1,-3 3 0,-2 1-1,-1 2-60,-5 0 0,-2 2 0,-2 2 0,-2 2 0,-2 1 0,-1 2-113,4 4 1,-2 2-1,-1 1 1,-1 2-1,-1 1 1,-1 1-1,-1 1-396,4 3 0,-1 0 0,-2 2 0,0 1 1,0 1-1,0 1 0,1 0 0,0 1 619,-4 0 0,-1 1 0,0 1 0,1 1 0,2 1 0,2-1 0,2 2 0,-4-1 0,3 0 0,2 2 0,3 0 0,3 1 0,-3 2 0,1 0 0,-1 0 0</inkml:trace>
  <inkml:trace contextRef="#ctx0" brushRef="#br0" timeOffset="97432">25327 12614 2555,'49'-35'-49,"0"0"1,0 0 0,0 0 0,0 0 0,3-2 0,-5 4 0,-3 1 0,4-3 0,-1-1 0</inkml:trace>
  <inkml:trace contextRef="#ctx0" brushRef="#br0" timeOffset="99832">21344 14531 20614,'-4'-61'672,"0"-1"0,-1 0 0,2 6 1,1 2-1,0 1-338,2 3 0,1 2 0,1 3 36,1-7 0,0 6 95,4-15-314,-3 30-27,0 25 83,1 31 12,3 31-166,-3-13 0,-1 4-1062,1 10 1,-1 4 1008,-2-15 0,0 1 0,1 0-27,-1 3 1,1 2 0,1-1-114,0 1 0,2 0 0,1 0-335,1-2 1,1 1 0,1-2-863,3 1 1,0-1-1,1-2 937,6 13 0,-1-5 1,-6-18-1,0-4 1,1 4-1</inkml:trace>
  <inkml:trace contextRef="#ctx0" brushRef="#br0" timeOffset="100683">21317 14901 22655,'-8'-6'2223,"0"1"-2064,-24-21 1,7-11-2993,57 1 0,6-3 2819,-44-4 0,2 1-31,40 11 0,22 6 1,-4 5 37,-5 7 0,0 3-310,12-3 1,1 0-105,-6 1 0,-2 2-579,-9 1 1,-3 1-749,15-4 633,-28 3 3423,-31 3-1575,-22 3 2204,-15-1-1106,-3-4 562,7-4-1284,11-8-415,13-6-341,9-3-167,12 0-80,10 3-28,13 6-38,11 4-18,9 6-411,9 6 386,-27 6 0,1 3-22,2 2 0,0 3-15,1 5 1,-2 2-3,-1 4 0,-3 3 0,-7 1 0,-5 3 22,-5 1 1,-9 3 33,-19 6 0,-7 0 20,-11 14 8,-5-19 0,-3-4 131,-9-2 130,-3-5 16,18-16-151,16-20-84,20-17-12,19-14-50,-4 19 1,4-1-258,4-1 1,2 1 256,1-1 1,2 2-9,-1 1 0,0 1 14,0 1 0,0 1 0,-1 1 0,1-1-28,-1 1 0,1 0 11,-2 0 0,-1 0 408,21-20-329,-9 2 33,-18 11-62,-8 7 46,-16 10-12,-1 6-33,-1 1 484,1 2-557,2 2 0,0 0 5,1 4 17,0 7 6,1 11-6,0 13-44,0 24 5,-1-15 16,5 18 18,5-27-6,8 1 6,9-11 5,15-16 6,-11-10 55,15-18 18,-15-14 28,5-15-60,-19 20 1,-1-1 53,0-8 0,-2-1 11,5-21-72,-5 5 38,-10 19-49,-4 18-68,-2 2-308,-1 9-140,0 13 128,0 1-693,2 17-690,1 3-4313,8 18 6044,-1-11 0,1-7 0,-4-18 0</inkml:trace>
  <inkml:trace contextRef="#ctx0" brushRef="#br0" timeOffset="100999">23256 14246 20100,'0'-3'5259,"0"1"-3337,0 2-1866,4-17-23,5 12 18,17-14 5,22 10-62,1-4 17,8-10-11,-16-4 0,-12 3 34,3-17 28,-9-11 50,-7-1 78,-10-2 12,-20 26-102,-3 15 74,-17 17-23,-1 15-39,-10 13-60,1 14-52,23-12 0,4 2-356,5-2 0,3 0 356,0-1 0,5 1-247,9 8 0,6-2-1298,14 15-2696,-2-16 1,3-1 4240,20 6 0,-14-18 0,-12-14 0</inkml:trace>
  <inkml:trace contextRef="#ctx0" brushRef="#br0" timeOffset="101523">24643 14053 25382,'0'-3'2179,"1"0"-1591,-1 3-527,-35 20-16,11 4-14,-6-1 0,-4 2-505,7-1 0,-1 0 465,-9 2 1,-2 0-6,-6 0 0,-2-2 25,-1 0 1,1-3 10,4-5 1,4-3 33,-16 0 273,28-28-256,31-26-42,7 4 1,5-2-171,0 3 1,3-3 138,7-9 0,4-7 0,-1 3-553,-7 12 1,0 2 0,1-3 552,0 0 0,2-3 0,0 1 0,-1 1 0,0 0 0,-2 2 0,-1 1 0,6-12 0,-2 4 0,-8 14 0,-3 1-25,-3-1 1,-3 2 24,-3 5 0,-13-11 0,-3 28 225,-11 2-225,-2 19 1696,-3 14-1696,-4 19 0,16-16 0,2 3 142,0 4 0,3 1-142,2 4 0,3 1 0,3 2 0,6 1 0,4 1 0,5 1 0,7-1 0,5-1-517,6 1 1,5-3 516,5-2 0,1-2 0,3-1 0,-1-2 0,-1-1 0,-2-1 0,-10-9 0,-2 1-548,0 9 0,-7 2-504,-10 13 12,-12-12 1,-7-1 1039,-15-2 0,-3-5 0,-6 5 0,-6-4 0</inkml:trace>
  <inkml:trace contextRef="#ctx0" brushRef="#br0" timeOffset="102032">25043 14181 20089,'7'0'4526,"-1"0"-3501,55 10-689,-39-5-6,16 4 1,0 1-12,-22-2 51,1 3 128,-10-7-140,-5-4-240,-2-12-84,3-10-23,3-18 0,6-15-397,-4 20 1,1-2 382,2-6 0,0-3 11,1-6 1,-1-2 2,-2-3 0,-1-1 6,-2 0 0,-2 1-6,-5 2 0,-3 2 9,-2 5 0,-3 2 8,-2 6 0,-2 2 16,1 6 1,-1 2 1,-10-14-46,6 16 0,6 13 0,4 8 0,4 6 766,0 9-766,-1 12 0,-1 17 0,1 20 0,2-21 0,1 1-421,5 7 0,2 2 421,4 4 0,5 2 0,7 3 0,5 1 0,-5-17 0,3 0 0,0-3 0,7 9 0,2-2 0,2-4 0,4 0 0,-4-2 0,-3-3 0,-1 0-87,9 11 0,-7 2-506,-21 15 164,-26-33 1,-11-1-472,-12 1 1,-9-3 512,4-7 0,-4 0 0,4-3 1,2 0-1,3-2 0,-1-2 0,0 0 1</inkml:trace>
  <inkml:trace contextRef="#ctx0" brushRef="#br0" timeOffset="103582">26562 13567 19960,'4'-56'941,"-1"0"0,0 0 0,-1 6 0,0 2 0,0 6-552,0 4 1,0 6 734,-2-11-833,0 19-24,0 13-239,-1 16 107,7 17-107,4 26-23,-2-12 1,1 5-479,0 9 0,-1 4 458,-3-13 0,0 2 1,-2 1-72,1 4 0,-1 1 0,-1 1-222,0 3 0,-1 1 0,0 1-529,0 1 1,0 1 0,-1 0 463,0 5 0,0 1 0,0-6 0,0-5 0,0-5 0,0-5 0,0 0 0</inkml:trace>
  <inkml:trace contextRef="#ctx0" brushRef="#br0" timeOffset="104656">26423 14222 22863,'-22'-51'469,"1"-1"0,-1 1 1,3 3-1,1 2 1,6 4-442,5 6 0,6 3-274,6 1 1,5 1 214,7 3 1,4 2-32,9 2 0,4 4-56,6 3 0,2 4-460,4 1 0,0 3 379,1 3 0,0 1 22,-2 2 1,-2 0 239,-3 1 1,-2 0-137,25-4 124,-16-3 255,-17-4 64,-11-1 392,-10-5-207,-3-1 839,-3-2-901,1 6-232,-2 4-205,3 7-17,7 6-28,12 11 12,19 8-26,-14-4 0,1 1-22,4 2 0,1 1-315,1 3 0,-1 1 287,-3 0 0,-3 2-15,-5 0 1,-4 1-45,1 27 84,-29-3 84,-23-9-238,-20-14 294,-7-15 40,6-21-35,14-15-33,16-19-17,19-8-39,21-5 230,15 2-244,-11 30 0,3 1 3,0 2 0,2 2-17,27-12 5,0 6-10,1 3-6,2 2 11,-1 0 22,-3-2 40,-9 0 100,-11 2 385,-14 5-228,-11 6-168,-10 5-140,-8 9 332,-8 6-338,-4 11 7,4 8 4,5 6-16,11 3 0,12 0 17,9-3-6,12-8-22,10-9 11,11-10-194,7-13 205,-27-3 0,-1-3 11,0-5 1,-2-3 13,-3-3 1,-3-4 16,-3 0 0,-3-3 65,5-28-23,-11 3-21,-10 7-74,-7 10 0,-3 10-63,0 11-166,4 7-174,1 10-230,5 9-80,4 11-1029,7 17 1204,0-10-604,11 13-52,0-15 337,9 4 432,15-1 889,-6-12 40,-2-6 1004,-6-12 144,-11-7-353,2-2-431,-7-4-72,-5 0-623,-7 6 79,-1-1-95,-2 3-84,3-5-28,5-3-29,14-12-4,-4 5 16,16-16-23,-13 4-10,4-10 122,-11-5 18,-11 13-78,-11 4-57,-4 20 0,-11 4 0,-4 15 0,-11 9 0,-6 19 0,17-7 0,2 3 0,-9 16-284,16-12 1,6 2 283,11 15 0,5-21 0,7 0-395,13 6 0,7-2-776,-1-7 1,3-2-309,2-1 0,0-2 1479,-3-7 0,-5-3 0,-5-4 0,-1-2 0</inkml:trace>
  <inkml:trace contextRef="#ctx0" brushRef="#br0" timeOffset="105806">22953 15456 18843,'-59'12'27,"-1"0"0,1 0 0,0 0 0,0 0 0,-1 0 1,1 0-1,0 1 0,-4-1 0,1 1 0,2-1 1,2 0-1,0 0 0,2-1-436,-4 0 0,1 0 0,2 0 0,3-1 1,2-1 413,-9 2 1,4-2 0,-1 1 43,8-3 0,-1 1 0,1-1 0,5-1 803,-12 2 1,13-5-489,22-14-76,56-5 1,26 0-232,-5-2 0,10-1 64,-21 7 0,7-1 1,3-2-1,3 1 1,0 0-1,-3 0-264,5-1 1,-1 1-1,-1 0 1,3 0 0,4-2 195,-9 3 0,3-1 0,2 0 0,2 0 1,0-1-1,1 0 0,-1 1 0,0 0-33,-2 1 0,0-1 0,0 1 0,0 0 0,0 0 0,1 0 0,0 0 0,1 0 8,-3 0 0,2 1 0,0-1 0,1 1 0,-1 0 0,0-1 0,0 2 0,-1-1 0,-2 0-172,0 1 1,-2 0 0,-2 1 0,0-1 0,1 1 0,1 0-1,2-1 1,4 0 157,-6 1 1,3 0-1,3-1 1,1 0-1,2 1 1,0-1-1,1 0 1,-1 0-1,0 1 1,-2 0-1,-1 0 1,-3 1-57,5-1 1,-2 1-1,-1 0 1,-2 0-1,-1 0 1,2 1-1,0-1 1,3 0-1,3-1 43,-9 2 0,2-1 1,2 0-1,2 0 0,0 0 1,1-1-1,0 1 0,1-1 1,-1 1-1,-1 0 0,-1 0 1,-1 0-1,-2 0 3,2 1 1,-2-1-1,0 1 1,-1 0 0,-1 0-1,0 0 1,0 0 0,-1 0-1,0 0 1,0 0-1,0 0-3,4 0 1,0-1 0,0 1 0,0-1-1,-1 1 1,0-1 0,0 1 0,-2-1-1,-1 1 1,-2 0-5,11-1 1,-3 0 0,-2 0-1,0 0 1,-1 1 0,1-1-1,1-1 0,-6 2 0,2-1 0,-1 1 1,1-1-1,-1 0 0,0 0 1,-1 0-1,-2 0-1,10-3 0,-1 1 1,-1-1-1,-1 0 0,-1 0 1,1 0 5,-2 0 1,0 0 0,-1-1 0,0 1 0,0-1-1,0 0 29,-2-1 1,0 0 0,1-1 0,-2 1 0,-2-1 0,-4 0-37,4-3 1,-3 0 0,-3-1 0,-2 1 11,0 0 1,-3 0-1,-1-2-7,2-3 0,-1-1 0,-1-1 206,-3-1 0,-2-2 1,-1-1-202,1 0 1,-1-2 0,0-1-8,2-4 0,-1-2 0,-5-1 483,1-11 0,-6-1-465,-5-2 1,-7 0-3,-8-3 0,-8-1-8,-8-2 0,-7 0 280,1 17 1,-3 1 0,-2 0-280,-5-2 1,-2 0 0,-3 0-5,-2-1 1,-2 0 0,-2 0 106,-2-2 1,-3 0-1,2 2-105,7 8 1,1 2 0,-4-2-2,-3-3 0,-4-2 0,0 0 1,1 3-5,0 2 0,1 2 0,-3-2 0,-2-1 0,-2-2 0,-2 0 0,2 3 1,5 6 0,2 3 1,-1 0-1,-1 1-257,-2 1 1,-1 0-1,0 2 1,2 1 255,-4-3 0,1 3 0,-5 1 2,7 4 0,-5 0 1,-2 1-1,1 2 0,2 0-211,0 2 1,2 2-1,-1 1 1,-3-1 199,-5 0 0,-4-1 0,-2 0 0,0 1 0,1 2 5,5 1 1,1 2 0,1 1 0,-2 1-1,1-1-111,-5 1 0,-1 1 0,0 0 1,1 0-1,2 1 113,-3-1 1,2 1 0,0 0-1,-6 1 2,14 1 0,-4 0 0,-2 1 0,-1 0 0,0 0 0,2 0 0,3 1-73,-7 0 1,4 0-1,1 1 1,-1 0-1,-4 1 78,3-1 1,-3 1 0,-2 0-1,-1 0 1,0 1 0,2 0 0,1 0-2,-1 1 1,1 1 0,1-1-1,1 1 1,-1 1 0,1-1-8,-2 2 0,0 0 0,0 0 0,1 0 1,-1 1-1,1 1-16,-1-1 0,0 1 0,1 0 1,-1 1-1,1 0 0,0 1 13,-1 0 1,1 0-1,0 1 1,0 0-1,1 0 1,-1 1 5,1 0 0,0 0 0,0 0 0,0 1 0,1-1 0,-1 1 5,2 1 1,-1-1-1,1 1 1,-1-1 0,1 1-1,0 0-2,0 0 1,1 0 0,0 0 0,-1 0 0,1 0 0,0 0-4,0 0 0,0 0 0,1 0 0,-1 0 0,1 0 0,-1 0-3,0-1 0,-1 1 0,1 0 0,-1-1 1,2 1-1,2-2 3,0 0 0,2 0 0,1-1 0,-1 0 0,-4 1 0,3-1 1,-3 1 0,-2 0 0,-1 1 0,1-1 0,2-1-1,3 0 4,-3 0 1,3-1 0,2 0-1,-2 0 1,-3 1 1,5-1 0,-3 0 1,-2 1-1,0 0 1,0 0-1,2-1 1,3-1-10,-6 2 1,2-1 0,2 0 0,0-1-1,2 0 128,-8 1 1,1 1 0,1-1 0,2-1-115,-9 2 0,2-1 1,2-1-18,8-1 1,3-1-1,1-1 0,-14 3 1,2-2 481,9-3 0,1-1-482,5-2 1,1-1 845,4-1 1,1-2-847,2-2 1,1-3 2,1 0 0,2-1 43,-26-11-40,10 0 2582,14 4-2661,16 4 1447,10 5-1429,6 3 824,5 6-747,2 4 159,3 6-153,0 5-5,-2 6-11,-3 10 44,-1 13-361,0-18 1,-1 1 341,2 8 0,1 3-695,2 9 0,2 3 679,-1-12 0,0 2 0,2 2 1,1 7 1,0 1 0,1 2-6,-1-9 0,-1 0 0,1 2 1,0 1-655,1 5 1,0 1 0,0 1-1,0 1 642,-2-9 0,0 0 0,0 1 0,0 1 0,0 0-10,0 2 1,0 0 0,0 0 0,-1 1 0,0-1-5,0-1 1,-1 1-1,1-1 1,-1-1 0,0 0 11,1 7 0,-1 0 0,1-2 0,0-2-240,2 6 0,0-2 0,3-5 223,5 9 1,5-9 32,1-19 0,4-7-125,0-10 0,2-9-420,31-14-460,-30-8 1,1-8 991,7-13 0,-3-3 0,5-5 0,-20 17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0:04:54.36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5626 3848 20755,'0'-11'2661,"-2"-25"0,0-3-2213,-1 18-180,-1-17 1,-1 6-67,1 30-152,0 4-5,0 7 28,-4 19 0,0 6-12,-6 26-575,2-7 0,0 3 494,3-9 0,1-1-140,2 2 1,1 0-463,1-1 1,2-1-2149,4-1 0,1-3 2770,1-6 0,0-3 0,4 7 0,-2-19 0</inkml:trace>
  <inkml:trace contextRef="#ctx0" brushRef="#br0" timeOffset="367">5774 3393 18876,'-25'-53'906,"0"1"0,1-1 0,0 8 0,-1 3 1,-2 10-599,-8 15 0,-3 11-709,-5 12 1,-2 9 584,-5 11 1,0 7-504,14-4 0,0 3 0,2 4 371,-2 4 0,3 4 0,1 1-30,0 5 1,3 2 0,2 1-9,8-10 0,2 2 0,0 0 0,3 1-12,0 2 1,2 0 0,1 1 0,2 0-207,2 1 0,1 0 0,2 0 0,2 0 146,4 13 0,3-1 0,5-2 6,4-7 0,5-2 0,4-4-102,5-9 1,5-3-1,3-6 118,5-6 1,2-6 0,3-4 22,3-3 0,2-6 0,0-4-137,3-3 1,0-5 0,0-3 177,-1-4 0,0-2 0,-3-4 30,-2-4 0,-1-3 0,-4-4 114,-4-2 0,-2-3 0,-4-3-142,-4-2 0,-4-3 0,-3-1-10,-3-4 1,-3-1-1,-3-1 79,-2-2 0,-3 0 0,-3-1-55,-3 0 1,-2 0 0,-3 1 0,-2 3 0,-2 1 0,-3 2-67,-2 5 1,-2 1 0,-3 3 23,-12-10 1,-6 7 94,-5 9 1,-5 9-1165,-5 9 0,-3 8 1067,-8 14 0,2 4 0,23-5 0,3 1 0,3 5 0,0 1 0</inkml:trace>
  <inkml:trace contextRef="#ctx0" brushRef="#br0" timeOffset="1283">8314 3692 25141,'7'-48'306,"0"0"1,2 6-1,8 10-233,36 24-54,-21 11 1,0 4-408,2 2 0,-2 5 407,-1 4 1,-4 5-3,-6 3 0,-4 4-6,-6 3 0,-7 2-6,-9 4 1,-7 0 5,-7 2 1,-6 1 4,-7 0 1,-5-2-522,-1-1 1,-2-2 521,3-4 0,1-1 5,5-5 1,2-1 441,-13 14-431,18-7-5,11-9 34,15-8 401,15-7-402,23-10-58,-8-4 0,2-3-84,10-3 0,3-2 47,8-5 0,2-2-46,-17 6 0,0-1 0,1 0-526,1-1 0,0 0 1,0 0 274,-2-2 0,0 1 1,-1-2-466,17-9 1,-3-1-768,-7-1 1,-3-3-110,-7 2 0,-4-2-85,-8 1 1,-6-1 1025,-6 1 0,-7-1 762,-9 1 0,-6 1 422,-8 0 1,-5 2 408,-8 0 1,-5 2 103,-5 0 1,-3 3-112,-3 0 1,-3 1-159,-1 0 1,-2 3-130,-1 2 1,-1 2-96,-2 3 1,0 5-96,-4 5 0,-1 6-186,17 3 0,1 4 0,-1 3-34,-5 4 1,0 4 0,1 3-282,-5 6 1,1 4-1,0 2 207,13-5 0,0 1 0,1 2 0,2 1-59,1 2 0,1 1 1,2 1-1,2 1-88,-4 11 0,4 2 0,6 1 46,6-4 0,6 0 1,6-1-9,9-5 1,6-2 0,6-2 7,19 11 0,12-8-305,-7-18 0,6-6 0,3-3 288,6-2 0,2-4 1,3-4-12,3-2 0,3-3 1,-1-2 11,-13-2 1,-1 0 0,1-2 0,-1 0 22,1-2 0,-1-1 0,-1-1 1,0-1 16,14-5 0,-1-1 1,-2-3 22,-4-1 0,0-2 0,-3-3 14,-4-1 1,-2-3 0,-3-2-82,-4-1 1,-2-3 0,-3-1 110,-5-2 1,-2-2 0,-3-1 219,-3 0 1,-3-2 0,-4 0-226,-1-1 0,-4 0 0,-3 0 68,-2-17 0,-8 2-95,-7 6 0,-9 4-56,-10 8 0,-9 7-193,-10 8 0,-8 7-522,14 9 1,-3 3 0,0 2 728,-8 4 0,-1 2 0,5 1 0,3-2 0,4 2 0,5 2 0,-1 1 0</inkml:trace>
  <inkml:trace contextRef="#ctx0" brushRef="#br0" timeOffset="2057">11789 3733 23758,'4'-49'298,"1"-1"1,1 5 0,7 7-226,32 16-23,11 5-33,-24 11 0,0 2-6,1 1 0,0 3-385,2 3 1,0 3 367,-1 1 1,-1 4 2,-2 2 0,-4 4 210,13 21-168,-25 7 23,-32 2 33,-23 1-228,12-25 1,-3-1 213,-2-1 1,0-2 30,0-3 1,1-1 178,-25 6 34,10-11 325,15-10-420,13-7-23,10-6-89,6 1 484,3 2-563,2 4-17,6 5-11,9 5-5,16 6-6,16 9-496,-15-5 0,0 0 493,-4-2 1,2 2-4,20 10 1,-1 3-15,-21-8 0,-2 2-15,10 7 0,-8 3-21,-27 16-22,-43-3-283,3-23 0,-6-2 238,-8 0 0,-2-2-538,-3-3 1,-1-3 386,3-2 0,1-3-180,5-5 0,4-5-434,6-4 0,4-5 888,6-9 0,5-2 0,-2-4 0,12-4 0</inkml:trace>
  <inkml:trace contextRef="#ctx0" brushRef="#br0" timeOffset="2434">11862 3372 22049,'-8'-42'911,"0"0"0,-1 5 1,-6 10-593,-29 36-157,14 3 1,-1 5-1104,-7 9 1,-1 5 1080,-6 9 0,1 6-619,12-10 1,0 2 0,1 2 509,0 5 1,1 2 0,2 2-12,0 4 1,3 2 0,2 1-19,4 2 0,2 0 0,4 2-16,4-2 1,3 1 0,7-1-155,5-3 1,6-1-1,6-2 99,6-5 0,7-2 0,5-5-6,8-2 1,7-6-1,4-4 10,-9-9 1,2-3 0,2-3 0,1-1-370,2-3 0,3-1 0,0-3 0,0-2 413,0-2 0,1-2 0,-1-2 0,0-2 29,-2-1 1,0-2-1,-2-1 1,0-4 22,-5-1 0,0-2 0,-1-2 0,-2-2-8,10-8 0,-3-4 1,-3-3 33,-5-3 1,-3-3 0,-3-2-17,-3-4 0,-3-1 1,-4-3-26,-2-2 0,-4-2 0,-3-1 27,-2-3 0,-2 0 0,-4-1-6,-1 1 0,-3-1 1,-4 1 1,-2 3 0,-4 1 1,-3 1 25,-3 6 0,-3 1 1,-5 3 219,-5 5 1,-4 4 0,-4 3-262,-4 5 0,-5 4 0,-1 4-24,-6 3 0,-2 5 0,-1 3-122,-3 4 1,-1 4 0,1 3-49,-1 3 0,0 3 0,3 3-398,3 2 1,1 2-1,3 4 467,4 3 1,1 4 0,5-3-1,3-3 1,5-1 0,-10 23-1</inkml:trace>
  <inkml:trace contextRef="#ctx0" brushRef="#br0" timeOffset="3457">15419 3988 20089,'20'-51'722,"0"1"1,-1-1-1,-2 5 1,-1 1 0,-3 4-214,-4 3 1,-4 4 213,-2-21-118,-10 17-482,2 19 11,-10 16-27,-2 24 10,-12 23-50,7 0 1,1 5-776,2 1 1,0 0 718,2 2 1,1 1 7,5 2 1,2-2-204,5-12 0,2 0 184,2 7 0,3-1 0,2-9 0,5-2 25,9-7 0,3-5 3,11 2 1,25-17 72,-14-29-48,-14 3 0,1-3-8,-1-6 0,0-3 27,4-9 1,-2-1-345,-7 6-1,-2 1 309,-3 1 1,-2 2 86,2-11 1314,-12 23-1364,-2 2 365,-8 25-410,-8 14 50,-1 9-50,-12 24-17,2-1-11,6-10 0,0 2-389,4-7 1,3 1 352,-1 7 0,4-2-26,8 11-327,15 1-3,15-25-56,19-1 120,-12-26 1,3-6 159,-3-7 0,-1-5-51,2-1 1,-3-5 181,1-12 1,-4-5-425,-7 0 0,-1-3 464,6-13 0,-1-6 6,-10 6 1,-2-5-1,-3 0-4,-3 4 1,-2 0 0,-2-1-1,0 1 1,0 0 0,-4-1 3,-4 1 0,-2-1 1,-3 2 12,-4-11 0,-5 1 11,-3 6 1,-4-3 0,-3 4-14,-1 11 1,-1 3 0,-5 3 33,-6-2 0,-5 2 0,-2 8-15,-1 10 0,-3 7 0,1 2-5,-14 1 0,-2 6 14,6 8 1,-4 5-1,2 3-369,6 3 0,2 4 0,-2 4 341,8 0 0,-2 3 0,-1 2 0,1 2 1,2 1-441,-5 6 0,3 1 0,1 3 0,0 2 420,5-1 0,0 4 0,0 1 0,3 0 0,4-3-2,3-2 1,3-1-1,3 0 1,0 2-4,-2 9 1,1 2 0,3 1 0,5 0-137,7-6 0,4 1 1,3-1-1,3 0 136,0-2 1,3 0 0,2-1 0,5-1-62,5 1 1,5 0-1,3-3 1,5-7 42,14-1 1,7-8-1,0-4 12,-8-5 0,1-4 0,4-2-9,10-4 0,8-3 1,0-2-1,-7-2 14,-12-1 1,-5-1 0,7-3-2,7-2 0,9-1 0,2-3 1,-1-2-1,-9-2 18,2-5 0,-6-3 1,1-4-162,3-1 1,2-3 0,-1-1 0,-7-1 158,-7 0 0,-5-2 1,-3-3 5,4-10 0,-2-5 0,-3-2-11,-9 8 0,-2-2 0,-2-1 1,0 0-3,0-1 1,0-1 0,-1-1 0,-1-1 73,1-5 1,-1-3 0,-3 0 0,-2 3-72,-3-5 1,-4 2-1,-4 2 54,-5 4 0,-4 2 0,-2 3-53,-2-7 0,-8 5 42,-9 11 1,-8 3-1,-1 6-152,-7 6 1,-3 7 192,2 1 0,-3 1 0,1 7-5005,-10 11 1,4 8 4638,13-3 1,4 3-1,-8 11 1,33-14-1</inkml:trace>
  <inkml:trace contextRef="#ctx0" brushRef="#br0" timeOffset="4291">20272 3767 24133,'-6'-44'621,"1"0"1,0 4 0,-3 8-437,-12 17-90,-5 7-44,-10 6-1,-9 9-16,-9 6-397,22-4 1,0 1 373,-3 0 0,-1 0 6,-1 0 0,0 0-27,1-1 1,1-1 26,-26 6 11,15-4 11,15-2 0,12 0 34,8 2 569,2 4-536,1 8 220,0 6-203,0 6-16,-1 5-29,0 3-16,-1 1-1,2-2-5,0-2-5,4-6-18,0-4 7,3-7 66,2-8 90,0-7 45,3-8-90,2-13-73,1-13-16,5-13 0,3-9-18,2 0-27,7 7-6,4 7 6,10 12-17,9 10 6,7 9-1,5 16-264,-30-1 0,0 3 264,-1 4 1,-2 4-3,-2 2 0,-4 1-105,-3 3 1,-5 1 67,-1 32-5,-17-29 0,-7 0-37,-7 2 0,-7-1-580,-9 1 1,-6-2 465,-7 1 0,-3-4-82,-3-1 0,-2-4-81,2-4 1,1-4-351,6-5 1,3-7-740,10-6 0,6-9 1442,-4-33 0,19 15 0,14-7 0</inkml:trace>
  <inkml:trace contextRef="#ctx0" brushRef="#br0" timeOffset="4640">20055 3167 20257,'-15'-43'1497,"0"0"0,-11 6 1,-7 11-1196,-19 23 1,-9 14-1297,15-1 0,-4 3 1,0 2-1,2 0 1061,0 0 0,1 0 0,-1 4-3,-4 3 1,-4 3-1,2 3 1,4 0-207,5 3 1,5 1 0,0 3 163,3-3 1,0 3-1,1 1 1,2 2-15,3 0 1,2 1-1,2 3 1,4 1-2,2 9 0,4 4 0,3 0 0,2-3-13,1-2 0,3-3 1,6 2-2,6 0 0,4 4 0,4-1 0,5-7-8,8-2 0,6-6 0,4 0 2,-2-3 0,3 1 1,2-1-1,2-2-3,4-1 1,2-2 0,3-3 0,3 0-2,-1-5 0,5 0 0,0-2 0,0-1 1,-3-2-237,-4-2 0,-2-1 0,0-1 0,3-2 245,1 0 0,4-1 0,1-2 0,-2-1 1,-5-5 7,4-4 0,-4-5 0,1-3 31,8-2 1,0-3 0,-2-6 14,-6-4 1,-4-4 0,-2-7-85,-8-1 1,-2-5 0,-2-2 0,-3 2 48,0 1 0,-3 1 0,-1-5 7,0-4 0,0-6 1,-2-1-1,-3 4 13,-4-1 0,-4 3 1,0-2-31,-3 5 0,1-2 1,-2 0-1,-4 1-5,-3-12 1,-5 0-1,-7 4-49,-4 3 1,-7 3 0,-9 4-819,-9 11 0,-10 3 0,-4 4 1,2 3 870,7 5 0,1 3 0,-1 2 0,0 1 0,-15-3 0,0 3 0,7 5 0,13 6 0,-1 1 0</inkml:trace>
  <inkml:trace contextRef="#ctx0" brushRef="#br0" timeOffset="5617">6584 4035 21864,'-63'7'525,"0"0"0,10-1 0,6-1 130,1 1-426,26-4-105,24-1 27,28 0-104,0 0 1,4-1-547,15-2 0,4-1 519,-10 1 1,1-1-1,2 0-514,5-2 0,2 0 0,0 0 494,3 0 0,0-1 0,0 1-4,-2-1 0,-1 1 0,0-1 9,-6 1 1,-2-1 0,-1 0-316,12-3 0,-7-1 416,4-2 107,-32-5-84,-47 5 67,-23-7-39,13 9 0,-4 1 134,-14-2 0,1 1-199,16 3 1,0 0 55,-9-1 1,5 0 86,9 1 527,4-1-712,16 5 1692,19-1-1731,3 2 12,29 0-12,10 6 227,-16 0 1,3 3-245,2 2 0,2 3-22,0 4 0,0 3-76,8 10 1,-3 3 13,-14-10 1,-3 2-289,6 14 0,-8 3-1347,-19 20 1725,-16-16 0,-5-1 0,0 5 0,-17-3 0</inkml:trace>
  <inkml:trace contextRef="#ctx0" brushRef="#br0" timeOffset="6257">9180 4183 22492,'-7'0'1708,"1"0"-1159,6 0-73,0 0-89,61-24-306,-18 15 0,6 2-1212,7-5 0,6-2 0,3 2 1134,-11 4 0,1 2 0,1 1 0,1-1-356,-6 1 1,0-1 0,1 1 0,1 0 0,-1-1 353,3 1 0,0 0 0,0 0 1,0-1-1,0 1-8,0 0 0,-1 0 1,1 0-1,-1 0 0,-1 0-303,9-1 1,0 0 0,-1 0 0,-2 0 304,-6 0 1,-2 1 0,-1-1 0,-3-1-86,4 0 0,-4-1 0,-3 0 109,2-3 1,-10-3 1299,-9-13-1268,-48-3-23,-5 12 0,-6 2 973,-10-2 0,-5 2-909,-7-1 1,-2 2 627,-3 1 0,1 2-564,1 2 1,2 1-37,7 3 1,2 0 260,9 2 0,4 0-230,-12-2-78,23 3-34,13 0 601,13 3-651,12 4 11,19 5 0,21 8-3,-21-5 0,3 1 98,4 2 1,1 1-118,4 4 0,0 1-51,3 2 0,-1 2-78,-1 2 0,-3 2-113,-5 0 1,-5 2-138,-8-1 1,-9 1-1304,-14 28 1704,-19-26 0,-6-3 0,-5 3 0,-9-3 0</inkml:trace>
  <inkml:trace contextRef="#ctx0" brushRef="#br0" timeOffset="6934">13013 4209 25970,'22'-13'146,"37"-3"-143,-15 11 1,7 2 0,2-1-1403,6-1 1,2 0-1,0 1 1372,-11 0 1,0 1-1,0 0 1,1 0-18,1 1 1,0-1-1,1 0 1,-1 1-4,-1 0 1,-1 0 0,1 0 0,-2 1-16,13-1 1,0-1-1,-3 1 159,-6 0 0,-2 0 0,-3 0-111,12-3 0,-6 0 42,-13 1 0,-5-3 884,5-9-772,-28-7-6,-31-6-8,-12 8 0,-5 1-36,-21-9 643,3 10 1,-1 1-583,15 8 1,2 1-7,-8-2 1,0 0 324,8 3 1,4 1-224,-14-3-208,25 4-22,11 5-6,12 1 23,8 2 993,13 5-999,16 5-23,17 7 1,-22-7 0,1 0-308,2 3 0,0 1 304,0 2 1,1 2-37,-2 0 1,-1 3-110,-1 5 0,-4 0-36,6 10-582,-22 15-1945,-43-17 2706,-11 2 0,7-13 0,9-11 0</inkml:trace>
  <inkml:trace contextRef="#ctx0" brushRef="#br0" timeOffset="7583">16746 4170 25791,'48'-21'297,"-3"4"-286,-1 15 0,11 3 1,0 0-1165,-2-1 0,-1 0 0,6 0 1126,-6 0 0,4 1 0,3-1 0,-1 0 0,-1 0-582,8 0 1,-2 1 0,0-1 0,0 0 583,-1 1 0,0-1 0,-1 0 0,-2 0-12,-5 1 1,-1-1-1,-1 0 1,-4 0 111,-2-2 1,-2-1 0,0 0-65,5 0 0,0-1 0,-2-3-18,8-5 1,-8-5 202,2-12-6,-39-10-117,-30 11 25,-5 7 0,-4 0 50,-2 2 1,-1 0 35,-8-5 1,-2 0 75,-1-1 1,1 2-31,-13-8 948,18 6-1150,32 17 2843,18 4-2804,27 9-50,12 9-17,-14-1 0,0 2 0,17 12-6,-20-5 0,0 1 527,-8-1 0,-1 1-709,13 15 1,0 2-493,-11-4 0,-2 1-359,0 7 0,-10 1 1039,-20-4 0,-6-4 0,4 6 0,-23-5 0</inkml:trace>
  <inkml:trace contextRef="#ctx0" brushRef="#br0" timeOffset="8557">23794 4511 24439,'-42'22'-85,"0"1"0,0 0 0,2 0 0,1 2 0,5 2-473,-2 15 1,5 2-4314,2 2 1,2 1 4870,6-6 0,2-2 0,-3 10 0,14-22 0</inkml:trace>
  <inkml:trace contextRef="#ctx0" brushRef="#br0" timeOffset="8990">24457 4074 26329,'33'52'89,"-17"-23"1,-6 3-59,-8 10 0,-5 1-20,1-10 0,-2 1-512,-6 15 1,-4-2 512,-5 8-1,6-19 0,0-2 425,-3-2-262,9-19 166,9-23-239,10-20 39,12-26-447,-7 21 0,1-2 385,3-2 1,1-1 5,1 1 0,1 2 11,1 3 0,1 2-45,0 4 1,1 3-21,0 5 1,1 3-98,27-7 106,-1 13-28,-3 14-5,-3 13 10,-1 15-60,-6 12-130,-11 9-291,-14 5-1007,-11 5-2230,-6 0 3702,0-11 0,1-19 0,0-16 0</inkml:trace>
  <inkml:trace contextRef="#ctx0" brushRef="#br0" timeOffset="9174">25532 4152 20392,'0'-3'1798,"0"0"-1653,0 3-341,77-35-577,-24 27-1312,5-8 1,3 4 2084,-20 16 0,-6 4 0,7 1 0,-8 1 0</inkml:trace>
  <inkml:trace contextRef="#ctx0" brushRef="#br0" timeOffset="9340">25579 4500 25097,'56'-13'-588,"0"0"1,1-1-1,-8 3 1,0-1-1,-7 2 1,16-4-1,-25 6 1</inkml:trace>
  <inkml:trace contextRef="#ctx0" brushRef="#br0" timeOffset="9667">26560 4073 24463,'-3'-7'1084,"-3"-25"0,5-6-753,14 5-267,-4-9 0,5 3-2,40 14-48,-20 16 0,2 4-423,3 4 0,1 5 411,-1 3 1,-3 6-6,-3 3 1,-5 6 7,-7 6 1,-6 4 5,-6 5 0,-8 1-11,-9 5 0,-8 1-8,-7 1 0,-6-1-384,-8 0 1,-2-3 399,-2-2 1,-1-1 10,2-2 1,3-1-9,13-10 0,3-2 12,-8 13 415,42-23-404,28-9-76,-5-5 0,6-3-475,9-1 0,4-2-2760,-10 0 0,2-2 0,-3 1 2007,0-1 0,-2 1 0,-2-1 0,-8 1 0,-21 5 0</inkml:trace>
  <inkml:trace contextRef="#ctx0" brushRef="#br1" timeOffset="96365">5353 5509 24749,'7'-50'629,"1"0"0,-1 3 1,1 11-395,2 25-84,9 14-72,1 22-23,5 25-45,-8 0-14,-10-11 0,-4 2-413,-4-2 0,-3 2 244,-1 1 0,-2 4 1,-1 0-817,-5 15 0,-2 0 482,2-12 0,-1 0 0,1-3 102,-2 0 1,-1-1-152,-4 4 1,-1-1 185,-1-13 1,-2-2 440,2-3 1,-1-3 219,-29 10 173,14-38 134,1-21-251,9-7 279,10-4 0,2-3 286,-2-15-532,6 16 0,1 1 157,-1-4 230,4 17-695,4 13 1271,1 6-1277,5 19 464,4 8-464,5 16 23,8 0-62,0-8 17,29-3-29,3-20-10,11-3-34,-14-16 0,1-5-1089,-14 2 1,-1-1 880,7-3 1,0 0-1737,-7 2 1,-3 1 1279,2-1 0,-5 3 1,-17 7-1</inkml:trace>
  <inkml:trace contextRef="#ctx0" brushRef="#br1" timeOffset="96848">5408 7089 26732,'-39'-36'237,"1"0"0,1 7 0,5 15-153,6 49-39,11-5 0,1 5-1169,-2 10 1,1 5 1134,4-11 0,0 3 1,1 0-477,-1 6 0,-1 2 0,1 1 450,0 4 0,-1 2 0,1-2-4,2-9 0,0-1 1,0 3-92,0 3 1,0 5 0,0 0 0,1-5-87,1-1 0,2-3 0,-1 2-23,1 1 1,-1 3 0,1-1-1,2-3-170,0-1 1,1-3 0,1-2 41,1 12 0,0-4-188,0-13 0,-2-4-2876,-3 2-3988,-5-39 7399,-5-39 0,6 14 0,1-10 0</inkml:trace>
  <inkml:trace contextRef="#ctx0" brushRef="#br1" timeOffset="96982">4846 8110 21416,'-4'-46'582,"-1"0"1,5 1 0,9 5-443,14 18 0,6 4-999,7-7 1,3 1 816,9-2 0,2 1-726,5 0 1,1 2 767,-6 3 0,-3 3 0,-14 6 0,-4 2 0,4 0 0</inkml:trace>
  <inkml:trace contextRef="#ctx0" brushRef="#br1" timeOffset="98682">5900 1361 28448,'-19'-49'-1198,"6"22"812,18 65 217,1 16 122,-4-23 1,-1 2-319,-2 2 1,-2 2 337,-4 2 0,-3 0 16,-4 2 0,-5-1-134,-4 0 1,-4-2 180,-1-3 1,-2-3 19,1-4 1,1-3 104,-21 7 243,12-16-147,11-19-8,9-13-107,7-13 9,4-6 11,6-1 492,4 7-556,0 10-77,0 10 212,-1 8 293,3 12-472,5 7-23,8 9-54,7 3 37,10 2 85,10-4 57,8-4-175,6-4-708,-1-5 367,-4-5-1144,-8-5 1582,-9-8 1,-18 2-1,-7-4 1</inkml:trace>
  <inkml:trace contextRef="#ctx0" brushRef="#br1" timeOffset="99241">6354 579 32767,'-42'-37'0,"-1"0"0,5 2 0,9 11-1677,21 22 1850,5 7 157,3 9-731,4 3-38,10 26-55,3-2-224,-3-9 0,0 2 444,0-3 1,0 1 141,0 1 1,-1 0-211,1 0 0,-1-1-110,0-1 0,-2-2 171,10 23 62,-6-11 95,-7-11 139,-11-7 81,-15-3-23,-19-2-20,-21 1-45,23-10 0,-1-2-95,1 0 1,0-2-3124,-18 2 3140,23-5 1,17-1 0,12-1 0</inkml:trace>
  <inkml:trace contextRef="#ctx0" brushRef="#br1" timeOffset="103373">12159 5986 24906,'-3'-47'536,"0"0"0,1 2 0,0 15-419,1 29-5,12 25-17,1 16-73,-1-6 1,0 4-596,-3 3 1,0 0 569,-3-6 0,0 2-146,-2 20 1,-2-1 91,-3 3-1825,-3 2 0,-2-1 1107,-3-10 1,-2 6 0,7-39 0</inkml:trace>
  <inkml:trace contextRef="#ctx0" brushRef="#br1" timeOffset="104156">12204 5884 24598,'-42'41'227,"0"1"1,-4 5 0,5-6-31,10-8-108,9-10 1,-1-1 111,-14 6-61,9-10 286,2-16-230,15-19-34,-1-14-33,19-15-62,11-6-22,4 11 36,2 12 1,3 3 35,9-5-61,10-6 90,1 14-73,-13 13-34,19 0-22,-16 8 5,-5 6 0,0 2-22,15 7 8,-15-2 1,1 2 19,12 12-17,-6 1-5,-13-8 0,-4 4 44,-13-12 90,-1 0 11,-7-8-28,-5-3-61,-3-5-6,-7-4 17,-4-6-45,-4 0-17,-3 0 0,-5 4 6,2 5-17,-16 4 22,-17 15-16,29-4 0,-1 2-232,-6 5 1,2 3 230,7 0 1,3 2 11,2 0 0,2 2-121,-14 22 115,10 3-16,11-4-29,7-2 40,6-6-29,5-6 12,1-8 17,2-7 428,0-7-400,0-5 86,1-11-109,6-9 0,0-3 0,16-35 12,-3 8-261,-7 13 1,0-2 254,-2 7 0,0 1 7,16-22-24,-2 9 0,-1 14 0,-3 11 0,0 10 0,2 9 0,2 7 0,3 7 0,1 8-349,-1 9-1168,-5 8 1517,-8 13 0,-9-24 0,-5 0 0</inkml:trace>
  <inkml:trace contextRef="#ctx0" brushRef="#br1" timeOffset="112682">8084 5280 16493,'-4'-9'5209,"1"3"-4492,-13-25 0,-5-5 274,2 9-661,-5-12 1,1 4-40,10 23-235,4 10-16,5 12 16,-1 11 28,0 14 17,1 8-6,1 1 12,7-4 94,6-10 118,13-12 12,13-15-74,14-20-173,-19 2 0,2-4-505,5-7 1,1-3 464,3-2 1,1-2-23,-1 1 1,0 0-9,-3 5 0,-2 2-20,-6 5 1,-1 3-101,16-1-432,-11 23-1742,-7 21 2280,-7 30 0,-10-23 0,-6 5 0</inkml:trace>
  <inkml:trace contextRef="#ctx0" brushRef="#br1" timeOffset="114398">12461 1822 32767,'0'-63'0,"-1"0"0,0 8 0,0 11-410,-1 24-337,0 15-464,3 22 1204,4 20-12,-1-7 1,0 4-438,0 8 1,0 2-49,-1 8 1,-2 2 497,-2 4 0,-2 2 52,-1 1 1,-2 0-341,-2-1 1,-1 0 681,0-4 1,1-2-259,0-6 0,0-1-53,2-8 1,1-1-365,-4 21-2212,5-16 2521,2-17 0,2-13 1,1-9-1</inkml:trace>
  <inkml:trace contextRef="#ctx0" brushRef="#br1" timeOffset="114857">12330 1645 25394,'-2'-3'609,"1"0"-223,1 3 2448,-49 49-905,24-11-1429,-7 1 0,0 2 115,5 13-615,5-9 0,4-12 0,7-13 0,6-14 0,8-22 0,11-22 0,0 9 0,2-1 0,7-7 0,3 0 0,4 0 0,3 1 0,0 3 0,2 2 0,-1 4 0,1 4 0,-3 3 0,0 4 0,0 4 0,0 3 0,30 0 0,1 13 0,-4 12 0,-8 16 0,-14 17 0,-18-22 0,-11 2 0</inkml:trace>
  <inkml:trace contextRef="#ctx0" brushRef="#br1" timeOffset="115515">13142 753 30207,'6'-56'512,"0"0"0,1 1 0,-1 0 0,0 2 0,-3 10-512,-9 3 0,-5 1 0,-9 20 0,-7 18 0,-4 21 0,-2 23 0,15-11 0,1 4 0,-2 9 0,2 3-27,0 6 1,0 5 43,5-8 1,0 4 0,2-4-18,-1 4 0,1 0 0,3-5 0,0 4 0,2-5-619,3-2 0,1-2-281,-1 10 0,1 1-48,1-7 0,1-1-185,-1-1 0,0-4-101,-2 12-680,-9-7 246,-9-36 1247,-10-16 601,-3-22 226,17-6 0,4-5 168,4 2 0,4-1 122,1-2 0,5 0-129,8 2 1,5 2 205,17-20-594,-8 22 0,4-1-221,8-2 1,3 2-102,-2 7 1,0 2-22,-1 0 0,1 3 155,1 6 0,0 2-56,-7 4 0,0 1-376,7 0 0,2 0-1412,-4 3 1,-1 1 1797,20 0 1,-22 3 0,-19 1-1</inkml:trace>
  <inkml:trace contextRef="#ctx0" brushRef="#br1" timeOffset="119532">24284 5169 20121,'-55'0'214,"-1"0"0,1 0 0,-1 0-1,1 0 1,4-1 0,28-1-105,54-3 1,28-1-40,-16 2 0,6 0 0,4 0 0,2 0-869,0 0 1,3 0-1,3 0 1,-1 0 0,-1 1 829,-6 0 0,-1 0 1,0 0-1,2 0 0,5 1-2,-4 1 1,4-1-1,3 1 1,1 1-1,2-1 1,-2 1-1,-1-1 1,-3 2-203,3-1 1,-2 1 0,-2 0 0,1 1 0,1-1-1,4 1 76,-9-1 1,2 1-1,3-1 1,0 1 0,1-1-1,0 1 1,-1 0 0,-2 0-1,-2 0-366,5 1 1,-2 0 0,0 0 0,-2 0 0,-1 0-1,-2 0 1,-1 0-95,8 1 0,-2-1 1,-2 1-1,0-1 0,-2 1 459,12-1 1,1 1 0,-6 0 0,-9-2-1,-7 1 1,-6-1 0,-2-1 0,0 1-1</inkml:trace>
  <inkml:trace contextRef="#ctx0" brushRef="#br1" timeOffset="119748">26003 5096 10117,'-57'0'288,"0"0"1,1 0 0,-1 1 0,0-1 0,0 0 0,0 0 0,1 0 0,-7 1 0,0 0-1,0 0 1,1 0 0,-1 1 0,1 0 0,-1 0-249,-1-1 1,0 1 0,-1 1 0,1-1 0,1 0 0,1 1 0,4 0 72,-7 0 0,3 1 1,2 0-1,0 0 0,0 0 163,-3 1 1,-3 1 0,2 0 0,5-1-1,9 0 786,-5 1 1,11 0-609,-14 5-312,103-12 1,35-4-267,-26 2 1,7 0 0,2 0 0,-1-1 138,-5 1 1,-1 0-1,2-1 1,6 0 11,-14 2 0,3-1 1,4 1-1,1-1 0,1 0 1,0 1-1,-3 0 0,-2 0-73,4-1 0,-3 1 0,-1 1 0,0-1 0,2 0 0,4 1 55,-2-1 1,3 0 0,2 1 0,1-1 0,0 0-1,0 1 1,-1 0 0,-3 0-6,-1 0 0,-1 0 0,-1 0 0,-1 0 0,0 1 0,0 0 0,0 0-28,7 0 1,0 0 0,0 1 0,-1-1-1,-2 1 1,-2 0-124,-2-1 1,-2 1-1,-1 0 1,-1-1 0,2 1-745,4 0 0,3 0 1,-1 0-1,-4 0 0,-7 0 891,13 0 0,-7 0 0,14 0 0,-11-1 0,-33 0 0</inkml:trace>
  <inkml:trace contextRef="#ctx0" brushRef="#br1" timeOffset="123466">6570 2967 11232,'-10'-51'1638,"0"1"0,1-8 0,4 2-629,10 17 1,4 1-997,3-13 1,7-3 578,6 9 0,5-1 1,3 2-956,0 5 1,1 2 0,4 0 530,-2 4 0,3 0 1,0 2-1,-1 3-19,1 2 0,-2 3 1,3 1 179,9-3 0,4 0 0,-2 4 129,-7 4 0,-2 3 1,5 0-163,2 0 0,5 1 1,1 1-1,-2 2 169,8 0 1,-1 2-1,1 2-608,-10 4 0,2 1 0,-1 2 0,-5 1 502,16 3 0,-4 5-220,-17 1 0,-1 4 0,-3 1 82,2 6 0,-3 5-334,-6 1 1,0 3 0,-3 2-393,3 11 1,-4 3-225,-1 9 1,-4 1 96,-11-19 0,-2-1 207,-1 9 1,-1-1 377,-4-10 0,-2 0 25,-4 16 1,-3-1 273,-1-10 1,-4-3 529,-6 3 0,-3-4 642,-13 1 1021,-14-7 97,7-18-328,-8-3-1039,8-16-1175,4-23 0,13-10 0,5-4 0,10-6 0,4 15-1374,2-4 1267,2 18-1316,0 10 643,0 11 864,2 9 151,11 14-285,7 7-170,17 11 112,11-5 223,-5-9 35,-13-12 1,2-1 305,24 5-142,-11-7 0,1 0 70,-8-4 0,-1-1 353,3 0 1,-2-3-738,7-7 0,-18-4 0,-2-27 0,-8-2 0,-5 6 0,0-1 0,10-26 0,0 3 0,-7 17 0,-1 1 0,-10 21 0,-1-4 0,-7 13 0,0 4 0,-2 1 0,-2 7 0,4-2 0,0 19 0,11 2 0,-5-4 0,5-3 0</inkml:trace>
  <inkml:trace contextRef="#ctx0" brushRef="#br1" timeOffset="124840">12617 5033 20005,'-5'-42'629,"1"0"0,2 4 0,8 12-270,38 39-244,-15 0 0,1 3-28,7 9 0,1 3-954,6 7 0,0 4 898,-12-11 1,1 2 0,0 0 7,3 1 0,0 1 1,2 0 16,2-1 0,2 0 0,2-2 0,3-1 0,1-2 0,3-1-540,4-1 0,2-2 1,1-2 497,-11-5 0,1-2 0,0-1 0,1 0-3,1-2 0,1 0 0,0-1 1,1-2-7,-1 0 1,0-1-1,0-1 1,0-1 1,-2-2 0,-1-2 0,0 0 0,0-2-442,11-1 0,-1-3 0,-1-3 452,-5 0 0,0-3 0,-2-2-265,-3 0 0,-1-2 0,-2-2 268,-2 1 1,-2-2 0,0-1 18,14-9 0,-3-2 175,-6 1 0,-4 0-83,-7 3 1,-3 0 748,-8 3 1,-3 0-540,5-16 1512,-13 8-1634,-8 7 1234,-4 9-1453,-5 8 874,-7 8-851,-14 12-12,-15 9 0,-12 12-8,24-14 0,0 0-1,1 1 1,0 0-95,2 0 1,1 1 108,-21 17 0,2-3-1,2-6 24,-1-9 27,4-10 39,3-7 34,7-13-17,7-11-33,9-16-12,8-11-27,16-6-18,15-1-122,-5 30 0,3 2 100,4 3 0,2 2 3,1 2 0,2 3-3,0 5 1,0 1-4,0 2 0,0 2-5,0 4 0,0 3-9,2-1 1,0 3 19,2 1 0,0 2-12,2 1 1,0 0-25,-1 1 0,0 0-155,-3 1 1,-2 1-1303,25 13 1479,-13 5 0,-22-14 0,-8-2 0</inkml:trace>
  <inkml:trace contextRef="#ctx0" brushRef="#br1" timeOffset="126341">10036 3235 13362,'-23'-36'1351,"0"0"0,0 1 0,-7-18 1,8 2-739,17 10 1,8 1-1021,5-5 0,6 0 684,7-3 1,6 1-701,9-3 1,5 3 481,-9 15 1,2 2 0,2 0-4,1 1 0,3 0 0,0 3 8,2 0 0,0 3 0,1 0-14,0 1 0,0 1 1,1 2-8,-1 2 0,0 1 0,0 2 5,0 1 1,1 0-1,-1 3-9,1 2 0,0 1 1,0 2-18,1 1 0,2 1 1,-1 2-1,1 3 1,0 2-1,0 2-5,0 1 0,0 2 0,0 2-8,-2 2 0,-1 2 1,-1 1-3,-4 1 0,0 1 1,-2 1-25,12 11 0,-3 2 32,-9-1 0,-4 3-1,-8 0 0,-6 1-31,-5 1 1,-6 0 61,-8 0 1,-6 1 1,-4-1 0,-4 0 9,-5-3 1,-3-2 218,-2-2 0,-1-2-122,-22 16 1309,6-13-855,6-13 845,4-11-975,-4-17-190,-6-9-88,-7-14-131,22 14 1,2-1-1,-1-1 0,3-1 108,-18-22-330,13 5 88,8 8-133,8 10 405,6 9-347,3 8 63,2 9 256,5 12-102,4 13 24,11 13-89,12 6 60,-12-24 0,4-2 101,4 0 0,4-2-205,3-2 0,2-3 363,5-2 1,1-3-90,1-2 0,0-3 118,-2-3 1,-1-3 63,-4-3 1,-2-3 564,21-14 24,-15-10-291,-10-7-365,-9-2-287,-8 1-249,-5 8-853,-4 11-3386,-1 13 4424,1 13 1,-1-1 0,-1 2 0</inkml:trace>
  <inkml:trace contextRef="#ctx0" brushRef="#br1" timeOffset="127448">15758 5171 22291,'55'-2'225,"0"0"1,-1 5 0,-3 8-167,-15 19 0,-2 7-1349,9-1 0,4 0 1374,-9-11 0,1-1 0,3-1-501,7 1 0,3-3 1,2-1 500,-8-4 0,2-2 0,1 0 0,2-1-349,5 0 0,2-1 0,1-1 0,1 0 284,-9-2 0,2 0 0,0-1 0,1 0 0,0-1-5,2 1 1,1-1 0,0-1 0,1 1-1,0-2 0,0 1 1,0-1 0,1-1-1,0 0 1,-1 0 4,0-1 0,0 0 0,-1 0 0,1-1 0,-2-1-3,-1-1 1,0 0 0,-1-1 0,0 0 0,-1-1-3,9-1 0,1-1 0,-2-1 0,-1-1-268,-3-1 0,-1-1 1,0-1-1,-2-1 268,-2-1 0,-2-1 0,0 0 0,0-2 1,-3 0 1,-1-1-1,0-1 1,-1 0 6,12-7 0,0-1 1,-2-1-37,-3 0 1,-2-2-1,-2-1 51,-4 2 1,-1-2-1,-3 1 287,10-13 0,-4 0-226,-11 6 0,-5-1 888,-10 4 1,-6 1-841,-9-20-51,-24 5-56,-21 9-5,-15 7-12,24 19 0,0 3-5,-2 2 0,-1 3 691,0 4 1,-1 3-707,-2 2 1,0 2-6,-3 3 1,-1 3 388,-3 1 0,0 1-384,-2 2 1,0 0 2,2 1 1,2 0-3,4-2 0,2 0 1033,-19 13-1024,18-8 66,15-8-22,11-6 457,5-6-418,3-8 814,-1-8-853,2-11-6,2-12-10,9-6 4,11-3 7,15 2-32,-10 22 1,3 3-327,6 0 0,3 3 326,6 2 1,2 2-458,5 1 1,2 3 456,3 3 1,0 2-15,1 3 1,0 4-3,-1 3 0,-1 3 11,-3 3 0,-1 4-14,-2 1 0,-2 3-6,-5 1 0,-2 1-65,-6 1 1,-2 1 33,-6-1 1,-3 2-356,4 29-1815,-22 3 1498,-14-5 1,-2-19 0,1-14 0</inkml:trace>
  <inkml:trace contextRef="#ctx0" brushRef="#br1" timeOffset="144131">12509 3806 24363,'1'4'946,"0"0"-738,-1-4 553,0 2-856,-2-1 62,2 0 27,-1 2 12,1 0-6,0-1-6,0 0 157,0 0-140,-1-2-11,-1-1-5,0 0 10,1-1-16,0 0 11,1 1 6,0-1-40,-1-1-111,0 1-460,1-1-146,-1 2-5063,-1 0 5814,-1 2 0,1-1 0,0 0 0</inkml:trace>
  <inkml:trace contextRef="#ctx0" brushRef="#br1" timeOffset="144774">15937 3654 26010,'-8'-8'-326,"1"1"54,4 1-47,1 2-272,1-1-939,1 0-3415,0-4 4943,3-2 1,-2 4 0,1 2-1</inkml:trace>
  <inkml:trace contextRef="#ctx0" brushRef="#br1" timeOffset="146774">12180 8231 29967,'-49'-26'-165,"0"0"1,3 2-1,4 7-382,-6 14 590,4 5-166,5 5 70,7 4-359,4 6 109,8 4-625,7 6 729,9 6-40,13 7-152,11 6 45,11 5 155,-13-24 1,2 0-1,0 0 0,0 0 131,0-2 0,0 0-32,16 20 40,-8-5 48,-11-8 38,-12-6 38,-19-4 7,-21-3-63,-25-3-389,21-10 0,-1-2 37,-3-3 0,0-3-4580,4-5 1,2-2 4722,-14-7 0,24-1 0,20 12 0</inkml:trace>
  <inkml:trace contextRef="#ctx0" brushRef="#br1" timeOffset="147498">12532 8623 25623,'-4'3'-1308,"3"2"0,3-4 0,1 2 1</inkml:trace>
  <inkml:trace contextRef="#ctx0" brushRef="#br1" timeOffset="147915">12994 8367 25534,'49'32'179,"-17"-14"-154,-14 14 0,-5 3-2,-5 10 21,-3 7 29,-11-9 246,-6-13-156,1-14 111,-2-12-27,6-17-23,-1-14-68,3-17-89,9 8 1,3 0-63,5-16 9,4 14 0,4 2 3,15-1-538,13-2 510,1 18-39,7 15 16,-20 9-44,9 16-135,-18 7-263,6 12-264,-13-12 1,-1 2-1300,13 21-443,-14-20 1,-1-2-2604,4 7 5085,-2-2 0,-11-21 0,-2 0 0</inkml:trace>
  <inkml:trace contextRef="#ctx0" brushRef="#br1" timeOffset="148248">13732 8575 20235,'19'-42'1448,"0"-1"1,-2 7 0,-5 7-1315,-11 18-83,-2 9-57,0 5-5,-1 9-11,1 2-12,5 6 17,3-7 34,3-5 95,3-6 28,-1-12 101,4-17-11,-7-8 72,-1-15-134,-9 15 185,-3-6-11,-4 15 61,-2-2-269,0 14-27,-5 16-57,1 9 1,-16 23-40,11-7 0,-1 3-25,1 1 0,2 2-238,-1 7 0,4 0 123,11-6 0,4-2-123,8 16-672,26 2-1009,-6-30 1,3-3-2984,1 0 1,0-3 3771,-1-1 0,-2-3 0,3-4 0,-24-5 1</inkml:trace>
  <inkml:trace contextRef="#ctx0" brushRef="#br1" timeOffset="148824">14513 8368 26374,'-50'1'196,"8"4"-185,-2 40-22,7-6-1440,-2-1 1445,8-9 473,-4-1-299,11-16 250,2-6-227,9-19 27,10-17-5,13-16-118,1 5 62,7 8 0,4 3 5,10-4-100,15-6 739,-15 27-745,-3 18-17,-2 15-39,2 19 0,-1 13-228,-12-21 0,-1 0 211,0 1 1,0 0-1,3-1 0,0-1 11,12 14 20,-4-19 0,4-4-8,13-6-99,-10-8 1,0-6 115,22-25-26,-26 1 0,-1-3 8,-5 3 1,-1-4-8,1-6 0,2-7 1,-2 2 6,2-12 1,-1-3-632,0 1 0,0-3 0,-1-1 640,-5 6 1,-2-1 0,0 0 15,-3 2 0,0-1 0,-2 2-169,1-16 0,-2 3 170,-3 13 0,-4 4 300,-8-12-331,-3 27 169,-5 19-169,-2 20 1925,-3 18-1925,-2 23 0,10-16 0,0 4-207,1 7 0,1 3 207,0 5 0,2 3-568,0 1 0,2 2 568,2-2 0,2 1-292,4-4 0,3 0-699,4-6 1,4-2-296,4-6 1,5-2 1285,7-5 0,0-5 0,5 3 0,0-11 0</inkml:trace>
  <inkml:trace contextRef="#ctx0" brushRef="#br1" timeOffset="148982">15083 8121 25378,'53'-16'-654,"0"-1"1,1 1 0,-7 0 0,-1 1-1,-6 6 1,17 9 0,-25 0 0</inkml:trace>
  <inkml:trace contextRef="#ctx0" brushRef="#br1" timeOffset="149198">16099 8150 26049,'-46'-7'509,"0"1"1,6 0 0,8 0-354,17-1-139,21 2-134,24 2-158,27 6-16,-17 0 0,3 3-961,6 1 1,0 2-2032,4 2 1,-2 2 2666,-6-2 0,-4 1 0,11 3 0,-25-6 0</inkml:trace>
  <inkml:trace contextRef="#ctx0" brushRef="#br1" timeOffset="149348">16216 8421 27527,'31'-19'-1201,"1"0"0,23-12 0,-15 27 0,-17 3 1</inkml:trace>
  <inkml:trace contextRef="#ctx0" brushRef="#br1" timeOffset="151365">19198 2795 17468,'9'-45'481,"0"0"1,0 0 0,1-14 0,-3 3-362,-6 12 0,-5 3 0,-4 2 1,-6 2-754,-8-3 0,-4 1 697,3 7 1,-5 1 35,-10 0 1,-7-1 0,0 3-40,5 6 1,0 3 0,-4 0-29,-3-2 1,-4-1 0,-2 0-1,0 3-307,0 2 1,0 2 0,-1 1 0,-1 1 282,6 2 0,0 0 0,-1 1 0,-1 1 0,0 0 1,-4 0 0,-1 0 0,0 1 0,-1 1 0,-1 0 8,-2 0 0,-2 1 0,0 1 0,0 0 0,-1 1-115,9 1 0,0 0 0,-1 1 0,1 0 0,-1 1 0,0 0 118,-2 0 1,1 1-1,-1 0 1,0 1-1,0 0 1,0 0-151,0 1 1,0 1-1,-1 0 1,1 1-1,0 0 1,0 1 146,0 0 1,0 0 0,1 1-1,-1 1 1,1 0 0,-1 1-42,1 0 1,0 1-1,0 1 1,1 0-1,-1 0 1,1 1 32,0 1 0,0 0 0,1 1 1,0 0-1,-1 0 0,1 2-22,1-1 1,-1 1-1,0 1 1,1 0 0,-1 1-1,1 0 22,0 0 0,0 1 1,0 1-1,1 0 0,-1 0 1,1 0-7,0 1 1,-1 1 0,2-1-1,-1 2 1,0-1 0,0 0-3,1 1 1,0 0 0,0 0 0,0 0 0,0 1 0,0-1 28,1 0 1,0 1-1,0 0 1,0 0-1,0-1 1,1 1-21,-10 4 0,1-1 1,0 0-1,0 1 1,1-1-33,1-1 1,0 0-1,1 1 1,0-1 0,0-1 45,2 0 1,0-1 0,0 0 0,1-1 0,0 1 67,3-2 0,0 0 1,1-1-1,1 0 0,0 0-23,-7 2 0,1 0 0,2-1 0,1 0 3,-7 2 0,3-2 0,4 0-48,-2 0 0,6-2 1011,-11 5-1036,44-17 1535,7 0-1367,8-8 2377,7-12-2484,7-15-21,10-22-29,-10 19 0,0-2 1030,1-3 1,-2-1-1028,0 0 0,-2 0 8,-2 3 1,-2 0-6,2-27 327,-5 12-327,-8 12-17,-5 12-17,-3 10-5,-3 8 16,0 11 23,-4 16-28,2 3 19,0 10 1,1 4-15,-5 24-154,6-15 0,1 2 160,5-8 0,3 0-3,3-2 0,2 0-130,2-2 0,4-1 124,1-2 1,4-2-26,3-1 1,4-2-79,4-2 0,3-1-244,8-2 1,4-3-1336,9-2 0,3-4 1691,-7-5 0,3-2 0,-5 0 0,-2-1 0,-4-1 0,2-2 0,0-1 0</inkml:trace>
  <inkml:trace contextRef="#ctx0" brushRef="#br1" timeOffset="152007">17060 2987 19857,'-39'-36'74,"1"1"0,0 0 1,-1 0-1,-3 3 1,-1 2-1,-2 2 0,-2 6 70,-1 7 1,-1 5-1,-3 4 1,0 1-1081,-9 1 1,-2 3 0,-1 2 0,-1 2 1080,7 2 0,0 1 1,-2 2-1,1 1 1,-1 2-182,8-1 0,-1 3 0,0 0 0,0 1 0,0 2 0,1 1 127,-1 1 0,-1 2 1,1 0-1,0 3 1,1 0-1,1 2-75,0 1 0,0 2 0,1 1 1,1 2-1,1 1 0,1 1 17,1 2 1,1 1 0,1 1-1,2 2 1,1 1 0,1 1-163,2 0 1,2 2 0,1 1 0,1 0 0,3 2 0,1 0 156,-2 9 0,1 2 0,4 0 1,2 1-1,4 0 20,3-2 0,3 0 0,2 0 0,4 0 0,4-1-38,4-3 1,4 0 0,2-1-1,5-1 1,3-1 56,8 8 1,6-1 0,5-3 0,4-3-81,-1-12 0,5-1 1,2-3-1,1-2 1,0-2-3,4 2 0,1-4 0,1-1 0,5-2 31,-7-6 0,3-1 0,2-1 0,2-1 0,1-1 0,1-2-8,-2-1 1,1-2 0,2-1 0,1-1 0,0-1-1,1 0 1,-1 1 6,2-1 0,-1 0 0,2 0 1,-1-1-1,1-1 0,1 0 1,1-2-5,-3 0 0,2-1 0,2-1 0,-1 0 0,0-1 0,-1-2 1,-1 0-1,-3-3 31,5-1 1,-1-2 0,-2-2 0,-1-2 0,-2-1 0,0-2 8,5-3 1,-1-3 0,-2-2-1,-3-2 1,-2-2-20,-6-1 1,-3-2-1,-2-1 1,-2-3-1,-4-2-22,3-9 1,-3-3 0,-5-2 0,-5-3-2,-5 0 1,-4-3 0,-5-1 0,-5-1-22,-4-2 1,-5-1 0,-4 0 0,-5 0-23,-2 11 1,-2 0-1,-4 1 1,-3 0-1,-2 1-59,-5 0 0,-3 0 0,-4 1 0,-2 2 1,-3 2-32,2 7 1,-3 0 0,-1 2 0,-3 1 0,-1 2 0,-2 2-634,1 4 0,-2 1 0,-1 2 0,-2 1 0,0 1 0,0 2 0,1 0 757,-7 0 0,-1 0 0,-1 3 0,2 0 0,1 2 0,3 1 0,-8-1 0,1 1 0,4 3 0,4 1 0,6 4 0,1 0 0,-1 0 0</inkml:trace>
  <inkml:trace contextRef="#ctx0" brushRef="#br1" timeOffset="486280">6304 11571 21511,'1'-6'4930,"0"1"-4566,-1 5-247,8-4-55,-8 16 0,-1 36-85,-6-17 1,-1 3-596,-3 17 1,-2 3-268,0-4 0,-1 0 885,1 6 0,1-3 0,-4 8 0,6-10 0</inkml:trace>
  <inkml:trace contextRef="#ctx0" brushRef="#br1" timeOffset="487189">6709 11187 15575,'-8'-50'1332,"0"0"0,0 0 0,-3 7 0,-1 0 0,-3 3-686,-14-14 1,-6 7-1174,-4 14 0,-6 10 692,-4 9 1,-4 9-651,-6 11 0,-1 10 552,15 0 0,0 6 0,0 3-17,-4 7 1,0 5 0,0 4-5,10-5 0,0 2 0,1 2 0,1 2-439,-2 4 1,2 2 0,1 2 0,1 1 407,8-8 1,0 0 0,1 2 0,2 1-1,2-1-10,-4 13 1,2 1 0,3 1 0,3 0-11,3-2 1,2 0 0,4 1 0,5-2-303,3-4 0,4 0 1,3-1-1,5-3 290,9 9 0,6-3 1,8-7 12,7-8 0,8-7 1,3-7-10,-7-10 0,2-5 1,3-4-1,0-3 4,4-4 1,3-4 0,0-4 0,0-2-159,3-3 0,0-2 0,0-4 1,-1-1 169,-10 1 0,-1-2 1,0-1-1,-1-2 0,0-1-123,-1-1 1,-1-2 0,0-2 0,-1 0 0,-1-2 129,-1 0 0,-1-2 0,-1-1 0,-1-1 0,-1-1-1,6-9 1,-2-2 0,-2-1 0,-3-2-1,-3 2 1,-4-1 0,-1-1 0,-4-1 83,-5 2 0,-2 0 0,-3-1 1,-3 1-76,-2-14 1,-4 2 0,-6 0 77,-5 7 1,-5 1 0,-5 3-79,-4 8 1,-4 2 0,-5 5 124,-4 7 1,-4 4 0,-3 5-157,-4 5 0,-2 5 0,-2 4-64,-2 6 1,-2 5-1,0 3-149,-1 2 0,1 5 0,1 2-417,2 2 1,1 3 0,3 2-1847,4 1 0,3 1 1,3 0 2525,-4 8 1,5-2 0,-2 9 0,24-18 0</inkml:trace>
  <inkml:trace contextRef="#ctx0" brushRef="#br1" timeOffset="487714">7390 11649 20894,'-59'0'425,"-1"1"1,0 0 0,3 0 0,1 1 0,3 2-146,8-1 0,3 2 0,2 1 97,-12 2 0,5 3-319,11-1 1,7 1 167,7 6-136,27-5 56,44-5-96,-13-6 1,5-1-489,16-3 0,8-3 436,-18 0 1,3-2 0,1-1 0,-1 1-629,-2-1 0,0-1 1,-1 0-1,0 0 619,1 0 0,0-1 0,-1 1 0,1-1-29,15-3 1,-1-1-1,-2 1-376,-10 3 0,-3 0 0,1 0 399,8-2 0,1-1 1,-3 0 27,-8 2 0,-3 0 0,-2-2-196,6-6 1,-7-1 296,0-8 640,-31-8-561,-32 9 33,-22-7-82,16 17 1,-4 2 98,-9 0 0,0 2 2029,-15-4-2125,-6 8 1502,43 8-1619,5 2 1146,12 5-1158,14 4 1,10 7-17,2-1 28,19 9-28,1 2-141,-12-9 1,2 3 67,11 8 1,1 2-575,-9-1 0,-1 0 498,1 0 1,-6 3-446,-11 2 1,-8 3-1182,-9-5 1,-7 2 1774,-9 11 0,-3-1 0,-3 5 0,-11-7 0</inkml:trace>
  <inkml:trace contextRef="#ctx0" brushRef="#br1" timeOffset="488673">9027 11541 25836,'-4'-39'470,"-1"-1"1,-2-22-354,6 70-111,3 38 28,-2 4-29,-1-10 1,0 3-244,-1-8 1,-1-1 240,0 0 0,-1 0 3,-1 25 111,3-14-94,1-18 100,2-14 6,5-22-28,5-17 44,9-20-89,-7 16 0,0-2 3,2-3 0,1 0-15,0 0 1,1 1-3,-1 2 0,1 1 42,17-22-33,0 13-23,-2 14-17,-1 12-28,0 15 17,-1 12-17,2 14 1,-5 10-7,-4 10-111,-8 5-185,-5 3-185,-1 0-185,3-4-56,5-8 56,5-13 513,7-16-188,7-19 258,7-17 184,6-17-246,-24 15 1,-1-2 315,0-1 1,-2-1 61,-2 1 0,-2-1 311,9-22 79,-10 10-85,-10 11-207,-9 14-179,-4 10-90,-7 14 497,-1 11-524,3 15-12,4 7-6,7 3-16,6-3-1,6-6-16,8-8 17,5-11 27,8-10 23,4-16 17,1-12 5,-2-15 46,-4-7 44,-8-6 16,-7 2-21,-3 2-68,-6 5-22,-2 7-68,-4 10-206,-1 11-247,-1 10-487,5 13-679,1 10-1405,4 13 3047,-1 6 0,-5-16 0,-1-4 0</inkml:trace>
  <inkml:trace contextRef="#ctx0" brushRef="#br1" timeOffset="489205">10261 11670 21853,'7'-2'4246,"-2"0"-3619,-5 2-291,26-69-112,-8 30-596,2-10 0,4-1 405,-8 20 1,3 0-17,12-18 0,1-1-15,-10 13 1,1 0-273,0-4 0,2-3 0,-4 3 270,-2-3 0,-4 1 19,3-9 1,-3 1 13,-4 9 1,-5 3 140,-9-16-113,-5 29 6,-17 16 601,-3 22-601,-8 12-6,-1 15 254,20-13 0,1 2-296,2 4 1,1 2 2,2 6 1,1 1-15,1 4 1,2 2-399,2 2 0,3 1 381,3-2 1,7 0-4,13 1 1,5-3-3,-6-15 0,4-4-39,17 3 0,6-7-12,-12-13 1,0-4 16,9 1 1,2-3 55,4-12 1,-2-4-1,-15 5 1,-2-6-4,14-22 1,-6-6 11,-6-7-12,-3-5 1,-1-6-654,-10 7 1,-1-2 671,-3 8 1,0-2-1,-1-3 35,-2-6 1,-1-3 0,-1 3 5,-3 11 1,-1 3-1,-1 1-9,-1-16 0,-3 6 35,-10-4-91,-4 34 421,-5 5-421,-6 30 0,1 19 0,-1 12 0,10-9 0,2 2-12,1-1 1,2 2 11,-2 12 0,1 5 0,4-7 0,3 3 0,1 0-378,2-4 1,2-1 0,1 0-479,-1 0 1,1 1 0,3-2 855,6 14 0,0-7 0,-2-11 0,2-2 0</inkml:trace>
  <inkml:trace contextRef="#ctx0" brushRef="#br1" timeOffset="500198">3896 11908 18930,'-45'10'1173,"-1"1"0,1 0 1,-18 3-1,4-1-750,16-3 0,2-1-143,8-2 0,3 0-39,-12 1-180,22-2 13,26-3 83,31-1-93,1-3 0,7-1-886,-4-1 1,4-1-1,2-2 842,8-1 1,4 0 0,1-2-13,-12 1 1,2-1-1,1 0 1,-1 0-15,1 0 0,0-1 1,0 0-1,-1 0-17,-2 1 1,-1 0 0,0 0 0,-1 0-107,9-1 0,-1-1 0,-2 2-507,11-2 1,-4 3-1547,-17 4 1,-5 4 2181,5 6 0,-26 1 0,-12 0 0</inkml:trace>
  <inkml:trace contextRef="#ctx0" brushRef="#br1" timeOffset="500881">3123 11536 16420,'-12'-48'1488,"-1"0"1,0 0 0,-5-7 0,-4 8-1036,-4 13 1,-2 9-174,-15 12-87,12 18 0,-2 8-8,-4 14 0,0 7-1254,-1 4 1,1 5 1129,8-5 1,0 5 0,4 0-582,4-1 1,4 2-1,1-1 540,-3 11 0,4 1-7,5-8 0,3 2 0,3 1-82,5-3 0,3 1 0,2-1 69,1-3 0,2 0 0,3-1-179,4 0 0,4-1 0,4-7 179,15-5 0,4-9 3,-8-6 0,3-7 25,13-6 0,2-9 64,4-14 1,-1-8-30,-17 7 0,-1-2 1,0-3-82,5-8 1,-1-4 0,-4 0 70,-1-4 0,-5-3 23,-10 9 1,-1-3 0,-3 0 437,0-9 0,-5-2-490,-3 10 0,-1-2 1,-4 0 19,-4-2 1,-4 0 0,-3 2-48,-7-5 0,-7 6-81,-12 2 0,-8 12-202,-7 22 1,-4 10 115,6 1 0,-1 7-1641,2 5 0,-2 5 1,4 1 1526,-5 5 1,4 0 0,3-4 0,4-1 0,-6 7-1</inkml:trace>
  <inkml:trace contextRef="#ctx0" brushRef="#br1" timeOffset="501780">2915 10678 16152,'-48'2'741,"0"0"1,-1 1-1,0 3 1,-1 3 0,2 4-487,3 8 1,3 4 0,-1 4-1469,-7 5 1,1 4 0,0 3 1352,9-5 0,1 2 0,-1 1 0,2 3-452,-2 3 1,0 3 0,1 1 0,1 2 353,8-8 1,0 2 0,1 2-1,1 0 1,2 0-29,0 3 1,1 1 0,2 0-1,1 1 1,2 1-8,1 0 1,2 1 0,2 0 0,1 1 0,3-1-4,1-2 1,2 1-1,2 0 1,3-1-1,2-1 13,3 9 0,3-1 0,4-1 0,4-3-11,3-6 1,3-2 0,5-2 0,3-4 58,14 5 1,7-5-1,4-8-2,-8-11 0,2-5 0,3-4 0,0-4-17,5-3 0,1-4 1,1-4-1,1-3-11,3-3 0,0-3 0,1-3 0,-1-2-265,-11 1 1,1-3 0,-1-1 0,-1-1 0,0-2 290,0-1 1,-1-2-1,0-2 1,-1 0 0,-1-2-3,-2-1 0,0-1 1,-2-2-1,0 0 0,-2-2-63,-2 0 1,-1-1 0,-1-1 0,-1-1 0,-2-1 45,5-10 0,-2-1 0,-2-1 0,-2-1 43,-4 0 0,-3 0 0,-2-2 0,-3 1-73,-2 0 1,-4 0-1,-2-1 1,-4 1 5,-3 1 1,-4 0 0,-3 0 0,-3 2-7,-2 2 1,-3 1 0,-3 1 0,-3 2-2,-11-9 0,-4 3 0,-5 5-19,-5 6 1,-4 5 0,-4 6-70,-5 5 1,-3 6-1,-2 7-93,11 5 1,-2 5 0,0 3 0,-1 3-273,-2 2 1,-2 4 0,1 2-1,0 3 442,6 2 0,-1 2 0,1 2 0,2 0 0,5-3 0,-5 2 0,4-2 0,2 2 0,4 1 0,1 0 0,-1 0 0</inkml:trace>
  <inkml:trace contextRef="#ctx0" brushRef="#br1" timeOffset="502648">4044 11937 15333,'-51'11'1490,"1"-1"0,4-1 1,6-1-646,10-3-531,14-2-29,19-3 135,25-3-89,29-7-241,-15 2 0,5-1-600,9-2 1,4-1 529,-15 3 1,0 0 0,2 0-8,2-1 0,0 1 0,1 0 4,1 0 0,0 0 0,0 0-477,-1 1 1,1 0-1,0 1 469,-2-1 1,-1 1-1,0 0-2,-3 1 1,-2-1-1,-1 1 13,13-2 0,-3-1 229,-12 1 0,-4 1 3,3-2 78,-23-1-223,-28 3 933,-14-4-928,-19-3-6,7 5 1,0-1-23,-18-5 8,14 5 1,0-2 1339,-12-7-1303,22 6 0,-1-2 13,4 0 1,2-2 149,-18-17-62,12 3-62,13 3-28,10 5-68,9 6-60,11 5 10,10 7-33,29 18 5,-10-2-77,-4 6 0,0 3 77,-6-3 1,0 3-375,10 5 1,1 3 365,1 2 0,0 2-90,4 10 0,-2 0-11,-15-12 1,-4 1-539,2 16 0,-12 4 653,-26-3 0,-6-2 0,7 15 0,-7-28 0,1-1 0</inkml:trace>
  <inkml:trace contextRef="#ctx0" brushRef="#br1" timeOffset="507914">2091 13804 16549,'-3'-5'4223,"1"2"-1640,2 3-2141,-3-35-106,11 25-50,-1-27-40,10 35 62,-3 7 78,-3 14-71,-4 23-192,-6-10 0,-2 5-662,-4 9 1,-3 4 574,-2 10 1,-3 3-19,3-17 1,-2 0 0,1 2-6,-1 1 0,1 1 0,0 0-2,0-2 0,0 0 1,2-2 1,1-2 0,1-2 0,0-2 6,0 11 1,2-4-20,2-11 1,1-3 50,3 8 145,2-20 61,2-19-122,1-22-34,5-20-59,-4 10 0,0-2 318,3-7 1,0-1-328,1-3 1,1-2-12,2 0 1,1 1-4,1 2 1,2 1-6,1 5 0,1 2-11,-1 5 0,2 4-3,16-9 24,-1 19-8,-2 24 1,1 21-22,-2 20-285,-17-16 0,-3 2 273,-3 2 1,-1 3-169,0 11 0,-2-1 28,-3-16 0,1 0-355,2 11 0,2-3-934,12 3-735,13-2-1107,7-21-3322,14-36 5322,-17-3 1296,-12-6 1,-4-4 2456,3-18 1153,-1-13-109,-9 1-686,-7-4-2107,-7 22 477,-5-7-352,-3 26 362,-1-1-895,1 10-215,4 5-87,1 7 0,5 7 5,5 4 6,7 6 5,7-1 0,7-4-5,5-7 6,6-9-18,2-12 1,1-13 16,-5-11 34,-6-7 95,-10-14-95,-11 19 84,-9-13 40,-12 24 16,-7 0 44,-15 11-167,-1 20-39,-2 7 16,-1 26-33,7 8-163,12-13 1,3 1 153,2 3 1,4 1-23,5 8 0,5-1-25,7 15-68,4-18 1,5-4-392,20 6 80,-11-17 1,2-2-87,1-4 0,4-4-157,8-3 0,2-7 445,-6-6 1,0-3-56,-1-2 0,-2-3 304,-3-9 1,-3-5 173,13-21 95,-15 9 1,-2-3-60,-6 4 1,-2 1-1,1-6 1,-3 1 26,0-10 352,-4 0-102,-14 24-223,-11 3-134,-13 19-23,-22 30-129,14-3-17,10 2 1,3 2-12,2 14 0,3 9 343,19 2-321,13-19-10,5-8 551,12-21-524,0-16-14,-5-4 1,0-5-1,-4-1 1,-1-3 13,3-6 1,-3 0 61,4-20-12,-12 14 136,-8 6 4,-6 15-55,-5 3-67,-3 9-107,0 12 23,1 4-6,2 18-17,4 6-67,2 16-48,5-20 1,4 1-385,12 24 80,8-7-869,14-12-65,-12-25 1,3-3 259,3-2 1,2-3 50,11-6 1,0-5 1007,-6-8 1,-3-3 181,-8 1 1,-2-2 540,2-7 0,-4-4 444,-6-5 0,-4-2-453,0-2 1,-1-1-227,0-10 1,-3 1-133,-4 7 0,-2 2 20,-2 1 0,0 2-17,2-16 106,-19 8-106,-24 27-185,-14 15-81,14 9 0,-1 6-284,1 8 0,3 3 247,5-5 1,3 3 19,-3 6 0,5 3 482,1 28-523,10-3-12,23-5 16,20-30 7,2-18 7,0-17 1,1-8 5,-9 0 1,-1-5-275,13-13 0,-1-4 294,-9 0 0,-3-2-9,-3-3 1,-2-2-6,-2-3 0,-3 1 11,-4 11 0,-2 0 53,0-4 1,-1 2-83,1-16 4,-2 12 538,-7 18-538,-7 38 171,-2 8-171,-2 19 0,-1 7 0,0 0 0,1 2-246,0 1 0,-1 5 0,2 0 246,0 0 0,2 0 0,1 2-2085,1 4 0,0 1 1,2-1 2084,1-4 0,2-1 0,0-5 0,0 5 0,1-8 0,3 10 0</inkml:trace>
  <inkml:trace contextRef="#ctx0" brushRef="#br1" timeOffset="510879">14765 11617 26004,'1'-11'577,"-1"2"-280,0 9-96,0 0-184,-52 11-191,19 29-512,-5-14 0,1 5 369,16 12 1,6 0 0,-4 4 0,7-8 0</inkml:trace>
  <inkml:trace contextRef="#ctx0" brushRef="#br1" timeOffset="511289">15554 11209 26878,'24'57'46,"-1"0"1,-4-4 0,-4-3-36,-11-16 0,-3-3 6,-7 25 22,-3-14 11,0-15 46,4-15-7,5-21 34,6-17 62,5-20-87,-3 15 0,2-1-276,1-4 0,1-1 259,2-1 0,2 1-11,0 0 0,2 2-14,1 4 0,0 3-28,21-16-28,-1 18 0,1 15 12,0 17-18,1 15-61,-2 18-29,-22-13 1,-1 2-247,-3 4 1,-1 1-928,-3 1 0,-1 0 1269,0 2 0,-2-3 0,1 5 0,-1-9 0</inkml:trace>
  <inkml:trace contextRef="#ctx0" brushRef="#br1" timeOffset="511489">16731 11225 27169,'33'-23'-2728,"-1"1"0,2 1 1,-1 7 2727,26 18 0,-22-1 0,-18 0 0</inkml:trace>
  <inkml:trace contextRef="#ctx0" brushRef="#br1" timeOffset="511656">16616 11560 25239,'46'-31'-1485,"1"1"1,-1 0 0,0-1 0,7-5 0,-1 0-1,-3 6 1485,6 6 0,-7 5 0,1-2 0,-23 9 0</inkml:trace>
  <inkml:trace contextRef="#ctx0" brushRef="#br1" timeOffset="511823">17566 10871 28671,'41'32'0,"1"0"0,-5 2 0,-10 8 0,-24 3 0,-9 6 0,0-6 0,4-8 0,0-3 0,-7 9 0,1 0 0</inkml:trace>
  <inkml:trace contextRef="#ctx0" brushRef="#br1" timeOffset="514698">3469 10443 14107,'-2'-3'3344,"0"0"-2176,-1-29 0,5-10-284,10-9-1640,-3-8 1,6-2 937,10 17 0,5 4-104,-5 5 1,5 0 3,1 6 0,4-1 1,1 1-20,-2 5 1,1 1 0,5-1-589,5-3 0,6-1 0,1 0 0,0 2 543,-5 2 0,0 2 1,1 0-1,2 0-8,-4 3 0,2-1 0,1 0 0,-1 2 1,0 1-2,4-1 1,0 2 0,-1 2 0,-2 0-3,5 0 1,-2 1-1,1 1 10,7 2 0,1 0 0,-2 3 41,-15 3 1,-1 2-1,2 1-62,14 1 0,4 3 1,-3 1 10,-12 1 1,-3 0-1,0 3-294,3 2 0,-1 3 0,-4-1 304,-4 2 0,-2 2 25,3 4 0,-2 3 199,-3 1 1,-1 1-167,-1-1 1,-2 1 2,0 2 1,-4 0 150,0 13-66,-14-10 2203,-23 13-2114,-14-13-40,-19 14 29,-8-12 101,-2-4-224,13-11 1403,-2-6-1336,10-10-11,-19-19-79,5-2-48,18 4 1,1 0 64,-16-7-50,11 8 631,-1 4-654,18 8 23,-1 0-56,12 10 928,8 5-945,9 8 45,17 3-12,14 0-19,-14-13 0,1-1-284,6-3 0,1-2 292,6 0 0,0-2-6,-8-2 1,1-2 11,20-4 0,0-1-6,-19-1 0,-1-2-230,15-3 0,-2-2 264,-16 1 0,-3 0 95,16-15-28,-19 6 196,-10 0-135,-12 11 459,-5-2-716,-4 7-666,-2 3-2773,-1 6 3655,1 4 1,3-2 0,1 1 0</inkml:trace>
  <inkml:trace contextRef="#ctx0" brushRef="#br1" timeOffset="515365">7367 9556 21913,'-27'-33'816,"0"0"1,1-1-1,-12-10 1,2 11-504,-11 22-36,10 13-193,-8 35-90,19 11-472,9-7 0,3 4 486,6 0 1,3 2-424,1 5 0,3 3 392,3 2 1,3 0-34,1 3 0,1-1-101,4 1 1,2-1-142,0 0 1,1-1-28,0-3 1,0-3 114,-1-6 0,-3-3 183,-1-10 0,-4-3 66,-10 4-17,-19-30 17,-20-24 23,16 2 0,-1-3 223,-1-5 0,1-1-112,2 0 1,2 0 19,3 2 0,3 1 1287,-8-17-1311,14 6-108,15 1-44,22-1-6,21-3-8,-13 18 0,3 0-334,5 0 1,1 2 344,1 1 0,1 1-3,-3 2 0,0 1 14,-5 3 1,-1 0 402,23-5-377,-11 3 16,-10 3-28,-10 1-95,-7 1-594,-7 0-3036,-1 0 3686,-4 1 0,-2 2 0,-2 1 0</inkml:trace>
  <inkml:trace contextRef="#ctx0" brushRef="#br1" timeOffset="518497">2371 9406 22403,'-48'-7'849,"-1"-1"0,3 4 1,5 5-554,-3 20-167,5 15-44,9 10-517,11 8 454,10 2 6,16 0-16,12-3 10,15-3 0,9-6 6,7-4-33,2-5-18,-2-5 51,-7-2 250,-16-4-116,-16 0 93,-25-1-132,-21 0-45,-20 2-155,23-13 1,-2 0 76,-1-1 0,-1 0-121,0 1 1,1-1-1191,1 0 1,2 1 706,-20 9 0,21-7 0,16-5 0</inkml:trace>
  <inkml:trace contextRef="#ctx0" brushRef="#br1" timeOffset="543681">10683 14146 13816,'-2'-45'1430,"0"-1"1,1 1-1,-3-2 1,0 0-1,-3 6-780,-3 9 0,-4 3-479,-4-6 1,-3 2 141,-1 6 1,-2 4 89,-29-9-134,-3 16-90,-5 22-129,29 5 1,1 4-417,-3 7 1,2 6 390,-1 7 0,3 3-388,0 7 1,3 4 370,1 6 1,3 4-9,9-17 0,1 1 0,2 0 0,1 2 0,2 1 0,2-1-10,2-1 1,2-1 0,3-1-11,6 15 1,7-3-295,6-10 1,7-6 302,8-8 0,5-8 19,8-5 0,2-8 14,7-9 1,2-7-280,-18-2 1,0-2-1,-1-4 281,1-3 1,-2-3-1,-1-3 4,-2-2 0,-2-3 0,-2-1 5,-2-3 1,-2-1 0,-3-1 3,-2-3 1,-4 0-1,-1-2 16,3-20 0,-5 0 15,-4 1 0,-6 0 10,-6 4 0,-5 3 3,-5 7 1,-5 4 209,-7 8 1,-6 5-256,-6 9 1,-4 6-9,-9 10 0,-3 8-62,-6 7 1,0 7 8,16-3 1,2 4 0,0 1-128,-15 14 1,4 4-510,9 1 0,6 4-1994,9 0 1,7 0 2654,8-5 0,4-2 0,3 11 0,5-22 0</inkml:trace>
  <inkml:trace contextRef="#ctx0" brushRef="#br1" timeOffset="544348">10700 13528 16000,'-12'-42'1089,"1"0"1,0 0-1,-11-12 1,-6 7-690,-5 18 1,-6 8-694,-8 7 0,-4 6 542,-6 7 1,-3 6-606,17 0 1,0 3 0,0 3 465,0 3 0,-1 2 1,1 3-48,0 2 1,1 2-1,0 3-20,0 2 0,2 3 0,0 1-350,0 4 0,1 2 1,0 2 347,1 5 0,0 2 0,1 2-5,9-9 1,1 2-1,0 0 1,1 1-9,0 4 0,0 1 0,2 1 0,1 1-434,1 1 0,1 2 0,1 0 0,3 0 414,1 0 0,1 0 1,3 0-1,2 0-14,3-4 1,1 0-1,4-1 1,3-2-59,7 10 1,5-3 0,7-4 68,6-8 1,6-3 0,6-6-10,10-5 0,5-6 1,3-5-188,-8-6 1,3-4 0,0-2-1,2-3 198,3-2 0,2-4 0,0-2 0,1-2 7,0-2 0,1-2 0,0-2 0,-1-2-9,-1-2 0,0-2 0,-2-2 0,0-2 27,-4 0 0,-1-2 1,-1-1-1,-2-2 1,-3 1 1,-2-2 0,-2-1-1,-1-2 10,6-10 0,-3-2 0,-4-1 124,-4 0 1,-4 0-1,-3-2-134,-4 1 1,-4 0 0,-3-1 1,-4 2 1,-2 0-1,-3 0 50,-3 2 0,-2 1 0,-4 0 16,-6-15 0,-6 3-17,-6 6 0,-5 4-25,-8 6 0,-4 6-34,-5 5 0,-3 5-22,-3 4 0,0 4-31,2 5 0,0 3-93,6 2 1,2 4 1376,-16 8-2202,26 11 750,32 15-5214,31 11 5410,-12-21 0,1-2 0,12 8 0,-13-12 0</inkml:trace>
  <inkml:trace contextRef="#ctx0" brushRef="#br1" timeOffset="544830">11470 13968 20744,'-46'1'586,"-1"0"1,1 0 0,-17 1 0,3 1-271,12 2 1,5 0-238,-8 3-68,12 1-6,42-4 51,24-1-16,31-2-29,2-6 0,5-2-541,-18 2 0,3 0 528,3-3 0,4 0 1,-2-1-731,4-2 0,0-1 715,-10 2 0,2 0 0,-1-1 7,-3 1 1,-1-1 0,0-1 26,1-2 0,-1 0 0,-4 0 16,0 1 1,-3-2 69,0-2 1,-8-3 126,-18-3-51,-18-7 163,-40-7-152,17 20 0,-3 1 355,-1 0 1,-1 2-350,-3 2 0,3 2 107,-11-4 1455,1 2-1725,20 3-66,14 5 22,11 2 11,11 1-6,14 0 12,18 7 5,12 6-11,-17 2 0,1 3-520,-4 1 1,0 0 511,0 1 0,-1 1-32,2 4 1,-3 2-215,-7-2 0,-2 2-348,9 12 0,-3 3-387,-10-6 1,-5 0-1248,-1 4 0,-5-2-2239,-9 8 4475,-9-5 0,2-27 0,0-1 0</inkml:trace>
  <inkml:trace contextRef="#ctx0" brushRef="#br1" timeOffset="545521">12673 13623 24911,'49'22'39,"0"1"0,-6-5 1,-6 5-26,-13 9 0,-5 2 8,3 8 74,-8 6 268,-15-12-22,-8-3 72,-9-7-11,-2-17-246,4-9 56,2-13-112,7-13 39,5-28-90,12 1-616,-2 21 0,2 1 577,8-7 23,4 3-23,-4 14-28,12-3 11,-1 10-27,8 4 16,-1 8 1194,-7 3-1216,5 5-45,-3 7-11,-1 2-17,-3 5 28,-12-2 39,-6-1-78,-4 12 67,-3-5 17,1 9 44,1-8-10,4-2 5,-1-9 5,7-2 6,8-8 12,3-4-1,7-9 12,-3-8-23,-7 0 0,7-9 40,5-4-29,2-3 40,6-3 55,-15 11 6,-8 2-72,-9 8 117,-5-6-39,-6 6-1,-3-6 12,-3 4 12,-1 4-46,2 3-56,2 5-66,0 4-35,3 1-55,0 3-230,0 5-45,0 1-3394,9 11-6056,2-5 8618,1 2 1,-2-8-1,-7-7 1</inkml:trace>
  <inkml:trace contextRef="#ctx0" brushRef="#br1" timeOffset="545771">13797 13725 27130,'-12'-33'324,"2"5"-324,8 22-162,1 3-1574,0 2-891,4 5-3322,2 3 5949,2 4 0,-3-3 0,-1-4 0</inkml:trace>
  <inkml:trace contextRef="#ctx0" brushRef="#br1" timeOffset="546271">13662 13700 25214,'-1'-38'433,"0"1"0,-1-2 1,3 9-76,2 17-67,0-2-67,-3 8-101,0 4-106,0 3-11,-2 3 22,-10 18-17,-1 8-5,-8 23-1,4 3-551,5 6 546,6-14-96,14 15 84,8-28 18,17 8 0,7-26 44,6-14 0,0-16-38,-11-5 35,-11-7 1,-1-4 25,8-21-358,-8 12 1,-2-3 323,-5 4 1,-3 0-21,-2 8 1,-2 0 38,-1-4 1,-2-1 660,-3-18-595,-5 5 22,-3 8-146,-3 23-118,1 10-84,3 10 447,2 13-1298,4 14-1164,6 15 2217,6 15 0,-4-27 0,-1 0 0</inkml:trace>
  <inkml:trace contextRef="#ctx0" brushRef="#br1" timeOffset="546847">14174 13949 26791,'27'-36'117,"1"0"1,0 1-1,-1 1 1,0 0 0,0 2-60,2-1 1,0 1-637,1-5 1,0-3 619,-1-6 0,-3-2-17,-2-6 0,-2-3-3,-4-3 1,-4-2-353,-7 20 1,0-1 0,-3 1 371,-3-19 0,-3 3 25,-4 5 0,-4 4 150,-1 9 0,-4 4-116,-18-16-6,0 22-39,-2 16 485,3 16-586,2 16 62,2 19-9,14-10 1,1 3 234,0 7 1,2 2-239,1 5 1,2 3-342,2 5 1,2 0 329,4 3 0,4 0 0,5 0 1,3 0-4,7-3 1,4-1 5,6-4 1,5-3-15,5-3 0,3-3 11,5-4 1,3-4 5,2-5 0,0-4-6,0-6 1,1-6 16,-4-7 0,0-8-11,-2-7 0,-2-7 5,-2-8 1,-3-7 2,0-8 1,-3-6-523,-12 11 0,-1-3 0,-3-1 521,1-6 1,-2-2 0,-1-1-14,-1-5 1,-3-2-1,-1 0 13,-1-3 1,-3 0-1,-1 0 19,-2 3 0,-2-1 1,-2 2-9,-3 6 1,-2 1 0,-2 2-215,-3-11 1,-4 5 209,-3 13 1,-3 5 487,-18-12-502,1 25 763,3 21-763,0 25 0,1 28 500,13-12 0,2 5-500,-2 14 0,0 4-448,5-13 1,1 2 0,-1 1 447,0 6 0,0 1 0,1 1 0,3-13 0,-1 1 0,2-1 0,0 1-264,-2 14 1,2 1 0,1-1-1268,2-3 0,2-1 0,1-2 1531,2-8 0,1-3 0,1-3 0,1 0 0,0-7 0,4 4 0</inkml:trace>
  <inkml:trace contextRef="#ctx0" brushRef="#br1" timeOffset="549130">11377 13043 21525,'-22'46'142,"-1"1"1,0 0-1,0-1 1,-1 2-1,0 1 1,-1-1-1,-1 0-126,1-3 1,-1 0 0,0 0 0,-1 0-1056,-3 6 1,-2 1 0,0 0 0,-1 1 1025,5-9 1,-1 1 0,-1 0-1,0 1 1,-1-1-248,-2 3 0,-1 1 1,0-1-1,0 0 0,2-2 216,-2 2 1,1-3 0,-1 1 0,-1 2-247,3-5 1,-1 2-1,-2 2 1,0-1-1,2-1 1,2-3-802,-2 1 1,4-3 0,-1 0-1,-1 2 1091,-2 2 0,-2 3 0,-1 1 0,3-4 0,4-5 0,-7 10 0,5-8 0,9-12 0,-1 0 0</inkml:trace>
  <inkml:trace contextRef="#ctx0" brushRef="#br1" timeOffset="549305">9806 14681 8504,'-15'-55'1228,"0"-1"1,0 0 0,0 1 0,1-1-1,-3-6 1,1 0 0,0 3 0,1 3-714,-1-1 1,1 4-1,1 2-131,0-9 0,2 5-124,4 14 0,4 3 1404,9-10-1519,18 24-55,29 27-57,-11 9 1,5 6-761,-4 0 0,2 4 0,3 0 725,-4 0 1,2 0 0,1 2 0,2 0-332,-4-2 0,1 1 0,2 1 0,0-1 0,1 2 173,5 1 0,1 1 0,0 0 0,2 1 0,-1 0-552,-6-2 0,1 0 1,1 1-1,-1-1 1,0 1-1,-2-1 712,6 4 0,0 0 0,-2-1 0,-1 0 0,-4-2 0,11 7 0,-4-2 0,-6-3 0,-5-1 0,0 0 0</inkml:trace>
  <inkml:trace contextRef="#ctx0" brushRef="#br1" timeOffset="552255">13360 14942 24822,'-21'-13'257,"5"29"-235,17 20 1,6 9-23,-3 0 0,1 2-852,3 8 1,1 1 870,-2-9 1,-1-3-18,0-10 1,-1-1 17,0 2 0,-1-1 547,2 7-466,-1 4 404,-2-21-57,-1-10-56,1-21-331,0-4 930,6-26-947,1 6 1,2-2-34,1-4 1,1-1 4,0 0 1,3 0 53,12-10 0,3 4-31,6-1-31,-4 11 1,0 5-3,2 15 11,1 20-29,-9 20-4,-6 6-18,5 24 17,-12-22 0,-1 1-388,2 1 0,2 0 161,2 4 1,3-2-360,-1-10 1,1-4-395,15 10-1669,11-8-4615,-2-26 1819,1-14 3245,0-22 2911,-17-16 617,-18 23 0,-2-1 891,3-17 869,-9 15 0,-3 0-382,-4-3-435,-6-10-1100,-4 22-320,-2 9-312,3 6 209,4 4-708,4 3 59,1 3-82,4 6-5,4 6 22,1 2-6,14 6-6,0-9 35,13 1-1,-1-9 6,0-11-40,-7-2 68,3-22 28,-15 1 22,0-18 56,-14 2 23,-9-1 67,-7 2-113,-2 14 113,-15-1-151,4 19-40,-12-2-44,7 14-12,3 11-33,6 11-6,4 13 28,6 14-67,7 11-231,7-27 1,1 0 232,4 0 1,2 1-45,3-2 0,2-1-212,4-3 0,3-1-502,26 18-555,10-12 552,-23-22 0,0-3 170,3-4 1,0-3 230,21-7 195,-15-9 1,0-4 325,10-17-175,-15 8 0,-2-2 376,-11 5 0,-3-1 460,12-27 468,-10 0-519,-8 2-29,-7 2-32,-3 5 109,-8 5-395,-6 10-163,-10 9-95,-5 10 511,-4 7-579,0 8-16,1 4 0,4 6 6,4 4-45,4 3 28,4 3-12,3 3-22,2 3 34,4 2-17,2 3 0,2-2 23,1-2-12,0-2-17,3-5-16,0-4-1,2-5 23,2-3 12,0-3 4,2-1 12,2-4 6,1-2 5,3-3 0,2-8-22,3-5 0,0-7 0,0-1 16,-6 4 29,-5 7-12,-4 4-33,-5 5-62,-1 0 85,3 1-29,1 0-11,2 0-17,-1 0-17,-1-1-78,0 0-162,3-2-247,1-1-257,4-3-343,3-2-307,3-3-90,2-2-50,-1 1 83,-2 0 494,-6 4 498,-4 3 286,-5 3 269,-3 0 206,-1 0 80,-2-2-57,1-1-62,1-4 91,2-1 240,4-2 247,1 1 167,1 1 79,-1 2-84,-2 3-190,-3 0-197,0 2-111,-2 1-74,0 0-55,-2 1-40,1-1-38,-1 0 10,2 0-44,0-1-28,-1 0 5,0 1-67,0-1-28,1 0 5,-1 1-16,0-1-34,1 0-5,1 1 11,0 0-12,1-1-10,-1 3-34,1 0-12,-1 7 23,-2 8 6,-3 12 5,-3 10-17,-1 7-33,1 2-39,3-1-113,4-3-251,11-8-443,9-9-683,12-12-1205,8-11-4727,8-14 7472,-6-4 0,-14 2 0,-12 5 0</inkml:trace>
  <inkml:trace contextRef="#ctx0" brushRef="#br1" timeOffset="552738">15391 14971 12825,'3'-4'7830,"-1"1"-4856,-2 3-1916,34-72-223,-28 43-524,11-14 0,-8 4 143,-23 24-174,-8 7-124,-6 9-38,-5 11-56,-4 12-40,0 11-28,2 11-398,4 6 416,8 1 4,6-2 7,9-5-23,8-10 11,6-9-11,6-11 0,6-8 28,7-12-6,6-15-5,7-18-141,-17 11 1,-1-3 142,2-6 1,-1-3 11,0-5 0,-2-3-633,1-7 0,-1-2 602,-4 14 0,0-1 0,0 0 7,2-3 1,-1 0-1,1 0 6,-1 1 0,0 0 0,-2 0 46,4-14 0,-4 1-181,-6 11 0,-4 3 284,-11-19 12,-5 23-51,-1 18 512,5 11-641,4 7 1241,2 15-1247,3 35 9,0-15 1,1 3-131,-1 3 0,1 3 141,0 11 1,1 1-525,-1-6 0,1 1 471,1 13 1,2 1-189,0-2 1,3 0-1178,0-17 1,2 0-1,0-2 1410,2 3 0,2-4 0,-3-5 0,1-6 0,-1-9 0</inkml:trace>
  <inkml:trace contextRef="#ctx0" brushRef="#br1" timeOffset="552947">16394 14561 24385,'50'-38'-1311,"-1"0"0,-6 4 1,-4 8-1,4 18 1,-20 4-1</inkml:trace>
  <inkml:trace contextRef="#ctx0" brushRef="#br1" timeOffset="553121">16567 14755 25051,'48'-29'-647,"0"0"0,4-1 0,-3 3 0,5-2 1,-6 5-1</inkml:trace>
  <inkml:trace contextRef="#ctx0" brushRef="#br1" timeOffset="553831">17364 14177 19361,'2'-4'5914,"0"1"-3981,-2 3-1843,-20 14-12,9 19-50,-15 12-11,12 16-452,0-6 441,-2 2-12,4-15 23,-1 4 98,5-15-93,3-6 40,2-10-12,6-25-27,2-4 10,15-40 6,3 2-179,-5 13 1,1-1 167,-2 6 0,2 1 11,-1 3 0,-1 2-11,11-11 22,-1 7-16,-4 17-40,1 5 12,1 15-6,-4 15 11,-4 4-39,3 30-56,-8-10 5,-4-11 1,0 0-297,6 18-302,1-6-354,6-12 398,-3-15-1131,24-12 1064,-5-19 590,-8 0 1,0-3 209,-1-6 1,-2-3-15,3-5 1,0-1-34,-6 5 1,0-2 270,12-14 1,-1 0 61,-13 17 1,-1 0 30,8-10 0,-3 3 256,1 1-309,-13 14-257,-7 11 189,-5 20-128,-5 11-95,-2 22-50,-1 7 16,1 4-22,4-3-23,8-5 0,10-7 557,2-14-562,21-6 5,-9-20 34,16-13 17,-7-20-12,0-19-294,-19 19 0,-1-1 294,0-2 1,-2 0 11,0 1 0,-2 1 67,9-25-22,-9 12-62,-9 11-129,-6 13-325,0 9-1131,-1 11-3583,4 12 5140,2 3 0,-1-1 0,0-5 0</inkml:trace>
  <inkml:trace contextRef="#ctx0" brushRef="#br1" timeOffset="554405">18676 14404 23769,'3'4'2414,"-2"0"-1238,-1-4-1013,76-74-2199,-33 31 2058,-8 9 0,5-5 1,-3 2-29,-4 2 1,-3 2 21,5-8 1,-1-2 0,0-6 0,-2-3-9,-1-3 1,-4-3 13,-4 1 0,-4-1 0,-5 6 1,-3 1 163,-4 9 1,-3 3-47,-6-18 411,-6 22-434,-5 14-83,-2 11-23,3 8 1093,-12 25-1093,3 14 3,5-4 0,1 4-176,1 5 1,2 1 158,1 6 0,2 1 11,2 1 1,3 0-20,2-2 0,5-1 5,3-4 0,3-3-8,3-5 0,4-2 8,3-6 1,3-2-23,27 12-33,8-18-216,-25-17 0,0-5 271,4-6 1,1-6-1,3-5 1,0-6-337,2-7 0,-1-4 331,0-8 0,-1-5-322,-14 12 0,-1-2 0,-1-2 338,-1-3 1,-1-2 0,-2-1-1,-1-2 1,-1 0 0,-3 0-297,-2 2 0,-2 0 0,-2 2 302,1-15 0,-5 4 198,-6 12 1,-5 5-170,-14-12 534,-9 26-546,-5 17 1571,-1 22-1593,-4 18 8,18-4 0,-1 4-17,-4 10 1,0 5-32,6-9 0,0 2 1,1 2-683,-3 5 0,0 2 0,1 1 408,-2 3 0,1 2 0,1-1-279,2 0 1,1 0 0,1 0-1040,3-3 0,2 0 0,2-2 1626,0 11 0,3-5 0,4-19 0,2-5 0,2 3 0</inkml:trace>
  <inkml:trace contextRef="#ctx0" brushRef="#br1" timeOffset="554714">17568 15311 15077,'-62'8'1276,"-1"-1"0,0 1 0,8-1 0,2 0 0,1-1-883,6-1 1,1 0 0,5-1 189,-2 0 0,6-1-174,3-3-43,51-11-252,13-1 1,10-1-57,-1 0 0,6-1 0,2 0-759,-3 1 0,3 0 1,2-1-1,1 1 709,6-2 1,3 0-1,1-1 1,1 2-475,-9 1 0,1 1 1,1 0-1,0 0 0,0 1 361,2-1 1,1 0 0,0 1 0,0 0 0,1 1-629,-1-1 0,1 2 0,-1-1 0,1 1 0,0 0 733,3 1 0,1 1 0,0 0 0,-3 1 0,-6 0 0,5-1 0,-6 1 0,-2 1 0,-5 2 0,-1 0 0,0 0 0</inkml:trace>
  <inkml:trace contextRef="#ctx0" brushRef="#br1" timeOffset="554997">17796 15610 20187,'-48'19'820,"1"1"1,-1-1 0,-17 4 0,24-2 193,43-8-381,41-23-421,-1-1 1,6-2-1009,-6 0 0,2-1 0,3 0 895,7-2 0,3-1 0,2 0-32,-12 4 0,2 0 0,0 0 1,1 0-31,2 0 1,0 0 0,1 0 0,0 0-340,0 1 1,1 0 0,-1 0 0,1 1 317,-2 0 1,1 1 0,-1 0 0,0 1-5,-2 0 1,-1 0 0,0 1 0,-1 0 15,12-1 1,-2 1 0,-1 1-42,-6 1 0,-1 1 0,-3 0-337,11 1 0,-4 2-1210,-12 4 1,-6 3 1559,9 7 0,-25-1 0,-14-3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31A1-C611-B562-127A-D369B3CC2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AAFAE-CB36-B716-AD45-17CFD07D7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90CE4-6F07-12F5-F92D-3D91A9F2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55545-8A0E-BB37-DB4F-F0382F76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FC0A7-B424-8AB7-5C2D-C23D78A1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4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2F80-DEC4-2778-87B7-94B7C01A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E8FD0-3F53-6C3E-5677-ED6CACCB0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51DA3-AF5C-008C-48D5-882B8085A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F7EC8-D603-E64E-6C44-140C633E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C65E8-FE9A-22DC-09AA-BDCF82B5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6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B428-58F8-4995-8038-8407DCEB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A4527-634B-ABE5-656B-B3729C4C0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CDC12-2E62-DAAF-8BD4-0612BF8A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91585-4E3C-BCFC-9F12-27E53445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32BE9-0F0D-96A5-7B88-807D5756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2B66-0951-5CF8-04C1-7296B84C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298A9-F9CD-7D13-3AEC-1723B7BC2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176B0-79D7-1D12-7CAE-9EA52A74F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C6F9F-2AD2-D34B-644E-5B043E360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2D45E-72B1-2109-2154-AB43F6FA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826D2-2745-9411-4191-C66F590A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1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D521-2BAD-C383-4F06-060401BF1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045E1-C3EE-6505-BB03-0265A12C6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523C5-4831-ED7C-8DE7-0F5603D98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122DA-FFDD-D37F-AB26-E26CBAEBE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29EB7-53C8-B48D-5FDD-52BA15D08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A411D-BF74-FEB1-06B6-1D1E54C4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F4E027-B73A-4BE3-74A9-190B690A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20FDD-6408-A72F-3399-08CAAE7C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0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4F45-F141-F164-124C-A518739F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0501A-95AF-A0B6-B84B-340B6B836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3A4DD-9722-4153-4337-75825822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33DA4-964C-9910-BCBE-BF03D5D3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03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DF3B4-9026-D728-B0FE-FF3AC096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0572FF-A88C-9C68-0E4C-1D267F8A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D55A5-0056-48D7-01DE-530133EBB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0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0759D-A4A7-9D8A-C23A-0FC4A4AC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FDA0A-4F2E-9665-0C3D-9DDDA853C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DBEE8-FFBC-6E6C-9F4A-54E38FCE6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4DA02-7FDF-F7AA-73A8-D723D916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E9306-6B40-AF6F-A98D-9F049507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01F06-F6F6-547C-505D-578BE63AA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0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D63A-FDF0-5518-5518-0B665C0C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BE5D2-4DD6-E2F2-168B-62981A21E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B0CB2-4F05-4885-9367-EEABC9F0F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BDF65-3B9F-C040-B755-82C83428B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3FA6E-0E88-2B6D-3495-413B13A4F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5CA7D-8DDF-1FF7-406A-C232B96DC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80E7-6125-E48D-62FF-9A62AA25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4ACD8-4782-CE4E-8243-3BBC14873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A2500-A457-1167-4F61-DB6C10E0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14FD5-45F6-3BCB-CE6D-DE5EADA8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CCF3D-F1DA-E5B5-5E6A-8F6B1A22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FC7E57-2AA9-4345-701C-EEE2F89FA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A6759-3E39-B8E8-FE25-0E076C001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3E945-FD51-2A84-0DCD-875908FF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FAE65-D67A-00B1-A04C-BB19FF40C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8AE53-FB67-53A0-DA7C-3C4C39A2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9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BB0C1-3EF5-179D-30E9-9337B748A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D24A3-E36E-D1F4-3021-549E40C98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701DE-DC7F-3E88-5020-C488BBC58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2AC46-4E98-B846-8739-3718E645492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8ACD-D3F5-36E1-5C8E-90F6866EC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CBD84-1C59-3549-29AA-C5816B0B1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2B1F1-4EA7-084B-892C-2606A675C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9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C4B6B-5DE0-5DA7-1C52-B42E9B6B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E9018C-3E39-EB9E-FABC-6480DA6AB524}"/>
                  </a:ext>
                </a:extLst>
              </p14:cNvPr>
              <p14:cNvContentPartPr/>
              <p14:nvPr/>
            </p14:nvContentPartPr>
            <p14:xfrm>
              <a:off x="197640" y="199440"/>
              <a:ext cx="10366560" cy="6658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E9018C-3E39-EB9E-FABC-6480DA6AB5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280" y="190080"/>
                <a:ext cx="10385280" cy="667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251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970B8-B72C-E8CF-8C41-AF256E5C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48719-8341-56F8-9682-8D3DC8BFA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81E80-48A4-851C-E886-676434912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708076-0E22-EA19-21FC-3132722A3125}"/>
                  </a:ext>
                </a:extLst>
              </p14:cNvPr>
              <p14:cNvContentPartPr/>
              <p14:nvPr/>
            </p14:nvContentPartPr>
            <p14:xfrm>
              <a:off x="1639800" y="242640"/>
              <a:ext cx="8616600" cy="340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708076-0E22-EA19-21FC-3132722A31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0440" y="233280"/>
                <a:ext cx="8635320" cy="342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701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0FE75-D9C8-2FDE-0C37-B6CB57DC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46A6C1-6729-EE50-C4AF-1FC7D0FD7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D8F8F-16CE-6FD1-9069-D52AF85E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DE1C5A-5B28-D9B2-7753-73B3FA3D0D9C}"/>
                  </a:ext>
                </a:extLst>
              </p14:cNvPr>
              <p14:cNvContentPartPr/>
              <p14:nvPr/>
            </p14:nvContentPartPr>
            <p14:xfrm>
              <a:off x="1305720" y="397080"/>
              <a:ext cx="9083160" cy="540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DE1C5A-5B28-D9B2-7753-73B3FA3D0D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6360" y="387720"/>
                <a:ext cx="9101880" cy="54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141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6AF0-93AA-F470-562F-33CCB8CD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EF22DF-0E10-7F4F-160C-B3EB3D8AC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E851A-6E9F-0D63-B242-C9101E333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E96DE6-DED8-463B-AEC8-4F1ADE76BE7F}"/>
                  </a:ext>
                </a:extLst>
              </p14:cNvPr>
              <p14:cNvContentPartPr/>
              <p14:nvPr/>
            </p14:nvContentPartPr>
            <p14:xfrm>
              <a:off x="2537280" y="209520"/>
              <a:ext cx="8337600" cy="5964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E96DE6-DED8-463B-AEC8-4F1ADE76BE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7920" y="200160"/>
                <a:ext cx="8356320" cy="59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7874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C7274-B2F6-DBC9-19BA-8861DAEC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04BD0D-B6A5-C91F-DDDA-8FC7368C4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ABCD9-613E-2B84-962E-DC7D323FA7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2DCDC2-5235-42CC-8E43-351DE6A3D19F}"/>
                  </a:ext>
                </a:extLst>
              </p14:cNvPr>
              <p14:cNvContentPartPr/>
              <p14:nvPr/>
            </p14:nvContentPartPr>
            <p14:xfrm>
              <a:off x="600480" y="120960"/>
              <a:ext cx="9254160" cy="5540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2DCDC2-5235-42CC-8E43-351DE6A3D1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1120" y="111600"/>
                <a:ext cx="9272880" cy="55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8000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2026-03-17T11:30:15Z</dcterms:created>
  <dcterms:modified xsi:type="dcterms:W3CDTF">2026-03-18T10:18:58Z</dcterms:modified>
</cp:coreProperties>
</file>