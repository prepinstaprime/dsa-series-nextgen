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0:50:06.8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2293 3071 22049,'-20'54'943,"-1"0"0,3-4 0,3-7-596,4-7-66,6-8 105,5-12 118,6-11-280,2-9 106,22-37-201,1-12-98,-7 8 0,1-5-754,-2-3 1,-3-1 733,-6 12 0,-1-1 0,-1 0-7,-1-4 0,0 1 0,-2 1 4,1-11 0,-1 2 10,-3 9 1,-2-1 0,-2 5 21,-5-21-24,1 23 1,-5 5 11,-11 11 6,-4 20-34,-3 23 0,3 7 2,3 15 1,1 8-17,5-7 0,1 3-359,1-1 1,1 4 0,1 0 377,2-5 1,3-1 0,1 0-3,2 21 0,5-1-20,4-4 0,6-4-408,7-6 0,5-4 386,6-6 0,6-6 75,5-7 0,3-5-756,4-7 0,3-6-2389,5-9 1,-1-5 2704,-4-2 1,-4-3-1,-14 2 1,-5-1 0,7-5-1</inkml:trace>
  <inkml:trace contextRef="#ctx0" brushRef="#br0" timeOffset="182">3380 2879 20411,'42'-27'0,"1"-1"0,-1 1 0,10-6 0,-1 1 0</inkml:trace>
  <inkml:trace contextRef="#ctx0" brushRef="#br0" timeOffset="345">3558 3186 16811,'36'-22'-1639,"1"0"1,0-1-1,7-5 1,-9 7 0,-20 15-1</inkml:trace>
  <inkml:trace contextRef="#ctx0" brushRef="#br0" timeOffset="2416">1688 3107 9251,'5'-7'7399,"-1"1"-5018,-4 6-270,0 0-380,7-67-1412,-7 47-62,3-18 1,-4 4 106,-7 29-145,-5 1-96,-7 7 34,-20 19-107,10-2 23,-18 20-39,21-10-29,3 4 1,11-3-1,16-4 23,19 4-33,0-10-1,21 9-16,-9-8 22,11 6 28,-3 7 28,-18 0 17,-20-1-12,-28-1-27,-23-7-57,12-13 1,-2-2-82,5-3 1,0-2-194,-29 2-1064,15-18-2632,18-10 3993,3-7 0,11 7 0,9 8 0</inkml:trace>
  <inkml:trace contextRef="#ctx0" brushRef="#br0" timeOffset="3098">2276 2932 14477,'-44'9'2895,"0"0"1,0 0 0,9-3-2140,21-5-549,0-1 141,29-8-136,12-4-38,23-9-104,-20 10 0,1 0-183,2 0 1,-1 0 126,-1 0 0,0 2-199,22-5-336,-16 5 521,14 5 0,-35 3 0,13 1 0</inkml:trace>
  <inkml:trace contextRef="#ctx0" brushRef="#br0" timeOffset="3549">2818 3018 18964,'0'-3'3735,"0"0"-1192,0 3-2510,35-37-5,-12 38 0,34-20-28,-16 55 6,-18-14 0,0 1-12,1 2 0,-2 2 12,13 25 79,-17-3 77,-24-10 84,-16-13 23,-14-17-28,0-21-62,4-15-89,7-16-40,10-7-50,7 1-341,15 2-1424,19 4 1765,3 21 0,2 3 0,3-3 0,10 4 0</inkml:trace>
  <inkml:trace contextRef="#ctx0" brushRef="#br0" timeOffset="5208">5683 3295 15681,'0'9'6436,"-1"-1"-4622,1-8-548,0 0-1188,7-83-25,2 47 1,2-3-639,-3-6 1,0-6 0,1 4 598,5 0 0,1 1 3,-1-7 0,-1-1-222,-4 12 0,-1 1 219,1-6 0,-1 1-3,-2 11 1,-3 4 16,-5-12-28,-1 24-68,-7 9 1224,1 14-1184,-6 13 1024,-8 19-982,7 2 0,-1 2-14,4-9 0,1 1-520,-4 22 0,1 2 525,8-15 1,1 1-15,-1 11 1,3 1-224,2-4 1,4 0 214,7 1 0,4-4 11,-4-15 0,2-3 0,9 3 1,3-6-1,11-7 29,12-4-11,3-19 4,-15-9 1,0-5 5,-5-2 1,-1-1-161,1-1 1,-2-2 165,-4-1 0,-4 0 23,4-15 978,-1-9-917,-11-6-17,-7 13-45,-4 4 538,-4 11-476,-3 11-11,1 1-68,-1 8 264,2 4-303,1 5 0,1 4 29,0 4-23,-1 2 22,2 1-33,-1-3 33,1-3-10,0-3 195,2-3-252,0-1 34,-2 3 11,-1 0 5,-2 6 1,-1 2 5,-4 12 12,2 1-23,1 9 0,5-10-28,1 7 16,5-6-16,2 7-576,9 4-2701,4-8 3305,4-3 0,-9-14 0,-4-6 0</inkml:trace>
  <inkml:trace contextRef="#ctx0" brushRef="#br0" timeOffset="5941">6507 3000 16185,'-4'0'5489,"1"0"-1187,3 0-4184,-32-10-90,23 11 44,-28-2 24,30 22-68,2 2 5,3 3 29,9-7-23,1-7 140,14-3-67,-3-8 6,10-7-6,-4-9-11,-2-8-57,-6 1 80,-5-19-63,-8 10-5,-2-14 6,-7 13 5,-3 8-39,-1 9 39,-9 6-50,3 8-11,-10 9-6,1 10-6,-1 13-5,2 8-6,7 7 11,7 6-22,14 1-39,13-3-407,17-5 121,17-11 37,-20-21 0,2-2-245,3-4 1,1-2-345,3-5 0,-1-3-165,1-3 0,-1-4-221,-1-5 1,-2-3 637,-3-3 0,-2-4 527,-5-2 0,-3-2 257,-6-2 1,-3-3 212,-3-2 1,-3-3 254,-1-3 1,-3-1 139,1-4 1,-2-1-1084,0-2 0,-1 2 691,-1 11 1,-1 0 337,-2-10 1,-2 3 48,-3-3 66,-5-11-425,3 33 148,3 14-546,3 10 2291,0 14-2234,2 16-1,0 22-14,1-15 1,-2 2-351,1 8 1,-2 3 349,-1 7 1,0 1-14,-3 4 0,1 0-15,-1 1 1,0 0-118,1-4 0,2-2-319,3-6 0,3-3-412,2-6 1,4-4-2964,15 20 3084,5-22 1,-12-17 0,-4-13-1</inkml:trace>
  <inkml:trace contextRef="#ctx0" brushRef="#br0" timeOffset="6115">7005 3127 13245,'-4'-5'8070,"0"1"-6607,4 4-741,0 0-335,-13-66-214,35 39-162,-11-13 1,6 2-489,18 22 0,7 8-134,3-3 1,2 2-1432,4 0 0,2 1 2042,5 0 0,-3 2 0,7 0 0,-7 2 0</inkml:trace>
  <inkml:trace contextRef="#ctx0" brushRef="#br0" timeOffset="7475">7836 2859 25954,'-46'-27'197,"-1"0"1,4 4 0,4 11-198,1 33 0,-1 14 17,3 9 0,6 7-562,10-9 567,6 12 151,11-7-165,9-13 1,4 1-26,18 20-508,-3-26 0,4-4 492,20 1-29,-12-14 1,4-5-23,7-3 0,2-4-3,2-1 0,0-2 45,-2 0 0,0-3 8,0-6 1,-5-3 89,2-6-23,7-6 91,-30-10-40,-17 9 274,-1-13-190,-9 10 11,-1 5-17,-4 8-61,-2 8 1058,-2 7-1120,-3 11-28,-5 10 17,-4 15-22,0 8-28,6 5-1,7-1 18,13-6 10,13-7 1,11-9 11,9-9 5,5-9 0,1-13 12,-1-10 11,-4-9-6,-6-5 28,-8-5 0,-10-3 12,-8-1-6,-13 3-40,-8 6-16,-9 8 11,-2 9-34,2 5-16,7 7-12,6 8-55,7 6-286,4 11-577,10 8-303,11 6-509,19 1 387,6-22 0,15-4 1,5-2-1,-8-2 1492,5 1 0,0-3-51,-2 0 1,8-1 0,-1-3 0,-14-5 881,-14-6 0,-8-5 1239,10-18-852,-24-3-454,-16-3-246,-9 0-201,-9 4-108,-10 7-128,-9 12-100,-10 10-46,-5 18 567,-2 14-606,28-6 1,2 3 2,2 3 0,2 2-12,4 1 1,3 1-20,-2 29 1,15-5 16,16-8-12,11-12 35,10-14 22,4-17-17,3-20 22,0-18-363,-22 10 0,-2-3 330,0-7 0,-2-2 5,-1-5 0,-2-3-8,-1-3 0,-2-1 0,0 0 0,-3 0 20,-2 4 0,-1 2 16,-2 8 0,-2 2 79,-2-12-6,-2 20 193,-1 14-299,-1 9-1,-1 11 1,-1 14-22,-2 19-18,0 17 246,5-24 0,1 1-246,1 4 1,2 0-346,4 0 0,2 1-36,3 0 1,3-2-132,4-2 1,3-2-304,2-4 1,4-4 89,-1-6 1,3-5 379,27-1 385,-4-22 174,-6-15 229,-5-14 224,-5-7-14,-17 16 0,-2 0-182,4-10 387,-2-5-247,-16 28-53,-10 2-339,-10 15 466,-19 17-629,11-2 40,-9 15-62,24-10 22,2 3-10,13-4 27,17-4-27,-1-9 16,21-5 34,-11-12-17,5-6 5,-6-8 51,-9-12-84,-9 8 45,-5-14 17,-8 12 22,-4-4 11,-5 7-50,-7 10 39,-13 12-79,7 7 29,-14 15-1,14 9-27,-3 15-34,17-11 0,3 3-28,3 26-297,7 0 241,14-7-621,4-16-2051,9 9 2756,-3-11 0,-9-15 0,-8-11 0</inkml:trace>
  <inkml:trace contextRef="#ctx0" brushRef="#br0" timeOffset="16640">5298 6222 15154,'0'-9'3044,"-1"-25"1,-1-6-2256,-2 11-226,1-16 1,-4-1 477,-15 7-643,-5 7-29,-23 8-257,15 21-28,-10 9 51,4 14-57,-5 11-50,11 1 1,0 4-362,6-2 0,2 3 338,-2 7 1,5 1-9,10-15 0,3 0-2,3 31 27,29-21 23,9-7 22,23-12 67,-3-27-55,-10-4 55,2-19 73,-7-13-128,-6 4 21,-9 4 1,-1 0 17,2-6-73,2-6 11,-4 18 683,-9 16-706,0 5-16,-3 15-6,-2 12 1,-1 16 4,-2-3-16,0 16-84,5 0-599,7 2-325,3-5 1008,9-23 0,0-3 0,-9-5 0,22 7 0</inkml:trace>
  <inkml:trace contextRef="#ctx0" brushRef="#br0" timeOffset="16840">5800 6128 23753,'50'-16'-842,"0"1"0,0 0 1,-6 1-1,-2 0 1,-6 5-1,9 6 1,-20 3-1</inkml:trace>
  <inkml:trace contextRef="#ctx0" brushRef="#br0" timeOffset="17001">6011 6327 23763,'44'-22'-723,"0"0"1,0-1-1,-3 3 1,-2 0-1,-2 3 1,6 1-1,-4 3 1,10-4-1</inkml:trace>
  <inkml:trace contextRef="#ctx0" brushRef="#br0" timeOffset="17650">7565 6125 20873,'-1'-46'1146,"0"0"1,-1-9-1,-2 4-569,-5 5-359,2 15 1,-1 1 123,-8-6-90,-4 14-112,-6 12-39,-7 17-51,-7 14-27,-8 20-179,23-15 0,1 2 161,1 2 1,1 2-6,4 0 0,2 0 0,4-1 0,4 0 11,1 24 17,17-11 56,25-11 34,12-27-79,0-8 40,4-30 16,-20-1 0,4-11 0,-10 0 28,-8 1 23,-6 3 11,-4 5-17,-1 9-34,-1 10 262,-3 8-368,-1 7 5,0 10 12,1 10-17,0 18 6,-6 18 2,-1-18 1,-1 1-580,-3 6 1,-1 1 522,-1 4 1,1 1-511,1-1 1,4 1 557,6-2 0,3-3 0,-2 7 0,12-14 0</inkml:trace>
  <inkml:trace contextRef="#ctx0" brushRef="#br0" timeOffset="18250">8125 5886 19255,'-6'0'4654,"0"0"-4153,-23-4 0,-5-2 211,12 1-480,-13-2 1,5-1 2,26 1-61,11-3-12,8 0-27,7-1-51,2 5-73,-1 4 6,-6 4 39,6 15-28,-6 3 5,9 13-10,-2 2-29,1 3 12,-3 8-1,-6 10-8,-10-25 1,-2 2-4,-2 2 0,-2 0-249,-2-1 0,-1 0-198,-5 27-970,0-9-3617,2-11 5040,4-14 0,1-12 0,1-9 0</inkml:trace>
  <inkml:trace contextRef="#ctx0" brushRef="#br0" timeOffset="18423">7987 6285 20319,'-3'-3'4240,"1"2"-3608,2 1-794,53-63-4615,-7 37 3926,-3-12 1,-1 4 0,-4 23-1,-15 5 1</inkml:trace>
  <inkml:trace contextRef="#ctx0" brushRef="#br0" timeOffset="19467">5030 7990 16740,'-2'-9'6631,"0"2"-6107,-8-28 0,-1-4 114,3 13-518,-4-15 1,1 6-99,8 27-22,2 9 34,1 20 34,1 13-12,-1 28-450,-2-25 0,-1 1 425,-2 7 0,-1-2-26,0-7 1,-1 1 19,-6 16 0,-1 0 0,5-21 1,0 0 24,-4 10 0,0-2 241,-1 0 146,6-19-236,5-13 208,2-14-364,0-1 17,0-21-1,3 3-27,3-14-23,1 13 828,12-11-828,-1 14-22,15-8-11,-7 16 27,27 6-44,-12 15 16,19 8 29,-12 13-17,-14-2 5,0 11 23,-22-11 16,-6 10-10,-24-8-51,-17-2-28,-13-5-168,-6-6-319,0-7-707,3-9 85,15-4-8666,1-19 8165,23 11 0,-1-6 0,13 16 0</inkml:trace>
  <inkml:trace contextRef="#ctx0" brushRef="#br0" timeOffset="19951">5856 8183 25091,'-45'4'582,"-1"0"1,6 1-1,10-3-380,23-3-135,5 1-22,2 0-73,9-1 22,10-2 18,19-5 10,16-5-11,-23 4 0,0 0 9,1 0 0,-1 0-4,23-7-4,-15 4 21,-13 3-16,-13 4 0,-6 2 5,-5 2-39,-1 1 12,0-1 22,1-2-29,1 1 35,-1 0 5,0 0-835,-1 2-672,4 0-1523,3 2-5203,8 1 8205,0 2 0,-5-2 0,-5 0 0</inkml:trace>
  <inkml:trace contextRef="#ctx0" brushRef="#br0" timeOffset="20351">5912 8349 24413,'-34'21'129,"19"-10"-101,50-24 5,14-9 1,8-6-285,-28 13 1,-1-1 311,22-19 40,-12-3 144,-12-4-111,-12 0 90,-10 1 79,-11 6 33,-7 5-34,-6 7-27,0 3 379,4 6-435,4 4-79,5 4-107,3 4-33,3 1 0,0 5 0,2 6 17,4 7-11,7 10-23,11 5 11,11 4-22,6 4-17,-3 2-257,-14 4-639,-29 9-496,-10-22 1,-7 1 951,-15 10 0,-2-4 1,16-15-1,1-1 1,-3-2-1,1 1 1</inkml:trace>
  <inkml:trace contextRef="#ctx0" brushRef="#br0" timeOffset="30123">7351 8191 12785,'1'-6'7478,"0"2"-4666,-1 4-2191,11-49 1,-7 28-129,8-39-163,-13 41-112,-9 0-66,-11-1-23,-17 4 0,-13 5-362,-11 10 283,29 7 1,1 4-18,0 3 1,2 4-34,1 3 0,3 4 5,3 3 1,2 2-6,3 0 0,3 2-6,3-1 1,3 0 10,-1 24 12,15-9 0,14-12 5,15-13 23,12-11-17,7-17 0,0-13 79,-4-17 94,-10-9 57,-10-8 44,-11 0 323,-9 4-317,-6 10-84,-3 11-123,-1 12-62,-1 10-44,1 6-7,-1 12 7,1 13-1,-2 21 6,0-13 0,1 2-225,-1 6 0,0 2 183,0 4 0,2 0-593,0 3 0,2 0-323,4-1 1,2 0-2897,3-2 0,3-4 3854,0-7 0,1-5 0,6 7 0,-8-22 0</inkml:trace>
  <inkml:trace contextRef="#ctx0" brushRef="#br0" timeOffset="30617">7805 8144 25766,'-30'30'137,"-1"1"0,1-1 0,-11 12 1,9 0-94,19 17 22,14-7-32,19-11 5,19-11-22,19-12-1386,-21-14 1,0-3 1371,-5-1 0,0-3 13,17-6 1,-1-3 632,9-11-607,-21 7 0,-3-3 47,-6-12-29,-23 0-60,-24 3 17,-21 1-9,12 16 1,-3 0-7,-3 1 1,-1 1-143,1-1 1,0 1 186,4-1 1,2 0 53,-14-12 2025,17-2-2076,17-4-16,19-6-12,15-4 17,17-3-28,-16 22 1,1 2-12,19-9 11,-14 15 0,0 2-5,5 3-6,14 7 427,-21 14-416,-7 16-11,-7 20-6,-12-18 1,-3 3-245,-6 7 0,-3 3-145,-2 4 0,-3 1-2241,-1 4 0,-1-1 2636,3-5 0,1-4 0,-1 13 0,8-27 0</inkml:trace>
  <inkml:trace contextRef="#ctx0" brushRef="#br0" timeOffset="33998">5046 9890 22363,'-51'-18'341,"1"0"1,0 4 0,6 10-171,17 20 0,2 6-65,-2 2 1,0 1-427,2 2 0,2 1 331,4-1 1,2 0-12,-3 24 218,23-9-297,21-8-173,27-9-104,-16-17 1,2-2-693,9-1 0,1-3-921,6-2 0,1-3 1643,10-2 1,-4 0-1,-24 1 1,-3 0 0,29-5-1</inkml:trace>
  <inkml:trace contextRef="#ctx0" brushRef="#br0" timeOffset="34525">5698 9932 23623,'-4'-19'-168,"15"4"-78,47 11-34,-4 6 67,-12 8 79,-19 10 106,-21 10 67,-20 9 6,-18 6-235,12-20 0,-2 0 246,-1 0 0,0 0 3,1-1 0,2-1 19,-15 19-44,17-12 16,13-9 34,20-11-56,5-5-5,35-20-23,-6-4 8,-11 3 0,0-3-97,-7 1 0,-2-2 117,16-23 28,-12-4 84,-15-4-5,-8 11 1091,-20-16-549,-2 23-122,-14-11-95,5 18-52,2 5-111,7 7 88,6 7-363,6 3-11,7 7-11,10 9-11,11 11 5,13 13 0,-16-12 1,0 1-203,0 4 1,-2 2 201,-3 2 0,-4 1-95,-4 2 1,-5 0-264,-7 1 0,-5-2-1084,-3 1 0,-4-2 1448,-4-3 0,1-2 0,-5 5 0,5-13 0</inkml:trace>
  <inkml:trace contextRef="#ctx0" brushRef="#br0" timeOffset="35115">7454 9913 22593,'-7'-49'724,"0"-1"0,0 5 1,-5 7-440,-17 11-16,-17 10-179,11 10 112,-25 15 5,12 12-693,18-4 1,0 2 532,0 3 1,3 2-23,2 0 0,4 2 361,-8 24-380,18-5 209,22-7-176,16-8-28,19-11 34,12-10-258,3-16 275,-3-9 50,-11-13 22,-12-6 572,-10-3-549,-7-1-51,-5 3-28,-3 7-16,-4 11-62,-2 11 34,-3 12 319,-1 10-341,-4 15-1,-3 10-11,-6 11-23,-2 1-72,3 4-308,5 0-1199,4 1-2493,11-4 3247,9-5 0,-5-22 0,2-8 0</inkml:trace>
  <inkml:trace contextRef="#ctx0" brushRef="#br0" timeOffset="35532">8112 9866 22015,'13'-46'1092,"0"0"1,-2 5-1,-7 6-682,-16 14-181,-14 10 12,-16 9 22,-16 15-532,24-1 0,-1 2 322,-2 5 1,2 3-29,3 2 0,2 2-22,7 0 0,4 2 174,-2 24-177,24-4 0,33-3 28,12-17 5,7-9-13,-23-15 0,0-5 30,18-12-311,9-10 473,-12-15 23,-30 10 1,-3-1-68,2-10 134,-11-15-50,-14 27 474,-3-3-726,-4 10 0,2 9 0,6 8 413,1 19-413,4 19 0,-1 23 0,2-21 0,1 5-535,1-1 0,-1 3 0,2 0 146,1 0 1,1 1 0,0-1-66,0 1 1,-1 1 0,2 0 453,4 10 0,2 2 0,-2-9 0,1 8 0,-1-14 0,1-1 0</inkml:trace>
  <inkml:trace contextRef="#ctx0" brushRef="#br0" timeOffset="36624">4864 11839 23937,'3'-55'823,"1"11"-554,-20 28-140,3 4-40,-7-3-44,1 6-28,-4 5 0,-9 9 16,-9 10 2,-10 15-311,23-11 0,-1 3 290,1 3 0,1 1 0,1 3 0,3 1-8,3 2 0,3 0 5,4 1 0,3-1-11,-2 18 0,10-17 0,5-1 0,13 5-6,16 8 40,14-26 22,7-15 6,3-19-354,-3-18 336,-29 9 1,-1-3 14,-3-4 0,-2-2 8,-1-2 0,-3-3 6,-3-2 0,-2-2-12,-3-2 1,-1-2-184,-2-3 1,-2-1 182,0 3 1,-1 0 13,-1 3 1,0 3 120,-1-21 0,-3 21-73,2 18-72,-1 13 301,3 8-364,1 13 904,2 13-903,2 20 11,-1-13 0,1 3-14,1 7 0,1 1-555,0 6 0,1 2 370,2 1 0,1 1-350,2-1 1,3-1-929,1-4 0,2-3 1477,5-4 0,-1-4 0,4 3 0,-2-13 0</inkml:trace>
  <inkml:trace contextRef="#ctx0" brushRef="#br0" timeOffset="36849">5679 11636 25422,'22'-58'-2151,"14"13"1114,-1 39 1,4 8-1014,-3 2 0,-3 3-5926,17 17 6835,-20 6 0,-16-7 0,-11-10 0</inkml:trace>
  <inkml:trace contextRef="#ctx0" brushRef="#br0" timeOffset="36982">5796 11855 21399,'-48'19'1154,"0"1"0,5-1 0,10-7-1003,23-11-156,14-6-197,14-3-179,7-2-3347,8-2 1,3 1 3727,13-4 0,7-2 0,-32 10 0</inkml:trace>
  <inkml:trace contextRef="#ctx0" brushRef="#br0" timeOffset="37674">7303 11504 20532,'7'-54'1648,"1"0"1,-1 6 0,-2 8-972,-5 14-307,-1 14-264,-1 6-50,-1 11-11,-3 12-51,-5 15 6,-4 19-11,7-20 0,0 3-579,0 2 1,1 2 331,2 2 1,2 0-433,3 1 1,4-1-1105,3-1 1,4-2 1793,6-1 0,2-3 0,3 4 0,2-11 0</inkml:trace>
  <inkml:trace contextRef="#ctx0" brushRef="#br0" timeOffset="38291">7753 11527 20375,'-1'-49'1411,"0"1"0,0 4 1,-6 11-998,-16 22-212,-4 15-45,-5 13-11,0 15-40,-1 11-33,6 8-45,6 5-6,16-22 1,3-2-29,3 11 1,12 0-57,14-22 40,23-8 33,3-3 8,-16-14 1,-1-4-9,2-4 51,4-20 0,-27 4-18,-2-10 7,-7-2 33,-14-13-62,3 17 51,-5-16-17,12 20 34,14-9-74,-1 15 40,27 1-56,-19 19-33,22 1 38,-13 13 18,5 4-12,-3 16 17,-12 2 0,-5 10-22,-11-10 16,-4 9 0,-3-6-22,-1 6-22,2-1 28,2-16 10,11-1 7,9-16 5,18-3-23,-8-6 1,3-2-6,-3 0 0,1-1-579,7-3 1,-3 0 578,9-4 45,-4-3 56,-23 1 173,-7-15-44,-22-2-118,-6-2 184,-19-5-72,6 11-95,-8-5 1118,4 11-1230,-7 11-247,-1 20-647,10 2 1,0 4-5367,-22 15 6243,18-8 0,3-3 0,4-2 0,0 0 0</inkml:trace>
  <inkml:trace contextRef="#ctx0" brushRef="#br0" timeOffset="39292">4586 13583 18190,'-2'-2'5870,"0"0"-4217,2 2-1558,-27-11 39,14 23 18,-21-1-96,24 19 33,2 11 1,10-1-34,10-3 11,13-4 17,13-20-34,-4-7 51,11-10 50,-2-15-16,-4-7 22,-3-14-73,-21 10 156,-10-21-128,-13 13-11,-9-13-17,-12 19-17,-6 14-50,-2 12-11,-1 14 5,3 9-5,3 14-1,5 10 1,5 10-434,6 9 425,11-27 1,1-1-4,1 22-70,9-15 1,6-2-541,19 10-462,-4-14 0,6-3-1401,6-10 0,2-6 1875,0-2 0,-2-3 1,15 1-1,-21-8 1</inkml:trace>
  <inkml:trace contextRef="#ctx0" brushRef="#br0" timeOffset="39508">5553 13447 20985,'-6'0'3014,"0"0"-2723,6 0 179,0 0-436,24-27-219,3 16-706,0-6 1,3 1 890,2 7 0,-1 3 0,6-2 0,-2-1 0</inkml:trace>
  <inkml:trace contextRef="#ctx0" brushRef="#br0" timeOffset="39682">5666 13724 26385,'42'-20'-1012,"1"1"1,-1-1-1,14-6 1,-6 4 0,7-1-1,-25 11 1</inkml:trace>
  <inkml:trace contextRef="#ctx0" brushRef="#br0" timeOffset="40108">7680 13347 19367,'16'-60'1641,"-1"0"0,-2 11 0,-2 6-583,2 0-721,-9 27-236,1 0-40,-5 19 29,0 14-62,-1 15-11,-3 19-57,0-19 1,-1 2-673,0 4 0,1 1-680,-1 3 0,3 0 1392,4 3 0,2-3 0,-1 6 0,8-8 0</inkml:trace>
  <inkml:trace contextRef="#ctx0" brushRef="#br0" timeOffset="40466">8313 13182 25696,'-41'23'58,"1"0"0,4-1 0,9 1-47,22 16-6,12-6 12,12-11-22,11-11 33,10-14 61,3-12-27,-2-13 33,-7-7 73,-10-2 39,-11 1 17,-10 3-33,-12 6-57,-7 6-50,-10 9-34,-2 6-5,-1 10-45,3 6-11,6 8-342,5 19-632,14-5-1441,13 10 2426,21-13 0,-13-14 0,3-4 0</inkml:trace>
  <inkml:trace contextRef="#ctx0" brushRef="#br0" timeOffset="40648">8785 13048 20201,'1'-7'5708,"0"1"-4773,0-56-285,-4 40-454,3-13 0,-2 5-56,-2 23-101,2 16 0,1 16-28,1 24-17,-1-16 1,-1 2-735,0 8 1,-1 1 565,1-8 1,-1 2 173,2 11 0,0 5 0,1-9 0,-2 5 0,3-1 0,-1-1 0</inkml:trace>
  <inkml:trace contextRef="#ctx0" brushRef="#br0" timeOffset="80823">13732 4099 18257,'-13'-60'2087,"1"0"1,-6-5-1,-4 10-1297,-9 17-549,-7 1 79,0 43-80,10 27-92,5 12 1,2 9-1303,0 3 0,2 5 1165,3-6 0,1 3 1,0 0-9,2-2 1,0 1 0,1-3-10,3-9 1,0-1-1,1 1-19,1 8 1,0 2 0,3 1-77,2-1 0,2 0 1,0 1-57,0 0 0,0 0 0,0 0 0,1 5 0,1 1 0,-3-5 23,-3 3 0,-2-8 180,2-15 0,-4-5-135,-24 3 61,-2-44 42,5-14 0,1-7 14,4-5 0,2-3-394,0-3 1,2-3 384,6-7 1,5-2 5,5 6 0,4-3-35,6 2 1,3-4 0,3 3-27,6-12 0,6 3 144,-2 15 1,3 0-1,2 5-363,13-6 1,1 6 21,-8 9 1,2 2-477,9-4 1,3 3-1275,-1 4 0,0 2 843,-8 3 1,0 0-2553,17-5 1,-4 2 2094,-8 5 2806,7-3 175,-34 14 2229,-15 3 2314,-11 5-3714,-1-2 597,-4 1-1700,3-1-679,3-1 482,1-2-700,5-1 162,0-7-325,3 3 34,8-11-73,-2 9-16,10-5 22,-7 10-12,1-1 79,-5 3 123,-3 2 63,0-2-158,-2 0 61,1 0 130,-1-2-208,0 1 135,0 0-29,0 2-184,0 7-6,1 1 12,1 9-18,10 12-5,5 1 0,4 3-17,9 3 12,-2-4-18,5 19 23,-13-7 12,-9-3 4,-23-13-4,-9-14 21,-9-3 1,2-13-23,6-11 0,10-23-22,14-1-6,5-4-78,20-1-95,6 9-132,-6 11 0,3 2-334,22-8 238,-21 16 1,0 2-368,9 3-330,15 2 292,-7 4 545,-16 1 1,-1 0 339,11 2 128,-12 0 410,-23 3 206,-12 0 538,-11 2-957,1-2 537,-19 6-278,15-3-472,-4 3-113,13-4-38,7-1 72,14 1-45,7-4-27,18 1-7,4-7-10,-5-2 5,7-8 6,-12-1 28,2-9 67,-8-8 5,-12 3 1,-12-2 5,-13 11-67,-3 8 140,-22 5-78,7 8-23,-16 6-73,18 4 1,-1 11-29,12 12-55,4 4-74,11 11-190,17-6-358,13-2 213,2-9-763,2-10 1,4-2-1490,23 3 854,-14-8 1,2-4 63,-6-7 1,1-5 887,-1-4 1,-1-4 1055,21-8 977,-24-1 1,-3-3 2103,0-10-712,6-15-789,-25 7-415,-9 2-762,-3 9 672,-9-1-14,-5 16-971,-9 0 214,-9 16-366,-4 10-50,4 4 6,-14 26-45,18-8-750,-6 20 749,18-21-32,8 7 72,12-22-12,6 2-27,3-17 78,16-24 1,-4-4 766,11-13-694,-10 7-68,-10 9 108,-4 4-130,-9 12 0,0 9 51,-4 17 0,-5 22-54,-2-10 1,-1 1-178,0-3 1,-2 1 153,-4 6 0,-1 4 1,0-1-501,0 5 0,1 1 474,1-3 0,0 2 1,3-2-5,2 8 0,5-4 6,5-6 0,4-4-64,20 16 75,21-27-25,-14-24 0,5-7-1100,12-4 1,1-5 821,-5 1 1,2-3 291,-5 2 0,6-4 0,-1 1 0,-9 3 0,-8 3 0,-1 0 0,25-9 0,0 0 0</inkml:trace>
  <inkml:trace contextRef="#ctx0" brushRef="#br0" timeOffset="81067">15558 4268 22895,'-3'0'1300,"1"0"-1284,2 0-828,73-40-3114,-20 29 3419,-14-3 0,6-2 0,-6 5 0,5 9 0,-2 2 0</inkml:trace>
  <inkml:trace contextRef="#ctx0" brushRef="#br0" timeOffset="81217">15661 4501 27107,'47'-22'-1045,"0"0"0,-5 3 1,-4 2-1,16 2 1,-25 7-1</inkml:trace>
  <inkml:trace contextRef="#ctx0" brushRef="#br0" timeOffset="82240">16909 3936 24883,'-15'-35'88,"-1"0"0,-3 5 0,-4 11-21,-19 34-17,-16 8-39,28-10 1,0 0 13,-2 1 0,1 0 9,-6 2 28,5-1 11,27-12-17,1-1-6,4 0 62,1 8-56,0-1 129,2 15 0,-2 5-6,-4 18 6,-8 14-71,0-15 1,-1 2-469,1-4 1,2 1 378,-1-1 0,1 0 0,4-1 0,4-3-13,6 22-4,5-19 0,4 0-42,2-11 1,3-2-124,10 2 1,1-3-449,19 0-1179,-12-16 0,1-3 1784,18-3 0,-9-1 0,-18-6 0</inkml:trace>
  <inkml:trace contextRef="#ctx0" brushRef="#br0" timeOffset="83490">32405 3426 7990,'-3'7'5899,"0"-1"-3821,3-6 3903,0 0-5062,-10 1-353,8-1-112,-8-1-107,11 1 129,-1-1-336,5 4 61,5 0-33,15 2-84,14-2-39,14-1 17,7-2 6,-3 0 21,-11-1 68,-14-1 50,-15 1-28,-9 0-72,-7 1 10,0 0-83,1 2-12,-1 0 51,4 9 0,-3 1 11,1 12 22,-9 4-10,-3 12-46,-7 9 0,0 11-36,9-26 0,2 2-421,2 5 0,3 1 371,7 3 0,3 0-104,4 2 0,2 0-314,1-2 0,-2 0-988,-5-5 0,-10-1 1442,-21-2 0,-7-5 0,2 4 0,-29-11 0</inkml:trace>
  <inkml:trace contextRef="#ctx0" brushRef="#br0" timeOffset="84600">17404 5504 24889,'-11'-37'330,"1"0"1,-16-12-196,-11 69-51,-6 18-65,22-13 1,1 2-6,1 2 0,4 1-153,3 0 0,3 0 122,7 28 45,20-8-6,6-27 1,6-5 50,27 6-54,-26-14 1,0-5 114,27-12 51,-19-12 50,3-15 86,-13-9 38,-13-16-253,-12 18 56,-14-13-55,-11 26-46,-10-6-33,-3 8-22,1 6 97,6 8-495,8 6-739,8 12-3793,5 10 4924,3 8 0,2-7 0,1-6 0</inkml:trace>
  <inkml:trace contextRef="#ctx0" brushRef="#br0" timeOffset="87332">18557 5655 21231,'3'-51'1400,"1"0"1,0 5 0,-2 7-724,-2 11-229,0 11-207,-1 8-174,1 5-61,-1 22-28,1 5-23,-1 25-241,-1 9-201,2-25 0,-1 2-2025,1 4 1,2 0 2511,0-5 0,1-2 0,1 10 0,2-20 0</inkml:trace>
  <inkml:trace contextRef="#ctx0" brushRef="#br0" timeOffset="87941">19755 5513 15143,'-2'-2'5372,"0"0"-1849,2 2-3103,4-62-185,5 37-168,-2-12 0,2 3 17,13 20-33,3 5-40,-7 9-5,2 10 5,-12 12 6,-3 14 5,-13-5 0,-4 2-5,-7 15 0,-3-9 0,-4 0-283,6-15 1,-2-1 293,-2 6 0,-1-1 33,-18 16 1,11-11-34,16-14 11,6-7 96,18-9-157,19-6-186,15-4-484,-2-2 1,4-1-777,-2-1 1,-1-1-1367,3 1 1,0-1 2833,-2 0 0,-6 1 0,-5 1 0,-1 1 0</inkml:trace>
  <inkml:trace contextRef="#ctx0" brushRef="#br0" timeOffset="88524">21162 5384 24542,'12'-45'190,"0"-1"0,0 4 1,-1 10-163,0 22-17,7 2-16,13 7-29,6 7-5,10 8 16,-7 12-10,-13-1-34,-2 21 50,-19-11 6,-8 15 16,-17-12 18,-14-3 21,-5-4-21,8-10 89,-3-2 134,15-11-83,2-1 397,6-7-437,7-6-83,4 0 4,7-7-4,11 2-35,4 1-5,7 3-22,-2 9 11,-5 2-40,11 17 1,-13 1-23,3 13-39,-18-5-67,-15-2 16,-4-7-1030,-28 4-2778,4-12 3971,-11 3 0,22-10 0,12-5 0</inkml:trace>
  <inkml:trace contextRef="#ctx0" brushRef="#br0" timeOffset="89257">22896 5237 24995,'-24'-21'168,"1"-1"0,-21-10-66,17 37-52,4 0 118,-14 2-50,10-2-23,-8 3-50,11 0 0,5 4-6,1 3-6,2 7 1,1 4-12,3 3 23,5-2 22,4-3 6,3-4-6,3-5 12,0-3 22,3-5-12,-2-2-10,-1-3 27,0-1 6,1-1-6,3 1-16,2-3-28,7-3-40,7-2-16,8-3-1,7 2 12,2 3-23,0 4 6,-4 8 6,-4 5-17,-6 9 5,-8 5-5,-8 6-17,-13 3 11,-4-6 6,-7-3-123,-29 9-113,6-14 1,-17 9-2667,-8-22 2913,17-14 0,3 4 0,19-6 0</inkml:trace>
  <inkml:trace contextRef="#ctx0" brushRef="#br0" timeOffset="90931">22611 5318 18224,'10'-47'1605,"-1"-1"1,0 2 0,1 8-1063,-1 13-179,0 5-263,-4 13-17,-2 4 95,-2 7 230,-1 21-297,-1-3 45,-5 12 0,-3 4-17,-8 19-331,6-22 0,0 0 219,0-1 0,2-1-55,0 25 89,5-2 5,11-5 79,9-23-29,0-13 158,10-8-18,1-14 35,24-18-130,-3-10-797,-17 10 0,-2-1 691,9-11 152,3-6-40,-13 11-78,-5 6-51,-6 8-39,-13 15 6,-3 5 1856,1 8-1862,0 15 0,0 5-22,0 14-29,-1-1-100,0 5-11,-1-8-1261,0 22-1708,2-17 2861,2-12 0,0-2 1,1-2-1,2-7 1</inkml:trace>
  <inkml:trace contextRef="#ctx0" brushRef="#br0" timeOffset="91682">24748 5370 24956,'-24'-42'163,"-2"12"-96,0 41-34,-9 1-16,-8 0 56,-11-3 34,-4-3 61,5-3 34,13-5-130,16 1 147,11-2-146,8 2-62,2 0 17,1 3-23,-1 4 29,-1 6 33,-2 8-11,-1 4 6,-2 6-12,-1 4-5,-1 0-23,2 1-5,1-3 11,5-4-17,0-7 29,3-6 100,0-9 117,2-4-111,0-4 39,14-12-135,4-2-11,12-8-33,1 5 11,-1 5-12,2 5-5,-1 5 11,0 8-22,1 6 34,-2 12-23,-1 8-23,-6 7-27,-9 1-40,-9-2-39,-20-3-251,-14-5-976,-21-4-912,4-8 1420,-8-5 0,39-8 0,4-1 0</inkml:trace>
  <inkml:trace contextRef="#ctx0" brushRef="#br0" timeOffset="92674">31712 5306 24351,'8'2'544,"-4"2"-444,-8-3 175,-6 4-56,2-3-6,-2 0-34,5-7-50,2-9-29,6-12 7,4-10-40,5-5-22,5 4-23,1 9-44,0 13 11,3 9-1,3 13 7,9 11-6,5 19 5,-19-13 0,0 3 9,-3 3 0,-2 0-125,-3 2 0,-6 0 94,-13 31 22,-6-32 1,-7-1-12,-9-1 0,-4-1-325,-6-1 0,-3-3 356,1-3 0,0-4 11,5-4 1,3-3 41,-14-3-5,23-15 5,16-9-62,15-3 198,7-1-215,10 4 637,10 5-714,9 4-158,12 5-78,-22 2 1,2 1-1374,14 1 1,0 1-1082,-14-1 0,1 0 2779,12 2 0,-5-1 0,-15-1 0,-1 0 0</inkml:trace>
  <inkml:trace contextRef="#ctx0" brushRef="#br0" timeOffset="93241">32567 5165 24284,'-52'-9'745,"0"2"-594,13 8 6,-4 0-11,2-2-6,7 0-56,10-1-22,11 2-29,8 0-5,4 0 56,3 4-5,3 3 5,4 8 56,2 10-45,-4 2-56,-2 0 40,-5 2-23,-5-6-6,-4 6-16,-7 4-29,2-9 6,0-1 12,7-13 72,3-6 381,3-3-403,6-11-28,1 0-34,2-5 17,2 1-34,-1 4-16,2 1-1,5 3 1,4 4 16,0 2 1,16 4 5,-1 2-17,20 9 0,-9 2-28,-2 3 12,-21-5-90,-10 1-68,-14-5-453,-24 8-409,-9-4-1596,-21 1 2649,1-9 0,23-3 0,6-4 0</inkml:trace>
  <inkml:trace contextRef="#ctx0" brushRef="#br0" timeOffset="93415">32581 5103 17563,'4'-2'4901,"0"0"-4655,28-14 1,9-2-129,-13 8-124,18-9 0,1 2-6653,-17 14 6659,-4 1 0,-10 2 0,-11 0 0</inkml:trace>
  <inkml:trace contextRef="#ctx0" brushRef="#br0" timeOffset="93932">25617 5904 14897,'-7'0'4358,"2"0"-3457,5 0-1584,0 0-2510,63-16 3193,-18 11 0,-9-4 0,-1 1 0,-6 7 0</inkml:trace>
  <inkml:trace contextRef="#ctx0" brushRef="#br0" timeOffset="94115">26564 5886 17339,'-4'0'5030,"1"0"-5703,3 0-2788,103-37 2549,-61 29 0,0 1 0,18-14 1,-2 3-1,0 12 0</inkml:trace>
  <inkml:trace contextRef="#ctx0" brushRef="#br0" timeOffset="94275">27504 5800 20795,'46'-7'-1328,"-1"0"1,1 0-1,15-2 1,-7 1-1,-5 5 1,-20 2-1</inkml:trace>
  <inkml:trace contextRef="#ctx0" brushRef="#br0" timeOffset="94448">28626 5743 20235,'43'-6'-1967,"0"-1"1,0 1 0,2 0 0,1 1 0,-4 2 1700,3 1 1,-4 2 0,18 0 0,-24 0 0</inkml:trace>
  <inkml:trace contextRef="#ctx0" brushRef="#br0" timeOffset="94582">29642 5720 18644,'45'-4'-660,"1"0"1,-1 0 0,1-1 0,-7 2 0,6 1 0</inkml:trace>
  <inkml:trace contextRef="#ctx0" brushRef="#br0" timeOffset="94808">30444 5699 17199,'7'2'5456,"-2"0"-4443,-5-2-475,61 1-236,-24-3-429,7 1 1,2 0 249,5-3-11,4-1 117,-2 2-78,-4-2-17,-7 0-4,-8 0-18,-11-2-90,-8 1 38,-8 1-2087,-6 0 2027,-8 1 1,2 2 0,-1 0 0</inkml:trace>
  <inkml:trace contextRef="#ctx0" brushRef="#br0" timeOffset="117691">13830 9211 14656,'-4'3'5377,"1"-1"-2627,3-2-1826,-17 63-207,14-42-384,-6 15 1,4-4 389,9-25-12,1-3-241,1-9-235,4-8-72,5-16-90,8-16-57,-8 15 1,1-3-617,3-7 1,1-2 618,4-9 1,-1-3-462,-6 13 0,-1-2 0,1 0 458,-1-3 1,0-1 0,-1-1-8,-2 2 1,-1-1-1,-1 1 5,1-16 0,-3 2 17,-4 10 0,-5 4-71,-3 9 0,-3 3 68,-11-14 11,-2 21-22,0 17 1053,1 23-1081,-5 25 5,8-6 1,1 5 123,-4 11 0,2 4-128,5-12 1,0 3 0,1 0-387,0 3 0,1 1 1,2 1 391,0 1 0,2 0 1,0 0-39,1-2 1,2-1 0,1-1-478,4 17 1,4-3 154,5-9 0,6-5-563,7-7 0,5-6-3125,8-8 0,3-5 4052,-2-7 0,-1-4 0,14 0 0,-22-8 0</inkml:trace>
  <inkml:trace contextRef="#ctx0" brushRef="#br0" timeOffset="118008">15049 8894 26497,'42'-14'85,"-1"1"1,-1 0 0,-1 1-41,18 0-22,-4-1-1,-9 4-5,-14 2-17,-14 3-202,-9 3-1098,-6 0 1300,-1-1 0,0 1 0,0-1 0</inkml:trace>
  <inkml:trace contextRef="#ctx0" brushRef="#br0" timeOffset="118641">16715 8835 16628,'2'-5'2797,"2"-27"1,0-9-1616,-1-4-667,1-5 0,-1 0 297,-6 0-262,-7 12-203,-9 15-84,-12 11-61,-11 18-45,-13 14-405,23-2 0,0 3 268,-1 4 0,0 3-4,2 2 1,1 3-12,6-1 1,2 2-3,6-3 0,4 1 14,6 21-12,22-11 7,17-11 21,18-13-16,-8-9 39,-9-10 0,0-4 118,7-11-51,-13 3 0,-1-4 118,7-21-59,-16 10 0,-3 0-59,5-11 84,2-15-50,-12 29 446,0 2-603,-4 12 0,-5 13 0,-1 14 0,-1 14 0,-3 17-337,-4 14-652,3-24 0,0 2 989,0 10 0,1-2 0,-1 7 0,2-1 0</inkml:trace>
  <inkml:trace contextRef="#ctx0" brushRef="#br0" timeOffset="119441">13475 8170 24945,'-1'7'-2576,"1"19"2576,-10 28 0,5-14 0,5-25 0</inkml:trace>
  <inkml:trace contextRef="#ctx0" brushRef="#br0" timeOffset="119708">14369 8078 26670,'9'-26'-1843,"-8"39"-4206,-10 24 6049,-2 25 0,8-45 0,2 0 0</inkml:trace>
  <inkml:trace contextRef="#ctx0" brushRef="#br0" timeOffset="120198">15970 8347 25197,'37'-7'-3551,"-2"14"3551,-13 39 0,-9-19 0,-2-1 0</inkml:trace>
  <inkml:trace contextRef="#ctx0" brushRef="#br0" timeOffset="120375">16859 8237 24855,'33'50'0,"-6"-10"0</inkml:trace>
  <inkml:trace contextRef="#ctx0" brushRef="#br0" timeOffset="125133">4771 14859 17882,'0'-5'5025,"0"1"-4096,-8-56-296,1 40-468,0-14 0,-2 5-97,-1 23 72,-15 22-56,1 9-51,6-1 1,-1 3-495,0 5 1,1 3 460,-1 8 0,1 2-17,0 8 0,1 2-54,6-15 0,2 1 0,0 1-553,2 3 0,1-1 1,1 1-48,1 1 1,1 0 0,1 0-927,0-2 1,1 0 0,1-1-1267,0 15 1,0-3 868,-1-9 1,-1-5 10,-6 14 1983,-8-25 0,-7-19 0,-6-20 830,-1-13 1931,-2-13 2496,4-5-1633,3 3-1356,8 4-851,7 4-448,10-2-314,14-8-325,14-10-294,-6 20 1,4-1-654,4-3 1,4 0-1048,6-2 1,1 1 1041,-3 4 1,-1 3 0,13-8 0,-22 17 0</inkml:trace>
  <inkml:trace contextRef="#ctx0" brushRef="#br0" timeOffset="125350">5349 14939 21243,'45'-32'-490,"1"1"1,0-1 0,0-7 0,-5 8 0,2 21 0</inkml:trace>
  <inkml:trace contextRef="#ctx0" brushRef="#br0" timeOffset="125500">5418 15134 24630,'46'-24'-656,"1"-1"1,-1 1-1,6-5 1,-10 6 0,-10 10-1</inkml:trace>
  <inkml:trace contextRef="#ctx0" brushRef="#br0" timeOffset="128740">7525 14677 19832,'0'-7'5135,"0"1"-4821,0 6 39,0 0-291,0-48-28,-2 50-40,-1-26-117,-3 66-326,1 10-27,1-9-1669,5 12 2145,8-9 0,-4-13 0,4-7 0</inkml:trace>
  <inkml:trace contextRef="#ctx0" brushRef="#br0" timeOffset="129083">7842 14731 18484,'23'-50'1376,"0"0"0,-3 5 0,-4 9 195,-6 16-1341,-11 13 242,-8 18-399,-7 10 123,1 2-179,0 13 547,7 8-642,5-2 22,9 1 17,11-20 16,9-11 40,6-9 11,3-13 0,-7-1 90,5-27 55,-16 6 57,1-17-101,-12 17 257,-14-6-190,-6 19-73,-11-4-39,0 15-61,6 4 5,2 4-118,6 4-268,4 0-1043,8 2 1401,18-2 0,-9-1 0,7-3 0</inkml:trace>
  <inkml:trace contextRef="#ctx0" brushRef="#br0" timeOffset="129417">8436 14424 25766,'18'-57'192,"-1"-1"0,0 7 0,5 9-91,24 18 7,-2 12-69,-7 13 7,-5 13-30,-6 12-4,-9 12-40,-8 10-11,-16 9 11,-1-27 1,-3 2-41,-11 7 1,-2-1 45,-10 15-1686,12-25 1,1-1 1607,-2 6 38,26-21-140,17-5-160,9-15 1,6-6-1059,9-3 1,5 0 1135,-7 3 1,2 0-1,-4 2 1,-2 0-1,-3 1 1,0 1-1,0 1 1</inkml:trace>
  <inkml:trace contextRef="#ctx0" brushRef="#br0" timeOffset="130900">4627 16575 16409,'0'-5'6050,"0"1"-5566,-5-27 0,-5-6 239,-3 2-253,-2-10 1,-3 2-191,-8 20-218,2 8 5,-3 26-33,1 18-46,8-5 1,-1 4 16,-1 5 1,0 3-9,-3 10 1,3 0-411,6-9 1,2-1 401,-1-2 0,6-3 16,13 6 233,9-23-120,12-7 100,7-19 191,10-23-247,-14 6 118,12-16-72,-20 19-74,2 0-50,-7 11 592,-4 14-659,-5 7 6,3 20-7,-4 8-21,0 20-21,-7-9 1,-1 4-1426,-3-1 0,-1 1 1381,0 1 0,-2 1-81,-3 7 0,-4-1-287,-1-9 0,-1-1 449,-4 8 0,-3-2 67,3-11 1,-3-7 128,-21-2-173,16-46-34,9-19-23,14-4 1,6-5-279,4 0 1,6-4-186,5-3 1,4-5 0,2 2-1097,2 4 0,2 1 0,1 1 1582,4-5 0,1 1 0,-1 6 0,-3 6 0,-2 7 0,5-4 0</inkml:trace>
  <inkml:trace contextRef="#ctx0" brushRef="#br0" timeOffset="131100">5204 16401 22629,'42'-30'-2458,"0"1"0,0-1 1,8-8-1,-6 11 0,-1 25 0,-29 6 1,-11-2-1</inkml:trace>
  <inkml:trace contextRef="#ctx0" brushRef="#br0" timeOffset="131223">5334 16524 22391,'41'-24'0,"-9"5"0</inkml:trace>
  <inkml:trace contextRef="#ctx0" brushRef="#br0" timeOffset="131617">7149 16115 17182,'3'-10'2952,"8"-28"0,3-7-1972,-2 6-883,3-8 0,0 2 160,-6 18 258,-3 11-447,-4 14 85,0 12-92,-3 16-66,-4 20-175,-2-7 0,1 1-234,-5 19-706,2-12 1,1 0-1878,4-14 0,1-2 2360,-1 4 1,1-1 0,0 8-1,3-21 1</inkml:trace>
  <inkml:trace contextRef="#ctx0" brushRef="#br0" timeOffset="131973">7573 16114 25394,'-18'-36'84,"3"14"-107,0 52 1,8-6-1,12 6-5,7-14-11,12 2 33,7-12 17,7-11 46,3-7-7,1-12-11,-11 4 258,3-21 0,-19 12-23,0-17-50,-16 11-56,-7 3-33,-6 7-57,-6 7-55,-1 6-102,3 7-229,4 4-476,8 9-1731,5 6 2515,10 11 0,-5-10 0,5 0 0</inkml:trace>
  <inkml:trace contextRef="#ctx0" brushRef="#br0" timeOffset="132467">8239 15857 24615,'4'-47'203,"0"1"0,0 3 1,6 8-131,18 15-40,5 3-21,2 6-40,1 5 33,1 10 6,0 10-44,-4 14-12,-10 10-45,-10 9 34,-18 3 56,-12 1 6,-13-3 50,-6-7 22,0-9 51,3-10 135,6-11 27,8-8-67,9-10-84,5-5-33,10-5-23,2-1-56,4 5-17,7 1-28,-1 8 11,8 1 23,2 9-39,1 9-51,0 7-78,-9 5-168,-10 5-315,-22 4-771,-20 4-1923,6-19 1,-3 0 2648,1-3 1,1-1 0,-12 5 0,17-11-1</inkml:trace>
  <inkml:trace contextRef="#ctx0" brushRef="#br0" timeOffset="133507">4356 17974 15827,'-4'-5'4811,"2"1"-454,2 4-4228,-5-5-34,4 6 51,-3-3-33,4 7-46,0-2 1165,0-1-1137,0-15 28,1-2-11,1-15-11,1-14-17,1 4-39,-1-1 50,1 6-61,0 15 27,1 1-5,-2 9-123,-1 7 56,-2 6 39,3 12-6,1 2 12,0 46-46,-5-24 1,-2 3-6,0 9 1,-1 2 2,-1-6 0,-1-1-26,-1 0 1,0-1-169,2-12 0,1-1 205,0 5 1,-1-2-32,0 21 56,2-26 12,2-12 78,1-19-56,2-13-17,4-12 6,11-24-56,3-1 44,-7 20 1,1 3 5,7-9-39,4 0 377,-1 13-343,18-3-29,-1 12 23,10 11-11,-17 12-45,1 21-28,-13 11-48,-11-5 1,-3 3-275,-3-4 0,-1 0-235,-2 0 0,-2-1 613,1 22 0,-1-36 0,2 3 0</inkml:trace>
  <inkml:trace contextRef="#ctx0" brushRef="#br0" timeOffset="134673">10823 10494 14544,'0'-10'1893,"0"2"-806,0 8 1008,0 0-1210,18-20-247,-15 50-106,13 4-339,-16 13 0,-5 9-447,4-14 1,-1 1 0,0 2 352,0 7 0,-1 2 0,1 1-623,0-7 0,-1 0 0,1 2 0,0 0 543,-1 6 1,0 1 0,1 1-1,-1 0-401,0-7 1,1 1-1,-1 0 1,0 1 0,1 0 395,-1 3 1,0 1-1,0 0 1,0 1-1,1 0-326,-2 3 1,1 2 0,0-1-1,0 0 1,0-2 320,0 2 1,0-2 0,1 1 0,-1 4 15,0-12 1,1 3 0,-1 2-1,1 1 1,-1 0 0,1-2 0,0-2-155,-1 5 1,1-2-1,-1-2 1,1 2-1,-1 4 157,1-3 0,0 3 0,-1 2 0,1 2 0,0-1 0,-1-1 0,1-2-46,0 3 1,-1-2 0,1 0 0,0-1 0,0 1 0,0 0 37,0-8 1,0 1 0,0 0 0,1-1 0,-1 1 0,0 0 0,1 0-27,-1 1 1,1-1-1,-1 1 1,1 0-1,0 0 1,0-1 0,-1 1 24,1 0 0,0 0 0,0 0 0,0 0 1,-1 0-1,1 0 0,1 0 1,-1-1 0,0 1 0,0-1 0,1 1 0,-1-1 0,0 1 0,1-1-11,-1 0 1,0 0 0,1-1-1,-1 1 1,0 0 0,0-1-1,1 1-11,-1-2 0,0 1 1,1 0-1,-1-1 1,0 1-1,1-1 1,-1 1-15,0 7 0,0 0 0,1 0 0,-1 0 1,0-1-1,0 0-21,0-1 1,1 0-1,-1 0 1,0-1 0,1 0-1,-1 0-72,1-3 1,-1 0 0,1-1 0,0 0 0,-1-1 0,1 0-492,0 7 0,0-1 0,0-1 0,0 0 0,0-1 600,1-3 0,0 0 0,1-1 0,-1-3 0,0-4 0,0 3 0,-1-5 0,1-3 0,2 8 0,0 0 0</inkml:trace>
  <inkml:trace contextRef="#ctx0" brushRef="#br0" timeOffset="135249">11825 11617 17680,'0'-10'3302,"2"-27"0,1-4-2635,0 17-485,0-16 0,1 7 25,0 30 29,0 16-68,-3 14-96,1 17-55,-4 12-90,0-24 1,1 2-375,-1 0 1,0 0-416,0 0 0,2 0-6806,7 26 7668,2-14 0,0-21 0,-2-14 0</inkml:trace>
  <inkml:trace contextRef="#ctx0" brushRef="#br0" timeOffset="135584">12100 11233 24631,'-35'45'180,"14"-4"-152,44-16 11,3-6 67,3-8 90,-5-7 79,-5-11 89,-8-6-39,-5-12-79,-8-5-55,-6-5-57,-4 1-33,-4 5-45,2 9-56,3 8-140,2 8-459,2 13-2935,0 11 3534,2 9 0,1-8 0,3-7 0</inkml:trace>
  <inkml:trace contextRef="#ctx0" brushRef="#br0" timeOffset="136033">12035 13127 23707,'0'-56'797,"0"0"1,0 7-1,0 10-601,1 24-151,2 13 50,5 27-72,-1-1 16,7 36-39,-5-5-460,-3-17 1,-1 3 450,-1 1 1,-1 3-79,-3 8 0,-2 1 3,-4-9 0,-2-2 17,0-1 0,-3-4-397,-8-7 1,-4-5-921,-21 9-2520,15-18 0,-1-3 3904,-20 3 0,20-12 0,15-5 0</inkml:trace>
  <inkml:trace contextRef="#ctx0" brushRef="#br0" timeOffset="136456">12111 12630 24060,'3'12'-517,"-5"-13"0,9 21 0</inkml:trace>
  <inkml:trace contextRef="#ctx0" brushRef="#br0" timeOffset="136823">11961 14512 24228,'8'-47'607,"1"1"0,-3 2 0,1 16-473,0 29 12,-4 17-107,-1 5-14,-6 8 0,-1 3-81,-7 23-465,3-12 1,0-1 89,-4 17-1807,9-16 0,3-2 2238,5 5 0,0 5 0,1-34 0</inkml:trace>
  <inkml:trace contextRef="#ctx0" brushRef="#br0" timeOffset="137115">12322 14561 24995,'-1'-39'297,"-1"1"1,-11-18-276,-25 71 0,-14 16-22,3 2 0,10 0 0,-1 4-420,15-11 0,1 1 428,-9 11 1,3-1 25,2 11 178,19-12-195,12-15 44,23 0-55,5-8-34,19 3-56,2-5-225,4-2-895,1-1-2185,-7 2 3389,-4 3 0,-23-6 0,-6 2 0</inkml:trace>
  <inkml:trace contextRef="#ctx0" brushRef="#br0" timeOffset="137700">11862 16396 25886,'-4'-26'756,"5"-4"-599,15-7-84,4-11-28,-8 18 0,-2-2-715,1-4 1,0-3 686,-1-4 0,0-2 14,-2-2 0,-1-1-3,-1 1 0,-1 1 11,-2 5 0,-1 2 518,-2-21-434,-6 24 206,-2 17-301,-1 13-16,1 11-1,-4 13 0,-3 19 17,-5 20-33,9-20 1,0 3-5,1 6 1,1 2 0,2 5 0,3 0-48,3 1-1,3 0-215,6-1 1,4-2-751,5-3 0,6-2 1022,9-1 0,0-5 0,6 4 0,1-9 0</inkml:trace>
  <inkml:trace contextRef="#ctx0" brushRef="#br0" timeOffset="138540">11833 17719 23132,'-14'-53'745,"0"0"0,1 6 0,3 8-443,5 18-62,3 11-206,0 8 40,6 12-1,3 12-17,1 17 0,-2 16-23,-7-21 1,-2 1-259,-2 3 1,-2 0 212,-2 1 1,-2-2-3,0-4 0,-1-1 76,-8 15 45,6-19 66,7-17-49,4-18-7,5-15 29,5-16-40,5-12-89,5-7-6,0-1 79,0 3 27,-1 11-55,-2 9 486,2 10-503,3 6-1,6 4-44,7 5-11,4 4 17,1 11-45,-2 10 11,-8 15 44,-7 11 12,-11 10-11,-12 3-985,-8-3 973,-4-14 6,-6-4 17,11-22-11,-3-3-6,9-20 23,4-12-28,7-10 962,7-7-949,2 13 1,1 0 14,7-9 0,18-8-29,-14 29 40,6 3-45,-2 14-22,-1 12 22,0 12 16,-3 8 29,-1 6-73,-3 9-783,-1 6-108,-12-23 1,0 1 918,1 4 0,-2-2 0,3 6 0,-5-6 0</inkml:trace>
  <inkml:trace contextRef="#ctx0" brushRef="#br0" timeOffset="140033">17922 10785 22604,'-20'31'409,"0"0"0,1 8 0,4 5-327,9-1 0,5 3 0,-1 2-1309,-2 6 1,0 1-1,-1 2 1269,0-10 0,1 1 0,-1 1 0,-1 1-478,1 4 0,-1 1 0,0 1 1,1 0 457,-1 4 0,0 0 1,0 1-1,0 1-10,2-9 0,-1 0 1,1 1-1,1 0 1,-1 0-2,0 3 0,1 1 0,0-1 1,0 1-1,0 1 3,1 2 1,-1 0-1,1 1 1,1 1 0,-1-1-2,0-8 0,0 0 0,1 0 0,-1 1 0,1-1 0,-1 1 3,0 2 1,1 0 0,-1 1 0,0-1 0,1 1 0,-2 0-133,1 2 0,0 1 1,-1-1-1,0 1 1,0 0-1,0 0 136,0-7 0,0 0 0,0 0 0,0 1 0,-1-1 0,1 1 0,-1 0-182,0 1 1,0 0 0,-1 1 0,1-1 0,-1 1 0,0 0 0,0 0 169,1 0 0,-1 1 0,0-1 0,0 1 1,-1 0-1,1 0 0,0-1-58,0 1 0,-1 0 0,0 0 0,1 0 0,-1 0 1,0 0-1,1-1 42,-1 1 1,0-1 0,1 1 0,-1-1 0,0 0 0,0 0-1,0 0-15,0-1 0,0 0 0,0 0 0,-1-1 0,1 1 0,0-1 0,-1 0-45,0 7 1,-1 1 0,0-1 0,1 0 0,-1-1 0,0 0-451,0-3 1,0 1 0,0-1 0,0-1 0,0-1 0,0-2 517,1 3 0,-1-1 0,0-2 0,1-2 0,0-4 0,-1 10 0,0-6 0,1-5 0,2-8 0,0 0 0</inkml:trace>
  <inkml:trace contextRef="#ctx0" brushRef="#br0" timeOffset="140790">20260 11058 19800,'2'-63'1599,"0"-1"1,-1 9 0,1 4-714,-2-4-624,0 25-78,2 9-57,3 20 30,3 14 58,3 16-87,0 19-55,-2 14-59,-7-27 0,0 2-106,0 0 0,-2 1 103,-1-1 1,-2-2-18,-2 26 40,-1-16 123,2-20 44,2-16-66,5-19-68,6-15-11,11-16 5,10-14-27,-11 25 0,1-1 2,0 0 0,2 0-11,-2 4 1,2 1 47,17-15 239,-3 15-317,-4 13 33,-2 11-62,2 15-291,0 15-610,0 16-349,-16-15 1,-2 2-1140,-1 8 1,-1 1 2422,-3-3 0,-2-1 0,2 14 0,-6-21 0</inkml:trace>
  <inkml:trace contextRef="#ctx0" brushRef="#br0" timeOffset="141340">20607 12552 21607,'1'-42'1120,"1"0"0,0 5 0,-2 10-946,-4 22 22,-5 21-89,-4 7 95,-14 30-132,13-26 0,0 3-437,-7 17 0,0 3 378,5-7 0,2-1-11,0 7 0,4-2-202,7-11 0,4-4 207,6 15-5,18-4 28,18-23 6,3-8 67,12-21-40,-23-7 512,3-25-355,-12-2-114,-12 14 0,-2-4 30,-2-12 0,-4-2-81,-4 5 1,-2-1-764,-3-8 1,-3 2 725,0 17 1,-1 1 19,-3-1 1,-2 2-9,-8-4-22,-5 2-163,-6 22-229,4 20-650,-6 20 16,10 4-3896,6 1 1,1 2 2938,1-2 1,-3 14-1,15-40 1</inkml:trace>
  <inkml:trace contextRef="#ctx0" brushRef="#br0" timeOffset="141956">20356 14069 19092,'1'-4'5131,"0"0"-3725,-1 4-1249,13-4-17,-10 29-23,10 11-92,-13-2 1,-4 4-7,1 4 1,-1 1-6,-3 5 0,0-2-115,1-9 1,0 1 91,-4 15 1,-1-1 30,-2 10-11,4-21 1,0-4 72,-1 1 78,4-19-11,2-19-106,2-16-17,1-17 0,3-16-23,0 18 1,1-2-187,1-6 0,0-1 183,2-6 1,0-2-400,0-4 0,0-1 413,1-2 1,1 1-3,1 3 0,1 1-182,1 7 1,2 2 175,1 7 1,2 3-218,20-14 221,5 18 305,2 15-317,0 13 996,-2 12-996,-7 13 17,-8 11-39,-11 8-34,-18 7-45,-19 3-107,2-26 1,-3-1-182,-5 2 0,-2-1-410,-4 1 1,0-1-3527,-3-1 1,1 0 4324,5-5 0,2-1 0,-8 4 0,18-12 0</inkml:trace>
  <inkml:trace contextRef="#ctx0" brushRef="#br0" timeOffset="142550">20162 16073 21321,'13'-42'802,"0"-1"0,0 1 1,5-16-1,-7 8-252,-18 8 107,-6 10-433,-9 10-2,-5 13-143,-8 18-46,-7 18-19,19-4 0,0 4-549,-2 8 0,2 1 535,4-5 0,1 2-8,-5 23 0,5 1-18,9-17 1,4 0-308,0 17 1,8 0 310,10-15 0,6-3-4,8-4 1,5-4 14,6-4 0,0-4 5,-6-6 1,1-4-131,12-4 0,-1-7 142,3-13-86,10-17 142,-37-21-20,-14 18 0,-4-2 139,-3-6 1,-3-1-154,-1-6 0,-2-2-11,-2-3 0,0 0 14,0 1 0,1 2 11,0 5 0,1 3 815,-3-15-756,2 26 221,0 20-316,-5 20 69,-7 14-136,-8 18-135,-1 14-73,16-24 0,1 1-499,3 3 0,1 1-338,2 2 0,2 0-2588,1 2 0,1-1 3694,1-4 0,1-3 0,-1 11 0,1-20 0</inkml:trace>
  <inkml:trace contextRef="#ctx0" brushRef="#br0" timeOffset="142740">20006 16487 21758,'24'-58'1292,"-1"-1"0,-3 7 0,2 14-1062,2 30-56,3 21-62,5 19-93,-14-7 1,-1 3-43,2 5 1,0 3-821,1 4 0,2 2 473,3 1 0,4-1-856,6 3 0,2-3-488,-4-8 0,0-2 1714,7 0 0,-3-4 0,-7-6 0,-1-3 0</inkml:trace>
  <inkml:trace contextRef="#ctx0" brushRef="#br0" timeOffset="144217">19847 17928 7335,'0'-5'6800,"1"1"929,-1 4-6703,11-45-214,-8 34-280,8-34-331,-11 45 348,0-1-549,0 10 11,0 4 45,0 13 56,0 5-61,0-2 55,0 12 29,-5 7-107,2 3-33,-2 7-7,3-16 1,1-6 6,3-11 10,-2-6 158,2-11-18,-1-2-16,0-7-23,1-12-72,0 0-12,3-19 34,2-3-3,-1 2 1,2-3-18,-1 1 1,0-1-1042,4-12 1,-1 1 1009,-2 12 1,0 1 5,3-9 0,3 0-196,2 6 1,2 1 184,0 4 0,3 1 8,1 3 1,2 5 7,13 7-32,-11 11 16,4 21 11,-16 7-34,1 9 107,-22 28-56,-12-12 573,2-12 0,-2 0-618,-15 11-14,4-14 0,-1-1 20,-14 7 11,15-14 0,0-1 542,-6 0-430,13-13-56,13-7 67,15-7-67,12 0-17,19-1-33,17 2-4,-20 2 1,3 1-20,3 2 1,1 0-91,2 1 1,0 1-234,1 2 0,1 0-1478,0-1 1,0 1 1296,-4-2 0,-4 0 0,11 1 0,-20-4 1</inkml:trace>
  <inkml:trace contextRef="#ctx0" brushRef="#br0" timeOffset="145223">25074 10622 15210,'1'-4'6626,"0"1"-4867,-1 3-1367,-67-49-128,27 37-622,-8-12 1,-2 6 441,-2 31-39,5 12-23,9 9 275,14 6-297,12 4-17,15 0 6,15 1 6,15-2-357,13 0 362,-21-21 0,1-1-3,0 0 0,0-1-47,17 18 61,-13-5 429,-14-6-407,-16-3-16,-15-4 17,-13-1-6,-15-5-6,-7-3-39,-5-7-100,2-1-382,6-3-3435,12-4 3934,13-3 0,12 1 0,6 1 0</inkml:trace>
  <inkml:trace contextRef="#ctx0" brushRef="#br0" timeOffset="145806">24959 12540 26038,'13'-33'448,"2"-4"-348,1-8-32,0-8-12,-9 13 0,-1-1-1261,0-19 1233,-4 10 0,-1-2-347,-1 13 0,-2-1 352,-1-11 1,-2 0 11,-1 3 0,-1 2 240,-2 7 1,0 4-174,-8-15-78,5 25-34,3 19 607,1 19-590,-2 19-17,1 22 0,4-18 0,1 3-192,2 6 1,0 2 160,1 4 1,2 1-49,2 2 1,4 0-121,1-2 0,5-1-313,12 6 0,3-3 256,-8-19 1,2-2-857,10 9 1,2-4 366,6-2 1,-10-9 0,-11-11 0</inkml:trace>
  <inkml:trace contextRef="#ctx0" brushRef="#br0" timeOffset="145990">24928 12326 16258,'-4'-3'5522,"0"1"-2956,4 2-2521,1-42-135,22 30-380,13-31-637,-6 38 1,5 7 1106,4-3 0,-1 1 0,6 0 0,-5 0 0</inkml:trace>
  <inkml:trace contextRef="#ctx0" brushRef="#br0" timeOffset="146540">24753 13836 21209,'11'-41'768,"0"0"1,0 0 0,6-23 0,-5 8-46,-7 10 128,-1-7-543,-6 22-229,-1 13-6,-5 20-29,-3 14-4,-6 24-29,4-4-6,4 1 1,2 2 11,7 9-17,1 10-11,15-6 5,10-16 0,17 4 6,-9-23 0,2-4 8,-4-5 1,0-3-251,7-5 1,-3-3 275,9-9-156,0-22 251,-13-5-48,-14 14 0,0-4 17,-3-5 0,-3-1 14,3-21-73,-7 6 23,-10 18-40,-3 17-235,-2 3-257,2 6-156,2 12-394,4 2-4913,6 18 5933,1-4 0,1-2 0,-3-9 0</inkml:trace>
  <inkml:trace contextRef="#ctx0" brushRef="#br0" timeOffset="147023">24732 14902 14538,'-2'-7'7517,"1"2"-6061,1 5-481,0 0-908,-5-33 23,9 43-46,-5-27 18,5 41 0,3 17-12,0 15-289,0-12 1,1 0 249,1-6 1,1-2 4,2-2 1,2-2 56,16 22 190,-4-19 203,-6-17-80,-5-21-167,-2-17-12,4-17-106,-3 0 16,-4 4 1,-1-2-29,5-17 56,-5 15 0,0 0-123,4-16-33,0 12-129,-4 14-420,0 12-1266,3 12-6620,4 11 8446,3 3 0,-6 0 0,-4-3 0</inkml:trace>
  <inkml:trace contextRef="#ctx0" brushRef="#br0" timeOffset="148282">24705 16248 8248,'-10'0'-885,"2"0"622,8 0 5158,0 0-2117,-36 21-1383,21-12 1697,-36 22-1764,38-24-298,-2 2-251,11-7-174,5-5-56,2-2-34,3-1-11,2-1-39,0 1-56,-3 1-107,-1 1-94,-3 0-85,0 2-56,-1-2-5,0 2-46,0 0 203,0 2-208,-6-1-17,0 1 34,-5 1-22,2 1-17,2 0 16,3 0-5,3 1 0,1-2 12,0 1 16,1-1 0,5 0 33,2-4-16,4-2-34,2-2 0,1-1-11,-3 1 17,-1 2 6,-4 2 5,-4 2 313,-2 1-307,-1-2-17,0 0-6,-1-2 17,1 2-6,-1-1-5,0 1 5,1 0 158,0 1-169,-3 11-6,0 7 1,-4 16 5,-1 10-22,-1 6-11,2 2 27,3-5-5,12-8 0,11-13 6,17-9-1,18-17-8,-20-4 1,1-4-246,3-2 0,0-3 259,-2-2 1,-3-2 4,-4 0 1,-4-2 39,10-22 23,-17 1 10,-11 4 29,-8 8-34,-4 12-39,-1 9-34,-2 11 462,-4 10-473,-4 15-6,-2 13 18,1 6 21,7 1-27,7-6-12,11-10-16,11-9 5,13-10 11,8-8-5,8-14 17,0-9 11,1-11 5,-22 5 0,-1-1 6,8-11-6,-15 6 1,-3 0 11,-7-10-17,-2-7 5,-11 11-5,-4 11-12,-4 9-33,4 6-151,4 6-605,4 0-2336,9 2 3120,1 2 0,-1-1 0,-2 2 0</inkml:trace>
  <inkml:trace contextRef="#ctx0" brushRef="#br0" timeOffset="148833">24815 17320 26077,'18'2'252,"-20"30"-404,-11-2 1,-4 3-867,-3 7 1,0 0-30,-6 14-3275,11-20 1,1-2 4321,-4 9 0,4-7 0,5-16 0</inkml:trace>
  <inkml:trace contextRef="#ctx0" brushRef="#br0" timeOffset="148983">24570 17547 18610,'0'-9'5389,"0"2"-4432,0 7-279,0 0-638,31-23-164,-1 37-616,3-14 1,2 3-2896,12 33 3635,-16-15 0,-2-3 0,-5-3 0,0-1 0</inkml:trace>
  <inkml:trace contextRef="#ctx0" brushRef="#br0" timeOffset="150773">22764 10016 14729,'4'60'1103,"-1"1"0,0-1 1,2-3-715,-1-12 0,1-1-362,2 5 0,1 2 513,2 3 0,0 2-1127,2 4 0,1 3 787,-4-17 0,-1 0 0,1 2-36,0 4 1,-1 0-1,0 2-52,0 3 0,0 1 0,-1 1-34,1 3 1,-1 1-1,0 1-32,-3-15 0,1 1 1,0-1-1,-1 2-3,1 0 1,0 1-1,0 0 1,-1 1-299,1 1 1,0 0-1,-1 0 1,1 0 304,0 2 0,0 0 1,-1 1-1,1-1-421,0 1 1,0 1-1,0-1 1,0 1 392,0 2 1,0-1-1,0 1 1,0-1-2,0 2 0,0 0 0,-1 1 0,1-1-15,-2-10 1,1 0 0,-1 0 0,0 1-1,1 0 2,-2 0 0,1 1 0,0 0 0,-1 1 0,0-1-252,0 2 0,0 1 0,0-1 0,-1 1 0,0 0 259,0 0 1,0 1 0,0 0-1,0 0 1,-1 1-58,0 0 0,0 1 0,0 0 1,-1 0-1,0 0 66,0 0 1,1 1 0,-2 0-1,1 0 1,0 0-66,-1 0 1,1 1 0,-1-1-1,0 1 1,0 0 68,0-1 0,0 1 0,0 0 0,0 0 0,0 0-50,0 1 1,0-1 0,1 0 0,-1 0 0,0 0 37,1 1 0,-1-1 0,1 0 0,-1 0 0,1 0-5,0 1 0,0-1 0,0 0 0,0 0 1,0 1-6,0-1 1,0 0 0,0 0-1,0 0 1,1-1-54,-1 1 0,0-1 0,1 0 0,-1 0 0,1 0 45,0-1 1,-1 1 0,1 0 0,0-1 0,0 0-7,0 0 0,-1-1 0,1 0 1,0 0-1,0-1-8,0 0 0,0-1 0,1 1 1,-1-1-1,0 0 110,1-3 1,-1 1 0,1-1 0,0 0-1,0 2-122,1 5 0,0 1 0,1 1 0,0-2 0,-1-5 182,1 11 0,1-6 1,0 2-181,0-6 1,1 2 0,1-2 0,1-5-308,3 6 0,3-3-2284,-2-10 0,2 2 0,0-2 2617,6 14 0,0-5 0,-6-16 0,0-5 0,3 6 0</inkml:trace>
  <inkml:trace contextRef="#ctx0" brushRef="#br0" timeOffset="151584">27341 10353 12567,'-5'-2'4117,"1"0"-1037,4 2-2195,-7 88-1160,4-27 504,0-16 1,0 7 0,0-2-930,1 7 1,1 0 872,-1-12 1,1 2 0,-1 1-88,0 6 0,0 3 0,0 0-42,0-10 1,1 1 0,-1 1 0,0 0-12,1 4 1,0 0 0,0 2-1,0-1-14,0 4 1,0 0 0,1 1 0,0 0-443,1 3 0,0 1 0,1 0 0,0 1 436,-1-11 1,1 1-1,0-1 1,1 1-1,-1 1-351,1 1 0,0 1 1,1 1-1,0-1 1,0 1 361,-1 2 1,2-1-1,-1 2 1,0-1 0,0 1-172,0 1 1,0 1 0,0 0-1,0 1 1,0 0 177,0-10 1,-1 0 0,0 1 0,0 0 0,0 0-1,0 0-75,0 2 1,-1-1-1,1 1 1,-1 0-1,1 1 1,-1-1 72,0 2 1,-1 0 0,1 0 0,-1 0 0,1 1 0,-1-1-16,0 2 1,0-1 0,0 1 0,0 0 0,0 0 0,-1 0-3,1 1 0,-1 0 0,0 0 0,-1 0 0,1 1 1,0-1-8,-1 1 1,0 0-1,0 0 1,0 0 0,0 0-1,0 0-9,-1 0 0,1 0 1,-1 0-1,0 0 0,0 0 1,0 0-6,0 0 1,-1 0-1,1 0 1,0-1 0,-1 1-1,1-1-19,0-1 0,-1 1 0,1-2 0,0 1 0,0 0 0,0-1-110,0-2 0,0 1 0,1-1 1,-1 0-1,1 0 0,0-1-682,0-2 1,1 1-1,0-1 1,0-1-1,0-1 1,0-1 819,1 2 0,0 0 0,0-2 0,0-2 0,0-3 0,0 9 0,1-5 0,-1-5 0,1-6 0,0-1 0</inkml:trace>
  <inkml:trace contextRef="#ctx0" brushRef="#br0" timeOffset="152406">28954 10206 19199,'-2'-6'4581,"1"2"-3842,1 4-694,14-6-50,3 23-79,16 2-6,-7 15-274,10 10-274,-5-7-122,-7-14 1,0 0 37,7 4-605,16-16 2200,-23-37-346,4 1 372,-15-5 0,-4-1 165,0-7-202,3-14-161,-8 22-415,-2 13 139,-2 7-346,0 15 16,-3 15-11,-5 20-56,-2 5-26,1-10 1,-2 4-593,-3 10 1,0 3 314,0 1 1,0 2-671,3-11 0,1 2 1,1-3 561,1 5 1,1-5 0,-1 13 0,7-26-1</inkml:trace>
  <inkml:trace contextRef="#ctx0" brushRef="#br0" timeOffset="153116">28970 11969 25102,'-8'-14'292,"16"1"-264,46 3 5,1 2-16,-4 4-17,-8 2-22,-10 6-6,-12 6 28,-11 9-6,-17 11 0,-14 8 18,-18 10-1,13-21 0,-1-1-266,-4 1 1,0 0 282,0-1 0,0-1 2,3-3 1,2-1-8,-11 13-18,16-10 18,17-10 27,20-7-22,19-11-45,25-10-287,-22 3 1,3-2 93,5-2 0,2 0-2240,1-2 0,0 1 2450,-7 1 0,-2 1 0,10-4 0,-25 7 0</inkml:trace>
  <inkml:trace contextRef="#ctx0" brushRef="#br0" timeOffset="154757">5569 17703 21264,'39'-29'-1181,"1"-1"1,-1 0 0,13-10 0,-6 9 0,-7 19 0,-16 6 0</inkml:trace>
  <inkml:trace contextRef="#ctx0" brushRef="#br0" timeOffset="154908">5733 17996 23119,'49'-33'-835,"0"0"1,-13 7-1,-6 5 1,-7 10 0</inkml:trace>
  <inkml:trace contextRef="#ctx0" brushRef="#br0" timeOffset="155291">7351 17482 17529,'0'-5'6996,"1"0"-5142,-1 5-1742,-4-30-73,-1 46-67,-8-11-11,4 22 0,2 10-149,-2-1 1,1 0-701,2 0 1,1 1-1597,3-3 1,2-1 1775,7 21 1,0-24-1,-1-15 1</inkml:trace>
  <inkml:trace contextRef="#ctx0" brushRef="#br0" timeOffset="155641">7767 17476 19356,'0'-5'5354,"0"1"-4194,0 4-1099,-32-9-22,14 25-39,-24-1 0,26 26 28,5-4-16,5-6-24,7-7-4,6-10 21,4-6 23,6-9-5,2-9 55,1-8 51,-2-8 67,-5-5 101,-5-1-17,-5 0-73,-7 1-34,-2 5-77,-2 7-52,0 7-49,3 7-74,2 3-161,1 7-399,1 4-935,6 6-3702,11-1 5276,6-4 0,-4-5 0,-5-4 0</inkml:trace>
  <inkml:trace contextRef="#ctx0" brushRef="#br0" timeOffset="155981">8243 17146 28042,'-15'29'32,"0"-1"0,1 2 0,2 2-27,2 4 1,3 1-239,4-4 1,5-1 199,12 19 141,14-14-153,11-19 23,5-15 124,3-16-29,7-19-68,-19 6 29,8-18 28,-20 14 22,2-8 214,-7 6-163,-6 11-85,-6 19-11,-5 11 23,-7 28-27,-5 10-42,1-14 1,0 4-173,-4 8 0,1 1-2101,3-6 0,2-2 518,0-1 1,2-3 1761,3 12 0,3-30 0,1-1 0</inkml:trace>
  <inkml:trace contextRef="#ctx0" brushRef="#br0" timeOffset="156524">12961 11377 24301,'5'-48'-146,"-1"0"1,7 1-1,7 8-946,35 19-2134,-7 7 0,3 2-1690,-8 4 1,0 1 3633,-2 0 0,-4 2 0,-2 4 0,-25 0 0</inkml:trace>
  <inkml:trace contextRef="#ctx0" brushRef="#br0" timeOffset="156674">13045 11519 22716,'-36'29'646,"1"0"0,1-2 0,16-10-596,62-38-139,-8 4-163,6-2 0,5-4-4545,7-1 1,0 0 2373,-9 3 1,0 0 2422,15-6 0,-6 2 0,-20 9 0,-3 2 0</inkml:trace>
  <inkml:trace contextRef="#ctx0" brushRef="#br0" timeOffset="156865">13992 11035 19014,'3'-8'5785,"-1"2"-4832,-2 6-124,0 0-628,-38 26-178,16 6-57,-3-3 1,0 4-255,13-2 1,5 1-153,0 2 0,2-1-529,1 20-6273,14 7 7242,4-25 0,-1-7 0,-3-13 0</inkml:trace>
  <inkml:trace contextRef="#ctx0" brushRef="#br0" timeOffset="157198">14359 11211 23696,'-11'-42'913,"1"0"0,1 4 0,-2 12-767,-3 26-73,-2 14-34,1 12-11,1 10-56,6 8 0,8 2-6,12-3 12,2-11-6,25-1 50,-8-20 6,7 1 11,-1-23 6,-16-7-11,2-6 106,-11-22-79,-12 12-10,-8-16-29,-11 15-22,-8 6-5,-1 9-91,3 10-167,8 5-588,8 10-3580,16 4 4431,4 3 0,1-3 0,-3-5 0</inkml:trace>
  <inkml:trace contextRef="#ctx0" brushRef="#br0" timeOffset="157698">15247 10989 22324,'0'-11'3389,"0"2"-2885,0 9 95,0 0-504,-72-50-952,34 43 890,-10-15 1,0 5-17,8 35 279,4 6-290,9 2 140,9-1-134,8 0 16,7-1-12,4-1 472,3 2-483,1 0 12,2 0-23,-3 1 1,-1-2 27,-3-1-16,0-4 11,-1-4 5,0-6 23,1-5 319,0-2-207,4-10-34,4-2-34,5-8-16,4 2-22,1 1-23,3 2 0,4 6-28,5 2 5,4 8-16,-2 7-39,-3 7-40,-9 7-106,-10 5-157,-21 5-224,-21 4-75,4-15 0,-2-2-413,2-3 1,-3-1 1064,-18 7 0,2-1 0,12-7 0,-18 7 0</inkml:trace>
  <inkml:trace contextRef="#ctx0" brushRef="#br0" timeOffset="158031">13074 12820 21416,'-7'2'3187,"2"0"-2839,5-2-225,0 0-314,29-24-789,14 7-1482,-4-1 1,2-1 1782,-3 8 1,-1 2 0,12-3 0,-21 5-1</inkml:trace>
  <inkml:trace contextRef="#ctx0" brushRef="#br0" timeOffset="158199">13188 13019 22552,'49'-26'-1021,"0"-1"1,1 0 0,6-6 0,-10 8 0,-18 16-1</inkml:trace>
  <inkml:trace contextRef="#ctx0" brushRef="#br0" timeOffset="158474">14235 12577 21816,'1'-48'509,"-1"1"1,0 7-1,1 9 1226,0 16-1718,-1 19 661,-1 15-655,-3 19-23,-3 21-329,2-22 1,-1 2 171,-1 4 0,0 1-316,1 2 0,2 0-1684,0 1 1,2-3 2156,4-6 0,0-4 0,0 10 0,4-24 0</inkml:trace>
  <inkml:trace contextRef="#ctx0" brushRef="#br0" timeOffset="158831">14731 12622 26536,'-45'24'48,"1"0"1,4-1 0,11 3-49,22 26-17,16-7 22,12-11-21,14-12 21,7-11 6,1-17 12,-3-11 173,-2-22-101,-16 10 101,-5-17 34,-17 14-62,-10-9 16,-12-3-133,-1 9-29,-1 5 23,6 13-34,8 8-112,0 2-2537,5 4 185,16 12 2453,1-3 0,4 4 0,-8-6 0</inkml:trace>
  <inkml:trace contextRef="#ctx0" brushRef="#br0" timeOffset="159140">15440 12376 23299,'0'-2'2935,"0"-1"-2039,0 3-594,-85 28-246,37 11-285,-5-15 1,2 5 258,24 5 1,7 4-17,6-8 0,4 1-9,-2 7 1,4 1-12,10 2 1,7-3-6,16 17 11,11-13 86,16-27-64,-8-17 34,5-10 45,-12-9 134,-18-10-157,-23 4-55,-7 2 373,-25 4-385,-1 8-158,-16 0-912,14 9 1059,7 13 0,22-4 0,5 6 0</inkml:trace>
  <inkml:trace contextRef="#ctx0" brushRef="#br0" timeOffset="159548">13124 14381 21782,'41'-27'-2161,"0"0"0,0 0 1,15-11-1,-4 12 2161,0 28 0,-21-1 0,-16 3 0</inkml:trace>
  <inkml:trace contextRef="#ctx0" brushRef="#br0" timeOffset="159691">13160 14643 18459,'-5'4'4991,"1"-1"-6885,4-3 1894,97-41 0,-72 31 0,23-11 0,1 1 0</inkml:trace>
  <inkml:trace contextRef="#ctx0" brushRef="#br0" timeOffset="159914">14421 14065 27600,'-26'39'-69,"0"0"0,3-4 0,5 2-290,12 4 1,5 1-1421,0-5 1,0-1 1778,0 3 0,0-3 0,1 6 0,0-9 0</inkml:trace>
  <inkml:trace contextRef="#ctx0" brushRef="#br0" timeOffset="160248">14725 14229 20839,'0'-3'4812,"0"0"-3832,0 3-991,-30 28 0,22-6 33,-23 16-61,42-1-6,3-16 6,13 7 33,2-17 29,3-6-12,-3-10 34,-7-7 39,-9-8 28,-8-7 45,-10-3-23,-4-4-39,-4 0-22,0 2-28,1 8-34,-4 9-89,-5 11-320,-5 11-901,-1 6-3994,7 7 5293,8-2 0,8-7 0,4-5 0</inkml:trace>
  <inkml:trace contextRef="#ctx0" brushRef="#br0" timeOffset="160515">15162 14128 27583,'41'-41'95,"-1"1"0,-3 3 1,-2 13-63,4 36-16,2 14-6,2 18-870,-21-16 0,-1 2 825,0 5 0,-1 2-84,-2 4 1,-1 1-446,-2 0 1,-2 1-436,-4-1 1,-3-2-828,-3 20 1825,-14-27 0,-3-5 0,2-8 0,-10 6 0</inkml:trace>
  <inkml:trace contextRef="#ctx0" brushRef="#br0" timeOffset="160657">15322 14480 19378,'0'-3'5405,"0"0"-4430,0 3-936,92-62-1304,-62 49 0,2-1 1265,17-11 0,7-5 0,-9 7 0,5 8 0,-2 2 0</inkml:trace>
  <inkml:trace contextRef="#ctx0" brushRef="#br0" timeOffset="161091">12764 15920 23091,'-8'3'2179,"0"0"-1876,8-3-337,0 0-678,102-29 304,-54 19-464,-2-2 0,9-1 0,-7 3-1571,-14 5 1,-2 2 1885,3-2 0,-3 2 0,6-1 0,-21 3 1</inkml:trace>
  <inkml:trace contextRef="#ctx0" brushRef="#br0" timeOffset="161231">13004 16052 22358,'-47'18'1054,"0"1"1,6 0 0,11-9-892,22-17-102,20-4-245,29-14-943,11 2-966,-23 10 0,1 1 2093,24-7 0,-32 12 0,-1-1 0</inkml:trace>
  <inkml:trace contextRef="#ctx0" brushRef="#br0" timeOffset="161615">14224 16026 19389,'22'-52'999,"0"-1"0,0 0 1,-4 10-1,-1 2 1,-1 4-774,0-1 1,-3 6 485,0 3-521,-5 15 135,-6 12-96,-6 22-91,-6 8-133,-7 25-45,2-10-253,-2 16-592,6-5-596,6-20 1,1 2 1479,1 2 0,1-2 0,1 5 0,1-6 0</inkml:trace>
  <inkml:trace contextRef="#ctx0" brushRef="#br0" timeOffset="161998">14797 15754 26654,'-25'8'123,"2"13"-95,17 12-17,1 9-11,17 3-11,4-12-6,14-6 28,-6-16-5,5-7 33,0-16 28,-1-4 28,1-14 62,-13-1-67,-7 5 67,-6-7 33,-12-3-128,0 1-18,-6-3-4,5 17-52,4 8-83,0 7-146,1 10-464,-3 9-1211,-3 10-7488,0 8 9404,3-3 0,4-10 0,4-9 0</inkml:trace>
  <inkml:trace contextRef="#ctx0" brushRef="#br0" timeOffset="162440">15299 15708 21215,'1'-8'3556,"0"3"-2429,-1 5-310,0 0-604,-49 30-191,31-12-2,-12 7 0,3 4 8,18 9-28,7 10-12,17-4 7,3-13-1,7-13 1,4-3-12,22-1-195,-13-5 0,0-3 190,26-5 39,-13-10 16,-15-7-21,-17-9 21,-11-3-16,-15-4 5,-12-4 1,-10-5-6,-4-5-12,7 8 23,-2-11 45,14 2-6,3 1 368,16 1-396,13 19-33,2 10-12,24 6 6,-10 8-6,18 12-10,-13 11-85,-5 13-420,-12 7-1277,-12 8 1798,-20 7 0,4-24 0,-8-2 0</inkml:trace>
  <inkml:trace contextRef="#ctx0" brushRef="#br0" timeOffset="162815">12856 17754 20293,'43'-22'-562,"1"-1"0,-1 1 0,1 0 0,12-5 0,-1 1 0,-7 8 0,11 8 0,-13 6 0</inkml:trace>
  <inkml:trace contextRef="#ctx0" brushRef="#br0" timeOffset="162981">13009 18004 23031,'46'-27'-1522,"0"1"1,0 0 0,0 0 0,1 0 0,-2 3 644,6-1 1,-4 3-1,-13 5 1,-4 3 0,6-2-1</inkml:trace>
  <inkml:trace contextRef="#ctx0" brushRef="#br0" timeOffset="163191">14550 17277 27264,'-52'23'35,"0"-1"1,5 1-1,9 4-69,22 4 1,7 3-436,0 1 1,5 0-145,4 1 0,5 0-1943,3 1 1,4-1 2555,1-5 0,2-2 0,5 8 0,-7-18 0</inkml:trace>
  <inkml:trace contextRef="#ctx0" brushRef="#br0" timeOffset="163548">14975 17488 26603,'-13'-4'62,"-2"25"-79,-1 23-11,4 6 6,16-15 16,8-13 0,10 2-10,6-18 32,1-13 18,0-7-12,-4-9 57,-5-6 61,-5-3-17,-6-2 23,-9-1 10,-9 5-77,-8 5-107,-4 9 11,-3 9 6,5 9-180,5 7-469,10 7-1486,13 6 1298,10 3 0,-5-10 0,1-3 0</inkml:trace>
  <inkml:trace contextRef="#ctx0" brushRef="#br0" timeOffset="163891">15707 17345 21735,'0'-4'4398,"0"0"-3816,0 4-375,-89-19-1832,35 33 1641,-8-14 1,2 5-6,32 13 1,6 5 559,-7 15-576,23-7 273,22-8-285,15-11 0,13-7-5,5-11 83,12-12-33,-21 2 118,5-13 156,-24 8 983,-1-2-882,-8 5-257,-6 10-96,-4 7 56,-2 14-93,0 13-13,0 17 0,1 16-308,0-24 1,0 2 300,1 4 1,0 1-719,0 2 0,-1 1 725,-5 6 0,0-4 0,1 6 0,-8-5 0</inkml:trace>
  <inkml:trace contextRef="#ctx0" brushRef="#br0" timeOffset="173073">21181 10929 18229,'-7'0'5109,"2"0"-4762,5 0-241,0 0-274,10-22-576,16 12-2220,2-4 1,2 0 2963,22 7 0,-5 2 0,-29 4 0</inkml:trace>
  <inkml:trace contextRef="#ctx0" brushRef="#br0" timeOffset="173256">21309 11034 14930,'-3'1'7467,"1"-1"-6123,2 0-1803,23-15-68,-6 8-2424,31-14-6880,-11 12 9107,-3 1 0,-13 3 0,-15 4 1</inkml:trace>
  <inkml:trace contextRef="#ctx0" brushRef="#br0" timeOffset="173690">21822 10697 24654,'-5'-43'1232,"1"8"-1092,3 34 68,1 0-208,-1 6 33,1 4 57,-3 18-34,-2 3-34,-5 16-33,-2 0-62,-1 6-33,4-10-819,3 20-872,6-23-3441,6 11 5238,2-24 0,-1-14 0,-3-6 0</inkml:trace>
  <inkml:trace contextRef="#ctx0" brushRef="#br0" timeOffset="173923">22067 10677 26508,'8'-16'78,"-4"15"-139,-12 44-225,0 6-588,3 2-1114,5-2-4453,9-8 6441,4-10 0,-3-15 0,-3-8 0</inkml:trace>
  <inkml:trace contextRef="#ctx0" brushRef="#br0" timeOffset="174239">22261 10827 16465,'0'-5'6834,"0"2"-4762,0 3-1898,2-26-34,-6 31-73,1-15-33,-5 32-23,2 16 0,4-18 0,8 24-5,6-23-12,8 4 12,-2-16 39,13-13-1,-1-11 57,14-13 118,-6-8 111,-12-3-162,-11 9 185,-40-2-252,-10 16-68,-25-2-72,9 12-420,12 3-1972,16 5 2431,14 5 0,6-2 0,3 2 0</inkml:trace>
  <inkml:trace contextRef="#ctx0" brushRef="#br0" timeOffset="175550">21162 12625 22699,'39'-28'-885,"14"2"-1853,-4 19 1322,13 0 1,-27 3 0,-9 3 0</inkml:trace>
  <inkml:trace contextRef="#ctx0" brushRef="#br0" timeOffset="175966">21270 12712 23965,'-39'13'370,"15"-4"-426,48-15-68,-1 1-604,13-1-3371,1-1 4099,3 1 0,-13 1 0,-12 2 0</inkml:trace>
  <inkml:trace contextRef="#ctx0" brushRef="#br0" timeOffset="176466">21789 12465 17473,'2'-6'6296,"-1"0"-5288,-1 6-11,0 0-857,6-34-28,-5 43-61,3-18-46,-7 55-167,-2 7-852,1 3-5281,2 1 6295,1-11 0,1-17 0,0-15 0</inkml:trace>
  <inkml:trace contextRef="#ctx0" brushRef="#br0" timeOffset="176723">22045 12375 26390,'18'16'157,"-7"9"-224,-17 27-314,-1 1-902,2-1-3192,4-7 3851,5-13 0,-2-13 1,1-11-1</inkml:trace>
  <inkml:trace contextRef="#ctx0" brushRef="#br0" timeOffset="176940">22399 12330 26486,'-1'36'-669,"1"0"1,0 0-1,0-1-9162,0 19 7373,-2-14 0,2-13 1,-1-20-1</inkml:trace>
  <inkml:trace contextRef="#ctx0" brushRef="#br0" timeOffset="177640">21114 14142 22128,'40'-12'-762,"-1"0"0,10-7 1,-23 19-1</inkml:trace>
  <inkml:trace contextRef="#ctx0" brushRef="#br0" timeOffset="177773">21069 14348 21752,'-48'16'650,"1"0"0,4-1 0,18-7-740,43-18-1187,27-9 1277,-3 3 0,-1 1 0,8-3 0,4 0 0</inkml:trace>
  <inkml:trace contextRef="#ctx0" brushRef="#br0" timeOffset="178016">21681 13954 26295,'-10'56'140,"1"-12"-280,-1 8-554,4-8-970,-1 12-5881,3-3 6130,2-12 0,1-17 0,1-13 0</inkml:trace>
  <inkml:trace contextRef="#ctx0" brushRef="#br0" timeOffset="178206">21944 13999 25791,'-7'38'-1498,"0"1"1,1-1 0,1-3 1497,1 12 0,2-17 0,2-14 0</inkml:trace>
  <inkml:trace contextRef="#ctx0" brushRef="#br0" timeOffset="178556">22169 14097 22060,'-1'-6'2123,"-1"0"-1899,13-25 0,9-6 280,23 0-381,-13-5 1,2 3-46,-2 23 1,-1 7-17,6 0 50,-3 9 0,-13 10 17,-1 19-51,-12 7-39,-15 18-28,-6-14-3,0-12 1,-3 0-9,-14 18-174,11-18 1,0 0 145,-16 19 0,4-8 28,16-17 128,7-8-111,19-12-34,11-3-22,22-5-205,-1 1 1,5-1-1026,1 2 0,2-1-2327,3 1 1,-1 1 3595,1 1 0,-6 2 0,-8-1 0,0 1 0</inkml:trace>
  <inkml:trace contextRef="#ctx0" brushRef="#br0" timeOffset="179023">20749 15981 19008,'-3'1'4106,"0"0"-3977,3-1-213,35-20-331,-2 10-185,-1-3 1,3 0-3534,21 5-751,-12 4 3821,-2 1 0,-27 3 0,-1 0 0</inkml:trace>
  <inkml:trace contextRef="#ctx0" brushRef="#br0" timeOffset="179172">20848 16186 15832,'-4'3'7355,"0"-1"-6303,4-2-1432,12-13 380,33-9 0,-23 4 0,20-1 0</inkml:trace>
  <inkml:trace contextRef="#ctx0" brushRef="#br0" timeOffset="179400">21636 15732 16663,'-9'-7'3114,"2"2"-157,7 5-2548,0 0-364,-29 34-45,13 15-28,-1-21 0,0 2-333,9 13 0,4 1-1326,1 11-3229,2-17 1,0-1 4880,3 13 0,0-22 1,0-15-1</inkml:trace>
  <inkml:trace contextRef="#ctx0" brushRef="#br0" timeOffset="179623">21873 15777 26435,'-3'10'135,"-1"7"-191,-3 23-252,1 4-712,2 3-4049,4-2 4103,2-8 0,-1-16 1,1-10-1</inkml:trace>
  <inkml:trace contextRef="#ctx0" brushRef="#br0" timeOffset="180090">22103 15826 25203,'23'-38'140,"0"1"0,-2 2 0,0 9-67,4 19-39,-4 4 5,-3 4-11,-1 6-51,3 6 23,0 9 6,0 5-28,-5 6 5,-7 2-17,-11 3 23,-11-3 28,-11-1 0,-4-8 39,2-7 78,4-9 62,8-5-39,6-9-51,6-3-5,10-4-73,5-2-22,10 3 33,6 4-22,1 3-1,-1 9-4,-3 4 4,-5 8 1,-6 5-67,-5 2-230,-9 3-942,-14-1-2883,-16 2 4105,-7-5 0,11-9 0,10-8 0</inkml:trace>
  <inkml:trace contextRef="#ctx0" brushRef="#br0" timeOffset="180516">20672 17755 18324,'42'-16'-153,"1"0"1,0 0-1,17-6 1,-4 6-277,-17 10 0,-4 4-2197,21 5 2922,-24 12 0,-17-6 0,-12 4 0</inkml:trace>
  <inkml:trace contextRef="#ctx0" brushRef="#br0" timeOffset="180682">20805 17969 17059,'-4'2'5652,"1"0"-4219,3-2-1349,2 2-61,27-12-298,18-2-985,-8-1 1,5 0-1786,3-2 1,1 0 2489,-4 2 1,-2 0 0,12-3 0,-25 7 0</inkml:trace>
  <inkml:trace contextRef="#ctx0" brushRef="#br0" timeOffset="180883">21701 17543 18540,'-5'-5'4279,"1"2"-2720,4 3 15,0 0-1518,-12 23 289,2 8-418,0 2 0,2 2-521,1 25-610,8-26 0,3 0-8499,11 16 9703,4-12 0,-7-16 0,-4-12 0</inkml:trace>
  <inkml:trace contextRef="#ctx0" brushRef="#br0" timeOffset="181283">21994 17499 26026,'27'-52'1081,"-5"10"-935,-23 39-96,1 1-5,-1 0-84,1 1 44,-1 5 18,0-3-23,0 6-6,0-3 23,1 0 5,0 5-44,-1 11 22,-2 7 11,-3 13 0,-3 0-22,2-8-84,0 9-1036,4 3-2695,6 0 3826,1-3 0,3-22 0,-3-11 0</inkml:trace>
  <inkml:trace contextRef="#ctx0" brushRef="#br0" timeOffset="181639">22281 17460 27034,'7'7'353,"-8"12"-364,-6 22 14,-3-9 0,1 0 30,0 6-27,0 12-29,15-25 12,7-11 28,11-13 0,7-12 5,8-9 51,6-6 39,-1 3 112,-8 5 22,-13 7-100,-13 8-28,-10 15-57,-9 12-55,-7 17-45,-3 9-213,5 7-1484,21 6 1314,10-27 0,2-3 1,5 6-1,9-4 1</inkml:trace>
  <inkml:trace contextRef="#ctx0" brushRef="#br0" timeOffset="182323">25480 10787 24010,'54'-30'-1639,"0"1"1,-13 2-1,-6 8 1,-5 15 0,-25 4-1</inkml:trace>
  <inkml:trace contextRef="#ctx0" brushRef="#br0" timeOffset="182490">25646 10863 15900,'-4'1'7723,"1"0"-7129,3-1-1652,39-11-1855,1-1-1551,-2 1 0,2 0 3622,17-6 0,-21 8 0,-18 3 1</inkml:trace>
  <inkml:trace contextRef="#ctx0" brushRef="#br0" timeOffset="182699">26072 10608 19087,'0'-10'5164,"0"1"-4033,0 9 169,0 0-1284,-12-11-16,8 24 0,-8-11-33,11 36-314,3 10-516,2 3-1758,4 7 2621,2-13 0,-3-22 0,-2-6 0</inkml:trace>
  <inkml:trace contextRef="#ctx0" brushRef="#br0" timeOffset="182890">26306 10601 20453,'0'-4'4991,"0"0"-4033,0 4-919,-5-3-34,3 21-27,-3-6-510,5 41-1182,-1-12-5803,1 18 7383,0-21 0,0-14 0,0-12 0</inkml:trace>
  <inkml:trace contextRef="#ctx0" brushRef="#br0" timeOffset="183440">26705 10604 26161,'6'-45'453,"-1"9"-352,-11 38-39,-4 1-17,-8 3-17,-5 0-12,5-2 57,-2 1-50,10-3-1,0 2-5,7-2 16,1 2 1,0 3 0,0 3 16,-2 4-16,0 3 16,-2 5-5,-2 4-23,-2 2-11,1 2-11,2-1 12,2-4-1,3-6 17,1-9 17,1-5 156,3-5-89,3-5 0,5-5-39,3-5-45,3-1 0,2 0 6,2 3-6,1 3-28,-5 4-12,1 3-10,-4 8 33,8 9-11,-3 6-17,3 9-27,-4-2-63,-6 1-285,-8-1-1081,-21 0-8358,-15-3 9115,1-7 1,6-8 0,18-7 0</inkml:trace>
  <inkml:trace contextRef="#ctx0" brushRef="#br0" timeOffset="183873">25704 11924 24458,'32'-7'-1734,"0"0"1,30-5 1733,-8 17 0,-23-4 0,-8 4 0</inkml:trace>
  <inkml:trace contextRef="#ctx0" brushRef="#br0" timeOffset="184039">25725 12157 23394,'44'-6'-4156,"7"-3"4156,0 1 0,-17 2 0,-13 2 0</inkml:trace>
  <inkml:trace contextRef="#ctx0" brushRef="#br0" timeOffset="184273">26181 11876 20431,'0'-4'4744,"0"1"-3249,0 3-1422,8-12-28,-3 24-45,7-3-62,-8 30-229,0 4-992,-2 0 1283,2 2 0,-2-21 0,1-4 0</inkml:trace>
  <inkml:trace contextRef="#ctx0" brushRef="#br0" timeOffset="184499">26480 11861 26794,'2'13'184,"-8"19"-217,-1 4-270,-8 17-727,11-19-2297,1 9 3327,9-5 0,-3-17 0,4-7 0</inkml:trace>
  <inkml:trace contextRef="#ctx0" brushRef="#br0" timeOffset="184833">26794 11876 26166,'-19'-11'387,"-2"14"-354,0 42-16,2 5-28,9 2 5,11 1-27,15-3-40,19-1 51,-5-19-1,14-3 40,-16-19 17,3-5 50,-8-11 151,-9-12-73,-14-1-95,-6-1 12,-18 4-62,-5 7-40,-10 2-722,-8 10-3343,15 8 4088,4 5 0,19-3 0,6-5 0</inkml:trace>
  <inkml:trace contextRef="#ctx0" brushRef="#br0" timeOffset="185232">25702 13396 23937,'51'-25'-437,"0"0"0,-12 1 0,-6 7 0,-16 19 0</inkml:trace>
  <inkml:trace contextRef="#ctx0" brushRef="#br0" timeOffset="185399">25646 13610 25965,'41'-18'-503,"1"1"1,-7 2 0,0 1 502,-1 3 0,-3 2 0,-2 0 0,-4 1 0</inkml:trace>
  <inkml:trace contextRef="#ctx0" brushRef="#br0" timeOffset="185623">26164 13293 26816,'24'3'314,"-4"23"-326,-22 9-290,2 17-560,-1-7-3194,1-1 3705,0-8 1,0-14-1,0-12 1</inkml:trace>
  <inkml:trace contextRef="#ctx0" brushRef="#br0" timeOffset="185973">26443 13295 19227,'-1'-10'4732,"1"2"-3712,0 8 890,0 0-1720,30-36-83,-22 27-7,21-21-44,-33 42-16,-3 10-35,-2 9-38,0 5-214,4 3-486,3-1-1183,2-1-6318,3-4 7386,1-8 0,-1-10 0,-2-8 0</inkml:trace>
  <inkml:trace contextRef="#ctx0" brushRef="#br0" timeOffset="186249">26663 13224 21265,'1'-4'4005,"0"1"-2885,-1 3-980,60-46-16,-35 35-77,12-12 1,-1 5 19,-11 30 6,1 11-17,1 11-17,-5 10-28,-8 6-61,-11 4-51,-7-12-1153,-9 17-724,1-20 1978,-4 18 0,9-33 0,2-4 0</inkml:trace>
  <inkml:trace contextRef="#ctx0" brushRef="#br0" timeOffset="186423">26788 13425 19305,'-10'-7'5080,"2"1"-4554,8 6-408,0 0-2190,67-36 2072,-31 25 0,1-9 0,-2 3 0,-16 16 0</inkml:trace>
  <inkml:trace contextRef="#ctx0" brushRef="#br0" timeOffset="187023">25352 14877 24239,'57'-17'-941,"0"0"0,-7 1 0,-7 5 0,-13 11 0,-14 0 0</inkml:trace>
  <inkml:trace contextRef="#ctx0" brushRef="#br0" timeOffset="187206">25494 15068 25225,'45'-14'-5545,"3"1"5545,-17 3 0,-1 1 0,3-1 0,-7 1 0</inkml:trace>
  <inkml:trace contextRef="#ctx0" brushRef="#br0" timeOffset="187416">25915 14719 26278,'5'0'-22,"4"20"-17,-4 11-202,6 20-521,-5-13-1461,0 10 2223,-3-1 0,-2-21 0,0-6 0</inkml:trace>
  <inkml:trace contextRef="#ctx0" brushRef="#br0" timeOffset="187840">26249 14737 10466,'-3'-2'9830,"1"0"-4750,2 2-4861,3-35-28,-2 37 5,1-17-135,-4 40-5,-4 17-112,3 2-95,1-7-4386,13 19 4537,-3-32 0,5 3 0,-9-17 0</inkml:trace>
  <inkml:trace contextRef="#ctx0" brushRef="#br0" timeOffset="188339">26516 14725 14284,'-4'-7'3909,"1"1"-642,3 6-2573,0 0 653,0 17-1258,0 1-55,-2 18-23,2-10 722,6 12-694,5-14 2560,10 9-2610,7-15 22,4-6-33,2-6 22,-8-4 28,7-10-22,-20 3 27,4-14-16,-19 4 22,-7-8-39,-5 7-28,-18-12 34,7 6-6,-12-15 0,13 2 28,6-4-28,10 8-11,4-6 27,8 18 35,4-3-57,5 13-33,2 4 45,4 7-6,3 3-12,5 6 12,3 7-16,-2 7-68,-7 9-219,-12 6-660,-19 4-2790,-15 2 3044,-7-8 0,10-14 0,9-12 0</inkml:trace>
  <inkml:trace contextRef="#ctx0" brushRef="#br0" timeOffset="189006">25563 16301 16292,'-2'5'4973,"0"-2"-3449,2-3-1586,85-42-1955,-33 27 1415,7-9 0,-1 3-3677,-8 15 4383,-21 7 0,-15 0 0,-13 2 1</inkml:trace>
  <inkml:trace contextRef="#ctx0" brushRef="#br0" timeOffset="189189">25599 16454 18257,'-3'2'5915,"1"0"-4581,2-2-1368,43-41-331,-13 27-402,5-9 0,2 1-6485,14 15 7252,-5 2 0,-17 2 0,-13 1 0</inkml:trace>
  <inkml:trace contextRef="#ctx0" brushRef="#br0" timeOffset="189406">26066 16117 26726,'9'-21'140,"0"15"-112,-4 41-72,1 9-186,0 6-677,-1 1-2375,0 0 2219,-1-2 0,-1-22 0,-2-7 0</inkml:trace>
  <inkml:trace contextRef="#ctx0" brushRef="#br0" timeOffset="189656">26392 16090 26418,'1'-24'381,"-5"35"-353,-1 32-59,2-11 1,-1 1-295,0 12-638,4-1-2191,6-6 3154,5-5 0,-5-15 0,1-7 0</inkml:trace>
  <inkml:trace contextRef="#ctx0" brushRef="#br0" timeOffset="190099">26823 16072 26379,'-38'-42'247,"-11"31"-231,12 50 1,0 4-6,11-3 23,17-12-23,7 1-5,14-8-1,23-11-10,-7-8 10,19-9 12,-20-9 28,4-7 257,-6-8 79,-11 5-235,-6 3 123,-7 10-113,-1 7-105,-1 1-34,-2 6-40,-1 8 12,0 1 28,-3 15-28,1 6-107,-2 16-263,5-12 0,1 2-477,0-1 1,2 0-311,4 9 0,1-1-3387,8 16 4555,-2-27 0,1-3 0,-1-6 0,1-1 0</inkml:trace>
  <inkml:trace contextRef="#ctx0" brushRef="#br0" timeOffset="190789">25197 17454 15978,'-10'2'5080,"2"0"-3495,8-2-655,0 0-1003,30-39-425,2 24-1370,0-7 0,3 1 1193,20 13 1,-17 4 0,-15 3 0</inkml:trace>
  <inkml:trace contextRef="#ctx0" brushRef="#br0" timeOffset="190973">25440 17556 24111,'47'-24'-2306,"-1"1"0,-7 3 0,-4 3 2306,6 4 0,-26 8 0,0 1 0</inkml:trace>
  <inkml:trace contextRef="#ctx0" brushRef="#br0" timeOffset="191199">25933 17251 19820,'2'-5'5349,"0"0"-4559,-2 5-605,13-16-107,-9 34-16,3 10-112,-11 28-124,0-21 0,0-1-268,1 8-2034,2 6 2476,5-10 0,-3-11 0,3-7 0</inkml:trace>
  <inkml:trace contextRef="#ctx0" brushRef="#br0" timeOffset="191516">26290 17212 18660,'0'-4'4639,"0"2"-2354,0 2-2229,2-32-45,-2 24 40,2-23-29,-1 34 28,-1-2 29,0 7-51,0 1 17,-2 3 5,-1 10 17,-4 17-28,-1 4-33,-2 12-23,5-11-28,2-11-840,3 10-28,1-23-8918,-1 17 8592,0-27 0,0 2 0,0-10 1</inkml:trace>
  <inkml:trace contextRef="#ctx0" brushRef="#br0" timeOffset="192489">26597 17316 18173,'4'-5'5378,"-1"0"-4936,17-22 0,3-5 253,-8 10-429,9-12 0,-4 3 14,-18 20-140,-9 6-16,-7 2-7,-7 3-10,-4 2-1,1 0-11,5 1 6,6-2-45,7 0 17,3-1-129,3 0 67,-2 0 11,2 2 1,-2-1-57,2 1 23,3-6-23,-2 2 40,2-3 5,-2 4-526,-1 1-583,1 4-1697,0-1 2795,0 6 0,-1-5 0,-1 0 0</inkml:trace>
  <inkml:trace contextRef="#ctx0" brushRef="#br0" timeOffset="193182">26092 17312 8114,'-4'2'7584,"1"0"-1323,3-2-5565,9-3-58,-6 2-207,8-3-145,-7 1-6,3-1 11,2-2-39,1-2-28,2-4 28,-2-2-11,1-2-45,0-2-39,3-1-22,2-1-51,2 3-73,1 2-11,1 7-34,-3 3-22,-2 9 62,-3 5 33,1 10-17,-3 4-10,-2 6-1,-4 4 6,-10 2-1,-6 2-3352,-18 12 3342,8-16-17,-14 13 16,16-21 18,0 3 10,7-8-44,7-6 39,4-8 3398,3-3-3393,5-3 1,6-3 5,12-2-72,8-7-12,26-7-39,-15 3-364,-9 5 0,1-1-1278,12-6-5667,8-3 7393,-15 4 0,-18 6 0,-12 5 0</inkml:trace>
  <inkml:trace contextRef="#ctx0" brushRef="#br0" timeOffset="193599">26701 17191 15126,'4'-7'5450,"0"1"-4330,-4 6 2538,0 0-3081,-8-27-409,6 20 56,-6-20-101,8 27-67,-1 0-56,-3 1 79,-9 15-51,1-3 17,-17 21 16,4-1-16,-5 9 0,7 0-23,11 2-5,11-17 17,13 3-29,7-18 34,10-2-11,5-5 17,14-10 28,-5-6-23,-3-3 130,-11-10 49,-14 1-55,-4-10 39,-12-10-157,-9 10-28,-5 2 0,-8 15-135,1 8-761,-7 2 868,2 4 0,12 1 0,3 1 0</inkml:trace>
  <inkml:trace contextRef="#ctx0" brushRef="#br0" timeOffset="194539">29965 10480 19221,'38'-20'-507,"0"0"0,0-1 0,1-6 0,-5 7 0,-1 17 1</inkml:trace>
  <inkml:trace contextRef="#ctx0" brushRef="#br0" timeOffset="194706">29946 10621 21775,'46'-21'-775,"1"0"0,-1 0 0,-1 0 0,0 1 0,-12 6 0,-11 6 0,0 1 0</inkml:trace>
  <inkml:trace contextRef="#ctx0" brushRef="#br0" timeOffset="195100">30653 10251 24609,'-2'-21'554,"1"5"-447,1 16 117,0-1 0,0-3-162,0 1 123,0-6-51,0 3 34,2-3-84,0 3 23,1 0 55,0 3-112,-1 1-44,-2 1 0,0 8 5,0 0 28,-2 30-17,-3 1-22,-4 24-454,1-2 90,2 1-106,4-14-2331,2 7 2801,5-15 0,-3-10 0,2-8 0</inkml:trace>
  <inkml:trace contextRef="#ctx0" brushRef="#br0" timeOffset="195565">30989 10252 25595,'23'-35'392,"-1"6"-341,-18 29-12,3 0-28,-2-2 73,3-1-50,-3 0-18,12-12-4,1-2-1,4-3 22,19-12-55,-11 16 0,12-4 38,-16 16 1,-9 12-17,-9 12 11,-6 17 1,-12 10 4,-9 8-22,5-27 1,-1 1-6,-1-1 0,1-1 16,-12 22-16,8-13 34,9-13 27,5-12 12,4-6-34,8-10-45,6-3-106,14-7-348,13-4-997,13-3-1408,-21 10 0,1-1 2822,-1 1 1,-3 1-1,12-3 1,-18 6-1</inkml:trace>
  <inkml:trace contextRef="#ctx0" brushRef="#br0" timeOffset="195756">31795 10111 20268,'0'-3'4783,"-1"0"-3320,1 3-1447,-13-30 1,9 30 6,-8 5-79,16 39-180,-1-8 1,1 3-804,1 0 0,1 0-731,1 6 0,0 1 1150,-1-4 0,1-3 0,1 14 0,-3-23 0</inkml:trace>
  <inkml:trace contextRef="#ctx0" brushRef="#br0" timeOffset="196323">30029 11756 23348,'42'-14'-496,"0"-1"0,0 0 0,16-4 0,-6 7-4779,-4 22 5275,-13 5 0,-16-5 0,-11-3 0</inkml:trace>
  <inkml:trace contextRef="#ctx0" brushRef="#br0" timeOffset="196483">30187 11941 23881,'34'1'-4033,"16"-4"4033,-5-3 0,0-2 0,5 0 0,3 0 0</inkml:trace>
  <inkml:trace contextRef="#ctx0" brushRef="#br0" timeOffset="196849">31021 11621 19031,'-7'1'4296,"2"-1"-3210,5 0 964,0 0-1871,4-30-106,-4 22-78,4-22 21,-4 39 12,-1 10-39,0 23-6,0-9-44,1 20-146,5-15-1211,9 21 108,-1-19-7490,9 14 7952,-11-29 0,-1-4 0,-6-11 0</inkml:trace>
  <inkml:trace contextRef="#ctx0" brushRef="#br0" timeOffset="197199">31409 11633 22929,'12'-49'552,"1"0"1,-6 11 0,3 5-307,23 3-95,-8 21 12,7 4-124,-5 9-11,0 10 0,-12 3-11,-3 14 5,-8 2-16,-8 14-40,-4-16 0,-3 0 29,-13 20 21,8-22 1,0-3-11,-6 2 0,3-5-6,12-13 11,2-3 28,14-7-67,13-5-50,4-1-342,23-8-1084,-16 6 0,2-2-3412,0 1 1,1-1 3681,-2 0 0,-3 2 1,1-2-1,-23 8 0</inkml:trace>
  <inkml:trace contextRef="#ctx0" brushRef="#br0" timeOffset="197533">31996 11415 25040,'20'-42'86,"0"0"0,1 1 0,0 15-92,1 29 12,6 10 5,5 24 6,-11 7-809,-12-13 1,-3 0 791,-5 13 374,-13 8-346,-13-5 6,-2-2 0,-3-5 16,13-20-16,7-11 117,6-4 28,9-5 1159,15-2-1344,13-4-341,21-5-1202,-23 4 1,0-1 700,30-8 0,-22 5 0,-17 4 0</inkml:trace>
  <inkml:trace contextRef="#ctx0" brushRef="#br0" timeOffset="202399">16165 16239 18936,'-4'-4'4010,"0"0"-2123,4 4-1848,-43-51 0,31 51 34,-32-27-28,44 68 17,5 5-1,5-3 12,9-9 45,6-11 56,4-11 33,4-12-39,4-18-45,7-16-436,-16 9 1,1-2 359,4-6 1,0 0-449,4-4 0,0 0 437,0 0 1,-1 1-29,-2 2 1,-2 2 2,-9 8 0,-1 3-268,23-17-578,-23 26-2156,4 1 2991,-11 18 0,-8-4 0,-1 4 0</inkml:trace>
  <inkml:trace contextRef="#ctx0" brushRef="#br0" timeOffset="203606">18979 8567 24374,'23'-44'57,"-1"0"1,4 4 0,6 9-117,16 21 1,3 9-228,-16-1 0,0 2 101,10 4 1,-4 3-421,-6 13 39,-7 12-51,-30 8 366,-26 4 220,4-21 0,-2-1 67,-4 0 1,-2-1-345,0 0 0,0-2 454,1-2 0,0 0 190,-23 10 133,9-6-374,17-7-44,14-6 33,19-5-34,21-7-61,21-9-1301,-6-1 0,1-2 1318,-12 4 0,0-1-6,14-7 0,-2-1-188,2-8 227,1-10 17,-17-4 90,-22-18 27,-15 8-206,-8 0 335,-14 12 146,1 19 3272,-6-1-3183,4 11-95,14 7-431,7 4 17,13 7 23,11 6 219,11 10-254,0-1 1,2 1-23,-1-1 1,-1 1 5,2 0 0,-2 2-11,-1 0 0,-3 2-90,4 20-1822,-15-8 0,-5 0 1520,-5 15-3440,-21-8 1,-6-3 3842,-13-3 0,17-15 0,1-3 0,2-6 0</inkml:trace>
  <inkml:trace contextRef="#ctx0" brushRef="#br0" timeOffset="204033">20983 8254 20951,'0'-9'3815,"0"2"-3019,0 7-623,0 0-134,-30 9 12,16 52-96,-4-26 0,2 1-223,9 10 0,6 4-658,-1-7 0,0 3 0,1-6-1301,0-5 0,0-2 2227,0 25 0,1-4 0,0-24 0,1-1 0</inkml:trace>
  <inkml:trace contextRef="#ctx0" brushRef="#br0" timeOffset="204406">21430 8298 21607,'0'-4'2980,"0"1"-2230,0 3-654,-68 38-40,44 0-395,-15-2 1,3 4 352,28-7 0,6 1-17,0-1 0,2-2-13,5 17 59,22 7-38,4-29 40,17 3 16,-2-27 7,0-18-18,-3-15 45,-6-12 6,-10-8-23,-10-6-10,-11-1 10,-13 1 0,-8 6-22,-11 9-16,4 14-1,-3 5-39,9 13-140,2 2 9,5 9-4194,6 10 4355,5 2 0,-2-3 1,3-4-1</inkml:trace>
  <inkml:trace contextRef="#ctx0" brushRef="#br0" timeOffset="204949">21948 8279 26598,'-15'-29'61,"-4"18"-38,-10 57-12,4 8-17,10 1 1,12-1-7,19-6-10,18-8 16,18-8 6,-22-20 0,1-3-6,0-2 1,1-2 28,23-7 5,-10-8 22,-15-11 12,-13-5-18,-13-6-32,-16-5-1,-10-5 0,-11-8-207,15 23 0,0-1 212,1-1 1,1-1-5,-8-17 4,14 15 1,2 1 22,3-6-22,5-10-11,7 23-12,4 10-5,2 6 414,2 5-414,1 5 17,6 9-1,1 9-21,4 13-12,0 12-84,-1 10-329,-15-24 0,-2 1-77,-2 1 0,-3 1-698,-5 0 0,-2-1 571,-4 0 1,-1-2 0,-4 4-1,-1-8 1</inkml:trace>
  <inkml:trace contextRef="#ctx0" brushRef="#br0" timeOffset="205256">22663 8428 25571,'50'-18'74,"0"1"0,1-1 0,-6 2 0,-1 1 0,-5 4-24,22 5 45,-17 3 678,-14 1-672,-10 1 152,-8 1-298,-5 0-3375,-5 0 3420,-11 1 0,7-1 0,-6 1 0</inkml:trace>
  <inkml:trace contextRef="#ctx0" brushRef="#br0" timeOffset="208223">24086 8136 20783,'9'-53'1208,"-1"0"0,0 5 0,-4 7-704,-12 7-280,-6 14-162,-5 10 106,-28 21-72,2 10-63,11-2 1,0 3-220,4 1 1,2 3 182,3 1 0,2 2-3,4-1 1,4 0 0,-1 27 82,19-10-44,16-9 7,14-15 4,7-10 74,3-17 72,-3-11 57,-7-15 310,-8-5-283,-9-4-11,-7 4-16,-4 7-79,-3 11-107,-2 10-44,0 6-11,0 25-12,0-7 1,-1 45-7,-3-11-92,0-12 1,1 2-507,0-2 0,1 1-379,0 1 0,2 1-2901,4 1 1,2-2 3889,1-6 0,1-2 0,6 6 0,-3-19 0</inkml:trace>
  <inkml:trace contextRef="#ctx0" brushRef="#br0" timeOffset="208516">24463 8028 23842,'18'-44'700,"0"0"0,1 1 0,2 11-487,5 22-112,6 3-28,-1 15-6,-5 11-33,-6 19 16,-6 13-56,-5 11-415,-6-28 0,0 0 423,1 1 1,1 0-87,1-2 0,1 0-241,1-1 1,1 0-1234,8 26-116,-4-15 1674,-3 3 0,-7-31 0,0 4 0</inkml:trace>
  <inkml:trace contextRef="#ctx0" brushRef="#br0" timeOffset="208706">24554 8295 18448,'-3'-3'5371,"2"1"-3360,1 2-1988,9-66-152,19 42-244,-4-13 1,5 1-4544,18 23 1,3 10 3462,-17-2 0,-1 1 0,3-1 0,-6 2 0,-17 1 0</inkml:trace>
  <inkml:trace contextRef="#ctx0" brushRef="#br0" timeOffset="208973">25252 7951 23595,'50'-28'56,"0"-1"0,2 2 0,-5 7-252,1 16-143,-9 5 1,1 2-189,-8 2 0,0 1-932,1 3 1,-4 2-1433,-3 6 2891,-16 5 0,-9-14 0,-2 3 0</inkml:trace>
  <inkml:trace contextRef="#ctx0" brushRef="#br0" timeOffset="209289">25481 8044 24844,'0'42'359,"30"-15"-343,-1-32 1,5-7-6,2 0 1,-1-2-1,3-7 28,-9-12 130,-21-12-85,-3 7-2017,-12 1 1,-2 2 2111,-4 2 882,-7-16-428,5 17-342,7 12-134,-1-1-68,14 15-55,5 14 3369,4 4-3386,8 20-40,0 9-5,-7-6 0,0 2-67,5 18-1507,-10-5 0,-5 1 1602,-8 1 0,2 6 0,-5-35 0</inkml:trace>
  <inkml:trace contextRef="#ctx0" brushRef="#br0" timeOffset="211907">27892 8049 25494,'16'-28'20,"1"-1"0,9-5-4,-26 75-4,1 12-1,-1 7 6,-1 1-269,-3-4 280,-2-10 113,-1-13 144,1-15 51,1-12-156,3-15-63,0-11-5,2-15-22,5-12-17,1-10 5,5-4-5,1 0-12,-1 8 229,-1 15-256,-5 16-56,-3 14 27,-5 15 12,-3 12-17,-2 4 6,-6 28-23,7-13-134,-1 19-997,6-9 1148,3 3 0,-1-24 0,1-3 0</inkml:trace>
  <inkml:trace contextRef="#ctx0" brushRef="#br0" timeOffset="215107">27426 8248 22940,'-1'-54'898,"-1"0"0,1 2 0,0 9-226,1 21-588,0 5 0,0 8-78,1 13 0,0 1 16,4 15 6,0 21 17,-1 10-254,-4-15 1,-2 2 222,-3-3 0,-1-1 3,-7 22-6,-6 4 0,7-20-17,0 4 96,7-19 50,3-10 302,2-18 99,2-4-396,4-17-44,2-18-95,0 4 10,-3-1 1,0-2 0,2-12-149,-4 21 1,1 1 165,4-20 5,-4 23-17,-1 5-33,-1 12-6,-2 15 23,0 4-12,-1 16 241,-4 17-246,0 6-23,-3 13-178,3-9-96,2-12-1182,6 6-5999,9-15 7489,5 1 0,-4-14 0,-3-10 0</inkml:trace>
  <inkml:trace contextRef="#ctx0" brushRef="#br0" timeOffset="215664">27915 8100 19188,'0'-9'4788,"0"2"-4267,0 7 1014,0 0-1227,17-66-39,-9 43-171,2-14 0,0 4-25,-5 27-40,-3 3-16,-5 11 61,-6 11-50,-3 8-5,-2 10-6,4-1-34,4 2 22,5 0 1,6 0 5,3-5 23,2-4-1,-1-8 85,-3-9 156,-3-6-5,-1-6-140,-2-8-62,0-6-33,-1-11-45,1 1 39,-1-21 39,3 11-39,-1-12 11,1 19-11,-1 11-6,-1 8-38,-1 11 4,-5 6-4,-1 12-1,-4 9 28,2 6 34,3 0-45,4-3 11,2-6 6,2-8-17,-1-8-135,1-6-578,-2-5 0,0-1 0</inkml:trace>
  <inkml:trace contextRef="#ctx0" brushRef="#br0" timeOffset="225289">25591 5481 21198,'15'-41'808,"-1"-1"1,0 4-1,-5 11-628,-9 23-108,-5 9 24,-8 10-29,-11 15-22,-9 16-249,15-18 0,1 2 207,0 3 0,2 1 2,3 0 1,3 0-111,2-1 0,3 0 82,8 26 12,11-8-17,11-7 11,9-11 40,1-10 89,-3-12 123,-7-14 482,-9-9-465,-8-12 164,-5-10-243,-2-4 2,-2 0-41,-3 6-89,-4 13-28,-8 9-17,-9 16-12,-7 8-21,-4 10-141,-1 6-515,7 1-3081,10 0 3770,9-4 0,8-12 0,2-7 0</inkml:trace>
  <inkml:trace contextRef="#ctx0" brushRef="#br0" timeOffset="225806">26736 5525 24777,'13'-41'336,"-1"0"0,-1 3 1,2 8-203,8 18-89,3 3-12,6 5 1,2 8-23,0 10-11,-1 12 0,-3 9 0,-6 8-28,-3 4-123,-7 3-438,-4 0-861,-1 1-1782,-3-1 3232,0 2 0,-2-24 0,-1-4 0</inkml:trace>
  <inkml:trace contextRef="#ctx0" brushRef="#br0" timeOffset="225966">26833 5773 17328,'0'-2'5422,"0"-1"-4308,0 3-1069,31-68-213,-5 42-821,2-14 1,6 3 988,-2 24 0,0 7 0,4-3 0,3 2 0</inkml:trace>
  <inkml:trace contextRef="#ctx0" brushRef="#br0" timeOffset="227016">27864 5455 23226,'20'-34'484,"-1"-1"1,9-17-441,-31 57 52,-9 12-12,-3 7-17,-6 11-17,2 14-39,8-16 17,17 17-11,4-31 11,22 14 28,15-15-39,-8-3 33,18-5 158,-20-11-108,-9-2 91,-4-8-79,-20-2-44,-14-10-57,-10 1-6,-17-5 1,4 10 16,-12-5 18,11 4 32,-5-14-4,15 3-1,9-7-39,12 11 28,4-3-17,5 7-11,9-7-17,2 9-5,8 4-6,-2 11 0,-4 5-11,7 6 16,-1 8-10,20 14-35,-9 3-88,2 12 4,-21-12-358,-8 11-2060,-19 5-5933,1-1 8228,-7 0 1,9-26 0,4-10 0</inkml:trace>
  <inkml:trace contextRef="#ctx0" brushRef="#br0" timeOffset="227472">28833 5345 25191,'-35'-22'52,"1"0"1,-2 4-1,3 10-52,-9 35 0,14-5 0,3 1-5,5 1-1,-6 24 0,29-24 34,8 7-11,5-16 85,21-7-2,-8-12 52,14-8 49,-8-10 23,-4-7 51,-5-2 16,-7 0-34,-6 4-133,-6 10 111,-3 3-196,-2 11-28,-2 0-16,0 10 5,-1 7 11,-3 13-17,-1 10-83,-3 7-309,3 7-756,2 2-1691,7 3 2845,5-1 0,-3-24 0,1-8 0</inkml:trace>
  <inkml:trace contextRef="#ctx0" brushRef="#br0" timeOffset="227732">29382 5322 26278,'4'-26'17,"-9"34"-56,-9 33-90,4-10 0,1 1-487,-6 20-555,5-2 287,4-13-3755,7 4-1869,7-23 6508,2 3 0,-2-15 0,-2-5 0</inkml:trace>
  <inkml:trace contextRef="#ctx0" brushRef="#br0" timeOffset="228073">29533 5496 9374,'4'-6'9830,"-1"1"-7237,-3 5-1763,0 0 822,30-60-1210,-23 44-372,10-19 0,-7 9-20,-18 33-5,-5 6-28,0 3 0,-6 21-12,9-8-10,-2 23 5,10-23 17,6 7-6,5-19 11,0-1 185,5-6-60,-4-15-24,6-7 6,-2-12 11,1-6 28,-2-5 5,-4 0 18,-4 1 5,-2 6-40,-5 7-111,-3 8-45,-2 6-22,-7 3-85,1 7-363,-10 3-1143,0 8-3663,3 5 5276,4-2 0,8-6 0,5-5 0</inkml:trace>
  <inkml:trace contextRef="#ctx0" brushRef="#br0" timeOffset="228299">29967 5325 20834,'1'-4'4055,"0"1"-3198,-1 3-834,-6-13-6,-3 22-17,-6-5-84,1 26-443,6 5-151,4-7-6290,13 13 6968,-2-20 0,3 4 0,-5-18 0</inkml:trace>
  <inkml:trace contextRef="#ctx0" brushRef="#br0" timeOffset="228489">30157 5327 26334,'31'-30'-5,"-6"13"-275,-22 48-718,0 2-1645,3 0 2643,0-1 0,-3-14 0,-1-5 0</inkml:trace>
  <inkml:trace contextRef="#ctx0" brushRef="#br0" timeOffset="228749">30427 5292 13082,'0'-4'9830,"0"1"-9074,0 3-537,13-24 145,-11 27 28,7-12-56,-15 35-101,-3 3-112,1 1-66,3 0-506,4 2-4272,9 0 4721,1-4 0,-1-10 0,-3-9 0</inkml:trace>
  <inkml:trace contextRef="#ctx0" brushRef="#br0" timeOffset="230473">30302 5369 8758,'-7'-9'6441,"1"3"-3708,6 6 1950,0 0-3574,38-47-616,-28 33-263,28-34-230,-38 47-12,0 2 18,-3 8 39,-4 16-12,0 4-10,-1 13 16,4-7-28,1-7 23,3 6 5,-2-9 34,-2 9 39,0-12 95,-2-2-39,3-14 320,1-3-102,2-4-179,0-12-134,1-5-11,0-16-17,0 5-6,0-11 34,-1 6 95,-5-11-112,2 18 50,-5 3-123,5 19-44,0 0 16,1 10 34,0 7 22,0 17-34,0 3 18,-1 9 33,1-14-28,-1 7 0,2-18 5,-2 10 46,3-20 50,0 2-68,0-9 62,8-11-67,2-6 17,9-13 56,-2-3-56,-1-4-34,-6 10 67,0-4-66,-8 20-18,1-2-39,-3 14 12,-5 8 44,1 2-11,-7 14 11,-1 9-11,1 2-34,2 5 34,5-13 0,3-6 34,2-9 56,-1-6 10,3-8-21,1-10-29,2-9 17,0-11-50,-1 4 0,0-18 11,-3 17-6,0-8-38,-1 21-40,-1 9 22,0 6-28,-4 17-83,-2 6-286,-5 17-533,-1 4-1175,-4 5-349,3-8 2488,-3 2 0,10-25 0,-1-2 0</inkml:trace>
  <inkml:trace contextRef="#ctx0" brushRef="#br0" timeOffset="231049">29898 5480 24676,'9'-36'409,"0"0"0,6-21-336,-13 52-84,-1 4 5,-3 9 23,-3 7 11,-5 11-5,-1 6-18,2-6 12,2 8-23,4-15 18,1 4 88,2-12 225,0-7 112,0-2-163,0-8-128,0-5-45,0-9-23,1-8-5,1-5 17,2 0 27,3 3-10,0 7-40,-1 9-28,-2 5-45,-2 5-22,-1 3-16,1 4-102,0 7-610,4 9-2291,2 12 3047,1-1 0,-2-8 0,-3-10 0</inkml:trace>
  <inkml:trace contextRef="#ctx0" brushRef="#br0" timeOffset="231433">30960 5605 26934,'-11'17'-2549,"-7"12"2549,-14 25 0,11-19 0,9-15 0</inkml:trace>
  <inkml:trace contextRef="#ctx0" brushRef="#br0" timeOffset="236424">29699 5682 7151,'-1'-4'1657,"1"1"158,0 3-129,-1-2-1014,2 1-1680,-1-1-107,0 8 751,1-4 84,-1 5-22,0-5-241,-1-1-813,1 1 1356,-1-1 0,0 1 0</inkml:trace>
  <inkml:trace contextRef="#ctx0" brushRef="#br0" timeOffset="237007">29714 5730 9145,'4'-12'7231,"0"2"-5669,-4 10 1183,0 0-2297,2-31-118,-1 21-50,1-25 11,-1 30 180,0 0-319,0 2 150,0-1-5,-1 2 84,0-1-286,0 0 134,0 0-21,0-1-24,1 0 12,-1 0-28,0 2-22,0 0-112,-3 10-1,-6 7-22,-9 14-27,-7 5-242,-3 6-1724,4 1 1982,8 3 0,9-20 0,4-3 0</inkml:trace>
  <inkml:trace contextRef="#ctx0" brushRef="#br0" timeOffset="237690">29071 5703 22963,'0'-60'56,"2"20"-34,1 57-627,0 23-801,-1-9 1406,-8 23 0,5-37 0,-5 8 0</inkml:trace>
  <inkml:trace contextRef="#ctx0" brushRef="#br0" timeOffset="239140">17551 4177 18403,'7'-47'1273,"1"-1"1,-1 5-1,-2 10-802,-5 25-292,-4 9 17,-5 13-17,-10 15-44,-8 15-91,12-17 1,-1 1-26,1 2 1,2 1-3,-6 27-17,13-5-17,17-9 29,12-9 10,14-11 17,10-11 56,3-15 90,-1-12 123,-6-16 101,-8-10-6,-13-10-328,-9-4 110,-14-3-28,-8 0-23,-7 5-44,-2 10-40,0 11-38,5 13-130,2 9-308,5 8-1109,3 12-5477,2 11 7012,5 4 0,-2-6 0,3-9 0</inkml:trace>
  <inkml:trace contextRef="#ctx0" brushRef="#br0" timeOffset="239757">18755 4163 23355,'-20'-39'298,"1"0"1,0 3 0,0 15-215,1 38-12,-12 18-52,12-11 0,-1 4-26,-1 10 0,1 2 1,-5 16 5,13-17 0,7-1-6,16 5-11,15 4 14,0-27 1,5-5 75,25 1-6,0-13 118,-10-21 95,-16-11 61,0-13-4,-11-8-341,-12-7 150,-15-1-28,-6-2-29,-9 4 12,0 8-62,2 12-207,5 12-381,7 13-90,3 11-2559,11 12 3198,14 11 0,-9-7 0,7 1 0</inkml:trace>
  <inkml:trace contextRef="#ctx0" brushRef="#br0" timeOffset="240364">19888 4147 17361,'-10'-43'2311,"1"1"1,0 4-1,1 9-2199,1 19-50,-2 16 28,-3 13-1,-6 17-72,2 0 22,-7 20-31,14-22 1,2 0-12,-1 0 0,3 1-3,3 3 1,3-1-12,16 13 23,10-12 5,0-15 101,15-10 34,-15-19 11,11-10 33,-13-14-89,-9 2 62,-2-12-51,-9-10-56,-1-2-17,-5-8-11,-2 17-11,-1 14 16,-4 3-33,0 13-134,0 2-376,1 6-1288,5 9 950,9 9 0,-5-5 0,5 4 0</inkml:trace>
  <inkml:trace contextRef="#ctx0" brushRef="#br0" timeOffset="240807">20852 4155 19988,'0'-4'4134,"0"1"-2358,0 3-1737,-11-25 0,8 30-39,-8-11 17,8 43-12,-2 9-5,0 6-5,2-12-1,13 15 6,9-21 0,17 10 39,8-22 6,8-12-22,3-17 10,-13-5 56,-14-4 1,-3-3 90,2-12 32,5-18-21,-23 2-96,-9 10 112,-18-20-134,-4 20 5,-12-11-55,1 19-18,-1 9-61,0 10-459,-2 9-1865,-3 12 2380,-5 12 0,20-8 0,2 1 0</inkml:trace>
  <inkml:trace contextRef="#ctx0" brushRef="#br0" timeOffset="241424">22342 4160 18487,'0'-8'2590,"4"-27"1,1-5-1689,-3 8-586,2-10 1,0 2 70,-3 21-281,-1 8-95,-1 14 45,-8 17-5,-8 18-35,4-10 1,-1 3-126,-2 3-1,1 2 113,2 1 0,1 0 2,4-1 1,4-1 11,13 27-11,18-9 5,19-14 34,11-15-6,-25-18 0,0-4 0,20-6 59,-17-9 0,-2-4 126,3-16-95,-14 8 0,-5-4 84,-11-27-143,-13 24 0,-5 0-12,-6-2 1,-3 1-9,-5 0 1,-3 1-23,0 4 0,0 2-9,3 4 1,1 2-20,-11-7-241,14 13-789,13 10-2723,6 12 3753,4 3 0,-1 1 0,2-5 0</inkml:trace>
  <inkml:trace contextRef="#ctx0" brushRef="#br0" timeOffset="242031">23923 4249 22083,'9'-47'1182,"1"-1"0,-2 7 0,-2 8-824,-3 18-246,-5 12-56,-7 16 6,-9 14-23,-8 18-25,11-18 0,0 2-11,1 1 0,2 1 19,3 5 0,2 0-16,2 11 16,17 9 6,14-31 17,18 0-6,14-13-3,-24-12 1,0-3 8,3-3 0,-2-5-124,0-3 0,-3-3 152,-3-5 0,-3-2 19,-7-3 1,-4-3 2,-5-1 0,-7-2-36,-7-1 0,-6 1-3,-6 0 0,-4 1-3,-7 2 0,-4 3-20,-2 3 1,-1 4-17,1 3 0,0 3-56,-19-1-348,15 15-268,19 7 655,10 21 0,8-17 0,1 8 0</inkml:trace>
  <inkml:trace contextRef="#ctx0" brushRef="#br0" timeOffset="242714">25739 4381 24771,'-57'-22'280,"1"20"-244,27 32 1,5 10-37,4-8 0,3 1 0,0-1 0,5 0-11,9 22 22,20-18 0,4-13 1,5-3 55,30 4-1080,-20-16 0,1-4 1120,11-10 622,-1-16-382,-18-8 118,-2-27-291,-17-1-917,-13 20 1,-3 1 781,-10-17-200,1 21 1,-3 1 205,-12-14 485,6 18 1,-1 1-587,-16-6-247,0 12-1199,15 22 949,13 6 553,4 10 0,8-9 0,0 1 0</inkml:trace>
  <inkml:trace contextRef="#ctx0" brushRef="#br0" timeOffset="243274">26897 4423 18235,'0'-7'5136,"0"2"-4184,0 5-291,-18-61-336,11 44-269,-4-17 1,-1 8-29,4 28 67,-18 19-67,-1 5-23,-13 18 7,8 0-24,10-1 1,11-3 11,18-8 11,13-7 40,17-9-12,11-8 56,3-11 101,-3-9-78,-15-4 296,-3-24-235,-21 2-50,-2-20-17,-16 5-39,-5 5-17,-6 10-50,6 14-152,-4 9-369,6 11-1608,-3 11 2123,4 10 0,4-4 0,3 1 0</inkml:trace>
  <inkml:trace contextRef="#ctx0" brushRef="#br0" timeOffset="243831">27875 4447 25287,'-16'-44'302,"0"1"1,3 3-1,-1 11-257,1 26-56,-2 9 0,-3 7 16,-2 12-10,3 10-6,2 6-1,7 4-10,10-2 11,13-5 5,13-6 23,13-10 22,6-10 56,-2-12 73,-6-11 34,-9-13-6,-10-10-45,-11-10-44,-14-7-23,-11-3-12,-11 4-27,-4 11-50,0 14-79,1 13-168,7 12-644,7 10-2291,15 9 3187,11 2 0,-1-6 0,1-7 0</inkml:trace>
  <inkml:trace contextRef="#ctx0" brushRef="#br0" timeOffset="244281">28737 4297 26620,'14'-59'73,"-9"21"-23,-21 60-22,-9 15-11,-5 9-284,-1 6 256,9-1 69,10-4-70,16-7 24,18-7 10,20-7-44,17-8 10,-24-11 1,0-4 22,0-3 1,0-3 83,24-8 62,-16-11-6,-18-9-45,-13-8-44,-13-11-6,-9-5 22,-8 0-27,-5 6-18,-3 11 29,0 12 158,-1 12-489,-2 11-1131,-3 13 1400,-4 11 0,15-7 0,2 3 0</inkml:trace>
  <inkml:trace contextRef="#ctx0" brushRef="#br0" timeOffset="244998">29718 4444 13301,'-1'-3'6318,"0"0"-2750,1 3-3490,-37-19-33,20 23 50,-37-4 6,28 32 11,-5 11 22,3 3 40,4 10-113,13-10-27,3-5 50,18-11 78,7-13 141,13-1 414,14-13-218,-6-15-270,-3-5 146,-11-18-95,-12 0-123,-1-16-93,-9 16 1,-2-1-26,-3-13-8,0 15 0,-1 2 8,-3 2-17,-3 1-72,3 13-376,-2 11-738,4 11-321,0 3 1485,11 20 0,-4-18 0,6 7 0</inkml:trace>
  <inkml:trace contextRef="#ctx0" brushRef="#br0" timeOffset="245557">30525 4366 15569,'-3'1'4688,"0"-1"330,3 0-4647,-5-37-119,4 27-191,-4-28-27,3 39 11,-8 10-1,-8 7 7,-14 16-23,3-4 5,-10 11 1,10-8-12,1 7 23,15 0 6,17-11 10,17 0-10,5-15 38,17 0 46,10-10-29,2-4 12,5-9 22,-18-9-17,-4-8-67,-9 3 112,7-22-23,-19 9-5,2-17-44,-25 7-63,-13 2-27,-4 11 16,-23-3-257,14 22-1316,-14 0 1551,12 23 0,17-5 0,2 7 0</inkml:trace>
  <inkml:trace contextRef="#ctx0" brushRef="#br0" timeOffset="248097">31546 4402 12595,'0'-3'7578,"1"1"-4324,-1 2-2878,32-58-203,-23 44-111,21-40 111,-42 68-94,-2 1 24,-15 16 1,-4 4-379,11-12 1,-1 1 288,-14 16 0,2-1-14,0 0 11,11 0-11,17-15 45,8 2 33,10-7 118,17-9-106,-5-6 83,21-14 12,-4-10-31,-4 0 1,1-3-52,-4 1 1,-1-1 60,6-7 1,-3-1-53,-12 5 0,-4 0 0,5-16 84,-14 1-73,-29 11-95,-6 3-17,-17 6-55,6 12 465,9 6-1322,1 8-2141,13 5 3042,-1 11 0,9-9 0,3 0 0</inkml:trace>
  <inkml:trace contextRef="#ctx0" brushRef="#br0" timeOffset="249407">18125 4577 24133,'-36'39'-345,"9"6"1,23-18 0,3-1-1</inkml:trace>
  <inkml:trace contextRef="#ctx0" brushRef="#br0" timeOffset="249614">19256 4590 19776,'0'0'0</inkml:trace>
  <inkml:trace contextRef="#ctx0" brushRef="#br0" timeOffset="250041">20608 4630 24122,'-38'17'-2017,"0"1"1,4 0-1,7 3 2017,16 23 0,5-16 0,5-13 0</inkml:trace>
  <inkml:trace contextRef="#ctx0" brushRef="#br0" timeOffset="250374">21598 4576 15490,'2'-3'6649,"0"1"-4134,-2 2-2482,16-23-33,-16 33-263,11-8-280,-16 30 543,7 26 0,0-38 0,4 15 0</inkml:trace>
  <inkml:trace contextRef="#ctx0" brushRef="#br0" timeOffset="250831">23273 4406 24822,'-26'30'-3193,"3"8"3193,11 11 0,6-18 0,3-13 0</inkml:trace>
  <inkml:trace contextRef="#ctx0" brushRef="#br0" timeOffset="251257">24966 4563 20078,'0'-6'3484,"0"2"-1995,0 4-1556,-32-16-78,20 21-1423,-30 4 1568,23 37 0,7-16 0,1 1 0</inkml:trace>
  <inkml:trace contextRef="#ctx0" brushRef="#br0" timeOffset="251664">26384 4693 21394,'0'-4'3271,"-1"1"-2845,1 3-460,-25-21-308,11 30-2049,-20-9-3171,24 26 4714,4 4 0,5-19 0,1 0 0</inkml:trace>
  <inkml:trace contextRef="#ctx0" brushRef="#br0" timeOffset="251923">27407 4539 25147,'-1'3'-318,"-12"17"0,-3 11 0,-3-2 0</inkml:trace>
  <inkml:trace contextRef="#ctx0" brushRef="#br0" timeOffset="252407">28505 4608 23859,'-16'21'-646,"-6"8"0,7-4 1,0-2-1</inkml:trace>
  <inkml:trace contextRef="#ctx0" brushRef="#br0" timeOffset="252764">29239 4628 16880,'2'-4'6318,"-1"1"-4985,-1 3-1468,3-17-604,-6 24-2840,0-7 3579,-4 25 0,2-8 0,3-7 0</inkml:trace>
  <inkml:trace contextRef="#ctx0" brushRef="#br0" timeOffset="253224">30290 4713 19972,'2'-3'4245,"0"0"-3192,-2 3-1053,15-14-280,-15 24-1731,10-4 2011,-16 33 0,2-17 0,2 0 0</inkml:trace>
  <inkml:trace contextRef="#ctx0" brushRef="#br0" timeOffset="253490">31174 4605 21730,'-6'-9'2711,"1"2"-2526,5 7-297,0 0-6974,-18 51 7086,8-23 0,-10 27 0,15-39 0</inkml:trace>
  <inkml:trace contextRef="#ctx0" brushRef="#br0" timeOffset="260414">30370 3701 19288,'5'-45'1799,"-1"0"1,1-6 0,-1 5-1093,-2 10-315,1-7-213,-2 26-140,1 10-28,-2 9 12,2 14-7,0 18 1,0 22-14,-3-21 0,0 2-480,-2 3 0,-1 1 485,-1 0 1,0-2-1,-1-2 1,1-3 8,-3 24 16,4-18 79,3-16 196,0-13-67,1-16-135,1-12 910,0-16-983,0-13 1,0-8-258,-1-6 241,0 0 33,0 4-16,0 13-34,1 16-39,-1 14-28,0 13 55,0 13 7,0 13 279,0 14-269,-2 12 1,-2 4-304,0 0 293,0-5 10,2-8 7,0-13 38,2-11 67,-1-10-44,0-13-39,-2-13-1,-1-15-16,0-13-6,1-9-107,1-7 102,4-2 33,1 6-17,0 16-55,-1 17-57,-1 17 85,-5 38 5,-1 5-3,1-4 0,0 3 3,-4 26 0,3 0 0,2-6 6,2-12 427,1-15-327,0-15-5,0-18-56,2-18-6,4-19 0,5-15-269,-5 23 1,2 0 257,-1-1 0,0 0 39,6-27 11,-5 16-38,-3 20-80,-4 15-83,-3 18-717,0 13 840,-1 21 0,2-17 0,1 4 0</inkml:trace>
  <inkml:trace contextRef="#ctx0" brushRef="#br0" timeOffset="264007">6136 3561 9335,'-11'4'3915,"2"-1"-1545,9-3 581,0 0-2822,-8 2 112,7 0 106,-1 2 45,18-1-229,3-1-107,1-2 45,0-1 50,-7 0 90,-1-1 442,-5 0-465,-5 1 45,-1-1-151,-2 1-89,-4-1-46,-5 1 40,-18 8 0,-3 2-12,-3 5 40,-4 5-11,11-2 22,-3 1-6,11-4 96,11-7 90,10-3-102,4-3 73,12-3-78,4-3-17,18-10-50,-2-1-6,5-4-28,-16 6 117,1 1 16,-13 6 163,-3 0-117,-6 5-92,-9 2-59,-1 1-7,-9 3 23,-2 3-71,-10 2 18,7-2-580,2-2-975,11-4 1532,3-1 0,2 0 0,0 0 0</inkml:trace>
  <inkml:trace contextRef="#ctx0" brushRef="#br0" timeOffset="267539">14142 6623 17910,'-3'0'5030,"1"-1"-3815,2 1-929,-23 21-84,13 4-79,-16 21-39,21-2-17,6-5 6,10-4 39,8-8 73,10-9 62,6-8-135,-5-10 196,18-19-118,-17-7-11,8-18-28,-20-2-27,-11-2-29,-13 1 6,-8 6-23,-8 12-22,-5 10-45,0 11-39,-1 12 39,2 10 12,3 13-40,4 11 0,3 8 6,6 8-123,4 3-505,13 2-452,2-29 0,4-1-825,8 1 1,3-2 1587,3-3 1,-1-3-1,12 6 1,-14-14 0</inkml:trace>
  <inkml:trace contextRef="#ctx0" brushRef="#br0" timeOffset="267832">15093 6899 19787,'-8'0'3898,"2"0"-2901,6 0-112,0 0-829,-25-10-28,28 7 34,4-9-29,29 10 1,16 0 39,-10-2-12,-4 0-16,-6-1-34,-5 0-55,-8 2-506,-5 2-2535,-4 1 3085,-2 0 0,-3 0 0,-2 1 0</inkml:trace>
  <inkml:trace contextRef="#ctx0" brushRef="#br0" timeOffset="268432">16349 6868 13961,'0'-4'6834,"0"1"-5075,0 3-723,-9-62-291,0 35-465,1-11 0,-3 3 44,-9 18-138,-8 8-24,-7 12-16,-9 13-23,-6 12-388,0 11 265,7 4 5,14 0 1,17-2-17,20-4 11,13-5 0,14-5-6,8-9 84,4-9 102,1-16 66,-6-12 62,-9-16 22,-13-8-50,-9-5-67,-8 2-62,-7 5-33,0 11 259,0 11-377,1 11-11,2 7 11,1 12-28,0 12-45,2 16-307,1 13-343,-1-21 1,1 1-2227,-1 5 0,-1 0 2949,0-2 0,0-2 0,0 12 0,-1-19 0</inkml:trace>
  <inkml:trace contextRef="#ctx0" brushRef="#br0" timeOffset="268939">13532 6487 17104,'17'-41'1722,"0"1"0,-1 0 1,6-13-1,-5 11-1414,-11 22-39,-5 10-275,-1 7-39,0 15-16,0 12-410,0 23-346,0-4-2135,2-10 0,1 1 2104,3 14 0,1-8 0,-2-17 0</inkml:trace>
  <inkml:trace contextRef="#ctx0" brushRef="#br0" timeOffset="269132">14588 6397 23674,'-2'-2'1523,"-1"-1"-2173,3 3 650,13 3 0,-10-2 0,9 2 0</inkml:trace>
  <inkml:trace contextRef="#ctx0" brushRef="#br0" timeOffset="269565">15845 6355 24396,'-2'-38'232,"0"1"1,-2-22-272,5 69-140,6 10-141,0 2-4362,18 30 4682,-9-19 0,3 4 0,-11-21 0</inkml:trace>
  <inkml:trace contextRef="#ctx0" brushRef="#br0" timeOffset="269772">16532 6305 21097,'0'-3'2717,"0"0"-2762,0 3-5932,28 25 5977,-17-5 0,18 8 0,-25-14 0</inkml:trace>
  <inkml:trace contextRef="#ctx0" brushRef="#br0" timeOffset="270439">17916 6878 18683,'-2'-2'3804,"0"0"-2763,2 2-1091,55-65-129,-4 45-666,0-15 1,4 3 525,-13 30 0,0 7-359,-3 1 0,-3 4-767,16 17-45,-30 11 879,-36 4 572,-30 1-33,9-21 1,-3-2 438,-3-1 0,0-1 263,0-1 0,2-3 143,5-2 0,4-1 633,-14 2 69,22-8-1279,20-6-207,22-8-39,21-6 8,-11 4 0,2 0 11,5-1 0,1 1 14,1-1 1,-1 1 247,-3 0 1,-2-1-143,18-12 12,-22-6 28,-16-10 56,-18-9 162,-7-4 213,-6 6 33,2 10-155,5 16-214,4 10 89,4 6-296,2 11 17,1 8-29,4 13-22,5 14-1439,4 1 0,2 1-4151,3 15 5302,-4-12 0,-1-3 0,-7-19 1,-1-1-1</inkml:trace>
  <inkml:trace contextRef="#ctx0" brushRef="#br0" timeOffset="271849">19492 6869 23047,'4'-43'733,"1"0"1,-1 2-1,-1 15-738,-3 24 16,0 16-17,-4 16-55,-2 21-411,2-18 0,-1 2-449,1 4 0,1 2-2682,1 3 0,2-1 3603,1-4 0,2-3 0,0 10 0,2-21 0</inkml:trace>
  <inkml:trace contextRef="#ctx0" brushRef="#br0" timeOffset="272199">19970 6866 16320,'1'-6'6407,"0"0"-5471,-1 6-332,0 0-570,-46 4-23,28 22 6,-32 12-17,43 21-6,9-3-5,8-8 34,9-14 100,6-13 101,-1-12 5,1-16-10,-5-12 56,-3-13 27,-7-8-72,-7-6-45,-9 0-40,-8 2-27,-9 8-17,-3 9-57,0 11-66,6 7-45,7 9-252,7 11-1323,8 9 1642,18 15 0,-11-15 0,9 0 0</inkml:trace>
  <inkml:trace contextRef="#ctx0" brushRef="#br0" timeOffset="272406">20546 6780 22162,'0'-5'3635,"0"2"-2930,0 3-699,-32 12-28,23 20-124,-23 20-689,29-17 0,5 3-468,-3 2 1,1 0 1302,2 5 0,0-4 0,-1 7 0,2-8 0</inkml:trace>
  <inkml:trace contextRef="#ctx0" brushRef="#br0" timeOffset="272699">21090 6974 21097,'-5'-2'3921,"1"1"-2437,4 1-1461,54-24 55,-2 17-525,-3-6 1,2 1 468,-12 10 1,-3 2 13,-3 0 1,0 0 2,0 0 1,-2 0-12,7 0 34,5 0-180,-32 0-1629,-2 0 1747,-14 3 0,3-3 0,-4 3 0</inkml:trace>
  <inkml:trace contextRef="#ctx0" brushRef="#br0" timeOffset="274005">22760 6703 21909,'-22'-45'769,"0"1"0,1 4 1,-1 10-563,-9 20-61,-8 16-51,-6 10-45,-5 16-33,24-12 0,2 1-172,0 3 1,3 2 160,-13 27 0,14-1-6,10-4 11,14-7 103,11-10-42,13-11 63,8-11 50,6-17 34,-1-12 72,-3-14 34,-7-7-45,-7-2-28,-8 2-28,-6 8-67,-5 11 132,-3 11-300,-3 10 22,-3 14 1,-2 10-24,-3 14-4,-1 8-29,3 8-336,4 5-430,2-26 0,0 0-1068,2 1 0,1 0 1879,2 2 0,0-2 0,1 4 0,2-7 0</inkml:trace>
  <inkml:trace contextRef="#ctx0" brushRef="#br0" timeOffset="274272">23096 6714 25612,'46'-11'24,"1"1"0,-6 4 1,-9 10 8,-16 48-16,-11 9-17,-7-27 0,-1-1-25,-1 2 0,-2 0-138,1-2 0,1 0-889,-1 28-880,12-9 1932,13-7 0,-7-22 0,2-5 0</inkml:trace>
  <inkml:trace contextRef="#ctx0" brushRef="#br0" timeOffset="274439">23023 7012 21100,'38'-23'-772,"1"0"1,-1 0 0,14-9 0,-6 9-1,-9 20 1,-14 3 0</inkml:trace>
  <inkml:trace contextRef="#ctx0" brushRef="#br0" timeOffset="274989">24158 6759 23302,'42'-18'-324,"1"0"1,-1 0 0,6-6-1,-3 8-519,-10 16 0,-4 8-2277,3 7-1340,-3 9-178,-20 5 2695,-37 10 2408,1-13 422,-4-8 1,-3-2 2131,-16 3-1287,19-8 1,-1 1 1393,-23 7-3538,10-2 893,20-8 481,9-3-256,18-6-365,11-1-229,14-5-17,24-7-27,-4-3 135,0-1-107,-11-3 4,-14-4 3354,-1-12-3308,-9-23 16,-12 8-22,-4 1 246,-6 18-55,3 19-174,1 3-95,2 7-1,9 18 7,1 4-29,7 18-11,1 3-11,7 16-23,-3-7-56,1-1-728,-7-7-3993,-10-6 4783,-6 1 0,0-13 0,-3-12 0</inkml:trace>
  <inkml:trace contextRef="#ctx0" brushRef="#br0" timeOffset="278381">25961 6788 21170,'6'-53'1226,"1"0"1,-2 10 0,-1 7-813,-3 16-268,-1 17-118,-2 5 0,-7 19 0,-5 10-5,-8 22-12,6-12-11,-1 13 22,10-7 6,9-3 34,12-5 78,15-24-62,-1-7 130,15-16 10,1-9-14,-9-1 1,1-2-234,-6 1 0,-1 1 146,4-4 1,-4 2-22,2-3 44,-8 4-56,-14 13-79,-3 3 1,-2 12 5,-1 10 315,1 3-320,2 14-23,4 17-207,1 8-20,-5-31 1,0 2-4673,0 10 1,-1-3 3870,-1-3 1,1 12 0,-5-40 0</inkml:trace>
  <inkml:trace contextRef="#ctx0" brushRef="#br0" timeOffset="280973">22508 3402 22957,'-8'44'239,"1"1"0,1-3 0,1-2-150,2 17-5,6-8 34,1-10 207,2-14 453,-1-10-32,-2-11-483,-2-14-134,0-10 5,2-15 12,2-13-23,2-9-81,-3 25 0,-1-1-189,1-1 0,-1 1 225,2-29 6,-2 16-50,-2 19-51,0 18 23,-2 18-1,-3 15-21,-3 15 16,-3 11 16,1 6 357,3-3-379,2-5 6,7-11 28,0-12 45,2-12 5,0-12-11,-1-13-27,1-13 16,-1-15 0,-1-13-17,-5-5-11,-1 21 0,-1 3-6,-3-11 1,-1 2-40,6 33-22,0 9 33,2 15 12,0 15-1,0 15 12,0 10-17,0 4-235,0 0 247,0-6-29,2-8-50,1-11-365,2-10-2413,2-9 2845,0-7 0,-2-5 0,-2-1 0</inkml:trace>
  <inkml:trace contextRef="#ctx0" brushRef="#br0" timeOffset="282457">22324 3516 22593,'-53'-1'1361,"18"-7"-1244,51-11 57,20-11-115,-11 11 0,3-1-34,1 2 0,1 0-141,5-2 1,0 2 132,15 2 55,-17 9-61,-7 14 1,-14 11-1,-3 15-6,-5 8 6,-10-9 1,-3-1-7,-3 14-8,-5-10 1,-4 0 18,-4-4 1,-2-2-775,2 0 0,-1-1 766,1-1 1,1-3-280,-5 13 339,20-24 189,6 6 51,17-16-38,26-6-186,12-6-325,-15 0 0,2 0 232,2-3 1,-2 1 753,-7 2 1,1 0-3880,15-5 0,-2 0 3134,4-1 0,6-2 0,-39 11 0</inkml:trace>
  <inkml:trace contextRef="#ctx0" brushRef="#br0" timeOffset="284865">7031 3715 21685,'-48'-33'650,"19"2"-633,47 23 6,22-8-18,-9 7 1,3-1-9,-1 1 0,1 1-11,5-1 0,-2 2-36,7 1 39,-21 4 50,-15 6 6,-21 6-6,-25 13-17,-12 0-260,-6 0 328,-2-6 83,18-6 303,-7-2 99,19-4-51,10-4-145,12-1-168,4-1-79,4-1 302,13-4-218,12-4-26,22-7-188,-19 7 1,1 0-206,4-1 0,-1 1 158,21-5-932,-22 8 1,-3 3-8855,-4 9 8261,5-1 1,-26 5 0,-4-6 0</inkml:trace>
  <inkml:trace contextRef="#ctx0" brushRef="#br0" timeOffset="293422">7951 3677 20284,'-61'4'1049,"-1"1"0,15-1 0,-1 0 0,8 1-663,-4 3 126,-11 1-496,38-6 152,23-5 271,18-4 165,19-4-57,16-3-590,-24 5 0,0 0 346,2 1 1,1 0-20,-2 0 1,0 0 61,-2 2 0,-3 0 182,19-2-358,-17 4-251,-18 3-105,-9 0-98,-31 5 133,-6 0-14,-14 4 105,10-3 0,0 1-65,-15 2 47,18-3 0,0 0 441,0 1-713,17 0-5157,22-1 5412,9 1 1,-1-2 0,-3-3 0</inkml:trace>
  <inkml:trace contextRef="#ctx0" brushRef="#br0" timeOffset="313349">5299 3953 23904,'-24'-24'-454,"0"1"1,-14-14 9,39 45 1161,2 9-422,2 12-53,1 8-39,0 0 3,0-8-37,-1-10 668,0-9 0,1-6-636,3-11 760,8-8-69,10-13-103,9-7 12,10-2-24,2 2-166,-1 6-573,-7 11-1645,-8 9-1761,-11 11 2296,-7 6 1,-10-3 0,0 1-1</inkml:trace>
  <inkml:trace contextRef="#ctx0" brushRef="#br0" timeOffset="343455">11311 5370 17781,'-30'-51'1820,"-1"1"1,1-1 0,3 7-791,3 12-324,-1 0-314,8 14-269,8 10-134,5 6 22,3 11 34,4 10-22,2 16 5,6 10-17,3 7 0,3-5 0,-3-12 51,17-6 44,0-23-44,9-5-9,-2-17 0,1-9-25,-4 1 0,2-3-417,-1 0 0,4-2 0,-1 0 372,-3 0 1,1 0-1,-1-1-583,3 0 1,0-1-1,0 0-76,0 0 0,0 1 0,-1-1 676,2 0 0,0-1 0,-4 4 0,-3 2 0,-4 3 0,20-17 0</inkml:trace>
  <inkml:trace contextRef="#ctx0" brushRef="#br0" timeOffset="344048">14177 2122 19776,'-6'-8'1587,"-13"-26"1,1-5-949,10 4-497,-7-8 1,6-2 20,29 5 150,19 1-476,-12 21 1,2 2 242,2 1 1,0 4 78,28-2 373,-10 17-231,-16 19-191,-16 24 15,-18-13 1,-7 2-534,-5 7 0,-6 1 635,-7 4 0,-3-1 65,-4 1 1,0-4 13,6-10 1,1-1-80,-4 4 0,3-4 312,5-4-92,-6 13-129,25-30 159,10 1-985,15-8 39,20-9 227,-10-1 0,2-4-80,9-3 1,2-2-203,8-6 1,2-2-32,-15 5 1,1 0 0,0-2-1122,2-1 0,0-2 0,-1 1 1750,14-8 1,-5 1 0,-16 8 0,-4 3 0,3-4 0</inkml:trace>
  <inkml:trace contextRef="#ctx0" brushRef="#br0" timeOffset="344405">15189 1756 17742,'0'-5'8125,"0"0"-3705,0 5-3213,-30-43-2317,11 53 2825,-26-22-1381,30 36 0,5 11-334,-1-1 0,2 2 0,1 1 0,4 0 0,4-1 0,5-2 0,4-3 0,5-3 0,6-3 0,4-3 0,20 5 0,-1-14 0,4-6-403,-12-4 1,1-4 425,16-1 0,-1-5 268,-12-2 1,-4-5-204,-6-2 0,-4-3-88,5-22 0,-25-1 0,-22 2 0,-18 5 0,-17 10 0,-9 12 0,-1 13 0,5 15 0,9 13 0,12 13 0,13 8 0,11-9 0,11-9 0,5 1-5960,13 14 5651,7 11 1,-6-29-1,-5-14 1</inkml:trace>
  <inkml:trace contextRef="#ctx0" brushRef="#br0" timeOffset="344672">14259 2840 29078,'-51'20'922,"1"0"0,-1-1 0,-14 9 1,19-13-923,39-20 0,41-16 0,22-6 0,-15 5 0,6-1-290,-3 3 1,6-3 0,3-1 0,-2 3 254,6-2 0,0 3 1,2-2-8,-5 3 0,3-1 1,1 0-1,2 0-334,-7 3 1,2-1-1,1 1 1,-2 1-1,-4 0-10,12-2 1,-5 0-1,2 1-476,-6 1 0,2 0 1,-1 1-1,-5 1 742,9-3 0,-6 1 0,-11 5 0,-4 0 0,20-6 1</inkml:trace>
  <inkml:trace contextRef="#ctx0" brushRef="#br0" timeOffset="344899">14938 2682 23085,'-51'25'1439,"0"0"0,0 0 0,2-1 0,-2 2 0,2-1 0,6-3-1541,-1 1 1,3-1 412,1-1 0,-2 2 0,11-5 7,9-3-318,28-7 0,30-19 0,0-2 0,3-1 0,-5-1 0,0-1 0,17-9 0,2-1 0,-6 1 0,1 0 0,-6 4 0,1 0 0,1 0 0,0 0 0,0 0 0,1 0 0,7-1 0,1 0 0,-4 1 0,1 1 0,-2 0-179,10-2 0,-5 4-2690,-9 4 2665,4 1 1,-26 8 0,-8 1 0</inkml:trace>
  <inkml:trace contextRef="#ctx0" brushRef="#br0" timeOffset="345372">16873 1456 32767,'-56'-23'0,"-1"0"0,5 4 0,5 5 0,3 8 0,13 8 0,5 6 0,11 9 0,0 17 0,7 0 0,12 8 0,4-15 0,19 3 0,8-8-234,-2-5 1,5-1-189,-4-3 1,3 1-641,7 1 0,0 0 737,11 5-482,-2 7 902,-34-10 53,-9 6-31,-20-9 1319,-38 7 143,15-9-984,-1-1 1,-3 0-596,-16 3 0,21-6 0,-1 0 0,-1 1 0,0-1 0,-11 2 0,11-3 0,23-6 0,22-9-865,20-8 1046,11-6 0,-10 6 0,-11 6 0</inkml:trace>
  <inkml:trace contextRef="#ctx0" brushRef="#br0" timeOffset="345555">17107 1610 32767,'3'-3'0,"-2"0"0,-1 3 0,9-14 0,-7 15 0,10-2 0,-5 22 0,13 14 0,-2-10 0,21 16-3946,-15-20 3624,7 4 0,-18-14 1,-6-7-1</inkml:trace>
  <inkml:trace contextRef="#ctx0" brushRef="#br0" timeOffset="345706">17174 1486 21734,'20'-29'306,"1"1"1,12-18 0</inkml:trace>
  <inkml:trace contextRef="#ctx0" brushRef="#br0" timeOffset="346398">17507 1450 31330,'-3'-46'-499,"-1"-1"0,-2 7 0,7 8 100,23 15 678,-3 11-767,9 0 154,-1 9 18,-5 2 52,18 17-447,-8 2 416,16 14-71,-10 2-232,-5 2 394,-12 0 25,-11-2 79,-18-3-7,-13-7 50,-11-6 48,-1-7 88,5-8 119,9-6 393,7-12-457,9-4 39,8-9 132,8 3-203,9 3-130,4 5 33,0 5 2,4 7-75,3 9 220,5 10-94,-4 11-240,-6 13 65,-13 9 184,-10 5 91,-18-2 0,-11-11 137,-10-15 388,0-17 62,7-22-407,12-18-299,14-22 127,6 18 0,2-2-206,5-4 0,2-1 195,4-2 0,2 0-141,1 0 1,2 0-432,2 2 1,0 0 210,0 3 0,-1 2 235,14-16 551,-7-5-392,-25 27-396,-12-4-197,-16 19-71,-1 9 526,-14 13-162,14 2 754,-7 13-782,13 2-229,8 6 209,5 8 15,18 5-538,23 1-540,-4-21 0,7-4 196,-3-6 1,4-3 0,3-1 664,1-2 1,3-1-1,0-1 1,-4 0 0,12 1-1,-4-1 1,5-3-1,-1 1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71872-A146-AFE3-6406-24F4968F5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140BA-0B5D-81E6-CE71-45E300E5E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7EE3D-552D-81C3-2D78-5C59DA1CD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2611-8801-0A4F-A68A-C24F3263F99E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8989D-5B2C-ADBF-94CA-61C0BB907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A0FD9-B175-FADA-9FD4-13FF9DDE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5469-EA51-8649-875C-4E6E87CA8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35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1F3EE-A951-5ECF-68DC-CED4471F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283F8-B31B-C51A-8D3E-C10B9BE55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9E2DB-CCE4-BBC2-4446-6AE651F6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2611-8801-0A4F-A68A-C24F3263F99E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1260B-2F46-7709-0B29-8DC2DFF1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9B0EA-D9D3-790F-4531-F1AE1EDA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5469-EA51-8649-875C-4E6E87CA8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67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F20F-6B54-7095-9281-F4D1B4D78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E2D08-2D44-ED7F-097A-56A36BBE2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EFC27-5EB6-9EB3-9254-E4F4A67A4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2611-8801-0A4F-A68A-C24F3263F99E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4E6CD-F544-E4A3-5092-3D3C7A15C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4E6BE-1DEA-020A-38DB-A175A3DA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5469-EA51-8649-875C-4E6E87CA8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8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EFD8-3264-F959-6543-F6B5AAA4B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89D1B-BBFD-B7C1-FD62-76B2FC2666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8155B-DE45-7E14-6131-7423355E1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71B4A-4378-95E5-AB3C-B694587C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2611-8801-0A4F-A68A-C24F3263F99E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2AAFD-29B8-41CD-0D71-FAAFA5786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F8AF7-159D-8149-C5BA-EC9CA22E4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5469-EA51-8649-875C-4E6E87CA8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33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520F1-E8C1-E268-AF45-90295D62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3E46D-9F58-8BD1-6899-94B7CAC38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0A499-7C41-A18E-858F-CF60F121F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9008B-19E1-A3C3-0016-4EDC93090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3FB1A-E9F9-7472-2C65-7BF09C760D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B0CE95-DB3F-A8C2-2A44-D7528088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2611-8801-0A4F-A68A-C24F3263F99E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E80E9F-3AF3-0AD1-1762-650D74D57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D67F03-D2A2-2D9F-3BA0-B372B91F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5469-EA51-8649-875C-4E6E87CA8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34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7FF5-5992-D160-700C-8135D9D5E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FAAFE-D29E-2D2D-6467-B51E693BA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2611-8801-0A4F-A68A-C24F3263F99E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EC3CD-3FB2-836C-FB0E-42D8A8A72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CCA37-726A-DF5C-B5B2-A6982A1D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5469-EA51-8649-875C-4E6E87CA8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9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2B5BE4-94D7-6490-FEF0-A852B30D2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2611-8801-0A4F-A68A-C24F3263F99E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F2AB98-5BCF-7D16-08DE-380CDD599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FB09E-6DE4-C34C-B55D-31CEA287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5469-EA51-8649-875C-4E6E87CA8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9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1304-2322-6B4B-12FC-273E1D7E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CC5C7-145B-5BCA-9AF1-0E2681C6C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1EE62-ADD4-BD7D-6FD1-D20447E88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0E2A0-D630-1193-4765-18A35CAC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2611-8801-0A4F-A68A-C24F3263F99E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DEDE2-139F-0B05-453A-359FA3D2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B2161-1946-3536-95BB-84884075E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5469-EA51-8649-875C-4E6E87CA8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1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D236-E6D0-C711-4B61-DA7D379FC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97DDC3-C8A5-4624-2C17-B37FE614C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B31CF-A210-66AA-777D-FE859E133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EB21D-97FC-BB42-4965-86726249A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2611-8801-0A4F-A68A-C24F3263F99E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87820-66B4-5DE6-E46C-FEEECA78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BBCF4-8E02-FC65-2FF3-01D41ABB8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5469-EA51-8649-875C-4E6E87CA8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8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13020-D02C-6938-5D76-8342CD8C6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A00BD-B8E7-2A1A-8846-6145A16C7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CF526-8DA4-FF5E-1C79-A5FF9C5AD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2611-8801-0A4F-A68A-C24F3263F99E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20707-3083-06DA-6D04-4A277FB5F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0E969-E7E7-CF12-ED15-CB8A023E4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5469-EA51-8649-875C-4E6E87CA8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7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96978E-8C82-2D7A-8B11-D335F5A4F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AA69A-141D-FCFD-55D0-60C8CD949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18C99-C99C-BEF6-C550-AC9B7A0E3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2611-8801-0A4F-A68A-C24F3263F99E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2F588-5C13-571E-B0EC-E6562831E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BE9B0-F3B3-8BDB-52C8-5E4490A08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C5469-EA51-8649-875C-4E6E87CA8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99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64F438-84B5-C07B-2B0A-3F76502EB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637F8-D302-EDA2-B044-14E02D809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5FFF3-4521-752A-2F80-4509704F7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92611-8801-0A4F-A68A-C24F3263F99E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6D415-4C06-396D-2A90-DF8DF7929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43129-4C28-FD4E-F98D-A8DDBCB97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2C5469-EA51-8649-875C-4E6E87CA8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1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909FBF-2D21-EC49-2F35-4138A24D6A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67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C374EEFA-2E10-C02E-63F0-F59EDBC25F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39E6A00-9B06-9ED9-D0F6-54CFE7B1B3AA}"/>
                  </a:ext>
                </a:extLst>
              </p14:cNvPr>
              <p14:cNvContentPartPr/>
              <p14:nvPr/>
            </p14:nvContentPartPr>
            <p14:xfrm>
              <a:off x="480960" y="429480"/>
              <a:ext cx="11349000" cy="6415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39E6A00-9B06-9ED9-D0F6-54CFE7B1B3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600" y="420120"/>
                <a:ext cx="11367720" cy="643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6850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2026-02-06T10:13:10Z</dcterms:created>
  <dcterms:modified xsi:type="dcterms:W3CDTF">2026-02-06T11:08:11Z</dcterms:modified>
</cp:coreProperties>
</file>