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58"/>
  </p:normalViewPr>
  <p:slideViewPr>
    <p:cSldViewPr snapToGrid="0">
      <p:cViewPr varScale="1">
        <p:scale>
          <a:sx n="120" d="100"/>
          <a:sy n="120" d="100"/>
        </p:scale>
        <p:origin x="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6T10:00:05.37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2070 2708 16762,'2'-49'1348,"1"0"1,-1 0 0,1-7-1,-1 7-441,-5-13-223,0 38-500,0 4-32,1 11-68,2 18 123,0 15 90,-1 23-166,-1-15 1,-1 3-385,-1 6 1,-2 0 322,-2 4 0,0 0-25,-1-1 0,0-2-9,1-3 1,0-3 25,-3 18 117,5-20 269,4-19-28,4-20-247,6-18-94,5-24-49,-4 15 1,0-3 18,1-6 1,0-2-28,0-4 1,-1-1-6,1 0 0,-1 0-6,2 1 0,0 2-6,1 4 1,2 3-101,1 6 1,2 2 110,18-15-10,3 18-34,2 14 28,0 17 11,-1 13-11,-6 17 23,-9 12-18,-12 10-5,-21 5-29,-2-27 0,-6-1 18,-7 3 0,-4 0 16,-4 0 1,-2-1-6,-2-2 0,0-2 16,3-6 1,0-4 250,-20 4-211,14-21 28,14-14-28,11-7-5,8-1-12,7 3 740,6 5-768,7 4-28,9 4 23,11 7-6,9 5-67,11 8-113,-23-7 0,2 0-28,3 1 1,2-1-619,3 0 1,2-1-21,3-1 1,1-2-1023,2-1 0,1-3 1868,3-6 0,-3-1 0,6 2 0,-10-9 0</inkml:trace>
  <inkml:trace contextRef="#ctx0" brushRef="#br0" timeOffset="699">2883 2616 24259,'-43'-40'440,"0"1"1,4 0 0,9 17-362,23 31 287,3 11-293,2 9 58,9 7-114,5-2 46,11-2-57,9-6 158,6-10-158,1-9 16,-2-16-11,-7-9 23,-8-14 33,-7-7 39,-7-5 40,-8-3 50,-8 2 50,-7 5-55,-5 7-34,-4 11-17,-1 10-107,-2 15-22,-2 13 23,2 16-23,2 11 0,6 9-5,9 2-17,15-2 11,13-4-56,22-8-247,-13-22 0,3-3 264,6-3 0,1-2-17,4-2 0,0-3 5,0-4 1,-1-4 27,-4-2 1,-1-4-29,20-17 85,-17-7 10,-14-2 7,-11 3 16,-7 5-33,-5 7-18,-1 9 516,0 6-516,-2 9 26,1 7-3,0 9 12,3 8-51,2 5 11,5 3-17,8 0-11,10-4 17,12-8-16,13-11 16,5-10 22,-1-16-11,-11-12 6,-13-13 11,-16-8 28,-9-6-6,-12-3 1,-2 2-6,-4 4-17,2 10-6,4 10-39,1 13-50,7 8-107,8 10-240,7 9-409,8 9-774,5 10-1803,0 5 3400,4 3 0,-17-16 0,0-4 0</inkml:trace>
  <inkml:trace contextRef="#ctx0" brushRef="#br0" timeOffset="1524">3956 2595 26956,'31'-29'140,"-9"6"-123,23 11 28,-12 2 33,8-7-39,-4-2-3347,-3-11 3347,-14 9 90,-2-8 22,-15 11-5,-10-3-28,-9 3 5,-21 3-73,9 7 62,-13 5-56,19 7 3364,-1 5-3409,7 8-16,7 17 16,4 4-33,6 3 22,5 5-6,6-7 0,11 11 23,0-23 0,3-2-11,24 13-12,4-8-5,-8-18-6,-17-11 34,3-11 0,-5-15-6,-10-7 11,-4-2 1,-10-8 16,-2 5 6,-1-10-45,3 2 44,9 0-27,-1 17-6,16-1-11,-4 20 40,11 1-18,3 12-22,11 18 28,-8 8-22,-1 6-12,-5 8 6,-9-6-6,-7-11 1,1 1 16,11 14-11,1-3 11,-13-20 13,2-9-24,-6-11 0,11-18 0,-7-9 0,3-19 0,-12 9 0,-1-18 0,-5 9 0,-1 13 0,-1-1 0,-2-19 0,-4 0 0,0 27 0,-1 4 0,3 11 0,-1 1 0,2 6 0,1 5 0,2 11 0,0 3 0,6 20 0,13 22 0,-6-24 0,4 0-420,7 10 1,4 0 419,4-6 0,0-2 0,-3-7 0,-1 0 0,6 2 0,-2 1 0,4 20 0,-8-10-135,-40 10-1372,-21-32 23,-13 1 1484,-17-16 0,39-3 0,-11-2 0</inkml:trace>
  <inkml:trace contextRef="#ctx0" brushRef="#br0" timeOffset="1891">5475 2470 22599,'6'2'3719,"0"0"-3378,-6-2 762,0 0-974,62 19-28,-36-20-59,13 7 0,-3-4 31,-17-24-17,-6-9 0,-7-8 5,-8-6 63,-6 0-63,-1 12 103,-11 1-164,4 21 0,-10 2 0,2 18 0,0 11 0,3 16 0,5 13 0,7 11-204,6-28 0,4 1 204,3 0 0,4 1 0,4-1 0,6-1-886,9 1 1,5-3-4031,9-1 1,2-3 3290,-9-5 0,-1-4 1,20 5-1,-38-17 0</inkml:trace>
  <inkml:trace contextRef="#ctx0" brushRef="#br0" timeOffset="3291">7069 2296 26099,'38'-21'-15,"0"-1"1,0 1-1,0 0 1,1 1-1,-1 4-100,17 2 1,-1 3-1023,0-1 1,-1 0 752,-4 1 1,-3 0-88,-10 2 1,-3 1-249,6-6-352,-34 7 1112,-27 3 104,-21 8 118,-7 3 68,1 5 78,8 1 112,11 1 1030,8 2-890,6 2-34,6 7-111,4 6-152,3 7-213,4 8-100,5 3-12,6 4-50,3 0-45,0-1-123,-3 1-169,-6-2-240,-12 1 73,-9-5 391,-10-12 203,-4-13 83,1-17 118,5-13 101,5-6 28,7-4-106,5 3-141,3 2-100,8 1-57,8 1 1,14-3-23,13 0 0,13-2-423,6-3 446,-28 10 0,0-1 22,29-12-184,-7-1 173,-10-2 44,-14 2 29,-12 0 67,-10 5 95,-4 0 544,-3 6-460,0 1 46,0 6-259,0 2-84,2 3-5,3 8-12,3 7 1,4 11-1,0 9-5,0 5 11,-3 2-6,-1-4-33,-2-6 22,-3-10 96,-1-9 38,0-9-27,1-12-17,3-10-17,4-10 33,1-7 12,4 0-39,1 2-57,4 6 12,3 9-17,5 9-34,4 5 23,5 11 6,5 7-12,5 11-380,4 7 369,-24-15 0,0 0 0,0 1 0,0-2 0,26 11-152,-4-7 157,-3-10-16,-7-16 22,-4-14 12,-5-18-12,-4-12-296,-15 19 0,-3-2 285,0-4 0,-3-1 0,-1-7 0,-2-1 0,-3-2 0,-1-1 0,0-1 0,-2 1 0,-1 3 0,-1 2 0,0 7 0,1 2 351,-5-16-351,2 19 155,2 17-155,3 9 0,2 15 0,0 13 0,1 21 0,0 17 114,0-22 0,0 1-114,2 5 0,0 1-490,3 5 0,3 0 490,3 2 0,3 1-541,7 1 0,4-2 56,5-1 1,4-2-440,3-5 0,2-3-3063,-1-6 0,0-5 3987,-9-7 0,-2-4 0,5 1 0,-20-13 0</inkml:trace>
  <inkml:trace contextRef="#ctx0" brushRef="#br0" timeOffset="5033">8565 2409 22554,'-3'-3'3170,"1"1"-2386,2 2-795,62-49-34,-30 36-443,18-14 0,5 3 370,-21 21 1,-1 4-93,10-2 0,1 0-76,-2 0 0,-1 1-1651,2-1 1,-3 0 1723,11-1 40,-2-2 257,-33-2 162,-5-2 179,-9-2 601,-9 0-308,-4 0 3374,-5 2-3510,-1 4-184,-1 4-197,1 6-55,3 9-90,6 4-34,5 1 6,10 2-16,7-5 38,12 3 45,5-6-5,9-8-62,-13-6 28,4-11 0,-15-5 5,-2-8 29,-4-12-45,-13 5-17,-1 1 18,-11 8-46,1 10 0,-7 1 0,-3 5 0,-7 10 0,3 6 0,2 4 0,5 12 0,7 4 0,1 26 0,8-4-266,9-19 0,2-2 266,8 11 0,23 5-96,7-13-182,-3-13 1,4-3 36,-5-5 1,1-5-996,11-2 1,-1-3 1128,-17-5 1,0-3-54,8-3 1,0-3-96,-9 1 0,0-2 271,6-3 1,0-2 25,0-4 0,-4-3 5,-8 3 1,-4-2 3,16-19 1,-15-4 139,-12 6 16,-2-10 564,-15-3-514,-10 16 1940,-14 8-2090,4 19 563,-9 8-609,6 11 120,-8 10-114,-7 26-72,10 3-236,3 3 258,14 1 5,11-13-28,10 7 23,16-3-6,6-16-11,2-7 17,-2-17-6,-5-13 57,11-17-56,-8-11-12,-1-15 230,-14 13-230,-3-14 0,-5 5 0,0 2 0,-2 4 0,0 21 0,0 8 0,0 8 0,0 4 0,-1 15 0,0 11 0,1 24 0,0 0 0,2-9 0,0 2-719,1-3 1,1 3 718,3 12 0,1 6 0,3-7 0,2 2 0,0 0 0,1-4 0,0-1 0,2 1-729,-2-4 0,1 1 0,1 0 0,-2-3 729,8 16 0,-3-1 0,-6-12 0,-2 1 0,-4-2-139,-5 7 0,-6-1 139,-6-10 0,-4 2 0,-2-4 0,-7 2 0,-6-6 0,-7-6 0,-1-10 0,-10-15 0,-2-30-96,26-7 0,4-7-50,0-5 1,3-4 59,5 6 1,2-3 0,3 0-61,6-18 1,6 1 41,4 1 1,3 4 69,-1 13 1,3 2-12,7-8 0,3 3 1134,-6 18 0,1 1-1103,9-13 0,2 1 6,-1 9 0,0 2 2,3-1 0,-1 0 6,-6 7 0,1-1 11,11-13 1,0 0 2,-14 11 0,0 1 25,7-10 0,-1 0 476,2-7-375,-16 12-67,-9 14 151,-13 6-90,-4 7 1262,-8 7-1261,-3 4 668,1 6-753,5-2 57,3 6-74,8-4 12,3 7-11,8 0-12,4 1 6,7-1-11,1-5 1,3-4-18,1-6 0,0-8 0,1-7 0,0-9 0,-4-6 0,-3-5 0,-7-2 0,-4-1 0,-6 1 0,-6 5 0,-4 5 0,-5 9 0,-2 6 0,-5 9 0,-2 7 0,-5 8 0,0 10 0,3 6 0,7 6 0,9 4 0,14 1 0,13 1 0,15-3 0,15-5 0,-18-22 0,1-2-154,3-3 1,0-2 153,-1-2 0,0-4 0,28-7 0,-8-11 0,-9-12 0,-8-8 0,-9-7 0,-9-4-74,-6-3 74,-3 3 0,-2 3 0,1 6 0,3 4 0,8 4 304,7 4-304,8 5 77,4 8-77,0 8 0,-1 14 0,-1 12 0,-3 14 0,-3 12 0,-6 7 0,-12-24 0,-3 1-720,1 1 1,-2 1 719,3 4 0,-2-2 0,1 4 0,0-4 0</inkml:trace>
  <inkml:trace contextRef="#ctx0" brushRef="#br0" timeOffset="5740">11963 2096 26430,'-31'-13'257,"-1"1"1,-21 0-202,37 41-23,6 3-10,13 0 27,13-2-39,13-5-11,10-9 51,4-7 16,-3-12 34,-7-10 22,-11-10-11,-9-6-11,-13-3 0,-10-1 27,-9 3-38,-6 5-73,-1 8 0,3 7-29,3 6-72,4 11-95,3 9-213,1 14-420,2 11-1092,2 11-5249,4 9 7153,2-6 0,1-20 0,1-16 0</inkml:trace>
  <inkml:trace contextRef="#ctx0" brushRef="#br0" timeOffset="6017">12034 2458 20431,'3'1'4464,"-1"-1"-2089,-2 0-2303,-18 19-32,26-8 4,-6 16-21,32-11-6,3-1 11,-4-1 22,-9-5 56,-9-4 6,-9-7-33,-7-7-12,-7-9-22,-6-7 5,-6-2 1,-2 1-68,1 7-185,4 6-828,2 8 1030,1 10 0,8-3 0,-1 6 0</inkml:trace>
  <inkml:trace contextRef="#ctx0" brushRef="#br0" timeOffset="6483">1517 3977 13079,'62'-9'1022,"-1"0"1,1 0 0,-1 0 0,1 0 0,2 0 0,-2 0 0,0 0 0,1 1-1888,-6 1 0,1 0 1,0 1-1,1-1 1,0 1 1008,0 0 1,0 0-1,0-1 1,2 1-1,3-1-198,-7 1 0,2-1 0,2 1 1,1-1-1,2 0 0,2 0 1,2 0 125,-13 1 1,3 0 0,1 0 0,1 0 0,2 0-1,0 0 1,0 0 0,1-1 0,-1 1 0,0 0-1,-1 0-71,-2 0 0,1 0 0,-1 0 0,0 1 0,0-1 0,0 0 0,0 0 0,0 0 0,0 1 0,0-1 0,1 0 16,0 1 1,0-1 0,-1 0 0,1 1 0,0-1 0,0 1 0,0-1 0,1 1 0,-1-1 0,1 1 0,1-1-65,-4 1 1,2 0 0,-1 0 0,1 0 0,0 0 0,1 0 0,-1 0 0,0 0 0,0 0 0,-1 1 0,0-1-1,-1 1 91,6-1 1,-1 1 0,-1 0 0,0 0 0,0 0 0,0 0 0,0 0 0,2 0 0,0 0-1,3 0-17,-11 0 0,0 1 0,2-1 1,-1 0-1,2 1 0,0-1 0,0 0 1,1 0-1,1 1 0,0-1 0,1 0 1,0 1-1,0-1 0,1 1-8,-5-1 1,2 1 0,1 0 0,0 0 0,1 0-1,0 0 1,1 0 0,0 0 0,0 0 0,0 0-1,0 0 1,0 0 0,-1 0 0,0 0 0,-1 0-1,0 0 1,-1 0-13,2 0 0,-1 0 0,1 1 0,-2-1 0,1 0 0,-1 0 1,0 0-1,0 1 0,-1-1 0,1 0 0,-1 1 0,0-1 0,0 0 1,0 1-1,0-1-6,3 1 1,-1-1-1,0 1 1,0-1 0,1 1-1,-1-1 1,-1 1-1,1-1 1,-1 1 0,0-1-1,0 1 1,0 0-1,-1 0 1,0 0-7,5-1 0,0 1 1,0 0-1,0 0 0,-1 0 1,0 0-1,0 0 1,-2 0-1,1 0 0,-2 0 1,-1 1-1,-1-1-59,7 0 1,-3 1-1,-1-1 1,-1 1-1,-1 0 1,1-1 0,0 1-1,1 0 1,2 0 63,-3 0 0,2 0 0,2-1 0,0 1 0,1 0 0,-1 0 0,0 0 0,-2 0 0,-2 0 0,-3 0 0,-3 0 0,13 0 0,-4 0 0,-3 0 0,-3 0 0,-1 0 0,0 1 0,-2-1 0,1 1 0,-1-1 0,0 1 0,1-1 0</inkml:trace>
  <inkml:trace contextRef="#ctx0" brushRef="#br0" timeOffset="8274">6037 4674 26934,'23'-27'341,"-6"22"-288,-14 32 1,-7 11-43,0 21-369,-2-16 1,-1 3-245,0 7 0,2 0-3489,1 1 0,2 0 4091,3 3 0,2-6 0,5-2 0,1-25 0</inkml:trace>
  <inkml:trace contextRef="#ctx0" brushRef="#br0" timeOffset="9133">6729 4653 21853,'7'-6'3619,"-2"1"-2549,-5 5 212,0 0-1232,31-25-5,-23 21 17,24-16 5,-31 33 45,-7 6-11,-8 6-34,-12 4 6,-6 0-51,4-8 57,-11-3 16,18-13-21,-6-7-74,16-13 0,6-15 0,7-8 0,8-4 0,7 1 0,7 5 0,4 5 0,3 7 0,4 10 0,4 10 0,5 18 0,4 13-316,-3 16 316,-25-17 0,-4 2 0,-3 3 0,-5 2 0,-5 4 0,-7 0 0,-7 5 0,-6 0-545,-8 4 0,-6-1 527,-5 0 1,-4-2 8,1-5 1,-1-4 17,5-7 1,0-6 3,-18 0-13,17-25 0,15-15 280,10-11-280,10-6 1122,11 2-1122,9 2 24,10 9-24,9 10 0,6 9 0,8 15-606,4 11-246,-25-6 1,0 2-1524,2 1 0,1 1 2009,-3-2 1,-2-1 0,9 4 0,-16-10 0</inkml:trace>
  <inkml:trace contextRef="#ctx0" brushRef="#br0" timeOffset="9807">7591 4652 24094,'-4'-48'799,"1"0"0,-1 5 0,3 4-536,7 4-139,8 5-52,11 10-49,10 9-12,11 7 11,8 13-16,3 11-269,-27-4 1,-2 2 248,0 3 0,-2 2-6,-4 1 1,-2 1-15,6 24 34,-22-2 22,-23-5-5,-16-4 11,-10-9 28,-3-8 39,4-10 62,5-10 45,8-9 55,8-6-10,10-3 429,7 0-558,10 1-45,8 4-40,11 3-16,10 4 5,9 7-16,9 9-387,8 10 381,-28-7 0,-2 2-12,0 0 1,-4 2-39,12 19-17,-24 3-118,-33 0-274,-28-1-596,12-19 0,-4-2 1055,-11-1 0,2-2 0,-7 3 0,3-7 0</inkml:trace>
  <inkml:trace contextRef="#ctx0" brushRef="#br0" timeOffset="16409">8561 3989 18817,'-36'-31'603,"-1"0"0,1 0 0,-1 0 1,-13-7-1,-2 1 0,-1 7-448,3 11 0,-1 6 0,-1 2-1481,-8-1 0,-1 2 1,-2 2 1357,11 2 0,0 2 0,-2 1 0,0 0-17,-3 3 1,-1 0-1,0 2 1,-1 1-4,-3 0 1,-1 2 0,0 2-1,0 0-341,11 1 0,-1 0 1,1 1-1,-1 1 1,0 1 340,-1 1 0,0 1 1,0 0-1,0 1 0,1 2-139,-1 0 1,0 1 0,0 2 0,1 0 0,1 1 143,0 0 1,0 2 0,1 0 0,1 1 0,0 1-8,3 1 0,-1 1 0,2 1 0,0 1 1,2 0-197,1 1 1,1 0 0,0 1 0,2 1 0,0 1 196,-6 7 0,1 2 1,1 1-1,2 0-3,2 0 1,2 1-1,1 0 1,2 1 0,2 0 0,1 0 0,3 0 0,1 1-8,3-1 1,2 0-1,2 0 1,2 1-8,-2 12 1,4 0-1,5 0 225,6-4 1,5 0 0,6-2-215,6-3 1,5-2 0,6-3-1,8-2 1,6-3 0,5-3 141,10-2 0,4-4 0,5-3-146,-8-8 0,2-2 1,3-2-1,1-1-1,-6-4 0,1-1 1,1-2-1,1 0 1,1-1-11,4-1 0,1-1 0,0-1 0,1-1 0,1 0-80,-9-2 0,1 0 1,0-1-1,1 0 1,-1-1-1,1 0 87,0-1 0,0-1 1,0 0-1,1 0 0,-1-2 1,0 1-112,1-2 0,-1 0 0,0-1 0,0 0 0,0 0 1,0-2 117,-2 1 1,1-1 0,0-1-1,-1 0 1,0-1 0,-1 0-10,-1 0 0,0-1 0,0 0 0,-1-1 0,0-1 0,-1 0 19,8-3 1,0-1 0,-1-1-1,-1 0 1,-2-2-21,-2 0 1,-1 0 0,-1-2-1,-2 0 1,0-2 37,6-6 0,-2-2 0,-1-1 1,-4-2 9,-3 0 0,-3 0 0,-2-3 0,-3 0 94,-5 0 1,-1-1 0,-4-1 0,-2-1-93,3-13 1,-6-1 0,-4-1 265,-5 2 0,-4 0 1,-6 0-272,-5 3 0,-5 0 0,-5 2-8,-4 4 1,-5 1 0,-3 2 121,-6 4 1,-3 2 0,-4 4-162,-4 2 1,-3 4 0,-3 3-62,-2 3 0,-3 3 0,-2 4-189,-2 2 0,-3 4 1,0 2-1254,-3 4 1,-2 2 0,3 2 1510,4 2 0,2 2 0,4 0 0,-3 0 0,6 2 0,-8 4 0</inkml:trace>
  <inkml:trace contextRef="#ctx0" brushRef="#br0" timeOffset="17199">8091 5969 17367,'-5'-57'2290,"1"0"1,-1-4 0,1 4-1271,0-4-1010,2 25 0,1 0 534,2-23 84,-1 16-348,2 16-264,-2 13 113,0 16-107,2 18-27,0 21 5,0-8 0,0 3-297,0 9 0,-1 3 269,0 8 0,-1 2-372,0-15 1,-2 0 0,0 1 359,0 2 1,0 0 0,-1 0 7,-1-1 0,0-1 1,0-1-283,-2 15 0,-1-3 317,-1-10 0,-2-5-9,-17 16 12,-12-26 11,-12-20 107,-10-22-110,28 1 0,0-3 14,0-5 0,1-2 11,2-2 1,2-1 611,4 1 0,3-2-572,-9-19 696,14 6-713,9 11-40,4 11-5,3 13 421,3 14-426,4 13 188,6 12-161,9 8 22,1-18 1,4-2-3,4-4 0,1-3-367,2 0 1,3-4 366,9-5 0,1-4-15,-4-2 1,1-3-476,10-2 0,2-3 445,-3-1 0,0-2-79,-1-4 1,-3-1-126,10-5-936,-11 0-4565,-43 10 5691,-9 2 0,-2 4 0,-1 1 0</inkml:trace>
  <inkml:trace contextRef="#ctx0" brushRef="#br0" timeOffset="21065">11670 4391 26267,'-15'50'74,"0"1"1,2-1 0,3 2-131,7 0 0,4 0-1315,1 2 1,3 0-425,2 1 0,2-1 1189,2-8 1,0-3 0,5 11 0,-5-26 0</inkml:trace>
  <inkml:trace contextRef="#ctx0" brushRef="#br0" timeOffset="21616">12269 4515 21943,'0'-6'3798,"0"1"-3014,0 5-706,-8-18-16,4 24 16,-6-10 12,3 28-1,-3-1 35,-4-6 49,0-5 57,2-6-29,1-11-16,4-8-39,3-15-85,10-12-21,10-9-7,13-4-262,10 5 257,2 9-40,-2 12 12,-4 13 28,-2 11-28,-1 14 6,-2 14-12,-3 17-10,-9 15 16,-12-23 0,-3 1 0,-5 1 0,-4 2-433,-5 2 1,-4 0 407,-8 3 0,-5-1-562,-9 4 1,-3 0 584,9-15 0,-1 0 0,-1-2 19,-16 11 0,-1-4-48,5-9 0,2-6 70,9-8 0,3-8 51,-8-17 16,19-17 694,19-13-755,14-4-28,15 2-6,15 6-22,12 7 390,-22 20 0,2 3-441,3 1 1,1 3-141,2 4 1,1 2-331,2 2 0,-1 3-1129,2 1 0,-1 1 1661,-5 1 0,-3-1 0,11 3 0,-22-5 0</inkml:trace>
  <inkml:trace contextRef="#ctx0" brushRef="#br0" timeOffset="22232">13171 4363 19910,'0'-6'2512,"0"-25"0,3-5-1784,5 4-3256,2-10 1,2 1 2633,7 15 1438,16 2-1460,-7 15 848,12 2-904,4 10-6,5 11-11,1 10-11,-5 15-16,-10 8-167,-14 6 172,-18 3 5,-22-1 17,-4-24 1,-4-2-1,-14 9 8,7-17 1,1-3 86,-6-7 3381,-4-3-3258,12-13 51,12-8-45,8-10-55,6-2-68,10-3 183,6 4-233,18 3-45,6 10-12,4 4 1,11 16-1,-4 7-186,-17-2 0,1 3 164,-2 1 0,-1 2-5,17 23-51,-18 10 34,-19-16-171,-25 15-42,-15-20-297,-15 6-818,17-22 1,-2-3-8465,-18 2 8255,7-9 0,26-6 0,14-2 0</inkml:trace>
  <inkml:trace contextRef="#ctx0" brushRef="#br0" timeOffset="22466">14409 4139 27522,'-38'48'54,"0"0"1,0 0 0,1 0 0,0-1 0,4-4-97,4-3 0,2-2-1022,-6 9 1,1 0 12,10-12 1,1 0 1050,-5 10 0,1-3 0,-1 4 0,7-11 0</inkml:trace>
  <inkml:trace contextRef="#ctx0" brushRef="#br0" timeOffset="22858">14053 4128 18414,'-2'-2'5064,"0"0"-2465,2 2-2336,-69 25-173,46-10-37,-17 6 0,3 5 76,28 16-84,6 0-29,13 5 18,12-18-12,1-9 1,12-7 38,-4-11 68,13-17-34,-12-6 40,-3-15-46,-19 8 113,-5-8 22,-15 0-129,-2 3-33,-10 2-17,2 17-17,1 7-34,4 5-44,-2 15-146,7 6-415,-1 16-1271,12 5 1882,11 10 0,-3-22 0,3-2 0</inkml:trace>
  <inkml:trace contextRef="#ctx0" brushRef="#br0" timeOffset="23225">14751 4588 23226,'0'-12'3792,"0"3"-3210,0 9-263,0 0-112,-60-29-100,33 28-85,-10-11 1,2 6-1,15 26-11,9 6-11,8 2 0,13 1 0,7-2-5,2-7 5,18-1 11,-10-12 17,11-2 5,-13-15 23,-7-10 6,-8-10 11,-11-4-6,-9 0-32,-8 3-35,-7 7 0,5 10 0,-9 6 0,11 9-108,-5 6-379,10 8-823,6 7-3614,10 5 4924,3-4 0,1-9 0,-2-6 0</inkml:trace>
  <inkml:trace contextRef="#ctx0" brushRef="#br0" timeOffset="23466">15186 4208 24788,'0'-10'1515,"-1"-28"0,0-5-977,-1 13-381,1-12 1,-1 2-158,0 25 0,1 10 0,-2 15 0,0 15 0,-4 19 0,4-13 0,-1 1-347,-1 7 0,0 2 347,0 5 0,2 1-396,-1 3 1,1 0-2172,2 2 0,0-2 2567,2-7 0,0-3 0,1 10 0,1-24 0</inkml:trace>
  <inkml:trace contextRef="#ctx0" brushRef="#br0" timeOffset="23825">15643 4269 28350,'-29'12'129,"6"10"-84,14 33-34,13 1-5,13-6-12,13-10-5,9-13 33,2-14 6,-2-15 0,-3-14 17,-6-15-21,-7-14-24,-10-8 0,-8-5 0,-8 2 0,-6 4 0,-3 9 0,-5 9 0,-1 11 0,-4 10-970,-2 8 970,-7 13 0,15-4 0,0 6 0</inkml:trace>
  <inkml:trace contextRef="#ctx0" brushRef="#br0" timeOffset="27108">17447 3974 23702,'-34'-5'551,"-1"0"1,1-7-496,94-4-51,-17 8 1,5 0-1443,9-1 1,2 2 1391,3 0 1,2 1 18,-2 2 1,-1 1 180,-5 1 0,-3 3-206,-9 2 1,-5 4 33,10 10 626,-40 10-486,-42 4-25,0-14 0,-6-1-217,-9 0 1,-4-1 317,-5-1 0,-1-1 81,1-1 1,1-1-111,6-1 1,3-1-82,11-2 1,3-1 302,-6 2-364,25-4 6,25-3-6,22-7-22,25-4-15,-19 2 1,2 0-89,5-2 1,1 0 90,1-1 1,-1 0 7,-3 0 1,-3-1 530,-6 1 1,-3-2-506,12-15 28,-23-2 23,-21-3 10,-15-2 135,-16-5-106,9 13 980,-5-3-852,17 19 102,2 0-280,5 6-24,4 7-44,2 3 6,6 14 0,6 9 5,7 16-22,2 12-1688,-9-16 0,-1 0 1677,3 17-76,-7-17 0,-3 0-571,-8 10-983,-11 10 1652,-17-6 0,10-26 0,-3-7 0</inkml:trace>
  <inkml:trace contextRef="#ctx0" brushRef="#br0" timeOffset="27532">19416 4021 19459,'9'-43'1649,"1"0"1,-1 1 0,1-20 0,-4 6-906,-13 1-313,-6 11-270,1 28-26,-1 9-50,4 15-29,-6 20-39,4 14-12,5-11 1,2 1 0,0 18-48,3-16 0,0 1-305,6 25-620,3-13 1,3 1-3650,1-7 1,2-2 4615,4 2 0,-1-4 0,4-1 0,-10-18 0</inkml:trace>
  <inkml:trace contextRef="#ctx0" brushRef="#br0" timeOffset="27866">19913 3887 26866,'-52'-33'376,"6"22"-343,26 53 12,3 18-37,13-29 1,4 2-9,1-1 0,4 0 2,5 3 1,4-3-3,25 10 12,-1-16 21,13-10 85,-3-24 50,-3-11 67,-4-21-5,-21-8-34,-10-6-112,-7 9 0,-10 12 0,-3 0-12,-11-8-66,4 12 1,-3 3-132,-16-5-597,-2 13-381,9 9 1103,-4 19 0,21-8 0,-4 10 0</inkml:trace>
  <inkml:trace contextRef="#ctx0" brushRef="#br0" timeOffset="29825">19268 4046 22307,'25'-49'746,"0"0"1,2 4 0,1 7-556,24 6-133,-21 18 1,2 2-547,3 1 0,1 2 547,3 2 0,1 2-31,0 1 0,1 2-9,-1 3 1,-1 3-6,-2 1 0,-2 3 180,-4 3 0,-3 4-166,16 21-17,-18 7 17,-14 7 17,-20 1 17,-13-1 0,-19-4-34,14-25 0,-3-2-23,-1-1 1,-2-1 72,0-2 1,-1-1 145,-25 9 73,12-7 50,13-8 0,13-5 489,11-6-657,4-4-78,7-2-51,6-3 263,9 2-291,9 0-11,10 4 0,8 6-16,4 9 16,5 11-1702,-20 2 1,-2 2 1690,13 12-188,-16-5 1,-3 3 153,-2 12-55,-4 12 77,-24-8-16,-24-8 6,2-24 0,-4-3-26,-6 0 0,-4-3-251,-2-2 1,-3-2 183,1-2 0,-1-2-115,3-3 1,1-4 1066,4-1 0,3-4-5753,3-8 1,3-2 3162,-3-5 0,11-3 1,17 20-1</inkml:trace>
  <inkml:trace contextRef="#ctx0" brushRef="#br0" timeOffset="30432">19515 4027 24598,'7'-44'377,"0"0"0,8 0 1,5 8-294,13 14 19,3 7 1,3 4 8,12 4-641,11-1 569,-4 11-7,-13 7-16,9 10-12,-27-1 1,-4 3-6,6 22 17,-8 1 198,-23 4-204,-16-8-6,-14 9 3,4-22 1,-3-2 5,4-5 0,0-1 43,0-2 0,0-2 10,-19 6 22,15-12 74,-6-1 351,5-10-374,10-4 11,7-5-78,10 2 28,3 0-62,5 2-17,5-1 29,18 0-23,7 4-23,4 0 12,7 10-17,-3 7-17,-8 3 0,0 4 14,-6-1 1,-1 3-675,2 6 0,-3 1 671,-1 12-16,-13 8 27,-36-3 12,-15-4-301,7-19 0,-5-3 250,0-7 1,0-2 13,7-3 0,-1-1-28,-5-2 1,1-2-126,-17-3-455,21-5 1,1-4-5366,-9-13 5911,13-8 1,20 9 0,5 8 0</inkml:trace>
  <inkml:trace contextRef="#ctx0" brushRef="#br0" timeOffset="31058">19574 3977 25359,'3'-43'119,"-1"0"1,4 4 0,7 8 15,45 20-40,5 6-403,-31 3 1,0 2 357,29 7-27,-7 7-1,-8 11 38,-12 6-49,-14 8 6,-13 4 0,-17 2-1,-13-1 7,-17-2 143,2-10-152,5-10 0,-1-1 19,-15 4-157,14-7 0,1-1 208,-14 2 405,12-7-276,14-6 138,12-6-161,8-5-56,11-5-38,7-6 295,11-3-312,8-2-18,5 4-10,4 5-18,1 6-16,0 10 0,2 12-6,-3 15-11,-5 13 0,-10 10-288,-12 4 299,-15-1 22,-21-7-10,-22-11-21,12-22 1,-4-4-28,-5-3 0,-1-3-364,-1-2 0,-1-2-269,3-4 0,0-2 658,3-5 0,4 0 0,-4-3 0,11-2 0</inkml:trace>
  <inkml:trace contextRef="#ctx0" brushRef="#br0" timeOffset="42308">12395 6351 24671,'-29'-7'117,"2"18"-148,20 19 1,5 8-178,-3 1 1,-1 2-1474,1 4 0,0 0 1681,0 7 0,2-4 0,-1 7 0,2-7 0</inkml:trace>
  <inkml:trace contextRef="#ctx0" brushRef="#br0" timeOffset="42865">12671 6529 21024,'0'-6'4974,"0"1"-4845,0 5-123,1-38-29,5 36 12,1-24 22,2 50 51,-4 2 33,-9 1 28,-5-5 68,-5-8 55,1-9 23,2-14-51,5-10-55,4-16-51,9-13-62,5-7-231,10-1 220,8 7-22,5 9-6,5 14-17,4 11 12,1 11 5,1 14-11,-1 11-6,-5 17-5,-10 13 14,-19-20 0,-5 2-17,-7 5 0,-6 1-546,-7 4 1,-6 1 539,-10 6 0,-5 0-423,7-15 1,-1-1 0,-2 0 453,-1-1 0,-1 0 0,1-2 23,-14 8 0,1-5-44,8-10 0,3-6 88,-14-7 193,24-29-203,16-17-29,20-13 6,13-4-34,16 4 614,9 10-642,8 13-8,-27 17 0,0 3-84,3 6 0,0 3-127,0 2 1,0 4-373,0 4 1,0 2-864,1 1 1,-1 2 1470,6 3 0,-4-2 0,6 3 0,-4-4 0</inkml:trace>
  <inkml:trace contextRef="#ctx0" brushRef="#br0" timeOffset="43115">14387 6402 24357,'1'-7'2834,"0"2"-2263,-1 5-128,0 0-438,-16-10 18,-18 37-29,5-11 1,-3 2-668,-6 19 1,-1 7 496,-3 1 0,0 3-179,13-15 0,0 0 1,1 1-657,1 0 1,1 1 0,0 0 1010,-12 17 0,4-3 0,14-19 0,2-4 0,-9 17 0</inkml:trace>
  <inkml:trace contextRef="#ctx0" brushRef="#br0" timeOffset="43492">13767 6440 18817,'0'-6'5070,"0"1"-3076,0 5-1787,-28-4-33,8 25-74,-23 3-55,24 26-6,7-2-5,15-7-23,10-9 68,9-12 61,7-10 11,4-16-17,2-11 1,0-13 55,-6-6-5,-7-4-40,-9 1-21,-7 2-12,-6 6-34,-4 7-39,-3 7-33,-1 8-29,0 5-66,1 10-130,-1 12 7,1 3-1575,2 32-2985,9-9 4378,2 16 1,1-30 0,-1-13 0</inkml:trace>
  <inkml:trace contextRef="#ctx0" brushRef="#br0" timeOffset="43842">14630 6824 22307,'6'-10'3557,"-2"2"-2863,-4 8-318,-62-19-147,29 18-179,-8-5 1,0 3-1,7 22-27,7 6-6,11 3-23,13 0-11,13-3 23,16-3-1,13-7 23,7-6 62,1-9 61,-8-10 56,-9-8 29,-12-8-12,-9-2-62,-10 0-56,-10 1-55,-9 4-23,-3 7-23,-1 5-77,5 6-276,5 8-856,6 10-8627,4 7 9362,3-2 0,1-4 0,0-10 1</inkml:trace>
  <inkml:trace contextRef="#ctx0" brushRef="#br0" timeOffset="44324">15299 6599 22139,'3'-42'1033,"-1"-1"1,1 0-1,0-19 1,-1 11-480,-3 24-240,0 3-247,-1 12-50,1 24-12,2 2 1,1 32-17,-1 11-471,-1-17 0,-1 4 370,-2 5 0,-1 2-314,2-9 1,0 3 0,-1-3-55,0 4 1,1-2-1224,3 16 1,5-3 1702,4-23 0,1-3 0,3 16 0,4-15 0</inkml:trace>
  <inkml:trace contextRef="#ctx0" brushRef="#br0" timeOffset="44691">15754 6692 17518,'5'-11'4901,"-1"2"-3963,12-25 0,2-5 233,-9 10-841,10-14 1,-8 6 78,-24 27-252,-8 19-73,-4 4 67,-10 20-78,6 3-28,-4 13-34,20-18 0,4 1 17,6 19-28,9-4 17,22-15-34,6-17 45,12-2 17,2-14 16,7-19-16,-19 1 78,4-22 12,-23 3-40,-2-12 3,-12 18 0,-4-1 42,-10-18-39,-13-2-68,1 27 29,-10 4-28,9 13-96,-4 0-5,13 10-236,8 8-61,12 2-1551,20 12 1915,28-2 0,-21-5 0,10-4 0</inkml:trace>
  <inkml:trace contextRef="#ctx0" brushRef="#br0" timeOffset="45275">17187 6338 25102,'-60'-19'670,"0"0"0,5 3 1,20 1-632,43 1-39,10 6 0,34-1 5,-13 6 1,2 2-3,2-1 0,1 1-418,7 2 0,0 3 387,-14 0 0,-4 2 198,12 7-203,-13 5 16,-25 0 0,-25 13 23,-21-2 10,5-11 1,-3-1-11,7-4 0,0-1 8,-8 2 0,-1 0 14,8-2 0,1 1-23,-24 10 12,12-1-11,28-8 614,14-1-615,5-4 12,27 4 17,5-7-23,22 1-298,0-9 315,2-8-6,-14-2 12,7-14 50,-10-18-53,-23 19 0,-1-3-6,-1-7 0,-4-2 31,-6 2 0,-5 1 50,-2-20 115,-11 17 1,-5 2 52,-15-5-173,8 13 1,-2 4-102,-11 0 0,9 12 0,13 6 0,7 8 0,8 9 304,7 14-304,8 18 0,-5-15 0,-1 1 0,1 6 0,0 1-15,-1 4 1,0 0-713,-3 4 0,-2 1 111,-1 2 0,-2 1-952,-5 4 0,-2-2 944,-1-6 0,-2-3 0,-4 13 0,2-27 0</inkml:trace>
  <inkml:trace contextRef="#ctx0" brushRef="#br0" timeOffset="46442">19355 6172 18823,'5'-5'4263,"-2"2"-1838,-3 3-2201,9-7-17,-5 10-55,7-4 10,-9 12 17,0 3-11,-6 0 17,-7 2-34,-5-2-16,-7-3 27,-1-4 40,2-3-1,3-5-50,4-7-16,5-7-6,4-12-51,4-8-11,7-3-16,1 1-23,5 7-6,1 8-22,3 6 17,5 9-23,7 5 17,11 11 1,3 11-46,1 15-362,-6 14 388,-21-20 0,-3 1 2,-4 3 0,-3 1 12,-6 1 0,-5 1-1,-5 1 1,-7-1-18,-9 3 1,-6-1-707,-8 2 1,-4-1 715,11-11 0,-1-2 0,-1 0 5,-1-2 1,0 0 0,-1-3 7,-13 7 1,1-4-7,7-8 1,3-7 78,-21-12 22,25-22-22,20-20-45,27-8-19,4 24 0,5 1 2,8 2 1,4 3-23,5 4 0,1 4-51,1 4 1,0 5 50,-2 7 0,-1 6 0,-2 4 0,-2 5-79,0 6 0,-2 5-422,-1 5 0,-2 3-3423,-3 4 1,-2 1 3923,-5-2 0,-2-2 0,1 11 0,-10-20 0</inkml:trace>
  <inkml:trace contextRef="#ctx0" brushRef="#br0" timeOffset="50241">12496 8437 17619,'0'-7'4571,"0"1"-3757,-2-30 1,-2-7-415,1-3-16,-1-7 0,0 1 204,1 7 33,1 15-408,0 13-37,1 10-148,1 13 16,0 15-16,0 19 12,0 21-284,-1-23 1,0 2 223,-1 4 1,1 1 19,-1 1 0,-1 1 5,1-1 1,0-1-178,1-4 0,0-2 188,1-5 1,0-2 6,0 15 100,0-18 79,0-16-85,0-18 748,-1-15-826,1-19 0,-1-17-11,0 21 0,1-1-177,-1-4 0,0-1 157,0-4 1,-1 0 5,0 0 0,0 0-3,-1 3 0,0 2 6,1 6 0,-1 4 11,-2-13-6,2 20-11,1 13-11,2 14 11,2 12 737,3 18-736,2 16-4,-2-20 0,-1 3-247,0 1 1,0 2 165,0 0 1,0 2-256,1 0 1,0 0-1046,1 2 1,1-2 754,0-3 1,-1-4-1,2 10 1,-2-19-1</inkml:trace>
  <inkml:trace contextRef="#ctx0" brushRef="#br0" timeOffset="50558">13871 8348 26777,'-36'23'15,"0"0"0,0 0 1,-17 12-1,7 1-141,16-1 0,5 3-1723,-5 8 1,3-1 1081,10-14 0,1 0 767,-5 13 0,5-5 0,7-17 0,-2 8 0</inkml:trace>
  <inkml:trace contextRef="#ctx0" brushRef="#br0" timeOffset="50932">13390 8393 20005,'-3'-5'4649,"1"1"-3848,2 4-762,-30-39 45,16 53-72,-22-25-12,26 52 11,3 5-22,5-12-1,7 6 46,8-9 78,4-15-39,0-7 72,1-19 23,0-8 17,3-13 140,-3-15-107,-8 5-122,-4 3 27,-10 6-17,-2 15-11,-3-1-100,0 10-74,2 7-178,2 12-135,2 2-2196,5 18 2588,11 5 0,-7-11 0,6-1 0</inkml:trace>
  <inkml:trace contextRef="#ctx0" brushRef="#br0" timeOffset="51282">14122 8787 23780,'-5'0'1871,"1"0"-1059,4 0-789,-52 34 5,55-17-6,-38 22 51,65-29 61,-6-9-33,-7-3 89,-3-7 158,-9-12-102,-2-4-39,-10-7-39,-5 4-112,-2 7 0,-5 0-11,3 9-135,2 2-302,4 8-1517,6 11 1909,10 8 0,-5-5 0,6 1 0</inkml:trace>
  <inkml:trace contextRef="#ctx0" brushRef="#br0" timeOffset="51542">14903 8186 28250,'32'34'33,"-9"18"-75,-18-7 0,-4 5-1298,-1 3 0,0 1 544,0 2 1,0 1-2535,-1-1 0,1-2 3330,1-7 0,0-4 0,-1 10 0,2-27 0</inkml:trace>
  <inkml:trace contextRef="#ctx0" brushRef="#br0" timeOffset="51925">15436 8276 26894,'-33'0'67,"0"0"1,-23 14-51,39 46-15,11-29 1,2 2-6,3 1 1,3 0-300,3-2 0,4 0 299,4-2 1,3-1-1,4-3 0,3-2 14,26 13 57,-1-16 200,-6-21-156,-8-18 28,-6-16 39,-7-11 56,-8-8-16,-8-4-46,-14-1-233,-9 2 139,-10 6-1,-8 7-50,-1 10-22,4 11-152,11 10-205,11 8-2523,17 12 2874,6 3 0,-1 0 0,-1-3 0</inkml:trace>
  <inkml:trace contextRef="#ctx0" brushRef="#br0" timeOffset="52566">16747 8355 24040,'44'-20'14,"0"0"0,-1-1 0,1 1 0,13-4 0,0 1 0,-1 6-24,-10 10 1,-2 4 0,0 1-447,0 0 1,-1 0-1,-2 2 343,15 2 1,-5 3-64,-11 1 0,-6 3 754,1 14-584,-40 5 62,-33 1-20,5-13 1,-3-1-14,-5 0 0,-2-1 58,0 0 1,-1 0-4,4-1 1,2-1-12,7-1 0,2 0 335,-11 6-374,19-3 1049,18-4-1055,20-2-16,20-4-12,22-3-282,-23-2 1,1-2 295,2-1 0,-1-2 17,-3-1 1,-1-4 506,19-17-420,-17-13 11,-15-16-308,-14 23 0,-3-1 381,-1-1 0,-1 0 37,-1 3 1,-2 1 298,-4-17 379,-2 15-670,-4 15-10,3 9-180,2 6 566,4 10-606,1 9 104,8 17-120,6 14-7,12 11-301,-10-25 1,2 1 278,0 1 1,-1 1-37,-3 1 0,-4 0-146,-2 1 0,-6 0-442,-8 0 1,-6 0-3228,-5 0 0,-4-2 3885,-1-4 0,0-3 0,-10 8 0,15-18 0</inkml:trace>
  <inkml:trace contextRef="#ctx0" brushRef="#br0" timeOffset="53182">19080 8364 22251,'-6'-46'786,"0"1"1,0-1-1,0 3 1,0 1-1,0 1-333,-2-10 1,1 3-552,1 16 0,1 1 249,-1-4 0,0 5 141,1 6-225,1 6 23,2 18-73,5 21 17,4 21-34,-2-11 0,0 2 0,2 8 0,1 1-342,-2 5 0,0 2 339,-1 1 1,-1 0 2,-1-1 0,-1 0-6,-3-5 1,-2-2-48,-1-5 0,-1-3 87,-10 18 100,0-20 56,5-17-78,4-20-39,0-30-62,3 3 0,-1-2 1,0-2 70,1 3 1,0-1-75,0-12 0,0-3 14,0-3 1,1-1 24,1-8 1,-1 3-36,2 18 0,-1 2-12,1-5 0,0 5 124,0 9-124,1 4 0,2 16 0,10 28 0,-1 0 0,13 38-258,-16-27 0,-1 4-1253,0 13 0,-2 3 1511,-4-1 0,-2-2 0,0-13 0,-1-4 0,-5 7 0</inkml:trace>
  <inkml:trace contextRef="#ctx0" brushRef="#br0" timeOffset="62848">6527 11266 23747,'-39'-8'344,"0"-1"0,-7-12-344,89-4-11,9 3-1009,-11 9 0,7 1 0,-1 1 961,9-2 0,1 2-1,-3 2 0,3-1 1,-3 2-27,7 0 0,-5 3-29,-12 4 1,-7 5 673,-1 14-536,-53 16 19,-9-11 0,-9 1-464,-10 4 0,-5-1 500,13-7 1,-1-1-1,0 1 59,-19 7 1,0 0 7,5-3 1,2-1 518,9-5 0,4-1-574,-12 6 637,27-10-615,33-8-50,26-12-32,-6 1 1,4-3-417,9-3 0,3-3 386,5-3 0,1-1 11,2-2 0,-1-1 6,-2-1 0,-3-1 19,-6 1 0,-4-2 612,-9 1 1,-5-2-459,2-26 23,-34-5-136,-5 27 0,-5 1 164,-6 0 0,-3 2-12,-1 1 1,0 3 134,-23-14-129,13 13 787,16 10-1000,12 8-39,15 8 29,14 10-24,17 12-5,-10-4 1,0 2-149,4 5 0,0 3-82,-1 5 1,-2 3-849,-2 3 0,-5 3 1095,-5 7 0,-3-3 0,0 7 0,-10-5 0</inkml:trace>
  <inkml:trace contextRef="#ctx0" brushRef="#br0" timeOffset="65200">8561 11100 23528,'-22'-39'689,"0"-1"0,2 4 0,5 10-644,13 20-34,5 5 34,14 15-28,8 8-12,15 18-5,-18-15 0,-1-1-11,12 19-28,-11-8 0,-4 2-23,-1 14-72,-7-15 1,-4 0 122,-15 11 56,-10-14-17,-3-16 39,-8-12 6,6-26-12,4-8-27,6-25-28,21-4-6,4 9-82,8 14 1,4 1-379,18-7-383,-8 13 1,3 2-166,-4 10-1,2 4-590,1 2 1,1 3-1140,0 2 1,-1 2-1005,-1 1 1,-3 2 2944,13 2 0,-18-1 0,-19 1 0</inkml:trace>
  <inkml:trace contextRef="#ctx0" brushRef="#br0" timeOffset="65833">9223 11038 12141,'2'5'8704,"1"-2"-4565,-3-3-3904,-28 15-60,32-7-47,-14 11-4,44-15-18,5-4-72,-7-4 111,12-12-27,-18-2 55,7-13 12,-18 0-11,-7-3 16,-11 1-11,-6 2-44,-8 5-46,-7 8-10,-3 7-29,-2 9-39,-1 12 12,3 10 22,2 12-40,7 9 1,6 5-1,7 3-16,11 1-6,9-2-11,18-4-362,13-6 367,-16-21 1,2-4 30,3-2 1,1-4 10,1-2 1,1-4-20,-2-6 0,-1-3 19,-4-3 1,-3-4 42,19-25-29,-16-8-5,-14-4 28,-9 1 6,-5 6 5,-3 13 12,-1 12-51,0 11-23,-2 12 29,0 9 345,2 10-379,1 9-11,6 4 5,6 0 6,8-4-11,7-5 28,7-8 28,6-7-17,2-7 28,-1-12 17,-5-9-29,-7-15 7,-9-7-12,-7-7-11,-7 1-34,-3 4 29,1 8-6,1 6-213,6 7-566,8 4-1036,11 4-3456,14 4 5254,1 4 0,-14 2 0,-12 2 0</inkml:trace>
  <inkml:trace contextRef="#ctx0" brushRef="#br0" timeOffset="66033">10614 10868 26318,'26'-28'-535,"0"-1"1,3 3 0,4 5-785,6 16 0,2 4-3597,3-1 1,0 1 4633,-6 1 0,-2 1 0,10 0 0,-23 1 1</inkml:trace>
  <inkml:trace contextRef="#ctx0" brushRef="#br0" timeOffset="66474">10851 11030 24715,'-38'19'614,"1"0"1,0-1-1,15-9-614,33-17-84,15-7-313,21-7-124,-14 8 0,3 0-1031,5-2 0,3 0 342,5-1 1,1 1-284,3-1 0,0 1 62,1 1 0,-1 0 756,-2 2 0,-3-1 692,-5 2 0,-2 0 738,-9 2 0,-2-1 1889,9-11 196,-17 4-706,-13 1-594,-6 2-470,-7 4 566,-5 5-1154,-9 5-66,-7 11-214,-8 11-90,-2 14-40,4 11-32,11 8 10,15 4 6,25 0-373,-1-29 0,6-2 339,8-1 1,5-3-7,5-1 1,3-4 8,3-3 1,0-4 18,-4-4 1,0-4 31,-8-6 0,-3-4 125,12-16 23,-23-17-50,-23-10-57,-20-9-69,4 28 0,-5 0-352,-4 1 0,-3 1 130,-3 2 1,-3 3-1337,-3 3 1,-1 3 1509,3 3 0,3 4 0,-12-2 0,19 8 0</inkml:trace>
  <inkml:trace contextRef="#ctx0" brushRef="#br0" timeOffset="67324">6623 12722 23463,'47'-14'-97,"1"1"1,0 0 0,0-1 0,12-2 0,0 1 0,-4 4 9,7 4 0,-4 4-56,-10 3 1,-6 2 170,4 5 805,-46 19-643,-51 7-39,9-9 1,-4 1-276,-9 1 1,-1 2 323,12-7 0,-1 1 0,3-1-136,0 0 0,2-1 14,-4 3 1,8 0 320,18-5-343,11-2 401,36-12-418,16-14-39,-10-1 0,1-1-408,19-13 430,-20 7 1,1 0 5,-7 1 0,-1-1 47,13-10 1,-1-4 28,-10 4 0,-2-2 66,-1-5 1,-4-1 31,-3-11 229,-12-4 587,-9 21-659,-7-3-259,0 16-83,-1 8-6,5 9 6,2 8 438,4 10-427,5 13-291,13 21-1070,1 0-801,3 0 2134,-7-7 0,-11-28 0,-1 0 0</inkml:trace>
  <inkml:trace contextRef="#ctx0" brushRef="#br0" timeOffset="70607">8706 12707 25382,'-25'-40'424,"1"0"0,3 3 0,11 10-408,17 22 18,17 4-12,5 6-10,15 7-4,-12 1 0,0 3-24,20 18-267,-3 3 216,-22 12-56,-19-5 39,-15 13 89,-9-27 1,-6-1 33,-23 10-11,-5-10 56,8-24 28,18-18-5,3-12-6,18-29-85,19-1-32,8-2 16,-2 27 0,3 3-270,1 5 0,1 2 208,7-5 1,4 2-180,8 2 1,3 2-46,-8 6 0,1 3-104,7 1 1,-3 2-70,13 3-87,-25 4 0,-1 2-396,11 4 62,3 5 634,-19 8 515,-20-1-28,-10 0 521,-14-3 833,3-6 1,-4-1-811,6-4-264,3-4-353,6-3 67,5-5-140,6-3 11,18-9-55,3 0-1,11-8-27,-13 9 44,3-7 0,-12 4 90,0-10-12,-9 6 12,-9-1-11,-8 12-73,-2 5 22,-7 5 0,-7 10-45,-2 6-16,-6 12-40,9 9-10,7-3 4,5 12-32,11 3 44,10 0 44,12 5-66,17-16-17,-2-9 11,-7-13 0,3-2-20,4-3 1,2-3 21,-1-2 1,1-3-118,3-2 0,-2-4 149,9-16 27,-19 1-16,-11-9 22,-16 0-16,-5 0-1,-6 0 17,-1 13 214,2 9-242,3 5-22,3 7 22,5 8 23,7 9-46,7 13 1,6 9 11,-2-6-6,-3-9 1,2 1-17,12 5 19,-10-10 0,1-3 25,15-1-16,-5-13 5,-10-11 40,-2-16-18,-4-26 1,-2-8-296,-7 19 1,-1 0 263,-2 3 1,-1 1 3,4-19-12,0 16 1,1 3 5,5-6-11,9-8-141,-5 28-340,1 11-712,1 14-828,2 9-7799,2 9 9232,-7-5 0,-6-6 0,-10-8 0</inkml:trace>
  <inkml:trace contextRef="#ctx0" brushRef="#br0" timeOffset="70799">10874 12602 21763,'-3'-4'3400,"1"0"-2940,2 4-493,23-61-321,4 40-321,-1-15 1,4 3-3415,31 22 4089,-22 6 0,-1 0 0,6 0 0,-3 2 0</inkml:trace>
  <inkml:trace contextRef="#ctx0" brushRef="#br0" timeOffset="70950">11015 12723 27264,'42'-11'-343,"0"-1"0,1 1 1,1-1-1,1 0 0,-2 0 343,11-4 0,-5 1 0,-13 4 0,-4 2 0,7-1 0</inkml:trace>
  <inkml:trace contextRef="#ctx0" brushRef="#br0" timeOffset="72724">12319 12457 23819,'5'-47'511,"0"-1"1,0 4 0,4 12-411,12 28-62,-1 7 23,10 12 5,-3 12-42,-7-2 1,-1 4-26,9 25-797,-14-18 0,-3-1 774,-2 12 12,-5 9 101,-17-15 33,0-7 56,-11-13 6,5-30-112,6-5 61,5-21-44,14-16-68,9-4 522,0 20 1,3 1-582,3 5 1,4 3-85,5 1 1,1 2-109,21-12-357,-8 16 1,2 4-20,-14 7 0,0 1-182,14-1 0,0 1-25,-11 6 0,-2 1-501,20 7 988,-18 1 196,-15 8 869,-20 4 301,-9 2 303,-10 4-77,-3-4-747,5-7 1021,-2 3-1099,13-11 144,-2 1-149,13-6-151,7-7-214,4 0 74,25-17-73,-5-1-40,-9 5 1,0-1 50,15-19-17,-5-4 28,-9-1 57,-10 1 44,-9 8-12,-13 8-100,-10 10-33,-11 8 5,-6 9-45,-4 11-5,1 10 10,3 13 1,5 7-6,8 7-5,9 2 0,9-11-23,21 16-34,8-20-147,-4-12 0,2-1 198,29 6 0,-25-20 0,-1-2 17,19 1-12,-16-13 1,-1-5 11,7-9-93,12-19 87,-24-1 3,-16 2 0,-4-1 31,0-7-20,-5 10 0,-1 4 37,-2 8-6,1 8-28,0 5 354,0 5-366,0 7 69,0 7-101,5 10 16,2 10-6,6 7-5,4 2 0,6-1 33,7-4 0,5-8-10,2-8 27,-3-10-11,-6-14-6,-5-10 17,-5-15 1,-5-9 4,-5-9 1,-2-7-11,-1-1-17,3 4-23,2 9 6,4 13-34,3 9-145,6 10-431,6 6-1037,7 8-3500,3 7 5147,-5 3 0,-13-1 0,-9-5 0</inkml:trace>
  <inkml:trace contextRef="#ctx0" brushRef="#br0" timeOffset="73657">14668 12260 20532,'15'-58'1689,"1"0"1,-4 8 0,-1 7-962,-5 7-398,-4 18-223,-1 14-12,-2 19 0,-2 16-11,-2 20-59,0-20 0,0 2-11,-2 2 0,1 0-258,-2 2 0,1 0 171,0 1 0,0-1-106,0 0 0,1 0-216,2-2 0,0-1-938,-3 24-330,1-18 72,0-22 594,-1-25 650,-3-17 324,-5-17 102,-8-10 94,-9-2 10,12 26 0,-2 1 136,-1 3 0,-1 1 650,-26-14 146,7 12-253,12 11-380,14 7-202,17 3-118,18 0-89,19-2-56,23-3-29,-22 3 1,3 0-23,4-1 1,3 0-556,3 0 1,2-1 453,-1 0 1,1 0-29,-3 0 1,-1-1-147,-5 0 0,-2-1 278,-7 1 1,-4 0 119,12-6 68,-20 2 426,-18 4-320,-15 4 1039,-8 4-1067,-9 7 477,-2 7-465,-2 9-107,-1 6-84,-1 6-56,-4 3-62,-1 2-134,-3 0-163,-6-2-376,-4-4 421,-6-6 163,0-12 129,3-14 89,7-18 106,11-17 107,12-15 129,11-6 46,9 3 4,8 9-62,3 13-218,4 14-106,5 11 349,8 18-355,12 15-45,-13-8 1,2 2-264,4 5 1,2 0-96,4 4 0,2 0-1927,3 2 0,1-1 2263,-2-4 0,-3-2 0,12 8 0,-21-17 0</inkml:trace>
  <inkml:trace contextRef="#ctx0" brushRef="#br0" timeOffset="74423">15566 12258 20537,'24'-50'1768,"0"0"0,-2 5 1,-2 6-1439,0 2 196,-2 9-274,-12 17-179,0 2 6,-4 26-23,-5 10-34,-3 25-11,-1-7-194,1-14 0,-2 1-114,-4 21-457,3-10 1,1 1-305,-3 15 1058,5-5 0,3-5 0,1-19 0,1 22 0</inkml:trace>
  <inkml:trace contextRef="#ctx0" brushRef="#br0" timeOffset="74807">16116 12298 21530,'16'-50'1172,"1"0"1,-1 2-1,-7 12-594,-16 25-154,-10 10-306,-5 16-6,-8 16-62,2 12-27,8-6-1,1 14-5,12 3-12,4 1-38,14 4-23,11-21 42,2-13-14,17-7 22,11-17 45,-1-9 6,5-15 67,-22-12-25,-14 4 81,-8-14 33,-14 8 0,-7 6 1,-4-2 0,-16-16-157,-5 3 22,3 21-45,12 19-10,2 3-74,2 11-257,9 10-784,2 10-2073,10 4-6655,10-1 8498,-1-10 0,0-8 0,-11-10 0</inkml:trace>
  <inkml:trace contextRef="#ctx0" brushRef="#br0" timeOffset="75024">16998 12059 28311,'-9'-30'84,"0"23"-84,1 68-56,4-27 0,3 1-498,1 0 1,3 1-55,2-1 1,2 0-1297,3 1 0,2-2 1432,11 23 1,-7-22 0,-6-17-1</inkml:trace>
  <inkml:trace contextRef="#ctx0" brushRef="#br0" timeOffset="75200">16787 12372 26900,'9'-44'39,"0"0"0,3 3 1,7 8-365,41 20-1011,-23 7 1,2 1-808,6 0 1,0 1 1473,-3 0 1,-2 0 0,12-1 0,-22 2-1</inkml:trace>
  <inkml:trace contextRef="#ctx0" brushRef="#br0" timeOffset="76441">17948 11925 12102,'-2'-4'6968,"0"1"-3456,2 3-2465,-24-63-369,20 33-471,-5-10 0,4 1 67,26 8-33,25-1-202,-8 10-122,-7 10 1,2 1 139,16 5-35,12 2-16,-3 16-12,-10 10-5,-13 14-11,-15 10 22,-17 8 11,-19 5-11,2-28 0,-4-1 19,-4 0 1,-3-2-6,-1 0 0,-1-3 19,1-3 1,-1-2 123,-19 9 151,9-14 146,10-14-107,12-11-123,12-9-73,15-5-56,11 0 227,13 4-271,8 8-12,5 8-11,2 14-290,1 12 279,-3 15-6,-6 10-17,-9 3 1,-14-1-85,-19-6-319,-25-4-1080,-28-7 829,9-18 0,0-2 1,-7 3-1,-3-6 1</inkml:trace>
  <inkml:trace contextRef="#ctx0" brushRef="#br0" timeOffset="79100">11154 13909 22191,'43'-28'-605,"0"0"0,0 0 0,-4 3 0,1 2 0,-2 8-1543,7 12 0,-4 10 2148,-9 4 0,-4 2 0,3 3 0,-19 6 0</inkml:trace>
  <inkml:trace contextRef="#ctx0" brushRef="#br0" timeOffset="79224">11279 14085 19710,'-42'24'976,"-1"0"0,0 0 0,-12 8 0,8-6-679,16-12 196,21-9-488,27-15-268,25-12-546,-6 5 0,4-2 235,16-8 0,0 2 0,-23 10 0,-2 1 0,2 0 0,0-1 0</inkml:trace>
  <inkml:trace contextRef="#ctx0" brushRef="#br0" timeOffset="79906">13054 13777 20823,'-4'-58'1495,"0"1"0,0 6 1,-3 5-555,-12-6-649,-2 26-236,-1 11 50,-5 27-44,2 14-51,-6 20 3,14-7 0,3 2-20,-3 18 9,9-13 0,4-1-316,8 11 315,2-25 1,5 0 14,9-1 0,5-4-6,29 6 0,5-10 0,-26-19 1,-2-5 4,17-14 46,6-13 16,-14-18-22,-25 11 0,-6-3-25,-5 3 0,-3 1-17,-1-1 0,-4 0 14,-7 3 0,-3 2 5,-13-14-10,-10-3 72,-4 16-139,11 18 21,7 11-94,10 16-471,9 11-1709,0 12 2297,11 10 0,-4-20 0,5-2 0</inkml:trace>
  <inkml:trace contextRef="#ctx0" brushRef="#br0" timeOffset="80416">14143 13473 25130,'-23'38'93,"0"0"1,-2 5-1,0 0-149,8-11 0,1-2-23,0 1 1,0-1-292,-1-1 1,1-1-1832,-15 16 2201,8-15 0,1-3 0,-2 3 0,1-8 0</inkml:trace>
  <inkml:trace contextRef="#ctx0" brushRef="#br0" timeOffset="80590">13716 13662 21730,'6'-45'1095,"0"-1"1,0 7 0,-2 7-826,-3 21-63,10 15-174,7 11-27,7 7 5,19 16-36,-20-17 0,1 2-222,14 15 0,1 4-1143,-6-5 1,-1 2-1558,3 6 1,-3-1 2587,-13-12 0,-3-4 0,3 6 0,-12-17 0</inkml:trace>
  <inkml:trace contextRef="#ctx0" brushRef="#br0" timeOffset="80816">13975 13492 23108,'-7'-47'969,"1"0"0,0 6 0,5 10-851,11 24-23,8 24-33,11 23-40,-3 4-299,-9-8 0,-2 5 199,-1 9 0,-3 3-742,0 2 1,-1 1 201,-4-12 0,-1 2 0,-1-4-377,-1 1 1,-2-2 994,-4 11 0,-1-5 0,2-12 0,-6 12 0</inkml:trace>
  <inkml:trace contextRef="#ctx0" brushRef="#br0" timeOffset="81007">13700 13915 14236,'-8'-4'7124,"2"0"-6210,6 4-511,0 0-431,20-65-56,8 44-487,7-18 0,9 1 83,15 24 1,6 8-330,-21-1 0,0 0 1,1 0-86,7 0 0,2-1 0,-3 2-4014,9-2 1,-4 0 4546,-15 3 1,-5 0 0,12-2 0,-35 5 0</inkml:trace>
  <inkml:trace contextRef="#ctx0" brushRef="#br0" timeOffset="81207">14885 13407 20537,'-2'-8'4330,"0"1"-3098,2 7-358,0 0-841,-14-7-5,10 21-11,-12 5-6,14 16-42,0-1 1,1 1-368,2 19-570,2-14 1,1 1-2397,2-7 1,1-2 3363,10 22 0,-5-21 0,-5-15 0</inkml:trace>
  <inkml:trace contextRef="#ctx0" brushRef="#br0" timeOffset="81573">15340 13532 27124,'-43'-9'20,"0"0"1,4-3 0,9 11-21,21 28 0,7 8 33,-1 12-36,4-12 1,4-1-4,12 17-11,16-7-5,9-10 16,6-10-5,0-12 22,-4-18 28,-7-14 23,-10-14 44,-10-11 18,-10-5 38,-13-6-322,-10-1 311,-11 3-22,-9 8-67,-2 9-40,2 12-67,9 7-380,10 10-1054,10 6 1479,10 11 0,-2-4 0,5 4 0</inkml:trace>
  <inkml:trace contextRef="#ctx0" brushRef="#br0" timeOffset="81916">16418 13472 26922,'-8'-36'252,"0"0"0,-4-12-224,12 71-28,6 17-39,4 13-42,-3-22 0,3 1-264,1 3 1,1 1-757,1 3 1,1-1 466,1 5 0,0-4 0,2 7 1,-4-8-1</inkml:trace>
  <inkml:trace contextRef="#ctx0" brushRef="#br0" timeOffset="82083">16118 13725 25500,'-1'-44'86,"1"0"0,6 4 0,10 7-182,21 21 1,7 7-1311,5-1 0,1 2 347,5 1 1,1 0 1058,6 1 0,-4 1 0,-23 0 0,-2 0 0,23 0 0</inkml:trace>
  <inkml:trace contextRef="#ctx0" brushRef="#br0" timeOffset="82557">17012 13245 22666,'-3'-5'3080,"0"2"-2704,3 3-220,5-61-55,15 36-70,-7-12 0,4 3 2,28 19-10,3 7-29,0 7 12,-2 10 11,-4 10-12,-5 8 12,-4 5-51,-5 3-72,-4 1-84,-8 0-107,-9 1-6,-21-2 130,-19-1 167,-18-6 118,-4-8 34,4-9 44,14-7 34,16-7-45,12-2-44,15-4-51,8 1-34,12-1-16,6 3-23,7 2 23,3 4-34,0 8-40,1 8 35,-2 9-1,-1 5-5,-6 5 11,-13-1-56,-16-1-134,-24-4-298,-19-2-890,-18-5-4654,-5-7 6032,8-6 0,22-6 0,15-2 0</inkml:trace>
  <inkml:trace contextRef="#ctx0" brushRef="#br0" timeOffset="83190">18270 13088 25928,'42'-10'-97,"1"-1"1,-1 1-1,21-3 1,-3 4-42,-12 11 1,-2 4-42,0-1 0,-2 4-166,-1 2 1,-3 2 64,7 6 32,-17 9 1,-44-9 258,-21 3 152,-24 0 139,13-9 1,-1-2-149,14-3 0,-1 0 199,-12 2 0,2-1 420,-5 1-180,1 0-286,16-3-184,19-3-42,13-2-19,15 0 75,16 0-159,19-1 0,13 0-18,-22-2 1,0-1-218,-8-1 0,-1-1 279,26-5-22,-25-9-5,-22-5 27,-5-12 29,-22-25-15,6 29 0,0 0-132,-3 0 0,1 0 174,0-2 1,2 2 173,-2-14 519,1-5-340,6 15-279,2 16-152,3 9 0,3 10 0,7 11 261,11 12-261,0 4 0,1 3 0,0 0 0,-1 1 0,2 1 0,-1 1-7,-1 1 1,-2-1-557,8 21 350,-13-22 1,-3 2-446,-5 4 0,-5 0-2395,-11 20 3053,-8-4 0,2-31 0,6-12 0</inkml:trace>
  <inkml:trace contextRef="#ctx0" brushRef="#br0" timeOffset="83690">19406 12905 23293,'-2'-6'2705,"1"1"-2055,1 5-280,-5-69-247,13 45-104,-5-15 1,6 4-9,23 27-11,-2 4 6,16 11-12,-2 12-5,-2 10 0,-4 14 11,-20 5-6,-9-9-16,-5 14 16,-14-5 1,-6-2 5,-13-1 16,-3-18-4,7-11 21,-1-3 85,9-9 5,3-6 34,6-6 0,6-7-90,4 2 17,5-2-28,10 3-39,5 4 5,8 3-11,1 14-5,3 8-1,-7 4 12,14 22-22,-17-9 10,6 16-22,-18-12 12,-19-6-18,-5-9-201,-30-5-3192,9-12 1,-3-2 3415,4 0 0,1 0 0,-26 0 0,35-3 0</inkml:trace>
  <inkml:trace contextRef="#ctx0" brushRef="#br0" timeOffset="86373">7076 15389 16488,'-6'1'2217,"1"-1"-1001,5 0-1300,22-21-185,13 3 62,-4 0 0,3 0-468,2 4 1,3 2 178,0 0 1,0 2-60,-3 2 1,-1 2-234,21-2 340,-24 11 504,-33 12 341,-33 15 37,2-8 1,-3 0-186,-10 4 1,-3 1 422,-3 3 1,-1 0-35,1-1 0,2-1-165,7-2 1,3-1-186,8-4 1,4-1-233,0 3 574,15-9-462,23-11-78,14-8-101,18-7 2,-14 0 0,1-1-228,4-1 0,0-3 251,1 0 0,0-1 20,-3 1 0,-1-1 730,20-18-529,-16 2 118,-15-4 67,-16-2 235,-16-2 28,-10 3-168,-6 4 444,1 9-651,4 7-78,9 8-191,7 4-84,4 5 17,19 15 28,4 7 0,20 19-50,2 6-46,-20-20 1,1 2-180,-1 1 1,-1 1-743,-2 2 1,-2 1 1016,-2 3 0,-3-1 0,1 6 0,-6-6 0</inkml:trace>
  <inkml:trace contextRef="#ctx0" brushRef="#br0" timeOffset="87540">8621 15623 22099,'-23'-54'1258,"0"0"1,3 7 0,4 8-968,7 16-223,6 13-74,5 10 34,10 11-11,9 14-28,14 16 8,-15-15 0,0 1-264,2 4 0,-1 1 253,-1 0 0,-1 1-14,-1 0 0,-2 1-87,-4-3 0,-1 1 82,1 25 16,-16-11 62,-9-16 22,-8-17-11,-2-23 22,3-18-11,6-22-33,9-13-390,8 27 0,5-1 345,2-1 0,5 1-68,6-1 1,3 2-249,5 3 0,3 3-217,3 3 0,3 3-394,2 4 1,2 4-779,1 3 1,1 3-428,-1 2 1,-1 3-519,-1 2 1,-2 4 417,-1 4 0,-2 3 2192,5 4 1748,-12 17 2946,-37-5 1686,-9 8-2772,-11-3-611,-3-4-2330,12-11 544,3-5-672,13-8 468,2 0-833,7-7-78,15-9-34,-1 0 29,19-11-7,-10 3 23,8-6 11,-6-4 29,-7-1 16,-11-2 5,-11 0 23,-10 7-11,-8 7-6,-5 11-5,-8 9-118,10 5 28,-6 12-28,15 8-23,1 13 23,9 10-14,7-14 0,4 0-8,14 24-319,7-4 218,11-10-34,1-16 73,-14-13 0,3-2-22,6-5 0,0-5 50,21-12 61,-7-8 23,-25-19 0,-16-1 51,-3-10 156,-14-8-67,-3 18-79,-4 6 23,4 19-95,4 10-17,2 3-11,15 14 17,-2-3-23,31 22 11,-19-15 34,25 15-45,-13-11 23,19 5-34,-9-10 45,0-4 301,-22-13-307,-6-12 12,-10-8 21,0-21-27,-4 1-6,0-10-16,1 19-23,4-3-179,8 11-549,12-1-3429,26 3-5646,-2 9 7745,-2 3 1,-24 7-1,-19 1 1</inkml:trace>
  <inkml:trace contextRef="#ctx0" brushRef="#br0" timeOffset="87724">10785 15190 21556,'-4'0'3815,"1"0"-3255,3 0-1854,35-26-6671,28 16 7965,-28-4 0,0 1 0,24 10 0,-37 3 0</inkml:trace>
  <inkml:trace contextRef="#ctx0" brushRef="#br0" timeOffset="87890">10939 15356 24559,'-45'25'941,"0"0"0,5-3 0,10-5-813,22-12-66,17-5-56,5-4-197,15-3 1,7-2-835,-1 0 0,3-1-3891,20-5 1,1 0 3082,-18 5 0,-3 1 1,20-5-1,-42 10 1</inkml:trace>
  <inkml:trace contextRef="#ctx0" brushRef="#br0" timeOffset="89373">12586 15371 16980,'-4'0'5596,"0"0"-4532,4 0-521,-40-65-167,34 24-267,-9-6 0,6-1 37,41-4-415,-9 27 0,4 3 302,2 2 1,3 3-15,0 3 1,1 3-17,0 4 0,1 2 83,-1 3 0,-1 3-108,28 11 22,-6 14-6,-11 12-22,-14 7 28,-16 5 6,-19 0 0,-15 0-1,-14-1-308,-9-5 398,-3-5 85,1-12 218,7-9 106,8-13-168,13-12 337,8-7-555,11-9-68,11 0-16,11-1 336,11 6-337,8 6-10,4 6-12,2 12 11,1 9-269,0 12 242,-3 6-6,-6 3-12,-12 2-16,-12-2-129,-20 0-386,-18-4-1413,-20-4 1967,11-16 0,0-2 0,-5 2 0,2-6 0</inkml:trace>
  <inkml:trace contextRef="#ctx0" brushRef="#br0" timeOffset="92183">20037 2835 13541,'0'-3'6733,"0"1"-5972,0 2 411,-1-65-69,-4 22-885,2 0 1,0 0 184,-5 1-39,2 17-224,3 10-34,0 6-162,1 12 101,-1 13-17,0 17-6,1 19-11,1-19 1,0-1-288,1 25 281,0-21 1,0 1 8,1 1 0,0-1-14,0 1 0,1-1 11,0 4 0,0-3 17,1 11-11,-1-17 241,-2-11 375,1-15 0,1-11-465,0-14-62,2-17-55,-1 1-1655,-1 1 1,0-1 1625,-1-4 29,0-4 0,0-1 16,-1 4-17,-2-8-67,-1 32 0,-1 20 23,-1 16 3302,-3 18-3296,0 14-24,0 8 265,3 2-242,1-2-28,3-4 23,1-9-6,0-10 0,0-11 28,-1-11-6,0-9 18,-7-10-35,-5-11 12,-11-11-17,-9-12-11,-8-8 11,6 6 14,6 10 0,0 0-9,-8-5 1,11 12 0,2 1-18,-6-1 29,11 8-17,9 8-22,6 4-12,3 2 23,3 6 0,4 8 11,4 10-11,7 11 22,4 8-11,5 6-311,5 2 322,6-2-16,5-4 5,2-5 11,0-10 6,1-9 11,-1-10 5,1-9 23,0-12 23,0-8-29,-11-1 124,5-16-62,-21 12 22,4-8 266,-15 13-338,-4 8-28,-3 6-68,0 3 17,-1 2 23,-2 3-6,-4 3 5,-6 5-10,-6 4-6,-12 2 16,-9 1-10,-12 1-192,21-11 1,-1-1 204,-2-1 1,-2-1-1,1-1 1,-1-2-1,3-4 1,1-1 19,-21-9 5,11-11-16,11-8-23,9-7 23,7-4-6,7 3 1,5 7 408,2 11-426,1 11-16,0 6 11,1 8 11,3 5 11,5 11-11,6 8 0,6 7 17,3 2-34,6-1 0,4-5 23,8-6-17,10-8-511,11-7 460,-27-10 1,2-3-759,6-2 1,1-2 819,10-4 0,-2-1 0,8-3 0,-4 1 0</inkml:trace>
  <inkml:trace contextRef="#ctx0" brushRef="#br0" timeOffset="97357">13726 15305 23853,'6'-40'972,"0"-1"0,-1-19-899,-15 72-51,0 4 28,-2 18-50,1 3-106,-6 23-252,1-7-60,6-22 1,-2-1-1291,-11 17 609,3-13-721,-11-4 1244,4-18 956,-10-20 393,9-19-241,4-10 701,10-22-12,5 5-709,3 20 0,1-1 43,0 1 0,0 2-34,-3-11-185,4 12-280,2 22-17,4 7 0,8 9-5,22 17-18,10 6-404,-12-8 1,0 1 381,16 9-28,-16-12 1,0 1-219,22 9-443,-12-9 0,1-1-562,-8-7 0,0-1-1474,3-1 1,-1-3-2077,5-6 4021,-6-10 1,-22 3-1,-1-1 1</inkml:trace>
  <inkml:trace contextRef="#ctx0" brushRef="#br0" timeOffset="97849">14114 15267 20246,'8'-42'1317,"1"0"1,-1 0 0,3-11 0,-3 7-725,-7 4-206,-1 18-130,0 6-161,0 7 32,2 1-55,-1 7-56,1-1-6,-1 4 12,1 0 38,-2 4-22,0-1-11,0 5-33,0-4 33,0 0 5,0-3 634,0 0-628,1-5-22,-1 2 22,1-3-33,-1 3-29,0 0 34,-1 12-11,-1 5 0,1 5 6,-4 24-51,3-6 6,-1 20-28,6-6-118,4 0-201,5 1-488,6-5-1103,3-4-5014,2-9 6991,-3-10 0,-7-13 0,-6-6 0</inkml:trace>
  <inkml:trace contextRef="#ctx0" brushRef="#br0" timeOffset="98206">14527 15108 20033,'3'-8'5495,"0"2"-4521,-3 6-33,0 0-784,8-51-45,-15 52-28,2-29-6,-17 72-61,2 10-39,7 6 11,11-1 22,17-5 11,14-10-5,17-10-306,10-15 300,3-13 22,-2-16 18,-9-13 22,-13-15-6,-17-11 0,-21-6 0,-20 0-42,3 28 1,-4 3-4,-5 2 0,-4 3-241,-2 3 0,-2 3 219,0 3 0,-1 3-51,5 2 1,2 2-320,-13 3-531,22 8-1379,21 5 2280,16 9 0,-5-10 0,4 1 0</inkml:trace>
  <inkml:trace contextRef="#ctx0" brushRef="#br0" timeOffset="98857">13660 15332 19641,'0'-7'2641,"-5"-29"0,-1-6-1655,-1 4-653,-1-7 0,2 0 104,0 14-196,5 12-180,0 11-61,2 10 34,3 11-90,3 11 17,4 12 39,-1 10-118,-1 7-190,-2 3-201,-4 0-147,1-3-212,-1-8-118,-1-10 303,-4-12 431,-5-12 218,-7-12 118,-8-7 73,-7-6 106,-6-2 124,-1 2 66,3 1 40,6 4 0,9 2-39,9 3-90,7-2-39,9 0-17,10-3-95,15-4-40,13-5-21,11-3-394,-25 9 0,1 0 275,0 1 1,0 0-118,-1-1 0,-1 2 112,25-9-28,-8 4-45,-7 3-621,-4 2-163,-13 4 829,2-5 0,-17 9 0,2-4 0</inkml:trace>
  <inkml:trace contextRef="#ctx0" brushRef="#br0" timeOffset="100316">15702 15020 24013,'-16'-53'861,"1"1"0,2 5 0,1 10-609,5 16 200,4 12-424,4 13 129,7 14-135,5 15-22,6 18 11,-9-20 0,-1 2-59,-1 4 1,-1 1-417,0 2 1,0 1 85,-1 2 0,0 0-421,3 1 1,0-1-885,1-1 0,2-2 1683,3-1 0,-1-3 0,3 3 0,-1-10 0</inkml:trace>
  <inkml:trace contextRef="#ctx0" brushRef="#br0" timeOffset="100500">15570 15263 25802,'44'-42'-62,"0"-1"1,0 4 0,3 8-318,0 20 1,1 5-2887,2-3 1,0 0 3264,-7 1 0,-3 0 0,11-3 0,-23 5 0</inkml:trace>
  <inkml:trace contextRef="#ctx0" brushRef="#br0" timeOffset="102074">16769 14885 19305,'2'-4'4531,"0"1"-2923,-2 3-1535,17-19-6,-8 19-22,12-15 33,-7 34-5,-7-3 5,2 10 6,-11-3 17,-9 1-67,-2-6 173,-19 0-67,9-12 6,-10-5-46,13-15-38,8-16-45,6 1-3359,16-33 3348,-2 29-82,10-4 1,2 2 69,-1 15 12,16-12 11,-9 30-34,6 9 17,23 22-6,-7 13-176,-21-12 0,-3 3 179,-9-1 0,-5 1-14,-2 2 1,-6 1-4,-8 1 0,-6 1-19,-6 0 0,-6-1 1134,-6 2 0,-5-3-1109,-3 0 0,-2-3 28,1-4 0,0-4 146,4-7 0,0-5-87,-19-4 22,16-21-5,16-15 482,12-8-532,19-2-29,12 4-11,7 9-12,5 12 1,3 2-28,-4 6 0,2 1-15,16-1 0,3 0-159,-3 4 0,1 2-359,3 0 1,-2 1-76,-9-1 1,-1 0 646,17 2 0,-5-1 0,-15-1 0,19 0 0</inkml:trace>
  <inkml:trace contextRef="#ctx0" brushRef="#br0" timeOffset="102633">17778 14842 22004,'-7'0'2963,"1"0"-2671,6 0-214,0 0-89,55-60-1341,0 37 1307,-21 1 0,3-5 1,0 7-68,9 11 0,0 5-90,-2 0 1,-1 1-208,-6 2 0,-1 4-764,18 9-592,-24 9 556,-28 11 833,-28 6 480,2-16 0,-5 0-87,-5 1 0,-2 0 512,-2 0 1,-1 0 125,1-2 0,2-1-25,3-2 1,1-1 1206,-17 9-1355,16-9-247,18-9-89,17-5-74,18-10-49,21-5-46,16-9 352,-24 10 1,2-5-321,3-9 0,2-8 1,-5 1 23,-9 4 1,-3-3 22,15-23 0,-14-2 42,-30 24 0,-7 3 90,-2-1 0,-2 1 321,-15-21-22,7 11-139,11 12-141,8 10-106,5 9-57,5 7-4,6 11-12,9 12-12,10 16-10,5 13-168,-15-20 0,-1 1 134,0 2 1,-2 1-97,-1 0 1,-3-1-238,-3-1 0,-2-1-1516,-4 28-6054,-11-8 7931,-4-12 0,2-17 0,4-13 0</inkml:trace>
  <inkml:trace contextRef="#ctx0" brushRef="#br0" timeOffset="103283">18817 14542 21937,'-1'-4'3843,"1"1"-3205,0 3-195,3-65-113,5 37-243,-3-12 0,4 2-14,12 16-51,7 7 12,8 7-6,6 4-28,4 11 28,-1 7-34,-7 10-22,-8 10 17,-11 8-6,-10 5-11,-14 3 11,-10-2 34,-13-5 22,-5-6-44,-2-8 21,5-7-4,6-6-35,6-7 57,5-4-1,2-3 7,1-2 10,-3-2-11,-3-2 40,-1-2-7,1-1-32,5 1 4,4 0-32,5 0-1,3 0 22,4-2-27,6-1 5,6-2 0,5 1-11,0 2 0,0 1-22,0 1 22,1 3-6,3 1 6,2 7 23,2 6-29,-2 12 12,0 8-12,-2 7-5,1 5-6,-1 0-39,-4-2 39,-8-5 6,-17-9-6,-17-7 6,-23-8-118,-15-7-33,25-6 0,0-1-239,1-2 1,0-3-1880,-23-16 2280,14-16 0,20 18 0,10-4 0</inkml:trace>
  <inkml:trace contextRef="#ctx0" brushRef="#br0" timeOffset="103690">19565 14400 22901,'-3'0'3641,"1"0"-3020,2 0-162,-26-74-223,22 41-186,-7-12 0,5 1 6,21 18-56,11 6 12,11 8-7,9 6 6,4 11 12,3 11-353,-3 14 341,-6 14-14,-26-17 0,-2 2-8,-5 3 0,-4 2 8,-6 2 0,-6 0 6,-5 2 0,-6 0-351,-5 1 0,-3-2 345,-3-1 0,0-1 6,0-5 0,1 0-43,4-4 1,2-2 50,-3 4 40,16-9 55,28-18-22,23-8-67,-9 1 0,5-2-472,1-1 1,5-1 0,-3 1 283,5-1 1,1 0 170,3 0 0,4-2 0,-10 3 0,-1 1 0,-13 2 0,-1-1 0</inkml:trace>
  <inkml:trace contextRef="#ctx0" brushRef="#br0" timeOffset="106799">6701 17283 25578,'-38'-12'308,"-1"1"0,-19-8-324,91-4-29,16 2-42,-8 4 0,3 1-681,3 1 0,2 2 557,3 1 1,-1 2 187,-11 2 1,0 3-729,7 4 1,-6 6-179,-10 16 446,-17 19 441,-30-12 0,-10 0-986,-10 5 0,-4-2 1084,6-4 0,-2-1 246,-17 10 1,1-3-45,1-2 5,8-6 0,2 0 224,1-4-453,10-4 793,18-8-766,29-10-83,19-9-51,20-8-214,-23 4 0,2 0 290,2-3 0,0 0 0,0-1 0,-2-1 1087,-3 1 1,-4-1-939,14-18 44,-21-2 67,-26-3 101,-15-6-137,3 21 0,-1 0 5,0 1 1,-1 0 131,-14-17 625,8 13-799,9 12-20,8 10-176,5 7-27,5 9 27,9 9 34,12 14-17,15 10-397,-13-16 1,2 1 295,3 3 1,-1 1-155,2 2 1,-2 2-354,-2 2 1,-3 1-1597,-5 2 0,-3 0 2193,-5-4 0,-3-2 0,-2 10 0,-6-20 0</inkml:trace>
  <inkml:trace contextRef="#ctx0" brushRef="#br0" timeOffset="108049">8315 17233 20649,'0'-6'3641,"0"0"-3333,0 6-73,0 0-185,61-18-27,-24 36-40,7-12 0,0 4-3,-19 18 1,-4 6-313,0-1 1,-1 1 317,-4 0 0,-2 1 8,-4-3 1,-3-1 273,-11 24-38,-14-12 44,-14-17 85,-2-16 22,3-20-146,8-15-128,11-14-68,13-11-50,16-7-6,-2 26 0,3 0-148,7-1 0,3 2-76,4 1 0,2 1-152,5 2 1,2 3-552,2 3 1,1 2 293,1 3 1,0 2-82,0 2 0,-1 2 148,-1 1 1,-2 2 253,-4 2 0,-2 1 380,19 0 576,-24 4 420,-21 3 712,-18 2-633,-9 3 600,-7 3-1010,-2 3-39,1 3-386,2 2-145,7-2-101,8-3 11,7-3 44,11-4 1,7-3-39,9-5-29,7-7 63,4-7 4,-2-9 46,-5-8 39,-9-5-17,-9-5-11,-11-4-17,-9 0 28,-6 5-28,-6 9-45,0 10-11,1 11-73,2 12-5,1 10 5,0 13-17,3 13 12,2 12-29,6 11 3,5-29 1,2 0 5,3 3 0,4-2-193,4 0 1,4-2 186,5-3 1,5-2 7,5-3 1,5-4-330,3-5 0,2-4 332,2-2 1,1-5 22,-4-5 0,-1-4-58,-6-3 1,-3-3 93,13-22-50,-18-9 28,-14-3 17,-6-1 17,-3 4 16,-3 7-39,0 11 336,-1 12-363,1 8 605,0 26-651,5 2 174,1 20-156,7-4-1,5 0 28,6-6-39,7-7 34,8-12 5,2-15 0,0-15 34,-5-13-17,-7-13 28,-6-7 11,-7-6-61,-2-1 16,-2 1-16,2 9-23,0 10-129,3 9-643,3 11-1262,10 5-3527,12 5 5578,3 2 0,-14 3 0,-11 1 0</inkml:trace>
  <inkml:trace contextRef="#ctx0" brushRef="#br0" timeOffset="108250">10614 16955 27275,'31'-32'-1348,"0"0"0,2 2 0,1 8 667,-3 16 1,1 5-1860,4-1 0,-3 2 2540,9 10 0,-10-7 0,-14 6 0</inkml:trace>
  <inkml:trace contextRef="#ctx0" brushRef="#br0" timeOffset="108399">10773 17065 24424,'-41'31'836,"-1"0"1,1 0 0,17-12-641,28-20-124,10-5-167,33-13-236,-17 8 1,2-1-1911,17-5 1,2 0-707,-9 4 1,-1 1 2420,11-3 1,-5 2 0,-7 3 0,0-1 0</inkml:trace>
  <inkml:trace contextRef="#ctx0" brushRef="#br0" timeOffset="108966">19228 15247 5818,'0'0'0</inkml:trace>
  <inkml:trace contextRef="#ctx0" brushRef="#br0" timeOffset="109866">12552 16786 17585,'-5'-2'5831,"2"0"-4879,3 2-358,-46-77-1069,37 40 584,-12-11 1,7 0 30,33 13 271,12 6-338,9 5-45,7 8-11,6 6-277,8 7 263,-29 6 0,1 2-9,-1 2 1,-1 3-1,-1 4 0,-3 3-29,15 21 24,-18 8 5,-21 3 6,-21 0-22,-15-2 16,-7-7 502,0-9-277,9-11 139,6-10 57,8-9 337,6-9-567,5-7-56,3-6-62,8 0-44,7 2-7,8 4 12,7 6-22,8 4 16,5 11-33,9 8-11,5 12-189,-26-10 1,0 3 187,-1 0 1,-2 1 16,15 21-33,-18 0-39,-23-3-29,-21-4-27,-19-4-101,-11-9-280,-2-8-381,4-11-1401,8-14 2297,14-17 0,13 11 0,9-6 0</inkml:trace>
  <inkml:trace contextRef="#ctx0" brushRef="#br0" timeOffset="110240">13506 16539 26726,'22'-42'50,"0"1"1,-2 3 0,1 9-40,10 18-11,-4 8-6,-5 11-16,-3 11 22,-7 13 5,-8 11-16,-15 9-281,0-23 1,-2 1 296,-5 2 1,-2-1-1,0 0 1,-1 0-49,3-3 1,1-2 14,-8 17 33,12-15 12,11-12 28,12-15 5,14-10-33,16-10 6,14-5-49,-21 11 1,2-1-428,5 0 1,3 0-1203,8-1 0,0 1 1155,-1 1 1,-3 1 0,-13 4 0,-4 1 0,8-2-1</inkml:trace>
  <inkml:trace contextRef="#ctx0" brushRef="#br0" timeOffset="110849">14788 16555 24967,'9'-42'713,"0"-1"1,1 6-1,-6 9-618,-10 19-72,-6 16-6,-9 13-6,-8 13-34,-4 11-442,-2 5 319,16-23 1,0 0-169,0 2 1,-2-1-603,-7 7 0,-1-2 177,-11 11 207,11-16 0,-1-4 274,-2-8 342,-1-7 174,12-24 453,9-34-392,7 7-96,4 6 0,2 0 555,3-16-99,4-8-220,5 10-129,7 13-296,-4 18-6,12 8 5,1 19-33,15 8-28,12 13-182,-15-4 0,0 2 52,-13-8 1,1 1-838,12 11 1,-2 1 994,-13-7 0,-3-2 0,12 10 0,-9-4 0</inkml:trace>
  <inkml:trace contextRef="#ctx0" brushRef="#br0" timeOffset="111083">14681 16426 22649,'-3'-9'4111,"0"1"-3904,3 8-33,0 0-101,-16-31-79,25 48 17,-9-12-5,21 43-40,-10-15 1,-1 1-214,-1 25-221,-4-22 1,-3 3-3720,-4 7 0,-3-1 3568,2-13 1,-2-1-1,-5 21 1,5-36 0</inkml:trace>
  <inkml:trace contextRef="#ctx0" brushRef="#br0" timeOffset="111273">14468 16762 14320,'-9'-7'8637,"3"2"-8091,-26-24 0,-4-6-2222,18 10 1729,-20-11 1,10 2 689,44 14-782,39-1-48,-18 10 0,3 1-385,16-2 1,4 1 275,0 3 0,-1 2 56,-10 1 0,0 0-656,-1 2 1,3-1 0,-6 1-222,-9 1 1,1 0 1016,8-2 0,5 1 0,-9 0 0,-4 0 0,15-2 0</inkml:trace>
  <inkml:trace contextRef="#ctx0" brushRef="#br0" timeOffset="111466">15382 16335 18235,'0'-3'6844,"0"0"-4351,0 3-2476,-22-35-6,16 33-11,-16-19 0,24 40 0,2 36-50,1-5-297,-2-12 1,1 1-125,-1-4 1,1-2-1154,2 1 0,1-2-4498,7 19 6122,6-3 0,-11-31 0,-1-1 0</inkml:trace>
  <inkml:trace contextRef="#ctx0" brushRef="#br0" timeOffset="111866">15905 16406 24850,'-8'-43'881,"0"0"0,2 5 1,-1 10-748,-1 19-78,1 11-45,1 4 6,-5 26-6,3 4 0,-3 24-296,6-1 280,9-1-23,12-5 28,16-6-56,17-7 14,-19-23 0,1-2 22,2-3 0,0-3 6,-1-1 0,-1-4 37,20-8 16,-18-5 140,-9-28 17,-17 0-5,-10-24-448,-15 2 335,4 27 1,-3 1-29,-3 0 1,-1 2-15,-2 2 1,-1 1-37,-22-15 0,7 13 0,11 12 283,14 9-452,10 8-380,14 7-700,9 8-1068,14 6 2317,16 5 0,-22-12 0,2-3 0</inkml:trace>
  <inkml:trace contextRef="#ctx0" brushRef="#br0" timeOffset="112083">16673 16130 24217,'-1'-3'3573,"1"1"-2951,0 2-544,7 16-16,15 12-62,-4-4 0,3 2-3,8 4 0,2 1-519,3 3 0,3 1 320,1 0 1,0 1-387,0-2 0,-1 1-1160,-5-2 1,-2-2 1747,-7-5 0,-3-3 0,2 5 0,-15-14 0</inkml:trace>
  <inkml:trace contextRef="#ctx0" brushRef="#br0" timeOffset="112257">16664 16475 21164,'-6'-5'5305,"2"1"-4622,4 4-392,-12-65-212,25 36-51,-7-11 0,5 1-531,46 12 444,-20 14 1,3 1-450,8-1 1,3 1-95,7-1 0,3 0-1548,-14 3 0,0-1 0,0 0 2150,-2 0 0,-1 1 0,-4 1 0,5-2 0,-6 1 0,9-3 0</inkml:trace>
  <inkml:trace contextRef="#ctx0" brushRef="#br0" timeOffset="113057">18371 16498 10410,'0'-9'4915,"-3"-32"0,-1-10-3518,0 19 1,-1-3-1662,1-10 0,-1-6 0,0 2 804,-2-5 1,0 3-116,2 1 1,0 2 71,1 5 1,0 3-45,-1-15 217,1 23-609,2 19-50,0 19-5,2 17 0,-1 22-29,2-13 1,0 2 344,1 7 1,2 3-416,0 5 1,2 2-781,3 3 1,2 2-215,1 1 1,3-1-3059,4-1 0,2-3 4145,-3-7 0,1-5 0,8 10 0,-13-26 0</inkml:trace>
  <inkml:trace contextRef="#ctx0" brushRef="#br0" timeOffset="113266">18970 15992 23745,'48'-20'-628,"0"0"1,0 0 0,0 0-1,-1 2 1,0 0 0,-1 2 0,0 5 627,8 7 0,0 5 0,-6 0 0,-2-1 0,-4 0 0,-6 1 0,1 1 0</inkml:trace>
  <inkml:trace contextRef="#ctx0" brushRef="#br0" timeOffset="113616">19305 16255 21209,'-11'4'4621,"3"-1"-4089,8-3-526,0 0-168,62-24 13,-32 14 1,4 0-497,9-5 1,7-3-1,-5 1 558,3-1 0,-4 0 76,-2 1 0,-5-3 390,-3-20-328,-29 1 61,-17-18 0,0 27 0,-4 0 123,-10-5 1,-2 2-308,-10-12 248,12 20 0,1 3 222,5 3-34,2 1-207,10 8 985,19 7-1131,0 8 6,21 16 5,-1 13-17,-11-9 1,0 4-17,4 11 0,-3 2-9,-4-3 1,-2 0-18,0-1 1,-3 0-261,-5-1 0,-3-2-2234,-10 22 2531,-5-19 0,-2-3 0,-2 5 0,-8-8 0</inkml:trace>
  <inkml:trace contextRef="#ctx0" brushRef="#br0" timeOffset="114256">20762 15965 26626,'-25'-50'132,"0"-1"1,-1 10 0,12 4-21,35-2-39,13 10-40,5 3-33,10 6 28,-8 14-11,-9 5 22,6 8-28,0 13-22,1 8 5,5 13 12,-14 2 1,-8-8-68,-9 9-35,-15 2 108,-12-1 21,-13 3-22,-9-20 45,-4-10-16,9-8 109,-4-14-20,17-7-23,-2-8-28,14-2-16,6 1-40,4 6 12,9 0-6,15 6-34,9 2-22,17 10-33,4 10 55,-8 5 11,-10 1 1,0 2-12,-12-5 1,0 1-135,9 8 0,-2 1 33,4 14-49,-23-4-113,-30-5-274,-22-6-516,-18-9-1551,-7-8 2610,1-16 0,27 3 0,7-7 0</inkml:trace>
  <inkml:trace contextRef="#ctx0" brushRef="#br0" timeOffset="114816">21776 15728 27298,'40'21'565,"-8"-3"-414,-39-15-55,-5 1-18,-9-1-33,-2-1 28,1-1 11,6-6-28,7-4-17,6-8-17,12-7 6,7-3-11,12-1 5,5 5 1,2 7-40,-1 9 11,1 8-10,2 12-63,2 13 51,2 13 28,-5 9 0,-7 7-312,-13 3 295,-17 3 28,-8-30 1,-5 0-293,-6 1 0,-4-1 247,-5-1 1,-3-1 38,0-4 1,-1-2 13,3-6 1,1-4-20,-16-1 39,17-22 1,13-13 282,11-10-305,12-4 573,9 2-595,12 7-74,11 10 40,10 8-431,10 9 307,-26 3 1,2 1-227,2 2 0,2-1-518,2 3 0,0 0-2747,3-1 1,-1-1 3653,-5-1 0,-3 0 0,11 0 0,-23-3 0</inkml:trace>
  <inkml:trace contextRef="#ctx0" brushRef="#br0" timeOffset="115016">22622 15768 24805,'-1'-49'1118,"1"1"0,-1 6 1,0 6-705,0 5-317,0 16-97,1 9 0,1 17 0,6 18 0,4 22 0,-2-17 0,1 2-455,1 7 0,1 2 455,0 5 0,2 2-426,0 4 0,2 1-950,1 2 1,-1 2 1375,-4-17 0,0 0 0,-1-4 0,-1-4 0,0-2 0,4 25 0</inkml:trace>
  <inkml:trace contextRef="#ctx0" brushRef="#br0" timeOffset="115299">21073 16773 20463,'-51'9'515,"1"0"0,-1 0 1,0 0-1,-7 2 0,2-1 1,2 0-274,7-2 1,2-1 0,5 0 485,-23 2 155,73-18-811,22-3 1,13 0-21,-1 0 1,4-1-1,3 0-797,-6 2 0,3-1 0,0 0 0,2 1 771,5-2 1,1 1 0,2 1-1,0-1-12,-8 2 1,0 1 0,1-1-1,0 1 1,1 1-25,2-1 0,0 0 0,1 1 0,-1 0 0,1 1-365,0 0 0,1 0 1,0 0-1,-1 1 0,0 0 86,-1 0 0,-1 1 0,1-1 0,-2 2 0,0-1-690,7 1 0,0 0 0,-2 0 1,-1 1 802,-5 1 0,0 0 1,-3 0-1,-5 0 1,10 1-1,-7 0 1,-13 1-1,0 0 1</inkml:trace>
  <inkml:trace contextRef="#ctx0" brushRef="#br0" timeOffset="115540">21297 17005 20044,'-49'8'825,"0"1"0,0-1 1,0 0-1,-9 2 1,2-1-1,2-1-501,5-1 1,1-1 0,5 0 283,-2 0 1,7-4-212,2-5-45,49-9-105,44-12-161,-9 9 1,6 0-534,-10 3 1,3 1-1,1 0 447,7-1 0,2 0 0,1 1-462,-12 2 0,1 1 1,0 0-1,1 0 462,1 1 0,0-1 0,1 1 0,0 1 0,-1-1 0,1 1 0,0 1 0,-1-1 0,-1 1 0,0 0 0,-1 0 0,0 1 0,11-2 0,0 1 0,-3 0-393,-5 0 1,-3 0-1,-2 1-1716,9-2 1,-5 1 2108,13-4 0,-34 5 0,-19 2 0</inkml:trace>
  <inkml:trace contextRef="#ctx0" brushRef="#br0" timeOffset="129615">13120 9737 17641,'-3'-9'3044,"-6"-29"1,-1-7-1791,3 14-1038,-3-12 0,0 3 607,5 20-666,3 15-135,0 0-5,2 13 22,4 11-11,0 15-5,2 10-6,-3 8 22,-3 2-39,-2-2 0,-2-7 28,0-9 50,0-13 174,2-11 28,1-12-134,1-16-12,0-13 6,0-14-33,1-10-40,0-5 11,0 1 12,0 8-17,-2 14-29,1 15-77,-2 13 5,0 10 5,0 12-161,-2 15-298,0 15-901,2 11-4062,0 4 4681,3-7 0,-1-20 0,1-15 0</inkml:trace>
  <inkml:trace contextRef="#ctx0" brushRef="#br0" timeOffset="130674">13706 9603 23825,'27'-25'-56,"17"3"36,-2 16 1,5 2-633,-2 0 0,-1 1 607,-3 1 1,-3 3-35,17 7 437,-28 9-353,-33 10 35,-30 7-10,5-14 1,-3 0-262,-6 1 1,-2 0 272,-3 0 0,0 1 16,1 0 1,2 0-6,3-2 1,4 1-40,6-3 0,5-1-9,-7 12 624,25-9-590,23-7-16,21-6-7,20-12-288,-22-1 1,0-2 290,4-3 1,0-2 11,0-3 0,-2-2 25,-3-1 0,-3-2 256,-5-1 1,-3-3-94,5-30 134,-16-6 168,-18-1 11,-9 4-129,-8 12-67,-1 13-95,2 14-135,7 9-78,6 7 556,4 9-584,5 10 287,6 12-293,5 13-28,9 8-111,5 7-71,-12-26 1,-1 1-444,0 2 1,-3 1-2094,-4 3 1,-3-1 2751,-4-2 0,-2-3 0,-3 10 0,-3-18 0</inkml:trace>
  <inkml:trace contextRef="#ctx0" brushRef="#br0" timeOffset="131258">13139 10090 19756,'34'-53'1239,"0"-1"1,-4 7 0,-3 5-423,1 3 485,-7 10-1000,-10 12-66,-4 6-191,-6 10 77,-5 10-105,-6 11-17,-23 32-34,14-22 1,-1 2-268,-2 1 0,0 2 136,-4 6-1,1 1-249,4-4 1,1 2-782,-5 10 1,1 3 1195,2 4 0,3-4 0,7-21 0,2-2 0,-4 21 0</inkml:trace>
  <inkml:trace contextRef="#ctx0" brushRef="#br0" timeOffset="131515">13232 10452 18789,'2'-7'4493,"-1"1"-3387,5-23 0,1-5-350,-3 13-571,4-14 0,-2 4-123,-5 26-12,-3 8-39,-3 10-11,-8 21-11,1 8-95,-3 14-29,9-16-436,2 9-1048,6-9-8212,10 18 8432,-4-23 0,3-4 1,-9-26-1</inkml:trace>
  <inkml:trace contextRef="#ctx0" brushRef="#br0" timeOffset="131858">13486 10498 17238,'3'-6'6525,"-1"1"-5522,-2 5-73,0 0-723,-12-16-123,2 26-50,-7-9-29,9 31 7,11-3 10,3-9 6,18 0 28,-1-14 67,11-1 6,-6-14 45,-4-9-68,-7-2 264,-3-19-130,-11 10-83,-7-15-28,-12 11-28,-11 6-79,2 10 40,-17 5-79,18 7-168,-6 0-313,19 3-1351,14 1-1534,5 2 3383,11 0 0,-10 0 0,2 0 0</inkml:trace>
  <inkml:trace contextRef="#ctx0" brushRef="#br0" timeOffset="133648">15390 9632 23366,'-8'-35'1193,"-3"12"-930,-4 38 6,-11 13-73,-9 13-540,-5 7 416,2 1-32,10-3 135,15-8-58,21-8 35,17-12-18,19-8-28,10-15 20,-18-4 0,-1-2-19,13-10 7,-19 3 1,-4-3 98,-7-11-50,-4-11-23,-18-2 39,-20-9-140,1 18 23,-21-7-18,9 27-32,-8 3 280,5 11-533,3 20 101,15-2-380,2 23-668,13-4-1663,1 15 2851,9 7 0,-4-26 0,4-2 0</inkml:trace>
  <inkml:trace contextRef="#ctx0" brushRef="#br0" timeOffset="133915">15331 10114 20543,'-58'9'1168,"-1"1"1,5-1 0,1 0-713,7-1 1,4 0-1373,-12 3 955,15-3 410,36-6-387,23-2-62,22-6-62,2 0 1,5 0-1157,0-2 1,0 1 1161,3-1 0,0 0-134,1 1 0,-1 1-522,-12 2 0,1 0-364,7 0 1,0 0-3841,-6 3 1,-4 0 4255,8 1 1,-19 1 0,-24 0 0</inkml:trace>
  <inkml:trace contextRef="#ctx0" brushRef="#br0" timeOffset="134081">15247 10273 18783,'-56'19'1035,"-1"-1"0,0 0 0,-1 1 1,0-1-1,9-2-652,15-5 1,3-1 1184,-27 10-1255,42-11-100,39-16-168,17-4-26,0-2 1,5-2-315,0 0 1,3 0 197,2 1 0,4-2 0,-2 2-535,-7 2 1,-2 1 0,1 0 631,7-1 0,0 0 0,-7 3 0,17-3 0,-17 4 0</inkml:trace>
  <inkml:trace contextRef="#ctx0" brushRef="#br0" timeOffset="140599">21879 1748 18330,'-7'40'95,"-1"0"0,4-6 1,1 2 23,-4 5 1,0 5 0,0-1-1005,2 12 1,2-1 1078,0-14 0,0 1 0,0 1-600,0 4 1,1 0 0,1 1 528,-1 5 0,1 2 0,0 0-47,1 4 1,1 1 0,1 1-30,-1-12 1,1 0-1,0 1 1,1 0-278,0 4 1,1 0 0,-1 1 0,2 0 272,-1 3 0,1 1 1,0 0-1,1 1-349,-2-11 1,0 2 0,1-1 0,0 1 0,-1 0 331,1 3 1,0-1 0,1 1 0,-1 0 0,0 0 1,0 3 0,1 0 0,-1 0 1,1 0-1,-1 1-148,0 1 1,1 1 0,-1 0 0,0 0 0,0 0 172,-1-7 0,0-1 1,-1 1-1,1 0 0,-1 0 1,0 0-77,0 1 1,-1 1 0,1-1 0,-1 1 0,0 0 0,-1 0 44,1 2 1,-1 0-1,0 0 1,0 0-1,0 0 1,-1 0-14,0 1 0,-1 0 1,0 1-1,0-1 0,-1 1 1,1-1-6,-1 1 1,0 0 0,1 0-1,-2 0 1,1 1 0,-1-1-25,0 1 0,0 0 0,-1 0 0,1 0 0,-1 1 0,0-1 36,0 0 1,0 1 0,0-1 0,0 1 0,0 0 0,0 0-4,0 0 0,-1 0 0,1 1 0,-1-1 0,1 1 1,0-1 0,0 1 0,0 0 0,0 0 0,0 0 0,1 0 0,-1 0 7,0 0 0,1 0 1,0 0-1,-1 0 1,1 0-1,0 0 10,0 0 1,1 0 0,-1-1 0,1 1 0,0-1 0,0 1 4,0-1 0,0-1 1,0 1-1,1 0 1,0-1-1,-1 0-8,1 0 0,0-1 0,0 0 0,0 1 0,0-1 0,0-1-7,0 0 1,0 0-1,1-1 1,-1 1-1,1-1 1,-1 0-2,0-1 1,0 1-1,1-1 1,-1 0 0,0 0-1,0-1 2,0 0 1,0 0-1,-1 0 1,1-1-1,0 0 1,-1 1 1,0-2 0,0 1 0,0-1 1,0 0-1,-1 0 0,1 0-2,-1 9 1,-1 0-1,1 0 1,-1 0-1,0-1-8,-1-1 1,1-1 0,-1 0-1,-1 0 1,1 0-10,0-3 1,-1 1 0,1-1-1,-1-1 1,-1 0-10,1-2 1,0 0 0,-1-1-1,1 0 1,-1-1 2,-2 11 0,1-1 1,-1-1-1,0 0-247,1-4 0,-1-1 1,0-1-1,0 1 248,0-2 0,0 1 0,0-2 0,1-5 0,-2 11 0,1-7 0,1-8 0,0-1 0</inkml:trace>
  <inkml:trace contextRef="#ctx0" brushRef="#br0" timeOffset="156356">23423 1918 25303,'44'-27'-237,"-1"0"1,1 1-1,0-7 1,2 5-582,-3 15 0,4 3 0,-2 2-126,8-4 1,-5 1 0,-13 4 0,-1 0-1,26-6 1</inkml:trace>
  <inkml:trace contextRef="#ctx0" brushRef="#br0" timeOffset="156566">24498 1352 26071,'-12'57'-94,"0"-1"1,1-5 0,1-2-123,5-9 0,1 0-1459,0 1 1,1 0 1674,1-2 0,2-2 0,-2 14 0,2-5 0</inkml:trace>
  <inkml:trace contextRef="#ctx0" brushRef="#br0" timeOffset="157133">25098 1521 27454,'-4'-47'40,"1"16"-12,6 49 5,-2 2-38,1 3 16,-7-8 17,2-5 45,-8-3 67,-3-7-73,-1-7-22,-1-11-1,7-14-32,4 0 4,9-15 24,17 2-35,4 3 1,14 5-12,-1 23-11,-7 7 40,11 12-6,2 20-1,-1 11-235,-21-9 1,-3 3 215,-7 0 0,-5 1 0,-5 3 1,-4-1-9,-9 23-12,-15-10 1,-7-2 8,4-12 0,-3-2-336,-13 12 0,-1-2 372,10-16 1,1-4 21,-17 1-4,21-16 49,14-24-61,14-5 28,10-15 318,13 3-402,15 3 12,-4 11-147,26 3-38,-12 13 145,-10 3 0,2 3-370,-3 2 1,0 3-530,6 0 0,0 2-28,-6-2 0,0 0 983,20 3 0,-4-1 0,-13-2 0,19 2 0</inkml:trace>
  <inkml:trace contextRef="#ctx0" brushRef="#br0" timeOffset="157590">25957 1469 24480,'-8'-55'629,"1"1"1,1 5-1,5 7-416,16 11-112,5 6-57,4 8-10,7 7-28,3 5-6,6 9 11,-9 1 0,16 19-11,-16 1-28,12 17 11,-16-1-16,-8 3 5,-9-3 50,-13-5-5,-12-7 16,-12-8 18,-10-8 33,0-6 61,1-8 74,8-7 72,7-4-61,8-4-107,7 1-34,6 3-72,9 2 11,9 6 23,12 7-35,12 9-32,8 9-270,-21-6 1,0 3 260,0 1 0,1 2-3,-2 1 0,-1 1-73,14 24-101,-21-4-240,-34-4-516,-26-4-238,9-20 0,-2-3 552,-9 0 1,1-3 0,-4 1 0,2-6 0</inkml:trace>
  <inkml:trace contextRef="#ctx0" brushRef="#br0" timeOffset="158266">25408 2789 20857,'10'-47'1035,"0"0"0,-1 0 0,4-15 0,-4 9-436,-6 11 19,-3 20-551,-1 15 117,-1 18-111,-2 16-34,-2 23-11,1-17 0,0 3-333,-2 5 0,0 1 316,-2 5 0,-1 0-438,-1 3 0,-1-1 424,-2 0 0,-1 0 6,0-4 0,-1-3-63,0-6 1,-1-4 75,-16 12 35,1-25-34,-1-26 664,0-20-591,1-19-29,1-10 835,3 0-829,3 8-16,1 11 131,-1 15-182,0 11 5,0 14-10,2 9-1,5 10 45,9 7 299,12 5-287,14 3 5,19 0-28,-10-18 0,4-2-362,5-1 1,2-2 364,5-3 0,0-2-1,2-3 1,0-3-17,-1-5 0,0-3-8,-1-2 0,-1-2-12,0-3 0,-1 0-56,-2-1 1,-1 1-225,-3 1 1,-1 0-1143,22-3 656,-19 6 1,-17 4-1,-12 4 1</inkml:trace>
  <inkml:trace contextRef="#ctx0" brushRef="#br0" timeOffset="159056">24647 4422 20366,'11'-61'1447,"1"0"0,0 0 0,-3 8-623,-3 11-126,-1 0-625,-3 21-66,-1 12-2,-1 31-5,-1 12-67,-4 27-222,-1-16 1,-1 2-1409,0-1 1,-1-1 940,0 1 0,0 1 756,0 5 0,2-6 0,1-10 0,-2 13 0</inkml:trace>
  <inkml:trace contextRef="#ctx0" brushRef="#br0" timeOffset="159623">25148 4270 25842,'27'-56'112,"-4"16"-79,-21 65-16,-1-6 28,-5 7 5,-5-7 45,-10 5 62,1-10 78,-1-4-44,8-18-113,6-1 57,3-20 16,13-19-73,6-2-36,-3 20 0,1 2 14,14-9-50,-7 17 11,1 7-12,-3 10-27,2 7 27,2 9 1,-6 14 0,-4 0-40,-5 23 14,-11-15 1,-3 3 2,-4 3 0,-5 1-560,-7 12 0,-6-1 540,-6-6 1,-3-4 25,5-8 0,-1-2 16,-6 1 1,-2-4-21,11-13 1,0-2 143,-21 6-39,15-23-6,26-22-45,10-3 28,13-12 40,16 2-85,6 3-16,8 5 1068,-4 17-1096,1 8-6,-7 4-224,28 10-146,-13 1-206,-12-3 0,2 1-494,-7-1 0,0-2 1098,4 1 0,-2-2 0,4 2 0,-6-4 0</inkml:trace>
  <inkml:trace contextRef="#ctx0" brushRef="#br0" timeOffset="159823">25895 4158 27813,'9'-38'291,"-1"0"0,5-19-257,-12 68 50,-1 16-84,0 24-20,-2-17 1,0 4-82,-2 6 0,-1 3-783,-4 5 1,-1 2 194,-2 3 1,0 0-1303,-1 3 0,1-2 1388,2-7 0,1-5 1,-1 14-1,6-29 1</inkml:trace>
  <inkml:trace contextRef="#ctx0" brushRef="#br0" timeOffset="160716">25732 4276 5330,'-8'0'7943,"1"0"-3780,7 0 166,0 0-3127,2-53-748,6 26-300,-4-8 0,3 0 333,11 6-347,1 4 774,2 4-886,-2 7-28,0 7 0,-1 4 22,-2 9-27,0 8-1,-5 12 6,-4 12 0,-6 9 0,-12 7-371,-7 3 379,5-28 1,-3-1 25,-16 24-96,-2-9 140,3-10 90,7-11 213,8-9 202,9-8-147,4-4 149,6-7-440,3-3 68,6-3-179,2 0-6,2 5-17,0 2 0,2 7 0,1 7-5,3 8-6,2 13-11,0 9-1,-3 10-4,-8 2-12,-12-1 44,-17-6-38,-16-8-152,-17-10-1030,-11-8-418,27-13 1,0-2 808,-23-3 1,20-1 0,18-2 0</inkml:trace>
  <inkml:trace contextRef="#ctx0" brushRef="#br0" timeOffset="161832">27281 4824 26267,'-17'9'-1154,"-5"15"1154,4 13 0,2 2 0,-4 3 0,-1-2 0</inkml:trace>
  <inkml:trace contextRef="#ctx0" brushRef="#br0" timeOffset="164549">28420 4504 21573,'4'-61'1415,"0"-1"1,-1 9-1,-1 6-827,-4 10-336,-1 16-224,-1 13 0,0 16 23,2 14-40,0 20 6,-1 16-290,2-23 1,-1 0 272,-1 3 0,1-1 5,-2-2 1,0-1 16,-4 25 17,-1-18 146,2-17 90,2-16-85,4-20-61,4-18-40,6-22-124,-1 17 1,3-2 56,4-4 0,2 0-8,3 0 0,2 1 0,1 4 0,1 2-14,-1 6 1,2 4-1,19-10-6,0 15 17,-2 11-33,3 12-79,1 9-73,1 13-72,-4 10-196,-6 8-654,-7 6-434,-6 3-810,-8-1-736,-6-8 629,-6-13 1668,-5-15 1645,-1-18-206,-2-14 528,0-15 275,1-9 159,7-6-468,5 0-190,9 5-231,3 9-262,2 11-202,-3 10-135,-1 8-33,-1 9-34,4 5-28,4 6-16,6 1-1,5-2 6,5-5-6,3-5 40,-1-7 84,-6-8 50,-8-7 39,-9-7 113,-8-4 60,-7 1-55,-9 2-101,-5 5-67,-8 5-73,-3 5-50,-2 4-29,-5 12-10,-4 10-1,-5 12-28,0 10-44,4 6-84,13 4-124,12 2-106,20 0-62,20-5-122,-9-24 1,5-4 311,5-3 0,3-3 62,3-3 1,2-3 103,1-4 0,-1-4 67,0-3 1,-3-4 38,-3-2 0,-2-3 54,-6-3 0,-3-3 145,14-24-107,-12-3 231,-12 3 22,-8 4-29,-9 8-105,-10 8-90,-11 11 536,-9 9-653,-7 14 155,-2 8-189,2 12-17,9 5-23,11 4-27,11-1 27,14-3 17,9-9 23,10-10 61,3-13 51,1-17 66,-2-12 108,-1-11 55,-5 1-22,-4 4-90,-7 8-112,-5 12-89,-4 9 16,-2 19 6,-2 20-49,-4 27-7,1-22 0,0 3-550,-2 6 0,0 3 550,1 6 0,1 1-486,2-16 0,0 0 1,2 1 467,3 4 1,0 1 0,2 0-88,2 1 1,1 1 0,0 0-106,2-1 1,0 0 0,-1-1-82,0-3 0,-2-1 0,-2-2-197,-5 11 1,-8-5 453,-5-14 1,-7-8 124,-35-8 15,22-29 0,2-10-28,-3-9 1,2-7-103,0-10 0,3-6 59,12 13 1,1-2 0,4-1-36,1-3 0,4 0 0,3-1-45,6-1 0,4 0 0,3 1-101,6 2 1,3 0-1,4 3-222,3 1 0,5 2 1,2 1-531,3 3 0,2 2 0,2 1 898,5 0 0,3 2 0,-5 3 0,-3 1 0,-4 4 0,0 3 0,-1 0 0</inkml:trace>
  <inkml:trace contextRef="#ctx0" brushRef="#br0" timeOffset="164773">30653 4203 20005,'-5'-2'4946,"2"0"-3092,3 2-1899,-14-37-101,37 25-100,3-26 41,7 34 1,5 7-155,-1-1 1,0 2-233,-3 0 0,-1 3-1890,16 12-5209,-21 4 7690,-16 0 0,-10-9 0,-3-5 0</inkml:trace>
  <inkml:trace contextRef="#ctx0" brushRef="#br0" timeOffset="164923">30629 4444 21203,'-3'1'4448,"1"0"-8988,2-1 4450,66-42-442,-12 18 256,-17 6 1,4-4 0,-1 4-1523,7 1 0,-1 3 1582,7-2 0,-4 2 0,7-3 0,-7 5 0</inkml:trace>
  <inkml:trace contextRef="#ctx0" brushRef="#br0" timeOffset="165133">31332 4025 26654,'6'-41'705,"0"1"1,3-22-695,-10 66 11,-4 18-16,-1 15-6,-4 25-795,4-12 1,1 5 673,1-3 1,1 1-9,0 1 0,1 0-308,5 1 1,2 0-427,1-13 0,2 1-2389,1 6 1,1 0 3251,-1-11 0,-2-4 0,2 6 0,-6-22 0</inkml:trace>
  <inkml:trace contextRef="#ctx0" brushRef="#br0" timeOffset="166315">31223 4393 24839,'-2'-44'254,"-1"0"0,-1 5 0,7 9-254,28 15-90,7 6-73,-2 5 1,2 0-51,-3 1 0,1 2-957,8-1 1,-1 1 811,12 1-52,4-3-77,-24-3 391,4-12 365,-17-1 291,-9-4 157,-10 5-353,-2 5 336,-1 1 1226,0 4-1209,0 1-442,0 3-231,0 3-27,3 13 11,8 15-28,1 11-28,5 15-11,-7 0 22,-4-8-39,-7 9 17,-14-9 50,-4-8 28,-11-9 34,4-25-28,6-8 73,4-12 61,10-14-62,9-2-27,10-8-34,12 11-28,11 3-28,-3 8 5,-4 7 1,3 2-6,17-2-240,-12 4 0,0 1 243,-4 2 0,-2 1-26,29-4 18,-16 1 22,-5-2 39,-17-3-6,-4-2 28,-7-3 46,-8 1-46,-2 5 581,-1 3-603,-2 5-50,-5 4 5,-7 11 17,-6 9-34,1 1 6,-3 19-5,13-11 5,2 13-17,14-12-28,9-3 6,7-7-51,7-7-44,4-7-68,2-11-212,0-7-236,-3-8-145,-6-4-62,-6-2 129,-5 0 269,-3-1 274,0 0 168,3 1 90,4 0 134,1 3 191,-3 5 139,-7 4 6,-5 3-66,-9 4-1,-4 0-22,-3 2-12,1 1-44,3 1-90,4 1 179,1 0-482,0 3-10,-2 4 10,-2 7 35,-2 6-40,-1 2 0,3 2 0,1-1-17,7-3 22,6-2 18,7-4-1,9-5-11,9-5-11,7-4 23,8-5-12,-1-8-5,-5-4 27,-10-6 6,-13-2 29,-10-2-24,-8 1 7,-7 1-12,-3 2 0,-5 5 34,1 6-56,-1 7 11,0 4-10,-3 7-42,-6 5 35,-5 10 2,-3 6-13,-1 8 0,4 6-46,11 7-128,16 3-380,21 6-839,-2-26 1,6-1 1392,11 3 0,0-3 0,6 6 0,2-9 0</inkml:trace>
  <inkml:trace contextRef="#ctx0" brushRef="#br0" timeOffset="178407">22322 7003 25489,'34'-16'-64,"0"0"0,3 1 1,2 5-133,4 9 0,1 5-1641,-3 0 0,-3 1 1417,16 7 257,-20 21-106,-47-4 275,-24 16 61,4-25 0,-6-2 19,-3 0 0,-2 0 174,0-1 1,0-1 75,5-1 0,1-2 286,-20 9-286,22-8 1377,20-6-1432,21-5-97,17-1-94,21-7-45,20-2-82,-25 1 1,2-2 47,3 0 0,0-2-8,0 0 0,-2-2 8,-4 1 0,-2-3 34,16-15-11,-23-6 5,-24-8 34,-23-7-186,3 22 1,-3 1 257,-1 1 1,-2 1 274,-17-17 6,9 10-90,10 11 699,9 8-906,7 7-112,3 4-1,4 9 397,7 8-407,9 15 5,9 14-22,-12-16 0,0 1-228,0 4 0,-1 1-22,-3 1 1,-2 2-667,-3 0 1,-4 1 926,-10 5 0,-1-3 0,0 5 0,-10-4 0</inkml:trace>
  <inkml:trace contextRef="#ctx0" brushRef="#br0" timeOffset="179408">24082 7126 22335,'0'-2'3260,"0"-1"-2487,0 3-711,2-16-29,1 20 23,2-9 17,-1 23 50,-1 2 17,-9 0-11,-7-2-11,-11-3-12,-6-4 28,-2-7-5,5-10-11,8-10-29,9-14-49,12-9-7,10-7 1,11 4-12,7 9-11,2 13-5,0 12 5,1 15-11,1 14-22,1 16 16,-6 13-387,-11 10 393,-17-28 0,-6 2 14,-6 1 0,-7-1-9,-10 3 1,-5-1-681,-10 3 0,-4-1 675,12-12 0,-2 0 0,-1 0-6,0-2 0,-1 0 1,0-2 30,-13 7 0,2-4 23,9-7 0,4-6 64,-9-12-12,24-22-27,23-16-28,17-5-34,16 3-5,13 8-12,8 13 6,7 8-82,-29 11 0,1 2 59,2 1 1,1 2-132,3 1 0,0 1-465,1 1 1,0 1-1814,1-1 1,-2 1 2059,-4-3 0,-4 1 1,9 1-1,-19-5 1</inkml:trace>
  <inkml:trace contextRef="#ctx0" brushRef="#br0" timeOffset="179857">24588 6765 25830,'29'-21'-678,"0"0"0,2 1 1,2 5 677,0 10 0,-1 3 0,6-1 0,-1 0 0</inkml:trace>
  <inkml:trace contextRef="#ctx0" brushRef="#br0" timeOffset="180341">25049 6502 22767,'0'-5'2823,"-1"1"-2280,1 4-465,35-63-50,-12 44-17,4-15 1,2 4-29,9 27 11,3 9 6,-2 5-5,-3 10 16,-7 6-17,-9 4-16,-9 4 11,-10 1 11,-11-4 11,-8-5 11,-9-5 29,-1-6 49,0-8 52,5-3 144,4-9-195,9 1 90,5-8-46,4 1-50,5-2-33,3 2-23,12 1-33,-6 5 11,16 3-34,-3 9-6,11 7 18,5 10-23,-2 5-6,-6 3 6,-12-1-56,-16-2-168,-24-3-403,-19-6-712,-19-5-2568,17-11 1,0-1 3934,-17 0 0,9-3 0,33-1 0</inkml:trace>
  <inkml:trace contextRef="#ctx0" brushRef="#br0" timeOffset="180548">25804 6270 23461,'3'1'2224,"-1"-1"-1272,-2 0-762,14 85-179,-8-41 1,0 4-1816,0 3 0,0 5 1,-2-3 1803,0 13 0,-2-8 0,-2-21 0,0-6 0,-3 9 0</inkml:trace>
  <inkml:trace contextRef="#ctx0" brushRef="#br0" timeOffset="181806">23638 8417 16430,'-60'0'307,"-1"0"0,0 0 0,0 0 1,9 0-1,1 0 0,1 0 1,2 0 220,-7 0 0,2 0 0,6-2 230,0 1 1,18-6-412,32-10-221,27 3 0,16 2-857,0 2 0,6 0 1,3 1 753,-3 1 1,3 0 0,3 1 0,1 0-410,-6 1 1,3 0 0,0 1 0,2 0-1,0 1 383,-6 0 0,1 0 1,1 1-1,0 0 0,0-1 1,0 2-311,2-1 0,0 0 0,0 1 1,0 0-1,1 0 0,-1 0 140,-1 0 0,1 0 1,0 1-1,-1 0 0,1 0 1,-2-1-699,8 1 0,0 0 0,-1 0 0,-1 0 0,0 0 871,-4-1 0,1 1 0,-1-1 0,-3 1 0,-5 0 0,5-1 0,-6 1 0,-3 0 0,7-1 0,1-1 0</inkml:trace>
  <inkml:trace contextRef="#ctx0" brushRef="#br0" timeOffset="182032">24502 8313 8674,'-57'11'754,"0"-1"0,0 0 1,-1 1-1,1-1 0,3 0 1,1 0-1,0-1 0,0 1 1,0 0-839,0 0 0,1 0 0,0 0 0,1 0 1,1-1 346,-4 2 0,1 0 0,1-1 0,3 0 52,-7 2 1,3-1 0,4-1 626,-7 3 0,7-3-226,-1 2 703,58-13-1100,19-4 0,11-4-166,-1 1 0,6-1 0,2 0-578,12-3 1,3-1 0,3 0 478,-8 2 1,1 0 0,2 1 0,1-1-166,-9 3 1,1-1 0,0 1-1,1-1 1,0 1 125,1 0 1,0 1 0,1-1 0,-1 1-1,0 0-7,-1 1 0,0 0 0,0 0 0,-1 1 0,-1-1-25,9 1 0,-1-1 0,-1 1 0,-2 0-594,10 1 1,-1 1 0,-5 0 610,-12 0 0,-4 1 0,-3 1 0,-3 1 0,-5-1 0,-5 1 0</inkml:trace>
  <inkml:trace contextRef="#ctx0" brushRef="#br0" timeOffset="183182">27398 7677 25651,'11'-51'468,"-1"-1"1,0 3 0,0 5-273,3-8-922,0-7 762,-6 26 1,1-1-347,-1-5 1,1-1 328,0-4 1,0-2-3,0 0 0,0 0-9,-1 5 0,-1 1 376,2-18-384,-4 26-84,-4 20-6,-4 17 476,-6 20-369,-12 25-23,8-14 0,0 4-54,-1 6 1,0 2 48,2 5 0,1 0-521,3 2 1,4 1 450,2-1 0,5 0-155,3-1 1,5-1-213,5-3 0,4-2-376,3-3 1,4-3-1148,0-6 0,3-2 1971,-2-6 0,-1-3 0,5 1 0,-11-12 0</inkml:trace>
  <inkml:trace contextRef="#ctx0" brushRef="#br0" timeOffset="183599">27187 7597 24593,'-16'-54'211,"0"1"0,8 3 0,13 9-200,25 23 0,10 7-916,5-1 1,3 3 904,5 1 0,1 2 5,3 3 1,0 0-4,0 2 1,-2 1-9,-5 0 1,-1 2 176,-8 0 0,-2 0-193,18 4 388,-22 1-338,-18 1 36,-16 6 8,-12 5 976,-12 7-975,-5 4 202,1 2-252,9 0 33,12-2 28,17-2 11,15-5-17,16-5-10,13-6 27,5-8-326,1-10 427,-7-8 163,-12-13 49,-14-10-83,-16-10-73,-17-6-39,-14 0-17,-13 5-106,-7 13-57,-1 12-27,4 12-68,7 8-268,6 10-1748,6 9 2078,4 11 0,7-11 0,3 0 0</inkml:trace>
  <inkml:trace contextRef="#ctx0" brushRef="#br0" timeOffset="184316">29301 7409 26732,'-22'-38'11,"6"11"23,12 37-6,0 3 17,-3 1 16,-5 0 51,-4-3 56,-1-5 23,0-5 27,-1-10-11,3-9-33,2-15-57,5-10-55,7-4-40,8 5-22,6 11-28,5 13 23,5 11-6,5 11 5,9 11 23,6 14-17,0 13-23,-4 7-451,-16 8 496,-16 5-33,-15-28 0,-6 1-20,-8 4 0,-8 0 25,-4-6 1,-6 1-1,2-3-574,-4 4 1,-2-3 596,1-5 0,-2 0 0,3-5 27,9-8 1,2-3-14,-2 0 0,3-6 14,-4-16-12,32-27-44,12 6-6,8 6 1,6 1-1,28-5-315,-17 14 0,3 0 343,3 4 1,0 2-29,2 2 0,1 3-95,0 1 0,1 3-367,0 1 0,1 2-809,0 0 0,1 1 1288,4 1 0,-4 0 0,7 0 0,-8-1 0</inkml:trace>
  <inkml:trace contextRef="#ctx0" brushRef="#br0" timeOffset="184823">29715 6846 19888,'-3'-6'4167,"1"0"-3638,0-25 0,4-6-159,6 11-314,-6-13 0,3 3 95,11 19-78,-2 8-17,5 0-73,12 4 17,3 3 0,1 4 0,6 6-11,-6 8 17,9 11-51,-2 16 23,-18 0 27,-16 6 12,-18-18 28,-25 1-6,-4-13 95,-11-1 247,-3-8-39,18-9-191,8-5 67,16-8-106,8-1-33,7-6-74,4 5-21,9 3 16,-3 8-6,12 6 17,3 8-11,25 19-5,-4 4-174,-20-10 1,-1 0 161,8 16-5,-14-9-28,-14-1-18,-30-6-128,-9-3-386,-26-3-813,1-11 135,10-6 1260,-8-9 0,35 5 0,-6-5 0</inkml:trace>
  <inkml:trace contextRef="#ctx0" brushRef="#br0" timeOffset="185056">30460 6488 26581,'-5'58'33,"0"-12"-167,-3 9-1253,6-23 1,0 2-3530,0 0 1,0-1 2569,0 28 0,2-31 0,0-23 0</inkml:trace>
  <inkml:trace contextRef="#ctx0" brushRef="#br0" timeOffset="185432">30722 7598 20408,'-3'0'4369,"1"0"-2817,2 0-1334,65-35-95,-26 20-348,7-7 0,2 1 241,4 9-447,1 2-2202,2 3 2633,1 3 0,-25 3 0,-5 0 0</inkml:trace>
  <inkml:trace contextRef="#ctx0" brushRef="#br0" timeOffset="185656">31570 7205 27606,'7'61'173,"-3"-29"1,0 1-144,0 2 1,-1 1-560,0 3 0,0 0 403,0 3 0,0 0-992,-2 2 1,1-1 1117,-1-5 0,0-2 0,-1 11 0,0-22 0</inkml:trace>
  <inkml:trace contextRef="#ctx0" brushRef="#br0" timeOffset="188606">26011 6214 11950,'-2'-7'5450,"0"1"-4699,-18-25 0,-9-7 610,-17 0-1095,5-6 0,-3 1-586,7 24 0,-1 5 479,-1 1 1,-1 3-76,5 2 0,-1 2 67,-15 0 1,-3 2-29,5 3 1,-2 1-55,-4 4 0,-4 3 0,0 0-640,6 0 1,0 2 0,-1 1 589,6 0 1,-1 2 0,-1 1 0,2 0 2,-9 5 0,1 1 1,2 0-7,11-3 1,1 0 0,-3 2 47,-4 2 1,-3 3-1,0 0 1,3-1-555,-1 1 1,2 0 0,-2 1 567,-3 1 1,-3 2-1,0 1 1,3 0-19,7-4 0,2 1 0,1 0 0,0 1-14,0 1 0,1 1 1,1 0-1,2-1-35,-3 2 0,2 0 1,0 3 2,2 3 0,-2 4 0,2 0 0,3-1-5,4 0 0,3-1 1,0 2-10,-1 1 0,-2 4 0,1 0 0,4-1-290,2 4 0,3 0 0,3 1 301,2-1 0,2 0 0,2-1-11,0 7 0,3-1-3,4 10 1,5 0 13,10-1 0,6 0 11,2-1 1,6-1-1,-1-16 1,5-1-1,4-4 11,2-9 1,3-5 0,1-2-17,11 4 0,4-4 7,-2-8 0,3-2 0,4-3-2,-6-4 1,2-2-1,2-2 1,0-1-12,3 1 0,0-2 1,2 0-1,1-1-257,-4-1 0,2-2 0,1 0 1,-1-1-1,-2-1 250,5-2 0,-2-2 0,-1-1 1,0-1 7,-1-1 1,0-1 0,-1 0-1,-1-2-36,-2-1 1,0-1 0,-2 0 0,0-2 31,-2 0 0,-1-1 1,0-1-1,-1 0 2,-3-1 0,0-1 0,-1 0 0,-1-1 1,-2 0 0,0-1 0,-1-1 0,0 1 9,11-10 1,-2-1 0,0 0 198,-2 0 0,0-2 0,-2 0-182,-1 0 0,-2 0 1,0-1-47,-3-1 1,0-1 0,-3-1 75,-2 0 1,-2-1-1,-3-2 15,-3 0 0,-3 0 0,-3-2 299,-3 0 1,-4 0-1,-4-1-318,-4 1 1,-3 0 0,-5 1-27,-4 1 0,-4 0 1,-4 1-7,-4 2 1,-3 1 0,-4 1-8,-4 1 0,-3 2 1,-2 2-1,-3 1 0,-2 3 1,-2 1 116,-2 2 0,-1 1 0,0 3-149,-2 1 1,-1 2 0,-1 3-59,-1 1 1,0 2 0,-2 3-288,-3 2 0,0 2 0,-2 2 353,7 4 0,-1 2 0,0 1 0,5-1 0,-10 1 0,4 1 0,-1 3 0,1 0 0</inkml:trace>
  <inkml:trace contextRef="#ctx0" brushRef="#br0" timeOffset="192199">29067 8494 16200,'-47'-5'703,"1"0"0,-1 1 0,-16-2 0,23-3-451,41-3-73,42-2-95,-1 6 0,8 1-1745,-5 2 0,3 0 1,1 0 1665,-6 1 1,1 1-1,4 0-14,0 0 0,5 0 0,3 0 0,0 1 1,-4 0-71,0 0 1,-2 1 0,1 0 0,3 0 70,4 0 0,4 0 0,2-1 0,-1 2 0,-3-1-15,4 2 1,-2 0 0,-1 1 0,-1-1-104,-2 1 1,0 1 0,-2-1 0,0 1 57,-6 0 1,0 0 0,-2 1 0,-2 0-41,7 0 0,-3 0 0,-4 1-142,6 0 1,-9 0-122,-5 1 2266,-59-2-1912,-12-3 0,-7 0 53,-19-1 1,-6 0-29,11 1 1,-3-1-1,-2 1 44,8-1 0,-1 0 0,-2 1 0,-1-1-17,-5 1 1,-2 0-1,0 1 1,-2-1 49,10 0 0,0 1 0,-1 0 0,-1 0 0,1 0-331,-1 0 1,-1 0-1,0 0 1,0 1-1,1-1 311,2 1 0,0 0 0,0 0 0,2 0 0,0 0-11,-6 0 1,0 1 0,2 0-1,3-1-152,-6 2 0,3 0 0,4-1 201,-3 1 1,9-1 1437,6 2-1491,75-12 0,27-3-32,-19 4 1,3 0 0,5-1-87,-4 0 1,5 0-1,3-1 1,0 0 0,0 1 63,-1 0 1,0 1 0,0 0-1,1 0 1,1 0-1,3 0 1,1 0 0,0 1-1,1-1 1,-1 1-27,0 0 1,1 1 0,-1 0 0,1 0-1,-2 0 33,-2 0 1,0 1-1,-1 0 1,0-1-1,-2 1-127,8 0 0,-2 0 1,-1 1-1,-2-1 135,6-1 0,-2 0 1,-4 0-15,4-1 0,-10-3-41,-8-7-29,-76-2 75,-12 7 1,-10 3 170,5 2 0,-4 0 1,-2 1-170,5 1 0,-1 0 0,-1 1 1,-2 0 22,-5 1 0,-2 0 1,-1 0-1,-1 1 1,9 1 0,0-1 0,-1 1 0,0 0 0,0 0 3,-1 1 0,-1 0 1,0 0-1,0 1 1,2 0-7,0 0 1,2 0 0,-1 1 0,2 0-1,0 0 74,-5 1 1,2 0-1,1 0 1,3 1-50,-3 0 1,3 0-1,6 0 114,-3 0 0,22-2 150,32-4-188,27-4 0,16-4-80,0 0 1,5 0 0,3 0-158,-4 1 0,3 0 0,2-1 0,1 1 108,-5 1 1,1 0 0,0 0 0,2 1 0,-1-1-8,4 1 1,1 0 0,0 1-1,0-1 1,1 1-68,-1 1 1,0 0 0,1 0 0,-1 0 0,-1 1-1190,-2 0 1,0 0-1,-1 0 1,0 1-1,-3 0 1266,3 1 0,0 0 0,-3 0 0,-5 0 0,18 0 0,-10 1 0,3 2 0</inkml:trace>
  <inkml:trace contextRef="#ctx0" brushRef="#br0" timeOffset="218698">23329 10839 22156,'5'9'1949,"0"-1"-1467,-3-3 218,1-2-442,-2-2 274,1-1-146,0 0-123,1-4-44,3-4 33,4-12-101,1 0-95,-1-1 45,1-1 22,-2 8-11,2-5-34,1 3-38,5-1-63,-4 6 40,10 0 11,-1 6-11,11 1-28,3 3 5,10 13 6,-17-2 0,1 23-11,-25 5 5,-9-7 1,-3 3-294,-8 6 1,-5 4 294,-5-3 1,-5 2-1,2-1-420,-4 4 1,-2-1 426,-1 0 1,-4 1 0,2-2-604,-1 0 1,-1-1 599,9-10 0,-1 2 0,0-2 2,-9 8 1,2-4 22,7-10 1,2-7 18,-3-12 473,15-19-461,17-36 6,12-5-23,-3 18 0,4-1 14,9-4 0,3 2 165,-4 10 0,1 3-207,23-16 1346,-5 30-1352,-4 21-27,14 13-90,-15 1 0,1 3-182,-2-2 0,-1 0-140,0 1 1,0 0-1253,3-3 1,-2-2 893,15 6 1,-7-5 0,-19-12 0</inkml:trace>
  <inkml:trace contextRef="#ctx0" brushRef="#br0" timeOffset="220398">23786 10301 24217,'9'-22'-448,"14"2"-577,30 9-981,-20 4 1,1 0 873,-2-1 0,-2 1 0,11-3 0,-17 4 0</inkml:trace>
  <inkml:trace contextRef="#ctx0" brushRef="#br0" timeOffset="220881">24538 10001 25236,'29'-49'404,"-11"16"-275,-34 50-6,-8 12-5,-5 11-34,1 8-51,6 6-10,9-1 5,11-2-12,14-7 18,14-7 5,13-10-16,10-8 33,3-10 39,-1-11 11,-7-9 62,-10-8 17,-14-4-11,-10-2-29,-17-1-27,-10 2-6,-15 2-45,-6 7-22,-3 7-6,-1 6-45,3 11-10,1 7-80,5 9-161,5 6-242,11 4-615,10 1-1603,18-2 2717,17-4 0,-10-14 0,4-5 0</inkml:trace>
  <inkml:trace contextRef="#ctx0" brushRef="#br0" timeOffset="221257">25008 9972 26323,'4'-27'280,"-3"19"-252,-9 59-11,4-16 0,1-1 0,3 14-17,10 14 11,11-33 22,10 2 7,5-16 105,9-22-55,-4-14-12,-4-8 152,-2-12 67,-11 7 100,5-11-184,-11 16-84,-7 7-107,-7 16-22,-4 6 28,0 9-33,-2 10-1,-1 24-123,0 7-72,0 2-225,2-20 0,1 1-2884,5 27 2631,-2-25 1,0-2 0,4 10-1,-2-18 1</inkml:trace>
  <inkml:trace contextRef="#ctx0" brushRef="#br0" timeOffset="222291">26370 11329 21478,'3'4'3361,"-1"0"-1401,-2-4-1400,42-65-341,-20 29-544,6-9 0,0-3 409,-4-5 137,-6 6-179,-7 2 0,-1-3-11,-4 9 0,-1-2-487,2-19 0,-2-2 478,-2 10 1,-1 3-9,-2 4 0,-1 3-147,-1 9 0,-1 2 150,-2-3 472,-8 14-522,2 30 38,-8 18 1,-2 28-333,10-17 0,1 3 313,2 6 0,1 3-71,2 5 0,1 1 37,3 2 1,1 1-1098,3 2 0,1-3 1041,-1-12 1,2 0-211,4-4 1,2 2-1,1-4-765,0 0 0,1-1-512,6 14 0,0-3-4945,4 4-581,-11-27 5207,-18-33 1910,-16-26 45,-3-6 3439,3-7 0,0-3-1292,7 10 1,2-2-546,-6-14 0,1-2-684,8 14 0,1 2-341,3 6 0,2 3 2568,-2-17-2758,12 14 630,10 10-1001,19 5-49,21 2-489,-17 8 0,3 1 463,7-1 0,3-1 31,5 1 0,1-1-6,1 0 0,-1 1-6,-4 0 1,-1 0 27,-8 1 1,-3 1 682,17-3-436,-25 4 107,-22 3-40,-21 5-5,-12 4-101,-13 7 903,-5 8-1065,3 6-40,11 5-22,16 4-12,19 0-16,16-2 11,17-6 0,11-8 6,5-11 50,-3-10 89,-10-12 63,-15-11 44,-15-12 0,-15-5-34,-15-4-56,-12 2-44,-9 4-51,-5 8-28,1 6-33,5 8-118,6 8-454,8 9-2285,8 8 2851,7 4 0,4-3 0,1-3 0</inkml:trace>
  <inkml:trace contextRef="#ctx0" brushRef="#br0" timeOffset="222891">28704 10851 25707,'27'13'431,"-7"0"-291,-16 3 0,-6-1 12,-6-2-18,-7-2-56,-9-6-27,-3-8-1,0-7 12,5-11-6,5-9-11,7-10 11,8-10-17,11-4 11,8 5-5,9 14-28,2 17-17,7 14 17,3 17-45,9 16-320,-22-7 0,0 5 331,2 4 0,-3 4-3,-1 5 1,-4 2 10,-3 2 1,-7 2 16,-8 1 1,-7 0-1,-10 1 1,-7-1-666,-11 1 1,-7-3 656,10-16 0,-3-1 0,-1-2 9,0-1 1,-1-3-1,-1-1-242,-13 3 1,0-5 302,8-7 0,3-6 110,-15-16 4,26-17 497,25-14-597,26-6-70,-3 23 0,5 2 520,7 0 1,2 2-547,3 1 1,2 3-71,1 2 0,1 2-114,1 2 0,1 2-303,1 1 1,1 2-975,1-1-1,0 0 1474,5 0 0,-4 1 0,7-2 0,-7 1 0</inkml:trace>
  <inkml:trace contextRef="#ctx0" brushRef="#br0" timeOffset="223281">29516 10187 26715,'-54'1'196,"1"0"0,3 1 0,9 8-145,14 32-29,6 9-572,8 6 561,12 4-11,15-2 0,14-4 0,14-8 0,8-10 11,1-14 34,-4-12 217,-7-17-167,-11-10 116,-12-11-105,-10-3 18,-15 0-12,-13 2 262,-10 6-296,-9 4-27,1 10-23,1 5-40,7 9-38,6 5-168,8 9-370,9 6-924,13 4-5198,12 1 6710,7-6 0,-7-11 0,-6-7 0</inkml:trace>
  <inkml:trace contextRef="#ctx0" brushRef="#br0" timeOffset="223665">29929 10200 27505,'-21'-4'213,"2"31"-197,14 22-327,2-10 0,2-1 300,10 11 28,6 6 232,11-13-159,8-17-45,-9-15 140,8-17-140,-10-11 33,6-13 113,3-15-18,-11 7-117,-3 3 385,-12 14-441,-3 12 0,-2 3 0,-1 5 0,-4 14 0,2 0 0,-4 22-231,4 1-626,6 15-2703,8-13 1,3-1 3559,10 19 0,3-7 0,-15-29 0</inkml:trace>
  <inkml:trace contextRef="#ctx0" brushRef="#br0" timeOffset="224091">30448 11100 27253,'45'-11'-620,"-1"-1"0,-2 1 1,0 3-3305,5 6 0,-1 3 2792,-8-2 0,-4 0 0,11-1 0,-20 0 0</inkml:trace>
  <inkml:trace contextRef="#ctx0" brushRef="#br0" timeOffset="224274">31167 10721 28132,'6'48'-64,"0"1"1,-1 1 0,-1-3-173,-1 14-2357,-1-9 0,-1 1 2593,1 10 0,-1-26 0,0-4 0,0-6 0</inkml:trace>
  <inkml:trace contextRef="#ctx0" brushRef="#br0" timeOffset="225774">22587 12467 18447,'-54'5'117,"-1"0"1,0 1 0,-5 0 0,8-1 39,0 2-17,82-9 0,11 0 0,7-2 87,-4 2 1,3-2 0,2 1-1145,9-1 0,3 0 0,3 0 1142,-10 1 1,3 0-1,1 0 1,1 0-489,-6 0 1,1 1-1,2-1 1,0 0-1,1 0 348,-4 1 0,0 0 0,1-1 0,1 1 0,1 0 0,0 0-139,6 0 0,0-1 0,2 1 0,-1 0 0,2 0 0,0 0 106,-5 0 0,0 1 0,1-1 0,0 0 0,1 1 0,0-1 0,1 1-174,-5 0 1,1-1-1,0 1 1,0 0 0,1 0-1,0 0 1,0 0-1,0 0 130,-4 0 1,0 0 0,1 1 0,0-1 0,0 0-1,0 0 1,0 0 0,1 1 0,-1-1-43,3 0 1,-1 1-1,1-1 1,0 0 0,0 1-1,1-1 1,-1 0 0,0 1-1,1-1 35,0 0 1,1 1 0,0-1 0,-1 1 0,1-1 0,0 0 0,0 1 0,0-1 0,0 0-2,0 0 1,0 1 0,0-1-1,0 0 1,1 0 0,-1 0-1,0 0 1,0 0 0,0 0 1,-1 0 1,0 0-1,0 0 1,0 0-1,-1 0 1,1 0-1,-1-1 1,1 1-1,-1 0-1,-1-1 0,0 1 0,0-1 1,-1 1-1,1-1 0,-1 1 1,0-1-1,0 0 0,-1 1 1,5-1 0,0 0 0,0 0 0,-1 0 1,0-1-1,0 1 0,0 0 0,-1-1-2,-2 1 1,-1 0 0,0-1 0,0 1-1,0 0 1,-1-1 0,1 0 0,-2 1 0,6-1 1,-1-1-1,-1 1 1,1 0 0,-2 0-1,1-1 1,-1 0 6,-2 1 1,0-1 0,-1 0 0,0 0 0,0 0 0,-1 0 0,0 0 8,6-1 1,0 1 0,0-1-1,-1-1 1,0 1 0,0 0 3,-2-1 1,0 0-1,-1 1 1,0-1-1,0 0 1,-1-1-10,-1 1 0,0 0 0,0 0 0,-1 0 0,1-1 1,-1 1-11,8-2 0,0 0 0,0-1 1,0 1-1,-1-1-1,-1 1 0,-1-1 0,-1 1 0,0-1 0,0 0 3,-3 0 1,0 0-1,0-1 1,-1 1 0,-1-1 40,10-2 1,-1 0 0,-1-1-1,-1-1-45,-4 1 0,-1-2 0,-2 0 0,0-1 167,-5 1 1,0-2-1,-2 0 1,-2-3-161,9-5 1,-3-3-1,-2-2-2,-6-1 1,-2-3 0,-4-2 253,-4 0 0,-4-3 0,-3-2-252,-3-1 1,-4-2-1,-3-1 2,-3 0 1,-2-2-1,-4 0 0,-3 0 1,-4-1-1,-1 0 2,-2 0 0,-3 0 1,-1 1 1,-2 0 0,-2 0 0,-1 1-8,0 0 1,-2 1 0,0 1-10,-1 1 0,-2 1 1,0 0-12,-2 2 0,0 0 0,-3 2 3,-2-1 1,-2 2 0,-2 1 5,-2 0 1,-3 1 0,-2 1-3,-4-1 1,-2 1-1,-2 2 159,-5-1 1,-1 2 0,-2 1-170,10 7 0,-1 2 0,-1-1 0,0 2 1,-4 0 0,0 1 0,-1 0 0,0 2-10,-3-1 1,-1 2-1,0 0 1,-1 1 0,-2 0 1,-1 1 0,0 0 0,0 1 8,-2 0 0,-1 0 1,0 1-1,-1 0 11,12 3 1,-1 0-1,0 0 1,0 0-1,0 0-39,-2 0 0,0 1 0,0-1 0,0 0 1,0 1 49,-2-1 1,0 1-1,0-1 1,0 1 0,0 0-2,-1-1 1,0 1-1,0 0 1,0 0-1,0 0 0,-1 0 1,0 0-1,0 0 1,-1 0-1,1 0-167,-1 0 1,1 1 0,-1-1 0,0 0 0,0 1 173,0 0 0,0 0 1,-1 0-1,1 0 0,-1 0-129,0 0 1,0 1 0,-1-1-1,1 1 1,0 0 118,-1 0 0,0 0 0,0 0 0,0 1 0,0-1-58,0 1 0,0-1 0,0 1 0,-1 0 0,1 0 59,0 0 0,-1 0 0,1 0 1,-1 0-1,1 0-6,0 0 0,1 1 1,-1-1-1,1 0 0,-1 1 9,1-1 1,0 1 0,-1 0-1,1 0 1,0 0-2,1 0 1,0 0-1,-1 1 1,1 0 0,0 0 6,0 0 0,0 0 0,1 1 0,-1 0 1,0 0-1,1 0 0,0 1 0,0 0 0,-1 0 1,1 0-6,0 0 1,0 1 0,-1 0-1,1 1 1,0-1-7,0 1 0,0 1 0,0-1 0,0 1 0,0 0-3,0 1 1,0-1 0,0 1 0,0 0 0,0 1 5,1-1 0,-1 1 1,1 0-1,0 0 1,-1 1-8,1-1 1,0 0 0,0 1-1,0 0 1,0-1-1,0 1 1,1 0 0,-1 0-1,1 0 1,0 0 9,0-1 1,0 1 0,0-1 0,0 1 0,1-1 73,1 0 1,0 1-1,0-1 1,0 0 0,1 0-70,-10 0 0,-1 0 0,2-1 0,0 1-1,5-1 0,0-1 0,1 1 0,1-1 2,5 0 1,0-1 0,2 0 0,1 0-8,-8 0 1,2-1 0,1 0 421,-13-1 1,4-1-417,10 0 0,4 0 766,11-1 1,2 0-784,-13 1 2367,17 5-2372,12 9 2011,5 12-1983,-1 16 22,-1 19-11,5-21 0,0 3-266,-3 13 0,-1 5 253,1-9 0,0 4 0,-2 2-699,1-4 0,-1 2 1,-1 2-1,-1 1 685,2-5 0,-2 3 0,0 0 1,-1 1-1,0 1 3,2-7 1,-1 2 0,0 0-1,-1 1 1,1 0 0,-1 0-322,0 1 0,-1 0 1,1 1-1,-1 0 1,0-1-1,1 1 323,0-2 1,0 0-1,0 0 1,0 0 0,0-1-1,1 0-251,-2 8 0,1-1 0,-1-1 0,2 0 0,0-1 242,2-5 1,0-1 0,1 0 0,1-1 0,0-1-58,1 5 1,0 0 0,2-1 0,1-3-50,-1 9 1,3-3 0,2-2-235,3 11 1,5-4 342,7-14 0,1-5 0,4 2 0,3-21 0</inkml:trace>
  <inkml:trace contextRef="#ctx0" brushRef="#br0" timeOffset="228091">25029 10156 10858,'-3'0'8190,"1"0"-3766,2 0-3612,-23-21-162,17 8-123,-16-19-169,26 14-145,5-2-79,8 0-44,10 0-62,8 3-22,6 6 10,1 5-21,0 7-18,-5 8 7,-5 9 16,-7 9 5,-7 8-16,-10 5-6,-13 5 6,-13 3-343,-16 1 351,12-23 1,-2-2 7,-4 0 1,-1-1 13,-1-1 1,0-1 30,1-3 1,0-3 178,-19 7 141,16-11 128,15-17-386,11-2 68,13-16-74,9 3 309,9-5-353,7 4-17,0 6-12,1 7-10,1 6-1,1 11-22,6 10 0,5 11-1691,-16-5 1,0 0 1679,11 12-68,-15-11 0,-2 0 46,-5 6-1,-7 5-11,-40 1-28,-17-11-8,9-14 0,-1-2-241,-19-2 78,24-6 0,0-3-904,-14-8-3523,-6-9 4671,14-5 0,18 6 0,10 6 0</inkml:trace>
  <inkml:trace contextRef="#ctx0" brushRef="#br0" timeOffset="229164">29897 10464 23405,'0'-35'1736,"9"1"-1444,23 4-57,5 1-140,-8 7 118,16-3-118,-14 14-44,13-1-29,-10 12 6,-6 10-22,-5 10-23,-8 11 6,-6 9 5,-10 4-5,-9 2 0,-10-2 22,-10-3 11,-4-5-5,-3-6 33,-1-6 29,3-7 33,3-6 95,6-6 51,9-7-57,8-6-61,7-6-22,9-4-40,7 1-50,9 3 0,7 4-22,6 6-6,4 5 5,2 9-10,0 9-1,-4 12 6,-8 9 23,-12 6-51,-10 1-17,-21-2 22,-18-5-72,-20-5-149,20-21 0,-2-2-288,-2-1 0,0-2 532,-2-3 0,2-2 0,-4 0 0,7-4 0</inkml:trace>
  <inkml:trace contextRef="#ctx0" brushRef="#br0" timeOffset="237214">31773 10568 10044,'-25'-56'208,"0"0"0,-1 0 0,1-1 0,-1 4 0,-1 1 0,-1 1 1,-3 3-771,1 6 1,-1 3-1,-2 1 1,-1 2 720,-2 1 1,-1 2 0,-2 2-1,-2 2-81,-1 1 1,-1 2-1,-2 2 1,-1 1-33,-2 1 0,-1 2 0,-1 2 1,-1 1 0,-2 1 1,-1 2-1,-1 2 1,0 1 19,-3 1 0,-1 1 1,0 3-1,-1 0-274,9 2 0,1 2 0,-1 0 1,-1 2-1,1 0 370,-4 2 1,1 2-1,-1 0 1,-1 2 0,1 1 66,-3 0 1,1 2 0,-1 0 0,0 3-1,-2 2-26,8 0 0,-2 2 0,0 2 0,-1 0 1,1 1-1,2 0 0,2-1-261,-3 1 0,2-1 0,3 1 0,-2 1 0,-2 3 116,3 0 0,-3 2 0,-1 2 1,-1 1-1,2 1 0,2-1 1,3 1-199,-2 3 0,4 0 1,1 0-1,1 2 1,-2 2 175,0-1 0,-1 2 1,0 0-1,-1 2 1,2 1-1,1 0-45,2-1 0,1 1 0,0 1 0,2 1 0,0-1 0,2 2 58,-4 6 0,2 1 1,0 1-1,3 0 1,2 1-1,4-4 0,2 1 1,1 0-1,3 1 1,2-1 70,0 9 0,2 1 1,4-1-1,6-1-37,5-5 0,4 1 0,5-2 0,5-2 12,4-2 1,6-2 0,4-2 0,5-3-1,7-1 1,6-3 0,5-3-1,2-2-36,-2-7 1,4-2-1,3-3 1,1-1 0,1-1-40,-2-4 1,2 0-1,1-3 1,2 0-1,0-2 1,1 0-14,-3-1 0,1-1 0,0-1 0,2-1 0,0 0 0,0-1 0,1 0-9,-5-1 0,0-1 0,2 0 1,-1-1-1,1 0 0,0 0 1,0-1-1,0-1 4,2 1 1,-1-2-1,1 1 1,1-1-1,-1-1 1,0 0-1,0 0 1,-1-1 6,0 0 1,0-1-1,-1 0 1,1 0-1,-1-1 1,1-1-1,0-1 1,1-1 11,-2-1 0,1 0 1,0-2-1,1-1 1,-1 0-1,0 0 1,0-1-1,-2 0 1,-2-1-27,6-2 1,0-1 0,-2 0-1,-2 0 1,1-1 0,-2-1-1,0 0 19,-2 1 0,0 1 0,-1-1 1,-1-1-1,-1 0 0,-1-2 1,-2-1 18,2-3 1,-2-2-1,-1 0 1,-2-2-1,-1 0 1,-3-1 9,8-9 1,-5-1 0,-1-2 0,0-2-18,-3 3 0,0-2 0,0-1 0,-3-2 0,-3 0-5,-4 2 0,-3-1 1,-2 0-1,-2-1 1,-3 0 47,-1-9 1,-2-1-1,-5 0 1,-6 1-94,-5 3 1,-4-1 0,-6 2 0,-4 1-149,-6 1 0,-5 1 0,-5 2 0,-5 2 171,-3 6 0,-7 2 0,-3 1 0,1 3 0,5 2 0,-2-3 0,4 3 0,-3 3 0,-7 4 0,0 1 0,-1-1 0</inkml:trace>
  <inkml:trace contextRef="#ctx0" brushRef="#br0" timeOffset="500969">24644 6646 26318,'24'-59'257,"-4"25"-246,-15 70-167,1 15-937,0 12 242,-1-24 1,0-3 0,1 7 0,1-4-1</inkml:trace>
  <inkml:trace contextRef="#ctx0" brushRef="#br0" timeOffset="501886">23265 7583 8248,'-6'0'3618,"1"0"1799,5 0-4958,42-26-3775,-11 16 3433,20-18 822,-24 24-861,-17 1 46,5 1 16,1-1 425,4 0 113,-9 1 3089,-10 1-3666,-7 1 145,-17 1 107,-7 2 61,-15 3 326,-16 6-269,10-1-281,5-2 129,18-2-145,16-4-85,2 0 91,11-1-85,13-4-62,2 0-5,22-5-44,3-2 16,15-2 5,-1-1 18,-12 4 83,-16 3 51,-14 3-51,-12 2-72,-11 0 22,-20 7-23,-12 2-5,-19 8-11,15-4 67,-8 3 0,23-6-61,2 0 89,18-6-45,19-6-62,7-2-105,27-8-533,11-3-46,-11 3 1,0 1-1,7-1 1,-2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6T10:15:49.27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4590 1874 25808,'-18'-32'-109,"1"0"1,-9 8-1,-2 12 920,-12 40-38,8-5 1,0 4-18,2 3 0,1 3-658,-1 4 1,2 3 153,1 2 1,2 3-103,2 1 1,3 1 5,5 0 1,2 1 71,4-2 1,3-1-234,7-4 0,5-2-559,2-5 0,6-2-112,5-6 1,4-4-505,31 10 736,-23-22 0,1-4-140,29-1 539,-5-16 531,-11-10-158,-14-13-154,-13-6 111,-12-5-127,-13 0-194,-11 3-184,-11 6-115,-10 12-165,-6 11 180,-6 15 348,-5 13 242,2 10-304,6 10-112,13 3-274,15 1 359,26-2-2312,27-6 2372,2-17 0,3-5 1,4 2-1,9-6 1</inkml:trace>
  <inkml:trace contextRef="#ctx0" brushRef="#br0" timeOffset="224">5325 2041 23388,'-9'-1'1319,"-27"-6"0,-4-1-691,12 2-350,-12-2 0,5-1-108,25 4-278,21 3 76,22-1-336,28 2 87,-21 1 1,2 0-952,5 3 1,2 0-364,-1 1 0,-1 1-1756,-3 3 1,-2 0 3362,-8 0 0,-3-1 0,5 3 0,-18-4 1</inkml:trace>
  <inkml:trace contextRef="#ctx0" brushRef="#br0" timeOffset="583">5395 2280 24471,'-59'17'1077,"-1"0"1,9-2 0,12-5-1036,29-8 182,22-10-183,17-4-39,24-9-532,-16 8 0,1 0 362,7-1 0,2 1-98,2-1 0,0 1 80,-1 1 1,-1 0 71,-6 1 0,-1 0 353,-7 3 1,-4 0-32,9-5 204,-21 2-67,-22-1-195,-13-6 39,-12-8 23,-4-7-99,1-7-292,6 1 50,5 5 852,6 7-949,4 10 453,3 7-58,3 4-32,2 4 117,2 2 22,1 5 43,1 10-94,2 13-101,4 14-290,2 11-571,-4-22 1,-1 1 736,-3 9 0,0-1 0,0 4 0,-6 1 1</inkml:trace>
  <inkml:trace contextRef="#ctx0" brushRef="#br0" timeOffset="7166">4575 1894 31790,'25'-34'325,"0"1"1,-4 3 0,-4 8-326,-12 20 0,-5 2 0,-8 9 0,-6 2 0,-18 11 0,-12 0 0,3-5 0,-18 4 0,10-7 0,12-7 0,-1-1 0,-20 0 0,-3-10 0,28-2 0,2-8 0,8 4 0,2 2 0,5 3 0,9 6 0,0 16 0,2-3 0,-4 26 0,1 13 0,-1 6 0,4-21 0,1 0 0,0-3 0,0-3 0,-1 22-755,-1 8 21,2-10 144,0-4 16,2-7 153,2-23 168,1-9 326,7-9 321,3-10-454,11-8 113,2-10-33,3-2 80,-5 5 22,1-2 40,3 7 188,1 4-149,8 4-188,-3 15-170,2 11-64,-5 2-206,11 28-14,-15-6 40,-7-8 1,-2 1-95,0 26-26,-9 2 61,-9-14 304,-10-13 0,-6-2-40,-19 10 204,7-12 0,-3-2 0,1-7 1,0-3 5,-1-2 0,0-2-8,-18 2 5,17-9 0,2-4 12,-9-6-18,-11-3-5,19-5 11,9 1 1,9 3 16,5 3-45,8 4 366,-1 0-360,12 5 16,5 0 1,15 1-6,12-2 0,12-5-441,10-5 438,-30 3 0,1-3-3,1-1 1,-2 0 5,17-6-98,-17 1 0,-3-1 98,4-7 23,8-12-23,-24 4 0,-10-2 5,-10-2 23,-8-3 404,-7 2-432,-4 3 211,-2 5-217,-2 7 6,-1 6 0,-1 7-11,-2 4 5,0 4 17,-1 3 17,1 1-16,1 2-24,4-2 12,4-2 6,4-2 0,3 0-1,2-6-5,2-6 6,2-10 5,4-13 28,2-10-16,4-7-23,2-1 11,3 5-17,1 5 6,-1 7 0,1 4-11,2 3 22,2 3-5,2-1-6,1 2 0,-2 4 22,-4 6-5,-4 6-34,-4 5-22,-1 2 11,-1 1 28,3 1 0,6 2 11,9 2 6,10 1 59,11 1 9,-3-2 55,-2 0 1,1 0 159,21 0-363,-16-1 0,1-1 375,21-1 23,-13-1 20,-15-4-59,-14 0 327,-8-2-12,-7-2-374,-2-2-202,-5-2 234,-4-2-587,-6-1 38,-5 0 89,-5 2-263,-5 2 52,-4 4 730,-7 3 250,-5 4 438,-8 4-55,-7 3-785,27-2 0,-1 1-176,-28 6 0,9-1 0,13-3 0,14-4 0,10-4 0,6-1 0,4-4 0,0-2 0,2-1 0,0 0 0,2 3-691,0 2 65,-1 2-174,1 5 468,-1 7 746,-1 13 152,-2 11-56,-2 11 74,-1 8-707,1-24 1,0 1 152,-1 2 0,-1 0 141,-1 2 0,1-1-135,0-3 0,0-1-62,-5 22-154,6-15-202,4-13-94,2-11 224,1-8-26,1-7 419,7-10-549,6-8-20,8-10 199,6-4 192,1 1-24,3 0 69,2 6 54,3 4-41,3 9 50,-1 6-83,-1 12-34,-2 9-59,-2 14-98,-4 10-21,-5 10-43,-11 4-47,-10 4 31,-18 0 43,-16-2-259,6-28 0,-4-1 426,-4-1 0,-4-1 4,-2-2 0,-3-1-147,1-2 1,-1-3-124,4-3 1,1-5-3465,-20-7 3803,19-14 0,20 1 0,10 1 0</inkml:trace>
  <inkml:trace contextRef="#ctx0" brushRef="#br0" timeOffset="9749">6949 2275 18526,'6'-49'1340,"0"0"0,-1 0 0,0 0 0,0 0 0,-2 8-200,-5-12-490,-2 1-454,-2 21-255,1 16-23,1 19 533,-2 21-107,-3 24-300,3-13 1,-1 3-530,0 7 0,1 2 362,0 6 0,2 1-328,-1 3 1,3 2-2417,4 1 1,2-1 2883,1-7 1,0-5 0,6 14 0,-3-30-1</inkml:trace>
  <inkml:trace contextRef="#ctx0" brushRef="#br0" timeOffset="10109">7666 2072 25524,'-29'26'-186,"0"0"0,-2 2 0,-1 1-560,1 4 0,0 1-1984,-4 2 1,0-1 399,0-1 1,0-1 1707,5-6 0,1-3 2183,-16 4 313,16-30 843,12-24-642,9-26-1343,6 19 1,3-1-231,2-2 0,3-1-17,0 2 1,2 2 279,12-21-332,0 18-243,0 17 1119,3 12-841,7 17-215,11 9-88,12 13-515,-23-12 1,1 2 148,2 2 0,0 2-1090,-1 2 0,0 2 1281,-1 3 1,-3-2-1,5 6 1,-9-5-1</inkml:trace>
  <inkml:trace contextRef="#ctx0" brushRef="#br0" timeOffset="10492">7510 2072 26005,'-12'-38'33,"0"0"1,-7-12-246,18 62 549,4 22-94,1 6-149,2 23-381,-3-16 1,-1 3-263,-4-2 0,-1-1-283,0 1 0,-2 0-1182,-4-3 0,-3-2 2037,1-11 1,0-3-1,-4 16 1,2-15 0</inkml:trace>
  <inkml:trace contextRef="#ctx0" brushRef="#br0" timeOffset="10659">7255 2365 13677,'-2'-7'8070,"0"1"-7374,2 6 681,-11-67-827,10 45-427,-4-15 0,5 3-15,21 24 52,10 4-187,8 0-277,24 3-911,-29 1 0,4 1 1216,17-1 0,0 1 0,7-2 0,-2 2 0</inkml:trace>
  <inkml:trace contextRef="#ctx0" brushRef="#br0" timeOffset="11291">8602 2188 16859,'0'-2'6192,"0"-1"-3304,0 3-2307,17-32-282,-12 25-88,12-22-16,-17 35-212,-1-1 199,-4 5 233,-12-3-12,-3 0-229,-9-5-47,3-10-128,0-9-128,7-4 271,-2-26-216,13 4-6,1-18-139,13 13 238,5 11 162,3 15 298,11 8 437,-1 13-27,15 11-104,2 17-456,3 19-280,-11-3-221,-17-2 0,-6 3 58,-12-10 0,-4 0-658,-6 20 1,-7 2 506,-12-4 0,-7-2-764,10-13 1,-3-1 0,0-1 1012,-6 7 1,-3-2 155,7-10 1,-3 0 0,4-5 567,-22 5-149,19-13 1,4-9 155,4-25-666,15-17 393,19-14-998,15-6 274,-4 27 1,4 1 1291,2 1 1,3 2-1361,3 1 0,2 4-64,1 3 1,2 2-319,4 3 1,-1 2 581,-7 3 1,1 2-354,18 0 1,3 2-760,-14 2 0,2 0 1266,22 0 0,-2 1 0,-3 1 0,-5-1 0</inkml:trace>
  <inkml:trace contextRef="#ctx0" brushRef="#br0" timeOffset="11649">9495 2020 28736,'0'-3'1298,"0"1"-1450,0 2 539,-42 39-99,16-7-554,-6 2 0,-1 3-21,10-8 1,1 1-853,-4 3 1,-2-1-251,-3 1 0,-1-2 463,0-3 0,0-3 538,4-7 1,0-4-45,-15-9 488,15-27 526,14-24-150,11 14 0,4-1-306,3-5 1,4 0 218,1 0 0,4 1 9,1 2 0,3 3 397,16-20-230,0 16 208,-1 17 542,2 15-743,3 18-262,7 17-268,-20-9 0,0 4-569,2 3 1,0 2-1027,0 4 0,1 0 1544,4 5 0,-2-2 1,3 5-1,-3-6 1</inkml:trace>
  <inkml:trace contextRef="#ctx0" brushRef="#br0" timeOffset="12075">9377 2077 21069,'-4'-7'3596,"1"1"-3238,-8-23 1,0-4 47,3 14-354,-5-17 1,2 10-59,8 29 87,4 14-71,3 16 6,2 18-25,-2-19 0,-1 2-465,0 6 1,0 0 101,-1 5 0,-1 1-591,-3 2 0,-1-1-2505,-1 0 1,-1-2 3255,-2-8 1,1-4 0,-3 7 0,3-21-1</inkml:trace>
  <inkml:trace contextRef="#ctx0" brushRef="#br0" timeOffset="12241">9156 2433 20543,'-11'-50'1469,"0"1"0,2 5 1,1 6-904,3 7-312,3 9-196,10 7 18,9 5-89,16 3-378,20 4-403,-19 2 0,4 0 259,12 1 1,-3 0 0,9 0 0,-2 0 0</inkml:trace>
  <inkml:trace contextRef="#ctx0" brushRef="#br0" timeOffset="12859">10280 2120 16129,'-10'-3'5534,"3"1"-4033,7 2-678,3-61-335,9 23-318,-2-6 0,2-1 47,21-2-9,3 7-31,-1 9-33,-3 10-32,0 9 328,1 7 293,1 8-187,3 10-147,-3 14-203,0 14-170,-8 13-73,-16-24 1,-4 1 75,-3 2 0,-4 0-208,-4-1 1,-5-1-93,-18 24 256,-10-11 319,0-15 344,2-14 269,8-13-58,9-14-477,8-10-465,6-7-6,10-3 227,4 1-299,9 7 42,4 9 82,3 7 188,3 10 101,3 8 192,4 11-282,4 12-278,0 8-160,-4 8-285,-13 6-259,-14 3 132,-22-4 370,-16-6 141,-18-12-5,-7-11-507,0-12-994,8-11-3524,14-15 5202,13-5 1,12 2 0,6 4-1</inkml:trace>
  <inkml:trace contextRef="#ctx0" brushRef="#br0" timeOffset="13209">11351 1859 30416,'-17'60'-75,"0"-1"1,0-3 0,-5-6 82,-1-23 1,-3-3-379,-2 3 0,-2-1 141,-2 0 1,-2 0-472,-1-1 0,0-3-54,0-2 1,0-4 502,3-4 0,1-4 665,-20-12 36,17-20-234,15-22-135,17-14 30,7 28 1,4 0 159,3 0 0,4 1-55,2 3 1,2 2 106,19-17-102,1 13 65,-3 13 858,-1 11-310,5 15-500,7 11-373,-20-3 1,0 2-316,2 5 0,1 1-1573,4 5 0,-1 0 1843,-3-1 0,-3-1 1,11 7-1,-17-14 0</inkml:trace>
  <inkml:trace contextRef="#ctx0" brushRef="#br0" timeOffset="13675">11227 2094 21304,'3'-53'1411,"0"0"1,0 6 0,0 8-516,0 15-581,1 13 62,2 10 106,5 16-607,3 11-59,5 16 142,-7-9 0,-1 2-121,-2-2 0,-2 0-67,0 0 1,-2 0-423,-2 1 1,-2-1-2479,-5 20 3058,-4 9 1,3-28 0,-2-11-1</inkml:trace>
  <inkml:trace contextRef="#ctx0" brushRef="#br0" timeOffset="13842">11076 2260 24661,'36'-29'693,"1"1"1,-1-1 0,8-9 0,1 8-209,-1 21 0,2 6-1267,-4-2 0,2 1-2495,-1-1 0,3 0 0,-3 0 2282,1 1 0,-4-1 0,1 1 0,-8 0 1,-20 3-1</inkml:trace>
  <inkml:trace contextRef="#ctx0" brushRef="#br0" timeOffset="14358">12099 2076 17048,'6'-9'3097,"13"-22"1,1-7-1522,-4-3-1267,4 2 1,-1-2 846,-7-6-426,-6 20-154,-1-2-414,-3 16 138,-3 13 78,-3 9-170,-7 20 213,-9 28-343,10-25 0,0 1-178,-2 8 0,2 1 188,4-9 1,2-1 43,5 26-114,6-19-178,25-7 106,2-24 185,20-13 255,-3-19-463,-24 4 0,-1-2 577,14-15-287,-17 12 0,0-1-104,-1-2 1,-1 0 178,1 0 0,-1 0-45,1 0 0,-2 1 102,4-1-542,-11 13-229,-5 21-169,-6 18 52,1 17 72,-8 15-45,1-24 0,0 0 115,-5 21-392,1-7 0,0 3-239,5-11 1,0 1 468,1 22 0,0-2 1,2-1-1,5-8 1</inkml:trace>
  <inkml:trace contextRef="#ctx0" brushRef="#br0" timeOffset="14765">13403 1999 24384,'0'-3'2133,"0"0"-1895,0 3-212,-75 14-57,38 7 12,-8-9 0,-1 3-346,17 9 0,2 2-1153,-19 11-688,12-9 0,-2 0 15,6-7 0,1-1 1240,0-3 1,2-4 1462,-20 2 1331,12-23 876,10-18-55,11-17-732,10-13-653,15-5-847,-2 29 0,3 2 178,21-23-192,1 12-193,-2 13-47,-4 12 110,1 15 659,3 15-832,6 16-136,4 16-369,-21-18 0,-2 2 275,0 3 0,-2 0-117,-1 3 0,0-1-180,-2-1 1,1-1-408,-1-2 0,2-3-2669,17 16 3473,3-15 0,-15-16 1,-4-7-1</inkml:trace>
  <inkml:trace contextRef="#ctx0" brushRef="#br0" timeOffset="15115">13320 1985 14633,'-3'-5'7454,"0"1"-5423,3 4-1645,-42-10-139,27 27-102,-35 0-32,38 32-249,-2 5-264,-4 5-256,5-28 1,-2-1-1475,-3 1 1,-3-1-285,-2-3 0,-1-3 646,-25 13 2547,5-18 1200,10-21 951,10-17-149,9-14-852,8-7-797,12-3-97,5 1-474,9 3-208,5 6-202,5 7-134,4 7-40,7 8-190,9 5-1048,13 4-86,-26 4 0,3 0 1347,9 1 0,-3 0 0,7 1 0,-2 0 0</inkml:trace>
  <inkml:trace contextRef="#ctx0" brushRef="#br0" timeOffset="15782">14541 1987 24956,'-17'-45'122,"-8"10"-4,-11 36 344,-8 2-160,-4-1-101,-3 2-27,-1-3-51,5 1 171,8 1 77,9 4 49,7 4 248,4 5-157,2 6-103,5 5-126,2 5-105,5 3-226,3 3-41,3 1-45,2 0-443,0-4 107,0-6 107,0-7 139,-2-10 179,0-6 176,1-7 174,0-7-150,3-7-20,2-6-2,3-5 1,5 0 9,5 0 42,7 4 46,5 4-213,4 8 122,2 5-9,1 10-60,0 8-54,0 12-87,-4 11-71,-5 9-374,-11 7 215,-13 3-18,-22 1-112,-19-3 183,10-28 0,-4-3-143,-1-2 0,-2-3-293,0-4 1,0-4-1886,-26 1 2569,6-18 0,25 3 0,7-6 0</inkml:trace>
  <inkml:trace contextRef="#ctx0" brushRef="#br0" timeOffset="16008">14569 1858 24681,'47'-12'1269,"0"0"1,-9 3 0,-6 0 273,-4 1-647,-12 4-319,4-2-208,-2 0-290,-3-1-284,-7 3-1031,-4 0 1,-5 4 0</inkml:trace>
  <inkml:trace contextRef="#ctx0" brushRef="#br0" timeOffset="33425">16644 1932 18498,'-50'1'1437,"0"0"1,6 0 0,11-1-162,26-1-751,25-2-2,25-3-373,-8 2 0,3-1-705,8 0 0,2 0 777,6 1 1,0 0 156,-1 0 0,0 2-183,-5 2 1,-3 1-47,-9 2 1,-5 3-59,4 11-236,-41 8 49,-36 9 515,7-15 1,-4-1-119,-6 3 0,-2-1 321,-2 0 1,1 0 93,-1-1 0,2-1-16,2 0 1,2-1-121,6-3 1,2 1-582,-18 8 0,24-6 0,19-5 0,26-6 0,21-6 0,24-8 0,-24 1 0,2-2 0,3-3 0,0 0 0,-2-3 0,-1 0 0,19-9 0,-27 4 0,-5-3 0,-5-12 0,0-21 0,-30 2 0,-13-2 0,-11 5 0,-3 10-765,6 13-176,10 11-2653,9 8 3391,8 8 694,8 10-489,10 9 541,11 17-290,9 12-292,-17-19 1,-1 2-445,-2 3 1,-3 2-651,-3 3 1,-5 2-2559,-9 5 1,-5 0 3635,-1-2 1,-3-3 0,-10 14 0,6-21 0</inkml:trace>
  <inkml:trace contextRef="#ctx0" brushRef="#br0" timeOffset="34459">8586 3753 22251,'-5'-54'848,"1"0"1,-1 0 0,1 6-1,-1 1 1,2 5-637,0 6 0,0 5 150,-2-16-423,1 19-261,1 15-106,0 14 941,-2 20-754,-6 22 309,2-9 1,0 3-1080,0 3 0,0 4 0,0-3 804,-1 5 0,1 1-1006,0 2 1,1 4 0,1-5 849,2-4 1,1-4 0,0-2 0,0-4 0,1 5-1</inkml:trace>
  <inkml:trace contextRef="#ctx0" brushRef="#br0" timeOffset="34842">8432 3587 21874,'-19'-60'850,"0"1"1,4 9 0,0 9-830,-1 10-187,5 18-67,-1 3 145,-1 23 784,-1 13-369,0 10-423,-10 23-31,13-30 1,-2 1 357,-3 8 1,-2 1 83,-3 5 1,-1-3 23,4-11 1,1-3 304,-13 18-35,13-32 450,10-20-1268,2-15 65,6-19 233,6 2 1,4 0 109,4-19 30,3 14 0,2 1 14,10-8-148,-11 23 0,3 0-182,2 2 1,2 3 1153,20-9 14,11 11-479,-15 13-345,19 12-973,-2 14-4200,-12 3 1,0 3 3882,-17-8 1,-2 0 0,3 4 0,-6-2 0,-16-11 0</inkml:trace>
  <inkml:trace contextRef="#ctx0" brushRef="#br0" timeOffset="35692">14062 3401 21052,'4'-44'984,"0"1"0,0 5 0,-4 9-928,-4 22-39,-7 19 0,0 9 0,-5 22-6,0 11-917,9-22 0,0 1 948,-3 23-22,5-19 0,0 2-21,-1 2 1,1-1-12,0-1 1,0 1 172,0 1 1,0-4-223,0 5 72,3-19-12,0-13-97,1-25 41,0-9 36,0-24 5,1-10 631,0 25 1,0 0-569,0-2 1,0 0 64,-3-27 17,-3 14-40,-2 16-78,-3 14-22,3 11 0,-2 10 11,0 7 236,-3 9-236,-4 7 34,-3 5-12,-5 3 6,4-7 50,-19 7 12,13-19 78,-12 1-6,17-23-83,8-15-34,11-18 16,18-14-5,0 23 0,3-1-262,6 0 0,4 1 257,4 0 0,3 3-1,3 2 1,1 4-12,1 2 0,0 3 114,-2 3 0,0 3-31,-2 4 1,-2 2-62,27 4 118,-8 13-503,-5 14-5299,-6 17 4836,-9 3 0,-13-14 1,-10-13-1</inkml:trace>
  <inkml:trace contextRef="#ctx0" brushRef="#br0" timeOffset="46324">18943 1711 26719,'-57'0'307,"25"7"1,3 7-381,1 19 1,3 9-613,-2 0 0,1 2 764,4 0 0,3 1-79,5-2 1,4-1-9,5-3 0,5-2-91,4-3 0,4-3 213,17 20-293,14-17 247,-5-16 126,29-23 52,-33-11 1,-1-4-49,1 4 1,-1-3 71,2-13 1,-4-3 513,2-20-562,-14 18 1,-1-1 50,-5-1 0,-3-2-90,-3 1 0,-3 1-143,-4 0 1,-2 2-186,-3 3 1,-3 1-452,-15-22 118,-5 13 309,0 13 28,-2 13-595,0 17-881,-6 21-4649,-1 23 6473,21-19 0,2 1 0,-5 11 0,10-14 0</inkml:trace>
  <inkml:trace contextRef="#ctx0" brushRef="#br0" timeOffset="46650">18702 2582 17350,'-45'3'733,"1"0"1,-1 1 0,-14 0 0,4 0-213,19 0 0,3-1 83,-12 1-435,22-1-30,24-2-23,29 0-163,0-2 1,6 0-1198,15-2 0,5 0 620,-9 0 0,2 1 1,1-1-1281,5 0 0,2 1 0,1-1 1904,5 2 0,2 0 0,-7 0 0,-3 0 0,-6 1 0,-6 0 0,0 0 0</inkml:trace>
  <inkml:trace contextRef="#ctx0" brushRef="#br0" timeOffset="46850">18448 2871 19752,'-56'9'1196,"1"1"1,4 0 0,22-6-594,38-10-278,38-8-250,-5 0 1,6 0-806,-7 3 0,2 0 0,2 0 737,7-2 0,1 0 1,1 1-10,2-1 0,0 1 0,-1-1-170,-1 2 1,-1 0-1,-2 0-2003,-5 2 0,-1 1 0,-3 0 2175,8-1 0,-6 1 0,7 0 0,-28 5 0</inkml:trace>
  <inkml:trace contextRef="#ctx0" brushRef="#br0" timeOffset="48500">16964 4492 24531,'-1'-48'717,"1"0"0,-1 6 0,1 9-589,2 18-178,-1 12 50,-1 18 22,0 20-16,-1 22-17,-1-21 0,0 2-518,-2 4 0,1 2-203,-3 2 1,0 1-2434,1 2 1,-1-1 2899,2-4 1,0-4 0,-1 13 0,4-25-1</inkml:trace>
  <inkml:trace contextRef="#ctx0" brushRef="#br0" timeOffset="49367">17592 4426 22190,'0'-5'2318,"0"0"-1590,0 5-644,7 0-10,-5 15 43,2 3-5,-12 15-28,-6-5 67,-5-5 85,0-9 10,0-9-72,3-12-40,3-12-5,4-16-28,5-13-34,9-6-39,7 2-28,10 11-6,8 13-5,6 13-6,4 13 6,1 14 11,1 14-6,-6 17-5,-9 11 2,-19-22 1,-5 0 0,-6 2 0,-5 0-492,-7 2 1,-5 0 479,-9 2 1,-6 0-6,-6 2 0,-3-2 19,-3 0 1,-2-3 24,3-4 1,2-5 16,6-7 1,3-5 91,-14-4-21,21-22-51,18-13-39,17-10-12,17-6-10,17 1-4,-14 22 1,3 1 256,2 3 1,2 2-263,3 2 0,0 3-9,1 2 1,2 1-76,9 2 0,1 3 22,-16 0 1,0 0-200,17 2 1,-1 1-545,-14-1 1,0 0 210,10 0 1,1-1 63,-1 0 1,0-2 156,4-5 1,-3-1 364,14-4 39,-27-1 0,-3-4 403,-4-8 213,1-9 207,-11 2 455,-8 4-667,-13 6 430,-10 8-902,-12 7 99,-9 12-210,-3 9-23,-5 22-16,15 0-12,8 3 12,21-1 5,20-8 0,16 7-3,-10-21 1,3-3 44,12-1 1,1-4-416,18 3 426,-20-12 1,-2-5 64,1-12-106,2-17 101,-15-12-68,-18 9 0,-4-1-17,0-16 8,-6 14 1,-4 0 58,-9-5-50,-11-5-16,-21 13-46,1 17-5,-1 10-28,5 20-73,15 15-510,-3 18-2649,21-5 0,3 1 3271,3-7 0,2-1 0,3 25 0,3-34 0</inkml:trace>
  <inkml:trace contextRef="#ctx0" brushRef="#br0" timeOffset="50024">18369 5209 17188,'-54'1'1854,"-1"0"0,11 0 0,5 0-1501,3-1 145,23 0-67,23-1-112,36-5-288,-15 2 0,3 0-735,18-2 0,0 0 710,-11 2 0,0 0-15,12-1 1,2 1-4,0 2 1,-1 1 5,-2-1 1,0 1-60,-1 0 1,-5 0-158,-3 1 77,-23 1-208,-28 2 11,-18 3 216,-6 0 0,-4 0 104,0 0 0,-1 0-813,-13 1 0,1-1 840,15-1 1,0-1 27,-7 0 1,0 1-139,1 0 1,2-1 182,-24 4 60,20-2 1,5-1-99,11 0-24,-4 0 35,23-2 1710,14 0-1604,26-3-191,16 1-14,-11-3 1,3 0 314,2 1 1,-1-1-304,-6 0 0,-1-1-54,7 2 0,-2 1-319,19 0-258,-14 4 158,-26 3 212,-48 6 213,-9-2 61,2-2 1,-6-1-355,-9 2 1,-3 0 675,-1 0 1,0 0 134,-8 1 1,3 0-63,21-4 0,4-1-125,-9 3 1066,25-5-535,43-4-520,18-6-185,-5 1 0,4-1-434,5-1 0,1-2 347,3 1 0,1-1-642,0 1 1,0 0-4261,-4 1 1,-3 1 3138,17-1 0,-25 3 0,-27 3 0</inkml:trace>
  <inkml:trace contextRef="#ctx0" brushRef="#br0" timeOffset="53000">3234 7906 22509,'6'-48'1060,"0"1"1,-1 5-1,-3 10-970,-5 22-163,-3 14 90,-3 20-23,-7 24 3,4-12 1,-2 3-659,-2 7 0,-1 2 515,-1 5 0,2 1-451,1 4 1,3 0-698,2 4 0,4 0 1294,5-16 0,1 0 0,1-4 0,-1-3 0,1-3 0,2-4 0,0 0 0</inkml:trace>
  <inkml:trace contextRef="#ctx0" brushRef="#br0" timeOffset="53383">3567 8361 17955,'13'-42'1289,"1"0"1,-1-1 0,4-13 0,-1 3-683,-4 14 1,-3 4 288,2-14-386,-6 18-364,-7 16-124,-6 21 6,-11 21-17,-10 23-11,11-17 0,1 3-224,1 3 1,1 2 228,4-1 1,3 0-12,6-2 1,5-1-4,5-6 1,5-2-256,30 18 241,-15-31 1,4-3 2,2-4 1,1-3 2,0-5 0,-1-3 51,28-13 11,-15-15 5,-15-11 17,-16-10 40,-14-6 27,-15-3-61,1 30 0,-2 1 5,-4 2 1,-2 2-12,-2 1 0,-1 3 67,-28-15-16,1 11-45,7 7-62,11 8-73,13 5 410,11 6-628,6 9-627,10 10-2079,11 12 2138,24 7 0,-19-17 0,6-2 0</inkml:trace>
  <inkml:trace contextRef="#ctx0" brushRef="#br0" timeOffset="53924">4524 8128 22043,'-11'0'1636,"-21"-2"0,-4-1-857,8-2-589,-7 1 0,2-1-100,20-4-112,18 0-12,16 0 23,20 1 0,15 1-208,-25 4 1,1 2 156,31 2-16,-7 7-17,-15 8 16,-16 9-5,-16 10 39,-23 10 45,-19 8-190,8-23 1,-4-1 189,-1 1 0,-1-1 8,2-2 1,1-1-26,-16 17 367,18-15-333,14-11 39,16-11 0,13-11-22,18-11 16,14-10-265,-20 9 0,-1-1 226,1-1 1,-2-2 27,-2 0 0,-3-2 394,12-27-372,-15-7 6,-19-4-272,-7 29 1,-4 0 288,-4 2 0,-3 0 33,-3 3 1,-1 2 218,-19-16-23,7 11 338,11 9-544,12 11-74,7 5-55,4 7 552,9 8-541,9 13-12,11 14 18,7 14-369,-17-20 0,-1 3 323,0 4 1,-2 3-160,-1 3 0,-3 2-722,-3 4 0,-2 1 932,-6 4 0,-3-4 0,2 9 0,-8-10 0</inkml:trace>
  <inkml:trace contextRef="#ctx0" brushRef="#br0" timeOffset="54640">6678 8159 21920,'-3'-63'1294,"-1"0"0,0 7 0,0 7-997,-1 7 118,0 11-281,1 19-201,1 6 61,2 18 1,5 17-7,1 20 6,0-17 1,0 1-57,0 6 1,-1 2-740,1 4 0,-1 1-597,1 3 1,0 2 1397,0 5 0,0-3 0,1 8 0,-1-8 0</inkml:trace>
  <inkml:trace contextRef="#ctx0" brushRef="#br0" timeOffset="55007">7542 8008 25702,'-56'4'-6,"-1"-1"0,4 4 1,5 8-65,16 13 0,6 6-812,-3 0 0,0 0 451,2 1 0,0-1-56,3-2 0,2-2 391,-12 14 18,13-20 419,11-25-67,5-22 62,3-20 123,2-15-134,1 25 0,1 0 347,4-29-184,3 12 452,0 19-833,-1 16-74,1 12-16,5 13-11,11 11-18,11 15-258,-14-14 1,2 1 148,4 3 1,0 0-709,4 3 0,1-1 829,8 4 0,-2-2 0,5 3 0,-1-3 0</inkml:trace>
  <inkml:trace contextRef="#ctx0" brushRef="#br0" timeOffset="55791">8156 8114 21842,'0'-4'3591,"0"0"-2566,0 4-1048,-1-45 51,1 37-22,-1-31 22,1 52-6,-3 4 17,-5 3 23,-6-1 44,-5-5 51,0-6-34,1-12-16,3-11-12,4-14-22,4-12-6,13-7-28,9-2-11,12 6-17,7 11-22,4 13 17,2 11-17,2 15-6,3 14 11,-1 17-304,-8 11 321,-12 9-20,-21-26 1,-5 2-6,-7 3 0,-7 0-382,-8 6 1,-6-1 378,-8 6 0,-4-1-405,11-15 0,-2 0 0,1-2 436,-17 10 0,1-3 3,5-9 0,2-6 16,9-9 1,2-6 44,-10-14 231,20-18-247,12-15-40,15-6 1,14 0-29,16 6 17,13 9-14,-20 20 1,2 3 126,1 2 1,2 4-192,2 1 0,0 4-236,1 3 1,1 1-575,1 3 0,0 1-2192,4 1 0,-2 1 2691,-3-3 0,-3 0 0,12 2 0,-21-5 0</inkml:trace>
  <inkml:trace contextRef="#ctx0" brushRef="#br0" timeOffset="56133">9297 8125 26861,'-22'-4'50,"-7"8"-123,-12 33-78,17-17 0,-2-1-554,-2 1 1,-1 0 415,0-2 1,-1-1 220,-26 10-5,8-12 351,10-17-8,10-16 105,8-14 56,9-10 437,13-1-554,9 5-169,8 9-83,5 13-51,8 11-28,11 18 12,13 15-463,-22-8 1,1 3 223,5 3 1,1 2-1082,4 2 1,-1 0 704,-3-2 1,-3-2-1,12 8 1,-21-16-1</inkml:trace>
  <inkml:trace contextRef="#ctx0" brushRef="#br0" timeOffset="57483">10130 8080 23302,'-13'-54'429,"1"0"0,4-4 1,9 9-397,20 20 33,13-7-66,1 20 12,2 10-12,-6 10-33,18 24 5,-15 8-213,-12-9 0,-1 3 224,-6-1 0,-4 1-5,-3 1 0,-4 1-3230,-7 29 3247,-7-14-58,-7-17 1,-3-3 101,-13 4 56,-16 6 79,13-21-46,10-9 461,3-9-107,9-11 3080,2-4-3422,5-9 159,11 4-294,7 3 6,4 5 1,24 2-12,-4 8 0,21 5 0,-6 12-425,2 11 419,-12 1-19,-14-3 0,-4 3 3,-4 12-69,-5 19-77,-34-11-285,-18-2-77,14-23 1,-2-2-572,-1-2 1,0-2 288,-27 4 1,25-8 0,7-8-1</inkml:trace>
  <inkml:trace contextRef="#ctx0" brushRef="#br0" timeOffset="57841">11269 7935 23248,'-12'57'17,"1"0"0,-3-3 0,-9-6-449,-11-22 1,-7-4-1012,0 2 1,-1 0 884,0-3 1,1-2 484,3-4 1,2-2 273,-21-2 570,20-19-189,17-15 247,13-17 107,12-9-124,8-5-90,10 6-111,4 12-34,0 11-443,2 13-78,4 9-11,8 13-45,11 11 102,-22-3 0,2 2-427,3 5 1,-1 2-549,-5-5 0,-1 3 873,11 12 0,-3-1 0,-10-10 0,12 14 0</inkml:trace>
  <inkml:trace contextRef="#ctx0" brushRef="#br0" timeOffset="58574">11946 7942 21847,'-18'-48'1161,"1"0"1,1 7-1,2 8-919,5 18-253,4 11 16,3 17 12,2 15 5,0 20 1,0 15-369,0-28 0,0 0 357,0 2 0,0-1-11,0 0 0,0-1 0,0 25 0,2-13 73,2-19 168,2-15-45,6-19-101,11-17 709,11-18-748,-12 15 0,0-1 8,2-2 1,-1 0-139,0 1 0,-2 1 186,15-18 0,-10 16-56,-11 14-44,-9 12 10,-4 12-5,-1 11-6,1 3-48,0 21 1,2 6-589,1-13 1,2 1-1962,3 24 1,3-1 2585,1-20 0,0-5 0,5 4 0,-6-19 0</inkml:trace>
  <inkml:trace contextRef="#ctx0" brushRef="#br0" timeOffset="58790">13103 8077 25124,'-41'25'-8,"-1"-1"1,2 1 0,4 1-117,14 3 1,2 1-339,-4-1 0,-1 0-965,-1 0 0,-1-1-343,0-2 0,-1-2-1384,2-2 1,-1-4 3153,-21 5 0,22-12 0,8-9 0</inkml:trace>
  <inkml:trace contextRef="#ctx0" brushRef="#br0" timeOffset="58967">12557 8292 15167,'-2'-43'2152,"-1"0"1,1 0-1,-1-14 1,2 7-1241,5 4-409,4 17-340,4 12-94,6 10-24,9 16-2,10 10-15,9 19-20,-21-14 1,-1 2-290,0 4 1,-1 1 176,0 2 0,-2 2-386,-1-1 0,1 1-1014,-2 0 0,0-1 1504,4-1 0,-1-2 0,0 5 0,2-10 0</inkml:trace>
  <inkml:trace contextRef="#ctx0" brushRef="#br0" timeOffset="59833">14193 7984 16510,'0'-6'5046,"0"2"-1696,0 4-3289,-30-51-38,16 42 7,-10-13 1,-2 3 9,-9 35-1,-17 7-31,15-8 1,-1 0 7,4-1 1,0-1-6,0-1 1,2-1 55,-22 5 6,22-10-34,2 0-16,12-2-6,10 0 22,2 5-22,4-1 16,-1 9-5,1 0 28,1 13-39,1-1-17,0 5 11,0-12 17,0 4 0,0-7 34,1 8-17,0-8-29,-1-2 12,0-11 129,0-2 801,0-3-824,0-13-50,4-4-50,5-14-29,4 8 12,14-4-28,11 11 17,3 3-6,7 9-12,-11 13 12,-10 3-28,12 23 6,-17-5-23,2 17 17,-19-5-123,-20 4-11,-4-10-415,-7-9 0,-2-2-1148,-12 3-1647,12-11 0,0-2 3225,-3-6 0,13-8 0,10-2 0</inkml:trace>
  <inkml:trace contextRef="#ctx0" brushRef="#br0" timeOffset="60240">14987 7927 16174,'4'2'5690,"-1"0"-4283,-3-2-590,11 64-268,-22-24-457,12 0 1,-5 2 21,-20-7 1,-8-5-101,5-5 0,-1-1-603,-14 13 1,-2 0-152,4-6 1,0-2-1165,1-1 0,2-2 514,9-7 1,0-2-1997,-3-3 1,2-5 2208,1-11 1407,-6-16 1641,22-24 1792,7-16-1798,5 26 0,2-1 684,6-30-706,4 12-527,4 12-504,-2 13-431,1 11 718,1 8-953,7 8-51,8 11-44,12 11-40,-17-6 0,2 0-375,3 3 1,2 1 251,4 1 0,2 1-516,3-1 1,2 0-1238,2 1 0,2-2 1364,6 0 0,-4-3 1,8 4-1,-8-7 0</inkml:trace>
  <inkml:trace contextRef="#ctx0" brushRef="#br0" timeOffset="60657">15808 7776 26060,'-5'-38'347,"1"0"0,-9-18-341,-2 70 11,-7 17 5,-7 23-349,12-19 1,0 3 329,0 6 0,0 1-386,1 3 0,2 0 383,3 2 0,3-1-6,2-1 1,6-1-316,4-2 0,6-1 312,3-5 1,4-3-151,4-4 1,3-2 163,-1-7 1,2-4 425,21 5-392,-6-18 903,-5-17-863,-7-13 698,-6-8-699,-7-3 391,-7 1-396,-5 3-17,-4 2 11,-3 6-28,-2 1 6,-5 4-6,-3 4-45,-4 4 6,-6 4-11,-8 3-28,-7 7-241,-5 5-1344,3 7 1624,2 8 0,19-11 0,7 2 0</inkml:trace>
  <inkml:trace contextRef="#ctx0" brushRef="#br0" timeOffset="61517">16755 8191 18504,'2'-10'2383,"5"-24"1,-1-3-1018,-3 11-1019,1-10 0,-2 3-111,-7 20-191,-7 12-23,-6 12-5,-9 10-6,-10 13-95,-10 9-421,22-19 0,-2 1 102,-3 2 0,0-1-280,-2 2 0,0 0-203,-2 0 1,1 0 149,1-4 0,1-1 232,-21 9 705,14-19 314,14-25 236,12-22 279,12-17-464,3 20 0,3-1-99,2 0 1,1 1 204,14-23-196,0 13-218,0 15-180,0 15 647,4 15-709,7 15-27,10 16-332,-19-12 0,2 2 343,1 3 0,0 1-208,-1 2 1,1 1-782,-2 0 1,0 1 356,3 3 0,-3-2 0,3 4 1,-3-5-1</inkml:trace>
  <inkml:trace contextRef="#ctx0" brushRef="#br0" timeOffset="61800">17439 7968 24626,'0'-50'590,"0"0"0,0 1 0,3 13-467,4 29-95,7 1-22,16 22-23,4 11 11,5 11-411,-17-10 1,0 3 424,-3-2 1,-1 1-12,6 9 0,0 3 3,-2 0 0,-1 2-17,-1 1 1,-2 0-144,-3-1 0,-2 1-414,-3-2 0,-3-1-970,-5-4 1,-6-1 947,-6-1 1,-2-4-1,-3 3 1,-6-9-1</inkml:trace>
  <inkml:trace contextRef="#ctx0" brushRef="#br0" timeOffset="61967">17432 8385 24099,'27'-54'272,"0"0"1,-6 7 0,4 9-310,10 21 1,5 8-1354,-1-1 1,4 2-757,15-3 1,2 2 1639,-3 2 1,-3 1 0,-16 2-1,-5 1 1,9 0 0</inkml:trace>
  <inkml:trace contextRef="#ctx0" brushRef="#br0" timeOffset="62490">18809 8069 19529,'2'-3'5332,"-1"0"-4351,-1 3-981,-16-10 0,-9 31-118,-13-7-87,16 8 1,0 3-972,-21 17-201,7-8-186,11-13 1,-3-2-3138,-2 0 1,-1-2 2285,1-3 0,0-1 2414,-2-1 0,1-5 4201,-5-16-1619,14-4 1977,7-21-470,10-12-2504,9-2-594,8-5-386,12 21-381,-3 12 123,13 7-151,15 13-140,10 9-241,-21 1 1,2 4 167,-3 5 1,-1 1 10,-6-3 0,-1 2-89,16 15 0,-1 3-364,-13-9 0,-1 0-1556,13 12 0,0 1 2015,-7-7 0,-4-3 0,4 4 0,-6-9 0</inkml:trace>
  <inkml:trace contextRef="#ctx0" brushRef="#br0" timeOffset="62983">19412 8144 18576,'0'-9'5820,"0"3"-5307,-1-24 0,-2-5 91,-3 11-411,2-14 1,-1 4-32,-3 25-167,1 4-7,0 12 12,-5 9 23,-5 16-23,-2 14-11,-2 10-375,6 5 363,6 0 23,10-2 0,14-3 0,13-8-5,13-8-12,8-12 39,1-14 1,-4-10-1,-9-13 17,-11-8-44,-14-10 33,-16-6-23,-10-7-10,-12-7 22,-5-6-17,15 24 0,0-1 71,0-1 1,0 0-61,2 0 1,1 0 33,-7-24 27,6 9-38,9 10 0,5 9-6,7 6-23,5 8-5,8 5 276,4 5-276,5 8 0,4 8-11,-1 13-1,-2 11-21,-7 12-383,-9 8 105,-13-25 0,-3 0-896,-4 2 0,-2-1-3709,-3 0 1,0-1 3953,-7 13 0,6-17 1,9-20-1</inkml:trace>
  <inkml:trace contextRef="#ctx0" brushRef="#br0" timeOffset="63357">20654 8047 17624,'6'-1'5960,"-1"0"-3282,-5 1-2645,31-32 12,-43 37-28,14-15-26,-23 23 1,-9 12-17,3-4 0,0 2-275,1 1 0,0 1-79,1 1 1,0 0-627,-1 0 0,0 1-2336,-2 1 0,-1-1 2685,2-4 1,2-1-1,-9 7 1,14-14 0</inkml:trace>
  <inkml:trace contextRef="#ctx0" brushRef="#br0" timeOffset="63550">20174 8181 19276,'15'-41'1324,"1"0"1,-1 0 0,6-14 0,-2 8-658,1 8-287,-5 17-330,-2 15 25,2 19-63,8 17 4,9 23-19,-12-20 1,2 2-506,2 4 0,1 1 286,4 2 1,2-1-504,5 0 0,2 0-2393,6-2 0,3-2 3118,-3-6 0,-2-2 0,-12-10 0,-3-3 0,7 3 0</inkml:trace>
  <inkml:trace contextRef="#ctx0" brushRef="#br0" timeOffset="63983">21643 8130 21959,'-5'-56'1036,"0"-1"1,-1 6-1,-3 6-649,-18 7-191,-10 10-67,-8 12-28,-9 12-315,-8 14 250,30 0 0,1 3 23,0 2 0,2 3-51,3 2 0,2 1-13,-15 24-23,14 3 5,14 0 23,16-6-11,12-6-6,14-12 23,8-10 44,3-12 232,1-13-187,-3-11 73,-3-9 73,-4-4 39,-4 0 6,-4 3-12,-3 6-55,-6 8-102,-6 8-89,-6 6-39,-3 13 5,-1 11 12,0 17-23,-3 16 6,1-21 0,0 1-159,0 4 0,1 2-267,1 3 0,1 2-2250,5 4 0,2 0 2687,0-4 0,1-2 0,6 13 0,-5-24 0</inkml:trace>
  <inkml:trace contextRef="#ctx0" brushRef="#br0" timeOffset="64434">22639 8279 19960,'3'-10'2327,"9"-29"1,1-5-1353,-7 13-709,5-13 0,-3 2-48,-14 25-196,-12 13-38,-5 15 10,-5 6-44,-16 20-219,-2 3-728,15-13 0,-2 2 78,-1 1 1,-1 1-2233,-10 8 1,0 0-1200,7-8 1,1 0 4349,-1 0 0,3-2 0,2-4 0,18-14 0</inkml:trace>
  <inkml:trace contextRef="#ctx0" brushRef="#br0" timeOffset="64591">22069 8466 17322,'8'-48'1770,"1"-1"0,2-3 0,3 3-700,14-3-631,-11 22 1,2 1 316,22-19-599,-10 22-123,-3 10-17,-3 22 0,-2 13-26,-3 4 1,1 5-93,-1 0 0,0 2-1592,4 11 0,1 0 839,-8-13 0,0 1 854,7 13 0,-1-4 0,-6-11 0,8 13 0</inkml:trace>
  <inkml:trace contextRef="#ctx0" brushRef="#br0" timeOffset="64817">23338 8059 22739,'0'-7'3355,"0"2"-3187,0 5-96,0 0-83,-8-13 11,4 39-28,-6 2-107,8 8 1,1 4-745,0 23-278,2-23 1,2 2 1156,2-3 0,1-2 0,1 15 0,2-6 0</inkml:trace>
  <inkml:trace contextRef="#ctx0" brushRef="#br0" timeOffset="65157">23757 8235 21791,'9'-50'1378,"0"-1"0,0 8 1,-4 8-915,-7 16-296,-7 15-145,-5 13 5,-7 18-17,-1 18-5,4-1 2,9-14 0,2 4-16,5 3 0,3 1 8,3 0 0,3 1-312,7 5 0,6-3 312,4-8 0,5-5 14,4-2 0,1-3-9,21 8-22,-21-19 1,-1-5 122,1-10 0,7-14-5,-23-19-6,-8-18-39,-4 5 6,-6 4 0,-2-1-34,-1 13 0,-1 0 104,-2-12 0,-2 0-356,-15-14-2101,-12 19 2325,-2 16 0,10 13 0,10 8 0</inkml:trace>
  <inkml:trace contextRef="#ctx0" brushRef="#br0" timeOffset="74457">8196 9329 16342,'0'-9'5057,"0"2"-3953,0 7-700,0 0-208,-9-36-112,6 54-12,-8-14-55,6 25 0,4 12-20,-3 0 0,0 0-376,-2 2 1,0-1 333,-2 2 1,0 0-60,-2-2 0,-1-1-78,0-3 0,-2-2 36,-1-4 1,-2-3 78,-16 13 117,-2-21 29,0-19 16,-1-19 45,-1-14 67,-1-10-316,-3-3 367,1 2 27,1 10 671,4 9-777,5 12-117,8 11 0,6 11 5,8 9 22,7 9 130,26 10-135,-3-13-17,4-8 0,4-2-154,23 2 132,-17-9 0,1 0-3,1-3 0,1-1-9,-2-1 1,0-3-6,-3-2 0,-2-1-98,27-7-92,-8-7-622,-4 0-5759,-7 2 6543,-11 6 0,-12 4 0,-11 3 0</inkml:trace>
  <inkml:trace contextRef="#ctx0" brushRef="#br0" timeOffset="75607">12216 9113 18504,'-3'-52'1559,"1"1"0,-1 8 0,-2 9-1374,-4 20 44,-5 21 46,0 27-158,2 12-86,6-12 0,2 3-356,1-2 1,3 0 326,-1 3 1,1-1 3,0 23-12,0-19 1,-2 0 10,-4 7 162,-6 12-145,-8-31 34,-5-17-50,2-13 38,-20-27 7,11-6-198,9 6 0,0-1 214,6 1 1,1 1 100,-12-26-73,10 16 710,1 4-715,9 22-73,0 0 33,3 22-28,4 8 23,-1 6 34,14 20-6,6-11 0,20 12-17,9-16-58,-18-17 1,1-2 12,3-3 0,1-2-33,2-2 0,0-1-102,0-3 1,-1-2-258,-1-1 0,-2-2-1585,24-6-5136,-16-3 7102,-17 5 0,-13 3 0,-8 4 0</inkml:trace>
  <inkml:trace contextRef="#ctx0" brushRef="#br0" timeOffset="76266">11716 10429 17692,'1'-8'5035,"0"2"-3763,-1 6-494,8-66-274,-7 45-386,3-17 0,-1 6-73,-5 28-40,1 2 29,-2 6-6,-3 4-17,-4 6 17,-7 6-22,-6 0 22,-5-1 28,-2-6 16,0-8-4,4-13-12,5-11 0,5-13-28,8-8-28,7-3 22,11 1 6,8 9-17,5 10 6,3 11-34,1 10 17,3 16 0,0 13-28,-2 14 6,-10 13-29,-12 8 45,-11-26 1,-4 0-443,-5 3 1,-5-1 422,-5 5 0,-5-1 2,-4 0 1,-3 0 22,-2 0 0,-1-3 11,0-4 0,1-5-120,4-6 0,0-4 142,-19-2 6,15-23-16,13-14 22,13-12-6,11-2 827,14 2-872,13 7 1,12 9-29,11 8-72,10 9-148,-26 1 0,1 0 60,2 3 1,0-1-224,1 1 0,1-1-692,2 1 0,0-2 1109,7 0 0,-3-2 0,6 2 0,-4-4 0</inkml:trace>
  <inkml:trace contextRef="#ctx0" brushRef="#br0" timeOffset="76616">12373 10399 20000,'0'-3'3948,"0"1"-3472,0 2-381,-25 28-50,10-1-51,-4 0 1,-2 2-118,-7 19-381,-7 3-166,15-26 1,-1 0-1745,-22 21-291,0-10 1008,6-14 1287,8-21 831,10-21 604,8-21 498,6-14 186,3-7-430,7 1-208,3 9-428,4 12-357,1 16-152,3 12-27,5 17-68,7 13-56,10 14-123,10 9-227,-22-18 0,2 1-165,0 0 0,1 0-1995,1 1 1,-2 0 2526,-2-4 0,-3-2 0,8 6 0,-14-12 0</inkml:trace>
  <inkml:trace contextRef="#ctx0" brushRef="#br0" timeOffset="76957">12734 10468 19171,'-4'-7'2439,"-8"-26"0,-1-6-1638,7 2-583,-4-8 1,3 0 22,18 7-112,11 7-51,9 10 6,14 11-67,-12 10 0,15 15 0,-15 15 5,4 19-11,-22-18 0,-2 3-342,-4 3 1,-5 1 333,-6 3 0,-5 0-6,-5 1 0,-6-1-3,-6 0 1,-3-2 8,-3-3 0,-1-2 8,1-4 0,1-3 45,-16 12 45,17-18-28,16-15-57,18-14-32,16-11-40,24-7-82,-12 10 1,5 0-876,9-2 0,4 1 371,-10 5 0,1-1 0,2 0 642,9-1 0,3 0 0,-6 1 0,-3 0 0,-4 2 0,-1 1 0,1 0 0</inkml:trace>
  <inkml:trace contextRef="#ctx0" brushRef="#br0" timeOffset="77917">14235 9312 17473,'-7'-44'1504,"-1"0"0,1 1 0,-2-7 0,0 4-1081,0 11 0,1 6-48,0 6-319,4 14 11,3 13 39,4 12 62,7 31-89,2 10-943,-5-16 0,1-1 870,1 20-6,-6-21 0,0 1-59,-2-7 0,-1 2 64,-3 15 1,-3 1-1,0-11 1,-1-2 5,-3 1 1,-3-3 16,-8 0-17,5-17 34,-2-12 22,-2-25-22,-1-7 6,-6-22 21,5-5-21,4 10 55,-2-9 1841,-1 18-1802,3 4 57,2 11-174,11 14-17,4 7 28,12 13-11,4 6 11,15 12 17,6 1-28,6 1-28,-6-10 34,14 2-9,-19-19 0,1-2-14,4 0 1,0-1-345,10-5 1,0-2 189,-3-3 1,-1-1-408,0-2 1,-1-1-935,21-3 1484,-4 1 0,-40 6 0,2 1 0</inkml:trace>
  <inkml:trace contextRef="#ctx0" brushRef="#br0" timeOffset="79091">14958 10040 22744,'-32'-9'280,"1"1"0,-32-3-112,18 25-22,-7 0 44,-2 0 34,0-1 62,6-4 22,9-3-79,12-2-94,10-2-79,11 1 28,3 1 11,3 4-39,-1 3 50,1 5-21,1 3-18,-1 5 40,1 6-18,-3 4 1,-1 3-34,-1 0 5,0-3-5,2-4-39,1-6 73,1-9 145,0-6 95,1-5-89,3-10-106,4-6-40,3-8-39,4-4-23,3 1-10,5 3-34,4 3 11,7 7 22,4 5-16,2 10-6,2 9 11,0 14 6,-4 10-29,-7 9-49,-12 3-23,-15 4-118,-22-3-663,-18 1 353,9-28 0,-2-1-939,-3 0 0,-2-3 1451,-6-2 0,2-2 0,-3 1 0,2-7 0</inkml:trace>
  <inkml:trace contextRef="#ctx0" brushRef="#br0" timeOffset="80207">8359 10565 22134,'1'3'1092,"-1"0"-913,0 6 157,-2 3-106,-7-2-57,-8 4 29,-23-1-73,0-6-68,-3-6 62,3-13 12,11-9-29,-3-14-11,11-19-39,12 5-33,10 2 16,16 15-5,6 16-18,12 3 7,19 16-6,0 15-439,-21-2 0,-1 3 411,11 17 0,-20-9 0,-3 2-1,3 24-8,-15-10 1,-5 4 22,-9-6 0,-5 1-630,-9 10 1,-5-3 609,2-14 0,-2-2 6,-11 6 0,-1-3 16,7-11 1,0-4 27,-11 3 1,-1-5 33,-19-5-22,5-25 721,29-10-721,8-20 0,14 6 11,10-15-72,10 16 1380,15 6-1376,7 19 7,-3 8 5,18 9-68,-17 1 1,3 0-71,2 0 1,3 1-611,8 2 1,2 0-46,-5-1 1,-2-1-107,-10-2 0,0 1 899,14 1 0,-6-1 0,-12-2 0,14 1 0</inkml:trace>
  <inkml:trace contextRef="#ctx0" brushRef="#br0" timeOffset="80567">9312 10486 23954,'-38'32'52,"0"1"0,1-1 1,3-1-140,12-6 0,1 0-241,-2 1 1,0-1-480,0 0 0,1-1-1802,-20 19 88,7-14 868,8-15 1071,9-21 1192,8-16 57,4-3 2346,1-28-873,4 18-398,0-16-538,5 21-481,4 9-522,1 9 197,18 9-269,4 12-84,22 11-87,-23-3 0,2 3-724,4 3 0,2 2-2091,5 5 1,-1 0 2331,-2-1 0,-3-2 0,12 9 1,-21-14-1</inkml:trace>
  <inkml:trace contextRef="#ctx0" brushRef="#br0" timeOffset="82590">16118 9414 16292,'-3'-56'2033,"0"0"0,0 5 0,0 6-929,-2-7-197,-1 14-801,3 19-72,1 8-23,2 13 28,0 9-16,3 10 16,3 22-11,0 1-17,-1 3-11,-4 2 11,-8-9-5,-6 8 5,-19 1 28,-1-18 12,-1-7 61,3-19 16,11-13 18,-1-11 67,5-20-11,8 0-79,4 1 180,4 5-29,0 13-39,1 0-28,0 8-184,-1 6-12,0 5 17,0 8-17,0 6-28,0 10 23,9 13-6,-3-11-6,16 11 12,3-12-6,13 5-78,9-3-745,7-4-57,-23-13 1,0-1 879,5 0 0,-2-2 0,5 1 0,-3-1 0</inkml:trace>
  <inkml:trace contextRef="#ctx0" brushRef="#br0" timeOffset="83190">16529 10356 25780,'0'-33'75,"0"0"1,-2-20-20,-7 59-28,1-1 17,-18 9 33,-5-3 1,-11-1 5,-3-4 95,-6-13-112,19 0 79,-2-15-12,23-1-11,2-7-39,8 0-84,13-1 0,5 13 12,4 3-12,6 12 22,-1 10-39,10 8-16,12 23 38,-11 3 6,-2 4-11,-22 4-16,-21-6 27,-15 15-9,-6-20 1,-5-1-1139,1-5 0,-1-2 1138,-1 0 1,-1-3-6,2-6 1,1-5 19,-9-3 39,-4-9 0,12-21-34,17-5-22,5-2 22,18 3-22,9 8 2217,14 1-2290,30 5-84,3 4-549,-18 4 1,1 1 559,-13 0 0,1 0-468,13 2 1,1 0-1355,-5 0 1,3 0 1967,18 0 0,-1-1 0,-26 0 0,-3-1 0,-1-1 0,-1 0 0</inkml:trace>
  <inkml:trace contextRef="#ctx0" brushRef="#br0" timeOffset="83390">17406 10341 19294,'0'-4'5556,"0"0"-4704,0 4-757,-68-6-50,39 22-37,-16-2 0,1 5-114,17 31-337,10-18 0,1-1-745,-12 21-77,5-13-4445,-9 5 5710,2-13 0,8-8 0,3-8 0</inkml:trace>
  <inkml:trace contextRef="#ctx0" brushRef="#br0" timeOffset="83557">16937 10542 12920,'2'-42'4733,"0"0"0,5-5-4134,-1-1 0,1 3-173,4 15 89,4 7-302,8 14-163,8 10-27,17 13-85,5 18-333,-22-11 0,-1 2-182,3 3 0,1 1-1619,1 1 1,0 0 2195,-3-3 0,-3-2 0,9 5 0,-16-13 0</inkml:trace>
  <inkml:trace contextRef="#ctx0" brushRef="#br0" timeOffset="84000">17636 10318 22772,'-9'-52'849,"0"0"1,2-3-1,8 9-658,14 20-90,15-5-28,9 19-23,6 6-5,5 10-28,3 9-23,1 12-5,-27-7 0,-1 2-165,-1 2 1,-2 3 150,-2 1 0,-4 2 2,7 31 6,-14 0 12,-19-5 6,-13-10 21,-10-14 28,-1-14-10,1-10 10,6-11 51,5-7 350,5-6-289,6-1 28,4 1-66,3 5-40,10 4-28,8 5-17,16 8-39,14 8-23,10 12-245,-24-9 1,0 2 275,2 2 1,-2 1-18,0 2 1,-3 1-6,-2 0 0,-5 2-25,7 22-190,-29-4-550,-30-6-728,3-20 1,-2-3 1278,-1-3 1,1-1 0,-11 2-1,18-8 1</inkml:trace>
  <inkml:trace contextRef="#ctx0" brushRef="#br0" timeOffset="84907">19857 9151 19899,'-3'-9'1985,"-7"-34"1,1-8-1001,4 9-640,-4-11 0,1 2 13,5 22-274,2 15-45,0 17 45,2 15-50,3 18-40,1 16 9,-2-21 0,0 1-318,0 3 1,1 1 308,-1 1 1,1 1 5,-1 0 0,0-1-11,0 0 0,-1-2-12,-1-2 1,-2-1-23,-11 21 40,-9-16 27,-14-17-22,-5-18 34,-6-17 10,3-14-4,3-7 21,10-3 40,9 6-6,7 9 556,6 10-645,3 8 5,4 12-33,0 9 16,2 10 17,8 6 12,10-2 5,17-3 11,19-9-303,-21-11 1,2-2 257,4-3 0,0-3-11,1-3 1,0-1-63,-3-2 1,-1-1-311,-4-1 1,-1 0-1869,18-9 2257,-12 4 0,-19 6 0,-7 5 0</inkml:trace>
  <inkml:trace contextRef="#ctx0" brushRef="#br0" timeOffset="85590">19824 10514 19193,'1'-6'4391,"-1"2"-2313,0 4-2044,15-52-6,-8 46 17,11-35 5,-13 59 12,-2 2-1,-11 0-5,-7-1 34,-11-2 11,-2-7-6,-1-5 0,2-10 12,0-14-68,10 0 28,0-19 11,13 5 12,1-8-45,8 4-12,5 7 1,15 8-45,-5 12 22,19 4-11,-2 15-11,12 11 13,-22-3 1,-3 4-17,0 13 0,-4 2 3,5 17-289,-21-12 0,-9 2 300,-9-12 0,-6 0-541,-8 10 0,-5 2 529,-8 1 1,-3-1 11,9-11 0,-3-1 0,3-2 11,-1 1 1,0-3 13,-6 1 0,4-9 59,8-16 17,3-15 11,15-13 73,21-15-152,0 14 541,19-7-574,-3 20 1142,13-2-1130,7 5-40,-10 6 0,2 0-70,-1 0 0,0 0-241,1 1 1,1 0-93,4-1 0,-1 0-904,-3 0 0,0 0-1185,12-1 0,2-1 2520,-6 0 0,-4 0 0,14-1 0,-25 2 0</inkml:trace>
  <inkml:trace contextRef="#ctx0" brushRef="#br0" timeOffset="85940">20637 10486 16784,'0'-3'6767,"0"0"-5138,0 3-1606,-20-4-12,5 20-28,-30 14-106,12 15-429,11-16 1,-1-2 350,-8 9-337,-8 4-106,9-14-145,-12 0 637,12-17 208,4-17 17,15-7 123,4-20 90,6-3 442,-1-23-107,2 12-55,3 0-342,0 28 46,3 8 641,2 9-860,15 9-57,10 11-28,-5-1 1,0 2-96,23 12-191,-14-7 1,3 2-1648,-3-1 1,0-1 1966,5 3 0,-1-1 0,12 9 0,-22-16 0</inkml:trace>
  <inkml:trace contextRef="#ctx0" brushRef="#br0" timeOffset="86340">21010 10401 25068,'-16'-50'263,"0"1"1,1 3-1,11 9-190,30 14-28,8 4-11,5 6 10,3 6-21,-2 13-40,-4 9 28,-4 12 0,-11 1 0,-9 3 1,-3 3-18,-3 23-307,-5-15 1,-4 2 323,-6-7 1,-3-1-7,-6-2 1,-3-2 0,-14 16 16,7-22 0,-1-2 40,-4-2 61,-8 4-5,25-19-68,15-8-50,7-4-33,30-11-107,5 2-296,-7 3 1,2 1 17,1 2 1,2 0-653,3 0 0,2 1-2923,4-1 1,-1 1 3992,-4 0 0,-3 1 0,12-2 0,-24 3 0</inkml:trace>
  <inkml:trace contextRef="#ctx0" brushRef="#br0" timeOffset="86691">22023 10385 18341,'1'-8'5232,"-1"1"-3910,0 7-258,0 0-1008,-41 28-11,17-3-79,-5-1 1,-2 3-270,-4 15-815,-3 2-713,-4 0-1222,-4-4-896,-1-10 712,3-12 2385,8-16 2415,13-18 1434,11-17 44,11-15-638,12-9-684,10-2-897,8 7-99,3 8-348,0 14 95,-1 14-386,1 13-34,6 17-22,6 12-294,-18-8 0,0 2 22,2 2 1,1 0-704,2 2 1,1 1 946,5 2 0,-2-2 0,5 4 0,-3-4 0</inkml:trace>
  <inkml:trace contextRef="#ctx0" brushRef="#br0" timeOffset="87050">22293 10393 24083,'4'-50'700,"1"0"0,0 5 0,5 7-481,26 11-107,10 11-73,10 9-809,7 14 781,-30 1 1,-2 4-12,0 5 0,-2 4-9,-3 5 1,-3 4 5,-4 3 0,-4 2-11,-4 1 0,-5 1 0,-7-1 0,-7-1 0,-4-2 0,-6-3 0,-5-2 0,-3-4 19,-2-4 1,0-3 305,-24 7-199,14-12 150,17-9-167,16-7 6,21-4-39,18-4-34,23 0-26,-18 7 1,3 1-565,8 1 1,3 1-159,7 1 1,2 1 719,-14 1 0,0 0 0,-4 1 0,-3-1 0,-4 0 0,-3 1 0,0-1 0</inkml:trace>
  <inkml:trace contextRef="#ctx0" brushRef="#br0" timeOffset="89300">24085 9410 18537,'2'-47'1170,"1"0"1,-1-1-1,1-15 1,-1 8-415,-1 14 120,-3 16-785,1 13 81,-1 12-127,2 16 87,0 14-93,5 20-31,-3-19 1,1 2-193,2 6 1,0 0 183,0 3 0,1 1-6,-1 0 1,1-1 5,-1-3 0,-1-2 22,2 25 1,-8-17-6,-9-16-12,-11-14 1,-10-12-17,-6-15 11,-6-10 22,1-11 6,4-4 6,6 0 38,8 4 599,6 9-626,5 11-34,3 8-11,2 12 17,3 9 6,1 9 72,8 5 45,12-3 5,19-4-27,23-6-563,-19-11 1,4-3 458,7-1 0,1-2-51,6-2 1,0-2-157,0-1 0,0-1-468,-2 0 0,-3-1-2359,-5 2 1,-4 0 3019,22-1 0,-30 3 0,-19 2 0</inkml:trace>
  <inkml:trace contextRef="#ctx0" brushRef="#br0" timeOffset="93333">24572 10265 23187,'0'16'442,"0"-5"-252,-4 4 68,-9 0-101,-7 1-12,-11 0-21,-2-9-40,6-2 140,-2-9 28,11-6 44,1-20-161,13-5-6,12-13-67,5 14 11,13-1-6,4 14-73,5 5 6,7 7 11,-2 18-11,-9 2 12,11 19-12,-5 17-6,-8-7 0,-15-1 1,-8 2-23,-21 10-412,-1-13 1,-4 0 439,1-13 0,-4-1-6,-21 12 0,-2-2 18,-3 1 30,-3-3 0,1-5 103,9-12 18,-10-7-102,36-16 113,13-22-85,13 9-16,9-9 834,9 15-890,7 7-11,-4 5-9,0 5 0,3 2-215,26 2-640,-13-1 0,2 1-445,-1-1 1,0 0 1302,8-1 0,-2-1 0,6 2 0,-4-3 0</inkml:trace>
  <inkml:trace contextRef="#ctx0" brushRef="#br0" timeOffset="93683">25469 10362 21517,'0'-3'3618,"0"0"-3057,0 3-561,-29 31-56,5 4-73,1-7 0,-1 0-526,-12 22-667,-3-13-482,-5-4 393,-5-10 1030,10-10 124,-2-17 503,23-17 376,-1-18 408,16-11 135,11-4-179,5 6-275,3 12-313,1 15-269,-1 13-57,5 17-38,6 11-79,9 14-95,9 8-149,-20-19 1,2 0-931,1 0 0,3 1 1219,6 1 0,-1-1 0,4 3 0,-1-5 0</inkml:trace>
  <inkml:trace contextRef="#ctx0" brushRef="#br0" timeOffset="94257">26238 10287 25696,'-31'-47'151,"-2"17"-145,9 50-17,-10 4 39,-7-1 22,-7-3 6,-2-7 22,2-6 51,7-7 90,11-6 38,11-2-72,10-1-84,6 1-73,4 3 0,2 2 17,2 2-23,4 5 6,0 4 6,1 7-1,-2 8 1,-2 6-6,-2 4-6,-2 3-22,-3-1 17,-4-4 33,-2-6-16,-1-7 16,2-6 118,2-7-16,3-4-85,4-9-17,4-5-5,8-7-17,6-5 6,8 2 5,4 0-17,5 7-11,1 4 12,2 7-18,-8 6-33,22 24 23,-29-9 5,18 17-39,-21 4-17,-12-3-118,-6 17-330,-22-10-633,-16-2-1607,-12-4 2744,-12-7 0,25-13 0,4-6 0</inkml:trace>
  <inkml:trace contextRef="#ctx0" brushRef="#br0" timeOffset="94440">26165 10199 21719,'8'-5'1702,"29"-12"1,9-1-1226,4 6-1063,7-6 0,3 2 678,-25 12 1,-2 4-63,1-1 1,-1 0 232,24 3-2307,-14 2 2044,-18 2 0,-13-2 0,-9-1 0</inkml:trace>
  <inkml:trace contextRef="#ctx0" brushRef="#br0" timeOffset="97983">14644 11215 32767,'43'-42'0,"9"5"0,-18 29 0,1 3 0,0-1 0,-2 1 0,25-1 0,-21 4 0,-23 9 0,-31 5 0,-29 9 0,10-8 0,-4 1 0,-8 1 0,-2 0 0,-4 1 0,0-2 0,0 1 0,1-2 0,6-1 0,1-1 0,7-3 0,2-1 0,-15 1 0,24-7 0,20-8 0,23-7 0,21-6-49,-8 7 0,4 1 98,6-1 0,3 1-58,3 0 0,1 1-386,0 1 1,-1 0 237,-3 3 1,-2 2 246,22-2 553,-25 4-951,-26 8-651,-33 5 849,-26 9 56,13-7 1,-3 0-241,-5 2 1,-2 0 252,-1 1 0,-1 0 25,4-2 1,2 0 398,6-2 1,4-1-642,-9 4 129,25-5-691,28-6-801,29-1 1461,-1-5 0,1 0 0,6 2 0,9-4 0</inkml:trace>
  <inkml:trace contextRef="#ctx0" brushRef="#br0" timeOffset="99033">26010 11274 16135,'-51'-2'1848,"0"-1"0,-1 0 0,4 0-581,4-2-371,2 0-779,30 1-33,29 0-50,13 1-6,32 0-14,-19 2 0,2 0-11,2 0 0,1 1-393,8 0 0,-1 0 376,-12 0 0,-4 0-19,18 0-1,-8 0 56,-30 0-22,-13-1 0,-26 1-5,-29 0 10,0 1-5,11 1 0,-3 0 20,-4 3 0,0 0-330,1-1 1,-1 0 334,-2 1 0,3 0 20,-5 0-17,22-2 95,16-2-95,55-3-28,0-1 0,0 0 0,3 0-11,-5 1 0,-2 0 11,3 0 0,-1 0-187,-1 0 1,0 0 166,-5 1 1,-2 0 8,22-2 1394,-20 1-1411,-17 0-11,-16 1-40,-37 1 62,-15 2-376,8 0 0,-4 0 401,0 0 1,-2 0 22,0 0 0,1-1 185,11 0 0,2-1-154,-25 0-101,49-4-174,22-1-1529,46-3 1742,-10 4 0,0 1 0,8 0 0,2 1 0</inkml:trace>
  <inkml:trace contextRef="#ctx0" brushRef="#br0" timeOffset="103483">17386 13370 22569,'-42'-9'224,"-1"1"1,5-1 0,14-3 580,35-7-637,22-7-142,8 8 1,4 1-75,-11 4 0,3 2-488,6-1 1,6 1 0,-2 1 433,9 2 1,1 2-82,-10 0 1,2 2-1,0 1-17,-4 2 0,1 1 0,-2 4-298,15 9 0,-5 5 557,-19-6 0,-9 6-253,-13 12 1,-12 4 99,-22-6 0,-13-1-493,-12 10 1,-6 0 608,10-12 1,-3 0-1,-2 0 103,4-3 0,-2 0 0,0-1 0,3-1-55,1-1 1,3-1 0,-2 0 84,-10 4 0,-1 0 0,7-3-14,10-6 0,4-1 38,-2 1 0,4-3 1207,7-6-1307,37-17-40,34-17-28,4 0-446,-10 6 0,1-1 443,-4 3 1,1-1-9,10-6 0,2-2-20,-3 1 1,-1-1 33,1-8 0,-4 1 5,-17 12 1,-3 0 8,0-9 0,-7 1 1472,-17-5-1371,-16-5 212,-30 5 34,-3 13 71,-1 7-37,13 12-151,19 4-146,3 1 1052,13 3-1131,12 7-33,5 1 17,19 13-17,2 5-6,-12-8 1,0 3-46,4 10 1,-3 2-334,-8-3 1,-2 2 111,-1 7 0,-6 0-249,-9 11-1775,-16 7 2296,-8-13 0,5-13 0,2-8 0</inkml:trace>
  <inkml:trace contextRef="#ctx0" brushRef="#br0" timeOffset="104057">19495 13408 19897,'31'-42'596,"-1"0"0,1 0 0,-3 4 0,-1 0 0,-6 8-321,-2-2 1222,-8 7-1150,-14 17 116,-12 11-363,-16 16-10,-12 20-71,17-15 1,1 3-9,0 3 1,2 0-9,3 0 1,2 0-4,-2 28 0,18-9 23,20-8-1,18-9-11,0-13 3,0-13 0,2-4 31,18-12-14,-15 1 0,0-5 11,-9-3 0,-4-5 5,-2-2 1,-2-2 589,7-17-584,-15 6 1,-4-1 13,-5-15-138,-2 15 1,-4 1 143,-13-14 0,-10 10-45,-2 15 11,-27 5-34,7 14 3,12 6 1,-2 2-26,-20 9-120,8 9-323,13 6-16,14-2-4598,12 23 5074,10-17 0,-1 4 0,2-20 0</inkml:trace>
  <inkml:trace contextRef="#ctx0" brushRef="#br0" timeOffset="104790">20518 13121 24861,'-45'-10'263,"0"0"1,2 4-1,4 10-196,9 21 1,5 8-400,2-2 1,2 0 348,5-1 0,4-1 248,3 24-237,23-10 45,18-12-6,17-11 11,10-10-161,4-13 156,-31-3 0,-1-2 101,26-19 38,-8-10-49,-12-7-68,-14-6-28,-11-5 0,-10 1-60,-10 4-1,-8 10 352,-11 13-392,-11 13-22,-8 17-151,-4 12-549,5 14-1529,13 8 2285,16 12 0,10-22 0,7-1 0</inkml:trace>
  <inkml:trace contextRef="#ctx0" brushRef="#br0" timeOffset="105066">19517 13984 22045,'-46'3'425,"0"0"1,-1 0 0,-13 2 0,12-3-185,23-4 262,35-5-498,35-8-39,-2 4 1,5-1-738,-6 3 0,2-1 0,3 0 726,8 0 0,2-1 1,1 1-5,-10 1 0,1 1 0,0 0 0,1 0-35,1 0 0,2 1 0,-1 0 0,0 0-372,0 0 0,-1 0 0,0 1 0,0 0 121,12-1 1,-2 1 0,-1 0-432,-9 2 1,-1 0 0,-4 1-2866,6-1 0,-6 1 3631,5 5 0,-32-1 0,-18 3 0</inkml:trace>
  <inkml:trace contextRef="#ctx0" brushRef="#br0" timeOffset="105291">19580 14162 17966,'-60'17'879,"0"0"0,0 0 1,11-3-1,2-1 1,7-2-158,-13 3 472,49-16-900,26-10 1,14-2-155,22-11-792,-17 10 0,6-3 0,0 1 758,-4 2 1,1 1-1,2 0-50,-1 1 0,1-1 0,3 1 0,-1-1-13,3 1 1,2-1-1,-1 1 1,1 0-7,2 0 1,-1 0 0,1 1 0,0 0-19,-1 0 1,0 1 0,0 0 0,-1 0-6,-2 1 0,-1-1 0,-1 1 0,-1 0-3,10-2 0,-2 1 0,-2 0-89,-9 2 0,-2 1 1,-3 0-156,5-2 1,-5 2-1797,8 0 2029,-27 5 0,-15 3 0,-6 0 0</inkml:trace>
  <inkml:trace contextRef="#ctx0" brushRef="#br0" timeOffset="107450">6132 8023 9120,'-4'6'6300,"0"-2"-3332,4-4-435,0 0-1756,-3-64-714,6 26-324,-2-9 0,0-2 296,10-9 40,-5 26 0,1-1-108,0-1 1,1-1-10,1-1 1,1 0 26,0 0 0,2 1 10,1 2 0,0 0 103,2 4 1,0 0 210,15-22-129,0 8-50,-1 8 4,1 8 33,3 5 32,5 5-43,8 4-64,-6 5-115,-4 4 1,3 2-10,23 1-247,-13 0 1,2 1 243,-2 0 0,2 0-20,5 0 0,3 0-2,-15 0 1,1 0 0,1 0 15,3-1 1,1 1-1,1-1-605,5-1 1,0 0-1,1 0 646,4-1 0,2-1 0,0 0-502,-12 0 1,0-1 0,0 0 0,2 0 508,2 0 0,1-1 0,0 0 0,1-1-35,3 0 0,-1 0 1,2 0-1,0-1-349,-10 1 0,0 1 0,1-1 1,0 0-1,1 0 356,1 0 1,0 0 0,0 0 0,1 0 0,0 0-5,2-1 1,1 1 0,-1 0 0,1-1 0,0 1-133,2 0 1,0 0 0,0-1 0,0 1 0,1 0 188,0 0 0,1 0 0,0 0 0,1 1 0,-1-1-60,-8 1 1,-1 0 0,1 0-1,0 1 1,0-1 0,0 0 50,1 1 1,0-1 0,0 0 0,0 1 0,0-1 0,1 1-33,0 0 1,0-1 0,1 1 0,-1 0 0,1 0 0,-1 0 28,2 0 0,-1-1 0,0 1 0,1 0 1,0 0-1,-1 0 1,2 0 1,-1 1 0,1-1-1,-1 0 1,1 1 0,0-1-1,0 1 0,0 0 0,0 0 0,1 0 1,-1 0-1,1 0-50,0 0 1,0 0 0,0 1 0,0-1 0,0 1 0,1-1-4,-1 1 1,1 0 0,0 0 0,-1 1 0,1-1 0,0 0-16,0 1 1,0-1-1,0 1 1,0 0 0,0 0-1,1 0-4,-1 0 1,1 0 0,0 1 0,0-1 0,-1 0 0,1 1 22,0 0 1,0-1 0,-1 1 0,1 0 0,0 0 0,-1 0 3,1 0 1,0 0 0,0 0 0,-1 0-1,1 1 1,0-1 4,-1 1 1,0-1-1,0 1 1,0 0-1,0-1 1,0 1-6,0 0 0,-1 0 1,0-1-1,0 1 0,0 0 1,0 0-2,-1 0 1,1 0 0,-1 0 0,0 0 0,0 0 0,0 0 6,-1 0 0,0 0 0,0 0 0,1 0 0,-2 0 0,1 0-23,0 0 0,-1 0 0,0 0 0,0 0 0,0 0 0,0 0 22,0 0 0,-1 0 0,1 1 0,-1-1 0,1 0 1,-1 1 13,1-1 1,-1 0-1,1 1 1,-1-1-1,1 1 1,-1-1-18,0 1 1,0 0 0,0-1 0,0 1 0,0 0-1,0 0-6,1-1 1,-1 1-1,0 0 1,0-1 0,1 1-1,-1 0-3,-1-1 1,1 1 0,0 0 0,-1-1 0,1 1 0,-1-1 2,1 1 1,-1-1 0,0 1-1,-1-1 1,1 1 0,0-1-1,-1 1 1,0-1 0,1 1-1,-1 0 1,-1-1 0,1 1 14,9 0 1,0 0 0,0-1-1,0 1 1,0 0 2,-1 0 0,-1 0 0,1-1 0,0 1 0,-1 0-14,0 0 0,-1 0 1,0 0-1,0 0 0,0 0 20,-1 0 1,1-1 0,-1 1 0,0 0 0,0 0 12,0-1 0,-1 1 0,0 0 0,1-1 0,-1 1-7,0 0 0,-1 0 0,1-1 1,0 1-1,-1-1-7,0 1 1,0-1-1,0 0 1,0 1 0,-1-1 4,1 0 0,-1 1 0,0-1 0,0 0 0,0 1 7,0-1 1,0 0 0,0 0 0,-1 0 0,1 0-3,-1 0 1,0 0-1,0 0 1,0 0 0,0 0-2,-1 0 1,1 0-1,-1 0 1,1 0-1,-1 0-3,0 0 0,-1 0 0,0 0 1,1 0-1,-1 0 23,-2 0 0,1 0 0,0 0 0,-1 0 0,0 0 10,11 1 1,1-1-1,-2 1 1,1-1-27,-3 1 0,1-1 0,-1 1 1,-1-1-1,-1 1 0,-1 0 0,0 0 1,0 0 82,-2 0 0,0 0 0,-1 0 1,0 0-91,-2 0 0,0 0 0,0 0 1,-1 0 3,-1 0 0,-1 1 1,0-1-1,0 0 2,13 1 1,0 0 0,-1-1-1,-1 0 1,-1 0-1,-2 0-46,-13 0 1,-2 0 0,3 0 47,13 0 1,3-1-1,-4 0 379,1 0 0,-2 1-375,-3-1 0,3 0 1,-3 0 9,7-1 0,-3 0 606,-5-1 1,-2 0-580,-6-1 1,-3 0 8,-6-1 0,-4 0 19,16-3 1216,-15 3-1306,-13 3 2844,-4 4-2827,-2 3 1351,4 4-1356,2 5 331,0 2-353,-2 3 33,-5 7 17,-6 9-23,-6 12-49,-8 13-675,1-24 0,-2 1 719,-4 11 0,0-2 0,-3 7 0,1-2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6T10:20:45.10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6979 2186 18039,'0'-3'5321,"0"1"-3960,0 2-1221,-14-23-50,0 23 72,-33-7-123,14 22-28,1-1 1,-2 0-410,-21 9 420,20-9 1,-1 1 36,-3 0 0,2 0 154,-16 4-62,12-6 180,23-11-79,11-6-56,1 0-84,3-2-62,1 3 381,2 2-437,-1 6 12,1 7 22,0 10-17,0 8 0,0 18-5,0-14 5,-1 18 23,-3-20 11,-1 7 11,-3-8 134,0-8-89,4-11 179,-1-5 257,5-6-402,0-9-34,1-6-96,1-1 23,9-7-11,5 6-11,13-4-12,9 3-22,20 5 17,-17 6-12,20 8 12,-21 9-6,10 10-67,-6 9-95,-7 20-17,-23 3-489,-14 2 455,-13-23 1,-6 0-236,-2-6 0,-4 0-1294,-13 10 1,-2-1-3158,8-10 1,1-2 3699,1-3 0,3-3 1,5-5-1,16-10 1</inkml:trace>
  <inkml:trace contextRef="#ctx0" brushRef="#br0" timeOffset="250">6907 2214 19725,'4'-2'3949,"0"1"-3538,26-9 1,10-2 366,17-1-604,-5-2 0,-1 1-87,-17 8 0,-5 0-14,8 1-57,-16 2-94,-11 2-275,-7 3-9478,-5 8 8514,0-3 0,-1 3 0,2-8 1</inkml:trace>
  <inkml:trace contextRef="#ctx0" brushRef="#br0" timeOffset="2450">8489 2263 21551,'-55'1'786,"0"0"0,7 0 0,10 0-125,18-2-577,12 0-45,15-2-78,15 0 0,5-1-104,12 1 0,6 0-28,-6 1 0,1 0-629,22 0 0,2 0 590,-9 4 0,-1 2 47,-5 0 1,-3 2 61,-11 3 1,-7 4 72,-5 17 117,-48 9 9,-4-15 0,-7-1-539,-11 3 1,-5-1 647,-4 2 1,-1-1 18,0 0 1,0-1-23,7-3 1,3-1-62,8-2 0,4-3-99,-3 2 113,21-6 6,34-13-79,21-9-70,-8 3 0,5-3-14,19-8 0,3-3-157,-4 2 1,-1-1 156,0 0 0,-1-1 11,-6 0 0,-4-1-114,8-16 179,-24 13 0,-6-2 137,-1-34 30,-25 23 1,-5-1-42,-6-14 22,0 20 0,-1 3 179,0 3 1016,1 1-1274,8 13-139,6 9-12,2 8 1548,7 15-1542,3 15-140,9 24-219,-7-21 1,1 4-4558,2 15 1,0 0 3847,-4-18 0,-1-3 1,0 4-1,-2-8 1,-4-18-1</inkml:trace>
  <inkml:trace contextRef="#ctx0" brushRef="#br0" timeOffset="6275">11725 2904 18523,'1'-49'1092,"0"0"0,0 0 1,1-16-1,-1 8-336,-1 11-386,0 18-320,0 14 398,0 18-336,2 19 5,-2 22-86,1-12 0,-1 1-283,-2 6 0,0 1 266,0 1 0,0 1-9,-1-3 1,1-2 16,3-4 1,1-2 278,8 17-66,5-18 375,5-15-269,2-21-117,4-16-22,4-16-12,2-10-44,-2-4 0,-4 1-12,-6 8 494,-7 10-566,-6 13-51,-5 10 11,-1 13-11,-1 10-11,0 11-22,0 8-6,6 1 6,5-1-1,9-5 1,8-8 22,4-8 11,2-7 11,1-11 12,-3-8-12,-5-14-5,-4-8-6,-8-10 12,-7-4-6,-6-2-17,-5 7 5,-1 9-44,-1 11-107,4 12-150,2 6-197,9 5-353,10 5-487,14 1-935,9 2-2348,8-2 4616,7-4 0,-26-1 0,-3-1 0</inkml:trace>
  <inkml:trace contextRef="#ctx0" brushRef="#br0" timeOffset="6809">12683 2317 22795,'-12'-52'1047,"0"0"0,1 6 1,3 10-802,5 23-207,2 11 6,6 14 28,4 14 5,8 19-61,-8-15 0,0 2-17,1 5 0,-2 2-371,-1 4 0,-1 1 374,-2 3 0,-1 0-3,-2 0 0,-1-1 0,-2-2 0,1-2-57,-1-6 1,0-3 33,-1 14 107,3-22 45,0-17-39,5-18 16,4-14 745,7-13-755,5-10-24,3 2 1,3 4 60,0 12-156,-1 12 29,-2 9-23,0 10 11,-2 8 23,0 8-11,-1 6-12,0 3-27,-1 0 5,-2-4 33,0-8-10,-1-7 33,1-15 28,2-10-6,-1-12 51,-2-8 16,-2-2 29,-2 1 28,-3 5-23,-2 9-62,-3 9-94,-2 9 10,-2 6 12,2 8-28,1 8 11,1 10-62,2 6-106,0 7-196,2 2-397,4 1-1189,9-2 1950,10-5 0,-13-15 0,0-7 0</inkml:trace>
  <inkml:trace contextRef="#ctx0" brushRef="#br0" timeOffset="6993">13430 2246 22021,'-23'28'-2386,"5"-2"0,30 3 0,-6-11 0</inkml:trace>
  <inkml:trace contextRef="#ctx0" brushRef="#br0" timeOffset="7316">13609 2959 21215,'4'4'3568,"-1"0"-2487,-3-4-431,36-80-2046,-13 27 1474,-7 13 1,4-4 0,-2 1-32,-1-2 1,-2 1-18,2-6 1,0-4-1,-3 3 0,0-3 0,-2 2-696,2-4 1,-2 0 674,-2 1 1,0-5-1,-3 5 8,-3 3 0,-2 2 210,-3-8 1,-2 1-183,-3 12 0,-3 5 27,-14-17-44,-2 28-5,4 17 734,2 21-752,5 17 226,1 24-177,9-15 0,1 3 203,1 8 0,2 2-253,2 7 1,2 3-30,-1-16 0,1 0 0,0 2-69,1 1 1,1 2 0,1-1-151,0 1 1,2 0 0,0 0-210,2-2 1,2 0-1,1-2-1015,11 16 0,5-4 1459,8-7 1,0-7-1,-15-16 1,-1-4-1,21 6 1</inkml:trace>
  <inkml:trace contextRef="#ctx0" brushRef="#br0" timeOffset="7676">14316 2615 24228,'-9'-43'864,"0"0"1,2 4 0,-1 10-557,3 21-275,2 6-5,3 2 6,0 7-23,3 6 11,10 17-16,5-2 16,9 3 6,-6-14 34,6-4-28,-6-10 5,4-6 22,-3-10 79,-5-17-89,-8 6 78,-4-15 72,-8 13 51,-3-2 90,-7 3-296,1 12-46,0 5 0,0 9 0,2 8 0,-3 9 0,3 13 0,2 24-489,11 1-882,5 2-2401,5-25 0,3-2 3772,13 11 0,-4-5 0,-9-18 0</inkml:trace>
  <inkml:trace contextRef="#ctx0" brushRef="#br0" timeOffset="8784">15299 1988 24889,'0'3'1227,"-6"23"-1166,-6 17 1,-2 7-593,3-10 0,0 2 547,1 4 1,1 6 0,2-3-690,2 4 0,3 2 572,2-4 0,2 3 0,4-3-294,9 9 0,9-6-879,9-3 0,6-5-995,-5-12 1,3-4 2268,10-1 0,-3-7 0,-7-7 0,1-2 0</inkml:trace>
  <inkml:trace contextRef="#ctx0" brushRef="#br0" timeOffset="9384">16071 2409 23165,'6'-62'950,"0"0"1,0 8-1,-2 9-636,-1 18-172,1 15-92,2 19 35,3 16-68,2 23-12,-6-14 1,-1 3-152,-1 4 0,-1 3 157,-1 2 1,-1 2-275,-2-1 0,-2-1 274,1-4 0,-2-2 34,-3 22 162,2-24 107,3-22-90,8-27-68,7-19 7,11-21-85,0 4 48,-1 3 0,2 0-321,-5 13 0,1 0 256,8-15 1,3 2-23,-5 13 0,0 3 167,0 6 0,0 3-184,25-5-16,-3 18-6,-1 21-56,0 18-62,-24-7 1,-1 4-228,0 4 1,-3 3-993,-1 4 1,-1 2 1336,-1 8 0,-2-2 0,2 6 0,-5-3 0</inkml:trace>
  <inkml:trace contextRef="#ctx0" brushRef="#br0" timeOffset="10658">17321 2125 21589,'-40'-17'819,"-1"1"0,1 0 0,-13-6 1,11 5-507,24 8-285,13 6 629,18 10-623,18 8-12,25 14-78,-18-10 0,3 3 54,-5 0 0,3 2 1,-3 1-601,11 9 1,-3 2 590,0-2 0,-5 3-29,-14-2 1,-8 1-19,-8 17-48,-11-20 0,-4-1-197,-25 22-361,6-28 0,-2-3-540,-11 6 1204,-7-3 0,34-20 0,-1 0 0</inkml:trace>
  <inkml:trace contextRef="#ctx0" brushRef="#br0" timeOffset="15951">18109 2455 19809,'-7'-62'1355,"0"0"1,0 2-1,-1 10-1024,1 16 111,-1 4-313,5 23-84,0 2 89,1 14 152,-2 26-208,1-3-36,0 0 1,-1 4 7,0 22-332,1-20 0,2 2 304,-1-1 1,1-1-18,1-1 1,1 0 2,2 1 1,0-1 2,2 10 17,2-2 140,-6-33 62,1-4-124,-2-20-33,3-25-62,-2 4 6,2-29 0,-3 11 49,0 18 1,0-2-45,-1 0 1,1 0 30,-1-2 0,0 2-13,0-10 60,0 7-55,1 31-34,0 2 40,0 18-29,0 9 1,0 6 21,-2 12-16,-1-4 12,-2 11-29,0 9-17,2-12 538,1-1-538,3-21 6,0-5-73,4-12-336,8-1-9422,20-16 9297,-10 6 1,5-7 0,-22 11 0</inkml:trace>
  <inkml:trace contextRef="#ctx0" brushRef="#br0" timeOffset="16308">18345 1985 21058,'-9'-58'1626,"-1"0"0,2 7 1,5 7-1118,11 10-346,3 16-1,8 13-16,16 31-68,9 17-887,-12-6 0,0 6 812,-1 6 1,-1 2-10,-6-7 1,0 1-8,-6-4 0,-1 2 0,-2 2-129,-4 3 1,-4 1-1,-1 0-271,-1 1 1,-2 0 0,-4 1-2677,-3 5 0,-4 1 0,-3-5 3089,-8 1 0,-3-6 0,6-15 0,0-6 0,-5 1 0</inkml:trace>
  <inkml:trace contextRef="#ctx0" brushRef="#br0" timeOffset="16908">19307 1922 21892,'-2'-3'1810,"0"0"-735,2 3-1047,-36-9 6,27 21-1,-28-1-27,37 25 16,0 1 1,0-1-7,3-4 25,5-6-35,10-4 49,1-8 87,20-4-18,-10-7 47,10 0-36,-15-3 34,-11 0-126,-8 0 197,-16 7-82,-10 4-48,-16 8-49,-5 1-70,5 0-48,10-1 23,12-2 105,12-2 10,13-1-23,11 0-11,11-2 13,3 3-51,-8-3 2,-3 13 7,-20-1 6,-10 13 2,-19 1 17,-14 5-1,-5 1-18,8-1-5,12-3-13,14-3-1,16-3-111,14-4-885,18-2 991,-8-14 0,-1-2 0,5 2 0,2-3 0</inkml:trace>
  <inkml:trace contextRef="#ctx0" brushRef="#br0" timeOffset="17851">14053 4479 21058,'3'-54'1232,"-1"0"0,1 10 1,-2 7-281,-4 8-717,2 22-123,-2 12-5,2 19-6,1 18-68,1 1-5,1-4 0,0 1-17,3 18-148,-1-17 1,-1-1 180,0 13 29,-1-17 112,-5-16-6,0-16-134,-3-9 145,-3-32-72,5-9-62,1 7 0,2-4-381,4-1 1,2 0 352,-1 6 0,2-1 39,11-15 0,5 2-364,-3 21 1,2 1 301,9-11 1,3 3 8,-2 16 0,1 6 0,1 4 0,0 3-8,0 5 0,1 5-15,-1 4 1,-1 3-177,0 6 1,-2 3 153,-1 5 1,-1 5-71,-3 3 0,-2 4-763,-2 4 1,-4 0 549,-3-6 1,-3 1-4603,2 18 1,-3-3 3598,-2-4 1,2 14 0,-9-48 0</inkml:trace>
  <inkml:trace contextRef="#ctx0" brushRef="#br0" timeOffset="18058">15128 4140 23136,'-3'-3'1708,"1"1"-1517,2 2-595,86-47-2099,-53 40 1,3 1 816,10-8 0,5-4 0,-3 6 1686,-2 12 0,-5 5 0,13-1 0,-26 1 0</inkml:trace>
  <inkml:trace contextRef="#ctx0" brushRef="#br0" timeOffset="18217">15317 4448 26558,'47'-23'-381,"1"-1"0,-1 0 0,-4 2 0,-2 2 1,-5 4-1,13 2 0,-20 7 0</inkml:trace>
  <inkml:trace contextRef="#ctx0" brushRef="#br0" timeOffset="19834">15550 4089 21047,'-5'-53'1262,"0"1"0,-1 4 0,-1 12-1055,-1 25-140,0 10 146,0 19 62,1 15-45,-3 19-132,6-12 0,2 2-70,2-5 0,1 1-334,3 7 1,0-2 327,7 10 6,6 1 17,-6-24 229,2-2-61,-6-19-140,-1-20-56,-4-7 16,1-25 657,-1-4-665,-1 6 0,1-2-20,-2 5 1,0-1-773,1-6 1,-1 2 810,0-10 68,0 9-28,0 25-50,-1 4-6,-1 26 6,0 13 10,0 9-4,0 16-35,2-3-10,3 15-46,2-22 1,2-1-76,0-4 0,1-1 259,5 5 0,0-1-671,5 7-1691,5 2 2229,-10-20 0,-3-6 0,-4-9 0</inkml:trace>
  <inkml:trace contextRef="#ctx0" brushRef="#br0" timeOffset="20241">15202 4290 19518,'-3'-2'4397,"0"0"-3048,3 2-1135,113-48-186,-72 39 0,2 0-492,-1-3 0,6-4 0,0 0 1,-3 5 471,17 2 0,-4 5-11,-3-2 1,-4 0-10,-13 2 1,-2-1 427,26-3-427,-32 4-40,-9 0-27,-23 3 38,-25 4 40,-6 0-6,-8 5 1,-5 1 10,9-1 1,-2 0 304,-16 4 1,-2 0-311,12-1 0,1 0 11,5-1 1,3 0 16,-14 4 23,10-1 117,21-8 22,5-1-44,7-3-102,12-5-44,0 1-5,25-11-40,5 4-33,24-8 212,-27 11 0,0 1-350,2 0 1,0-1-373,-2 1 0,-1 1-3355,19-6 3943,-16 2 0,-19 4 0,-9 2 0</inkml:trace>
  <inkml:trace contextRef="#ctx0" brushRef="#br0" timeOffset="20674">15461 3913 26088,'1'45'235,"-1"0"0,2 0 1,0-1-208,1 13 11,3-14 0,0 0 6,4 13-31,-3-20 0,1 0 19,3 5 18,-3-14 72,-4-15 6,-1-11-90,-1-16-17,1-11-5,0-14 6,-1-12-12,-1 21 0,-1-2-104,0-2 1,1-2 106,-2-2 0,1 0-8,0 1 0,0 1 10,2-25 12,2 17-16,1 20-18,1 15-5,-1 18 22,2 13 28,0 20-16,-2 17-225,-3-22 0,-1 1 196,-1 3 1,0 1-71,0 2 0,0 0-168,2 1 1,2 0-653,2-3 0,4 0 896,6-3 0,2-4 0,2 5 0,4-13 0</inkml:trace>
  <inkml:trace contextRef="#ctx0" brushRef="#br0" timeOffset="21175">16572 4138 25405,'2'-45'578,"0"0"1,-1 5 0,1 8-462,-2 18-77,1 8-12,1 14 16,2 14-27,1 19-28,-1 16 16,-3-24 1,0 1-227,-2 3 1,-1-1 217,-1 0 0,1-2 20,-6 26 0,3-14 61,2-18 34,2-16-44,1-21-24,1-15-27,6-18 11,7-16 72,-3 23 1,1 0-82,4-4 1,0 0-325,2 0 0,1 1 325,0 2 0,1 3-9,0 6 0,0 3-5,17-10 5,-2 17-22,-2 18-34,0 18-62,-4 17-145,-3 16-187,-16-20 0,-1 1-317,-2 3 0,-1 2-1591,-1 3 0,0 1 2347,-2-4 0,1-2 0,0 10 0,-2-18 0</inkml:trace>
  <inkml:trace contextRef="#ctx0" brushRef="#br0" timeOffset="21417">17624 4082 26290,'7'-42'448,"-1"-1"0,-1 2 0,0 17-392,-3 30 0,-2 18 5,0 24-47,-3-14 0,-1 2-508,-1 9 1,-3 1 484,-2 7 1,-2 2-592,-3 5 1,0 2 412,4-18 1,-1 0-1,1 1-564,0 0 1,0 1-1,1 0 751,1 3 0,1 0 0,0-5 0,1-3 0,1-4 0,3-5 0,0 1 0</inkml:trace>
  <inkml:trace contextRef="#ctx0" brushRef="#br0" timeOffset="22001">18579 4199 21399,'0'-3'3770,"0"0"-2817,0 3-869,-37-13-34,6 15-31,-2-5 1,-3 1 19,-20 13-376,-6-3 432,0-3 51,7-5 50,12-2-6,16-2-61,13 2-68,8 1-27,2 3 0,1 6 382,-1 7-360,1 11 0,-1 8 11,0 7-28,0 6-11,-1 2 22,3 7-33,0-20 28,0 5-39,0-27 66,0 0 108,-1-8-12,2-6-62,0-7-11,0-5-22,2-9-23,6-6-5,7-2-3398,22-8 3348,-5 12-13,25-3-4,-12 20 33,13 1 17,-2 15-34,-3 8-5,-23 1 0,-1 3-17,7 9-34,8 16-139,-26-15-242,-2 10-609,-23-1-8779,-28 4 9017,8-16 1,-7-5 0,29-17-1</inkml:trace>
  <inkml:trace contextRef="#ctx0" brushRef="#br0" timeOffset="22208">18619 4031 23232,'53'-23'698,"-1"-1"1,0 1-1,-7 5-457,-14 11-66,1 2-1374,-10 9 1211,-11 6 0,-6-2 1,-5 0-1</inkml:trace>
  <inkml:trace contextRef="#ctx0" brushRef="#br0" timeOffset="25566">12872 6019 20184,'-6'-1'2258,"1"1"-1222,5 0-986,25-42-39,11 31-14,-7-11 1,4 3-4,30 25 1,-10 6-35,-17 8 29,-19 5 34,-26 4 10,-21 2 34,-23 1-295,22-16 0,-2 0 256,-2 0 0,1 0 8,0 0 1,2-1-4,3-1 1,1 0 27,-16 11-44,16-5-11,13-4 27,11-3 7,11-2-12,8-3 507,11-2-502,9-2-33,7 0-11,4 1-17,0 4-22,-1 4 27,-9 5 12,-13 5 11,-18 5 17,-21 5 5,-17 2 12,-15 1-1,-4-3-27,7-5 0,12-6 22,17-3 11,10-4 0,13 3 0,5 1-28,9 5 1,5 3-12,3 2-12,-1 1 7,-4 0 22,-10-2 50,-9-4-28,-18-1-78,-18-2-381,-22 1-970,19-11 1,-2-1 710,1-1 1,2 0 0,-12 1 0,19-5-1</inkml:trace>
  <inkml:trace contextRef="#ctx0" brushRef="#br0" timeOffset="27592">15226 4321 11245,'-8'0'6463,"2"0"-5569,-25-2 0,-3-3 74,17 0-565,-36-8-123,81 0-72,28-4-144,-17 7 0,5 0 24,2 1 0,4 0 0,0 1 48,-1 0 1,0 0-1,-1 1-374,14-3 0,-4 1 428,-11 3 1,-13 0 145,-26 3-219,-14-1-44,-18 0 22,-23 2-42,15 1 1,-2 0-4,-4 2 1,-3 1 35,-10 1 1,1 2-56,16-2 0,1 1 322,-7 2 0,4 0-309,8 0 1,5 2 140,17-2 302,27 0-369,0-3-12,37-3-61,0-7-406,-18 2 1,1 0 306,0-2 1,1 0-235,-1 0 0,-1 1-2020,-3 0 1,-1 0 2307,22-1 0,-25 2 0,-17 3 0</inkml:trace>
  <inkml:trace contextRef="#ctx0" brushRef="#br0" timeOffset="28076">16282 4071 18728,'-40'-3'815,"-1"-1"1,3 0 0,12 1 204,24 4 1002,2-1-1395,-1-2-487,0 0 95,0-2-72,1 1-45,0 1-51,2-2-72,4 0 10,2-1-5,12-2-22,6-1-6,13-3-34,4 2-252,3 3-268,-16 2 22,-7 3-2180,-18 4 2740,-11 5 0,5-4 0,-6 3 0</inkml:trace>
  <inkml:trace contextRef="#ctx0" brushRef="#br0" timeOffset="28259">16122 4293 25718,'39'-24'-212,"13"0"-3273,-7 12 2697,1 1 1,-24 8 0,-10 1 0</inkml:trace>
  <inkml:trace contextRef="#ctx0" brushRef="#br0" timeOffset="45142">14398 4115 7369,'0'-8'5170,"0"2"-605,0 6-516,0 0-3523,-7-20-162,0 16 74,-13-10 88,-5 27-27,-11 12-68,-8 12-539,19-14 0,0 3 265,-2 2 0,2 3-48,0 1 0,2 2-36,2 1 0,1 0-34,4 0 0,3 1-147,3-4 0,3 1 97,2 26 6,15-10 5,13-9-23,17-10-22,11-9-78,10-10-14,-28-10 0,1-3-205,-1-2 1,1-2-357,-2-2 1,0-2-1823,22-15-2645,-13 0 5165,-14 0 0,-14 11 0,-9 4 0</inkml:trace>
  <inkml:trace contextRef="#ctx0" brushRef="#br0" timeOffset="45876">14503 4543 8746,'-5'-6'4879,"0"2"-2554,5 4 2928,0 0-4586,-18 25-224,12-12-197,-13 19-83,17-18 10,5-4 96,4-3 22,9-4-100,8-5-74,6-5-16,3-6 17,-1-5 55,-6-2 79,-8-2 68,-8 1-7,-8-1-44,-8 0-50,-6 0-40,-7 4-33,-1 4-40,0 7-55,4 4-35,1 9-4,0 6-1,0 11-11,-1 5-34,3 5-39,4 1-61,7-3-96,10-2-218,8-6-297,9-6-145,7-7-23,5-9 94,1-9 360,-2-8 353,-4-5 179,-7-3 89,-6-1 135,-7 0 146,-6 0 106,-2 3 50,-5 3 6,-2 3-336,1 7 279,-2 2-408,1 5-78,0 4 0,-3 9-40,-1 8 0,-2 8-10,1 5-24,3 1 7,2-8-1,12 10 12,3-14-1,10 6 7,2-14 27,1-6 22,-2-12 12,-1-7 34,-4-8 39,-4-5 22,-3-1 5,-6 0 1,-2 1 0,-2 4-34,0 4-34,-1 6-61,0 6-90,0 2-50,-1 2-146,1 6-756,-1 3-2308,4 7 3305,4 1 0,-2-6 0,2-2 0</inkml:trace>
  <inkml:trace contextRef="#ctx0" brushRef="#br0" timeOffset="52407">13987 4346 24575,'43'0'0,"9"0"0,-7 0 0,3 0-1824,-2 0 0,1 0 1824,9 0 0,2 0-1073,-13 0 0,2 0 0,1 0 1073,8 0 0,1 0 0,2 0-415,-11 0 1,1 0-1,1 0 1,-2 0 414,15 0 0,-1 0 0,-1 0 0,-4 0 0,-2 0 0,-1 0 0,-6 0 0,-1 0 0,-1 0 0,18 0 0,-1 0-741,-17 0 1,2 0 0,-1 0 740,0 0 0,-1 0 0,2 0 63,3 0 1,1 1-1,3 0-63,-1 1 0,3 1 0,0 0 0,-3 0 0,2 1 0,-3-1 0,2 1 171,-5 0 0,2 0 1,-1 1-1,-2-1-171,6 1 0,-2 1 0,-3-1 0,5 0 0,-1-1 542,-9 0 1,1 0 0,-3-1-543,-2-2 0,-3 0 1058,3 0 1,0-1-1059,-2 1 0,-1-1 0,-4 0 0,-1 0 516,0 0 0,0 0-516,22 0 1169,-24 0 1,1 0-1170,1 0 0,-1 0 0,0 0 0,1 0 0,9-1 0,-1 0 0,14-3 0,-20 1 0,0-1 1654,9-2-1654,5-3 911,-13 3-911,11-3 0,-6 1 0,12-3 0,5-1-290,0 0 290,-1 0 0,-6 3 0,10-3 0,-23 5 0,5-2 0,-20 6 0,-8 0 0,1 1 0,-9 2 0,1-2 480,11-5-480,22-16 0,-18 11 0,10-8 0</inkml:trace>
  <inkml:trace contextRef="#ctx0" brushRef="#br0" timeOffset="54600">18004 2394 21847,'8'-50'816,"1"-1"0,-2 5 0,0 9-155,0 18-370,-2 7 292,-4 5-459,-5 6-80,-9 9 29,-15 10 0,-14 16-59,16-12 0,0 3 11,0 3 0,2 2-5,1 1 0,3 1-240,3 0 1,3 1 227,4-2 0,2 1-2,3 26 5,17-9-11,15-9 56,18-10-28,14-13-241,-26-12 0,0-3 258,0-4 0,-2-2-174,26-12 253,-12-12 21,-8-9 18,-8-11-18,-7-11-142,-14 25 1,-2-1 43,-1-4 1,-2-1-15,-1 3 1,0 0 36,-1 4 0,-1 2 87,-6-13-67,-6 21 375,-13 18-425,-15 19-21,12 0 1,-1 3-4,-4 6 0,-1 3-22,-2 3 1,1 2-62,2 2 0,1 2 86,5 0 1,3 1-9,6-1 1,3 0-29,5-1 0,5-1 0,12 28 17,18-7 17,20-10-195,-16-27 0,3-3 195,1-3 0,2-4 0,-1-3 0,-1-4 5,26-10 266,-11-14-237,-10-16 5,-10-14-14,-17 21 0,-3-1-22,-2-5 0,-2 0 5,-1-3 0,-3-1-8,-1-2 0,-2 2-150,0 3 1,-1 2 134,-2 6 1,-3 2 250,-11-9-634,-12 19-2004,-14 22 1617,-2 9 1,14 1 0,13-2 0</inkml:trace>
  <inkml:trace contextRef="#ctx0" brushRef="#br0" timeOffset="57592">21111 4118 20802,'-4'-58'1079,"0"0"0,0 7 1,-7 10-761,-21 18 529,-6 18-724,-7 21-35,-5 22-465,24-9 1,1 3 392,-2 6 0,3 2-17,2 4 0,3 0 2,5 1 1,3 0-6,7 0 1,7-2-7,7-3 1,6-3-1,-1-8 1,5-4-3,23 5 0,7-6 5,-12-13 0,2-4 9,17 5 0,1-7 16,-12-9 1,-2-6-6,-3-4 0,-2-3-23,-4-5 1,-2-4 55,-5-1 1,-2-1 19,-4 0 0,-3 0 118,6-23 342,-13 8-325,-9 11-84,-10 13-68,-7 12 827,-10 17-855,-6 12 442,-1 14-459,5 8-21,11 1 4,16-3 1,17-7 6,18-11 16,14-13 11,9-17 0,-28-2 1,0-4-214,-1-4 0,-2-3 219,-1-3 0,-3-1 22,-3-2 0,-3-2 96,7-26 5,-13 0 6,-16 4-39,-12 6-12,-11 10-56,-8 10-61,-5 12 22,-1 13-11,1 12-11,4 15-6,6 14-33,9 9 80,9 5-803,18 1-767,21-2 336,-3-29 0,5-5-1238,7-2 1,3-5-329,4-4 1,2-5 973,-1-7 1,0-6 1756,-4-3 0,-1-5 1122,-5-3 0,-3-3 1149,-4-1 0,-2-2 1672,13-25-1596,-10 1-841,-9 1-413,-5 4-304,-4 9 3,-4 12-462,-3 12 604,-3 8-828,-6 13 396,-5 9-446,-7 13-23,1 8 12,4 3-1,6-1-27,14-5-12,11-7 18,15-12 27,8-11 22,6-17 7,-1-12-1,-6-13 39,-8-8 23,-11-5 11,-10-1 11,-6 1 17,-8 4 6,-1 8-23,-3 9-84,3 12-95,0 7-22,2 8-79,0 12-644,4 8-1798,9 10 1751,16 6 0,-10-17 0,4-2 0</inkml:trace>
  <inkml:trace contextRef="#ctx0" brushRef="#br0" timeOffset="58216">22682 4110 28026,'6'1'33,"0"12"-27,-4 39-6,0 2 11,1-5 0,1-10 12,1-13 72,2-15-17,2-17-33,4-16 17,6-15 22,4-10 33,1-2-37,2 3-80,-1 10 0,-1 11 0,-2 13 0,1 15 0,3 13 0,5 16 0,4 9 0,-11-11 0,1 0 0,9 10-234,-7-11 1,1-2 233,19 0 0,-16-13 0,3-2 0,1-5 0,1-5 0,5-12 0,-2-5 0,13-9 0,-20-6 0,-6-6 0,-11 4 0,-4-4-539,5-14 1,-2-3 538,-3-8 0,-1-3 0,-3 10 0,-1-2 0,-1 4 0,1-3 0,-2 1 0,-1 9 0,0-1 0,-2 7 0,1-13 0,-3 3 0,-2 25 0,-3 25 415,-1 10-415,-8 33 0,5-15 0,0 3 85,-3 12 1,0 4-86,-1 5 0,2 4 0,5-7 0,2 3 0,3-2 0,3-4 0,3-1 0,1 0-426,0 0 1,1-1 0,5-1 425,7-3 0,5-1 0,3-3-183,11 5 1,4-4-436,-9-9 0,2 1 0,2-5-2659,3-4 0,1-3 0,-3-3 1798,-2 0 1,-2-3-1,23-3 1,-47-9 0</inkml:trace>
  <inkml:trace contextRef="#ctx0" brushRef="#br0" timeOffset="58399">23577 3977 27286,'41'-35'-1674,"-5"7"-2975,18 23 0,6 5 3705,-15-2 1,-3 0 0,-4 0-1,-2 0 1,7 0 0</inkml:trace>
  <inkml:trace contextRef="#ctx0" brushRef="#br0" timeOffset="58616">24410 3891 24049,'-9'0'2291,"2"0"-1468,7 0-33,0 0-824,-15-32-39,38 20-95,-15-22-367,22 27 1,10 8-4382,2-2 1,-1 1 2650,21-2 0,-2 2 0,-50 0 0</inkml:trace>
  <inkml:trace contextRef="#ctx0" brushRef="#br0" timeOffset="59342">24519 3782 22172,'2'-47'998,"-1"0"0,1 0 1,0-15-1,1 8-472,3 9 111,-2 17-536,-2 14 5,-1 12-100,-1 18 11,-2 20-6,-1 23-374,0-20 0,1 1 346,-1 6 0,0 0-118,1 3 1,2 1-387,2-1 1,1-1-640,3-3 1,1-2 1159,3-4 0,0-3 0,4 2 0,-4-13 0</inkml:trace>
  <inkml:trace contextRef="#ctx0" brushRef="#br0" timeOffset="59583">24441 3850 26519,'-49'-20'795,"26"2"-627,73 9-44,11-3-82,-28 6 0,-1-1 2,28-4-32,-4 0-152,-8 2-880,-4 3-4094,-6 0 5114,-9 4 0,-13 0 0,-9 1 0</inkml:trace>
  <inkml:trace contextRef="#ctx0" brushRef="#br0" timeOffset="60383">25238 3694 21836,'-4'0'2549,"1"0"-2263,3 0-398,81-57-1446,-47 46 0,4 2 1162,8-11 1,7-3-1,-2 5-898,8 12 0,0 6 842,3 2 1,-4 1 0,-23-3 0,-4 1 0,20 6 0</inkml:trace>
  <inkml:trace contextRef="#ctx0" brushRef="#br0" timeOffset="60533">25387 3897 26446,'46'-15'-142,"-1"0"1,1 0 0,4-1 0,1 0 0,-7 2 0,-9 4 0,-3 1 0,-1 0 0,1 1 0</inkml:trace>
  <inkml:trace contextRef="#ctx0" brushRef="#br0" timeOffset="61416">26372 3617 22895,'0'-45'1331,"0"1"0,0 5 1,-1 7-1147,0 16-73,-1 8-174,1 9 84,-1 19 6,0 12-11,-2 25-327,-1-10 312,2-15 1,0 2 22,0-1 1,-1 0-18,0-1 0,-1 0-2,1 2 0,0-4 55,-1 4 1,2-16 274,1-11-73,2-14-168,3-11-16,6-29-40,5-7-508,-3 17 1,0-1 485,7-18-3,-4 21 0,1 0-122,2 4 1,1 2 96,-1 2 0,2 1-6,25-15 6,-8 27-6,-7 11 0,18 19-17,-11 9 12,-10-3 0,-1 3 186,-5 3 0,-1 2-475,-3 4 0,-2 1-417,5 23-1009,-10-22 1,-2 2 1736,-1-3 0,0-2 0,1 14 0,0-5 0</inkml:trace>
  <inkml:trace contextRef="#ctx0" brushRef="#br0" timeOffset="61625">27122 3838 24906,'18'-43'965,"1"1"0,-2 5 1,-5 9-877,-8 21-83,-3 14 5,-2 5 45,-8 37-39,-6 2-417,2-10 0,0 2 360,-1-1 1,1 1-350,-1 5 0,2 0-166,2-9 1,3 1-4362,0 22 1,4-3 2948,3-5 1,0-15 0,2-6 0,0-21 0</inkml:trace>
  <inkml:trace contextRef="#ctx0" brushRef="#br0" timeOffset="62192">27963 3908 26956,'-1'-34'39,"1"-1"0,-9-15-27,-17 63-1,-10 3-6,-7 3 29,-5-2 0,-1-1 33,1-7 50,7-5-38,14-5 218,5-5-141,15 3-94,0-1-62,6 3-17,1 1 28,-2 10 17,1 5 0,-1 14-11,-1 6-11,1 5 16,-1 2 1,0-3-1,-1-4 17,0-6-22,1-10 145,0-9 152,2-5-223,1-8-91,0-6 0,5-6 0,7-9 0,13-3 0,12-1 0,13 3 0,4 7 0,0 8 0,-6 11 0,-7 11 0,-5 12 0,-7 13 0,-9 9 0,-9 3 0,-13 1 0,-13-4-259,-15-3-1063,-15-5-773,-9-11-6110,-1-13 8205,10-15 0,19-3 0,13-2 0</inkml:trace>
  <inkml:trace contextRef="#ctx0" brushRef="#br0" timeOffset="62375">27961 3815 22918,'6'-4'3377,"-2"1"-2946,-4 3-218,72-54-146,-40 33-340,13-10 0,0 1-1889,-12 17 2162,-4 4 0,-11 4 0,-7 2 0</inkml:trace>
  <inkml:trace contextRef="#ctx0" brushRef="#br0" timeOffset="62592">28796 3747 26676,'-8'-2'1462,"2"0"-1266,6 2-762,0 0-2319,6-29 2885,-2 30 0,2-28 0,-4 36 0</inkml:trace>
  <inkml:trace contextRef="#ctx0" brushRef="#br0" timeOffset="62765">28744 4584 27915,'-25'45'-68,"0"1"1,0-1 0,-8 3 0,-2-1 0,2-8-1,8-15 1,0-3 0,-6 0 0,1 1 0</inkml:trace>
  <inkml:trace contextRef="#ctx0" brushRef="#br0" timeOffset="64417">22021 5744 19400,'0'-7'2523,"-8"-27"1,-1-6-1421,1-2-708,-2-4 0,0 0 154,3 8-241,2 16-230,1 12-67,1 12 17,0 14 0,-1 16 0,-3 22-8,3-20 0,-1 2-320,-2 4 0,0 2 300,-1 0 0,0 1 2,-1-2 1,1-2-12,0-4 1,1-3 64,-5 17 179,5-22 124,3-17-152,2-22-134,4-18-17,5-24-42,-1 18 0,2-2-171,4-6 1,2-2 161,3-3 1,2 0 2,2 2 1,1 1 8,2 3 0,2 3-146,-2 7 1,2 4 134,-2 6 0,2 4-6,20-5-12,-1 16-4,-2 19 10,-3 17 0,-2 21-16,-21-17 0,-2 2-368,-1 5 0,-2 3 205,-2 3 0,-1 1-627,-1 3 0,0 1-3042,-1 2 0,0-1 3422,-1-6 0,0-3 1,1 12-1,-2-26 0</inkml:trace>
  <inkml:trace contextRef="#ctx0" brushRef="#br0" timeOffset="65084">22999 5609 25623,'50'-22'-1539,"1"0"1,-1-1 0,-6 4 0,-1 0 0,0 6 406,22 10 0,-5 7 0,3-4 0,-32 4 0</inkml:trace>
  <inkml:trace contextRef="#ctx0" brushRef="#br0" timeOffset="65251">23103 5842 27253,'42'-29'-912,"0"1"1,4-1 0,0 6 911,-4 12 0,-2 3 0,14-4 0,-25 5 0</inkml:trace>
  <inkml:trace contextRef="#ctx0" brushRef="#br0" timeOffset="65800">24090 5746 17277,'4'-6'6733,"-1"2"-6134,13-31 0,4-11-948,-2 1 663,5-9 0,-1 1 296,-8 16-134,-1 6-182,-8 20-283,0 2 28,-4 19-16,-1 13-1,0 6-11,-1 2 1,-1 2-35,-1 18 193,1-14 0,0 0-136,-2 19-34,1-10 39,0-12 107,1-15 100,1-9-61,1-15-140,2-12 264,5-17-287,8-15-1707,-3 17 0,1 0 1702,11-21-210,-1 12 1,3 2 220,11-6-98,-10 15 0,0 3 70,16 1-5,-2 12-18,-3 16 23,0 13-11,-3 15-11,-4 15 2718,-8 13-2764,-15-25 1,-2 1-275,-4 3 1,-3 0-603,-3 2 1,-2 0 943,-3 5 0,-1-3 0,-3 5 0,0-4 0</inkml:trace>
  <inkml:trace contextRef="#ctx0" brushRef="#br0" timeOffset="66008">25037 5762 28115,'18'14'157,"-15"16"-152,-20 9 1,-8 5-1147,2 3 0,0 1 724,-1 4 0,2 1-1815,2 3 0,1-1 2232,4-6 0,2-4 0,-1 12 0,8-26 0</inkml:trace>
  <inkml:trace contextRef="#ctx0" brushRef="#br0" timeOffset="66584">25787 5728 23735,'0'-6'2801,"1"0"-2303,-1 6 68,0 0-538,0-57-6,-11 47-10,-9-38-12,-19 63 11,-7 4 11,-3-1 23,6-4 39,9-6 50,8-4 23,9-5-22,5 0-57,6-2-39,3 2-28,2 1 1,0 0-12,-4 7 0,-1 6 0,-6 13 5,-3 9 23,-2 8-22,-1 5-12,1 1 1,3-4 16,3-7 11,4-12 6,3-10 164,2-9-192,3-5 0,4-8 0,6-8 0,10-10 0,8-7 0,6 0 0,16-1 0,-20 16 0,13 2 0,-25 17 0,0 3 0,1 10 0,-4 6 0,1 8 0,-2 5 0,-7 1 0,-5 0 0,-13 3-1312,-12-1 464,-19-2 0,17-15 0,-2-6 0</inkml:trace>
  <inkml:trace contextRef="#ctx0" brushRef="#br0" timeOffset="66800">26285 5592 27242,'-1'2'-1799,"-1"-6"1,3 14 0</inkml:trace>
  <inkml:trace contextRef="#ctx0" brushRef="#br0" timeOffset="66975">26398 6396 28143,'-27'37'-36,"-1"1"0,1-1 0,-12 7 1,-3 0-1,1-6-1960,1-7 0,-3-1 1996,3-2 0,-6 2 0,0 0 0,9-6 0,9-6 0,2-1 0,-17 10 0,-1 1 0</inkml:trace>
  <inkml:trace contextRef="#ctx0" brushRef="#br0" timeOffset="96325">17546 2188 16415,'30'-50'2149,"1"-1"0,-2 1 0,-6 10-1119,-17 21-453,0 2-92,-4 10-176,-5 12 109,-7 14-37,-14 17-68,-3 2-506,2-6 1,-2 2 354,-1-1 1,-2 1-52,-1 1 1,-3 3 0,1-1-54,-9 11 1,1-1-8,1-2 0,2-1-24,11-9 0,3-3 15,-3 7-32,3 1 24,12-18 55,7-13-83,6-9 47,8-12 700,9-12-751,12-16 3,-6 6 1,2-3-15,-2 1 0,-1-1-527,7-10 0,-2 0 539,-9 14 1,-2 1 15,2-5 0,-1 2-7,0-11 16,-2 0 24,-12 14 13,-7 16-157,-4 8-73,-8 14 1694,-6 10-1078,-20 26-63,2 4-1197,15-15 0,2 2 1141,-7 13-413,14-17 0,1 1 367,-7 18-86,-4 11-1005,13-29 1,1 0-2279,-3 13-671,4-8 3701,8-17 1,1-12-1,1-2 1</inkml:trace>
  <inkml:trace contextRef="#ctx0" brushRef="#br0" timeOffset="96716">17170 1892 22558,'-3'-3'2123,"0"1"-1220,3 2 1086,-69-3-840,38 17-536,-11-7 1,1 5 222,18 27-569,9-7 46,6 5 223,12-4-355,7-2-940,8-3 62,4-16 288,2-7 197,-4-7 743,10-16 599,-11-2-228,4-16-703,-11 2-199,-7-3 0,-4 10 0,-5-3 0,-3 11 0,-1 3-349,-2 8-543,2 18 1464,1 1-983,-1 34-1479,5-2-2714,4-8 0,1 2 4623,5 21 0,0-19 0,-2-17 0</inkml:trace>
  <inkml:trace contextRef="#ctx0" brushRef="#br0" timeOffset="97092">17522 2526 27002,'-2'-3'1068,"0"0"-688,2 3-187,-65-25-277,42 23-65,-14-10 1,3 6-51,24 18 73,4 0-556,8 1 693,6-1-4,7-3-234,7-4 174,6-6 208,2-8 59,0-8 14,-6-5 54,-8-3-58,-8 2-40,-10 4-119,-9 4-77,-10 5-14,-9 2-33,-3 5-56,3 2-9,5 2 45,12 5-161,7 6-936,13 8-3838,12 7 5014,9-2 0,-7-9 0,-6-6 0</inkml:trace>
  <inkml:trace contextRef="#ctx0" brushRef="#br0" timeOffset="97775">18255 2277 25236,'-4'-47'521,"1"-1"0,-1 6 0,3 7-342,4 17-100,0 8-40,-1 4-39,-1 5-11,-1 0 16,-2 5 18,-6 4 16,-12 7 6,-14 7-6,-13 4 0,-8 0-290,1-6 307,7-6 69,10-9-17,12-3-15,7-2-43,8 0-27,3 0 27,2 3 320,-1 7-312,-2 7-80,-1 10-6,0 9 1,3 4-12,2 6 14,2-1 14,5-3-57,1-4 43,3-9 7,0-8-1,0-7 32,-3-8 48,1-3 48,1-5-48,2-6-10,6-6-1,3-7-28,6-3 12,8 1-23,6 3-11,3 6 0,-1 7-28,-5 14 34,-4 9 5,-5 15 0,-8 12 23,-7 10-29,-15 10-372,-4-29 1,-3 1 371,-7 1 1,-5-2-15,-5 1 1,-4-2 5,-4-2 1,-2-3 10,-1-3 0,-1-3-16,2-6 0,0-3-155,5-4 1,2-3-235,-20-9-572,17-16-1703,17-17 2672,19-21 0,0 24 0,8-2 0</inkml:trace>
  <inkml:trace contextRef="#ctx0" brushRef="#br0" timeOffset="98092">18623 2389 23282,'-53'-2'997,"-1"-1"0,7 1 0,10-3-667,20-7-240,15-3-57,19-2-27,18-4-45,25 2-770,-19 10 0,2 1 436,8 2 1,1 2-648,4 0 1,1 2-2725,-1 1 0,-1 1 3204,-9 1 0,-4 1 0,9 0 0,-26 1 1</inkml:trace>
  <inkml:trace contextRef="#ctx0" brushRef="#br0" timeOffset="98275">18696 2575 22431,'-4'0'3780,"0"0"-2901,4 0-963,8-44-268,25 27-256,-9-9 0,5 1-2985,12 17 1,2 6 3592,-3-3 0,-3 1 0,13-1 0,-21 3 0</inkml:trace>
  <inkml:trace contextRef="#ctx0" brushRef="#br0" timeOffset="98675">19504 2307 21035,'-7'0'3378,"2"0"-3210,5 0-57,0 0-548,109-37 131,-75 33 1,1 1-31,9-8 0,5-3 0,-4 6-657,-3 11 0,-4 4 993,18 8 1,-16-5 0,-11 0 0</inkml:trace>
  <inkml:trace contextRef="#ctx0" brushRef="#br0" timeOffset="99159">19590 2523 21108,'-6'2'4476,"0"-1"-4134,6-1 89,0 0-431,36-28 11,7 14-14,-13-3 0,3 1-262,4 7 1,1 2 197,-6 0 0,2 0-149,14-5 0,2-1 37,-9 2 0,0-1 13,6-2 1,-3-1 19,9-4-44,4-3 195,-25 7 147,-1-1 200,-16 3-104,-15 7 43,-9 2 350,-3 5-350,-13 7-39,-7 10-179,2 4-28,-1 7-6,18-5-5,7-5 16,13 3 45,21-3-50,12-2-54,-9-10 1,3-1-703,-1-3 1,1-1 727,22-1-78,-24-2 1,-1-2 155,11-7 56,5-14-44,-21-3-18,-10-8-55,-14 9 5,-13-6-33,-13 5 8,-4 8 0,-6 1-12,1 4 1,-4 2 476,-9-1 0,-2 3-513,9 4 1,2 4 134,-17 3-656,14 12-5320,25 22 5875,7-2 0,7-1 0,5-18 0</inkml:trace>
  <inkml:trace contextRef="#ctx0" brushRef="#br0" timeOffset="99766">19881 1461 15376,'-59'-11'39,"1"1"0,-1-1 0,0 1 0,6 2 1,-1 0-1,0 0 0,-3 0 0,-2 1-337,7 0 1,-3 0 0,-1 0 0,-1 0 0,-1 0 0,0 1 0,0 0 320,-4 0 0,0 0 0,0 1 1,-1 0-1,-1 1 0,0-1 1,0 1-42,5 1 0,0 0 0,-1 0 0,0 0 1,0 0-1,-1 1 0,0 0 0,-1 0 65,4 0 1,0 0 0,-1 1 0,0-1 0,-1 1 0,1 0 0,-1 0 0,0 1 0,-1-1-46,5 1 1,-1 1 0,0-1-1,0 0 1,0 1 0,-1 0-1,1 0 1,-1 0 0,0 1-1,0-1 11,-2 1 1,0 0-1,0 0 1,-1 0-1,0 0 1,1 1-1,-1-1 1,0 1-1,0 1 1,0-1-49,-2 1 1,1 0 0,-1 0 0,0 1 0,0 0 0,0 0 0,0 0 0,0 1 0,0 0 0,-1 0 69,6-1 0,0 1 0,0 0 0,0 0 1,0 1-1,0-1 0,0 1 0,-1 0 0,1 0 1,0 0-1,0 1 0,1 0 0,-1 0 0,1 0 0,-1 1 0,0-1 0,1 1 1,0 1-1,-1-1 0,1 1 0,0 0 0,1 0-10,-6 1 1,1 1 0,-1 0 0,0 1 0,0 0-1,1 0 1,1 0 0,1 0 0,1 0 0,2 0-17,-3 0 0,2 0 0,2 0 0,0 0 0,1 0 0,-1 1 0,-1 2 1,-2 1 2,1 1 1,-2 1 0,-1 1 0,-2 2 0,0 0 0,1 0 0,0 1 0,3 0 0,1 0-1,4-1-5,-5 3 0,4 0 0,2 0 1,1 0-1,0 1 0,-1 1 1,-3 1-6,6-2 1,-1 0 0,-3 1 0,0 1 0,0 0-1,-1 1 1,2 1 0,1 0 0,2 0 0,3 0-3,-8 6 0,3 2 0,1-1 0,3 1 0,0 1 0,2 1 0,1 0-4,2 0 0,1 0 0,1 0 0,1 1 0,2 1 0,1 1 0,2 0 8,-3 5 0,3 2 1,0 0-1,3 1 0,2 0 1,2 1-16,4-3 1,2 0 0,1 2-1,3-1 1,2 1 0,2-1 13,2 9 0,2 0 1,3 0-1,3-1 1,5 0-20,4-3 0,3 1 1,4-2-1,3-1 0,4-1 2,5-2 1,2 0 0,5-2 0,3-2-1,3-3 12,-1-6 0,2-2 0,4-1 1,1-2-1,2-2 0,2-1 6,-1-3 0,2-2 0,3-2 0,0 0 0,1-2 0,-1-1 0,-1-1 1,2 1 1,-1-2 0,-1-1-1,2-1 1,3-1 0,4-1-1,-5-3 1,4-1-1,3-1 1,2 0 0,2-1-1,1-1 1,0 0 0,-1-1-1,-2-1 1,-2 0 7,-3-1 0,-2-1 0,-1 0 0,-1-1 0,1-1 0,0 0 0,1-1 0,3 1 1,2-1-4,-6 1 0,2-1 1,1 1-1,2-1 1,1 0-1,1 0 1,1-1-1,-1 1 1,1-2-1,-1 1 1,0-1-1,-2 0 1,0-1 5,0 0 0,-1-1 1,0 0-1,0 0 0,-1-1 1,0 0-1,0-1 0,0 1 1,0-1-1,0 0 0,1-1 1,0 1-4,1-1 0,2-1 0,-1 0 0,1 0 0,0 0 0,0-1 0,0 0 0,-1 0 0,0 0 0,-2 0 1,0 1-1,-1-1-8,2 0 1,-2 0-1,-2 0 1,0 0 0,-1 1-1,1-2 1,0 1-1,2-1 1,1-1 0,3 0 1,-9 1 0,3-1 1,1 0-1,1-1 1,2 0-1,0 0 1,1-1-1,0 1 1,-1-1-1,1 0 1,-1 0-1,-1 1 1,-2-1-1,-1 1 1,-2 0-3,6-2 1,-2 1-1,-2 1 1,-2-1 0,0 0-1,0 0 1,0 0-1,1 0 1,1 0 0,2-1-1,2-1-6,-5 2 0,1-1 0,3 0 1,0 0-1,2-1 0,0 0 1,1 0-1,0 0 0,0 0 0,-1-1 1,0 1-1,0 0 0,-2 0 1,-1 0-1,-2 0 1,5-1 0,-1 0 0,-1 0 0,0 1 0,-2-1 0,0 0 0,0 0 0,-1 1 0,0-1 0,0 0 0,0 0 0,0-1 7,3 0 0,-1 0 0,0-1 0,0 1 0,0-1 1,-1 1-1,0-1 0,-1 0 0,1 0 0,-2 0 0,0 0 4,1-1 0,0 0 0,0 0 1,-1 0-1,0-1 0,-1 1 1,-1-1-1,0 0 0,-1 0 0,-1-1 12,6-2 0,-1-1 0,0 0 0,-1 0 1,-2 0-1,0-2 0,-3 1 0,-2-2 15,7-4 0,-1-1 1,-2-1-1,-4-1 0,-3-1 1,-4-1 62,-3-3 1,-3 0 0,-4-2-1,-6-2 1,-8 1-74,-8-9 0,-9-1 0,-9 0 0,-7 3-30,-7 7 1,-8 2 0,-6 1 0,-4 2 0,-3 2-42,-3 3 0,-5 2 0,-3 2 0,-4 2 1,-1 1-1,-2 1-194,6 5 0,-2 1 1,-2 2-1,-2 0 1,-1 1-1,1 1 1,-1 1-1,1 0 237,1 2 0,-1 0 0,0 0 0,-1 2 0,2 0 0,0 0 0,2 2 0,3-1 0,-4 1 0,2 0 0,2 1 0,1 1 0,3 0 0,2 1 0,1 1 0,-1 1 0,0 0 0,1-1 0</inkml:trace>
  <inkml:trace contextRef="#ctx0" brushRef="#br0" timeOffset="100933">28875 2939 15940,'-52'-33'2,"0"-1"1,-1 1 0,4 6 0,-4-1 0,0 2-1,0 3-803,4 5 0,1 3 1,-3 1-1,-4 0 808,6 2 0,-4 1 0,-3-1 1,-1 1-1,-2 0 0,1 1 0,1 0-219,2 1 0,0 1 0,0 0 0,-1 1 1,0 0-1,-2 1 0,-1 0 223,4 0 1,-2 1 0,-2 0 0,-1 0 0,0 1 0,0 0 0,2 0 0,1 1 0,2 0-109,-10-1 0,3 2 0,1-1 0,1 1 1,-2 1-1,-3 1 105,12 0 1,-2 0 0,-2 1-1,0 0 1,-1 0 0,0 1 0,0 0-1,1 1 1,2-1-128,-3 1 1,2 1 0,0 0 0,1 0 0,0 1 0,-2-1 0,0 2 0,-3-1 139,3 1 0,0 0 0,-2-1 1,0 2-1,-1-1 0,-1 1 1,-1 0-1,0 1 0,-1 1 0,0 0 5,6 0 1,-1 0 0,0 1 0,-2 0 0,1 1 0,-2 0 0,1 0 0,-1 1 0,0 0 0,1 0 0,1 0 0,0 0 0,2 0 44,-6 1 1,0 1 0,1 0 0,0 0 0,1 0 0,0 1 0,0-1 0,1 1 0,-1 0 0,1 0 0,-1 0-29,2 0 1,0 0 0,0 0 0,0 0 0,1 0-1,-1 0 1,1 1 0,0 0 0,0 1 0,1-1-1,-1 2 51,-3 1 1,0 1 0,0 1-1,0 0 1,1 0 0,0 1 0,1 0-1,1 0 1,1 0 0,1 0-9,-5 3 1,2-1 0,1 0 0,2 1 0,-1 0-1,0 1 1,-1 1 0,-2 1-46,11-5 1,-2 0 0,0 1 0,-1 1 0,0-1-1,0 2 1,-1 0 0,1 0 0,-1 1 0,1 1-1,-1 1-5,2 0 0,0 1 0,-2 0 0,1 2 0,0 0 0,0 0 0,0 1 0,0 0 0,2 0 0,0 0 0,1 0 0,1-1-25,-2 2 1,1 0 0,2 0 0,0 0 0,0 0-1,1 1 1,1 0 0,-1 0 0,1 1 0,-1 1-5,-2 3 1,-1 2 0,-1 0 0,1 1 0,0 1 0,1 0 0,1-1-1,2-1 1,2-1 0,3-2 0,-7 9 1,4-3-1,2-2 1,2 1-1,2 1 1,-1 3 41,4-3 0,-1 0 1,2 2-1,0 1 1,3 0-1,1 1 1,4 0-9,0 5 1,4 1 0,2 0 0,2 1 0,2 0 0,0 0-26,1-1 1,0 1 0,2-1 0,2 2 0,2-1 0,4 1-6,3 4 0,2 2 0,3 0 0,3-1 0,5-2 1,4-4 7,8 1 0,7-3 0,4-2 0,2-3 0,0-2-8,-4-6 0,-1-3 1,2-2-1,4-1 1,7 0 18,-1-5 1,6 0-1,4-1 1,4-1-1,1 0 1,0-2-1,0-2 1,-3-1-4,1-2 1,-2-3 0,0-1 0,1-2 0,1 1 0,2-1 0,4 1-28,-11-2 0,3 0 1,2 1-1,1-1 1,2 1-1,0-1 1,1 0-1,0-1 1,0 0-1,-1-1 1,-1-2 26,3 0 1,1-1-1,-1-1 1,0-1 0,1 0-1,-1-1 1,1-1-1,0 1 1,1-2 0,0 1-4,-3-1 1,2 0 0,0-1 0,0 0 0,1 0 0,0-1 0,-1 0 0,0-1 0,0 1 0,-2-1 0,-1 0-9,4 0 0,-1-1 1,-1 1-1,-1-1 1,-1 0-1,1-1 1,1 0-1,1 0 1,2-1 4,-8 0 0,2-1 1,1 0-1,0 0 1,1-1-1,1 1 1,-1-2-1,1 1 0,-1 0 1,-1-1-1,-1 0 1,-1 0 0,5-1 1,-2 0-1,-2 0 1,0-1 0,0 1-1,0-1 1,1-1-1,1 0 1,3 0 0,2-1-8,-11 2 1,1-1 0,1 0 0,2 0 0,1-1-1,1 0 1,1 0 0,0 0 0,0-1 0,1 1-1,-1-1 1,0 0 0,-1 0 0,0 0 0,-2 0-1,0 1-8,1-2 0,0 1 0,-1-1 0,0 1 0,-1-1 0,0 1 0,0-1 0,0 0 0,-1 0 0,1 0 0,1-1 0,-1 0 0,2 0 0,0 0-4,-3 0 0,1 0 0,1-1 1,1 0-1,1 0 0,-1-1 0,1 1 1,-1-1-1,1 0 0,-2 0 0,0 1 1,-1-1-1,-1 0 0,-2 1 0,-1 0 1,-2 0-2,11-3 1,-2 1 0,-3 0 0,-2 0 0,0 0 0,-1 0 0,0-1 0,0 0 0,2-1 0,1 0-1,0-1 1,1-1-1,1 0 1,1-1-1,-1 0 1,1-1 0,-1 1-1,0-1 1,-2 0-1,-1 0 1,-2-1 2,2 0 1,-3 1 0,-1-1 0,-1 0 0,0 0 0,-1-1 0,2-1 0,0-2 0,3-1 2,-4 2 1,2-3 0,1 0 0,1-1 0,1-1-1,0-1 1,0-1 0,-1 1 0,0-1 0,-2 0-1,-2 0 1,-1 1 1,0-1 1,-1-1 0,-1 1 0,-1 0 0,-1-1 0,-1 0-1,-1-1 1,0-1 0,-1 0 0,0-2-2,1-1 0,1-1 0,-1-2 0,0 0 0,-1-1 0,-1 0 0,-2-1 0,-3 1 1,-3-1-1,-3 0-10,1-7 1,-4-1 0,-3 0 0,-3-1 0,-2 1-1,-3 1 1,-1 0 0,1-7 0,-2 2 0,-3-1 1,-6 1-1,-5-3-10,-5 3 1,-4-2-1,-5-1 1,-4 1 0,-4 0-1,-6 3-25,-1 9 1,-5 2-1,-4 0 1,-4 1-1,-1 1 1,-3 0-1,1 0 1,-1 1-61,3 1 1,-2 1-1,0 0 1,-2 0 0,0 1-1,-2 0 1,-2 1-1,-2 0 1,-1 1-156,3 4 1,-1 0 0,-1 1 0,-3-1-1,0 1 1,-1 0 0,-2 1 0,0 1-1,-1 1 1,0 1 0,-1 1 0,0 1 248,4 3 0,-1 2 0,-2 1 0,-1 0 0,0 1 0,-2 1 0,1 1 0,0 0 0,1 0 0,1 1 0,1 0 0,3 1 0,1 0 0,2 0 0,-10-4 0,2 1 0,3 1 0,2 1 0,1 0 0,-1 0 0,0 2 0,-1 0 0,-2 2 0,0 1 0,0 0 0,0 0 0,0-1 0,0 1 0,0 0 0,0-1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EAC22-B07E-8FE3-E2A2-F47C43E819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5AFB7F-2386-92C1-B897-777B62FDE3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A4D467-A5B0-485C-5DFE-ACE5E4146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5D299-FF3F-8245-9A1D-57C4A59FFCD6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308016-125F-8942-50C4-CDFA173AC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3170A5-2C86-BD49-98A7-B77714149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4FE98-6346-DB48-BF63-F7345940D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746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00DE4-FB3D-83F0-B69F-FBFDE3559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814F4-4E0F-38E1-C402-F219FF75A9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6374D-E059-0C81-D801-5F201A4C9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5D299-FF3F-8245-9A1D-57C4A59FFCD6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6D43C4-D249-C9D2-3219-891BF3985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40B125-331E-39DA-1D08-24CBE65BA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4FE98-6346-DB48-BF63-F7345940D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088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B066A-C369-CD69-93EA-F1EFA8B01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C5CE0A-7AE6-63FE-1D58-CFE92E9123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546BD3-FAD4-1D6C-4301-5EC3474A6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5D299-FF3F-8245-9A1D-57C4A59FFCD6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9CCA50-167D-8271-0BC3-8CD47912A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EC2F93-ADE1-543D-F9F4-BC73FDA39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4FE98-6346-DB48-BF63-F7345940D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426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F39E3-A4DA-9E83-5731-A32ABAF58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7E1802-8C71-B247-CC4F-1E5C1680B2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0B0363-98A3-63B2-6839-8EF671B199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04C27E-69CE-7AE9-FAC0-9F00181F0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5D299-FF3F-8245-9A1D-57C4A59FFCD6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9DBBE9-B9D3-E7A5-1A36-B28A65E1F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7921BF-A124-7141-27FE-C1A95F84F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4FE98-6346-DB48-BF63-F7345940D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369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61E6D-96CD-F538-2173-21598E4BB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39FDF8-C44B-9236-7ED5-FECFD06AE4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3BA209-ACC2-14AC-73F7-07468A1F6F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16B6A9-FECC-472D-98FD-0DD8074092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C55509-9A9A-FFDC-0610-3401D2FF6C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EBD97A-51BA-C57E-27C4-C9AB79DBB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5D299-FF3F-8245-9A1D-57C4A59FFCD6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3F3332-FBF1-499F-C957-0D9A181A5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6144B1-0AA7-A387-9347-AA4983FE9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4FE98-6346-DB48-BF63-F7345940D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173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549A6-C9C7-F1AD-023C-5787690A8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E016FF-33DC-97C3-A576-8FA24227E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5D299-FF3F-8245-9A1D-57C4A59FFCD6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CCEC65-B1A8-BD44-852E-0FED379E2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7A4B91-1A55-0EEF-9AF8-9AB30C7AE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4FE98-6346-DB48-BF63-F7345940D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302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0962D8-F520-92B0-3DC1-46ABD5B8C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5D299-FF3F-8245-9A1D-57C4A59FFCD6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88E0B0-7B49-CA73-7991-8F9E53F1E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0F74B7-9216-DEF9-87B2-95BD16D2A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4FE98-6346-DB48-BF63-F7345940D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79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558D4-04C1-7A82-FE39-3571D772A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CAD5C-56D6-AF34-25BD-8F2C14D41F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67F3FF-F4BD-8022-D3C3-70C1569F58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1A7B27-B866-AB3D-35B4-FB6A54856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5D299-FF3F-8245-9A1D-57C4A59FFCD6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16EFA7-1E3D-CA86-74CA-B33ECD505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BCE3B9-F92B-7678-D163-3B8ECBADB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4FE98-6346-DB48-BF63-F7345940D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580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04F25-598B-38A2-DE7C-B1EA94999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31A310-5C56-9775-3225-56FD3DC139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945F2A-3374-F1B7-81D2-469B3AFF8D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27DB8B-03FF-F27E-5DF9-FA2E5D73E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5D299-FF3F-8245-9A1D-57C4A59FFCD6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1DB64A-1575-9658-7712-DCB015AF2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70BB99-117F-4042-4B33-35F15B7C5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4FE98-6346-DB48-BF63-F7345940D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776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28A39-DC4F-22D3-1ADD-E9FCBEAEC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A7F87D-F3F2-DB7B-48AC-C2CC1FABC3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EC5BC3-A4F5-A17A-3C14-5EE69269D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5D299-FF3F-8245-9A1D-57C4A59FFCD6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4C8661-8DFF-6508-629B-8653EC459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615D4E-0E0F-FDC7-2FC6-447CA1CCE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4FE98-6346-DB48-BF63-F7345940D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074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C5470F-1E1A-B466-0765-18C30B6F31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201463-9DBF-9704-83E5-9EA373372E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CFCCC9-720E-BF65-C28A-0D6F2206A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5D299-FF3F-8245-9A1D-57C4A59FFCD6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5AA8BA-AC27-F37E-9037-52599D21C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C3D2DC-8BB9-07D7-F342-F4BCDE3C7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4FE98-6346-DB48-BF63-F7345940D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659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90CE61-53A5-8829-B602-D84C0C7F5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232068-A23E-9566-B8DF-F4EC462CE7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F24059-C8F6-D25D-54E2-3829B1B31B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25D299-FF3F-8245-9A1D-57C4A59FFCD6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AE80FB-3730-6626-B0DE-8ECF6462E6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ADE27C-9CC5-E701-A9CE-03284E0CB4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54FE98-6346-DB48-BF63-F7345940D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139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57929C-CD3D-76E4-6E48-6A1C39FACF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515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A794E685-3768-5CC9-A25E-536D72A919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2A665AA-D64D-40B2-F1E7-B66CBDDD68C5}"/>
                  </a:ext>
                </a:extLst>
              </p14:cNvPr>
              <p14:cNvContentPartPr/>
              <p14:nvPr/>
            </p14:nvContentPartPr>
            <p14:xfrm>
              <a:off x="546120" y="425160"/>
              <a:ext cx="11257200" cy="59227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2A665AA-D64D-40B2-F1E7-B66CBDDD68C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6760" y="415800"/>
                <a:ext cx="11275920" cy="5941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93926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9DC3C1-29C7-F939-0E21-6C4A6A712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7490C18-2379-B215-8CDB-8B4EDF4B5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FFED4BCC-22B6-5878-7D4E-21CA7693C7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E1FDB07-F4B9-DD2B-E6C4-A2EC014CBA18}"/>
                  </a:ext>
                </a:extLst>
              </p14:cNvPr>
              <p14:cNvContentPartPr/>
              <p14:nvPr/>
            </p14:nvContentPartPr>
            <p14:xfrm>
              <a:off x="1109520" y="573840"/>
              <a:ext cx="8502120" cy="45619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E1FDB07-F4B9-DD2B-E6C4-A2EC014CBA1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00160" y="564480"/>
                <a:ext cx="8520840" cy="4580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52361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248306-EF91-BEB6-5199-2C6EE5F0A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98A55B2-62CB-B3C8-DE64-3D34F2BEBE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519562BA-B0C6-21D3-5999-345A121391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1D33CE4-20DF-6715-8F7B-3BE3FAE187EE}"/>
                  </a:ext>
                </a:extLst>
              </p14:cNvPr>
              <p14:cNvContentPartPr/>
              <p14:nvPr/>
            </p14:nvContentPartPr>
            <p14:xfrm>
              <a:off x="2317320" y="455760"/>
              <a:ext cx="8633880" cy="22780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1D33CE4-20DF-6715-8F7B-3BE3FAE187E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07960" y="446400"/>
                <a:ext cx="8652600" cy="2296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290867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0</Words>
  <Application>Microsoft Macintosh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365</dc:creator>
  <cp:lastModifiedBy>Office 365</cp:lastModifiedBy>
  <cp:revision>1</cp:revision>
  <dcterms:created xsi:type="dcterms:W3CDTF">2025-12-16T09:16:06Z</dcterms:created>
  <dcterms:modified xsi:type="dcterms:W3CDTF">2025-12-16T10:31:52Z</dcterms:modified>
</cp:coreProperties>
</file>