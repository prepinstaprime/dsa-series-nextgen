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10:01:39.0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1517 2167 22151,'1'-44'1032,"0"0"0,0 2 0,1 8-583,3 16-275,-1 5-68,-3 10-44,-1 6-1,0 9-5,-4 26 11,-3 11-33,-2 7-12,1-22 1,-1 0-18,-4 24-2,5-25 0,2 1 25,-3 29-17,5-25 6,4-11 123,2-19 34,1-11-51,5-11-22,10-26-17,-2-8-17,2-3 39,-7-9 6,-5 10-33,0-12 33,-3 3-51,-2 20-72,0 11 39,-1 20-6,0 8-10,1 9-1,0 19-11,0 7-11,-2 19-23,0-15-190,-3 15-1108,1-4-690,2-18 0,0 0 1194,2 24 1,-1-23-1,3-15 1</inkml:trace>
  <inkml:trace contextRef="#ctx0" brushRef="#br0" timeOffset="234">2055 2277 26222,'-21'-25'-930,"35"2"-498,20 21 296,6 0 0,-2 0 0,-13 1 0,11-1 0</inkml:trace>
  <inkml:trace contextRef="#ctx0" brushRef="#br0" timeOffset="984">3296 2283 24346,'-5'-42'644,"0"1"0,3 5 0,-3 8-386,-6 19-224,5 16-6,-2 12 16,1 18-21,-1 13-18,2-4-13,1-8 0,0 1 8,-5 20-178,3-19 1,-2 0 177,-6 14 44,2-18-4,2-18 27,2-20-11,1-17-23,0-20 18,3-23-526,4 21 1,1-2 499,3-6 0,0-1-22,0 9 0,2-1 8,6-15 0,3 2-46,-4 23 0,1 2 35,5-12 0,2 3-5,14-1 38,3 16-21,-6 13-35,22 22 23,-13 10 5,-12-2 1,-1 3-28,4 27 11,-14 8 11,-17-26 0,-6 1-20,-6 3 1,-6-2-300,-7 2 0,-4-1 310,-4-3 1,-1-2 16,1-5 1,1-3 520,-22 4-501,21-14 482,7-20-414,19-2 32,-1-7-49,8 6 590,7 5-663,5 5 504,12 8-522,14 4 46,12 8-29,-18-8 1,0 2-294,4 2 1,1 1 138,2 2 1,0 0-258,2 1 0,0 0-485,0-1 1,1-1-1689,-2-4 0,0-1 2297,22 2 1,-23-8 0,-20-5 0</inkml:trace>
  <inkml:trace contextRef="#ctx0" brushRef="#br0" timeOffset="1692">3835 2393 24521,'-48'-28'599,"0"1"1,4 2-1,12 7-548,23 14 65,7 4-88,10 8-15,7 5-13,11 8 1,8 0-12,5-2 69,2-7-47,0-5 12,-3-9 16,-5-10 11,-8-7 6,-7-9 23,-9-2 5,-7-1-17,-9 0 51,-3 2 38,-4 3-4,0 6-18,0 6-61,-1 7-62,0 8 0,-3 9 23,0 9-29,1 10-38,2 8 27,7 8-22,5 3-17,12 0 6,12-4-34,15-7-44,12-11-29,8-10 34,2-14-155,-3-14 250,-9-13 34,-7-9 11,-10-6 0,-7-1 45,-7 0 17,-7 6 16,-4 8-33,-2 12-51,-3 7-22,-1 9 189,-1 8-189,-2 8-6,3 9-11,0 5 29,7 1-7,5-4-5,9-4 6,6-7-29,5-8 23,4-10 34,-1-13 5,-2-11 6,-6-11 22,-6-7 23,-8-2-29,-7 1 1,-4 6-23,-2 8-33,1 10-57,-1 10-100,4 6-291,10 8-589,13 7-929,16 7-2599,12 7 4559,-20-9 0,-2-2 0,5 3 0,-4-1 0</inkml:trace>
  <inkml:trace contextRef="#ctx0" brushRef="#br0" timeOffset="2526">4947 2357 19960,'-4'0'5506,"0"0"-3725,4 0-1742,-39-18-5,38 10-28,-23-15 16,52 14 6,4-2 6,0-1 16,-3-2 6,-5-4 0,-6-3-17,-7-3-5,-6-2 5,-9 1-28,-4 3-16,-5 6 10,-5 8 23,-2 4-5,-2 10-23,0 8 5,1 11 1,4 9-6,2 9 22,6 6-44,4 1 11,13-2-6,11-3 6,17-7 27,11-8-24,-15-20 0,0-3 13,12-3-5,10-16 11,-26-10 34,0-12-11,-7-8 22,-9-3-11,-7 1 11,-3 3 33,-4 9 6,2 9-33,-2 10-56,2 8-6,1 4 33,4 9-27,4 9-12,2 11-11,1 10 6,-1 3 28,1-1-11,2-3-18,0-9 18,1-9 22,-1-10 11,4-15 12,13-19-40,-8 1 11,15-21 1,-14 8 10,5-12-2,-14 20 0,-1-1 42,6-17-73,-3 5 85,-8 9-85,-5 11 0,0-2 0,-2 6 0,-2 7 0,0 5 0,0 5 0,-1 17 0,-2 14 0,2 4 0,-2 19 0,6-11 0,4 11 0,6 1 0,0-24 0,1 0 0,13 17 0,4 1 0,-14-22 0,-7-3-326,-16-9-419,-13-1-997,-26-6-1260,4-9-2179,1-4 5181,22-7 0,14 7 0,2-1 0</inkml:trace>
  <inkml:trace contextRef="#ctx0" brushRef="#br0" timeOffset="2900">6017 2173 22094,'-5'0'2593,"1"1"107,4-1-2638,-10 9 123,30 2-85,-5 5-16,34-5-61,-15-7 78,6-7 5,-13-7 45,3-14-56,-13-4-44,-8-9-29,-11 11 45,-6-5 51,-4 8 1,-7-3-119,3 9 0,-2 6 0,7 9 0,0 10 0,1 8 0,-5 23 0,6 4 0,3 15 0,18-6-354,5-11-4110,16-12 0,5-2 4464,16 0 0,-22-10 0,-3-2 0,0-6 0</inkml:trace>
  <inkml:trace contextRef="#ctx0" brushRef="#br0" timeOffset="9093">5062 2443 9094,'-8'0'5797,"1"0"-3920,7 0 985,0 0-2280,-8 9 17,6-4-83,-6 8-80,10-5-245,1-2 291,4 2-179,-1-3-23,4 1-40,-1-3-38,3-2-28,2-1-40,4-2-16,2-3-12,3-3 12,-1-3 27,0-1 18,-3-1 38,-4-1-22,-5-3-22,-4-2-45,-3-2-45,-3-2-16,-3-2-1,-1 1 12,-4 1 5,-2 2-16,0 4-1,-3 1 1,0 2-18,-4 1-5,0 2-5,-1 1-12,0 4-33,4 2 22,2 2 0,3 1-17,4 1 39,1 2-27,3 1-23,1 2 22,0 1 6,2 1 6,3 0-23,2-1 28,13 0 34,1-3-23,14 1-16,2-5 5,2-3-17,1-3 23,-5-2 11,-4-1-5,-7 0-1,-6 1 17,-4 0 45,-5 0-5,-2 1-1,-3 0 0,0 1 12,0 0 33,-2 2-22,1 1-45,-2 2-39,-1 1 0,0 8-1,0 4 24,-3 11-29,0 8-17,-3 8 12,2 6-45,2 4-230,9 1-1367,8 0 1636,13-2 0,-10-22 0,-1-4 0</inkml:trace>
  <inkml:trace contextRef="#ctx0" brushRef="#br0" timeOffset="10541">7387 2258 24183,'30'-45'84,"0"0"0,5 2 0,4 8-84,-4 21 0,4 5-809,3-1 1,4 0 0,-2 1 391,3 0 0,1 1-573,-4 1 0,2 0 1,-3 2 989,7 0 0,-7 2 0,8 0 0,-19 3 0</inkml:trace>
  <inkml:trace contextRef="#ctx0" brushRef="#br0" timeOffset="11418">7757 2038 25408,'14'62'-264,"-7"-30"0,0 2 14,1-1 0,-1 2-826,-1 4 0,-3 1 104,0 2 1,-3 1-374,-3-1 1,-2-1 127,-1-4 0,-2-1 615,-18 22 813,-5-18 1049,-2-16 492,3-13 255,8-14-320,7-9-174,9-9-1252,11-5-339,13-5-163,17-2-137,17-2-188,-21 17 1,3 2 297,3-1 0,1 1 52,2 1 1,1 0 100,0 1 1,0 0 100,-10 4 0,0-1-143,10-6 0,-3 0 308,4-7 297,8-9 224,-33 10 231,-13 5 93,-9 0 374,-2 3-778,-2 2 146,4 4-629,1 4-102,3 4 38,0 11-5,5 8-27,1 15 2,3 8-8,0 5 1,-2 2 0,-3-6 7,-1-7-32,-2-12 135,2-10 36,1-13-91,4-12 32,3-13 51,4-9-1,3-6-38,3 1-57,3 4-44,2 9-1,3 11 1,2 7-28,5 13 16,4 9 6,5 12 0,0 7 11,1 4-11,-1-3-11,0-8 17,-1-9 10,-1-14 12,1-20-11,-2-18-6,-20 9 1,-1-4-299,-1-4 1,-2-2 308,-2-5 1,-2-2-420,-4-4 0,-2-3 436,-3-3 1,-2-2 18,-4-1 1,-2 1 67,0 2 0,-2 3-93,-2 9 1,0 4 162,-7-14-112,3 27-73,4 16 541,3 23-541,2 19 25,4 29-9,2-22 0,1 2-22,3 7 0,2 1-30,3 2 0,3 1-550,3 3 0,3-1 205,3 2 1,4-1-190,-8-19 1,1 0 0,0-1-1378,11 17 1,1-3 1930,0-4 0,-2-5 0,3 5 0,-9-17 1</inkml:trace>
  <inkml:trace contextRef="#ctx0" brushRef="#br0" timeOffset="11585">8848 2304 24217,'19'-48'7,"-1"1"1,6 2-1,7 10-231,13 21 0,6 8-1472,3-3 0,2 2 665,1 1 1,0 1-1664,-1 1 0,-1 1 2120,-10 1 1,-3 1 0,8-1 0,-24 2 0</inkml:trace>
  <inkml:trace contextRef="#ctx0" brushRef="#br0" timeOffset="12918">9585 2078 28985,'-47'21'2216,"16"-2"-1566,56-8-1159,9-4 456,17-6 146,-14-5 61,14-10 68,-22-3 167,1-7-565,-9-3-98,-10-1 316,-9-1-241,-10 4-268,-8 6-8,-10 8 109,-9 7 532,-5 12 221,-2 9 233,6 11-38,8 9-74,11 7-236,9 7-272,15 5-87,10-22 0,3-1-817,16 11-222,0-16 0,4-4 130,-5-11 1,2-4-274,12 1 0,4-2-29,3-2 0,3-5 429,-11-5 1,1-3 0,-3 0 748,3 1 0,-2-3 420,12-8 1,-5-4 1336,-6-11 418,-3-11 72,-23-2-702,-15 1-623,-17 2-548,-13 7-266,-18 9 6,-15 13-20,16 13 0,-1 4-49,6 2 1,2 2 37,0 1 1,3 3 135,-5 18 808,20-1-712,6 8 189,15 0-514,26-1-107,11-13 40,5-7 38,7-18 102,-14-13 279,12-19 188,-20-2 111,-7-7-110,-19 18 35,-4 1-253,-4 11-219,-1 2-279,-2 8-24,-2 29 98,3-4 76,0 9 0,1 4 5,0 0 1,0 2-660,0 14 0,0 5 755,0-14 0,0 2 1,0 2 24,0 0 0,0 3 1,0 1-1,1-2-1,-1 12 0,0-1 0,0 0-591,0 0 0,0-1 1,0 0 436,0-4 1,-1 0-1,-1-4-59,-3 7 0,-4-1-92,-2-13 0,-3 2 0,-1-5 326,-4-1 1,-5-8-30,-32-7 32,25-43 11,15-12 1,5-9-256,3-19 0,4-5 244,3 17 1,2-2-1,1 0-20,0-1 0,1 0 0,5-3-106,7 3 0,4-4 1,2 2-1,-2 6 28,6-7 1,2 2 6,-2 6 1,3-4-1,2 1 1,-2 5 218,10-6 1,3 4-297,-4 5 0,4 0 0,-2 3 98,7-2 1,0 4 50,2 1 0,-3 5 36,1 4 733,-9 10-576,-24 11 191,-8 3-40,-10 7 1866,-5 4-2028,2 5 921,5-3-932,5 4 78,17 1-101,8-2-50,17 0-23,5-9-22,-8-6 45,18-13-22,-24-5 27,10-13-16,-24-2-12,-9-3-28,-10 8 34,-11-10-28,-3 16 6,-8-6 33,0 14-16,-3 6-29,4 6 17,-6 9 12,0 13-24,1 9-5,-1 14-7,13 5-2,7 7-18,17 5 2,1-31 0,5 0-226,5-1 1,5-3 225,4-2 0,2-3 0,1-3 1,1-3 5,-2-4 0,-2-3-12,14-1 12,5-22-25,-21-4 50,9-19-6,-15-2-11,-4-9-11,-6 9 11,-2 9 1,2 0 10,9-10-11,4-6 29,12 11 495,-12 19-451,9 0-50,-15 12 61,10 18-44,-3 6-29,14 17-16,1 8-179,-19-18 1,1 1-212,1 3 1,0 0-2298,2 3 1,-2 0 2680,-3-3 0,-2-3 0,5 9 0,-12-17 0</inkml:trace>
  <inkml:trace contextRef="#ctx0" brushRef="#br0" timeOffset="14541">12780 2029 23291,'-35'-41'546,"-1"-1"1,5 3 0,2 15-308,6 31 682,6 9-570,6 11-127,6 7-55,10 3-253,8 0 56,11-5 339,5-7 203,0-10-86,-4-7 250,-5-11 308,-7-8-248,-6-9-126,-3-4-76,-6-1-554,-6 1-381,-5 4-25,-3 7-36,-1 6-400,0 11 319,3 14-909,5 15-2531,5 14 3985,10 13 1,-3-26-1,4-2 1</inkml:trace>
  <inkml:trace contextRef="#ctx0" brushRef="#br0" timeOffset="14818">12810 2417 26331,'-28'18'270,"0"1"0,-7 14-162,60-17-127,5-3 129,0-6 63,-2-7-118,-3-8 35,-7-7-60,-5-10-72,-7-7-24,-8-3 78,-6-2-82,-4 6-136,-4 5-326,-4 10-1922,-5 7 2454,-8 10 0,14 0 0,-1 4 0</inkml:trace>
  <inkml:trace contextRef="#ctx0" brushRef="#br0" timeOffset="15418">2641 3212 20834,'-52'-14'638,"1"0"1,0 0 0,11 4-202,25 6-258,0 2-134,7 0 128,17 7-27,14 2-85,10 1-16,-2-3 0,4 0-26,4-2 1,4-1-571,16 1 1,7 0 561,-21-1 0,4-1 1,0 0-1,0 0-747,14 1 1,-1-1 0,1 0 735,0 0 0,-1 0 0,2 0-5,-14 0 1,2 0 0,-1-1 0,0 1-4,11 0 1,-1 0 0,3 1 4,-16-2 1,2 1 0,1 0 0,2 0 0,2 0-385,1-1 0,3 1 0,1 0 0,2 0 1,-1 0-1,-2-1 383,-2 1 0,-1-1 0,0 1 1,0-1-1,-1 1 0,1-1-218,0 0 0,0 1 0,0-1 0,-1 1 0,2-1 0,-1 0 217,3 1 0,0-1 1,1 0-1,0 0 1,-1 0-1,-1 0-127,-4 0 1,-2 1-1,0-1 1,0 0-1,2 1 1,2-1 137,2 0 0,1 0 1,3 0-1,0 0 1,1 0-1,0 0 1,0 0-36,-6 0 1,-1 1 0,1-1-1,0 0 1,1 0 0,0 1 0,2-1-1,1 0 32,-3-1 0,3 1 1,0 0-1,2-1 1,1 1-1,-1-1 1,-1 1-1,-1-1 0,-1 1 1,-4-1-5,8 1 0,-3-1 0,-2 1 1,-1-1-1,0 1 0,3-1 0,3 0-1,-8 1 0,3-1 1,2 0-1,2 0 1,0 0-1,0-1 0,-1 1 1,-2 0-1,-2 0 1,-3 0-90,4-1 0,-4 1 0,-2-1 0,0 1 0,-1-1 0,2 1 0,3-1 91,2 1 0,4-1 0,2 0 0,1 0 0,-2 0 0,-1 0 0,-3 0 0,-6 0 0,5 0 0,-4 1 0,-3-1 0,-2 1 0,0-1 0,5 0 0,-1 1 0,1-1 0,-1 0 0</inkml:trace>
  <inkml:trace contextRef="#ctx0" brushRef="#br0" timeOffset="15935">11485 3145 21159,'-49'1'886,"0"1"0,-1 0 1,-16 1-1,10-1-107,18 0-499,20 0-101,29-2 62,27 0-129,-5 0 0,4 0-683,9-2 0,3 0 627,10 0 0,1-2-429,-16 1 1,1 0-1,0-1 237,2 0 0,-1-1 0,1 1 136,3-1 0,1 0 0,-6 0 0,-3 0 0,-5 1 0,-3 1 0,-1-1 0</inkml:trace>
  <inkml:trace contextRef="#ctx0" brushRef="#br0" timeOffset="19251">3667 4661 24895,'13'-11'1126,"1"-7"-902,-2-7-67,10-17-110,-5 16 1,3-1-12,11-8 1,3 1-442,-3 7 0,0 1 408,1 2 0,0 3 25,23 3 186,-16 17-175,12 29-22,-20-2-3,-12 16 0,-6 4-3,-6 3-6,-4 1 1,-2 1-9,-5-16 0,-1-2 3,-2 16 0,-2-1 17,1-12 0,0-2 0,-5 25 50,5-31 747,6-20-696,0-13-96,7-20 20,2-6 0,1-6-14,2-2 0,1-1-190,0-3 0,1 0 178,2-5 1,1 1 8,-2 10 1,0 0 69,5-8 0,0 1 51,5-14-57,-5 19-66,-13 30-6,-3 9 5,1 11 12,4 24-23,2 12-226,-3-13 1,1 1 217,0-1 0,1 0 2,6 20-11,-2-22 1,4-2-23,19 17-39,-9-19 0,5-2-555,12-1 0,5-5-1075,-4-7 0,1-3 1195,4-4 0,-3-3 0,3-4 0,-22-4 0</inkml:trace>
  <inkml:trace contextRef="#ctx0" brushRef="#br0" timeOffset="19435">5212 4409 17447,'52'-26'-1405,"0"1"1,-1 0 0,4-8-1,-6 8 1,13 22 0,-51 3-1</inkml:trace>
  <inkml:trace contextRef="#ctx0" brushRef="#br0" timeOffset="19601">5301 4657 23769,'-5'2'3215,"0"0"-3349,5-2-1070,83-37-3712,-46 25 1,3-1 4857,4-3 0,4-3 1,-6 3-1,-6 5 1,-6 3-1,8-2 1</inkml:trace>
  <inkml:trace contextRef="#ctx0" brushRef="#br0" timeOffset="19992">7292 4467 23562,'-2'-42'858,"-1"-1"0,0 1 1,1-10-1,-1 10-595,-5 14-195,5 22-63,2 13 12,2 13 22,2 20-44,0 18-401,-1-22 1,0 3 226,-1 4 0,1 2-608,1 2 0,1 1-4129,3 1 1,1-3 4506,-2-12 0,1-3 1,6 12-1,-9-31 1</inkml:trace>
  <inkml:trace contextRef="#ctx0" brushRef="#br0" timeOffset="20535">7893 4409 26553,'-12'-19'45,"-1"12"-12,3 38-10,-3 2 21,-4-3 63,0-7 50,2-11 61,3-14 45,4-14-78,4-15-62,7-14-16,9-8-1,9-1-33,6 3-45,3 10-6,3 10-11,4 10-5,4 10-6,4 9-6,1 14-5,-1 13-11,-7 16 27,-12 12-297,-19-21 0,-5 1 278,-8 6 0,-7 0-3,-6 5 1,-7-1-447,-8 3 0,-5 0 457,-3-3 1,-1-3 19,2-5 0,0-4 8,7-9 1,2-5 38,-12-5 1,20-23-1,13-13 1,16-10 514,9-2-548,11 4 917,8 8-956,5 10-6,7 8-106,6 14-381,7 8-499,-27-3 1,1 1-911,2 2 1,0 0 1376,-4-1 1,-1-2-1,8 5 1,-15-9-1</inkml:trace>
  <inkml:trace contextRef="#ctx0" brushRef="#br0" timeOffset="21018">8746 4422 22744,'-4'-6'3159,"1"1"-2487,-12-56-269,11 31-277,-4-9 0,4-1-19,12 9-62,8 4-17,10 4 5,8 7-22,8 6-5,3 8 11,-2 12-12,-4 10-27,-6 13 16,-6 10-16,-8 7 5,-9 7 0,-13 2 12,-5-12 13,-7-18 1,-3-2 2,-8 1 34,-13 5 22,12-23 39,7-9 40,7-9 33,6-6-5,5-5-40,8-3-61,8-1-28,9 0-29,7 7 12,8 7-28,7 12-39,8 14 39,-22-3 0,0 3-286,2 2 0,0 2 272,-1 1 0,-1 1 11,-5-1 0,-4 1-25,2 21-95,-34-5-342,-32-5-339,9-20 1,-5-3 162,-11-1 1,2-2 0,-8 0 0,4-4 0</inkml:trace>
  <inkml:trace contextRef="#ctx0" brushRef="#br0" timeOffset="21934">11901 4335 21864,'-54'1'1060,"0"-1"1,11-2 0,6-1-832,8-1 13,23-8-85,33-2-163,15 1 3,-6 5 0,4 3-600,4 1 1,2 3 585,5 1 1,2 3-26,2 0 0,0 2-20,1 2 0,-2 1-3,-3 1 1,-2 1-20,-8 0 0,-4 1 272,9 11-193,-35 2 10,-40 7 17,1-12 1,-6 0-362,-9 2 1,-3 0 399,-4 2 1,1-2 5,1 0 1,4-2-29,8-3 0,3-1 6,-5 6 28,32-11 836,32-10-875,31-10-34,-16 0 0,3-1-279,5-4 0,2-2 284,-1-1 1,-2-2 14,-4-1 0,-3-1 16,-8-1 0,-4-2 3,-8 0 1,-6-3 33,-4-31-23,-19 9 67,-11 10 1,-6 1 30,5 14 1,-1 1 24,-8-10 1,0 1 964,-9-2-886,14 13-140,13 10-68,14 6-27,13 9 34,16 11-18,16 16-28,-19-8 1,1 3-142,1 6 0,-2 3 116,-1 3 1,-3 2-65,-6 3 0,-5 1-252,-4 2 0,-7-1-966,-8 0 0,-5-1 1302,-7 1 0,-2-4 0,-5 4 0,-1-10 0</inkml:trace>
  <inkml:trace contextRef="#ctx0" brushRef="#br0" timeOffset="22518">13589 4232 25298,'3'-54'220,"0"-1"1,0 5-1,7 5-91,24 3-11,6 7-34,5 10-28,4 10-23,3 8-5,5 13 0,1 7-17,-28-1 1,0 3-7,-1 1 1,-2 3-204,-1 1 0,-2 1 204,15 23-17,-17 1-1,-15 0 18,-19-2 5,-14-4 0,-12-6 17,-6-10 6,-3-9 28,3-9 146,8-12-102,8-6 64,12-8-86,9-1 28,9-1-6,10 3 164,14 3-225,14 4-34,13 6 0,10 8-3,-29 4 1,1 3-224,1 2 0,0 2 212,-1 3 0,-1 2-19,-4-1 0,-3 3-62,12 26 50,-22-14-162,-26 12-252,-22-15-638,-21 2-217,21-17 1,-3-4 652,-5-2 1,2-3 0,-6 0 0,5-4 0</inkml:trace>
  <inkml:trace contextRef="#ctx0" brushRef="#br0" timeOffset="23092">14942 3966 20767,'9'0'4240,"-2"0"-3478,-7 0-129,0 0-320,-3 0-223,-3 3 50,-16 4-51,-12 3-5,-16 2-28,-1-5 73,2-5-78,20-5 16,7-11 6,18-8 22,11-12-6,25-12-44,8 8-34,6 5 6,1 16-6,-10 11-16,9 3 5,11 22-23,-10 8-161,-21-5 0,-3 3 201,3 15-34,-9 15 6,-17-6-3,-5-17 0,-4 2-3,-6 0 0,-5-1-6,-15 9 1,-4-4 16,12-11 1,-2-2 10,-14 5 1,0-7 0,-3-11 11,-1-14 22,16-26-6,18-7-10,10-1-6,13 5 5,6 14-5,10 1-23,20 11 1,1 10 345,4 4-379,8 10-107,-6 0-327,-9-5 0,2 0-482,-6-3 0,1 0-3961,9 0 1,-1-1 4820,-12-6 1,-3 0-1,12-1 1,-22-3-1</inkml:trace>
  <inkml:trace contextRef="#ctx0" brushRef="#br0" timeOffset="23285">15607 3860 25346,'0'-42'244,"-1"1"1,0 1-1,6 15 949,19 38-1126,2 18-50,-8-1 0,-1 3 29,-4-4 0,-2 2-83,0 15 1,-3 4-428,-4-4 1,-2 5-2814,0 1 0,-1 6 0,0-5 2598,-1 0 1,-1-3 0,0 5 0,1-10 0,0-27 0</inkml:trace>
  <inkml:trace contextRef="#ctx0" brushRef="#br0" timeOffset="25310">1258 6542 22075,'-51'-29'813,"0"1"1,4 3 0,13 3-612,26 9-75,21 3-99,22 2-23,-5 5 1,4 0-3,9 0 0,2 2-727,7-1 0,1 2 662,2 3 1,1 2-12,-3 1 0,-2 3 107,-7 3 0,-4 4-104,-10 1 0,-6 4-3,-5 24 51,-36 7 41,-2-25 1,-6-1-269,-7 2 0,-3-2 277,-3 0 0,-2-1 17,1-1 0,0-1-12,4-3 1,2-2 5,-17 10-61,21-11 1055,18-10-971,25-8-45,20-8-12,26-10-381,-22 6 1,2-2 338,5-1 1,0-2 16,0-1 1,0-1-9,-4 1 0,-2-2 318,-6 0 1,-4-2-291,9-22 23,-22-5-323,-23-8 339,-2 26 0,-2-1 25,-5 0 1,-3 0 16,0 2 1,-2 2 114,-20-19 43,3 13 48,8 12 808,11 10-1000,9 7-84,8 8 40,10 10 350,11 14-412,11 17-1,-11-15 1,1 4-514,1 5 1,0 2 347,-1 5 1,-3 1-513,-1 4 0,-3 1-2706,-5 2 1,-4 0 3059,-5-6 1,-1-4 0,-3 13 0,-4-25 0</inkml:trace>
  <inkml:trace contextRef="#ctx0" brushRef="#br0" timeOffset="26326">4044 7468 15989,'-2'-7'2999,"-9"-28"0,-1-10-1749,2-6-1293,-2 2 1,1-2 364,7 14 0,3 3 70,2-23-249,2 23 0,3 1 79,3 1 1,2 2-122,14-8-61,0 12 108,8 18-103,0 12-29,-3 5 1,1 5-12,-3 2 1,-2 2-6,2 2 0,-2 3-17,1 11 1,-5 2 10,-1 3-65,-6-2 1,-2 2 58,-10 9-70,-9-15 1,-2 0 143,-10 14 117,-10-10-50,11-24 112,3-13-51,9-15 432,4-27-521,10-10-73,0 14 0,3 1-5,10-20 2,-4 19 0,0 1 0,-2 7 0,0 1 31,7-12 0,1 1-51,-5 9 1,-1 2 30,2 1 1,-2 2-9,1 1 0,-3 8-28,-9 12 5,1 9 6,-5 13 17,0 18-16,-2 14-1,-1-5 261,0 16-283,11 0-6,7-3-148,-3-27 0,4-3 19,22 8-123,-5-12-1988,1-9 0,1-3 2257,12-1 0,5 3 0,-29-11 0</inkml:trace>
  <inkml:trace contextRef="#ctx0" brushRef="#br0" timeOffset="26960">5705 6837 17132,'-28'-50'2126,"0"0"1,0 6-1,-1 5-1151,-16 1-5952,-5 12 5229,12 11 1227,-6 6-1384,25 7 1002,-7 5-1029,21 5-7,-1 7-38,9-1 3272,23 15-3250,16-6-45,-7-3 0,2-1-59,5-1 0,0 1 45,3 2 0,-1 3 5,-4-1 1,-2 3 2,-7 1 1,-5 3-110,-9-1 1,-7 1 108,-19 30-22,-7-29 0,-6-2-8,-6 0 0,-3-1-62,-3-1 0,0-1-473,0-2 0,0-1-961,4-3 1,1-1 1089,-16 9 0,20-13 0,13-9 1</inkml:trace>
  <inkml:trace contextRef="#ctx0" brushRef="#br0" timeOffset="29667">7011 6736 25158,'23'-53'173,"-3"17"-110,-12 55-30,-3 0 79,-12 22-33,-7-7-23,-11 16-17,2-18 134,-18 1 7,12-20 32,-11-4-32,14-21-80,9-16-27,9-14-39,14-8 11,8 0 16,11 8-27,3 11-17,0 14-34,2 10-6,3 14-16,2 13 6,1 17 27,-6 14-8,-18-20 0,-5 1-315,-4 3 1,-6 1 314,-5 4 0,-5 0 0,-7 2 0,-5 0 5,-5 3 1,-4-1-6,-3 0 0,-2-1 5,0-5 1,0-3 30,3-7 1,0-5 44,-20 0-33,18-30-6,17-20 11,17-16 0,18-5-33,12 0-6,12 8-12,11 8-483,10 9 439,-24 15 0,1 2-185,4 1 1,2 2-424,2 1 0,1 1-1537,0 2 0,0 1 1700,-7-1 0,-3 1 0,9 2 1,-22-2-1</inkml:trace>
  <inkml:trace contextRef="#ctx0" brushRef="#br0" timeOffset="30167">7606 6324 19036,'-1'-5'3904,"0"1"-3439,7-55-179,7 31-205,-3-9 0,3 3-8,16 14-40,-3 9 12,14 6-39,-13 12-12,12 8-5,-13 11 5,-7 9 6,-9 4 34,-11 1-12,-11-1 34,-10-2-16,-7-4-1,-3-6 134,2-8 107,5-9 79,4-6 33,6-10-50,6-2-101,4-6-124,8-1-38,8 2-46,10 2-55,9 4 22,7 4 0,5 8-17,3 7 12,-2 10-18,-5 7 6,-10 5-33,-14 3-34,-20-1-106,-16-2-29,-3-10-2111,-23-1-409,24-16 2739,-14 2 0,28-9 0,0 0 0</inkml:trace>
  <inkml:trace contextRef="#ctx0" brushRef="#br0" timeOffset="30392">8210 5997 26161,'-2'42'52,"-1"1"0,1 2 1,0-1-76,2 0 1,0 1-611,0 14 0,0-1-305,0-18 0,1 1-195,2 21 1,0-7 0,0-22 0,3 11 0</inkml:trace>
  <inkml:trace contextRef="#ctx0" brushRef="#br0" timeOffset="30659">8666 6787 25797,'-1'-47'-846,"18"9"22,16 33 1,7 6-1578,1-4 0,1 0 2401,5-2 0,-3 1 0,7-2 0,-9 0 0</inkml:trace>
  <inkml:trace contextRef="#ctx0" brushRef="#br0" timeOffset="30876">9347 6420 22335,'0'-9'4279,"0"1"-3584,0 8-1,0 0-683,-21-16 34,13 33-28,-19 19-28,21 14-429,2-6 0,1 3 342,1-10 0,1 0-373,0 13 1,2 2-768,3 2 0,4 1 762,4 5 1,1-5 0,-5-21 0,1-4-1,11 24 1</inkml:trace>
  <inkml:trace contextRef="#ctx0" brushRef="#br0" timeOffset="33509">4185 9459 21931,'-17'-54'823,"1"-1"1,0 4 0,6 5-578,13-7-123,10 3-11,12 6-72,9 10-7,5 9-5,5 12 6,4 10-12,1 16-44,-2 16-492,-26-6 1,-2 3 510,-4 6 1,-3 1 10,-3 5 0,-4 1 6,-6 1 0,-4-1-6,-3 0 1,-2-2 13,-3-4 1,-1-1 347,-12 16-208,5-17 263,7-15-257,7-19-28,5-17 62,7-20-17,5-18-164,-1 24 0,1-2 71,2-3 1,1-1-9,0-1 0,1 1 14,1 1 0,0 0-17,-2 4 1,1 2 58,10-21-34,-6 16-11,-5 17-50,-7 11-34,-3 9 12,0 11 648,3 11-671,4 16 17,1 13-45,3 10 0,-6-27 0,0-1-79,3 1 1,2-1-298,2-2 1,3-1-793,4-2 1,3-3 1195,6-3 0,0-2 0,5 1 0,0-7 0</inkml:trace>
  <inkml:trace contextRef="#ctx0" brushRef="#br0" timeOffset="33760">5548 8895 19854,'0'-3'4548,"0"1"-3725,0 2-531,-57 20-23,26 13-132,-15 4 0,1 3-112,26-12 0,3 2 0,-9 14 1,0-1-9,1 8-23,6 5-33,30-16-45,27-28 0,10-7-17,-9-3 0,4-3-808,-2-2 1,7-2-1,1-1 1,-1-1-627,9-1 1,-1-2-1,2 1 1293,-11 1 0,2 0 1,-1 0-1,-3 1 1,20-4-1,-7 2 1,-25 4-1,0-1 1</inkml:trace>
  <inkml:trace contextRef="#ctx0" brushRef="#br0" timeOffset="34459">7333 8874 18425,'3'-5'6290,"0"2"-4491,-3 3-1710,31-52-50,-23 39-22,23-35 17,-30 55-23,-1 2 11,-1 9 1,-6 0 27,-11 9 1,-5-7 21,-10-4-27,12-10 45,-6-9 44,7-12-39,3-7-72,5-4-6,12-20-1,10 13-10,0-8 11,11 11-23,-3 14-5,17 1 33,-1 8-27,11 13 5,-13 5 17,6 23-85,-13 23 65,-14-23 1,-5 2-519,-6 12 1,-8 3 486,-9 0 1,-6-1 19,3-6 0,-5 1-1,-5 2 0,-5 4 0,1-4 26,-2 0 1,0-3 3,3-4 0,-1 1 0,2-5 18,1-7 1,2-7 27,-9-3-33,19-32-11,12-6 28,22-35-28,-3 21-9,12-3 1,4 0 2,16-2-358,-10 13 1,1 1 340,13 2 181,-9 13 0,2 4-673,17 7-550,-16 1 1,1 3 1047,-6 5 0,-4 0 0,5 3 0,-7 1 0</inkml:trace>
  <inkml:trace contextRef="#ctx0" brushRef="#br0" timeOffset="35026">6580 9139 17938,'-7'1'4946,"2"0"-3837,-56 0-370,44-1-380,-45 0-169,65-4-49,11-4-13,15-5-44,17-4-33,11-2-279,-26 9 1,1 1-76,1 0 0,-1 1-2837,2 0 1,-1 1 3139,24-5 0,-22 5 0,-15 3 0</inkml:trace>
  <inkml:trace contextRef="#ctx0" brushRef="#br0" timeOffset="35860">7865 8279 23450,'-15'-23'577,"5"5"-381,13 18-6,0 0 264,-2 0-158,1 0-60,0-3-107,2-4-17,4-8-28,2-6-34,3-5-16,3-1-23,6 1 6,5 4 5,7 7-22,4 4 0,1 6 6,0 4 0,0 9-18,-4 7-4,-4 10 21,-11 6-5,-10 6 11,-17 4 23,-12 1-6,-12-2 0,-3-6 6,1-11 72,8-9 28,6-8-50,8-10-22,4-5-28,4-6 5,4-1-6,5 3 1,5 2-6,8 3-11,5 4-6,8 2-17,5 8 12,6 3 28,1 8-46,-2 2-4,-9 4 32,-11 2-38,-19 2 5,-22 3-22,-24 4-65,14-16 1,-3-1-410,-2-1 0,-2 0-266,4-3 0,1-1-6356,-16 3 7135,22-9 0,14-5 0,10-2 0</inkml:trace>
  <inkml:trace contextRef="#ctx0" brushRef="#br0" timeOffset="36076">8732 7842 22845,'-2'-4'3422,"0"1"-2979,2 3-393,-20 22-33,18 18-34,-6-6 0,0 4-56,9 8 1,3 3-1437,-1 6 1,-2 1 1508,-2-11 0,-2 2 0,1-5 0,2-4 0,-1-2 0,-3-1 0,1 0 0</inkml:trace>
  <inkml:trace contextRef="#ctx0" brushRef="#br0" timeOffset="37617">11084 6860 20907,'8'-49'636,"0"1"1,2 3 0,8 8-559,15 19 1,5 6-1601,0 2 1,1 1 1524,1 0 0,1 2 19,1 3 1,-1 1 183,-8 2 1,0 0-179,6 1 0,1 1-6,-4 1 0,0 3-14,-3 0 1,-1 3 14,23 14 480,-12 9-402,-18 10 50,-13 10-5,-13 12-46,-2-15 1,-2 1-528,1-1 0,-1 0 455,1 0 0,0 1 19,2 8 1,1 0-20,1-2 0,0 3-13,0-10 1,1 6-1,0 1 1,0-2-19,0-3 0,1-1 0,-1 0 0,0 2-343,1 9 1,1 4 0,-1-2 0,1-4 350,-1-2 1,1-5 0,-1 1-6,1 10 0,0 1 0,-2-3-318,0-13 1,0-2-1,-2 1 316,-1 9 0,-2 0 1,-5 1-277,-6 0 0,-4 0 0,-3-3 207,-1-11 0,-3-3 1,-2-1-3,0-3 0,-2-2 0,-2-3-217,-5-6 1,-2-3 0,-1-5-1211,-12 1 1,-2-5 1499,8-4 0,-2 0 0,4-2 0,4 0 0,3-3 0,-25-3 0</inkml:trace>
  <inkml:trace contextRef="#ctx0" brushRef="#br0" timeOffset="38043">12865 7622 19837,'-4'0'3098,"0"0"-825,4 0-2228,25-41 0,13 20-40,7-8 1,6 1-1072,-4 15 0,3 4 1032,-9 1 1,2 1 0,-1 0-99,16-1 0,-3 2 23,-11 1 0,0 1-322,8 0 0,0 0-764,-13 1 0,-1 1-1328,7 0 0,-1-1 2072,-5 0 1,-3 0 0,3 1 0,-13-1 0</inkml:trace>
  <inkml:trace contextRef="#ctx0" brushRef="#br0" timeOffset="38309">13821 7335 18039,'-46'-27'1867,"1"0"0,-6-4 0,5 4-982,12 6-269,-13-6-145,22 9-90,8 7-230,8 4 73,5 4-196,3 1-22,9 5 27,6 5 12,15 8-39,-1 1-18,0 3 1,1 1 6,4 4-7,5 8 1,0 2 0,-16-11 0,-1 1-151,8 11 1,-3 1 57,-11-6 0,-4 1-377,-4 30-808,-22-3-2413,-11-3 3702,-7-4 0,13-24 0,7-6 0</inkml:trace>
  <inkml:trace contextRef="#ctx0" brushRef="#br0" timeOffset="38709">14761 7156 21948,'0'-5'3238,"0"2"-2454,0 3-722,-54-7 5,29 28-50,-7-11 0,1 4 5,16 41-5,16 1-232,17-1 238,16-5-7,-10-27 1,4-4 2,1-1 1,3-4 19,1-3 1,0-3 66,28 0 23,-11-16 17,-13-11 5,-15-13-6,-11-10-44,-10-9-6,-10-4-16,-5 1-51,-10 6-17,-6 11-196,-14 10-440,13 18 1,-3 4-40,-14 3 0,0 3 0,-7-1 0,-4 6 0</inkml:trace>
  <inkml:trace contextRef="#ctx0" brushRef="#br0" timeOffset="50050">16828 1296 19507,'-2'41'1786,"2"6"-1439,3 7-224,-1-21 1,0 0-455,1 4 1,-1 2 383,1 3 1,0 2-545,0 3 0,1 2 521,0 3 1,0 1 8,1 5 1,0 1-33,-2-17 0,1 0 1,-1 1-509,0 3 0,-1 0 0,1 1 512,0 2 0,-1 1 0,0 0 9,0 4 1,-1 0 0,0 1-308,0 2 0,-1 1 1,0 1 317,-1 1 1,-1 2 0,-1 0-16,1-14 1,0 1 0,-1 0 0,0 0-369,-1 3 0,-1-1 0,1 1 0,-1 0 364,-1 2 1,0 0-1,0 1 1,0 0-8,0 1 1,-1 0 0,0 1 0,0 2-213,0-2 0,0 3 0,-1 1 0,1-2 0,1-3 212,-1-3 1,1-4 0,0 0-1,0 4 8,0 3 1,-1 5-1,0 1 1,1-1 0,1-4 9,0-4 1,1-3 0,0 0 0,0 2-3,1 0 0,-1 2 0,0 1 1,0 0-1,0-1-98,1 1 0,0-1 1,1 0-1,-1 1 0,0 0 97,1-1 0,-1 1 1,1-1-1,-1 2 0,1 1-112,0-1 1,-1 2 0,1 1-1,0-1 1,0-1 0,0-3 98,0 7 0,-1-5 0,1 0 0,-1 5 4,1-9 0,0 4 0,0 2 0,-1 0 1,1-3-1,0-2-16,-1 5 0,0-3 0,0-1 1,0 2 21,0-1 1,0 1 0,0 2 0,0 1 0,0 1 5,0-3 0,-1 2 1,0 1-1,1 0 1,-1-1-1,0-1-11,0 4 0,-1-1 1,1 0-1,0-1 1,-1 0-7,1-2 1,0 0 0,0-1 0,-1 1-1,1-2 9,-1-1 1,0 1 0,0-2 0,1 0 0,-1-2 10,0 4 1,0-3 0,0 0-1,0 3-5,0-3 0,0 2 1,-1 2-1,1-1 1,0-1-2,0-1 0,0-2 0,0 1 0,0 0 0,0 2 7,-1 7 0,0 2 0,0 1 0,0-3 0,0-3-16,1-5 0,0-4 0,0 0 1,-1 2 58,1 2 0,-1 4 1,-1 0-1,1-2 0,0-4-46,-2 9 1,1-6-1,-1 3-6,1-5 0,0 1 1,-1 1-1,0 0-3,0-3 1,0 0-1,0 0 1,0-1-11,0-3 1,-1 1-1,1-2 1,-1 1 189,-2 12 0,-1-1 0,0-1-289,0-4 1,0-2 0,0 0-566,-1-4 0,0-1 0,0 0 659,-2-2 0,0-1 0,1-4 0,2-4 0,0-4 0,-10 20 0</inkml:trace>
  <inkml:trace contextRef="#ctx0" brushRef="#br0" timeOffset="51642">19475 2147 21500,'-58'7'1273,"0"-1"1,5 0-1,7-1-1031,4-1 116,16-2-156,28-2-90,10-3-34,15-2-39,17-4-50,18-4-421,-25 6 0,3 0-182,6-2 1,0 1-339,-7 1 0,0 0 952,8-1 0,-6 1 0,-6 1 0,-1-1 0</inkml:trace>
  <inkml:trace contextRef="#ctx0" brushRef="#br0" timeOffset="52251">20443 1975 29635,'0'-35'-386,"1"0"0,0-23 189,4 54 634,-1-1-119,-1 3-14,-1 1 1349,-2 1-971,0-5-751,0 1 329,0-9-10,0 2-319,-1-5 63,-2-4-145,1 5-862,-1-1 95,2 9 922,1 3-157,0 2 147,1 18-53,4 7-72,-1 10 140,1 21 0,-10 3-519,-5-7 0,-3 3 386,1-5 1,-1 2-458,-4 11 0,2-1-171,6-20 1,3-2-4165,5 7 1,2-4 3046,4-2 0,2-3 0,-4-27 0</inkml:trace>
  <inkml:trace contextRef="#ctx0" brushRef="#br0" timeOffset="52867">21158 1911 26934,'-25'-51'270,"9"15"-240,24 45 110,0 4-108,6 11-16,-8-7-43,3 8 22,-9-12 223,-4-5 196,-1-4 573,-8-13-561,1-7-224,-2-16-134,6-10 38,5-7 95,11 2 35,1 12-176,21 2-206,-6 20 666,14 0 370,-2 17-185,8 10-215,5 12-490,0 12 0,-9 10 0,-12 9-562,-20 4 171,-15-28 1,-5-2-208,-17 19 549,-2-20 1,-7-1 190,-8 0 1,-2-2-301,1-1 1,0-2 467,-3-1 0,2-4 382,-6-5 64,21-17-756,15-11 0,13-9 0,13-3 0,11-1-113,14 3 226,10 5-113,8 8 0,7 6-57,5 9 85,-29 0 1,1 0-85,0 3 0,0 0-974,1 2 0,-1-1-1886,20 5 2877,-1-1 0,-34-7 0,-1-2 1</inkml:trace>
  <inkml:trace contextRef="#ctx0" brushRef="#br0" timeOffset="53318">21859 1850 26490,'-3'-6'1277,"1"1"-1430,3-57 255,12 33 81,-5-11 0,4 2 71,22 14 390,4 6-98,-7 10-321,18 5 510,-14 9 172,18 7-139,-9 9-412,0 8-164,-6 8-559,-7 5-246,-13 3-267,-15-2 236,-19-6 204,-15-8 413,-15-10 506,-4-7 335,3-6 108,9-6-108,12-6-814,12-2 0,8-4 0,11 0 0,8 1 0,12 3 0,9 3 0,8 7 0,5 9 0,3 8 0,1 10 0,-3 4 0,-9 4 0,-16 0 0,-24-3 0,-30-4-1622,0-18 0,-6-3 1060,-18-1 1,-1-2 0,22-2 0,3-2 0,-4-1 0,0-1 0</inkml:trace>
  <inkml:trace contextRef="#ctx0" brushRef="#br0" timeOffset="55325">23205 1716 19426,'-50'-2'1713,"0"0"0,6 1 0,9-3-1185,22-6-265,14-2-175,17-3 975,25-3-560,-8 8 0,3 1-1145,13-1 0,4 0 771,-13 4 1,1 1 0,1 0-102,3 0 1,0 2 0,1-1-49,-3 1 1,0 1-1,-1 1-108,13 1 1,-5 3 285,-14 0 0,-7 4-622,-10 13-424,-51 7 1024,-1-10 1,-6-2-23,-11 3 0,-3-1 427,-4 1 0,0 0-305,0-1 1,0-1 329,6 0 1,2-1 70,8-3 0,5-1 1641,-11 3-1606,27-6-672,29-5 0,28-4 0,-6-1 0,3-2 0,10-2 0,2-1 0,6-3 0,1-1 0,2-1 0,-2-1 0,-2-2 0,-2 0 0,-6-1 0,-3-1 0,-9-1 0,-4-3 0,5-23 0,-29-7 0,-24-6 0,3 26 0,-4 2-358,-3 0 0,0 1-134,0 3 1,0 2-471,-17-15-91,11 12-28,12 10 153,9 8 518,7 4 1422,12 11-1226,11 8-81,18 15 105,-14-9 1,2 2-67,4 4 1,0 4 124,1 4 1,-1 3-440,-2 4 0,-5 2 137,-6 5 1,-7 3-589,-11 1 0,-8 0 1049,-15 8 1,-4-5-1,11-23 1,-2-2 0,-4-4-1,0 0 1</inkml:trace>
  <inkml:trace contextRef="#ctx0" brushRef="#br0" timeOffset="56251">25684 1802 19488,'-2'-6'4043,"0"2"-3652,-7-25 0,-2-6 188,4 9-355,-4-12 1,1 1 72,8 17-20,4 1-19,5 2-67,9-1 354,13-2 55,12 0-453,-7 8 1,2 0-631,-3 3 1,1 1 529,-1-1 1,0 2-23,22-1-92,-21 5-169,1 6-134,-11 7-174,-3 16 262,-9-5 145,2 19 1077,-9-8-1072,0 10 54,-2-1 40,-6 4 45,-1-15 64,-10 3 136,-2-16 170,-16-2 86,2-6 2,-6-10 161,15-4 221,1-8-324,10-2-345,2-1-234,13-3 243,8 8 397,14 3 284,-4 5-389,15 6-352,-5 7-67,-5 3 0,1 4 255,20 17-440,-21-9 1,-1-1-1,4 12-561,-9 5-446,-19-10 145,-15 4 404,-29-3 633,-7-13 313,-4-5-497,2-10-1289,15-12 1500,-6-8 1,19 5 0,7-3 0</inkml:trace>
  <inkml:trace contextRef="#ctx0" brushRef="#br0" timeOffset="56841">26869 1523 32767,'-19'-2'0,"1"0"0,10 2 0,-2-1 0,-6-2 0,-7-2 0,-1-2 0,-3-5 0,10-3 0,9-4 0,4 2-943,18-13 138,7 11-91,15-5 49,3 11 104,1 7 268,-7 2 222,6 11 195,8 12-3,-9 1-57,-6 3 0,-3 4 54,-6 10-18,5 9-25,-35 1-3,-21-5 102,-6-9 1,-5 1-260,2-6 1,-3-2 683,-10 3 1,1-4 4,18-10 0,0-3 73,-4-3 0,2-5 432,2-9-173,-3-8-160,25-11-606,14-3-147,9-1 786,12 5-765,9 6 435,8 7 214,5 6-353,7 12-158,5 6 0,-10 3 0,-11 0 0,-1 1 0,3 1-2066,5 3 1,2-2 1969,-15-9 1,-2-1 0,24 10 0,-18-11 0</inkml:trace>
  <inkml:trace contextRef="#ctx0" brushRef="#br0" timeOffset="57034">27567 1509 32767,'-9'-48'-361,"1"0"1,0 5-1,3 9-790,7 20 536,2 11 116,7 16 165,5 16 123,4 20 117,-10-17 1,-1 2-940,-2 5 0,-1 2 210,-2 4 1,-2 1-239,-2-7 1,-1-1 1070,-2 5 1,0-4 0,-1-6 0,-1-2 0</inkml:trace>
  <inkml:trace contextRef="#ctx0" brushRef="#br0" timeOffset="57691">25064 1915 26254,'-38'-17'-245,"25"2"38,76 9 1062,-28 2 0,2 1-676,-1 0 0,-1 1 471,21-1-25,-19 3-308,-21 3 348,-25 3 178,-20 4 267,-25 3-838,19-5 0,-2-1-204,-5 0 0,0 1-65,-1-1 1,0 0-4,4 0 0,1-1 0,-24 4 0,20-3 0,20-4 0,15-2 0,46-5 0,12-5 0,-3 2 0,4-1 0,-1-1 0,2-1 0,2 0 0,1 0 0,-2 1 0,-2 2 0,-8 1 0,-5 0 0,10 1 0,-26 3 0</inkml:trace>
  <inkml:trace contextRef="#ctx0" brushRef="#br0" timeOffset="64609">21476 3540 16454,'0'-61'1689,"1"-1"1,0 0 0,0 6-284,-2 7-723,0 5-481,0 24-90,0 30-51,7 21-16,-1 9-23,0-4 1,0 2-1,-2-2 1,-2 2-12,0 25 0,-1 1-264,-1-20 0,-2 1 247,-3 1 1,-3 3-1,0-7 0,-7 10 12,0-8 0,-3-4 50,-8-8 61,-7-6 40,1-25 45,-5-32-146,13 1 5,8 2 1,0 0 27,-9-8 40,-9-5 34,-2 13 28,-9 12-158,16 12-5,-2 12-11,23 9 28,4 7 95,26 13-67,-1-12 33,14-4 1,4-4-51,5-4 0,1-2 0,3-2 0,-4-5 0,0-1-29,-2-1 0,1 0-2,3-3 1,-2-1 7,13-4-194,-17-1 10,-1 0-2745,-1 3 2896,-6 1 0,-5 2 0,-16 1 0</inkml:trace>
  <inkml:trace contextRef="#ctx0" brushRef="#br0" timeOffset="65219">20438 5289 18571,'-3'-49'1256,"0"-1"1,1 1 0,-2-3 0,0 0 0,-1 11-612,-3 3-483,-1-4-44,1 30-107,4 23-5,-2 15 16,1 23-25,2-17 1,2 2-369,-1 5 1,2 2 204,1 3 1,1 2-368,1 2 1,1 0-938,2 2 0,1 1-3446,1-2 1,1-1 3715,-3-13 1,0-3-1,4 13 1,-8-34-1</inkml:trace>
  <inkml:trace contextRef="#ctx0" brushRef="#br0" timeOffset="65768">20928 5327 22134,'8'-52'1034,"1"-1"0,-1 6 0,-2 10-809,-4 20-180,1 9-17,2 9 0,4 9-6,2 7 6,0 10 0,-5 3 6,-8 4 10,-7-3 52,-7-6 66,-1-10 0,0-12-44,5-15-28,3-14-12,5-13 17,9-11-11,6-4-11,9 0-23,3 8-27,1 12-18,-1 14-10,3 11-1,3 9 6,5 13-33,3 11-12,-3 15 34,-7 11-12,-11 10-259,-15-26 1,-5 0 281,-5 3 0,-5-1-6,-7 1 1,-5-2 5,-4-2 0,-4-2 11,0-5 0,-1-4 14,4-5 1,1-4 58,-19 1 28,16-20-23,14-8-33,11-9-11,8 0-22,8 5 534,9 4-579,9 5 5,11 5-28,12 4-67,12 5-28,-28-1 0,1 0-484,2 2 0,0 0-26,0 0 0,0 0-899,0-1 1,-1-1 1548,4-1 0,-3 0 0,3-1 0,-4-2 0</inkml:trace>
  <inkml:trace contextRef="#ctx0" brushRef="#br0" timeOffset="65968">21789 5120 18280,'2'-7'5948,"-1"1"-4822,-1 6-515,7-64-320,-5 45-266,3-19 0,-2 11-8,-3 31-22,0 11 5,0 16 5,-1 16-134,-1 12-482,1-24 1,0 1-603,-1 1 1,2 2 1212,0 2 0,1-2 0,0 6 0,1-8 0</inkml:trace>
  <inkml:trace contextRef="#ctx0" brushRef="#br0" timeOffset="66719">21507 5080 12550,'-2'-2'7438,"0"0"-4133,2 2-2874,5-66-112,6 38-207,-3-12 0,5 2 68,17 18-52,6 6-49,1 4-40,0 6-17,-5 8-5,-1 6 17,-4 9-34,-2 7-11,-7 8 11,-6 5 0,-10 5 11,-12 1 11,-13 0 6,-11-3-5,-4-5 27,4-10 68,9-8 251,10-11 136,10-4-203,8-9-156,2-3 39,8-12-152,-3 7 40,4-8-39,-3 11-6,4-1 5,4 4-22,11 8-11,-7 3 6,15 13-6,-10 7 11,5 13-16,-6 4-7,-9 1 18,-12-5 5,-16-3-5,-16-5-17,-16-4-85,-9-6-400,19-12 1,-1-1-4317,-17 0 3964,4-7 0,27 0 0,11-3 1</inkml:trace>
  <inkml:trace contextRef="#ctx0" brushRef="#br0" timeOffset="70577">21829 6330 17944,'0'-9'3035,"0"-29"1,0-6-1865,-1 9-838,1-10 1,0 2 47,0 21-247,0 12-84,0 5-16,3 13-23,4 10 12,5 16-23,0 11 0,-3 11-168,-5 5-146,-6-29 0,-2 1-547,0 0 1,0 0-2198,-8 28 2231,1-7 1,5-25-1,3-10 1</inkml:trace>
  <inkml:trace contextRef="#ctx0" brushRef="#br0" timeOffset="70918">21886 6124 17921,'0'-4'4538,"0"1"-3071,0 3-1165,-62 22-61,32 1-168,-11-2 0,-1 2 39,4 17-6,-3-5 56,3-7 202,10-9 113,11-10-107,9-13-90,12-11-62,9-13-33,13-9-6,8-3-22,4 3-34,-2 7-50,-3 8-40,-4 11-44,0 5 6,3 12-29,5 6-397,5 14-1995,2 9 2426,-6 14 0,-16-22 0,-9 1 0</inkml:trace>
  <inkml:trace contextRef="#ctx0" brushRef="#br0" timeOffset="91618">22974 5106 19910,'4'-56'1376,"1"1"0,-3 6 0,-5 11-1219,-8 23-129,-3 14 22,-6 23 6,-4 19-45,0 3 0,-1 5-963,0-1 0,-1 2 789,4-6 1,-1 2-1,1-3-265,-1 4 0,1-2-1481,3-7 1,0 2 0,1-3 1908,0 0 0,2-2 0,0-4 0,3-2 0,-1 3 0</inkml:trace>
  <inkml:trace contextRef="#ctx0" brushRef="#br0" timeOffset="91985">22643 5035 14790,'0'-10'3044,"-8"-27"1,-3-2-2519,2 18-185,-4-17 1,-3 6-263,7 30 179,-13 19-146,8 9-56,-10 23-11,8 6-28,4-8 22,8 12-3398,18-8 3382,-2-9 134,27 3 67,-12-35-101,5-1 123,-4-22 213,-1-20-111,-3-6-40,-2-14-96,-13 6-66,-9 4-79,-3 11 45,-9 1-106,3 19 3375,-3-2-3471,1 19-268,3 10-214,0 4-5802,1 33 6374,5-18 0,0 6 0,3-23 0</inkml:trace>
  <inkml:trace contextRef="#ctx0" brushRef="#br0" timeOffset="92361">23411 5274 21052,'0'-4'2896,"0"0"-2532,0 4-190,-72-20-113,42 25-44,-14-9 0,3 5-11,22 23 10,4 19-4,10-12-7,10 12 18,10-15 5,12-6 39,5-10 78,1-7 40,-2-13 90,-6-8 78,-9-13-51,-9-6-190,-8 5 152,-14-18-152,-3 19-40,-8-10-49,5 18-46,6 9-61,4 7-420,4 11-1591,4 9 2095,4 14 0,0-12 0,3 2 0</inkml:trace>
  <inkml:trace contextRef="#ctx0" brushRef="#br0" timeOffset="92635">23896 4884 23847,'6'-42'786,"-1"1"0,0 5 1,-2 9-647,-2 20-107,-1 18-22,0 2 17,-2 41-28,-2 0-489,0-10 1,0 2 448,-2 0 1,0 1-297,-1 5 0,-2 1-1020,1 4 1,-1 1 1355,0 4 0,0-3 0,4-24 0,0-3 0,-1 23 0</inkml:trace>
  <inkml:trace contextRef="#ctx0" brushRef="#br0" timeOffset="93018">24374 5143 19776,'2'-8'4547,"-1"1"-4205,1-23 0,-3-4-18,-4 16-268,2-18 1,-3 8-1,-13 34-22,-3 11-18,-3 16-4,3 10-7,7 10-276,6 4 282,11-2-33,13-5 16,10-11 12,10-13 16,4-13 23,3-15 5,-2-13 45,-5-15 306,-7-10-261,-11-8-6,-10-6-28,-13 2 18,-7 0 16,-10 7 0,-3 8-28,1 10-84,3 11-45,7 8-45,5 9-240,3 11-1228,4 12-6625,13 13 8155,3-1 0,2-12 0,-5-11 0</inkml:trace>
  <inkml:trace contextRef="#ctx0" brushRef="#br0" timeOffset="93568">24985 5029 24802,'43'-21'-44,"0"0"1,0 1-1,16-8 1,-6 12-181,3 34-90,-12 6 551,-16 4-399,-13 2 312,-20 2-156,-18-2 34,-18-2 11,-15-3-109,26-14 0,0 1 115,-1-1 0,1-1 61,-21 9 268,13-3-318,16-4 90,12-2 62,18-4-91,12-2-50,19-4 279,14-5-335,-21 0 1,-1-1-4,1-3 1,-2-1 13,25-18 12,-15-7 16,-14-11 34,-15-6 39,-14-5-199,-8-1 333,-5 3 68,0 8-39,4 9-17,4 10-73,4 12-124,3 8-77,0 4 10,3 12 46,6 10 160,9 19-251,11 15 9,-12-21 1,1 3-444,1 3 1,-1 1-266,-2 1 0,-1 0-2808,-4 0 1,-3 1 3546,-4-7 0,-1-3 0,-2 8 0,-4-17 0</inkml:trace>
  <inkml:trace contextRef="#ctx0" brushRef="#br0" timeOffset="94251">26782 4879 23422,'7'-55'636,"0"0"1,0 1-1,5 9-484,9 14-85,12-1-16,9 8-35,-10 15 1,0 4-22,14 0-1,-10 8 1,0 3-23,13 15 25,-19-5 0,0 3-6,2 7 1,-3 3 5,-9-3 1,-2-1-10,11 26-21,-25-5 22,-21-11 27,-15 7 29,-17-6-12,16-20 1,-1-3 56,-20 2-12,6-6 118,20-15 12,17-4 60,5-12-161,13 3-46,12-1-38,2 8 5,16 5-17,-3 4-17,11 4 1,13 12-6,-9 6 11,-3 5-12,-9 8 12,-16-4 6,-7 16 5,-17-9 0,-18 4-11,-4-17-11,-19-3-95,2-12-314,-17-1-631,24-8 1,1-2 1050,-24-6 0,16 1 0,21 1 0</inkml:trace>
  <inkml:trace contextRef="#ctx0" brushRef="#br0" timeOffset="94568">27031 5540 24021,'52'-19'-1014,"-9"3"552,3 15 0,6 2-1371,-2 0 0,0 0 757,-2 0 1,-2 1-1084,0 1 0,-5 0 2163,-5 4 0,-19-4 0,-14 0 0</inkml:trace>
  <inkml:trace contextRef="#ctx0" brushRef="#br0" timeOffset="94728">27074 5621 12679,'-7'1'8704,"2"-1"-6738,5 0 359,0 0-2180,-4 1 62,36-8-195,2 1-189,2 0 1,4 1-2116,-4 1 1,1 0 2291,-4 2 0,-3 0 0,9 1 0,-19 1 0</inkml:trace>
  <inkml:trace contextRef="#ctx0" brushRef="#br0" timeOffset="104993">20459 7758 19008,'2'-6'5489,"-1"1"-4638,8-57-570,-7 43-102,3-16 0,-1 5-44,-4 27-107,0 2-6,0 19-11,0 9 6,-1 9 5,-6 18-94,-6 2-558,3-20 0,0 1-524,-1 2 0,1 1-3762,2 6 1,1-1 2999,-1 10 1,6-5 0,2-41 0</inkml:trace>
  <inkml:trace contextRef="#ctx0" brushRef="#br0" timeOffset="105577">20996 7733 21915,'0'-3'2924,"0"0"-2185,0 3-632,19-19-57,-10 17-5,14-12-34,-17 20 40,-3 3 38,-1-1 130,-3 1 27,-2-4 28,-3-1-150,0-5 55,-6-6-6,0-6-5,-1-9-50,5-14-62,11 3-34,3 0 12,12 4-23,3 9 28,19-6-33,0 12-34,13 4 6,-16 12 5,9 10-39,-1 20 28,-4 9-170,-21-13 0,-5 3 154,-6 30 30,-16-25 0,-4-1 2,0-6 1,-3 0 16,-13 8 1,-5-1 14,-6-3 0,-3-2-18,0 0 1,-1-3 8,-3-1 1,0-5 16,-12-4 11,22-13 39,15-14 57,23-16-23,9-4-12,15-6 7,6 10-85,-5 10-5,8 6-45,-2 6-14,-2 8 0,3 2-84,-4 0 0,2 1-1080,8 5 0,0 1-397,13 7 1031,-18-6 0,-4-1 1,-9-3-1,11 4 1</inkml:trace>
  <inkml:trace contextRef="#ctx0" brushRef="#br0" timeOffset="108110">22423 7583 19972,'2'-6'4525,"0"0"-4055,-2 6 421,0 0-795,3-36-24,-18 48-10,-9-13-51,-11 46-440,7-11 0,-1 2 409,3-4 1,1 2-312,1 0 1,-2 3-1,2-1-1243,-4 10 0,2 0 1574,-1 7 0,4-4 0,4-4 0,9-13 0</inkml:trace>
  <inkml:trace contextRef="#ctx0" brushRef="#br0" timeOffset="108486">22138 7566 18218,'-2'-6'5025,"0"1"-3816,2 5-862,-66-38-223,40 32-18,-22-7 0,2 6-66,24 23-7,-16 31-16,28-13-17,5 18 6,13-20-1,16 2 46,15-12 16,1-4 34,7-8 62,-16-17-79,-9-2 196,-2-19-84,-14 3 0,1-12-34,-14 5-84,-3 4 1,-4 5-46,2 8-5,0 6-28,1 7-72,-6 15-388,3 8-1203,0 19-191,9-6 1854,11 22 0,-4-36 0,5 11 0</inkml:trace>
  <inkml:trace contextRef="#ctx0" brushRef="#br0" timeOffset="108853">22760 7942 21976,'0'-4'3530,"0"1"-2679,0 3-840,-67-22 39,43 30-47,-14-13 0,4 6-31,26 30 22,10 0-10,9-4 16,8-5 5,6-8-5,-4-6 23,10-6 27,-11-10 62,5-6-6,-11-8 6,-7-3-28,-8 1-61,-9 3 5,-7 5-28,-7 7-45,-2 5-157,1 9-845,7 4-2706,8 10 3753,10-1 0,2-5 0,2-6 0</inkml:trace>
  <inkml:trace contextRef="#ctx0" brushRef="#br0" timeOffset="109076">23292 7671 24111,'0'-8'1419,"1"-23"1,1-4-932,-2 8-340,0-9 0,0 3-36,-2 19-78,-4 11-17,-2 17-34,-7 16 0,-8 22-286,10-18 0,0 2 0,-1 6 1,1 2-1006,0 2 1,2 1-1690,1 3 1,2-1 2720,1-6 0,2-4 0,0 12 0,4-24 0</inkml:trace>
  <inkml:trace contextRef="#ctx0" brushRef="#br0" timeOffset="109476">23676 7765 26194,'-55'28'84,"12"8"-78,40 20-17,11 0 11,11-2-11,13-8-1,7-10 29,1-13 11,-3-12 17,-3-17 11,-2-11 78,6-25-66,-13 8-12,-9 5 0,-4-2 72,-5-19-222,-3 17 0,-3 0 186,-4 1 1,-3 1 81,-16-24-45,-17 12-17,-11 13-51,-2 13-27,7 8-34,12 16-135,14 11-553,11 14-1570,17 11 2258,19 12 0,-9-24 0,4-1 0</inkml:trace>
  <inkml:trace contextRef="#ctx0" brushRef="#br0" timeOffset="110043">24608 7724 25724,'-13'-40'114,"-1"-1"0,6 6 0,9 7-165,45 23-16,-14 6 0,1 3-71,5 2 1,2 1-508,0 3 1,0 3 448,-1 0 0,-1 2-79,-4-1 1,-1 2-442,20 17 414,-18 1-51,-22 2 387,-29-1-6,-23-1 22,10-18 1,-3-2-283,-4 0 0,-1-1 439,-2-1 0,0 0 67,2-2 1,1 0 617,-24 6-601,18-3-134,21-5 134,13-4 1,16-2-197,14-3-44,19-5-29,14-5 170,-25 3 1,1-1-131,26-16 16,-11-8 17,-14-13 28,-13-5 68,-11-5 106,-6 2 27,-4 5 1,1 5-11,0 9-34,1 10-67,0 10-124,0 8-33,0 5-28,-5 20 346,-4 5-374,-6 22 22,-2 4-72,2 6-525,6 6-298,11 2-340,4-32 0,3 1 1213,3 0 0,2-3 0,3 4 0,-1-8 0</inkml:trace>
  <inkml:trace contextRef="#ctx0" brushRef="#br0" timeOffset="110486">25860 7603 21750,'-4'-6'3350,"1"1"-2987,-5-23 0,4-7-94,13 8-185,-6-11 0,6 3 5,34 17-64,-8 13 1,1 1-21,16 2 14,-14 4 1,0 3-8,9 10-29,8 12-6,-12 8 6,-27-6 1,-3 2 16,1 14-3,-15-9 0,-6 1 9,-21 16-524,5-20 0,-2-1 524,-5-3 0,-1-2-6,1-3 0,-1-1-24,0-2 0,2-1 24,-6 4 80,10 1-13,25-14 22,13 0 12,31-5-67,-6-2-18,0-5 1,3 0-39,-4-1 0,1 1-533,15-1 1,4 0-823,-14 1 1,1 0 0,-1 0 933,18 1 1,-4 0-1,-16-1 1,-6 1-1,7 0 1</inkml:trace>
  <inkml:trace contextRef="#ctx0" brushRef="#br0" timeOffset="112460">20886 9852 17552,'0'-61'1910,"0"1"0,1 4 0,0 3-1423,0 12 0,0 3 129,1-20-224,-2 20-223,0 18-124,0 13-12,1 16-5,2 15-22,2 21-1,1 18-152,-3-26 1,0 1 140,0 2 0,0 1-298,0 1 0,-1 0 309,0-1 1,0-1-3,-1-3 0,-1-1 8,-3 24 6,-2-16 89,-3-17 62,2-14 157,1-18-291,1-15 0,2-19-12,1-14-14,1 20 1,0-2-1,0-3 1,1 0 83,-1-2 1,1 0-68,0 1 1,0 2-10,0 3 1,1 1 35,-2-17-7,1 16-62,-1 18-16,0 9 38,1 31 12,1 3 33,0 36-66,0-24-7,1 20 18,0-23-18,1 7 519,-2-9-456,0-9-7,-2-14 51,-2-6-22,-3-11-34,-4-7-39,-4-9-85,-1-5-391,2 1-1703,2 6 2190,4 8 0,3 7 0,3 4 0</inkml:trace>
  <inkml:trace contextRef="#ctx0" brushRef="#br0" timeOffset="112743">21955 9624 25612,'-30'31'12,"0"1"1,-1-1 0,-7 7-1,5-1-175,12-1 1,6 0-664,2-5 0,2 2-4090,-4 13 1,3 0 2457,-3 11 0,7-9 1,6-40-1</inkml:trace>
  <inkml:trace contextRef="#ctx0" brushRef="#br0" timeOffset="113119">21582 9603 23944,'-47'-22'61,"0"0"1,0 9 0,8 13-23,15 41 264,5 13-258,22-12-28,6-12 119,16 1-46,3-9 74,1-5 32,1-5 135,-12-16-247,-6-3 156,-3-17-100,-6 3-11,-5-12-28,-6 8-62,-4 4-22,2 8-34,2 4-201,4 7-325,5 8-1519,9 9 2062,15 15 0,-10-12 0,6 1 0</inkml:trace>
  <inkml:trace contextRef="#ctx0" brushRef="#br0" timeOffset="113476">22461 9964 25057,'-51'-1'138,"0"-1"1,6-2-1,10 7-76,23 21-23,10-6 6,8 10 11,10-6 28,10-5 28,5-4 39,5-6 95,-2-6-27,-4-9-23,-8-6-96,-9-2 152,-4-16-128,-9 9-46,-6-11-22,-6 11-28,-6 5-34,-2 7-10,1 5-259,0 6-918,1 9-2818,5 7 4011,5 4 0,5-6 0,3-5 0</inkml:trace>
  <inkml:trace contextRef="#ctx0" brushRef="#br0" timeOffset="113710">23002 9729 25287,'1'-54'696,"0"1"0,0 6 1,0 10-630,-1 23-72,-1 13 10,-3 18 1,-2 17-62,-1 21-166,4-21 1,2 1-862,-1 5 0,1 2-1818,2 4 0,1 0 2528,0-3 1,0-3-1,2 12 1,-1-22 0</inkml:trace>
  <inkml:trace contextRef="#ctx0" brushRef="#br0" timeOffset="114086">23544 9645 23567,'0'-6'2465,"0"0"-1367,0 6-1065,-6-24-27,-8 41 5,-9-11-5,-4 50-12,7 1 28,10-2-44,18-4 0,17-6 22,16-10-23,8-10 29,3-14 11,-6-17 16,-7-12 18,-10-16-12,-12-10 28,-10-6 6,-14-3-34,-11 1-208,-12 4 203,-4 8-12,1 8-27,7 9-376,10 10-1613,8 9 1994,7 13 0,1-5 0,1 7 0</inkml:trace>
  <inkml:trace contextRef="#ctx0" brushRef="#br0" timeOffset="114769">24556 9665 21002,'-3'0'2952,"1"0"-1754,2 0-1019,40-70-116,3 39-649,-1-12 1,5 2 599,-4 27 0,1 6-8,3-1 0,0 3-6,-2 1 0,0 2-34,-7 4 0,-3 3 262,14 11-245,-29 13 6,-32 9 27,-28 5-179,11-19 1,-4-2 167,-4 1 1,0-1-4,0-1 1,0-1-9,6-1 1,1 0 16,-13 12 13,20-3 877,18-5-890,19-5 12,16-6 16,21-5-25,-20-6 0,2-1 15,4-2 1,0-1-5,-2-2 1,0-3 16,-4-1 0,-2-3 35,13-20-9,-16-11-7,-14-9-236,-10-8 321,-8 1 89,-7 5 39,-4 12-72,1 13 279,3 12-419,6 9-27,4 6-35,3 9 280,0 9-274,6 16 5,4 14-17,8 12-346,-6-26 0,1 1 299,0 0 0,1 1-180,-1 0 1,-2 1-422,-2-1 0,-4-1-1452,-11 31-2571,-18-8 3905,-6-14 0,7-17 0,11-14 0</inkml:trace>
  <inkml:trace contextRef="#ctx0" brushRef="#br0" timeOffset="115036">26123 9446 23287,'0'-7'3372,"0"2"-2812,0 5-140,0 0-364,-9-28 17,11 66-67,-5-37-6,7 38 0,8 15-28,-4-17 0,0 1-920,3 13 1,0 2-1431,-2 3 1,-1-1 1771,-2-5 1,-1-3-1,0 15 1,-4-28-1</inkml:trace>
  <inkml:trace contextRef="#ctx0" brushRef="#br0" timeOffset="118086">20678 11638 18315,'4'-45'885,"-1"1"0,0-1 1,2-15-1,0 6 335,0 19 1,0 5-801,2-9 455,-3 13-802,-3 19 295,-1 10-340,-1 12-17,-6 31-11,1-7-11,-4 9 0,-2 4-174,3-14 0,1 0-76,-3 9 0,1 1-1727,2 5 0,1-2 1382,4-14 0,0-2 1,-2 25-1,5-27 0</inkml:trace>
  <inkml:trace contextRef="#ctx0" brushRef="#br0" timeOffset="121848">20817 11460 8304,'3'-3'8133,"-1"1"-2324,-2 2-5445,17-44 297,-13 30 100,13-34-442,-17 45-123,-1 0-117,-1 4-40,-2 2 73,-12 13-78,3-3 61,-29 34-45,11-8-1004,8-7 1,0 1 987,-7 16-29,14-17 0,0 3 51,3 1 0,1 1-26,2 1 1,1 0-145,1 3 0,4 0 158,14 16-20,3-17 43,29 4 22,-2-24-39,-10-7 1,1-4 61,24-8-5,-1-16 1853,-2-12-1918,-27 8 0,-1-3 5,0-3 1,-2-2-216,0-5 0,-2-2 196,-2-3 0,-3-3 3,-2-2 0,-3-1 2,-2 0 1,-3 1 138,-1 10 1,-3-1-117,-6-8 0,-4 1 17,-9-10-191,3 17 1,-3 2 168,-17-11-29,-2 14-5,7 11-23,-22 17 12,9 16-6,11-1 0,0 3-3,3 3 0,2 4 11,0 2 1,2 2-9,-12 18 0,15-6 0,3 2 3,9-12 0,1 1-20,-2 14 0,2 2 8,5-10 1,4-1 5,3-3 1,3 0-21,11 26 23,4-19 39,25 0-39,-5-24 8,-9-6 1,1-5 2,27-14-8,-29-2 0,-1-2 8,17-16 8,-11-1 1,-2-5 5,-11 7 1,-2-2-121,11-13 1,-3-4 113,-9 5 1,-5 0 8,-3-1 0,-3 1-20,-2 9 1,-4 0 19,-10-12 0,-4 3-12,-4 1 1,-13 0 0,-5 4-257,-12 7 237,11 11 1,0 4 13,-10 9-3,11 16 1,1 8-15,-15 23-279,13-8 1,1 4 281,5 2 0,3 1-17,0 6 1,3 1-68,2 2 0,4 2-300,3 1 1,4-1-34,3-12 0,6 0 420,18 17 0,5-6 0,-8-15 0,6-7 0,0-1 0</inkml:trace>
  <inkml:trace contextRef="#ctx0" brushRef="#br0" timeOffset="128227">19624 5034 20405,'-49'-28'377,"1"0"0,2 1 0,5 7-209,7 16 9,-5 1-121,-15 4-22,0 6 9,8 2-29,10 0 0,2 3-31,-11 8-8,15-6 0,2 3-26,-4 14 36,11 3-2,11 4 12,5 5 22,5 7-12,3 9-258,-2-26 0,1 0 258,0 4 1,-1 1-3,0 3 0,0-1-1,0-6 1,0 0 16,-1 11 1,0 0-3,-1-4 0,-1 2-4,1 2 0,-1 4 0,-1-1-4,1-4 1,-1 0 0,0 2-627,0 8 0,0 2 0,0-4 622,0 3 1,0 1 1,1-2 1,0 5 0,0-2 3,1-14 0,0-2 0,-1 3 3,1 2 0,-1 3 0,0 0 0,0 0 1,-1 7 0,0-1 0,0 1 9,-1 2 0,-1 0 1,0 1-5,-1 1 1,0 0-1,-1 0-15,-1 2 1,1 1 0,-2-1-470,3-14 1,-1 0 0,1 0-1,-1 0 465,1 0 1,-1 1-1,1-1 1,1 0 3,-1 1 1,1-1 0,0 1-1,1-1-482,0 1 0,1 0 0,0-1 1,0-2 481,1 5 1,0-3 0,1 2 18,0 8 0,0 3 0,1 1-227,1 0 0,0 1 1,0 0 232,-1-14 1,0 0 0,1 0 0,-1 1-8,1 7 1,0 0 0,0 1 0,0-3-169,-1 8 1,0-2 0,1-3 160,-1-11 1,0-2 0,0 3 46,0 1 0,-1 4 0,1-1 0,-1-3 74,0-1 1,0-2 0,0 3-99,0 0 0,-1 4 1,1 1-1,-1-3 2,0 8 0,-1-3 0,1 1-6,-1 1 1,0 0 0,-1 1-3,1 0 1,-2-1-1,1 2 0,-1 0 1,0 0 0,0 1-8,-1 0 0,0 1 1,0 0 140,0-1 0,1 1 0,0-1-162,1-1 1,0 0 0,1-1-8,1-2 0,1-1 0,3-1 34,2-3 0,2 0 0,1-2-125,1 6 1,5-1-2376,8-7 0,7 2 0,-1-7 2468,2-5 0,0-5 0,4 9 0,-2-5 0,0-12 0</inkml:trace>
  <inkml:trace contextRef="#ctx0" brushRef="#br0" timeOffset="139686">11812 14185 21657,'-8'-43'972,"0"1"1,1 2 0,2 11-872,4 24-90,5 4 17,17 18-16,7 7-12,7 8 22,7 13-33,-7 0-12,-14-16 1,-2 3-43,-2 9 1,-5 2-242,-5-7 0,-5 0 297,-5 4 1,-5-3 25,-12 4 172,-16-14-105,9-22-11,-4-13 28,13-29-95,19-11-23,8-5-220,6 22 0,4 2 94,1 5 0,4 1-845,17-12 0,5 1-553,-3 6 1,2 3-2979,10-3 0,0 4 4519,-14 8 0,-3 4 0,11-4 0,-25 9 0</inkml:trace>
  <inkml:trace contextRef="#ctx0" brushRef="#br0" timeOffset="140319">12632 14088 17115,'-4'1'5764,"1"1"-5003,3-2-582,-65 42 1,44-25-108,-17 8 1,12-3 280,42-16-202,13-12-61,24-10-40,-10-4-243,-15 5 1,0-1 288,14-13 2,-15 7 0,-2-1 42,7-18-11,-9-6-45,-17 18 191,-8-4-96,-5 10 39,-12-5-128,-1 12-12,-7 6-61,10 11 356,-3 12-367,5 7-34,-6 23 17,7 0-6,3 12-5,13-6-3426,7-1 3392,2-10-420,21 12-96,1-21 244,-8-10 1,3-3-161,28-5 112,-9-11 208,11-20 159,-30 2 1,-2-4 47,-1 0 0,-1-2 37,0-3 0,-4-1 131,0-14-78,-11 13 363,-4 0-150,-3 18 3109,-1-1-3423,-1 11 32,-2 13-49,2 5 325,-1 20-330,6-4 5,6 7-11,7-9-6,7-6 6,3-8 6,-4-8 78,12-20-22,-7-9 28,10-17 22,-7-7-17,-5-4-50,-4-1-28,-2 1-62,-1 4-314,3 6-1411,-1 9-8061,0 10 8476,-7 10 0,-6 6 1,-6 3-1</inkml:trace>
  <inkml:trace contextRef="#ctx0" brushRef="#br0" timeOffset="140703">13879 13918 22537,'-2'-3'2016,"0"1"-2050,2 2-285,70-62-1435,-24 42 1081,5-14 1,2 4-1652,3 28-1361,-10 11-1594,-18 11 563,-18 12 4873,-23 7-157,-18 5 1083,8-22 1,-2 0 1159,-3-1 1,-1 0-267,1-2 1,-1 0 957,-23 12-221,11-8-1162,14-9-763,14-8-565,15-8-151,14-7-67,16-7-135,16-6-140,-19 10 0,2 0-448,3-1 1,2 0-775,2 0 1,3-1-1414,3 0 0,1 1 2271,-3 0 1,-3 2-1,13-3 1,-21 5 0</inkml:trace>
  <inkml:trace contextRef="#ctx0" brushRef="#br0" timeOffset="141009">15045 13688 25858,'-37'3'71,"0"-1"0,2 3 0,5 5-54,2 34-6,8 5-16,7-1 10,11-3 1,12-9-1,12-7 18,13-10-12,8-7 23,4-12 33,1-10 67,-4-10 101,-8-9 62,-12-8-45,-10-8-101,-15-3-78,-14-1-95,-13 7-779,-14 11 801,-14 14 0,25 10 0,0 7 0</inkml:trace>
  <inkml:trace contextRef="#ctx0" brushRef="#br0" timeOffset="143511">11953 16117 21030,'-5'-7'3781,"2"2"-3549,-16-24 0,-1-5-52,10 12-147,-9-14 1,7 4-28,22 23 28,37 7-29,4 11-278,-12 0 1,2 3 272,-5 5 0,-2 4-14,-2 3 0,-3 3-6,-6 3 1,-6 3-23,-5 2 0,-7 1-15,-9 4 1,-5-1 36,-6 1 1,-5-2 24,-3-3 1,-2-4 30,2-7 1,-1-4 76,-14-2-18,14-31 0,12-22-45,14-23-25,3 23 1,4-1-373,4-4 1,3 1 349,4-1 0,3 1-48,5 0 0,3 1-311,3 3 0,3 2-714,3 3 1,1 3-2298,1 2 1,1 4 3031,-5 5 1,-3 2 0,10-3 0,-21 10 0</inkml:trace>
  <inkml:trace contextRef="#ctx0" brushRef="#br0" timeOffset="144127">12852 15985 25679,'22'-20'174,"5"-4"-113,13-1 1,-3-3 22,-7 0 0,-10-1-6,-9 0-10,-6 0 4,-9 3 7,-3 6-1,-6 7-5,-3 7-67,-2 7-6,-4 12 22,-2 11-33,-1 13 16,4 8-5,7 8-214,8 2 231,13 0-51,12-3-11,18-7 6,13-10 5,8-12 46,0-12-7,-7-18 34,-12-12 12,-11-17 22,-10-7 27,-7-5-16,-4 2 34,-5 7-6,0 11-67,-2 13-51,0 9 198,0 10-175,1 8-6,3 11-11,2 5 45,6 4-50,4 0-51,8-4 44,7-7 18,7-8 0,4-11-1,0-14 29,-5-11-6,-5-13-34,-8-7 23,-5-4-11,-5 1-113,-1 4-330,1 7-761,9 4-1300,10 6-5714,16 3 7636,-2 7 1,-13 7 0,-15 4 0</inkml:trace>
  <inkml:trace contextRef="#ctx0" brushRef="#br0" timeOffset="144328">14147 15780 20369,'-6'0'3826,"2"0"-3782,4 0-436,62-46-1989,-11 26 1664,0-7 0,3 0-661,-14 19 0,-1 4-3078,-3-1 1,-1 2 4455,20 0 0,-23 3 0,-18 0 0</inkml:trace>
  <inkml:trace contextRef="#ctx0" brushRef="#br0" timeOffset="144485">14327 15983 26777,'32'-18'-751,"0"0"0,5 1 1,2 1 750,11 0 0,0 3 0,6-3 0,0 2 0</inkml:trace>
  <inkml:trace contextRef="#ctx0" brushRef="#br0" timeOffset="147077">15439 15993 25702,'-4'-48'576,"8"-7"-526,7 25 1,2-1-412,2-6 0,0-2 386,3-5 0,-1-3-697,1-5 0,-1-3 689,0-3 0,-1 0 11,-3 0 0,-1 2 132,-4 8 1,-1 3-105,-3 10 0,-3 4 45,-6-8-11,-2 20 301,-2 12-408,-1 16 1272,-2 16-1255,-4 24 3,6-14 0,0 3-369,0 8 0,1 2 363,1 7 1,1 1-15,1 1 0,3 1-56,3 0 1,3-1-220,4-3 1,5-3-390,5-4 1,5-4-933,4-4 1,4-5-1052,3-5 1,3-5 2098,5-6 0,-3-5 0,6 3 0,-5-12 1</inkml:trace>
  <inkml:trace contextRef="#ctx0" brushRef="#br0" timeOffset="147461">16197 15814 19608,'12'-55'1601,"-1"-1"1,-1 5 0,-3 5-829,-9-4-229,-5 12-236,-9 16-163,-7 17-72,-10 22-28,-9 15-26,19-7 1,0 2-197,0 2 0,3 1 165,1 0 1,3 1 17,-2 26-12,15-9 1,18-12 33,12-16 16,14-17 1,8-19-40,-21 0 1,0-4-355,2-6 0,0-3 377,1-6 0,-1-4 8,-1-6 1,-2-2 22,-2-6 0,-3-3-381,-4-1 0,-2-1 476,-5 3 0,-1 2 22,-4 7 1,-2 3 114,-5-19-78,-5 23-96,-3 19-94,-1 15 636,0 21-659,-6 18 3,7-5 0,-1 3 217,0 9 0,1 2-229,1 7 1,2 2-68,2 6 1,2 1-287,5 1 1,3 1-1300,3 0 1,3 0 1660,2-18 0,2 0 0,-2-5 0,-1-2 0,-1-5 0,17 25 0</inkml:trace>
  <inkml:trace contextRef="#ctx0" brushRef="#br0" timeOffset="147751">17447 15420 16876,'-5'-9'4134,"1"2"-1857,4 7-955,0 0-185,26-63-840,-20 46-283,9-18 0,-6 9 371,-20 35-341,-7 12 1134,-12 14-1192,8-6 0,1 2-53,-11 15-264,11-9 1,0 0-2019,-8 19 439,11-21 1,-2 2 1909,-4 0 0,1-2 0,-3 4 0,1-6 0</inkml:trace>
  <inkml:trace contextRef="#ctx0" brushRef="#br0" timeOffset="147936">17024 15772 20347,'4'-57'1002,"1"1"1,0 0-1,-1 6 1,0 1-1,0 9-654,3-1 117,-3 11-314,-2 20-123,7 8-33,7 17-1,13 19 6,-3 3-548,-6-7 0,0 2 102,-3-4 1,0 1-1927,9 14 0,0 1 216,-8-14 0,-1-1 2156,5 6 0,-3-4 0,-7-13 0,-1-1 0</inkml:trace>
  <inkml:trace contextRef="#ctx0" brushRef="#br0" timeOffset="148144">17413 15402 22397,'-20'-48'1032,"0"-1"1,1 2-1,3 10-634,7 23-325,1 4-84,5 18 27,8 16-10,-1 5-6,7 27-87,-7-17 0,-1 2-294,1 3 0,-2 1-1229,-2 11 0,-3 0 1610,-3-5 0,-1-5 0,-2 7 0,-2-9 0</inkml:trace>
  <inkml:trace contextRef="#ctx0" brushRef="#br0" timeOffset="148327">17022 15758 22252,'-46'-41'646,"0"0"0,2 6 0,17 6-330,35 7-355,23 9-118,29-6-742,-19 12 0,4 2 384,8 1 0,0 0 84,-7 2 0,0 1-1051,14 0 1,1 1-3435,2-1 1,-2 1 3862,-13-1 1,-2 0-1,0 1 1,-9-1 0,-22 0-1</inkml:trace>
  <inkml:trace contextRef="#ctx0" brushRef="#br0" timeOffset="148518">18140 15295 20011,'-3'-2'5780,"2"0"-4626,1 2-1154,-18-19 5,13 35-10,-12-8-68,17 44-420,2 3-1316,4 8-8022,2-2 8920,0-17 0,-2-17 0,-4-19 1</inkml:trace>
  <inkml:trace contextRef="#ctx0" brushRef="#br0" timeOffset="148910">18625 15324 27365,'-44'4'33,"5"14"-39,26 11 1,5 7-20,0-1 0,5 0-242,4-2 1,5 0 221,4-2 1,4-3-74,26 18 40,11-14 66,5-15 29,1-18 0,-2-16 73,-9-18 27,-10-16-67,-23 20 1,-4-3 33,-2-1 0,-5-2-3,-3 1 0,-3 1 9,-3 1 0,-3 3 66,-21-20-44,-7 13-50,-5 15-79,1 12 185,3 13-213,5 12-436,6 13-1827,9 10 2308,8 8 0,6-19 0,6-2 0</inkml:trace>
  <inkml:trace contextRef="#ctx0" brushRef="#br0" timeOffset="149144">19694 15085 28261,'-22'37'-6,"10"10"-17,19-8 1,5 2-1346,0 3 1,0 2 381,0 3 0,1 0 986,0 5 0,-1-3 0,1 9 0,-3-11 0</inkml:trace>
  <inkml:trace contextRef="#ctx0" brushRef="#br0" timeOffset="149318">19457 15413 21635,'-3'-4'4005,"0"1"-3255,3 3-794,82-49-606,-21 36-2024,-18-2 0,6-5 0,-3 6 2674,-2 12 0,-5 4 0,16-2 0,-24 0 0</inkml:trace>
  <inkml:trace contextRef="#ctx0" brushRef="#br0" timeOffset="150185">18081 15526 10808,'0'-4'7768,"0"0"-5264,0 4-1069,10-78-377,-6 33-877,2-8 0,0 0 547,-3 3-117,-1 11-61,0 11-343,-2 12-151,0 9-67,1 5 27,1 11-10,1 11 410,2 14-372,-2 14-27,-1 10-402,-2 5 390,-1-31 1,1-1-12,-1 29 1,1-8-12,0-13 39,1-14 107,0-14 73,2-6-57,1-14 325,2-9-403,3-16 0,0-13-33,-2 5-9,-4 4 0,-1-1-2,-1-17-1652,0 12 0,-1 1 1719,-1-1 61,-2 5-62,1 31-77,0 2-12,-3 19-12,-1 12 12,-1 7-11,-3 21 0,2-4 22,4-18 0,0 2-5,1-1 0,2 0-160,4 3 0,4-1-1930,12 18-2105,7-7 4189,3-20 0,-17-17 0,0-1 0</inkml:trace>
  <inkml:trace contextRef="#ctx0" brushRef="#br0" timeOffset="151684">15400 15513 19809,'-40'-42'1182,"8"8"-1160,32 34-190,0 0 106,0 4-145,0 1-481,0 5-1923,1 1 2611,3 1 0,-2-5 0,2 0 0</inkml:trace>
  <inkml:trace contextRef="#ctx0" brushRef="#br0" timeOffset="152211">15400 15513 8581,'-56'-27'9763,"6"0"-7245,31 4-1235,1 1-18,1 4-520,6 3-67,3 4-308,5 2 179,2 4-515,1 2 5,6 2-28,5 4 11,12 7-10,11 10-24,8 13-277,-17-11 0,-1 2 292,1 3 0,-1 2-3,0 3 0,-1 1 3,-2 2 0,-1 0-9,-3 1 0,-1 0 17,-2 0 1,-3-1-21,-1 1 1,-2-1-28,-1-2 0,-3-1 36,2 26 34,-12-9 44,-9-12 23,-13-13 22,-9-11 28,-3-17-56,3-15-22,7-19-17,9-20-457,14 21 0,4-2 423,3-7 0,4-1-14,3-3 1,4-1 8,4-2 0,2 2-9,2 2 1,2 2 25,-1 5 1,1 1-35,0 5 0,0 2-121,-1 4 1,2 1-334,0 4 1,1 1-1838,26-16-4923,0 9 7214,-8 11 0,-16 10 0,-12 5 0</inkml:trace>
  <inkml:trace contextRef="#ctx0" brushRef="#br0" timeOffset="152694">15271 15575 20746,'-8'-57'1221,"-1"-1"0,2 7 0,1 7-667,8 16-238,1 8-187,4 6-63,5 8-21,7 5-37,9 12 9,9 12 0,7 16-20,-19-14 0,-2 3-289,1 5 0,-3 2 294,0 3 1,-3 1-3,-3 2 0,-2 2 6,-4-2 0,-2-1 2,-2-2 0,-3-1-100,-6 26 154,-6-15 72,-6-16 85,-2-16-51,3-16-68,1-17 602,4-17-641,5-19-36,4 21 1,3-2-110,3-2 0,1 0 84,3 1 0,3 0-28,6-3 0,2 3-61,9-11-197,-5 20 1,3 4-1777,18-2 2062,-10 10 0,-1 1 0,5-1 0,0 2 0</inkml:trace>
  <inkml:trace contextRef="#ctx0" brushRef="#br0" timeOffset="153635">16122 15709 25236,'-28'-35'348,"5"8"-342,25 27 83,10 7 1,6-1-57,6 4 35,12-4 21,1-4 57,24-5-113,-19-3 74,13-11-6,-25-5 16,4-12 23,-8-7-70,-17 11 0,-3-2 3,-2-27-784,-6 21 0,-3 2 750,-6-12 28,-9-5 0,3 21 45,-10 1-84,2 16-11,-6 16 6,1 17-12,4 4 17,-7 20-20,15-11 1,1 2 396,1 2 0,0 3-417,-1 9 1,2 1 3,7-7 0,3-2 2,2 23-141,7-27 0,4-3 124,19 16 20,1-17 1,5-1 4,-1-8 1,2-4-936,11-1 1,0-5 898,16-5 0,-24-10 1,0-6-159,-6-6 1,-2-4 163,-1-1 0,-2-3 11,-2-6 1,-4-2-7,-5-24 18,-9 11 16,-7-3 567,-8 12-534,0 5-27,-2 9 219,4 14-252,4 11 1944,1 2-1922,4 14 344,4 5-344,10 20-1,3-6 29,8 4-28,-7-18 10,4-4 108,-6-12-18,0-8-44,-1-14 27,-3-14-38,-1-1 100,7-30-45,-6 13-188,-3 12 0,0-1 116,8-15-45,0 8-12,-3 16-61,-1 10-1657,-1 16 913,-4 15 0,-1-7 0,-6 7 0</inkml:trace>
  <inkml:trace contextRef="#ctx0" brushRef="#br0" timeOffset="155518">20413 15623 19143,'6'-36'2405,"1"1"1,1-24-2009,0 6 1,-1-2-595,-3 15 0,-1 1 460,0 2 0,0 1 152,2-27 204,0 11-411,1 13 122,0 6-246,-1 6 23,2 1 16,-2 0 505,0 1-533,-2 1 4,-2 5-26,0 7-40,-1 6-16,0 4 168,0 2-191,-4 5 12,-1 9 16,-7 15-50,-2 21 14,6-16 0,0 2-449,0 6 0,0 3 457,2 2 1,1 3-53,2-7 0,1 2 1,1-3-106,1 3 1,3-1-449,0-2 1,3 2 0,3-4-3743,6 0 1,4-3 4128,1 5 0,1-3 0,9 8 0,-11-23 1</inkml:trace>
  <inkml:trace contextRef="#ctx0" brushRef="#br0" timeOffset="156928">21207 15219 23400,'10'-41'517,"-1"0"0,1 3 0,-7 11-181,-8 21-185,-5 4 21,-4 1-88,-8 6-26,-11 7-64,-11 12 9,18-6 0,-1 1-178,-1 3 1,0 3 196,2 0 1,1 2-1,3 0 1,3 1-18,-6 22-5,15-5 23,19-9-23,14-9 28,16-9 5,9-9 1,-7-10 30,-9-8 1,-2-6-4,10-19-94,-13 6 1,-1-5 90,-8-1 1,-4-2 19,-1-6 1,-3-3 30,-2-5 1,-3-2-10,-1-3 1,-2-1-482,0-1 1,0 1 503,-2 4 1,1 2-10,0 8 1,-1 3 104,1-16-107,-1 25-90,-1 17-28,1 20 586,0 19-557,-2 26-32,1-12 1,0 1 370,0-4 0,0 3-424,0 8 0,0 5 1,1-2-1534,1 8 1,2 3 1594,-1-15 0,2 5 0,0 0 0,0-8 0,0 3 0,0-4 0,3-3 0,-1 1 0</inkml:trace>
  <inkml:trace contextRef="#ctx0" brushRef="#br0" timeOffset="157835">22710 14903 22688,'-43'-31'924,"0"1"0,4 2 1,9 5-528,16 9-133,8 4-108,3 1-100,5 1-33,6 0-12,11-1-17,14-1 6,17 1-3,-17 4 1,3 0-283,5 1 1,2-1 284,2 1 0,0 1-9,-1 0 1,-2 1-3,-7 0 0,-3 2-12,9 3 18,-25 6 22,-28 6 5,-21 7-16,-19 2-181,20-10 1,-2 0 180,-2 0 0,-1 1-4,-1 1 1,0 2-3,1 2 0,1 2-3,1 1 1,0 2 7,4 2 1,1 0-29,4-1 1,3 1 536,-8 21-503,18-8-17,23-10 29,19-11-12,20-9-17,-16-11 1,1-3-318,5-2 1,1-3 341,1-4 1,-2-3-3,-3-1 0,-2-3 11,-7-2 0,-4-3 28,4-32 88,-23 24 0,-4-2-108,-7-3 1,-4 0 13,-4-2 1,-4 0-275,-4 0 0,-2 2 350,0 2 0,-1 2 0,3 5 0,1 3 54,-9-14-63,14 17 571,11 13-693,6 6 183,9 12-173,12 10-16,16 19 16,-13-11 1,1 3-54,3 5 1,-1 3 38,0 2 1,-1 3-34,-2 2 0,-2 1-185,-5 1 0,-3 2-568,-3 0 0,-5-1-2944,-6 2 0,-4-3 3739,-1-6 0,-2-3 0,-6 9 0,3-23 0</inkml:trace>
  <inkml:trace contextRef="#ctx0" brushRef="#br0" timeOffset="158901">24948 14573 24570,'-29'6'852,"-8"19"-760,11 7 0,1 5-1673,-1 2 0,2-1 1600,4-8 1,3 1 341,1 9 1,7 0-339,14 8-9,3-15 0,6-2 30,34 7-13,-18-23 0,2-3 19,2-4 1,2-3 13,-2-6 1,0-4 7,-2-3 1,-3-4 95,20-25-22,-16-14-65,-22 21 0,-5-3-11,-5-3 0,-6-1-31,-4-3 1,-4 0 2,-6-2 0,-2 1 31,-3 3 0,-1 2-45,0 3 0,-1 4-6,2 5 1,0 4-37,-14-5 19,12 14 1589,0 23-1650,11 12-179,-2 22-616,11 14-868,10-25 1,3 0-175,8 24 1893,8-19 0,2-4 0,-7-10 0,14 11 0</inkml:trace>
  <inkml:trace contextRef="#ctx0" brushRef="#br0" timeOffset="159118">26038 14586 27230,'-51'6'5,"-1"-1"1,5 4 0,7 9-40,20 11 1,6 7-735,-1-1 0,0 1 84,1-1 1,1 1-712,-1-1 1,0 0-2818,-1-1 0,-1-2 4212,-12 21 0,8-23 0,9-15 0</inkml:trace>
  <inkml:trace contextRef="#ctx0" brushRef="#br0" timeOffset="159310">25537 14932 19154,'-4'-58'1881,"1"0"1,-1 6 0,2 4-1058,5-6-555,0 20-6,7 12-184,1 16-29,20 18-28,6 16-10,6 7-12,-16-8 0,2 1-23,2 4 1,1 1-494,1 2 0,-1 0 42,4 6 1,-3-2-440,6 11 913,-18-18 0,-2-3 0,-7-8 0,6 10 0</inkml:trace>
  <inkml:trace contextRef="#ctx0" brushRef="#br0" timeOffset="159518">25955 14713 23892,'-12'-54'823,"0"-1"1,2 4-1,1 16-795,6 32-22,1 16-17,5 17 16,2 22-16,-1-18 0,-1 1-45,0 4 0,-2 0-515,0 2 1,-3-1-136,-3 1 0,-3-1-762,-3-1 1,-4-1-2513,-3-1 1,-3-2 3344,1-7 0,1-3 0,-8 7 0,11-19 0</inkml:trace>
  <inkml:trace contextRef="#ctx0" brushRef="#br0" timeOffset="159652">25587 15112 19843,'-11'-52'1527,"-1"0"0,4 5 0,5 5-1056,16-1-287,14 9-133,12 9-51,16 7-65,-21 10 1,4 3-1059,6 0 1,3 2-237,7 1 1,3 0 1358,-12 1 0,2 0 0,-4 0 0,-4 0 0,-3 1 0,-1-1 0,0 0 0</inkml:trace>
  <inkml:trace contextRef="#ctx0" brushRef="#br0" timeOffset="160068">26550 14895 20901,'14'-43'1107,"-1"0"1,0-1 0,5-14-1,-5 4-762,-6 20 0,-3 3 108,0-11-217,-4 19-192,-1 14-21,-1 17 16,-1 14-39,2 22-11,0 17-65,3-25 1,0 2-787,1 2 0,1 0-345,0 2 0,2 0 1207,0 5 0,-1-3 0,1 5 0,-1-5 0</inkml:trace>
  <inkml:trace contextRef="#ctx0" brushRef="#br0" timeOffset="160452">27097 14727 23747,'7'-45'767,"1"0"0,1 6 1,-6 10-623,-8 25-83,-6 16-12,-12 14-5,-7 17-20,12-17 1,1 2-15,-9 28 6,13-2-17,20-7-34,15-10 34,16-11 6,9-11-1,2-14-5,0-12 45,-4-13 28,-21 2 0,-2-3 61,7-24-328,-6-2 300,-18-3 1,-15 11 38,-18-12-122,2 22 44,-29 4-56,31 23-11,-17 4-34,24 13-206,1 12-1990,11 30-4838,13 0 6548,6 6 1,-1-28 0,-4-16 0</inkml:trace>
  <inkml:trace contextRef="#ctx0" brushRef="#br0" timeOffset="160678">27945 14502 23304,'0'-8'3030,"0"2"-2122,0 6-684,0 0-224,-11 3 5,20 56-89,-5 2-1509,9-6 0,4 0 1206,-6-17 1,0-2-1597,2 10 0,0-2 1340,1 14 1,-2-8 0,-6-23 0</inkml:trace>
  <inkml:trace contextRef="#ctx0" brushRef="#br0" timeOffset="160852">27794 14845 25657,'13'-54'255,"0"1"1,4 8 0,10 7-242,24 18 0,7 9-707,-14 4 1,1 1 644,17 2 1,3 1-586,-21 2 0,1 0 0,-1 1-2644,-1-1 0,0 0 0,-1 1 1962,17-1 1,-7 0 0,-5 0 0,-35 0 0</inkml:trace>
  <inkml:trace contextRef="#ctx0" brushRef="#br0" timeOffset="162168">29181 14360 25758,'-3'-46'78,"0"0"0,13 1 1,9 9-74,12 22 1,6 7-514,5-3 1,-2 3 513,10 2 252,0 4-281,-20 6 185,8 12-218,-16 6 11,-7 11 28,-15-8-16,-14 11 27,-11-6 25,2-9 1,-2-1-3,-20 11 513,2-6-446,8-14 99,16-9-49,2-5-16,21-9-79,5 0 118,36-5-39,-4 11-79,12 1-461,4 16 405,-9 9 17,-12 2 0,1 3-3,-7-2 1,0 2-12,3 7 0,-2 0-42,5 11-388,-9 6-222,-24-18-1105,-36 4-833,-17-16 2604,3-15 0,1-4 0,-2-1 0,0-7 0</inkml:trace>
  <inkml:trace contextRef="#ctx0" brushRef="#br0" timeOffset="162802">30430 14182 22529,'-5'0'3434,"0"0"-3210,5 0-263,58-58 11,-13 41 124,-7-14 0,2 4-118,23 27-29,-34 7 64,4 5-52,-29 9 20,-21 7-37,-18 5 42,10-15 0,-3 1 8,-3 0 1,-2-1-134,0 0 0,0-1 147,3-1 1,0-2 8,-18 10 11,17-9-17,16-7 67,17-5-33,19-8-28,20-2-37,-11 0 1,3 1-872,5-2 1,2 0 892,-8 3 1,1-1-3,19-3 0,-1-1 128,-18 2 1,-1-1-118,12-4 1,-3-3 33,0-17-12,-21-4 23,-24-2 11,-16 2 17,-13 5 1884,-2 5-1733,1 4 92,9 6-147,7 6-130,10 6-39,4 4-16,3 9 5,6 9 16,6 16-21,11 12 2,-5-18 0,2-1-17,4 3 1,3-2-276,2 1 0,1 0 107,0-2 0,-2 0-848,15 21-1479,-21-8-801,-22-13 2508,-15-5 0,6-15 0,-1-1 1</inkml:trace>
  <inkml:trace contextRef="#ctx0" brushRef="#br0" timeOffset="163294">31349 13943 22929,'8'-48'864,"0"-1"1,0 6-1,3 7-763,7 13 56,12 4-107,-4 14-22,14 0-5,4 13-23,7 8-504,4 14 507,-27-10 0,-2 1-12,0 3 1,-3 1-64,-3 2 0,-4 0-52,5 24 24,-21-4 72,-22-8 28,-17-9 33,-9-10 29,2-10 538,9-5-449,10-10 121,9-2-37,9-4-56,4 2-83,7 0-24,7 3-27,8 1-6,10 2-27,7 6-24,6 9 29,3 11-22,3 11-362,1 7 364,-25-18 1,-1 1-26,11 23 22,-19-4-50,-32-8-196,-30-9-370,12-16 0,-4-3-3959,-5-1 1,-2-3 4580,4-2 0,3 0 0,-12-2 0,24-1 0</inkml:trace>
  <inkml:trace contextRef="#ctx0" brushRef="#br0" timeOffset="164802">12179 17676 25091,'-12'-60'84,"12"19"-96,38 67 18,4 7-12,2 6-10,-3 3 4,-6 3-55,-14-1 78,-15-1 62,-18-8-11,-10-12 55,-8-15-26,3-19-7,7-17-40,11-16-55,16-12 30,2 24 1,3 1-207,5-1 1,3 1 107,3 1 1,3 3-317,2 2 0,2 4-860,2 3 1,3 3 1254,5 1 0,-2 4 0,6 0 0,-2 3 0</inkml:trace>
  <inkml:trace contextRef="#ctx0" brushRef="#br0" timeOffset="165434">13259 17711 20599,'-5'2'4385,"2"-1"-3863,3-1-500,3-67 17,13 28-22,-6-7 0,0-2 5,16-2 51,-8 3 17,-11 4-29,-13 3-16,-2 11 123,-19-6-95,4 19-17,-11-2 11,7 23 6,0 11-23,1 16-50,2 9-5,8 9-1,5 5 17,12 2-294,14-1 211,15-8-46,17-10-5,-19-23 0,3-3-40,3-4 1,0-2-29,1-2 0,-1-4 51,0-4 0,-2-3 107,23-14 29,-14-12 133,-15-7 55,-14-2 35,-11 1 73,-6 5 27,-4 8-56,0 12 142,3 7-366,2 6 22,3 4-50,3 7-11,4 9-11,3 8-22,6 9 10,2 4 6,5 1-16,8-4 16,5-8 28,5-11 40,-2-13-40,-4-16-11,-8-13 33,-4-13-16,-6-8 6,-4-5-1,-2-4-5,2-1-17,2 3-157,6 8-633,5 10-1607,8 13 2397,14 8 0,-22 8 0,3 3 0</inkml:trace>
  <inkml:trace contextRef="#ctx0" brushRef="#br0" timeOffset="165627">14551 17228 23175,'-4'0'1574,"0"0"-1994,4 0-2106,63-51 2526,-5 27 0,-21-4 0,-1 2 0,7 14 0</inkml:trace>
  <inkml:trace contextRef="#ctx0" brushRef="#br0" timeOffset="165785">14693 17462 23254,'-6'2'3640,"0"0"-3298,6-2-381,0 0-969,61-50 299,-28 33 0,1-1 1,3-10-1,-1 1 1,16 5-1</inkml:trace>
  <inkml:trace contextRef="#ctx0" brushRef="#br0" timeOffset="169011">16011 17057 23215,'-6'-52'317,"-1"1"0,3 4 1,8 6-190,27 4 1,11 7-34,7 9-44,3 9-29,2 5 17,-2 11-27,-3 7-40,-5 11 28,-7 5-17,-10 5 39,-11 3 34,-13 2-45,-15 2 17,-12-2 79,-10-4 100,-4-6 95,-1-7 18,3-9 5,7-6-84,9-6-101,9-4-51,10-4-55,11-2-12,13 0-16,16 0-12,19 4-370,-21 4 0,2 3 370,5 2 1,2 3 2,2 2 1,0 2-4,-2 4 0,-3 2-11,-6 2 1,-5 3-79,10 22-113,-29 4-100,-32 1-163,-22-4 40,15-25 0,-3-2-429,-1-3 1,-1-3-5017,-27 0 5171,13-11 0,19 0 0,14-3 0</inkml:trace>
  <inkml:trace contextRef="#ctx0" brushRef="#br0" timeOffset="169218">17732 16787 25292,'-30'38'-322,"0"0"1,0-1 0,2-2-1,1 0 1,4-5-5096,-11 18 4002,3-8 0,16-21 0,9-12 0</inkml:trace>
  <inkml:trace contextRef="#ctx0" brushRef="#br0" timeOffset="169401">17158 17013 25774,'48'-22'51,"0"0"1,0-1 0,3 4-1,0 3 1,-4 10-63,-6 16 0,-2 7-999,12 3 0,1 3 615,-1 1 0,-2 2-829,-3 1 1,-2 2 1223,-3 0 0,-5-1 0,5 4 0,-12-6 0</inkml:trace>
  <inkml:trace contextRef="#ctx0" brushRef="#br0" timeOffset="169611">17679 16721 26362,'-37'18'28,"16"16"-70,34 3 0,10 5-2003,-1 14 0,-2-1 1205,-6-15 0,-2-1 840,0 25 0,-2-6 0,-6-23 0,-3 15 0</inkml:trace>
  <inkml:trace contextRef="#ctx0" brushRef="#br0" timeOffset="169801">17393 17179 21668,'-39'-26'864,"0"-1"1,5 4 0,16 2-664,62 1-184,-12 11 0,2 0-952,5-2 0,2 1 904,13-1 1,1 1-127,-7 1 0,1 0-801,0 1 0,3-1 1,-2 0-3959,11-2 1,-3 0 3966,-5 1 1,-6 1-1,-3 0 1,-33 6 0</inkml:trace>
  <inkml:trace contextRef="#ctx0" brushRef="#br0" timeOffset="170001">18336 16676 27522,'-9'-29'67,"4"17"-78,11 60-40,1 8-128,-2-7-507,-2-16 0,1 1-4230,2 1 1,1-1 4370,6 27 0,0-10 0,-7-34 0</inkml:trace>
  <inkml:trace contextRef="#ctx0" brushRef="#br0" timeOffset="170377">18789 16734 23472,'-44'-25'90,"9"15"1564,27 71-1648,6-17-26,8-11 1,4-1-9,15 8-6,-4-13 1,4-1-51,29 3 84,7-12 649,-13-10-641,-16-12 1,-2-5 24,3-12 74,7-19 10,-25-6-708,-9-7 664,-9 9 256,-5 11 1,-5 0-213,-16-10-64,6 13 1,-3 2-26,-2 10 0,-2 3-9,-4 3 1,-1 3-15,-22 0-16,13 10 0,3 4-28,-4 11-297,-7 14-1108,41 9-5294,30 5 6738,11-6 0,-4-14 0,-8-10 0</inkml:trace>
  <inkml:trace contextRef="#ctx0" brushRef="#br0" timeOffset="170611">19707 16437 28054,'-9'47'-62,"7"6"-25,12-19 0,5 1-305,-1 2 0,2 1-597,1 1 1,2 0-2960,1-1 1,1-1 3947,-3-5 0,-1-3 0,6 6 0,-12-18 0</inkml:trace>
  <inkml:trace contextRef="#ctx0" brushRef="#br0" timeOffset="170818">19511 16763 21907,'-59'-16'1258,"0"0"1,7 2-1,22 1-519,56 2-597,2 4 1,6 0-37,13-1 1,5-1-845,8-1 1,3 0 791,-17 3 0,1 0 0,0 0-15,1 0 0,0 0 1,-1 1-18,0-1 0,-1 0 1,-1 1-29,15-3 1,-2 0 139,-11 1 0,-5 1-733,15-4-2180,-30 5 2779,-19 2 0,-8 3 0,-1-1 0</inkml:trace>
  <inkml:trace contextRef="#ctx0" brushRef="#br0" timeOffset="172678">20959 16462 25124,'-8'-8'538,"2"3"-420,6 9-40,0 0 6,-2-1 12,1 0 32,-1-1 91,-4 0-169,1-4 62,-4-7-17,0-10-22,-4-13 11,0-8-11,4-2-56,11 6-6,13 10 6,16 9-6,14 11-17,10 16-234,2 13 240,-31-3 0,-2 3-20,-5 3 1,-3 3 13,-5 3 1,-5 2-15,-7 1 0,-5 1-389,-6 1 1,-5 1 366,-8 1 0,-5 0 0,-6 2 0,-3 0 33,-4-2 1,-1-2 16,0-3 1,0-5 41,6-7 1,1-6 78,-17-5-62,25-25 11,31-17 18,25-11-66,-3 19 1,5 2-186,5 0 1,2 2 162,3 1 1,3 4-9,0 1 0,2 3-138,8 2 1,-1 3-45,-16 1 0,0 2-574,13 1 0,0 1-1991,-14 1 0,0 0 2251,5 0 1,-3 0 0,13 1 0,-22-1 0</inkml:trace>
  <inkml:trace contextRef="#ctx0" brushRef="#br0" timeOffset="173227">21962 16394 25668,'4'-43'22,"1"-1"1,5 4-1,9 8-17,19 18 1,8 9-28,8-2 0,0 1-353,-16 3 1,0 0 290,10 3 0,-4 2 14,0 8-278,-7 9 141,-39 20 196,-27 0 33,-15 2 14,13-19 1,-1-1-205,5-5 1,-1 0 256,-6 4 1,-1-1-59,-1 0 1,2-1 137,-13 7-135,11-6 337,25-9-304,16-8-33,15-2-6,18-6-34,-3-2 1,2-1-12,18-7 3,-13 4 0,0-2 3,11-7 19,-23 6 0,-1-2 12,-4-7 0,-5-1 13,4-11 34,-20 0 1,-6 2-7,-8 2 70,-5 0 1,-2 2 272,-16-7-136,8 11 1,0 2 56,-11-11-95,4 5-158,21 16 592,7 6-647,5 6 251,15 9-262,8 12 10,16 16 1,-7 2-28,-12-10 0,0 2-636,8 27 568,-12-19 1,-3 3-675,-4 6 0,-4 0-855,-5-8 1,-3-1 1607,-6 4 0,-2-5 0,-3-5 0,-2-9 0</inkml:trace>
  <inkml:trace contextRef="#ctx0" brushRef="#br0" timeOffset="173768">23148 16134 22940,'-1'-4'2941,"-1"1"-1950,2 3-801,-5-67-139,13 45-49,-8-15 1,4 3 25,41 26-33,0 6 5,-10 3 0,1 3-183,-2 2 1,-2 2 179,-1 3 0,-1 3 3,23 19-28,-11 6 28,-12 4-33,-14-2 33,-16-5 5,-19-5 1,-3-10-17,-20 0 16,-7-6 29,-1-2 16,-2-5 1,20-10 49,12-4 305,10-6-338,8-3-6,12 0-33,7 3 17,11 2-22,8 5 5,6 5-17,-6 4-11,-5 3 0,1 3 11,16 13-254,-13-5 1,-1 3 236,-8 0 0,-2 1 1,10 25-6,-18-4 22,-28-7-90,-22-8-145,-19-8-1605,-7-5 1359,14-7-2765,-8-7 3235,29-10 0,-2 4 0,20-4 0</inkml:trace>
  <inkml:trace contextRef="#ctx0" brushRef="#br0" timeOffset="174110">23913 16042 20985,'0'-4'4055,"-1"0"-2828,1 4-1053,25-66-90,2 46-56,-2-16 0,4 5 5,22 31-10,1 14 16,-4 11-33,-10 14-6,-15 10 5,-13 6-10,-19 3 27,-16-3-182,7-29 1,-3-1 187,-24 17 16,4-8-21,10-10 33,13-12-6,13-6 6,17-11-17,20-4-53,-4 1 0,5 0-691,15-2 0,4 0-479,-7 2 1,1 1-1,1 0 792,1 0 0,-1 0 1,-3 1-1,5-1 1,-5 2-1,11-2 1</inkml:trace>
  <inkml:trace contextRef="#ctx0" brushRef="#br0" timeOffset="177169">12775 18298 17770,'-1'-3'5243,"1"0"-3020,0 3-2184,-4-29-33,12 35-12,3-17-5,13 46-6,-3-6-33,6 14 28,-6-6-62,5 20 44,-12-17-60,-10 18 60,-12-35 24,-16 11 49,0-27 118,-9-16-50,13-12-45,9-21-28,15 7 28,17-12-17,11 9-187,-1 10 0,4 2-939,-2 3 1,3 2-1174,9-2 0,1 1 1757,-9 5 0,-2 3 0,10-4 0,-19 8 0</inkml:trace>
  <inkml:trace contextRef="#ctx0" brushRef="#br0" timeOffset="177793">13534 18334 25051,'40'-35'89,"0"1"1,-4 1 0,-3 1 6,6-8 22,-13 3 55,-12 4 68,-10 9-129,-6 9 84,-13 7-95,-4 7-40,-12 9-21,0 9 4,3 9-77,5 6 16,8-4-61,9 21 33,12-17 11,9 18-16,4-23-118,27 13-129,-8-16-155,-10-7 0,2-2-225,20 2 301,-2-7 287,-3-15 162,-6-10 33,-8-15 90,-6-6 50,-7-3-5,-4 0 67,-4 6 80,-3 11-163,-2 7-231,-4 11-16,0 6 39,0 8-29,2 7 1,5 3-6,5-1 45,8-3 34,9-3-51,9-5 17,7-5 34,2-9 22,-3-6 56,-10-10 28,-12-6 45,-11-5-40,-7-1-128,-7 2-17,1 4-95,-1 7-292,3 5-1019,10 6-4245,14 3 5623,5 3 0,-8 2 0,-6 0 0</inkml:trace>
  <inkml:trace contextRef="#ctx0" brushRef="#br0" timeOffset="177993">14915 18107 25506,'40'-22'-2458,"-1"0"0,1 0 1,16-7-1,-3 6 2020,-17 16 0,-5 4 0,10 0 1,-21 1-1</inkml:trace>
  <inkml:trace contextRef="#ctx0" brushRef="#br0" timeOffset="178153">15068 18270 26620,'53'-18'-2060,"0"-1"1,4 1 0,-2 2 2059,-6 2 0,-3 2 0,15-3 0,-24 7 0</inkml:trace>
  <inkml:trace contextRef="#ctx0" brushRef="#br0" timeOffset="180452">16753 18205 21820,'9'-54'291,"1"1"0,-4 6 0,3 9-145,15 12 418,-2 10-486,19-1-22,-1 8-67,15 6-17,-1 12 17,-8 2-34,11 12-33,-6 8 27,-8 3 158,-8 0-197,-31 11 85,-11-20 16,-19 23 34,-6-20 111,-20 6 91,10-14 190,1-7-180,23-10 229,8-3-245,9-3 71,10-2-284,9-3 11,16-2-33,12 1-18,12 3-8,-24 4 1,0 2-219,3 3 1,-1 1 223,2 2 0,-1 1-28,-3 2 0,-1 3-190,18 14 204,-20-3-230,-32 14-95,-25-11-279,-23 10-30,20-23 1,-2-2-560,-30 6 801,15-9-3523,7-7 3174,23-7 0,4 5 0,9-1 0</inkml:trace>
  <inkml:trace contextRef="#ctx0" brushRef="#br0" timeOffset="180836">18023 18074 17154,'-5'0'5825,"2"0"-3445,3 0-2015,-60-56-253,52 32-67,-18-12 0,9 1-6,50 11-62,17 0-828,11 7 851,-28 11 0,1 2-12,-1 5 1,-2 4-11,23 12 211,-17 17-189,-20 12-34,-28 11-300,-5-23 1,-6-1 296,-7 4 1,-3-1-1,-3 1 1,-2-1 19,3-2 0,1-1 6,5-6 0,2 0-17,-9 12 45,17-15 430,18-13-408,19-14 48,20-9-104,18-12-188,-21 9 1,1-2-731,5-1 1,1-1-2250,5-2 0,0-1 2569,-3 3 0,-3 0 1,13-5-1,-23 9 1</inkml:trace>
  <inkml:trace contextRef="#ctx0" brushRef="#br0" timeOffset="181036">19103 17848 18694,'-11'2'4588,"3"-1"-3485,8-1-145,0 0-942,-19 72 1,11-32-112,-4 10 0,-2 1-952,-2 3-1665,-9 1-7046,-6-2 9758,2-13 0,10-16 0,9-13 0</inkml:trace>
  <inkml:trace contextRef="#ctx0" brushRef="#br0" timeOffset="181252">18690 18019 26206,'9'-33'11,"0"0"0,25-12-34,2 50 1,5 11-815,0-2 0,0 3 772,0 1 1,-1 1-272,-4 0 0,-1 1-427,-4-2 1,-3 0-3293,12 14 4055,-17-9 0,-12-10 0,-8-6 0</inkml:trace>
  <inkml:trace contextRef="#ctx0" brushRef="#br0" timeOffset="181452">19112 17966 18694,'-25'-49'2050,"0"0"0,3 6 0,1 6-1220,-1 8-382,5 11-236,5 8-156,6 9-67,3 12 0,4 15 17,4 21-6,1 16-386,-3-27 0,0 2 274,-1 2 0,0 0-336,-4 1 0,0-1-913,-3 1 0,0-2-3333,-2-2 1,-1-1 4693,-7 18 0,6-23 0,4-18 0</inkml:trace>
  <inkml:trace contextRef="#ctx0" brushRef="#br0" timeOffset="181626">18805 18152 14443,'-5'-5'7192,"1"1"-6503,-25-15 0,-5-3 129,13 10-636,-16-11 0,10 3-93,28 14-72,23 0-73,23-2-25,-11 3 0,4 0-837,7 1 1,3-1-2,7 1 1,0 0 918,8-2 0,-4 2 0,-24 1 0,-4 1 0,27-3 0</inkml:trace>
  <inkml:trace contextRef="#ctx0" brushRef="#br0" timeOffset="181852">19647 17694 21696,'0'-4'4459,"-1"2"-3305,1 2-1093,-6-17-16,18 54-50,-9-15-43,6 15 0,1 6-427,-6-9 1,-1 1-557,-1 1 1,-1 0-1880,-1 0 1,0-2 2909,0 24 0,-1-24 0,1-17 0</inkml:trace>
  <inkml:trace contextRef="#ctx0" brushRef="#br0" timeOffset="182219">20128 17836 26805,'-28'-16'36,"0"0"1,-17 1-82,46 56 22,7 6 40,10 5-56,13-1 25,-10-27 0,2-1-315,4-3 1,1-2 306,2-2 0,1-2 156,28 3-50,-5-15-28,-21-9 67,-3-19 95,-21-6 57,-6-14-85,-15-7 23,-14-4-127,8 29 1,-4 0-204,-2 1 1,-3 2 132,-1 1 1,-1 3-34,0 2 1,1 2-46,-20-6-604,11 15-45,18 11-3018,8 22 3729,9-1 0,2-3 0,0-8 0</inkml:trace>
  <inkml:trace contextRef="#ctx0" brushRef="#br0" timeOffset="182626">21143 17949 21338,'0'-9'2243,"-1"-32"1,-2-5-1852,-1 18-107,0-19 1,-1 2 112,-3 29-348,2 5-44,2 18 33,7 16-34,1 6-49,12 19-7,-3-18 1,2 1-158,1 0 1,2 2-1222,3 5 1,0-2 431,7 12-2885,0 8 3174,-17-11 1,-1-12 0,-9-8 0</inkml:trace>
  <inkml:trace contextRef="#ctx0" brushRef="#br0" timeOffset="182976">21073 18126 21635,'-23'-46'1062,"-1"0"0,3 4 1,6 7-957,17 12 29,24-6-180,13 11-689,-5 5 1,4 2 621,5 2 0,2 3-1353,8 0 1,0 1 1296,-9 2 0,1 0-508,-1 0 0,4 1 0,-3 0-678,0-1 0,-1-2-831,18 0 1,0-3-247,-19-1 1,-4-1 1318,-4-1 0,-4-2 1308,11-8 3360,-13-8 3770,-22-1-1924,-5-1-3352,-8-5 211,-4 9-1325,2 4 219,0 6-813,4 6-191,1 6-128,2 6-29,0 12 17,0 13-3397,1 21 3397,2-1-335,2-3 0,2 1-320,1-11 0,1 0-2490,4 16 0,1 0 3134,-2-14 0,1-4 0,3 11 0,-6-21 0</inkml:trace>
  <inkml:trace contextRef="#ctx0" brushRef="#br0" timeOffset="183586">23038 17553 24481,'45'-30'-34,"0"-1"1,-4 5-1,2 7-50,15 18 0,1 8-79,-9-1 1,-3 2-93,-2 1 0,-3 2-67,-7 0 0,-4 2-148,8 12 999,-34 0-501,-35-1 36,2-11 1,-4-2-151,-7 3 1,-3-1 275,-3 0 1,-1 1 27,1 0 1,1 1-62,5-3 0,3 1 287,-16 7-349,24-6 314,27-5-346,27-5-114,26-3-5,-14-2 0,1-2-258,4 0 1,1-2 299,0 0 0,-2-1 31,-6-1 0,-2-1 539,12-12-415,-22-6 43,-21-10 18,-13-10 33,-8-11-1020,7 25 0,0 2 964,-6-19 779,-5-10-667,10 29-50,-1-7-78,9 21-91,3 8-38,4 7 1932,7 12-1983,10 13 6,13 18-6,-13-14 0,0 1-233,3 4 1,-2 2 218,-1 1 0,-3 1-238,-3 2 1,-4 0-564,-5 0 1,-6-1-3239,-6 1 1,-5-2 4069,-1-5 0,-2-3 0,-8 8 0,8-18 0</inkml:trace>
  <inkml:trace contextRef="#ctx0" brushRef="#br0" timeOffset="184252">24548 17490 24242,'11'-60'412,"-1"1"1,1 4 0,2 6-284,13 1-78,7 12 56,5 15-90,5 10-23,4 10 23,5 11-6,0 13-350,-26-5 0,0 2 333,-2 3 0,-1 3-16,-3 0 0,-2 1-87,8 28 47,-14-2 29,-19-4 33,-12-6 0,-17-9 50,-5-10 96,-3-10 78,4-8-5,7-11 33,9-7-56,11-7 416,8-3-562,13-1 233,8 4-277,16 3-12,10 7 40,10 5-34,8 12-17,-29-1 0,0 2 6,-1 4 0,0 3-6,22 19-28,-9 5-11,-16 2 6,-17 0-40,-26-3 6,-21-5-56,-20-7-302,24-17 0,-1-2 148,-1-1 0,-1-4-197,3-3 1,1-3-2087,-23-11 2577,18-17 0,19 14 0,10-4 0</inkml:trace>
  <inkml:trace contextRef="#ctx0" brushRef="#br0" timeOffset="184943">25557 17279 26928,'-7'-34'45,"4"8"-6,14 30-5,-4-1-6,-1 0 16,-6-2 483,0 0-460,0-8 0,0-8-67,0-11 11,2-1 6,6-7 17,4 8-6,5-4-23,4 9-38,-3 10 16,-1 9 0,2 11-5,0 11 11,6 10 16,-2 10-10,-3 6 16,-8 6-28,-8-1 11,-15 1-22,-17-1-304,6-25 0,-4-2 332,-5-1 0,-1-1-3,-1-3 1,0-2 30,-25 5 39,19-14-22,18-15 5,18-14-50,15-3 22,13-8 587,1 12-637,16 2 28,-2 8-17,-8 5 0,3 2-50,27 4-310,-23 2 1,-2 1 74,14 5-779,9 5-913,-11-5-59,-18-3 0,1-1 2053,2-2 0,-2-1 0,5 1 0,-5-3 0</inkml:trace>
  <inkml:trace contextRef="#ctx0" brushRef="#br0" timeOffset="185126">26374 17301 21837,'-4'-43'901,"1"0"1,0 0 0,-3-21 0,-2 7-197,-4 13 223,0-1-626,2 15 166,6 15-484,2 10 119,8 19-108,9 21-18,-3-5 1,2 4-598,5 23 0,-2 5 348,-3-5 0,-2 2-227,-4-10 1,-1 2 0,-2-2-2779,-2-5 0,-2-1 0,-1-2 3208,0 15 1,-1-4 0,0-15 0,1-6 0,-2 6 0</inkml:trace>
  <inkml:trace contextRef="#ctx0" brushRef="#br0" timeOffset="191085">27960 2852 23198,'-40'-5'714,"0"0"0,-23-3-641,80 3-45,15 2-34,29-1 6,-7 3-388,-16 1 0,0 0 383,23 6-21,-21 0 1,-1 4-3,10 9 236,-19 12-191,-35-9 5,-32 11-5,-18-1-218,17-11 0,-3 0 246,-10 4 0,0 0-863,10-5 0,3-2 824,2 0 0,4-2 468,-1 5-458,23-11 35,13 0 5,32-7-39,16-10-9,-13 0 0,2-2-23,-9 0 0,0-1 34,8-5 1,0-2 11,-10 1 0,-1-1-1,4-4 1,-2-5 14,-3-7 0,-4-3-9,-8 4 1,-3-1-17,-2 1 0,-3 0 114,-4-25 1895,-9 21-1542,-4-5-252,-1 18-95,2 9-106,4 11-12,4 5 458,0 9-463,2 21-17,1-4 0,3 4 0,1 0 0,4 0-3,0-2 0,2 2-165,7 14-947,-5-10 1,-1 3-3802,-4-7 1,-2-1 3519,7 26 1,-12-29 0,-1-20 0</inkml:trace>
  <inkml:trace contextRef="#ctx0" brushRef="#br0" timeOffset="192327">28948 2706 22856,'0'-4'3148,"0"0"-2885,0 4-212,-5 15-29,5 17 17,-4 22-14,5-20 1,0 2-15,-1 1 0,0 0 3,-1-2 0,0 0-6,0-2 1,1-2 13,-2 21 51,1-17 112,3-16 50,5-17-95,7-18-62,10-17-44,-2-3 8,0 0 0,0-2-25,-6 11 0,0-1-812,9-12 1,0 1 806,5-8-490,-7 19 0,-1 3 484,0 2-12,29-12-16,-18 27-18,13 7 18,-16 9-73,6 27-40,-17 0 7,2 8-656,-7 13-63,-3-16-250,9 14 33,8-18 308,7-10 1799,5-13-1066,-2-15 1384,-2-14-935,-4-12 257,-6-9 168,-6-2 0,-7 1-133,-7 6-209,-4 7-206,-4 10-180,1 8-112,0 4-11,1 2-5,7 5 16,6 2-6,13 4-10,8-1 10,6-3-5,-1-3 12,-2-9 4,-6-3 7,-5-10 16,-8-4-11,-7-5 39,-7-1 40,-10 2-29,-8 4-16,-9 7-12,-6 7-16,-3 4-12,0 11-11,3 6-11,4 12-28,7 8 17,7 7 0,6-7-118,10 18-95,10-15-286,15 13-307,13-15-123,14-9 601,-22-15 0,1-3-258,3-2 1,0-3 498,2-4 0,-1-4 106,-3-1 1,-2-3 49,-4-3 1,-3-2 139,16-20 110,-12-4 202,-12-1 139,-9 0-15,-10 6-175,-11 7 52,-11 9-321,-11 10 456,-5 9-596,2 10-27,5 10-46,10 9 34,8 4-11,7 2-11,11-3 17,7-4-6,8-7 33,2-9 12,-2-7 45,-1-11 22,-2-9 17,-3-9 100,-2-4 40,-3 2-39,-3 3-96,-3 8-100,-2 8-1,-2 11-22,2 16-5,0 22 16,4 21-335,-3-24 1,1 4 323,0 6 0,-1 2-704,0 7 0,0 2 665,-2-16 0,0 2 0,0 0-521,-1 2 1,0 1 0,-1 0 342,-2 0 1,-1 0 0,-3-1 10,-1-3 1,-2-1 0,-3-2-61,-10 11 0,-7-7 246,-3-12 1,-5-9 50,1-11 0,-2-9 28,2-12 0,2-9 0,4-7 0,4-7 5,6-9 1,5-4-87,6-7 1,6-2 38,10-5 0,9-2-123,-1 17 0,5 0 0,2 1 61,6-3 1,4 2-1,3 0-375,4-1 0,4 2 1,1 1 408,-6 8 0,3 1 0,-1 2 0,-3 2 0,8-7 0,-2 4 0,-3 6 0,1-1 0</inkml:trace>
  <inkml:trace contextRef="#ctx0" brushRef="#br0" timeOffset="193477">31008 2848 22347,'-3'-3'1640,"0"1"-1690,3 2-460,90-45-1347,-46 38 1,4 2-1421,-1-8 0,3-3 0,-3 6 1634,1 9 0,-7 6 1,-1 1-1,-30-4 0</inkml:trace>
  <inkml:trace contextRef="#ctx0" brushRef="#br0" timeOffset="193651">31214 3029 24424,'47'-17'-801,"1"1"0,-8 3 0,2-1 0,-2 2-1353,15-4 1,-2 1-654,0-1 1,-3 0 2806,-8 1 0,-7 0 0,-8 3 0,-1-1 0</inkml:trace>
  <inkml:trace contextRef="#ctx0" brushRef="#br0" timeOffset="193844">31928 2546 16336,'0'-8'5949,"0"2"-4437,0 6-470,0 0-303,-9-59-627,7 46-89,-8-42 55,6 84-44,2 6-1,-1 26-339,3-28 0,0 1 300,1 4 1,0 0-9,-1-6 0,1 0-87,0 10 0,-1 1-308,1-6 0,-2 0-1804,-2 19 1,0 2 2212,0-9 0,1-3 0,-2-9 0,1-3 0,1 2 0</inkml:trace>
  <inkml:trace contextRef="#ctx0" brushRef="#br0" timeOffset="195218">31871 3038 16947,'-5'-6'5747,"1"2"-5448,-16-25 1,-1-4-138,10 8-156,-12-9 0,9 0-57,42 12-83,11 8-6,-8 4 0,3 1-348,-1 2 1,2 2 187,0-1 0,-1 1 99,19-2-359,1-3 269,-15-2 498,-8-2 191,-8-3 162,-18 4 499,-5 2-690,0 2 729,0 0-561,0 3-279,0 2-196,0 2-46,3 7 1,-1 2 22,13 20-11,-3 0-5,9 14-12,-6-3 17,-3-3-6,-6-2 12,-3-6 50,-7-6 73,-1-9 39,-1-4-33,1-7-62,1-5-29,1-2-10,0-2-12,1 0-16,2 2-6,-1-1-28,1 3-17,0 1 6,0 1-84,0 1 106,2 0 6,-1 1-6,2 0 6,-2 0-23,0-2-5,1-4-39,2-5-12,3-3 28,2-3 12,2 0 22,-2 0-11,-2 2 11,-4 2 28,-3-1-23,-3 1-5,-3-1-5,-3 0 22,1-1 27,2 1-27,1 2 6,2 3-7,2 1 29,-1 1 39,1 0-33,-2 2 16,0 0-17,-2 1-22,1 2 28,-1 0-22,2 1 5,1 1 107,2 0-135,0 3-11,2 5 17,2 9-6,1 10-11,2 8 11,-1 5 0,2 4 12,4 0-18,3 1-10,2-4 5,-4-6 5,-6-9 90,-12-10 29,-11-9-40,-11-9-12,-6-10 7,3-11-23,9-8-39,12-5-40,20-5 29,19 1-244,-5 18 0,3 1 202,5 0 0,2 2-26,3-1 0,1 1-84,-1 2 1,0 0-144,-3 4 1,-2 1-558,21-5 90,-19 9 219,-17 5 100,-15 2 493,-17 1 106,4 0 152,-5 0 570,10-1-386,3-2 13,1 0-97,0-1-196,0 2-173,-1 2-28,1 5 5,-1 5-5,1 10-6,0 9-11,5 5 12,2 1-12,8-2 0,4-6 5,4-4 6,3-9 29,2-6 27,2-13-11,4-9 11,2-10 62,1-8 28,-8-5-1,-8-2 18,-10 1 0,-6 5-40,-3 8-44,-3 7-51,0 7-78,-2 5-57,1 6-77,-2 8-740,-1 8-2268,0 12 3181,2 11 0,1-17 0,3 0 0</inkml:trace>
  <inkml:trace contextRef="#ctx0" brushRef="#br0" timeOffset="195561">33200 2774 26788,'39'-31'26,"0"1"0,-3 2 0,-4 4 42,0 9 27,-9-3 6,-9-4 5,-7-3 56,-5 1 57,-5 4-40,-2 5-56,-6 4-61,-2 5-29,-2 3 7,-3 9-29,-3 8 6,-1 14 11,-1 24-34,10-12 3,5-7 0,5 1-260,12 11-367,0-15 0,3 0-2804,6 0 1,2-2 3433,19 21 0,-13-19 0,-10-14 0</inkml:trace>
  <inkml:trace contextRef="#ctx0" brushRef="#br0" timeOffset="195810">32706 3214 25124,'-44'4'613,"0"0"1,0 0-1,-22 2 1,6 1-458,-2-1 18,9 0-90,43-4-17,16-1-11,31-4-34,20-4 1,9-1-617,-16 2 0,3 0 582,-5 0 1,6 1 0,1-1 0,-3 1-849,5 2 1,-1 0-1,1 0 420,-4 1 1,3 0-1,0 0 1,1 1 439,0 1 0,2 0 0,-2 1 0,-6-1 0,14 0 0,-6 1 0,-10 1 0,0 0 0</inkml:trace>
  <inkml:trace contextRef="#ctx0" brushRef="#br0" timeOffset="218927">15274 13087 11462,'-53'-12'97,"0"0"1,-1-1 0,1 1 0,0 0-1,0 0 1,0 0 0,-10-2 0,3-1 0,1 2-1,-1 1 1,-1 4-783,7 4 1,0 2 0,-2 2 0,1 1-1,-1 1 1,1 1 699,2 0 0,0 1 0,0 1 0,-1 1 0,-1 1 0,-2-1-105,4 0 0,-1 1 1,-2 0-1,-1 0 1,-1 1-1,0 0 1,0 1-1,0 1 145,-3 0 0,-1 1 1,1 0-1,-1 1 0,-1 0 1,1 1-1,0 0 1,-1 1-20,7 0 1,-1-1 0,0 1 0,0 1 0,0 0 0,0 0 0,0 1 0,1 0 0,0 1 53,1 0 0,0 0 0,0 1 0,0 0 1,0 1-1,1 0 0,1 1 0,0 0 1,1 1-60,-2 2 0,-1 0 0,2 1 0,0 0 0,1 2 1,1-1-1,1 2 0,2 0 146,-8 6 1,1 1-1,2 1 1,2 1-1,3 1 1,3 1 65,2 2 0,2 1 1,3 2-1,5 0 1,5 1-51,3 5 0,5 2 0,6 0 1,6 0 58,9 11 0,9 0 0,9-2-58,0-16 1,4-1-1,5-2 1,3-2 37,5-2 0,4-1 0,4-3 0,3-3-65,-5-6 0,3-2 0,2-2 0,2-3 0,1 0-57,-1-4 0,1-2 0,2-1 0,1-2 0,1 0 0,1-2-40,-1-1 1,1-1-1,2-2 1,0 0-1,1-1 1,1-1-1,0-1-23,-2 0 1,2-2 0,0 0-1,1-1 1,0-1 0,1 0-1,0-1 1,1-1-17,-3 1 1,0-2 0,1 1 0,0-2 0,1 0 0,-1 0 0,1-1-1,0 0 1,0-1-55,-4 0 0,0 0 1,0 0-1,1-1 1,-1 0-1,1-1 1,0 0-1,-1-1 0,0 1 1,1-1 43,-1 0 0,1-1 0,-1 0 1,1-1-1,-1 0 0,1 0 1,-1 0-1,0-1 0,-1 1 1,0-1-9,5-2 0,0 0 1,-1-1-1,0 1 0,0-1 1,0 0-1,-1-1 0,-1 1 1,0-1-5,3-2 1,0 1 0,-1-1 0,0 0 0,-1-1-1,-1 1 1,-1-1 0,0 1-2,0-2 1,1 0 0,-2 0 0,-1-1 0,-1 1 0,-1-1 0,-3 0 10,9-5 0,-1 0 0,-3 0 0,-4-1 0,-5 0 271,9-10 1,-6-1 0,-25 0-364,-32-6 0,-26 7-272,-8 20 1,-16 8-1,-8 5 1,-4 1 344,18 3 0,-6 1 0,-4 2 0,-2 1 0,0 0 0,1 1 0,3 0 0,5-1 0,-5 0 0,4 0 0,2 0 0,0 1 0,-2 0 0,1 2 0,1 0 0,-1 0 0,1-1 0,-1 1 0,1 0 0</inkml:trace>
  <inkml:trace contextRef="#ctx0" brushRef="#br0" timeOffset="227176">7505 15470 26836,'-7'-34'22,"1"-1"1,6-6 0,8-2-55,10 7 0,7-2 0,-1 2-1735,7-13 0,1-2 1761,-1 2 1,4-3 0,0-4 4,-4 5 1,0-2 0,2-1 0,-1-1-2,-6 9 0,1 0 0,-1-1 0,1-1 0,0 0-336,-1 2 0,0-2 0,0-1 0,0 1 0,-1 0 0,-2 3 316,6-13 0,-2 3 0,-2 1 0,-1 2 25,0-1 1,-1 2 0,-2 1 277,-3 3 0,-2 0 0,-6 5-267,-12 3 0,-4 4-25,-6-20-6,-21 38 0,-6 13 12,-19 26-7,22-9 1,1 5 11,3 12 0,4 8 14,2 15 0,4 6-350,6-18 0,1 2 0,2 3 330,-3 11 0,2 4 1,3-1-1,2-5 0,2 0 1,0-1 1,2-10 0,1-1 1,1 2-5,0 7 1,1 1-1,4-3 153,6 5 0,4-2-157,5 7 1,6-3 975,7-13 0,8-7-970,14-10 0,6-12 17,-6-11 1,1-7-12,-1-2 0,-1-8 0,-10-10 0,-1-9 0,-5 3 5,-6 3 1,-1-2 5,7-14 0,4-7 1,-7 4-195,-10 6 0,-3 0 214,6-15 0,-3 3 19,-7-2 1514,-12 11-1469,-17 29 1076,-8 11-1154,-17 20-23,-1 21-5,7-1 185,16-10 0,4 4-177,4 0 1,4 2-7,-1 1 1,2 1 8,5 3 0,3-1 88,14 15-94,3-18-5,28-11 17,-9-23-1,20-14 12,-14-21-126,-25 10 0,-2-3 139,-2-3 1,-3 0 8,5-22 20,-12 14 0,-4-1 47,-5-11-50,0 16 0,-2 1 769,-6-1-713,-9 7-118,8 18 23,-8 3 262,2 14-285,-4 12-22,-7 26-33,8 3-1,3 3-207,11 1-184,13-12-443,21 15 268,11-21 169,19-9 324,-16-25 51,9-18 151,-15-14 118,7-14 67,-22 12 0,-4 0-38,5-12 96,-12 8 1,-3 3-115,-4 9 319,-5-19-380,0 32 50,-4-2-152,5 12-22,-1 10-11,2 1 6,0 22 0,0 3-1,-2-3 1,0 2-6,-3 25-9,1-24 1,1-2 8,-2 5 0,4-7 22,3-21 6,10-13-22,0-7 56,21-34-34,-14 20 28,15-27 22,-12 21-5,8-7-45,-7 13-34,0 8 6,-6 12 0,-3 6-11,5 6-45,5 10-101,2 6-128,4 10-203,-6 2 175,-7-6-421,6 7-3599,6-12 4154,-4-6-6,30-17 218,-16-19 18,9-5 139,-21 2 1,-2-4 212,3-11-190,-10 10 0,-1-1 213,-1-17 10,-8 4-228,-4 11 156,-6 7-191,-6 13 3292,-13 12-3431,-6 14-23,-1 7-6,8 3 1,2 2-12,0 4-11,2 5 1,3 1 10,6 3 6,10 13-11,15-25-11,10-13 16,-4-11 90,13-21 17,-11-3 44,6-8-27,-14 11-56,-9 17-12,-6 10 23,-2 19 0,-2 7-54,0 0 1,-1 3-468,1 1 1,0 3 0,0 0 434,-1-1 0,1-1 0,0 2-828,-1 3 0,1 0 0,-1-1 838,1 9 1,-1 2-56,-2-1 0,-1 4 0,-3-4-535,-3 2 1,-4-1 523,1-5 0,-1 3 0,-3-6 29,-8 1 1,-3-8 61,4-12 1,-1-10 39,-17-20 72,18-44-59,17 4 1,5-6 18,6-9 1,5-2-56,-1 14 0,3 0 1,1 0-26,4-2 1,3 1 0,1 0 3,2 0 1,1 1 0,3 1-38,1 1 1,1 1-1,2 2-263,1 1 0,0 2 1,1 1-4635,14-12 1,-1 4 4509,-11 11 1,-4 5 0,11-6-1,-29 23 1</inkml:trace>
  <inkml:trace contextRef="#ctx0" brushRef="#br0" timeOffset="254977">9155 7890 11363,'-28'-56'1745,"1"0"1,-8 0 0,-2 11-1215,-9 20-631,7 9 0,-1 3 513,8 6 0,0 2-87,-10-2 0,-2 2-58,-2 1 1,-1 3-69,-2 0 0,0 1 118,-2 2 0,-2 2-3,-1 0 1,-1 2-514,-3 1 0,0 2 377,-4 0 1,0 2-423,20-4 0,-1 1 1,1 1 327,-2-1 0,1 2 0,0 0 1,0 0 1,1 1 0,-1 0-241,1 1 1,1 1 0,0 0 259,0 1 1,1 0 0,0 1 266,-19 8 1,1 2-5,0 0 1,2 0-18,0 1 0,1 0-20,2-1 0,0 1-27,1 1 1,2 1-231,3 0 0,2 1-21,2 0 1,2 2-6,3 0 0,2 2-81,3 1 0,1 3 114,-3 13 0,3 2-169,10-16 1,1 2 45,-5 19 1,3 1-205,11-17 0,2-1 157,-2 10 1,2 3 0,4 8 1,3-1-51,1-20 0,1 0-65,3 16 1,3 0-78,-1-19 0,1 0 23,2 9 1,1 1 28,0 0 1,1-1 154,1 0 0,1-1 53,4 10 1,1-2-52,-5-17 0,1-1 46,7 13 1,2-2 473,-3-18 1,1-1-398,8 6 0,4-1 15,3-3 0,6-3-15,-2-8 0,5-3 1,-1-1-41,3 1 0,2-4 26,2-2 1,5-1-1,-3-3-141,8-2 1,0-2 162,-10 0 1,2 0-1,1-2-30,9-3 0,2-1 1,-2-1-55,-8 0 0,-3-1 0,1-1-288,8-3 1,0-2 0,-5 0 272,-1-1 1,-2-2 9,-11 1 1,2 0 0,-5 0-42,-4 0 1,1 0 30,9-6 1,5-4 0,-1-1-12,-7 1 1,-2-2 0,1-1 63,8-4 0,1-2 0,-3 0-6,-8 5 1,-3 0-1,-1-1-112,-1-1 0,-2 0 1,-3 0 138,6-9 1,-2-2-47,-6 9 1,0-3 0,0-1 44,0-7 1,0-2-1,-2 1-28,-4 6 1,-2 0-1,0 0 10,6-17 0,-2 1 19,-5 3 1,-4 1 2,-4 10 0,-3-1 14,1-9 1,-3-1 4,-4 2 1,-6 0 17,-9-8 0,-5 2-59,5 18 0,-4 2 8,-16-14 0,-6 3 6,6 18 0,-2 3-6,-14-7 1,-3 2-41,17 11 0,-1 2 0,-3 2-157,-8 0 0,-4 2 0,2 2-1231,5 3 0,0 2 0,0 1 1250,-2 1 0,0 1 1,5 2-1,5 1 0,6 2 1,-7 1-1</inkml:trace>
  <inkml:trace contextRef="#ctx0" brushRef="#br0" timeOffset="256419">3740 11925 26129,'19'-26'945,"1"7"-462,-10 24-1030,-2 4 44,-5 6 614,-10 6 97,-3-4-67,-4-2 114,-5-11-240,4-7-213,-4-10 271,3-23 20,7-4-231,6-3-8,11 5-81,6 15-60,16 0 57,1 11 82,12 10 151,-11 7-7,16 17-18,-6 12 15,-17-8 1,-1 4-226,-3 6 0,-6 5 228,-10 17 0,-7 2-307,-1-16 0,-6-1 310,-6-1 1,-6 2 0,-2-4 12,-10-1 0,-4-3 5,0-4 1,-3 0 0,1-3 40,-8 2 0,1-4 62,-2-3 0,3-7 194,-3-12-154,20-11 50,9-15-57,12-7-97,6 1 370,12-1-409,14 16-17,2 6-6,21 8-27,7 6-93,-16-1 0,3 2-1966,13 6 0,1 2 1555,-13-3 1,-2 0 0,-4-1 0,-5-1-1,-6 0 1</inkml:trace>
  <inkml:trace contextRef="#ctx0" brushRef="#br0" timeOffset="257176">4342 11387 14964,'-3'-4'6570,"0"0"-5976,-9-26 0,-2-7 111,7 7-590,-8-8 0,4-1 227,19 6-247,6 13-45,15-10-22,7 13-11,8 6-11,-6 8-6,8 14-12,-4 19 12,-3 9 12,-7 15-7,-21-6 34,-15-3 23,-11-6 0,-9-6 50,-3-10 84,2-7 117,2-6 57,5-6-62,4-6-95,3-5-84,5-5-45,3-2-50,7 1-29,6 2 12,10 2-11,12 4-12,-3 3 0,28 10-5,-16 4-6,17 12-22,-21 3-6,-12 5-27,-15 2-63,-17 1-139,-14-3-332,-11-5-435,-7-5-825,-1-8-5045,0-7 6911,8-5 0,13-2 0,9 0 0</inkml:trace>
  <inkml:trace contextRef="#ctx0" brushRef="#br0" timeOffset="257376">4981 10941 25674,'13'41'-296,"0"-1"1,-1 2 0,-1 2 295,-1 1 0,-2-2 0,1 7 0,-2-2 0</inkml:trace>
  <inkml:trace contextRef="#ctx0" brushRef="#br0" timeOffset="259569">5686 11390 20006,'-43'-21'880,"1"0"1,-1 0 0,-10-5 0,7 5-198,5 8-168,25 10-470,0 2 169,22 10-102,12 5-44,7 2 10,13-3 1,6-2-48,-2-2 0,2-1-472,0 1 1,3 0 0,1-1 440,-4 0 0,1 0 0,-1 0 1,0 1 1,-1 1 0,-1 1-79,13 6 1,-6 5 70,-11 0 1,-9 5 27,-8 32-22,-30-25 0,-11 1-3,-12 2 0,-7-2-511,-10 3 0,-4-1 484,16-13 0,-2 0 0,1-1-155,0-1 0,1-1 0,1-1-1291,-13 8 1,4-3 1475,9-6 0,5-3 0,-4 4 0,21-13 0</inkml:trace>
  <inkml:trace contextRef="#ctx0" brushRef="#br0" timeOffset="260242">7345 11330 19994,'0'3'2941,"0"-1"817,0-2-3652,17-51-78,-13 38-5,13-39 10,-17 56 46,-3 3-1,-5 6-22,-6 4 17,-9 0 22,-2-3 6,0-7-23,5-12-27,6-13-18,5-14-16,8-9 11,13-4 17,11 2-40,13 8 7,7 9-18,5 14-33,6 12-316,2 18 346,-28-3 1,-1 5 8,-2 4 0,-4 4-9,-4 4 1,-6 4 5,-4 5 1,-6 1 13,-9 7 0,-6 1-784,-7 5 0,-5 2 758,4-17 0,-2 1 0,-1-1 5,-2 0 1,-2 0 0,0-2 9,1-3 0,-1-1 0,0-3-174,-10 5 0,0-6 218,7-11 1,1-8 56,-15-18-39,20-22-18,20-18 7,25-6-49,-1 25 1,3 2-111,8 1 1,3 2 98,4 0 1,4 3-37,3 3 1,3 2-138,4 1 0,0 3-336,3 2 0,0 2-883,-2 2 1,-1 1 1400,1 2 0,-5 0 0,5 3 0,-12-1 0</inkml:trace>
  <inkml:trace contextRef="#ctx0" brushRef="#br0" timeOffset="260735">8012 10765 20319,'-7'-5'3260,"1"2"-2443,6 3-498,-29-63-162,34 36-90,-13-12 1,7 2-24,36 14 7,7 5 5,1 5-28,-3 7-11,-4 9-12,-5 9 1,-3 10-23,-5 10-11,-6 6 39,-8 3-5,-14 2 16,-12 0 29,-16-5-29,-6-5 56,-2-9 113,7-11 28,10-10-29,9-11-33,9-8-56,8-5-23,9 0-16,8 4-6,9 4-28,3 5-17,5 4 0,3 9-11,2 6-28,1 10-17,-8 7 23,-11 6 11,-20 5-68,-22 3-77,-17 2-71,13-22 0,-3-2-1101,-25 15-4380,7-11 4860,12-12 0,16-7 0,9-5 0</inkml:trace>
  <inkml:trace contextRef="#ctx0" brushRef="#br0" timeOffset="260952">8599 10407 22901,'0'-10'2980,"0"2"-2269,0 8-414,0 0-252,2 20-34,0 13-39,0 26-331,0-26 1,0 3-4558,3 10 1,0-2 3211,2 12 1,2-3 0,-7-43 0</inkml:trace>
  <inkml:trace contextRef="#ctx0" brushRef="#br0" timeOffset="261186">8998 11138 24027,'-5'0'2375,"1"0"-2073,4 0-380,49-48-258,2 29-104,-12-7 1,3-1-530,2 18 0,1 4-2063,-6-1 1,0-1 3031,3 0 0,-2 0 0,12-2 0,-25 3 0</inkml:trace>
  <inkml:trace contextRef="#ctx0" brushRef="#br0" timeOffset="261369">9751 10721 27869,'14'-8'50,"1"20"-81,-7 18 1,-3 10-754,2 20 0,0 4-2493,-3-21 0,1 0 0,-1 1 2581,0 6 0,0 0 1,0-5-1,0-2 1,-1-7-1,1 9 1</inkml:trace>
  <inkml:trace contextRef="#ctx0" brushRef="#br0" timeOffset="262226">10869 9871 9745,'-59'-9'477,"0"0"1,1-1 0,-1 1-1,1 0 1,-1 0 0,0 1-1,-1 0 1,1 0 0,-1 2-1,2 1 1,0 2-1214,-6 2 1,2 2 0,0 2 0,0 1-1,-1 1 814,5 0 1,-1 1-1,0 0 1,-1 2-1,2-1 1,1 1-175,-2 0 1,2 1 0,1 0 0,-2 1 0,-1 2 143,7-1 1,-2 2 0,-1 0 0,-1 1 0,1 1 0,1 0 0,1 0-80,-1 2 1,1 0 0,2 0 0,-2 1 0,0 2 0,-5 2 61,7-2 1,-3 1 0,-2 2 0,-2 1 0,0 1 0,0 0-1,1 0 1,1 0 0,1 0-130,1 0 0,0 1 0,2-1 0,0 1 1,1 0-1,-1 1 0,0 0 0,-1 2 110,2-1 1,-1 1-1,0 1 1,-1 0-1,0 1 1,1 0-1,2 0 1,1 0-1,1 1 7,-2 2 0,1 1 0,2 0 1,0 0-1,2 0 0,1 1 1,0 1 8,-5 4 0,1 0 0,2 1 0,0 1 0,1 0 0,2 0-34,3-1 1,2 0 0,0 0 0,2 1 0,1 0 0,2 0 16,-2 5 0,2 1 1,2-1-1,2 1 0,4 0 110,-1 7 0,3 0 0,4 0 1,7-2 74,6 11 0,8-1 0,11-4 41,12-5 0,9-4 0,5-6-129,-3-9 0,4-6 1,8-3 29,-2-10 0,6-2 0,6-3 1,1-1-1,1-3 0,-3 0-29,5-3 1,-1-2 0,0-1 0,1-2 0,2 1-71,-11 0 0,-1 2 0,2-1 1,1-1-1,1-1 0,1-1 0,2-2 47,-1-2 1,4-1-1,1-2 1,1-2-1,1 0 1,0-1 0,-2-1-1,-1 1 1,-3-1-35,4 0 0,-3-2 0,-2 1 0,-1-2 0,2 0 0,1-1 0,3 0-54,-11 2 0,2 0 0,2 0 0,0-1 1,2 0-1,0-1 0,0 0 0,-1-1 1,0 1-1,-2-1 0,-2 0 21,4-1 1,-2-1 0,0 0 0,-1-1 0,-1 0 0,0 0 0,0 0 0,-1-1 0,0 0-5,5-2 1,0-1-1,0 0 1,-1 0-1,-1-1 1,0 0-1,0 0 1,-1-1-6,-3 1 1,0 0-1,0-1 1,-1 0-1,-1 0 1,0-1-1,-1 0 1,-1 0-6,3-3 1,-1-1-1,-1 0 1,0-1 0,-2 0-1,-1-1 1,-2 0-19,3-3 1,-2-1 0,-1-1 0,-1 0 0,-3-1 0,-3 0 10,0-4 1,-1-1 0,-3-1 0,-4 0 0,-6-1-197,-1-4 1,-6-1 0,-6 0-1,-9 2-801,-17-10 0,-13 3 1,-7 6 998,-7 6 0,-6 6 0,1 5 0,8 9 0,1 3 0,2 5 0,-5 3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10:13:02.8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1925 2162 18924,'-6'-7'4733,"1"2"-3764,5 5-527,-29-61-223,29 42-149,-12-15 0,7 4 37,30 25-40,8 10-22,10 8-12,5 15-22,-22-9 1,-2 3-291,-2 4 1,-2 3 281,-3 4 0,-5 2 5,-4 3 1,-4 0-7,-5 0 1,-5 0-83,-2-5 1,-3-2 107,-17 15 62,1-21-17,5-22-34,10-22 22,8-18 1,12-13-12,9-8 89,-4 28 1,2 1-129,2-1 0,2 2 56,1 2 1,1 1-102,2 3 1,1 2-331,27-12-684,1 11-1142,-3 10-2118,-6 10 3487,-10 9 1,-15-3-1,-8 4 1</inkml:trace>
  <inkml:trace contextRef="#ctx0" brushRef="#br0" timeOffset="483">2487 2198 16297,'6'0'6778,"-1"0"-4067,-5 0-2459,30-65-140,-19 43-73,7-15 0,0 3-5,-7 23-23,3 1 6,2 1 16,0 0 23,-1 0 23,-3 0 44,-6 1-62,-5 2-55,-8 3-12,-6 2 6,-1 3 6,-12 6-6,9 3 17,-7 5-6,8 3-11,2 3 28,5 3-22,2 3-18,7 1 12,8 0-11,8-2 6,11-1 5,4-6 11,3-4-11,0-6 0,-4-5 5,-3-4-5,-7-5 17,-4-1 6,-7-3-1,-5 0 6,-2 0-11,-2-2-6,0 2 0,0 0-28,0 1-27,0 1-124,3 2-454,1 1-919,6 1-8290,8 1 9761,-3 1 0,-1 0 1,-8 0-1</inkml:trace>
  <inkml:trace contextRef="#ctx0" brushRef="#br0" timeOffset="916">2883 2102 16644,'-3'-1'6783,"1"0"-4816,2 1-1531,-21-60-94,15 39-216,-5-13 0,1 4-14,10 22-78,0 4-6,4 21-6,4 6-11,8 33-5,-4-19-1,5 20 12,-3-21 0,5 7-11,3-8 22,0-9 5,-9-13 107,-2-6-22,-7-15-51,2-7-11,0-13 17,-1-16-45,-2 3-17,-1 2-5,0 5-18,5 9-38,6-3-107,9 8-1086,18 8 374,-9 10-2178,21 11 3047,-11 11 0,-13-8 0,-3 3 0</inkml:trace>
  <inkml:trace contextRef="#ctx0" brushRef="#br0" timeOffset="1490">3485 2223 20319,'-1'4'4368,"0"0"-2009,1-4-2326,-21-6 12,32-5-23,-13-6 1,39-4 10,-4-1-21,-7 3 4,-4-6 63,-12-5-57,-2-1 6,-8-4-5,-9 11-7,-2 8-4,-9 5 4,-1 8-21,-15 10 38,6 5-27,-3 13-6,14-4 22,1 11-72,10 9 50,3-7-11,20 26 11,11-26-284,-4-10 1,3-2 283,16 5-11,17-4 11,1-12 50,-5-7-33,-3-12-39,-25-13 33,-11 2 22,-3-12-10,-7 1 5,0-23 5,0 4-16,3-10 6,0 22 5,8-2 600,5 10-617,2 4-5,7 8-12,-5 17 17,2 16-5,-6 2-12,6 33 1,-11-8-112,-6-11 0,1 1 134,7 21-146,7-2-112,0-13-1064,17 0-8526,12-16 8389,-14-4 0,0-9 0,-33-10 0</inkml:trace>
  <inkml:trace contextRef="#ctx0" brushRef="#br0" timeOffset="2866">4526 2060 22705,'-13'-52'830,"0"0"1,2 4 0,-2 9-405,-4 15-135,4 9-167,5 8-113,5 5 11,3 9 12,1 11-17,5 17-17,4 15 11,6 10 8,-5-28 1,2 0-259,1 1 1,1 0 238,3 1 0,0-2-6,1 0 1,-1-1-35,12 24-38,-11-11-163,-11-12-359,-14-10-441,-9-11-561,-11-8-352,-8-11-1311,-5-10 380,-2-15 1776,2-12 1378,22 18 0,4-2 1568,-5-32 835,11 4-320,6 9-711,2 11-397,0 12-348,0 9-470,0 9-326,-1 5-44,-2 8-11,-3 10-17,-5 15-22,-4 11-146,-3 11-1064,0 7-2774,11-29 0,0 1 3978,-1 21 0,6-20 0,1-16 0</inkml:trace>
  <inkml:trace contextRef="#ctx0" brushRef="#br0" timeOffset="3250">4769 2114 25926,'1'14'123,"8"-2"-73,18-1 6,7-7 23,1-10 27,-1-9 34,-6-12-11,-9-7-6,-9-8 67,-14-5 57,-7 1 10,-9 5-10,-3 10-57,-2 11-89,3 10-56,1 9-12,2 23-10,8-2-12,0 29-11,8-3-339,9 16 238,0-30 0,4 0-722,10 9 0,3-1 307,-7-13 1,3-1-2240,12 11 1,3-3 2754,6-4 0,-5-5 0,-16-14 0</inkml:trace>
  <inkml:trace contextRef="#ctx0" brushRef="#br0" timeOffset="3474">5539 1716 23304,'-3'-6'3305,"2"1"-2488,1 5-772,-60-26 0,30 40-23,-14-4 1,2 7-6,17 36-3,9 6 0,6 3-704,11-21 0,4 0 678,-1 8 1,4 1-110,13-4 1,6-3-390,4-8 1,4-4-1065,12 8 0,4-4 1574,-3-5 0,-2-5 0,-14-8 0,-2-4 0,6 0 0</inkml:trace>
  <inkml:trace contextRef="#ctx0" brushRef="#br0" timeOffset="4150">6332 1923 22834,'-5'-7'3036,"0"1"-2628,5 6 337,0 0-644,-40-45-105,32 55 66,-29-36-125,39 58 0,10 15-2188,-4-11 1,0 0 1536,1 8 0,1 2 717,3 9 0,0-4 1,-4-14-1,6 19 0</inkml:trace>
  <inkml:trace contextRef="#ctx0" brushRef="#br0" timeOffset="4873">6827 1968 14751,'-8'-7'2778,"2"1"-380,6 6 968,0 0-3108,2-13-12,2 13-5,2-10-40,1 16-49,-2-1 4,-1 1 35,-2-1 33,-2 2-17,-1-2 34,-1 0 101,-1-2-6,0-2-50,1-6-34,0-8-90,1-12-72,2-10-6,4-5 10,3 3-24,5 5-25,-1 11 4,7 5 24,-2 9-24,10 6-12,-2 13-18,0 12-52,-3 15-14,-7 13 6,-11 8-350,-8-26 1,-4 1 342,-5 2 1,-4 0 5,-5 2 0,-4-1-187,-2-3 1,0-2 254,1-6 1,1-4 101,-15 6 59,14-24-128,12-15-41,8-11 682,8-5-720,7 0 468,10 4-497,9 4-39,13 6-90,11 5-320,13 4-500,-28 4 0,1 0-475,3 0 1,1 1 1472,8 0 0,-3 0 0,6 1 0,-4-2 0</inkml:trace>
  <inkml:trace contextRef="#ctx0" brushRef="#br0" timeOffset="5333">7426 1807 21343,'-3'-7'3244,"0"1"-2398,-11-55-493,11 37-283,-4-12 0,4 3-42,12 20-17,10 5 39,9 5-44,12 6-12,8 8-5,4 11-34,-1 10-338,-8 9 305,-9 5-18,-13 3 12,-11-2 37,-16-4 86,-10-10-16,-10-9 49,-2-10 68,4-7 12,5-9 541,6-6-215,5-7-177,4-2-9,5-3 42,5 1 61,5 1 36,7 4 115,5 5-72,5 7-208,5 12 55,3 9-124,1 13-254,-3 7-231,-9 5-329,-13 1-338,-18-1-246,-19-7-277,-17-8-1314,-12-10 2778,-8-10 1,27-5-1,5-4 1</inkml:trace>
  <inkml:trace contextRef="#ctx0" brushRef="#br0" timeOffset="5573">7663 1371 27274,'57'-5'-28,"1"1"0,4 4 1,-2 5-52,-7 12 1,-2 6-827,-12-5 1,0 2-1,-1 3 888,-1 1 0,-1 4 0,-2 1-1,-3 4 1,-3 2 0,-4 2-86,-5 2 1,-4 2 0,-7 1-300,-7 3 1,-6 1-1,-6 0-1947,-9 3 0,-7 1 0,-2-3 1964,-4-2 1,-2-2-1,3-6 1,2-3-1,5-7 1,2-6-1</inkml:trace>
  <inkml:trace contextRef="#ctx0" brushRef="#br0" timeOffset="6916">5876 2086 9173,'-1'3'5612,"1"0"-1204,0-3-3198,-64 10-382,37-6-523,-11 2 1,2-1 182,19-3-180,8-1-123,6 0 5,3-1-5,7 0-40,8-3-61,17-2-44,14-6-18,-4 1 0,-7 2 1,0-2 5,7 0 56,10-3 39,-32 8-56,-17 3-44,-18 5-7,-15 4 90,-13 5-5,-8 2 7,-1 2-5,5-3 10,8-1 8,11-3-7,12-3 15,7-3-9,7-2 124,2 0-266,7-4-120,17-6-1040,17-3 1181,-4 3 0,-1-1 1,4 1-1,2 1 1</inkml:trace>
  <inkml:trace contextRef="#ctx0" brushRef="#br0" timeOffset="15806">3113 3996 23842,'-24'-42'95,"7"22"-67,28 62 28,-2 10-11,-4 6-355,-3 0 332,-5-7 70,1-12-36,-1-14 62,2-14-23,5-17-56,5-13 6,8-19 5,7-11-17,-11 21 1,2-1 11,0-2 0,0 1-3,0 1 0,1 0 31,15-22 195,-7 17-228,4 9-52,3 16 1,1 9-17,8 13 11,-14 5-156,14 26-62,-13-6-1699,-6-9 0,0-1 1581,6 11-1462,-2-13 1,1-2 1315,4-1 34,20 7-504,3-22 857,-3-22 190,0 2 152,-26-11 0,-5-4 335,-4-10 186,3-18 128,-11 13-67,-5 7-274,-5 10-376,0 11 2247,-3 8-2376,3 11 3365,0 1-3392,4 24-12,6-4 23,7 16-17,11-9-23,9-4 23,8-9 17,5-10 6,2-13 10,-4-11-5,-13-6 67,-1-23-11,-19 8 0,0-19-11,-12 11-34,-5 4-22,-2 7-73,0 9-196,4 10-409,4 7-1080,9 11-1765,10 8 3506,15 10 0,-15-9 0,1 0 0</inkml:trace>
  <inkml:trace contextRef="#ctx0" brushRef="#br0" timeOffset="16366">4655 3847 23814,'-29'48'67,"9"-1"-56,22-12 23,3-2-12,-3-8 135,0-9 196,-1-9-73,-1-8-146,0-11 40,-1-10 33,0-11 1,0-8-23,1-5-34,5 0-39,3 5-51,5 8-33,3 8-11,5 9-6,5 8-11,12 10 0,-11 3-5,11 14 5,-18 4 5,1 11-33,-8 4 17,-7 1 17,-6-3-1,-3-7 46,-2-12 16,0-8-33,1-14-1,2-9-10,1-12 10,4-10-5,5-6 0,7-4-5,7 2 5,4 4 11,2 9 0,2 8-11,1 8-17,2 8-5,0 12-12,2 9-22,-2 14 17,-1 9-95,-5 7-600,-5 6-1585,-7 1 2291,-5 0 0,-5-23 0,-2-7 0</inkml:trace>
  <inkml:trace contextRef="#ctx0" brushRef="#br0" timeOffset="16607">5772 3657 21780,'-5'0'3081,"1"0"-2745,4 0-890,45-18-583,1 13 25,-11-5 1,2 1-1502,2 8 0,-2 4 2613,12 1 0,-7-1 0,-20 1 0</inkml:trace>
  <inkml:trace contextRef="#ctx0" brushRef="#br0" timeOffset="16767">5873 3852 24329,'47'-19'-1336,"-1"0"0,-4 1 0,-5 4 1,4 5-1,-17 3 0</inkml:trace>
  <inkml:trace contextRef="#ctx0" brushRef="#br0" timeOffset="17399">6864 3690 23243,'-5'-55'894,"-1"0"0,2-2 1,2 5-722,9-4-111,9 2-29,13 23-21,6 11-1,-6 10 6,20 10-12,-13 14-5,16 15-5,-15 17-291,-23-18 0,-3 2 296,-3 5 0,-5-1 0,-2 23 5,-7-22 1,-1 0 90,-11 20-74,1-6 40,3-13 72,9-27-61,7-10 28,16-27-39,6-9-23,6-11 42,-8 5 0,-1-1-687,-6 11 0,-1 1 659,3-9 1,0 1 63,-4 5 1,-2 3 165,3-12-64,-2-2 27,-5 17-190,-5 14-50,-1 10-12,0 15 1856,5 26-1839,3 12-8,-2-13 0,1 3-304,1-3 0,2 0 172,2 2 1,4-2-320,3 0 0,4-3-930,6-3 0,2-3-1479,-4-6 1,2-3 2856,7-1 0,-5-5 0,-15-5 0,-3-3 0</inkml:trace>
  <inkml:trace contextRef="#ctx0" brushRef="#br0" timeOffset="23690">3187 4942 21847,'-6'-30'241,"0"19"-94,2 49-13,-1 16-44,1 7-568,2 2 556,3-7 51,1-11 167,2-11 7,-1-14 357,-1-7 304,-1-10-836,-1-24 1,-3-3-17,-1-21-11,0 1-6,1-2-4,3 0 370,5 3-422,5 9-16,9 9-12,6 10-11,7 8 22,3 10-11,4 10-16,1 13-1,1 14-55,-5 10-102,-20-21 0,-2 1-505,-1 0 0,-2 0-447,-1 1 0,1-1-3993,10 24 5108,-2-13 0,-6-17 0,-6-14 0</inkml:trace>
  <inkml:trace contextRef="#ctx0" brushRef="#br0" timeOffset="24583">3802 5114 23959,'-33'-40'129,"16"11"-106,54 34-46,-4 0 68,21 2 5,-18-6-5,15-1 28,-19-8 39,-6-6-28,-10-1 196,-13-41-258,-5 33 12,-8-28 28,-3 36-6,-1 2-23,-7 1-16,-2 6-6,-2 10 12,-2 8-12,2 11-17,5 7 6,6 7-22,6 4-51,10 5-106,10-2-639,22 5 398,-3-18-151,-2-14 1,2-3-528,25-5 501,-18-6 1,3-3-158,3-3 1,1-4 549,3-2 0,-1-4 125,1-1 1,-3-4 120,-2 0 0,-3-2 114,-7 1 1,-3-2 352,9-20 191,-21-1 213,-22 1 57,-13 3-186,-12 2-219,-6 8-184,-3 8-179,-2 9-118,3 9 207,7 13-269,6 12 770,9 14-764,7 12-33,10 6-6,10 1-1,16 0 12,-6-21 53,13-5 54,-14-24 78,2-12 22,-4-11 73,-4-15 68,-1-6-29,-2-2-84,-2 5-67,-2 8-50,-3 9-68,-1 10-11,-3 17-16,0 19-35,0 27 4,-3-16 0,-1 5-430,-2 9 1,0 6 416,-2-1 1,-1 5-1,0-3-364,3-15 0,-1-2 0,1 3 291,-1 5 0,-1 4 1,1 0-1,1-3-737,0 0 1,1-3 0,-1 2 527,0 12 1,-2 1-1,1-1 131,-1-7 1,0-1-1,-1-4 177,-3 11 1,-3-9 274,-13-3 403,9-44-526,4-60-90,13 16 1,2-5-249,4-17 1,3-4 202,-1 15 0,2-1 1,3-2-11,2 2 1,3-2-1,1 0 1,-1 3-10,-1 1 1,1 3 0,2-1 28,1 1 0,3-3 0,0 1 1,0 5-168,8-10 1,2 3-376,-8 11 1,2-1-1,2 1-2767,3 1 0,2 1 0,-3 3 2074,-2 1 1,-1 4-1,1 1 1,-4 7-1,-16 13 1</inkml:trace>
  <inkml:trace contextRef="#ctx0" brushRef="#br0" timeOffset="24800">5329 4778 22839,'44'-22'-3277,"0"1"0,3 2 0,-3 5 819,3 11 0,-8 2 1,-32 1-1</inkml:trace>
  <inkml:trace contextRef="#ctx0" brushRef="#br0" timeOffset="24957">5347 5062 15737,'-5'3'6744,"1"-1"-6027,4-2-2275,93-59-876,-62 42 1,3 0 1724,9-8 1,5-4-1,-7 6 1,8 0-1,-20 10 1</inkml:trace>
  <inkml:trace contextRef="#ctx0" brushRef="#br0" timeOffset="25333">6393 4361 23982,'-45'-22'309,"1"1"1,1 8 0,8 9-298,18 21 32,-4 36-605,13-22 1,-1 4 569,-1 7 1,-2 6-1,1 0-717,-1 1 0,0 0 0,0 3 694,1-3 0,-2 3 0,1 0 0,1-3-13,-1 1 1,1-3 0,0 2-137,-1 12 1,-1 2 0,1 0-630,3-2 0,0-1 1,1 1 111,-1-2 1,0 1 0,1-3 382,1-3 0,1-2 0,-2-3-507,-3 8 0,-2-9 1267,0-11-810,-14 1 341,9-64 269,1-19-81,9 5 0,2-4-677,2-5 0,2 0 657,0 7 1,2 0 153,2-11 1,3 0 407,6 1 1,2 2-638,1-1 0,3 2-87,5-4 0,4 3-423,-1 13 0,3 4-476,4 0 0,2 3-502,-5 6 1,0 2 1400,6-1 0,-3 4 0,-6 4 0,0 2 0</inkml:trace>
  <inkml:trace contextRef="#ctx0" brushRef="#br0" timeOffset="26240">6629 4743 14941,'0'-3'6134,"0"1"-3754,0 2-2055,-49-12-129,16 26-140,-4-8 0,1 2-33,4 27-9,14-7 0,4 1-14,3 8 5,2 14 6,14-25 73,14-3 40,1-16-12,12-9 11,-2-15 67,3-14 57,-3-8 55,-3-4-5,-7-1-28,-7 4-123,-6 13 184,-4 4-240,-2 15-40,0 0-33,-1 24-6,0 9-11,-3 22-5,-1 7-343,-3 8 342,1-1-10,5-5 10,11-10 12,9-16 27,8-15 29,6-21-17,6-18-31,-15 4 0,-2-3-3,18-21 3,-9 3 0,-1-4-486,-11 9 0,-1-3 481,0 2 1,0-4-1,-1 3 2,-2-4 1,-1-1 8,1-1 1,1-4-1,0 4-9,0 0 1,0 1 4,6-16 1,0 2 117,-9 23 1,-2 5-62,2-10-23,-10 21-33,-6 11-12,-3 10-5,-16 26-5,0 12 10,6-6 1,1 4 18,1 4 1,3 2-36,-1 6 0,3 2-3,0 5 0,3 1-12,1 2 1,3-3-11,0-11 0,6-2-211,9 12 1,8-5 24,-3-22 1,3-4-6,7 8 1,3-5-104,19-9-146,-2-25 78,0-19 166,-22 5 0,-2-4 220,3-3 1,-1-3 11,1-4 0,-2-1 31,0-2 0,-1-1 42,-1 0 0,-2 0 30,-2 2 1,-1 1 52,-2 4 1,-3 0 252,5-22 29,-9 8-58,-8 7-223,-5 12 1047,-7 2-1132,1 15-44,-4 2-28,1 18 346,-2 11-329,1 14 5,3 9 12,9 4 22,13 3-280,11 1 240,10 0-4,5-3-1,-1-4-6,-7-6 23,-13-3-5,-10-6 5,-14-4-23,-8-5-229,-12-6-700,-7-6-1843,-5-6 2767,-6-12 0,21 5 0,2-7 0</inkml:trace>
  <inkml:trace contextRef="#ctx0" brushRef="#br0" timeOffset="26633">8022 4628 26278,'-18'58'443,"10"-12"-303,29-23-23,4-14-5,2-7-11,2-13-17,-2-9-17,-2-11 1,-8-6-7,-8-3 1,-7 1 11,-6 7 27,-4 8 12,-3 10-11,-5 8 34,-5 9-18,-7 10-38,-2 12-35,0 12-16,7 10-22,9 7-17,8-8-264,14-11 1,7-1-2174,24 11 1769,-10-14 1,0-4 0,10-1-1,-15-13 1</inkml:trace>
  <inkml:trace contextRef="#ctx0" brushRef="#br0" timeOffset="32823">3493 7015 20056,'-7'-44'728,"1"1"0,0 4 0,6 10-666,10 23-6,14 13-11,13 9-29,9 16-290,-20-10 0,0 3 254,0 4 1,0 2-23,-3 3 0,-2 2 3,-3 0 0,-5 1 19,-3-1 1,-6-1 24,-14 26 202,-16-13-72,-13-19 61,-4-16 16,6-21-21,10-14-40,9-14-56,11-10-61,11-4-34,11-3-79,14 1-30,-9 27 0,2 2-102,4 0 1,2 3-401,2 2 1,2 2-673,1 2 0,2 3-2391,1 2 0,0 3 3445,25-1 1,-23 4 0,-17 3 0</inkml:trace>
  <inkml:trace contextRef="#ctx0" brushRef="#br0" timeOffset="33190">4231 6975 23052,'3'-24'73,"0"5"-39,38 0 16,-11 3 0,13-11 23,-13 1-6,-7-5 1,-7-1 100,-8 1 61,-6 6-50,-9 6-55,-9 9-18,-9 5 17,-7 11-44,0 7-46,1 10-22,9 8-22,8 6 11,12 6-5,13 2-29,12 2-28,13-1-351,8-1 183,-19-24 1,0-1-323,2-2 1,1-1-802,0-3 0,2-2-6522,30 4 7875,-8-8 0,-19-7 0,-16-1 0</inkml:trace>
  <inkml:trace contextRef="#ctx0" brushRef="#br0" timeOffset="33500">4825 6821 23209,'-7'19'146,"6"3"-96,14 7-11,0-7 129,11 1 56,-5-13 51,6 0-57,-3-15-72,1-11-40,4-12 6,1-9-17,-3-5-22,-5-1-28,-6 0-6,-3 6 6,-3 5-90,-1 10-325,-1 7-1170,3 9-5663,3 5 7203,1 6 0,-3-3 0,-4 2 0</inkml:trace>
  <inkml:trace contextRef="#ctx0" brushRef="#br0" timeOffset="33890">5564 6954 17664,'-2'-5'3640,"1"1"-2267,1 4-763,7-69-430,7 35-161,-2-10 1,6 0-2191,12 22 1,3 5 2058,17-7-104,-8 10 0,2 3-104,18 5-1161,-22 3 0,0 2 1481,1 6 0,-4 0 0,6-1 0,-10 6 0</inkml:trace>
  <inkml:trace contextRef="#ctx0" brushRef="#br0" timeOffset="34073">5837 7052 23248,'36'-24'-811,"-1"-1"0,1 1 0,4-2 0,2 1 0,-2 4-1836,6 3 1,-2 2-20,0 0 1,0 0 2665,-6 3 0,-5 0 0,-6 4 0,0-1 0</inkml:trace>
  <inkml:trace contextRef="#ctx0" brushRef="#br0" timeOffset="34400">6752 6602 13441,'6'-10'7242,"-1"1"-5797,-5 9 515,0 0-1792,-72 18-101,44 5-755,-14-2 1,4 2 687,26 12 350,6 9-327,13-11-6,15 12-12,0-17 57,31 1-34,-28-22 39,25-2 34,-21-15-2934,7-18 2917,-14 4 908,-6-32-762,-19 17-95,-2-9 178,-14 3 35,-12 2-264,-4 4-73,-9 1-168,7 19-246,10 9-4493,2 6 4896,15 4 0,1 0 0,7 1 0</inkml:trace>
  <inkml:trace contextRef="#ctx0" brushRef="#br0" timeOffset="43233">2771 8183 23035,'-17'-40'502,"-1"-1"0,2 2 1,3 15-475,8 29 5,-1 13-38,0 17-57,-3 16-235,1 10-134,6-27 0,0 0-841,1 3 1,2-1-2798,2 0 0,1-1 3260,6 22 1,-1-23 0,-3-17 0</inkml:trace>
  <inkml:trace contextRef="#ctx0" brushRef="#br0" timeOffset="43590">2912 7942 20683,'-30'19'179,"1"1"0,1 1 0,9 1-123,18 6 11,10 2 73,7-11 213,15-13-106,-1-15-129,-3-6 140,-6-16 55,-10-2 62,-1-11 29,-8-2 44,-15-4-353,2 17 78,-14-3-72,7 22-129,-2 2-229,3 18-348,5 15 67,5 6-1596,6 21-5175,11-1 6461,3 5 0,-4-26 0,-4-17 0</inkml:trace>
  <inkml:trace contextRef="#ctx0" brushRef="#br0" timeOffset="43956">3546 7826 18805,'-48'-6'59,"1"-1"1,3 6 0,6 13-40,13 34 0,8 13-32,-2 0 1,2 4-30,3-5 0,1 5 0,1-3 5,4-13 1,1-1 0,1 2-75,1 0 1,1 4 0,1 0 0,0-1-209,1 9 1,1-2 0,0 2-77,1-5 1,-1 1-1,1 1 1,0 1-588,-1 4 1,0 2 0,-1-1 0,0-5 778,-1 3 1,0-5-1,-1-1 472,1-4 1,-1-2 0,-3-9 1561,-17 9 1403,1-59-2703,3-16 0,3-8-207,1-7 0,3-5-817,3 4 1,2-4 0,1 3 580,2-8 1,2 1-8,4 6 0,3-3 0,1 2 219,5-12 0,4-1-277,4 2 0,4-3 0,0 4-18,1-2 0,3 1-25,5 4 0,6-2 1,-2 7-170,0 11 0,1 3 0,5-7 1,2 2-609,0 9 1,1 6-4121,-1 6 1,-1 3 3958,-9 2 1,-2 0 0,25-2 0,-46 12-1</inkml:trace>
  <inkml:trace contextRef="#ctx0" brushRef="#br0" timeOffset="44223">4217 7914 25466,'-35'8'80,"0"1"1,4 2-1,4 8-89,4 33 1,8 11-2091,4-6 1,3-2 2067,1-9 1,6-1-182,7-3 1,5 2 0,3-5-500,9 0 0,6-4-1106,0-2 0,4 1 0,1-6 1817,12-1 0,-1-7 0,-12-7 0,-4-2 0,8-2 0</inkml:trace>
  <inkml:trace contextRef="#ctx0" brushRef="#br0" timeOffset="46256">4856 8280 20431,'-2'-53'941,"0"0"0,1 4 0,4 4-549,15-7-319,-1 18 39,17-4-40,-7 22-10,8 2-28,0 14 16,8 25-39,-16-3 12,8 31 10,-23-5-356,-7-15 1,-2 2 333,-6 2 0,-3 0 6,-3 0 0,-2-1-1,-4 4 1,-2-3-17,-5 9 34,-2-2 156,17-32 409,1-3-414,28-49-157,-7 14 11,7-11 1,2-3-292,-7 13 1,0 0 296,4-7 0,1-1 39,2-5 0,-1 0-34,-4 9 0,-1 1 6,15-23 684,-10 18-605,-10 18-35,-1 1-72,-6 10 12,-4 12-35,-2 3 617,0 20-622,0 4-6,0 14-16,3 4-54,3-20 1,2 0-216,14 20 33,5-4-644,11-12-750,-1-14-3264,-4-11 1,1-2 4825,19-1 1,-7-5 0,-26-4-1</inkml:trace>
  <inkml:trace contextRef="#ctx0" brushRef="#br0" timeOffset="46557">6204 7833 22923,'-49'31'366,"0"0"0,8-7 0,5 0-58,-3 24-62,1 2-195,5-1-1,6 3-22,20-19-28,11-11-17,14-2-50,10-9-95,15 0-415,20-6-313,-6-6 128,-1-3-2050,-1-9-2104,-21 2 1,1 0 4788,-2 0 0,-2 2 0,25-10 0,-32 12 0</inkml:trace>
  <inkml:trace contextRef="#ctx0" brushRef="#br0" timeOffset="46940">6906 7920 23887,'-44'-21'242,"1"-1"1,1 4 0,5 12-36,9 39-162,1 5-1,-1 13-21,16-7-12,7-10-22,21 10-12,5-19 18,17 6 16,0-18 23,2-10 22,-10-8 44,9-18-21,-16-3-6,5-17 39,-17 2 23,-10-1-23,-12 4 22,-12 4 0,-7 8-16,-5 8-34,-1 9-50,5 9-46,5 10-44,8 6-123,7 8-365,7 2-1068,13 2-4068,8-2 5680,6-5 0,-7-9 0,-6-6 0</inkml:trace>
  <inkml:trace contextRef="#ctx0" brushRef="#br0" timeOffset="47199">7203 7626 19518,'-6'-8'4906,"0"1"-4407,-19-24 0,-3-4 44,10 10-417,-13-13 0,7 3 3,25 23-73,12 7-23,15 12 12,11 16-42,-15-3 0,0 4-594,2 8 0,-2 3 571,3 8 1,-3 3-18,0 8 1,-4 3-24,-8-16 0,-2 1 1,-2 0-515,-2 3 1,-2 0 0,-3 0-172,-3 0 0,-4 0 0,-1 0 745,-4 3 0,-3 0 0,1-6 0,1-2 0,0-5 0,-2-4 0,0 0 0</inkml:trace>
  <inkml:trace contextRef="#ctx0" brushRef="#br0" timeOffset="49217">5228 9644 19540,'-24'-50'1260,"0"1"0,3 4 1,4 5-763,8 4-223,5 10-135,4 12-62,3 8 12,5 13-1,4 13-10,1 16-18,-2 16-269,-4 10 230,-7-30 0,-2 1-5,-1-1 0,-3 0 11,-9 25 6,-3-10 44,1-13 101,5-16 0,5-11-83,5-14-23,1-11 253,7-15-236,7-12-28,12-12-40,0 8 11,-2 11 1,3 2-362,11-10 328,-11 15 0,2 2 6,12-2-29,-2 13-61,-3 9-84,0 8-157,1 11-218,0 9-258,1 13-588,2 11-2499,-11-8 1,0 2 3081,6 7 472,-10-11 1,-2-4 238,-8-13 342,2 2 458,-10-12 214,1-7 313,-1-11 112,1-9 3101,4-7-3761,4-4-191,2 1-163,1 3-173,-1 10-79,-4 9-16,-4 10-23,-1 9-11,0 6-5,1 4 5,5-2 11,6-5 6,12-9-1,10-13 7,9-12 50,2-12 67,-8-7 16,-13-3 35,-17-1 78,-12 3 72,-11 5-55,-7 9-84,-6 9-56,-6 9-34,-14 16-90,12 2 23,-16 19-34,18 0-17,-4 13-38,10 5-40,15-14 0,3-1-68,3 13-340,17 16-405,11-27-262,14 4-635,11-10-771,6-12-482,3-10 577,-2-15 1272,-8-10 1293,-11-10 924,-13-11 1003,-10-5 498,-6-4-290,-2 2-555,0 6-466,-3 10-369,-3 7-112,-1 6-481,-3 6-191,0 4 40,0 5 168,1 3-331,-1 0-68,4 9 6,-1-4-258,6 11-301,0-4-225,5 4-398,12 0 476,2-4 359,2-4-487,6-4 213,-4-3 386,7-4 325,-4-3 593,-5-6-224,-13 3 499,-4-4-28,-11 3-84,-2-2 275,-6-4-449,-2 0-73,-4-2-279,2 6 122,-2 0-88,-1 3 32,-9 2-206,7 3 72,-20 12-117,17 0 44,-19 18-28,9 1-16,-6 13-6,2 15-1227,13-7 1199,8-3-12,19-10 35,9-13-18,12-2 29,12-13 56,-4-16-46,-2-4 74,-6-17 1283,-9 1-987,3-20-106,-9 9-56,-5-3-50,-7 18-112,-3 11-23,-1 7-34,-1 17-38,-3 15 10,-4 29 3,4-14 1,-1 2-519,0-4 1,0 2 492,-3 17 0,-1 4 13,4-13 1,-1 3-1,2-3-13,-4 12 1,2 3-70,3-10 1,0 5-1,0 0 1,1-4-111,0-8 0,1-4 0,-1 2 52,1 8 0,-1 1 1,-1-1-258,-5 12 1,-5-6-1327,-5-19 1,-2-5 1743,6-3 1,-3-6 38,-40-14-34,33-46 12,-4-13-114,21 7 1,6-4 101,5-1 0,4 0 51,-2-1 1,5-3-81,4 7 0,4-5 0,3 0 0,-2 5 745,9-12 0,2 2-838,-6 13 1,1-4-1,2 1 1,-3 6-136,5-1 0,1 4-979,4-2 1,3 3-3703,-2 4 1,0 2 3778,-7 6 1,-2 1 0,22-14 0,-39 29 0</inkml:trace>
  <inkml:trace contextRef="#ctx0" brushRef="#br0" timeOffset="49433">7295 9287 22431,'39'-21'-2217,"1"1"0,-1 0 0,16-8 1,-5 8 2216,-3 20 0,-19 1 0,-15 1 0</inkml:trace>
  <inkml:trace contextRef="#ctx0" brushRef="#br0" timeOffset="49590">7390 9466 25007,'17'-9'-4856,"32"-9"4856,-6 3 0,5-1 0,-28 10 0</inkml:trace>
  <inkml:trace contextRef="#ctx0" brushRef="#br0" timeOffset="49973">8048 9177 20161,'-3'-44'1221,"0"1"0,0 0 0,-2-14 0,-1 7-633,-8 7-181,3 16-295,5 16-48,4 12-2,6 17-40,4 19-28,-2-7 1,-1 4-400,1 8 1,-2 2 364,0 8 1,-2 3-743,-3 4 1,-3 2 459,1-17 1,-1 0 0,-1 0-458,-1 1 1,0-1 0,-1-1-2030,-2 19 0,1-3 2808,1-8 0,2-5 0,-1 5 0,5-22 0</inkml:trace>
  <inkml:trace contextRef="#ctx0" brushRef="#br0" timeOffset="50723">7942 9511 21472,'3'-45'521,"0"-1"0,1 4 0,4 6-481,15 8-57,9 4-50,8 4 22,-6 6-202,20 1 113,-17 6 61,15-1 68,-16 2 49,-5-3 63,-6-1 122,-5-3 119,-7 3 195,-7 2-207,-3 3 369,-2 3-587,-1 1-90,0 4-11,1 7-6,6 10-17,7 11-16,9 8-40,5 6-83,1 5-118,-4 3-17,-8-3 168,-9-7 168,-14-14 72,-5-12 29,-7-18 17,-1-12 39,4-13-17,4-9-40,6-5-60,11-1-46,9 1-22,14 4-39,10 5-6,10 3 17,4 4 11,3 1 0,1 5 1,-5 2 4,-7 2 24,-12 2 11,-15 1 38,-10 2 34,-10 2-11,-5 2-61,-2 3 94,-10 6-77,4 6-40,-7 10 5,8 9 1,5 9-34,9 5 0,14 1-6,13-2-11,15-7-195,8-8 235,2-11 22,-3-11-1,-8-13 18,-10-10 11,-9-12-23,-9-6-5,-7-4 201,-9-1-230,-2 3 1,-4 5-22,3 8-130,2 9-290,6 8-623,7 6-1231,7 9-3648,9 6 5927,-1 3 0,-8-5 0,-6-4 0</inkml:trace>
  <inkml:trace contextRef="#ctx0" brushRef="#br0" timeOffset="51100">9411 9228 17484,'9'0'4745,"-2"0"-2796,-7 0 90,0 0-1966,-18-3-12,14 7 1,-8-1-1,23 6-5,10-3 0,7-6-33,3-7-23,2-8 33,-3-9 18,-4-5-12,-6-4-17,-7-4 62,-7-2-44,-3 13 55,-8 0-11,-2 17 17,-6 3 5,-4 4-28,-3 12-38,-2 8-12,-2 14-28,3 9-12,4 6 29,5 5-3498,9 9 3408,6-21-308,13 7-431,2-25-617,11-2-1461,5-9 2890,12-6 0,-21-5 0,2 0 0</inkml:trace>
  <inkml:trace contextRef="#ctx0" brushRef="#br0" timeOffset="53340">5078 11167 22043,'-18'-45'596,"1"0"0,1 4 0,5 11-540,7 25-17,3 15-11,1 15-17,0 21-28,0 15-505,-1-25 0,-1 2 522,-1 1 0,0 0-6,-2 1 0,-1-1-60,0-2 0,-2-2 69,1-3 0,-2-2 25,-6 17 22,1-17 29,5-14-1,5-19 777,4-15-693,7-19 34,6-13-101,-3 21 0,1-2 84,1-2 1,1 0-108,1-2 1,1 0-6,-1 0 1,2 1-12,0 0 0,2 1-11,0 2 0,2 0-12,2 2 1,1 2-12,1 2 1,1 3 33,25-13-6,-2 12-22,-7 13-17,-4 15-22,-7 14 0,-5 17-28,-8 13-84,-7 11-54,-8-27 0,0 0-210,-2 3 1,0-1-694,1-1 1,1-1-220,2 18-7949,12 3 9248,-3-32 0,1 2 0,-8-18 0</inkml:trace>
  <inkml:trace contextRef="#ctx0" brushRef="#br0" timeOffset="53690">5697 11229 24049,'5'-37'134,"1"17"-122,-3 58-12,4 3-6,0-9-22,11 6 0,0-19 17,11 2 16,-1-17 12,9-20 0,-12 1 28,10-22 39,-15 5 56,2-8 33,-7-3 119,-7-5-197,-5 16 101,-5-4-84,-1 21-90,-1 4-55,0 6-247,2 16-499,3 6 23,3 6-1580,7 7-5107,8-3 7443,4 4 0,-7-12 0,-5-8 0</inkml:trace>
  <inkml:trace contextRef="#ctx0" brushRef="#br0" timeOffset="54283">6247 11235 25371,'-1'-42'67,"2"16"-39,3 52 0,-1 7-22,-5 17 0,0-16-18,-5 11 12,2-25 28,0-2 17,3-14-28,0-8 11,3-15 39,3-7 23,3-13-3348,8-20 3320,-4 17-375,1 8 0,0 1 369,-1 8 45,13-17-50,-8 22 10,12-4-55,-1 9 22,8 5 5,-10 7-21,7 10-7,-6 9-5,10 23-22,-12 2-1,-6 13-5,-16-7 23,-8-9 2987,-13 6-2982,-6-11 50,0-7-44,3-9 1208,7-24-1202,11-2 4,-1-18 7,15-14-6,4-4 27,13-8 24,5 11-35,-5 11 46,10-1 5,4 8-51,3 3-27,7 7-29,-8 14 23,-7 5-22,9 12-101,-7 14-303,-6 6-745,-9 10-3729,-25-5 4900,-6-6 0,0-14 0,3-11 0</inkml:trace>
  <inkml:trace contextRef="#ctx0" brushRef="#br0" timeOffset="54506">7189 10982 21483,'0'-3'3277,"0"1"-2717,0 2-549,77-47-1777,-28 32 1674,-12-1 1,5-3-1,-3 5-334,-4 11 1,-1 3-962,2 3 0,-2 0-2589,19 4 3357,-5 7 1,-30-7 0,-2 0-1</inkml:trace>
  <inkml:trace contextRef="#ctx0" brushRef="#br0" timeOffset="54656">7383 11203 17512,'-5'2'6548,"2"0"-4968,3-2-1726,60-15-644,-4-1-83,-10 5 0,3-1 873,7-3 0,-5 2 0,-12 3 0,21-5 0</inkml:trace>
  <inkml:trace contextRef="#ctx0" brushRef="#br0" timeOffset="57316">8641 10739 23651,'-41'7'196,"4"18"-230,26 12 1,6 7-172,-3 1 1,2 1-1418,0 3 1,2 1 1621,1 5 0,1-4 0,0 8 0,2-9 0</inkml:trace>
  <inkml:trace contextRef="#ctx0" brushRef="#br0" timeOffset="57900">9022 10782 14471,'1'-5'4313,"1"2"-1294,-2 3-2745,35-17 24,-24 20 127,25-12-16,-36 26-129,-7 0-73,-6 2-16,-5-3 77,0-5 35,3-6-12,3-11-56,4-8-84,4-10-16,7-5-40,7-5-16,10 2-34,7 3-40,5 7 18,3 9-23,2 7 0,2 12-11,0 13-1,-2 14 1,-3 13-3,-21-10 0,-2 0 3,2 18-306,-14-12 0,-7 1 294,-5-11 1,-3-1-6,-9 10 0,-4 0 16,-4 0 1,-3-2 33,-8 0 1,-1-3-4,16-12 1,0-4 22,-5-1 1,3-8 46,7-20 12,4-12-6,13-16 40,22-16-96,-1 16 0,22-13-28,-5 24-11,12 0-11,3 10-62,4 9 472,1 12-842,0 8-621,2 9-2106,1 4 3170,-23-13 0,-1-1 0,3 3 0,-2-4 0</inkml:trace>
  <inkml:trace contextRef="#ctx0" brushRef="#br0" timeOffset="58373">9743 10827 23192,'13'-46'332,"-1"0"0,5 2 1,3 8-266,9 20 34,15-2-67,-23 13-12,26 0-22,-15 8-22,22 13 10,-18 8-4,-6 6-46,-12 10-5,-13-3-12,-14 21 63,-9-12 16,-15 3 5,8-24 34,-6-4 51,10-13 72,-5-1 326,4-12-63,10-5-228,3-2 111,12-5-135,6 4 23,18-6-140,4 9-11,13 2-11,-12 11-12,8 11 1,-7 9-7,9 11 1,-21-9 0,-3 2-17,6 20 0,-17 7 6,-17-21-23,-26 2-188,8-20 1,-2-3-469,-2-1 1,-2-1 385,-8-1 0,1-2 1,3-4-1,6-3 1</inkml:trace>
  <inkml:trace contextRef="#ctx0" brushRef="#br0" timeOffset="63831">1040 12868 18644,'3'-50'1025,"0"1"0,0 1 0,-1 10-431,-1 22-314,-1 3-190,0 10-1,-2 15-22,-4 14-50,1 4 22,-5 23-27,2-2-181,4-19 1,1 2 170,0-2 1,2-1-6,5 2 1,2-2 2,2 8 28,15-5 179,0-30 392,19-40-448,-14 12-73,-9-2 1,-4-3 229,-2-9 118,-5-9-208,-3 1 281,-5 2-409,-2 21-84,-2 11-46,2 7-4,2 10 44,0 7-17,4 21 28,3 3-50,6 11-12,-2-16-72,7 3-101,0-11-364,15 4-106,-2-12-724,9-13 85,-13-11-3848,11-19 5181,1-6 0,-14 10 0,0 1 0</inkml:trace>
  <inkml:trace contextRef="#ctx0" brushRef="#br0" timeOffset="64381">1663 12465 12533,'-2'-30'-359,"0"10"449,5 32 224,-2-2 263,1 2 364,-2-6-286,-1-3 886,0-1 564,-2-2-1079,0-2-220,0-3-44,1-3-359,1 1 712,1-4-790,0 6 526,-2-5-465,1 6-128,0 0-124,0 2-111,0 2-40,1 3 51,0 7 16,0 13 28,0 18-33,0 18-28,0-4-9,1-5 1,-1 1-399,0-13 1,-1-1 394,1 18 1,-1 0-3,1-12 0,-1-2 5,0-5 1,1-3 2,1 14 62,-1-5 39,1-25 145,0 2 108,-1-14-62,0-5-208,-3-10 700,0 0-806,-1-6-196,1 2-690,1-1-3830,9-5 4727,1 0 0,1 7 0,-2 4 0</inkml:trace>
  <inkml:trace contextRef="#ctx0" brushRef="#br0" timeOffset="65241">1433 12853 8058,'-2'-2'5310,"0"0"-1222,2 2-3567,-5-32 39,6 21-83,-3-24 44,5 31 5,0 2-179,-2 1-201,0 1-101,0 5 44,2 3 40,2 7-17,2 5 11,1 1-16,1 2-18,0 0 18,0 0 55,-2-2 62,-3 0-28,-7 1-123,-7 0-135,-9 2-235,-9-2-739,-2-5-4190,0-5 5226,8-6 0,10-3 0,7-3 0</inkml:trace>
  <inkml:trace contextRef="#ctx0" brushRef="#br0" timeOffset="66091">1622 12777 20341,'7'-57'1032,"0"-1"1,-1 5 0,0 7-557,2 4-124,-1 8-27,-1 9-106,-2 9-107,-2 7-56,-1 5-56,1 4 16,1 6 18,4 8-51,2 13 34,2 12 11,-1 9-22,-1 8-6,-2 7-304,-4-30 1,-2 1 320,0 1 0,0 0-15,0 0 1,-2 1-3,1-2 0,-1 1-83,1-2 0,-1-1 72,-1 25 17,2-9-1,-1-11 7,1-9 16,1-10-6,0-9 151,1-5 631,-1-5-692,1-8 149,-1-7-205,2-12 5,1-7-5,2-4 6,2-1 0,1 4-29,2 4-5,5 3-17,-4 12-16,9 0-1,-2 10 1,10 1-1,9 2-11,19 13 23,-16-2-6,15 14-6,-25-3 12,5 7-6,-5 0-6,-1-1 6,-12-9 0,-1-4 45,-12-9 17,0-6-12,1-10-5,4-21-17,1-2-11,0-3 11,0 4 16,-2 12 68,-1-1 96,-2 8-136,-3 9-55,-2 4-17,-1 4 11,1 6-5,1 5 0,7 13-1,2 1-10,3-1-1,5-1-61,-1-8-152,9 3-565,1-7-6071,7-5 6855,-10-6 0,-5 0 0,-12-3 0</inkml:trace>
  <inkml:trace contextRef="#ctx0" brushRef="#br0" timeOffset="66274">2480 12611 19087,'-3'-3'3842,"0"0"-3209,3 3-2975,-16-13 2342,27 25 0,-22-21 0,25 24 0</inkml:trace>
  <inkml:trace contextRef="#ctx0" brushRef="#br0" timeOffset="66981">2831 13125 26581,'12'-60'59,"-1"0"1,0 1 0,1 4-32,6-3-20,-8 19 1,-1-4-1748,-2-7 0,-2-3 1753,0-3 0,0-1-7,-2 13 1,-1-2-1,0 2 20,-2-8 1,-2 3 8,-1 6 1,-1 4 747,-4-13-627,-6 13-118,5 26-50,-3 5 1750,4 22-1745,0 21 1007,0 5-1004,3 7 0,1 5-3,2-8 1,0 1-872,1 0 1,0 3 0,1-2 817,0 3 1,3 0-174,4 0 1,2 2-1,1-6 81,-1-11 0,3-1-166,11 24 1,7-4-556,1-28 1,3-7 543,-1-1 1,1-6 215,4-6 0,-1-9 190,13-26-11,-19-5 140,-2-18 79,-17 23 0,-2 0-6,2 0 0,-1 1 45,-1-3 0,0 3 2657,2-5-2534,-5 15 231,-5 10-645,-2 8 262,2 8-263,0 4-33,4 8 17,5 2-11,0-5 22,18 3-17,-2-13 6,14 1 11,-4-16 16,-4-9 1,-5-12-34,-7-7 17,-8-4 28,-7-2 17,-8 4 39,-5 6-33,-2 12 156,-9 3-112,2 11-45,-9 4-27,2 15-23,-3 13 0,3 16-17,5 13-17,12-23 1,2 2-222,2 1 1,3 0 16,4 2 0,3-1-465,3 2 0,4-1-1115,6 0 1,3-3 1789,-1-5 0,0-2 0,9 6 0,-13-17 0</inkml:trace>
  <inkml:trace contextRef="#ctx0" brushRef="#br0" timeOffset="67224">4298 12252 27314,'-37'24'66,"1"1"0,-1-1 0,-10 13 0,9 7-63,21 5 1,8 8 0,2-4-843,-2 5 1,5 2 821,5-1 0,3 5 0,4-5-667,3-17 1,3-3 0,2 1 143,7 16 1,3 2-1,5-6 540,7-9 0,4-5 0,-3-5 0,-4-2 0,-1-3 0,0-7 0,1 1 0</inkml:trace>
  <inkml:trace contextRef="#ctx0" brushRef="#br0" timeOffset="67898">5039 12784 22604,'-18'-55'894,"1"0"0,0 6 1,7 8-777,17 16-68,7 9-5,11 7-23,8 8-10,5 11-1,1 12 6,-5 16-12,-8 12-214,-17-19 1,-4 1 213,-4 3 1,-2 1 2,-5 1 1,-2 0 2,-3-2 0,0-1 51,-15 22-23,6-17 112,7-19 68,7-12-130,6-17-10,7-12-7,5-18-21,2 2 24,-1 1 1,1-1 58,8-21-117,-5 16 1,0 0 83,-3 7 0,-1 1 2,-1 3 1,0 1 103,6-20-45,-6 11-33,-3 12-45,-5 11-28,-2 7-56,-1 6 562,-1 5-523,0 7-27,0 10-12,0 12-23,1 7-10,6 7-85,7 1-252,15-1-587,12-3-497,-15-23 0,2-2 1454,9-2 0,-2-3 0,5 2 0,-1-6 0</inkml:trace>
  <inkml:trace contextRef="#ctx0" brushRef="#br0" timeOffset="68932">5064 12817 16902,'-2'-46'1702,"1"-1"1,-1 8 0,1 6-851,2 3-242,3 10-156,2-2-163,4 6-89,1 6-152,-3 6 51,2 12 33,-3 12-16,1 18-17,-1 14-54,-4-13 1,-1 3-317,1-6 0,0-1 283,-1 0 0,0 0 14,7 24-149,0-19 149,4 6 22,0-10 136,-4-15-7,-3-9 196,-3-10 401,-1-11-681,2-8 28,2-28-61,0-5 135,1-5-136,2-6-22,0 10-1685,1 13 1,1 0 1673,5-11 5,-3 19 1,2 3 17,6 3-40,6 0 0,2 10-5,0 8-1,10 14 1,-5 7-6,6 14 0,-14-2 0,6 16-17,-1 11 8,-15-27 1,0 2-17,1 3 0,0 1-244,6 16 3370,-6-12-4468,2 1-7124,2-12 8491,-1-5 0,-4-8 0,-9-11 0</inkml:trace>
  <inkml:trace contextRef="#ctx0" brushRef="#br0" timeOffset="69448">5952 12695 24290,'7'-34'619,"1"0"0,5-22-233,-11 49-212,-1 2-118,0 2-56,-1 3 39,-1 13 0,1 15-44,-1 11 10,4 9 29,3-4-28,6-3-6,2-11 28,15 2-28,-4-16 28,13 2 39,-8-12 45,-1-10-28,-5-10-6,-1-11 29,-4-10-23,-4-10-23,-4-3-27,-6-3-12,-2 4-5,-1 7-23,-2 9-5,1 12-129,-1 8-207,1 7 33,1 4-1977,16 12-2693,3 2 4984,8 6 0,-11-8 0,-8-5 0</inkml:trace>
  <inkml:trace contextRef="#ctx0" brushRef="#br0" timeOffset="70048">6648 12596 26306,'-8'-22'96,"7"33"-91,7 32 12,2 20-11,-11-16-1,-1-6 23,-2-9 23,0-13 66,4-10-22,1-12-55,1-10-18,1-2 56,4-29 1,2 5-18,4-23-16,1 6 45,3 3-12,1 7-27,3 11-46,1 8-27,5 10 11,5 8-1,3 7 12,1 11 6,0 12-6,-2 13 0,-4 10-22,-8 5-6,-9 3 33,-7-5 12,-8-7 5,-2-13 29,-2-13-6,-1-12-6,2-13-17,1-10 1,2-12-1,3-9 0,6-3-22,5-1 0,9 6 17,5 8 0,3 8-11,3 11 5,3 6-22,3 7-23,3 9 17,3 8-67,0 10-196,-2 6-364,-4 5-947,-7 2-3673,-11 0 5264,-8-8 0,-8-11 0,-2-11 0</inkml:trace>
  <inkml:trace contextRef="#ctx0" brushRef="#br0" timeOffset="70357">7511 12394 17832,'-2'-5'6654,"0"0"-4274,2 5-2301,-40-44-18,39 32-33,-24-28-5,54 50-23,6 11-23,7 10 29,3 10-3,-21-19 0,1 2-200,-1 2 0,-1 0 202,-1 0 1,-2 0-11,10 26-12,-15-5 17,-19-4 0,-14-6-6,-4-12-94,-20 1-158,15-15-532,-6 2-1926,18-10 2810,16-8 0,0 4 0,5-4 0</inkml:trace>
  <inkml:trace contextRef="#ctx0" brushRef="#br0" timeOffset="70748">8239 12414 19031,'-3'-3'5292,"1"2"-3790,2 1-1357,-64 3-83,39 16-29,-11-6 1,2 3 0,24 29-6,10 0-6,13-2 1,11-6 21,12-7-38,7-8-6,4-11 22,-3-11-10,-4-13 38,-9-11 12,-10-10 22,-10-6-6,-17-3-5,-11 1 44,-15 4-27,-7 8-45,-3 11-6,4 9-56,8 8-16,10 9-152,10 5-622,7 9-1724,14 4 2531,12 2 0,-7-11 0,2-3 0</inkml:trace>
  <inkml:trace contextRef="#ctx0" brushRef="#br0" timeOffset="70998">8514 12192 24956,'-13'-48'706,"0"0"0,1 6 0,4 8-550,7 17-88,7 11-46,9 18-5,16 17-9,-10-4 1,1 4-605,5 6 0,0 4 593,2 7 0,0 4-431,-7-12 0,-2 1 1,1 2 393,0 2 1,-1 3 0,-1 0-98,-2 3 1,-1 2 0,-4 0-424,-2-1 0,-3 0 0,-4 0-2011,-7-2 0,-4-1 0,-3-3 2571,-9 12 0,-3-7 0,4-17 0,0-5 0,-7 1 0</inkml:trace>
  <inkml:trace contextRef="#ctx0" brushRef="#br0" timeOffset="73031">9674 12261 19557,'-46'-18'582,"0"-1"1,4 2-1,10 8-453,21 16 45,7 6 16,1 7-44,3 4-46,3 2-4,3-2-17,6-3 16,2-4-50,-1-5 56,11 0-51,-5-6-22,5 2-6,-8-2-5,-5 1 11,-6 1 51,-5 4-7,-11 4-16,-11 6 17,-11 6-28,-8 1-17,1 0-17,5-2-5,10-3 11,11-6 11,8-3 28,9-5 5,8-3-10,10-3 10,8-3-38,4-1-18,-3 0 6,-8 1-16,-9 4 38,-9 4 35,-11 8-1,-9 7 11,-11 7 34,-10 5 112,-3 4 34,-1 1-57,7-1-49,12-5-35,12-6 12,20-9-34,15-8-218,21-9-552,-13-6 0,2-1-4,13-4 1,-2 0 0,8-2 0,1-1-1</inkml:trace>
  <inkml:trace contextRef="#ctx0" brushRef="#br0" timeOffset="75315">4512 14562 8226,'-1'3'4655,"0"-1"3337,1-2-6703,-2 7-712,1-13-337,-1 7 147,3-21-79,4-2-73,4-12 39,15-22-145,3-2-374,-9 19 1,0 0 283,6-17-3,-9 21 1,-1-1 25,4-16 24,-7 18 1,-1 1 70,0-11-23,-9 10-111,-6 23-12,-11 8 6,-4 17 0,-11 14-1,7 1 1,1 5-17,2-2 0,2 2-3,-1 0 1,3 1-4,4 0 0,4-1-33,2 19 0,4-21 0,4 1-314,9 3 0,5-3-470,2-6 0,4-2-1103,10 3 0,3-2 18,-6-10 1,0-3 1907,6 2 0,-4-2 0,-4-3 0,-2 0 0</inkml:trace>
  <inkml:trace contextRef="#ctx0" brushRef="#br0" timeOffset="75781">5338 14516 14986,'1'-5'4801,"1"1"-3273,-2 4-508,6-72-213,-5 38-497,1-10 1,-2 0 182,-7 15-151,-6 9-146,-5 7-67,-9 13-12,-21 22-83,11-2-15,9 1 1,-1 4-15,6 2 1,2 1-17,-14 18 0,14-13 0,4 0 11,5 5 0,5 11 11,12-18 0,13-7 17,10-22-17,-2-8 23,15-19-20,-18 3 0,1-3 14,0-3 0,0-1-244,-1-1 0,-2-2 266,-2-4 1,-3-2-12,-5 5 1,0-2 4,4-17 1,0-2 17,-3 12 0,-1 0 44,0-1 0,-1 3 158,2-5-141,-5 19 39,-5 11-83,-2 12-85,0 5 23,-1 12-23,-3 17 17,-2 17-5,0-2-20,3-5 0,1 2-190,1 20-60,4-17 1,2 1-325,3-9 0,3-3-647,5 0 0,3-2-3681,3-4 1,2-4 3720,12 10 1,-9-16 0,-19-15 0</inkml:trace>
  <inkml:trace contextRef="#ctx0" brushRef="#br0" timeOffset="76007">6197 14156 18476,'-7'-2'4151,"1"1"-3535,6 1-493,0 0-230,3-26-184,33 15-246,10-18-52,-11 24 1,3 5-202,16 2-2112,-20 5 1,-3 4 2901,-1 6 0,5 2 0,-26-9 0</inkml:trace>
  <inkml:trace contextRef="#ctx0" brushRef="#br0" timeOffset="76176">6264 14480 23461,'11'-20'-1238,"13"1"0,7 0-1255,3 4 1,3-1 1548,2-1 1,4-2 0,-6 3 0,19-8-1,-1 1 1</inkml:trace>
  <inkml:trace contextRef="#ctx0" brushRef="#br0" timeOffset="77125">7416 14189 15137,'0'-6'5646,"0"1"-2464,0 5-3120,11-48 22,-6 44 11,8-27-17,-10 64-44,-7 14-73,-6 12-469,3-25 1,-2 1-9,-1 1 1,0 1-1258,2 0 1,1-1 1144,1 2 1,2-4-1,0 5 1,4-9 0</inkml:trace>
  <inkml:trace contextRef="#ctx0" brushRef="#br0" timeOffset="77674">7723 14198 18722,'21'-57'1510,"1"0"1,-2 6 0,-3 8-974,-5 16-257,-2 9-173,-3 7-74,0 7 12,1 8 6,1 7 5,-3 11 5,-1 8 6,-11 15-44,0-14 33,-11 12 39,5-23 123,-1-1 12,5-11-56,4-22-135,4 1 45,7-22-5,6 4-18,10-8-5,4 2-3392,12 3 3348,-12 15-1,12 4 0,-16 15 6,6 8-17,-2 12 5,-4 14-10,-7 28 5,-8-16 1421,-10-8 0,-6 1-1435,-4-8 0,-3-1 0,-7 11 0,-4 2 6,-11 8 0,-2-3 10,12-14 1,0-2 14,-10 6 0,1-6-93,1-11 138,-2-4 39,14-20-57,11-9-10,8-9-6,11-1 505,9-1-538,15 1-6,14 0 22,15 2-51,-16 9 1,-1 1-50,19-1-119,-19 4 1,0 1-1368,9 3-237,-20 1 0,1-1 1812,2 1 0,-3 0 0,3 0 0,-4-1 0</inkml:trace>
  <inkml:trace contextRef="#ctx0" brushRef="#br0" timeOffset="78231">8554 14039 23114,'10'-45'291,"-1"0"0,5 1 0,1 8-229,6 18-17,14-3-6,-10 14-5,16 4-34,-5 12 0,5 10-6,-16 3 23,0 12-40,-11-3 12,-3 20-22,-16-6 49,-14 6-4,-4-20 16,-14 2 84,-2-11 33,3-5-50,3-5 258,14-16-241,12-1 112,0-8-22,11-3-162,1 4 55,18-10-56,2 10 0,16-5-39,-11 10 6,12 3 5,2 15-17,2 5 6,1 14-33,-19 5 33,-11-8 11,-18 24-39,-18-13-205,2-9 1,-4 0 74,-4-5 1,-1-3-274,-3-1 0,0-2-392,-17 6-9008,-6-9 8238,32-13 1,-3 0 0,20-3-1</inkml:trace>
  <inkml:trace contextRef="#ctx0" brushRef="#br0" timeOffset="78481">9646 13891 25634,'-22'41'160,"4"-7"0,-1 2-155,4-8 1,1 1-777,-8 16 1,-1 2 663,5-4 1,1-1-466,1 3 1,1 0-2232,3-1 0,1-3 2803,3-6 0,1-3 0,1 6 0,4-20 0</inkml:trace>
  <inkml:trace contextRef="#ctx0" brushRef="#br0" timeOffset="78874">9335 13866 23614,'-29'23'95,"0"0"0,-15 14-20,53-6-36,7-11 42,4-6 9,3-7 40,-1-7 4,-2-8 21,-4-5-20,-6-6 16,-5-3 6,-5-2-12,-4 1-22,-2 3-39,-1 5-89,3 6-46,0 6-33,1 11-341,-1 9-1334,1 13 1759,5 10 0,-2-17 0,4 0 0</inkml:trace>
  <inkml:trace contextRef="#ctx0" brushRef="#br0" timeOffset="79231">9994 14231 26586,'-35'-7'28,"0"0"0,-24 4-61,38 34 22,9 2 11,6-7-17,19 8 22,4-17 7,13 2-1,-1-14 0,-2-12 17,-4-8-6,-5-9-5,-6-4 39,-7-1 28,-12 1-50,-5 4-6,-8 6-17,0 6-17,1 7-66,4 6-360,5 7-1371,5 5 1803,8 4 0,-1-7 0,4-1 0</inkml:trace>
  <inkml:trace contextRef="#ctx0" brushRef="#br0" timeOffset="79474">10487 13897 25696,'-1'-42'513,"-1"0"0,1 4 1,0 9-441,0 23-56,0 12 5,-2 13-11,-3 21-11,-4 17-241,3-23 0,-1 3 151,0 3 1,-1 1-463,1 3 1,1 1-1418,1 4 0,2-1 1319,2-5 1,0-3 0,2 12 0,1-24 0</inkml:trace>
  <inkml:trace contextRef="#ctx0" brushRef="#br0" timeOffset="79865">10818 14048 23741,'8'-42'786,"0"0"0,0 4 0,-4 9-567,-5 20-163,-3 8-34,-3 9 12,-5 10-18,-4 15-16,-1 12-11,2 9 11,6 2 0,10-3-22,13-7 11,12-10 16,9-10 12,3-13 22,1-13-5,-3-14-6,-3-11 33,-8-12 12,-7-10 11,-6-6 11,-7-3-182,-5 3 232,-8 8-61,-7 11-56,-10 11-11,-7 10-95,-7 7-577,-1 12-4180,5 9 4039,10 4 1,15-8 0,7-6 0</inkml:trace>
  <inkml:trace contextRef="#ctx0" brushRef="#br0" timeOffset="81991">4448 15463 20285,'-2'-5'2818,"0"0"-2090,2 5-415,-3-64-212,6 47-45,4-46-22,13 72-18,9 11 18,6 13-28,2 12-324,-18-17 1,-2 1 311,-1 3 1,-2 2-1,-3 2 1,-2 1-4,-2 2 1,-3-1 11,-6 0 0,-4-2 30,-3-4 1,-5-2 78,-23 14 90,-4-21 10,6-26-88,13-20-46,18-21-28,24-13-33,-1 23 0,3-1-556,5-1 0,4 0 539,2 0 0,1 1-20,-1 2 1,1 3-24,-2 3 1,0 3-328,-4 6 1,0 1-1191,23-6-1375,-5 10-4800,-3 7 7735,-7 4 0,-14 1 0,-10 2 0</inkml:trace>
  <inkml:trace contextRef="#ctx0" brushRef="#br0" timeOffset="82341">5213 15493 15743,'0'5'5673,"0"-1"-2362,0-4-3255,8-48 11,11 23-37,-6-9 1,3 1 37,19 0-7,-3-1 68,-7 2 107,-10 5-18,-8 4-55,-14 4-35,-7 5-66,-9 4 11,-3 6-28,0 9-34,1 9 17,2 12-11,5 9 5,4 3-28,7 1-10,8-4 27,9-3-17,10-7 1,8-5-57,11-5-235,9-7-661,8-4-1663,2-5 2621,2-6 0,-28 2 0,-7 0 0</inkml:trace>
  <inkml:trace contextRef="#ctx0" brushRef="#br0" timeOffset="82657">5709 15302 24895,'-8'33'448,"5"1"-330,13 0-23,4-3 11,3-2-55,-4-11 106,5-4 11,-5-14-40,8-10-44,2-10-3268,9-23 3240,-12 10 50,5-21-33,-17 17-51,0-8-33,-4 8-437,-1 6-1059,2 13-251,2 7-8073,7 8 8928,-5 3 0,0 0 0,-6 0 0</inkml:trace>
  <inkml:trace contextRef="#ctx0" brushRef="#br0" timeOffset="82865">6360 15515 24032,'36'-47'-127,"0"0"0,6 0 0,2 8-719,-13 23 0,1 4 0,-2-1 1,1 2-8570,20 0 9415,-21 6 0,-6 3 0,-12 1 0</inkml:trace>
  <inkml:trace contextRef="#ctx0" brushRef="#br0" timeOffset="83031">6581 15607 17781,'-6'4'5383,"1"0"-4028,5-4-424,0 0-987,25-11-51,2-1-148,8-3 0,5-1-1318,-1 0 0,2 0 1573,17-6 0,-2 2 0,-23 8 0,-3 1 0,28-8 0</inkml:trace>
  <inkml:trace contextRef="#ctx0" brushRef="#br0" timeOffset="84531">7918 15489 13452,'1'-8'6531,"-1"1"-5750,0-25 0,-4-6 239,-5 10-656,4-14 0,-3 4 140,-6 21-218,3 9-152,2 4-22,2 13 6,-3 11-29,-3 15-10,-3 15-57,-2 10-22,10-27 0,0-1 0,2 0 0,3-1-6,7 24 6,14-13 0,15-13 6,11-12 11,7-11 33,-1-13 68,-5-11 16,-10-12 40,-12-10 39,-11-7 6,-10-5-29,-11 1-50,-7 3-39,-7 7-17,-4 10-28,0 11-6,0 11-44,2 10-23,2 13-5,1 10-113,3 10-302,6 8-902,6 5-2637,16 3 3976,19-1 0,-10-23 0,5-6 0</inkml:trace>
  <inkml:trace contextRef="#ctx0" brushRef="#br0" timeOffset="84731">8714 15279 17843,'1'-7'5719,"0"2"-4571,-1 5-95,0 0-1036,-13-36 0,-4 50-12,-17-16-27,16 27 0,3 10-455,-3-1 0,0 1 17,0 2 1,1 1-883,0 2 1,0-1 1341,-2 4 0,2-2 0,-3 5 0,2-9 0</inkml:trace>
  <inkml:trace contextRef="#ctx0" brushRef="#br0" timeOffset="84941">8379 15575 14829,'-3'-58'2642,"1"-1"0,0 7 0,3 4-1555,3-1-471,4 14-297,1 13-196,2 12-61,4 12-40,8 16-11,5 18 6,4 17-525,-15-21 1,-1 1 406,0 3 0,0 0-249,-1 0 0,1-2-406,-2-2 0,1-1-2554,14 19 3310,1-14 0,-13-18 0,-3-9 0</inkml:trace>
  <inkml:trace contextRef="#ctx0" brushRef="#br0" timeOffset="85158">8675 15287 23002,'2'46'-295,"0"0"1,0 0 0,-1 14 0,2-7-708,10 3-5815,-10-9 6817,-7-18 0,2-4 0,-3-12 0</inkml:trace>
  <inkml:trace contextRef="#ctx0" brushRef="#br0" timeOffset="85326">8408 15615 16577,'-1'-6'4862,"1"1"-3915,0 5-527,17-66-213,17 37-188,-11-11 1,3 4-42,24 20-141,8 9-425,-8 5-488,-18 2 1,1 1 1075,8 3 0,-3 1 0,-6-2 0,3 4 0</inkml:trace>
  <inkml:trace contextRef="#ctx0" brushRef="#br0" timeOffset="85591">9362 15220 21405,'0'-4'3383,"0"1"-1316,0 3-2044,1-52 5,0 50-12,0-27 7,-7 92-7,2-29 1,-1 2-502,-3 13 0,-1 2 432,-1-4 0,1-2-14,1-8 0,0 0-227,0 6 0,2-1-948,2 13-3674,8-22 1,2-1 3363,0 1 0,7-10 1,-10-22-1</inkml:trace>
  <inkml:trace contextRef="#ctx0" brushRef="#br0" timeOffset="86041">9652 15288 18319,'0'-12'5226,"0"3"-4543,0 9 1233,0 0-1709,-7-32-168,4 28 85,-15-3-108,5 39-21,-6 20 10,8-14-5,4 8 17,13-4 6,5-2-35,12-1 1,6-21 28,-5-8-34,11-8 12,-6-11 16,16-13 6,-10-7 22,1-10-17,-17 9 17,-5-8 107,-9-5-62,-3 2 22,-9-3-10,-6 19-35,-6 9-38,2 7 21,-6 4-10,2 3-34,0 3-28,1 3-297,8 3-112,5 0-6032,5 7 6469,7-6 0,-2 2 0,2-6 0</inkml:trace>
  <inkml:trace contextRef="#ctx0" brushRef="#br0" timeOffset="87007">10566 15236 21271,'0'-4'3215,"0"1"-2212,0 3-964,-9 5-22,3 24-23,-9 16-42,10-11 1,1 3-374,0 1 0,1 0-310,1 1 1,0 0-1864,2-2 1,1-1 1922,2 21 1,0-24 0,0-17 0</inkml:trace>
  <inkml:trace contextRef="#ctx0" brushRef="#br0" timeOffset="87241">10329 15511 24984,'44'-24'78,"-1"-1"1,2 2-1,2 4-72,0 12 0,0 2-636,1 0 0,-1-1 467,-3 0 1,-1 0-446,-4-1 1,-1 0-2981,-5 0 1,-2-1 3587,14-6 0,-21 5 0,-13 4 0</inkml:trace>
  <inkml:trace contextRef="#ctx0" brushRef="#br0" timeOffset="89131">11198 15166 11144,'-10'0'4974,"3"0"-2387,7 0 180,0 0-2094,22-67-455,-12 44 6,9-21 0,4 2-33,1 21-79,15-5-51,-1 10-38,-6 6-23,17 9 0,-17 14-11,9 12 16,-18 13 6,-9 6-27,-8-8 10,-16 17 17,1-27 6,-21 29 11,6-28 22,-10 11 57,5-13-23,5-8 409,-3-5-29,14-8-122,-1-7-79,11-8-78,10-8-79,7-2-15,11 0-2,7 2-10,4 5-35,2 7-16,4 10 6,3 11-23,2 12-259,-1 11 259,-6 8-16,-15 4 16,-16 2-17,-23-1-50,-19-5-201,-16-5-335,19-24 1,-2-3-3050,-1-3 1,0-1 3072,-25 1 0,23-6 0,15-4 0</inkml:trace>
  <inkml:trace contextRef="#ctx0" brushRef="#br0" timeOffset="100548">4618 16900 16448,'0'-5'4235,"0"1"-1015,0 4-3147,8-58-39,-5 48-6,9-35-23,-2 70 23,7 11-28,3 10-33,2 8-405,0 5 427,-4 1-6,-7-2 2,-8-9 20,-12-10 18,-9-13 10,-8-13 12,0-16-17,8-7 34,5-30-12,16 2-33,11-21-28,15 8-919,11 2 925,-5 14-373,-6 13 1,3 3 74,12-3-85,-12 8 1,2 2-722,19 0-616,0 6-471,-2 5-83,-5 5 643,-8 5 1104,-14 5 880,-11 3 1295,-9-4 307,-13 7 348,1-7-600,-7 4 60,5-8-609,4-5-527,2-3-421,5-6-122,6-5-46,9-8-16,13-6-6,10-6 12,7-2 16,-2-2 17,-7-1 22,-12 1 12,-13-1 39,-9 2 22,-10 2 17,-7 6 17,-7 8-34,-3 9-50,-2 7-40,2 9-55,4 8 5,4 11 12,5 10-35,4 7 7,5 6-23,9 2-11,8-2-62,13-5-101,9-8-139,9-8-393,4-11-364,3-10 162,1-16 173,-3-10 668,-5-13 134,-11-6 95,-12-3 79,-12 1 128,-7 4 141,-4 8 129,-2 8 185,1 9-572,0 7-127,-1 3-64,2 8-10,0 8-6,0 9 11,1 7-23,5 2-10,5 0-1,6-4-16,4-5 27,2-8 68,2-8 67,0-11 50,-3-13 46,-1-10 60,-3-11 1,-3-5-67,-2-3-79,-2 0-73,-1 3-33,0 9-67,0 9-62,1 10-258,5 7-1080,5 3-4073,9 6 5495,0 0 0,-10 0 0,-8-1 0</inkml:trace>
  <inkml:trace contextRef="#ctx0" brushRef="#br0" timeOffset="100915">6555 16578 19764,'-6'-3'4436,"1"0"-3691,5 3-285,0 0-158,-62-20-190,45 15-98,-18-8 0,6 6 20,28 11-23,6 2 23,8 5-12,14 3-16,14 4 5,13 2-25,-24-8 0,-1 1 11,2 1 0,-2 1 20,22 20-307,-11 6 295,-19 4 33,-17 1-10,-25 2-22,-21-1-266,13-23 0,-2-1 254,-1 0 1,-1-1-23,3-2 0,2-1-516,-16 12-2099,20-12 2643,21-11 0,4-5 0,9-5 0</inkml:trace>
  <inkml:trace contextRef="#ctx0" brushRef="#br0" timeOffset="102481">6926 16774 15748,'0'-3'4420,"0"1"-2023,0 2-2324,17 5-28,-9 4 67,18 15-56,-12 6-6,2 10-5,-3 12 22,-6-8 51,-6 1-18,-3-22 253,-5-5 84,2-12-11,-1-6-253,2-13 1,1-10-118,2-2 50,3-16 9,4 9 0,2-1-42,2-13 5,6 3 1,1 3-680,-2 13 635,11-11-12,-4 18-16,9 2-6,-4 5 0,23 4-11,-18 15 16,7-1 35,8 20-52,-24-9 18,21 28 5,-29-14 646,1 12-640,-17-9-17,-4-11 22,-12 1 73,-2-9 6,1-4 11,2-10-78,10-13-29,3-2 23,4-14 6,12-10-29,-2 7-5,24-20 0,-8 28 6,6-3 11,1 12-12,-8 11-5,13 6-11,-9 7 17,0 10-29,-12 4 12,-5-4-17,3 15-17,-5-10-100,8 12-214,1-9-313,6-5 241,-2-8-1199,25-9 560,-8-13 689,9-3 280,-19-5 0,-3-5 174,10-14 0,7-8 109,-23 13 0,-2-1 171,5-12-109,-7 12 0,-2 1 383,3-13 67,-8 11-363,-6 12 279,-12 6-453,-5 12-68,-14 9-27,-4 12-17,-5 12-40,3 8-10,5 4 5,9 1-11,7-4-12,8-6 23,8-8 23,4-12 33,6-7-23,-3-9 85,11-17-1,-4-5 63,7-16 89,-5-1-11,-3-2-51,1 0 0,-2 6 23,-2 8-29,-4 10-106,-7 10-50,-1 7-45,-3 12-11,-1 8 17,-1 16-29,-2 11-111,1 10-762,1 6-821,2-28 0,0 0 1330,3 4 0,1-3 0,-2 6 0,5-7 0</inkml:trace>
  <inkml:trace contextRef="#ctx0" brushRef="#br0" timeOffset="102841">8754 16507 19904,'0'-4'4968,"0"1"-4334,0 3-634,-46 34-28,25-4-102,-9-2 1,1 3-677,5 17-555,-2-3-107,0-4 276,-1-11 458,1-10 454,0-14 291,0-14 230,4-13 341,3-14 449,9-8 246,6-3-90,13 2-324,6 7-258,11 7-246,6 8-203,6 9-55,5 8-34,4 12-44,3 8-85,6 11-412,-26-9 1,0 0-3872,4 2 1,-2 0 4344,-1-2 0,-4 0 0,10 4 0,-17-9 0</inkml:trace>
  <inkml:trace contextRef="#ctx0" brushRef="#br0" timeOffset="110598">4914 17879 17204,'-1'-3'3988,"0"0"-2783,1 3-1037,-19 8 22,18 16-55,-13 16-51,20 19-76,-3-26 1,-1 1-212,-1 2 1,0-1 199,-1 0 0,1 0-3,-1 26 8,-2-11 77,0-15 167,-1-14 197,0-11-113,2-11-207,1-12 355,0-13-383,2-14 11,2-11-5,5-7-381,5-3 297,4 3-22,6 11-34,2 13-17,3 13 17,0 12 17,1 10 11,1 10-45,3 10 283,0 8-547,-2 6-273,0 5-197,-1 1 90,-1-3 358,-3-8 297,-5-12 106,-6-11 23,-2-17 0,2-12 39,5-16 57,6-9 0,5-5 10,1 4-84,-7 12 230,1 0-173,-16 21-90,1 0 33,-10 15 28,-1 7-50,-1 7-61,0 7-34,1 4-34,2 3 28,2 0-5,4 1 33,3-3 17,1-5 22,3-5 68,0-8 111,-2-8 79,-3-11 0,-2-9-11,-2-7-45,-1-5-78,-2 0-57,1-1-77,1 3-7,1 4-78,2 6-251,0 6-600,2 8-1261,2 3-2811,5 8 4120,7 2 0,-11-1 0,1 0 0</inkml:trace>
  <inkml:trace contextRef="#ctx0" brushRef="#br0" timeOffset="111191">6091 17949 22929,'22'0'302,"-4"15"-290,-14 11 27,-1 14-11,-3-14-6,1 7 17,-3-3 129,-1-5-5,1-11 206,-2-6-27,3-12 11,-1-7-68,1-11 12,0-21-229,2 11 66,5-21-10,4 18-40,6-9 0,4 7 33,6 3-78,-1 12-27,-1 6-1,1 11-6,-4 4-16,6 7-28,1 6 56,-2 9-6,-4 7-61,-5 4 50,-8 5 39,-5-1-50,-11 2-1,0-14 18,-3-5 84,2-12-12,3-10-28,1-8 62,3-21-89,9-8-12,2-3 95,14-4-94,1 13 27,8-3 50,4 9-77,-9 12 16,0 7-34,-12 7 28,6 9-10,-3 4-29,10 20-476,-8 2-902,-3 12 101,-12-11 446,-7 13 0,1-30 0,-2 8 0</inkml:trace>
  <inkml:trace contextRef="#ctx0" brushRef="#br0" timeOffset="112614">7270 17848 16387,'-6'0'5937,"2"0"-4363,4 0-1569,10-39-212,24 18-266,-9-7 0,4 1-1463,9 13 0,4 4 1936,5-2 0,-3 3 0,7-4 0,-7 7 0</inkml:trace>
  <inkml:trace contextRef="#ctx0" brushRef="#br0" timeOffset="112791">7457 18116 24671,'36'-38'-1319,"0"-1"1,3 2 0,2 3 1318,8 9 0,-1 4 0,6-4 0,-4 3 0</inkml:trace>
  <inkml:trace contextRef="#ctx0" brushRef="#br0" timeOffset="113764">8800 17677 14729,'0'-5'4526,"0"2"-830,0 3-2396,15-74-796,-10 48-384,4-15 0,-1 5-52,-6 29 21,-2 7-22,1 13 62,-1 23-118,0-4 20,-3 9 1,-1 0-27,-2 1-327,-1 0 1,-2 2-323,-3 14-2350,5-15 0,1 0 2994,0 16 0,3-12 0,4-32 0</inkml:trace>
  <inkml:trace contextRef="#ctx0" brushRef="#br0" timeOffset="114314">9318 17560 15642,'3'-5'6211,"0"1"-4390,-3 4-1676,21-16 40,-15 25-90,16-15 57,-23 37-1,-12 7-90,-5 3 23,-12 4 45,2-15-62,8-13 157,2-9 62,8-14 73,1-19-157,7-10-62,9-16-79,3 13 62,12-10 23,8 7-51,2 3-39,7 5-28,-8 19-11,0 7-17,1 11 6,-2 13 10,-5 16-32,-7 15-29,-11 14-412,-12-25 0,-3 1 445,0-7 1,-3 1-17,-9 5 0,-5 3 0,-1-3-9,-3 3 1,-2-1 17,2-3 1,-2 2-1,1-5 22,-3 1 0,2-6-496,-18 6 510,21-22 73,11-22 78,18-23-62,14-7 17,17-14-657,-10 30 1,1 3 533,17-12 395,-13 16 0,2 2-387,1 5 0,2 3-28,1-1 1,2 3-19,5 2 0,-1 3-505,-5 3 0,-2 3-1239,0 1 1,-1 2-4761,16 7 6542,-4 0 0,-27-9 0,-2-1 0</inkml:trace>
  <inkml:trace contextRef="#ctx0" brushRef="#br0" timeOffset="116114">7583 18535 8158,'1'-4'5042,"-1"1"2401,0 3-6933,-4-13-258,3 9-174,-3-11-44,10 10 11,7-5 28,16-5-23,10-4-11,7 0-5,-2 5-40,-9 6-16,-12 10 16,-12 10 12,-10 12-6,-13 8 0,-8 7-11,-10 1-6,-2 0 6,4-5 27,4-6-32,7-6-7,5-6 247,4-5 1,3-6-231,3-1 34,0-2-5,1-2-62,0 1-141,12-4 73,4-2 74,17-3 27,-11 1 73,4 4 34,-19 6-34,0 5-67,-7 6-73,-6 9-72,-5 6 38,-4 5 147,-2 0-80,3-3-27,4-7 179,6-2-101,5-9-22,5 2-11,4-6-57,4 4-10,1 2 5,5 4 73,-2-3-45,-14-14 53</inkml:trace>
  <inkml:trace contextRef="#ctx0" brushRef="#br0" timeOffset="118441">11323 1049 20118,'20'58'-224,"-1"-1"-60,-3-10 270,-2 8-480,-8-22 1,0 1 590,-2 4 0,-1 1-2,0 5 0,0 0-23,-2 5 0,1 0-222,0 5 0,1 1-421,-1 4 1,1 0 610,0 4 0,0 0-32,0-14 1,-1 3 51,1 1 1,0 4 0,-1-3-36,1 9 1,-2 1-255,1-18 1,-1 3 0,0 1-1,0-1 234,0 10 1,-1-2-1,0 1-20,-1 2 1,-1 1 0,0 0-382,1-14 0,-1 0 1,0 1-1,0 0 420,-1 1 0,-1 0 0,1 1 0,-1 0-5,1 0 1,-1 1-1,0 0 1,1 0 2,-1 1 1,0 0-1,1 0 1,-1 0-5,1 1 0,0 0 0,1-1 0,-1 1-6,1 0 1,0 1 0,0-1 0,1 0-291,0 1 0,0 1 1,0-1-1,1 0 289,-1 1 0,1 0 1,-1 0-1,1 0-2,1 0 1,-1 1 0,1 0 0,-1 0-2,0 1 1,1 0-1,-1 0 1,0 0 6,1 0 0,-1 0 1,1 1-1,0 2 1,-1-4 1,0 4 0,1 0 0,-1-2 0,0-3-12,0-3 1,0-4 0,1-1 0,-1 5 6,0 1 0,0 5 1,0 0-1,0-1 0,0-4 3,0 11 0,0-4 0,0 2 1,0-5 1,0 3 0,0 0 0,0 0-2,-1-1 1,1 1-1,0-1 1,0 0-7,0 0 1,0-1 0,0 1 0,0 0-6,0-1 0,0 1 1,0 0-1,1 0-2,-1 0 1,1-1 0,1 0 0,-1 0 9,0 1 1,1-1 0,-1 0 0,1 1 2,1-2 0,-1 1 1,1 0-1,0-1-3,0 1 1,0-1 0,0 1 0,0-1-2,0 0 0,0 0 0,0 0 0,1 0 1,-1-1 1,0 0 0,0 0 0,1 0-4,-1-1 1,1 0 0,0 0 0,-1 0-5,1-1 1,0-1 0,0 1-1,0-1 7,0-1 1,1 1 0,-1-1 0,1 0-1,-1-1 1,1 0 0,0 0-1,-1 0-93,1-2 0,-1 0 0,1 1 1,-1-1 88,1-1 0,0 0 1,0-1-1,0 1-1,1 13 1,1 1 0,0-1-1,0-1 1,1-1-1,0 1 0,0-1 1,1 0-1,-1 0 4,1-1 1,0 0-1,0-1 4,-1 0 0,1-1 1,-1 0-3,1-1 0,-2 0 0,1 0 0,-1 0 0,0 0 0,-1 0 3,0 0 1,0 1 0,-2-1 17,1 0 1,-2 0 0,1 1-26,-1-2 1,-1 0-1,0 0 2,-1 0 0,0-1 1,0 0-1,0-1 0,-1 1 0,0-1 7,1-1 1,-1 1 0,0 0 3,0-1 1,0 0 0,0 0 1,0 0 0,0-1 0,0 0 2,0 0 0,0-1 1,-1 1 4,1-1 1,-1 0 0,-1 0-1,1 1 1,-1 0 0,0 0-1,-1 1 1,0 0 0,0 0-10,-1 0 1,0 1 0,0 0-5,-1-1 1,0 1 0,1-1-8,-1 0 0,0 0 0,0-1-11,0 0 0,1 0 0,0 0 7,0-1 1,1 0 0,1-1 6,0-1 1,0 0 0,1 0-6,1-2 1,1-1-1,0 0 444,1 19 1,2-1-440,1-3 0,1 1 3,0-2 0,-1 0 417,1 1 0,0 1-423,-1 1 0,-1 1 2,-2-19 0,0 0 0,0 0-2,-1 1 0,0-1 1,0 1-3,-2-1 0,0 1 1,1-1-10,-1 20 0,0 0-9,0-3 1,0 0 355,1-3 1,1 0-342,2-3 0,2 0 5,1-1 0,1-2 0,2-2 0,2 0 328,0-2 1,1-1-332,1-2 0,-1 0-2,0-1 0,-1 0 2,-1 0 0,0 1 6,-1 0 0,-1 1-8,-1 0 0,0-1 5,-1 0 0,0-1-3,-1-1 1,1-1 2,0-1 0,0-1 0,1-1 1,0-1 99,1-3 0,1 0-103,-1-2 1,1-1-26,12 26 22,1-1 1,-11-26 0,1 1-15,-2 2 1,0 2 10,-1 2 1,-2 1-6,-1 2 1,-1 2-1,-2-1 0,-1 0-3,0 1 1,-1-1-1,-1-2 1,1 1 10,0-2 1,0 0-3,1-1 0,0 0-3,1-1 0,0 0 2,0 0 1,-1 1-3,0-1 0,0 1 11,0 2 1,-1 1-7,-2 2 1,0 0-23,-1 2 0,-1 2 38,-2 0 1,-1 2-56,0 1 1,-1 1-4,-1 2 1,0 0 362,0 2 0,1-2-340,1-11 0,0 0-23,-1 17 1,1-1-244,2-20 0,0 1 257,-1 14 1,-1-1 33,2-14 0,1-3 290,-4 29-390,-1-7 44,-1 2 354,4-27 1,-1 0-330,0 2 0,0 0 12,-1-1 0,0 0 30,-5 27 55,12-57-82</inkml:trace>
  <inkml:trace contextRef="#ctx0" brushRef="#br0" timeOffset="122157">12633 1264 29276,'0'-5'-2380,"0"1"1938,-37-47-492,13 36 880,1-12 0,-2 3 0,-6 23 5436,6 9-4379,-7 6-1163,1 15 819,12-8-134,4 11-525,14-11-87,7 5-648,9 0-1227,10 2 44,6 1-81,3 4 834,0 1 88,-5 2 310,-10-2 520,-13 3 362,-21-7 270,-5-4 59,-27-7 259,-2-8-380,14-5 0,-2 0 21,-11-2 0,1-1-172,9 0 1,1-2 159,-1-1 0,3-1 158,3-4-702,14-9-1755,20-9 1910,19-15 1,-10 16 0,10-2 0</inkml:trace>
  <inkml:trace contextRef="#ctx0" brushRef="#br0" timeOffset="122407">12941 1096 23958,'-12'49'-53,"1"0"1,-1 0-1,2-6 1,0-1-1,4-1-342,5 15 0,5-2-1259,-1-10 1,1-4 410,7 20-4156,3-3 5401,-5-27 0,-1-6 0,-4-13 0</inkml:trace>
  <inkml:trace contextRef="#ctx0" brushRef="#br0" timeOffset="123157">12899 1529 19300,'-17'-43'830,"0"0"1,1 5-1,10 10-824,19 19-12,5 6-10,20 3-29,3 3-23,-6 0 1,2 0 5,-4 0 1,0 0 30,-1 0 1,0 0-15,31 0 50,-35-3 130,21-9 50,-32-1 50,1-6 62,-13 2 168,-7 3-196,-1 3 201,-6 3-106,-5 4-235,-2 5-28,-5 7-3454,3 7 3364,7-1 12,4 10-23,8-13 28,11 12 5,5-16-5,5 1 68,12-14-68,-15-3 3481,23-19-3402,-20-1-18,2-15 34,-14 3 6,-11 1-56,-4 10 157,-17 0-96,1 16-21,-11-1-46,2 18-39,1 8-6,2 14-33,5 11 11,6 11 0,7 7-526,11 4 77,10 0-21,5-15-200,-1-18 1,3-2-1392,25 12-574,-3-15 0,4-3 545,-6-6 1,1-4 677,8-4 1,-1-5 1341,-13-6 0,-2-4 2176,18-19 1316,-13-9 73,-13-7-762,-8-1-805,-5 3-601,-4 9-431,-2 8-331,-3 11-386,-2 7 268,0 5-385,-4 16-4,-2 7-30,-4 21-28,-1 11-11,-1 8-266,6-25 1,-1 0 270,1 2 1,0 1-4,2-1 1,1 0-49,0-5 0,1-1-55,4 16-342,2-19-128,2-14-2510,5-9 3092,3-7 0,-5 0 0,3-1 0</inkml:trace>
  <inkml:trace contextRef="#ctx0" brushRef="#br0" timeOffset="123631">13790 1632 17560,'-11'-54'860,"-1"0"1,3 4 0,5 4 847,14-10-1556,12 9-74,9 8-33,10 13 0,6 10-12,2 9-16,0 14-6,-3 9-11,-7 14 0,-9 10 23,-11 6 16,-14 4-6,-20-2 1,-20-3-9,9-24 0,-3-3 0,-5-2 1,-1-2-12,0-2 0,0-3 8,-26 3-83,16-7 102,19-12-3296,17-10 3255,15-5 0,-1 6 0,4 5 0</inkml:trace>
  <inkml:trace contextRef="#ctx0" brushRef="#br0" timeOffset="123857">14376 1518 27276,'44'-17'-629,"0"0"0,0 0 0,15-6 1,-9 5-1,-15 12 0,-16 3 1</inkml:trace>
  <inkml:trace contextRef="#ctx0" brushRef="#br0" timeOffset="124481">14938 1307 23368,'-10'-2'2181,"3"1"-927,7 1 1650,0 0-3237,-9-29-109,9 20 218,-6-23 27,9 27-852,-1 0 430,0-1 222,2-4 195,3-8-17,6-9 207,5-6-62,9-1 27,6 5 25,3 8-1,2 10-16,-3 12 0,-5 12 50,-3 22 0,-13-6 0,-2 25 1,-17-10-211,-1-14 0,-3 1 179,-5 3 0,-4 1-30,-11 9 0,-3-1 44,10-13 0,-2-2 6,-11 9 0,0-4 12,-8-5 27,-6-2 34,9-15 33,8-15-89,16-1 0,9-11-23,20 2-16,15-3-29,25 1-134,-4 9 1,5 2-754,0 1 0,0 1 355,3 2 1,0 1 582,-12 2 0,0 1 0,-6 0 0,6 1 0,-13 0 0,0 0 0</inkml:trace>
  <inkml:trace contextRef="#ctx0" brushRef="#br0" timeOffset="125640">69 12051 14594,'-4'-55'1971,"-1"1"1,0 5 0,1 7-1065,-2 10-392,1 11-290,3 8-152,1 7-45,1 6 45,3 11 11,2 10-28,3 18-34,-1 14-167,0 9-164,-3-30 1,0 1-728,2 0 0,1-1 584,3 2 1,0-4-1,1 5 1,2-7 0</inkml:trace>
  <inkml:trace contextRef="#ctx0" brushRef="#br0" timeOffset="125874">412 12011 15468,'0'-3'5388,"0"1"-3735,0 2-1519,32-38-22,-12 26-33,26-28-18,-23 36-16,-3 2-45,-1-2-213,3-1-3041,6-8 3254,3-2 0,-11 4 0,-6 2 0</inkml:trace>
  <inkml:trace contextRef="#ctx0" brushRef="#br0" timeOffset="128824">16945 1268 32139,'0'-4'628,"0"0"-628,0 4 0,-6-35-377,0 42 219,-8-17-371,1 60 67,-1 8-601,7-24 1,2 1-131,0 10 0,1-1-3008,0 19 3955,2-23 0,1-4 1,1-14-1,0-2 0</inkml:trace>
  <inkml:trace contextRef="#ctx0" brushRef="#br0" timeOffset="129364">17323 1294 20719,'0'-6'3075,"1"1"-1787,-1 5-1695,22-40 171,-11 38 127,16-19 28,-20 39 110,-8 13-448,-11-7 435,-9 4 136,-6-7 72,-1-10 145,0-17-251,12-4 67,1-22-57,16-2-32,11-15-71,4 19 0,4 3-8,22-15-6,2 9-22,-2 23 11,-11 11 11,8 12 0,-2 12-6,-16 2 1,-4 3 6,7 14-10,-12-6 1,-5 4-23,-11-9 1,-4-1-227,2 2 1,-3 0 194,-10 3 1,-6 3 0,-3-2-464,0-5 1,-3-2 0,-1 0 518,-2 5 1,-2-1 0,1-2 8,-9 5 0,1-8 42,-13-3 39,28-24-16,5-21-29,15-7 382,17-18-438,3 14 1470,18-3-1475,4 12 67,15 1-84,-13 12 0,2 3-53,-2 2 0,-1 1-6,0 1 0,0 2-257,0 3 0,-1 2-1068,24 7-3504,-11-3 1,1 0 4656,-12-3 1,-1-1 0,25 6 0,-36-10 0</inkml:trace>
  <inkml:trace contextRef="#ctx0" brushRef="#br0" timeOffset="129681">18270 1278 24183,'-21'-23'17,"5"6"-6,43 49 12,4 17-29,-1 5-232,-14-19 0,-3 0 226,-1 24 146,-8-14-106,-15 4 0,-20-9 6,-10-2-29,-2-7 29,-10-10-68,26-12-44,-4 1-835,24-7-1237,19-4 2150,19-6 0,-12 3 0,7-2 0</inkml:trace>
  <inkml:trace contextRef="#ctx0" brushRef="#br0" timeOffset="130040">18950 1432 23528,'-48'-5'423,"-1"1"1,4 1 0,8 7-356,16 26-40,6-3 44,5 20-10,14-15-28,10 16 27,14-13 1,11-7-34,-6-10 123,15-7-61,-17-14-23,4-1 118,-6-24-45,-15 0 6,1-18 33,-10 0 17,-8-1-62,-4 2-38,-7 7-12,-3 8-84,2 11-258,-8 6-1109,1 11 1367,-15 12 0,18-5 0,0 8 0</inkml:trace>
  <inkml:trace contextRef="#ctx0" brushRef="#br0" timeOffset="138666">15715 3775 17524,'14'-35'1599,"1"0"0,0-2-1098,7-13 0,1-5-1038,-4 12 0,0-1 696,1-4 1,1-2-86,-4 10 1,0-3 0,-1 3-30,1-3 0,-2 0 42,5-11 0,-1 0 123,-5 12 1,-2 0-29,3-15 0,-1 1-129,-6 21 1,-2 0 46,-5-8 1,-6 4-45,-10 10 379,-7-4-407,-7 23 0,-7 26-11,7 0-3,2 18 0,2 7 11,8-6 1,1 2-394,0 1 0,0 4 0,1-2 365,0 3 0,1 2 5,3 2 0,2 3 0,1-4 0,2-10 1,2 1-14,1 12 0,3 6 0,2-5 96,6-10 1,4-2-238,5 16 1,3-3-3,-4-21 0,3-4-768,14 6 1,3-4-949,21-1-432,-15-10 0,3-4-2143,-4-11 1,0-4 3923,-4-2 1,-2-2 0,11-6 0,-20 3 0</inkml:trace>
  <inkml:trace contextRef="#ctx0" brushRef="#br0" timeOffset="139115">16569 3433 15177,'3'-53'1930,"-1"1"1,-1 8-1,-3 5-1112,-16-4-291,-6 18-174,-6 12-219,4 7 225,-15 24-236,14 9-87,8-3 1,1 4-153,5 1 0,2 2 130,2 3 0,1 1-8,3 0 0,1 0-1,3-2 1,2-1-17,9 22 22,8-13 34,8-16 44,4-16 1,5-19-51,-7-6 36,-4-9 1,-1-5 36,7-24-525,-7 11 1,-2-4 465,-5 2 0,-2-2 9,-1-4 0,-1-2 58,1 0 0,-2 0 51,-1 2 0,-1 2 0,-2 5 0,-1 2 65,-2 6 1,-1 3 9,0-17-55,-5 16-107,0 15-101,-2 11 17,1 13 960,-4 14-960,-2 22 17,-5 19-381,6-22 1,1 3 363,0 3 0,1 2-6,1 1 1,3 0-60,1 0 1,4-1-154,2-2 0,3-2-323,3-3 0,3-2-734,3-5 1,3-3-816,1-3 1,4-5 2089,7-5 0,0-3 0,2 1 0,3-8 0</inkml:trace>
  <inkml:trace contextRef="#ctx0" brushRef="#br0" timeOffset="139299">17356 3042 22884,'50'-28'-2060,"0"-1"1,1 4 0,-3 9 2059,-15 16 0,-3 4 0,11 0 0,-17 0 0</inkml:trace>
  <inkml:trace contextRef="#ctx0" brushRef="#br0" timeOffset="139473">17469 3362 22763,'39'-23'-1062,"0"1"1,-1-1-1,19-10 1,-4 6 1061,-18 15 0,-4 3 0,10-4 0,-20 7 0</inkml:trace>
  <inkml:trace contextRef="#ctx0" brushRef="#br0" timeOffset="139882">18682 3048 18613,'13'-54'1461,"0"0"1,-2 7 0,-3 7-118,-6 15-1068,-3 13 37,-1 8-285,0 12 117,-1 12-133,-1 17-7,-1 15 34,2-21 0,0 2-292,-1 3 1,0 1-920,-1 3 1,-1 3 1171,0 7 0,0-3 0,-1 7 0,1-4 0</inkml:trace>
  <inkml:trace contextRef="#ctx0" brushRef="#br0" timeOffset="140450">19214 3020 18436,'1'-6'4644,"0"1"-2645,-1 5-1976,14-56-1,-7 49-5,10-38 11,-12 67 0,-4 6 0,-7 1-22,-1-6 106,-7 0 67,7-16-39,-3-1-67,7-18-17,1-11 11,6-14-5,7-12-28,10-7-12,-7 27 0,2 1-5,20-22 17,0 12-12,1 15-39,1 13-22,0 17-6,-1 15 51,-3 16-28,-7 16 10,-17-23 1,-4 1-256,-5 5 0,-6 1 242,-5 4 0,-6-1-26,-7 4 1,-7-1 20,1-10 0,-3 0 1,0-3 29,-1 2 0,-1-3 14,-14 5 0,0-8 81,0-12-105,-4-7 122,17-19-34,16-10 12,14-10-23,16-3-28,8 3 494,11 7-528,6 9 152,3 8-157,4 8-33,2 7-63,2 7-268,-1 6-644,3 3-1098,0-1-2931,7-5 5037,-5-6 0,-19-7 0,-12-3 0</inkml:trace>
  <inkml:trace contextRef="#ctx0" brushRef="#br0" timeOffset="140649">20328 2900 17714,'0'-5'5865,"0"1"-4028,0 4-1787,-31-4-38,15 16-1,-15 11 0,-1 4-17,6 18-964,0 3 1,-2 2 227,10-10 0,0-1-1560,-5 12 0,0 1 2302,4-6 0,2-3 0,-5 12 0,12-26 0</inkml:trace>
  <inkml:trace contextRef="#ctx0" brushRef="#br0" timeOffset="141039">19970 2856 19070,'-3'-6'4397,"1"2"-3434,2 4-935,-57 19-6,41 8-17,-14-10 1,3 2 6,31 29-1,8-11 6,17 8 33,-3-15 73,4-10 34,-9-19-84,-7-7 44,3-13 51,-2-15-50,-3-5 6,-3-7 27,-7 12-67,-4 11 62,-5 5-74,-2 10-55,-6 2-22,-2 7-152,-9 25-605,9 3-1798,-3 24 1712,18 2 0,0-25 0,5-1 0</inkml:trace>
  <inkml:trace contextRef="#ctx0" brushRef="#br0" timeOffset="141406">20705 3200 19311,'-4'-1'3831,"1"0"-2862,3 1-897,-65 17-27,45 0-40,-15-5 1,4 3 11,32 16 6,9-8-18,6 7 34,4-10 101,-1-7-39,-6-7 202,2-8-124,-6-10 34,1-11 45,-5-7 11,-5-4-17,-4-1-40,-4 4-38,-4 5-62,-2 6-90,1 7-33,1 7-185,2 3-661,3 8-1618,3 5-7356,8 5 9174,0-2 1,3-5-1,-4-6 1</inkml:trace>
  <inkml:trace contextRef="#ctx0" brushRef="#br0" timeOffset="141623">21215 2839 26687,'1'40'39,"-1"0"0,0 3 1,-2-1-242,-3 2 1,-1-1-1548,1 6 0,1 0-1595,0 1 1,1 0 2706,4-7 1,0-4-1,0 12 1,4-27-1</inkml:trace>
  <inkml:trace contextRef="#ctx0" brushRef="#br0" timeOffset="141982">21727 2945 21472,'0'-5'3495,"0"1"-2654,0 4-735,-69 8-22,43 19-56,-13-9 0,3 5 45,26 37-6,16 3-478,1-32 1,5 0 424,5-1 0,4-2 0,2-2 0,2-3 161,27 11-96,-4-15 27,-7-22 0,-6-15-16,-6-19-34,-7-15-39,-8 6 8,-10 4 0,-3 0 9,-6-17 79,0 18 0,-4 0-108,-15-12-21,-9 12 27,-3 15-538,-1 12-2425,1 18 2952,4 8 0,12 0 0,8-3 0</inkml:trace>
  <inkml:trace contextRef="#ctx0" brushRef="#br0" timeOffset="143506">15695 4790 21437,'-7'-55'926,"0"0"0,0 11 0,3 7-590,3 8 20,1 22-339,7 3 90,5 14-102,10 13 1,5 22-4,-12-14 1,-1 3-367,-1 7 0,-3 3 327,0 6 1,-4 0-402,-4 4 0,-5-1 382,-2-3 0,-4-2 39,-2-5 0,-4-4-32,-1-10 0,-2-4 116,-16 4 28,3-26-5,12-23 681,10-21-710,21-16-47,-1 23 0,3-1-3,7-1 1,3 0 91,4-1 0,2 2-109,3 0 1,3 2-23,0 4 0,3 2-143,6 0 0,-1 4 39,-14 8 1,-1 3-342,8 0 0,-3 3-967,-2 5-678,0 8-150,-13 8 224,-12 16 1887,-7-7 336,-8 9 1403,-1-12-109,-3 3 202,2 0 397,4 2-1500,4-7 329,9 2-313,8-10-224,15 0-145,8-5-46,20-8-128,-18 0 22,19-12-22,-21-2 17,7-10 16,-8-6 12,-12-18-23,-14 5-28,-9 0 56,-11 8 28,-8 14 35,-7-2 111,-10 7-135,5 10-95,4 5 6,5 10-11,5 8-18,-5 12 24,-2 24-29,5 5-11,4 2-6,8 5-33,9-9-12,0-20 1,3 1-157,7 4 0,4-3-68,1-6 0,2-3-111,22 19-656,10-20-22,-6-16 369,14-10 518,-27-9 1,-3-3 176,10-10 56,-15-7 0,-5-1 40,-7-1 77,-2 2 1,0-1 454,5-3 721,5-7-727,-7 20-381,-4 9-196,-8 15 67,-3 9-73,0 10-3392,5 20 3353,0-9-447,18 22 441,-8-31-5,22 15 0,5-19 22,-8-5 17,19-11-6,-30-15 6,5-2 3216,-15-16-3104,-6-1 73,2-23-118,-2 6-39,5-9-33,3 17-23,1 11 618,10 3-1711,14 12-10,-6 5-3813,1 7 1,-2 3 3571,-7 2 0,11 1 0,-31-1 0</inkml:trace>
  <inkml:trace contextRef="#ctx0" brushRef="#br0" timeOffset="143716">17695 4829 24794,'30'-39'-170,"0"-1"0,5 2 0,2 11-796,-5 23 0,1 7-1693,-1 0 0,0 0-830,27 5 3489,-25 7 0,-23-9 0,-2 1 0</inkml:trace>
  <inkml:trace contextRef="#ctx0" brushRef="#br0" timeOffset="143865">17749 5021 25522,'54'-10'-299,"-1"0"1,0 1-1,-3 0 1,-11-1 0,-4 1-1,16-2 1</inkml:trace>
  <inkml:trace contextRef="#ctx0" brushRef="#br0" timeOffset="145906">19205 4630 15412,'-4'-8'4302,"0"2"-2818,4 6 96,0 0-1149,19-64-101,-7 35-179,2-11 1,0-1 77,3 8-105,0 2-74,0 1-39,0 8 0,6 8 6,15 8-34,-1 9 17,2 2 0,-5 14-11,-10 6 6,1 13-7,-7 19 12,-13-5 6,-7-2-12,-21-5-294,-8-9 303,8-15 0,-2 0 8,-1-1 0,-2-3 42,-4 0 1,0-4 13,-10 4 123,-2-7-5,28-17-90,3-5-11,10-10-39,11-5-23,11 0 12,13 3-17,8 6 5,6 8 284,1 7-328,12 16 10,-9 6-409,-3 6 410,-7 10-17,-17-2-223,-9 22 189,-27-7 14,-3-19 1,-5-3-9,-22 7-14,11-14 0,-3-3-182,-24 4-280,19-10 0,-1-2-1776,-18-8 1512,11-16 0,31 4 0,11-3 0</inkml:trace>
  <inkml:trace contextRef="#ctx0" brushRef="#br0" timeOffset="146116">20134 4476 23648,'-17'41'-196,"0"-1"0,0 1 0,-3 2 0,-1 0 0,-1-6-1249,0-4 0,-2-3-3111,-3 5 0,-1-3 4556,-9 8 0,14-17 0,12-13 0</inkml:trace>
  <inkml:trace contextRef="#ctx0" brushRef="#br0" timeOffset="146306">19791 4737 20324,'18'-45'1316,"1"1"0,0 0 1,-3 11-1177,-8 26-5644,14 2 5532,-8 10 1432,27 20-1438,-10 4-36,-7-5 0,-1 1 553,7 13-892,4 11-929,-12-11-6521,6 14 7803,-11-19 0,-5-9 0,-9-17 0</inkml:trace>
  <inkml:trace contextRef="#ctx0" brushRef="#br0" timeOffset="146515">20180 4535 20543,'-1'-3'3825,"1"0"-3483,0 3-353,2 31-45,0 5-45,1 17-669,-1-12 0,-1-2-609,-3 5 528,-6 7 1,-1-2 0,3-21 0,-10 20 0</inkml:trace>
  <inkml:trace contextRef="#ctx0" brushRef="#br0" timeOffset="146699">19820 4787 18140,'0'-5'3898,"0"1"-3691,29-22 1,11-2-118,-7 10-57,4-3 1,8-4-1,-3 6-50,-8 12 1,-1 4-541,17-4 0,1 1 69,-8 4 1,-1 0-757,0 1 1,-2 0-1233,20 0 2476,-25 0 0,-4 0 0,-9 0 0,8-1 0</inkml:trace>
  <inkml:trace contextRef="#ctx0" brushRef="#br0" timeOffset="146889">20686 4454 17031,'-3'-11'6559,"0"2"-5254,3 9-196,0 0-1081,0-20 0,0 31-17,1-3 6,-2 44-90,-1 9-449,2-26 0,-1 0-660,0 1 0,1 2 954,2 4 0,0-2 0,-1 5 0,3-5 0</inkml:trace>
  <inkml:trace contextRef="#ctx0" brushRef="#br0" timeOffset="147283">21199 4559 18201,'0'-8'5333,"0"2"-4096,0 6-570,0 0-616,-15-27-23,1 46-17,-14-12-11,16 21 0,4 7 0,0-3 0,3 0 0,3 30-11,14-7 11,11-12 5,8-14-16,2-13 6,-7-11 66,12-22 12,-12-7 73,7-20 22,-14-7 11,-11-6-220,-12-2 259,-11 2 0,-8 5-72,-8 6-73,1 7-34,1 7-39,6 10-146,7 9-537,5 8-1759,5 15 2442,2 12 0,2-7 0,1 3 0</inkml:trace>
  <inkml:trace contextRef="#ctx0" brushRef="#br0" timeOffset="147723">22257 4561 21663,'5'-52'1299,"0"1"1,0 5 0,-2 7-858,-4 6-268,-1 15-158,-1 11 7,1 16-23,0 18-6,0 22 0,1-17 1,0 3-65,1 3 0,0 2-569,0 3 0,0 0-277,0 0 0,0 1-1154,0 0 1,-1 0 2069,0-7 0,0-2 0,-1 9 0,0-21 0</inkml:trace>
  <inkml:trace contextRef="#ctx0" brushRef="#br0" timeOffset="147906">22020 4788 23808,'-6'-45'560,"-1"0"0,4 3 1,7 8-533,26 10-39,20 6 8,-16 11 0,2 1-649,8 2 1,2 1 18,6 1 0,0 1-3144,6 2 1,-1 1 3776,-7 0 0,-3 0 0,14 2 0,-29-1 0</inkml:trace>
  <inkml:trace contextRef="#ctx0" brushRef="#br0" timeOffset="149973">23187 4385 9358,'0'-4'3758,"0"1"4408,0 3-7629,1-16-335,-1 12 213,1-12-303,-1 16-28,0 0-50,0 3-17,0-1 50,-1 5-22,1-3 16,-2 2 68,2-4 1333,-1-1-1462,1 0 11,-1 0-11,-1 2 11,-1 0-5,1 0-6,-2 0 11,1 0-11,0 0 11,-2 1 0,1 1-11,-2 0 11,1-1 12,-1 1 10,0-2 23,1 0 51,0-2 44,1 0 0,-1-4-5,1-2-12,-1-7-38,1-6-23,2-6 0,0-7-23,3-6-16,4-2-18,8 1 18,10 6-17,10 8-17,10 11 0,6 11-6,2 16-212,-3 15 235,-9 14-17,-14 12 11,-15 8-11,-15-29 0,-7 0-346,-7 2 1,-5-1 348,-11 2 0,-5 0-757,-8 1 0,-3-2 742,15-10 1,-2-2 0,0 1-6,1-2 0,0-1 1,2-1-148,-14 6 1,4-3 205,11-7 0,3-4 202,-5-3-194,24-21 566,24-12-571,18-11 11,16 0-45,-3 10 11,-8 13 1,0 4-34,13 3 791,-14 6 1,1 4-1297,16 17-2631,-5 18 2435,-10 0 0,-14-12 1,-12-11-1</inkml:trace>
  <inkml:trace contextRef="#ctx0" brushRef="#br0" timeOffset="154899">16104 6295 22279,'9'-4'437,"5"14"-403,2 22 11,5 15-6,-4 10-39,-10-19 0,-3 1 5,-2-6 1,-2-1 0,-3 27 55,-7-17 191,0-25 95,-1-2-55,3-33-85,5-13-90,5-12 85,11-16-555,7 8 378,-6 19 0,2 0-17,1 3 1,3 2-40,4 0 1,1 2-26,10-4-157,15 5-269,-14 19-352,9 5-449,0 9-442,-6 6 134,-9 7 756,-7 3 1104,-8 1-190,-8-2 346,-4-3 1127,-4-3-45,-2-7-746,0-3 478,1-6-489,1-4-364,1-3-173,9-9-146,3-3-44,6-2-1,10-1 6,-1 2 39,12-10 29,-9 3 38,-4-4-61,-16 10 95,-8-4 33,-10 8 135,-13-6-122,-4 8-29,-8 2-113,12 8 29,0 2-62,9 5-22,-2 5-17,4 8-11,3 21 11,6 3 0,4 2-11,10 4-84,6-7-118,0-10 0,2-1-308,21 16-1469,-15-23 0,0-3 1704,10-2-235,6-11 224,-6-23 320,-4-6 66,-2-16 79,-18-1-56,-5 8 180,-5-5 335,-3 10-403,0 6 3565,-3 4-3755,0 18-40,-1 2 12,0 12 0,4 9 5,3 10-6,12 13-10,7-6 5,11 1 0,-8-19 11,7-4 39,-8-13 69,9-15-41,-9-11 17,-2-18-50,-11 5 73,-2-24-57,-5 16-22,4-15-39,1 18-44,5 10-35,0 10-465,9 8-5140,10 10 5684,-2 3 0,-4 0 0,-17 1 0</inkml:trace>
  <inkml:trace contextRef="#ctx0" brushRef="#br0" timeOffset="155306">17725 6220 25797,'-41'-22'46,"-1"0"1,2 0 0,14 12-42,27 19 29,9 2-12,11 4-27,15 2-1,11 4-27,-4-4 13,-9-1 0,0 1 37,10 9-20,-14-8 1,-1 2 2,2 14 5,-16 0 12,-22 2 5,-20 0 6,-20 0-203,19-19 1,-2 0 177,0-1 0,1-1-82,-23 13-784,15-3-5561,17-6 6424,14-5 0,6-7 0,3-5 0</inkml:trace>
  <inkml:trace contextRef="#ctx0" brushRef="#br0" timeOffset="156099">18643 6326 17647,'2'-6'5036,"-1"1"-4429,10-29 1,2-6-149,-5 16-31,8-21 1,-1 5-216,-10 30-134,2 1-35,-4 14 24,0 11-1,3 12-6,-1 11-16,-2 9-22,-7 7 21,-6 4-866,-9 1 828,3-16 84,-8 3 78,12-29 39,-3 2-78,8-24-57,2-12-16,2-17-16,1-15-12,6-12 207,0 27 0,2 0-218,1 0 0,2 1 5,12-27-10,3 10-7,3 12-5,5 12 0,2 11-17,7 8-5,2 14 440,2 11-429,-4 18-11,-7 10-284,-11 11 300,-12 1-5,-16 1 11,-11-7 0,-9-11 22,0-15 17,6-14-5,7-16-23,8-13 6,9-14 295,9-11-290,12-6-5,9 2-11,5 5-6,-1 10 0,-4 10-6,-4 10 6,-2 7-11,0 9-40,4 7-77,2 10-276,2 10-554,-1 6-923,-5 7-1133,-2 2-6817,0-2 8462,-9-14 0,-4-12 1,-12-16-1</inkml:trace>
  <inkml:trace contextRef="#ctx0" brushRef="#br0" timeOffset="156816">19937 6334 16723,'2'-8'5982,"0"3"-5302,9-26 1,2-5 237,-6 10-635,7-12 0,-3 3-87,-10 23-168,-7 12-11,-9 14-6,-13 13 6,-10 12-12,15-16 1,0 1-241,-1 2 0,0 1 198,2 0 1,0 1-53,-15 22 21,12-10 80,10-15 32,9-12-4,6-13-7,4-7 6,3-5 460,0-3-454,0 0-23,-2 2-5,0 0-40,-1 4 23,1 2 0,-1 2-16,-1 3-12,0 1 33,-2 1 12,-4 3 0,2-2 0,-4 3-1,3 0-16,-1 0 12,-2 4-7,1-1-5,-1 5 28,2 0-28,0 5 6,2 1-1,4 0 7,3-1-24,7-4-21,6-5 50,4-7 22,4-7-17,2-9 29,-1-8 10,-3-9 12,-5-8 89,-9 3 1,-2 0-68,1-3 76,-4 5 0,-1 5-48,-3 18 90,-1-5-129,0 14-73,-1 0-11,0 11 5,0 9 1,-1 5-17,-1 17 0,-4-1-34,-1 13-1940,4-17 1,0-1 1374,-1 14-603,3-14 0,4-1-4041,9 5 5254,5-1 0,-3-15 0,-4-13 0</inkml:trace>
  <inkml:trace contextRef="#ctx0" brushRef="#br0" timeOffset="157172">20487 6394 17770,'2'-7'5405,"-1"2"-3965,-1 5-690,-7-61-374,-9 44-281,-1-14 0,-3 7-39,-23 37-56,1 6 0,-3 18-297,10 3 252,14-14 0,0 2-213,3 1 1,1 0-516,2 0 0,2 1-1944,-8 25-694,7-9 336,7-16 1910,6-20 2358,12-32 538,0-14-577,3-8 1294,-6-10-455,-5 11-536,-1-7-399,-2 13-162,5 10-761,0 14 280,8 5-342,6 13-23,12 7-47,-3 2 0,1 3-40,-1 0 1,0 1-1170,7 5 0,-1 1 243,11 9 404,-17-9 0,-3-2 0,-7-7 0,8 8 0</inkml:trace>
  <inkml:trace contextRef="#ctx0" brushRef="#br0" timeOffset="157416">21672 6197 26766,'-40'32'13,"0"0"0,-2 5 0,4 2-277,10 0 1,3 2-1702,-7 3 1,-1 1 442,5-10 1,-1 1 0,1-2 930,-6 4 0,2-4 0,-11 10 0,20-23 1</inkml:trace>
  <inkml:trace contextRef="#ctx0" brushRef="#br0" timeOffset="157599">21010 6437 14949,'21'-54'1507,"-1"-1"0,-4 12 0,1 6 1370,10 4-2664,-6 24 1045,4 16-1146,5 16-39,6 21-83,-14-13 0,1 2-13,6 6 1,1 0-48,-3-5 0,2 0-410,0-5 0,4 2 0,2-1 480,3 0 0,1-2 0,-1-1 0,1 3 0,-2-2 0,2-2 0,0 1 0</inkml:trace>
  <inkml:trace contextRef="#ctx0" brushRef="#br0" timeOffset="160066">16567 7968 16594,'-5'-3'3557,"2"1"403,3 2-3860,-43-57-66,33 45 22,-33-32 28,43 68 34,-5 29-62,-2 1-34,0-20 0,0 0-16,-7 10 16,-4 7 29,3-15 10,-2 2 315,4-12 33,7-15-258,3-11 28,5-18-50,4-13-28,6-16-34,0 9 0,2-2-36,0 2 0,0 0-14,1 0 0,0 0-6,2 0 0,1 1 17,15-15-11,-14 23 0,2 3-6,17-9 0,3 17-17,-7 18 1,-3 7-6,-1 18 5,-5 10-67,-7-4 0,-1 3-131,-2-4 0,-2 1-359,3 6 1,-2-1-93,4 9-1187,5 5-1127,4-10 1075,1-7 119,4-7 1237,-11-25 667,-5-7 488,-1-17 575,-3-7 1323,7-25-1809,-5 15 137,-2 2 0,0 2-344,0 4 380,6-22-202,-9 30 72,-1 3-699,-5 14-33,-2 18 11,-5 13-17,1 5 12,-4 26-12,3-15-5,2 15 10,10-18-4,8-9-1,3-10 6,12-8 22,7-17 28,2-9 17,8-15 28,-11-9-34,-10 6 153,-1-23-159,-16 27 1,-4-3 0,-1 0-28,-4 1-40,-1-8-66,0 24-528,0 7 158,0 8-2566,3 14-2396,3 5 5393,2 10 0,-1-12 0,-3-6 0</inkml:trace>
  <inkml:trace contextRef="#ctx0" brushRef="#br0" timeOffset="160672">17702 7898 16947,'1'-4'6066,"0"1"-4072,-1 3-1843,5-48-134,-3 43 16,4-28-10,-4 61-18,-1 9-16,0 4 11,-2 1 11,-2-3 6,-2-6-6,0-8 73,2-11 34,1-8-39,1-12-18,5-10 29,3-13 16,6-11-38,0 5 55,0 3 0,1 0 34,5-10-104,-4 12 0,0 2 48,7-7-56,-3 13-45,2 8 5,0 9 1,6 3-6,6 8 0,7 7 0,2 11-17,-4 12 0,-12 7 23,-11 6-12,-18-3-5,-10-3 17,-9-9 11,-3-12 27,1-10 12,5-10 23,4-11-12,8-9-39,4-10 0,10-9-11,5-6-6,9 0-5,4 1-6,-2 13 0,17 0 11,-9 17 11,15-2 12,-6 11-51,0 6-22,2 6 5,-1 8-11,1 11-55,-4 9-298,-3 8-700,-5 4-1994,-5 3 2823,2 2 0,-15-24 0,2-5 0</inkml:trace>
  <inkml:trace contextRef="#ctx0" brushRef="#br0" timeOffset="160882">19136 7798 20453,'-2'-3'3730,"1"0"-3030,1 3-1080,73-49-1166,-26 45-3306,7-16 0,0 6 4852,-2 37 0,-19-7 0,-18-5 0</inkml:trace>
  <inkml:trace contextRef="#ctx0" brushRef="#br0" timeOffset="161039">19010 8142 25696,'45'-24'-157,"0"0"1,0 0 0,4 1 0,-1 0 0,-5 5 0,16 0 0,-3 4 0</inkml:trace>
  <inkml:trace contextRef="#ctx0" brushRef="#br0" timeOffset="166257">20308 7893 19170,'-1'-50'1084,"0"0"1,0 5 0,0 6 589,-2-2-1248,0 13-25,1 14-401,2 8 212,0 17-173,0 27-33,0 14-25,0-13-1,-1 2 40,-1-2 0,0 0-18,-2 1 1,0-2 14,-4 22-14,3-27 0,-1-1-26,-2 19 23,1-11 157,-1-3 84,7-30-168,-2-4 11,3-17 33,0-26-106,3-10 6,-1 14 0,0-2 11,1 1 0,1 1-34,2-26 28,-2 23 1,1 1 16,1 4 1,0 3 4,4-26 643,-1 14-709,-6 30 33,-2 12-16,-1 14-12,0 29 6,-3-4 5,-1 8 0,-1 2 6,-5 14-265,3-18 1,1-1 276,-2 8-24,4 4 1,2-30 56,2 3 145,2-25-134,2-16-11,4-16-11,1-19 22,1-12-52,-7 25 0,0-1 18,1-1 1,-2 1 10,-1 3 1,0 1 22,1-18 5,-2 22-49,-2 16-46,-3 20 28,-6 16-27,-5 23-68,2-2-986,6-1 1,2 3 1086,4-8 0,1-2 0,-1-2 0,0-3 0,3 14 0</inkml:trace>
  <inkml:trace contextRef="#ctx0" brushRef="#br0" timeOffset="167340">12185 9169 19462,'0'-5'3461,"0"2"-1769,0 3-1620,-47-45 7,14 45-37,-4-15 0,-2 4-302,-9 45 294,3 3-17,10 1 90,16-2-85,12-5-10,17-1 16,11-1 5,14 0-10,10 1-7,6 2-4,-1 1-12,-6 1-12,-10-1 29,-15-1 28,-18-3 253,-23-2-248,-21-3-17,13-13 1,-4-2-11,-4-1 0,-1-1-371,0-2 1,0-2 338,3 0 1,2-4-430,-18-7-1426,23-13-6773,27-18 8637,16-3 0,2 11 0,-2 11 0</inkml:trace>
  <inkml:trace contextRef="#ctx0" brushRef="#br0" timeOffset="167564">12566 9056 25998,'-2'43'91,"0"1"1,0 0 0,0 1-76,-1-4 1,1 0-785,0 4 1,0 0 599,0 2 0,1 1-354,0-2 1,0 0-694,1-3 0,0-2-1785,-1-5 1,0-2 2999,-1 14 0,0-21 0,0-16 0</inkml:trace>
  <inkml:trace contextRef="#ctx0" brushRef="#br0" timeOffset="168540">12503 9709 10298,'-2'-7'9164,"1"2"-8114,-3-29 0,-1-7 468,2 7-995,-3-11 1,1 2 53,3 21-370,0 8-151,1 8-39,8 3-22,8 7-7,14 3-83,11 3-62,11 1-16,4-4 44,3-3 101,-3-7 28,-4-6 45,-9-7 67,-9-5 50,-12-1 180,-10-5-208,-7 10 214,-8-5 27,-3 14-128,-6-1-63,-5 8-128,1 6-44,0 2 4,3 10-21,7 1 10,1 5 7,11 2-1,15-3 0,0-9 11,17-5 12,-9-15 16,7-8-5,-3-11 56,-7-15-73,-11 11 39,-7-13 12,-13 18 10,-4-4 12,-8 9-6,-3 9-22,-13 15-45,9 6 17,-18 22-17,8 10-31,13-12 0,1 3-22,-1 11 0,4 3-534,6-7 1,3 0 449,2-1 0,5-1-345,10-2 1,6-4-490,6-7 1,5-3 177,9 5 1,7-5-379,17-4 0,3-8 841,-8-8 0,0-4 265,-1-1 1,-3-6 86,-9-8 1,-5-5 240,-11 2 0,-2-3 356,3-6 0,-1-3 384,-3-6 0,-2-2-499,-7 9 1,-1 0-107,6-25 240,-10 21-168,-5 17 700,0 2-1069,-1 9 536,0 10-598,2 26-39,0-3 8,0 5 1,0 4-12,-2 7 0,1 4-14,-1 3 1,-1 3-403,-1-8 1,-1 2-1,-2-1 377,-3 17 0,-1-3 17,0-11 0,-1-2-1,-2 3 1,-2-4 3,-9 6 5,4-13-39,-4-22 17,7-40 17,3 1-46,-1-37 1,6-1-521,3 6 1,1-3 553,1 5 1,3-1 8,1 11 1,0-2 0,2 3 1,1 0 1,2 2 0,4-7 0,3 1-6,-3 11 0,3 0 8,7-12 0,2 0-2,-2 12 0,0 2-4,3 2 1,2 3-97,14 3 83,-10 14 1132,5 10-1121,-7 14-22,12 26-6,-13 13-323,-15-15 0,-4 2 351,-9 18 0,-9-21 0,-6-1 263,-9-4 1,-6-3-337,1 1 0,-2-2-120,-5-2 0,-1-5-770,-13-1-29,18-14-8839,16-20 7391,14 5 0,3-7 0,2 13 0</inkml:trace>
  <inkml:trace contextRef="#ctx0" brushRef="#br0" timeOffset="168757">14015 9485 26766,'50'-21'-913,"0"0"1,0 1 0,-7 5 0,-20 12 0,0 0 0</inkml:trace>
  <inkml:trace contextRef="#ctx0" brushRef="#br0" timeOffset="169247">14535 9329 25247,'-14'-50'543,"-1"0"1,3 5 0,7 6-477,17 12-50,11 8-34,7 8 34,7 8-29,3 12-27,-2 9 34,-5 10 10,-6 8-27,-7 4-17,-8 3-34,-7 1 22,-13 0-5,-10-1 28,-12-5 45,-7-7 11,-2-9 17,2-9 11,6-8 28,4-10 11,7-4-16,6-5-7,7-1-44,6 3 28,14-6-5,7 7-40,15-2-11,-6 7 11,21 5-22,-15 9-17,17 10-6,-10 11 34,-7 7 0,-11 4 12,-20 3-35,-28 1-100,2-21 0,-4-2-621,-8 1 1,-3-3-355,-4 0 0,-2-2 1098,-7-2 0,3-1 0,-6 1 0,4-6 0</inkml:trace>
  <inkml:trace contextRef="#ctx0" brushRef="#br0" timeOffset="169664">12075 10519 17115,'-54'5'671,"0"0"0,0 0 0,1 1 0,-9-1 1,2 1-1,6-2-173,3 0 1,7-1 201,-7 0 543,34-3-1097,23-3 86,31-4 1,16-2-173,-14 2 0,2-1 0,5 0-741,6-1 0,5-1 0,2 0 0,2 0 686,-9 2 1,2 0 0,1 0 0,0 0-1,2 0-270,-5 1 1,1 0-1,1 0 1,0 0-1,1 0 1,0 1 269,3-1 1,2 1-1,-1 0 1,1 0 0,1 0-1,-1 1-244,2 0 0,1 0 0,0 0 0,0 1 0,0 0 0,0 1 241,0 0 1,0 0 0,1 0 0,-1 1 0,0 0 0,0 1-187,-2-1 1,1 1 0,-1 0 0,0 0 0,0 1 0,-2-1 184,-2 1 1,0 1 0,-1-1 0,-1 1 0,0-1 0,-1 1-29,6 0 0,-1 0 0,-1-1 0,-1 1 1,-1 0 9,5 1 0,-2-1 0,-2 1 0,-1-1 63,4 1 1,-2 0 0,-4 0-1232,6-1 1,-7 1 1184,10 0 0,-37-1 0,-17-1 0</inkml:trace>
  <inkml:trace contextRef="#ctx0" brushRef="#br0" timeOffset="172247">16919 9438 23819,'-7'50'45,"-1"11"-289,4-19 1,1 2-1708,-1 3 0,1 0-2965,0-1 1,1-2 3463,1-11 1,0-3 0,1 11 0,0-31-1</inkml:trace>
  <inkml:trace contextRef="#ctx0" brushRef="#br0" timeOffset="172580">17438 9424 24676,'-2'-38'115,"-1"0"0,15-14-98,13 70-17,15 15 22,-2 15-187,-21-18 1,-1 1 161,-3 2 0,-3 1 3,-2 0 0,-3 0 87,-3 17-31,-19 9-6,-7-25 12,-17 10-34,8-22 28,-19 1-28,22-12-39,-6 0 220,23-7-400,11-3-1142,14-1 1333,16-1 0,-11 0 0,5-1 0</inkml:trace>
  <inkml:trace contextRef="#ctx0" brushRef="#br0" timeOffset="172940">18290 9508 19652,'-4'-4'3859,"1"0"-2951,3 4-511,-66-23-178,36 27-163,-11-10 0,2 6-6,16 33-28,7 7-5,8 5 17,10-1-1,13-2-16,14-5 28,13-7 12,9-10 21,1-9 56,-3-14 46,-11-11 32,-10-12 18,-13-9-23,-10-7-128,-8 6 83,-20-22-84,-1 21-61,5 11 0,0 1-34,-13-2-285,5 10-2012,8 9 2314,8 6 0,6 3 0,3-1 0</inkml:trace>
  <inkml:trace contextRef="#ctx0" brushRef="#br0" timeOffset="174240">16468 11458 19232,'9'-9'1697,"-2"2"-179,-7 7 638,0 0-1848,53-65-975,-18 30 768,4-9 0,2-1-23,-16 22 1,-2 2-34,0-2 1,0-1 1,-1-2 1,-1 0-9,-1-4 0,-2-1 3,-1-4 0,-2-1-6,-1-4 1,-2 0-15,-1-2 1,-1 0-4,-3 2 1,-1 1 13,-2 5 1,-1 2 39,-1-15-23,-8 19-22,-3 15-11,-8 16-17,-6 13 6,-9 17 5,-4 16-19,16-17 0,2 2-9,1 6 0,1 2 3,1 5 0,3 1 5,3 4 1,2 2-6,1 0 0,3 0-322,4 0 0,3-1 230,3-2 0,2-2-1,-1-12 1,4 0-668,11 11 1,6-3-294,-6-18 0,2-2 311,2 7 0,5-3 277,20-14 1,-3-8-1,-16 0 1,1-7 0,-1-1-1</inkml:trace>
  <inkml:trace contextRef="#ctx0" brushRef="#br0" timeOffset="174681">17360 11310 16564,'21'-59'1757,"1"0"0,-1 6 0,-8 7-861,-18 15-316,-2 11 13,-20 7-279,1 13-168,-14 11-28,1 16-57,1 16-251,19-16 1,2 2 208,1 2 1,2 1-15,3 1 1,1 0 142,0 27-142,14-7-17,10-11 28,13-12 27,8-14-16,9-13 0,6-18 23,4-15-4,-27 8 1,-2-3-375,0-6 1,-2-2 376,-2-7 1,-2-2 11,-2-5 0,-1-2 19,-2-2 0,-1-1 51,-2 1 0,-1 0 44,-3 4 0,0 1 9,-2 5 0,-1 3 552,0-24-508,-3 20-72,-1 16-106,0 14-51,0 9-6,0 15 773,-2 13-767,-2 22-17,0-15 0,-1 2-251,-1 7 1,0 1 261,-1 5 1,1 1-491,0 1 0,1 2 224,1-1 1,3 1-567,1-4 1,3 0-1633,3-4 0,3-2 2470,1-8 0,1-3 0,7 5 0,-6-17 0</inkml:trace>
  <inkml:trace contextRef="#ctx0" brushRef="#br0" timeOffset="174891">18274 10965 24587,'39'-28'-1382,"0"0"0,1 5 1,1 9 1381,3 22 0,-3 6 0,7-1 0,-9 3 0</inkml:trace>
  <inkml:trace contextRef="#ctx0" brushRef="#br0" timeOffset="175064">18181 11309 18274,'-4'1'5176,"1"-1"-4431,3 0-857,69-16-700,-17 2-2557,3 0 0,3-1 3369,-23 5 0,-4 0 0,10-2 0,-18 5 0</inkml:trace>
  <inkml:trace contextRef="#ctx0" brushRef="#br0" timeOffset="175464">19457 11025 15653,'15'-50'1080,"0"0"0,0 0 0,-2 5 0,-1 2 0,-3 7 1202,-1-9-1682,-5 18 245,-4 13-750,-3 11 198,-6 17-265,-8 17-28,-7 22-25,10-19 0,2 3 4,-1 3 1,2 3-342,2 2 1,3 1-613,1 1 0,4 1-2678,5 1 0,4-2 3022,1-6 0,1-3 0,8 10 0,-6-25 0</inkml:trace>
  <inkml:trace contextRef="#ctx0" brushRef="#br0" timeOffset="175690">20472 10876 19160,'0'-6'4525,"0"1"-2907,0 5-1562,-80 12-33,38 22-83,6-13 0,-6 2 1,7 4-2226,12 13 0,7 2 1705,-3-2 1,3 0-3370,6-1 0,2-1 3949,1 9 0,1-7 0,5-19 0</inkml:trace>
  <inkml:trace contextRef="#ctx0" brushRef="#br0" timeOffset="176057">20197 10762 18498,'-4'-5'5193,"1"1"-4919,3 4 292,0 0-466,-71-8-27,40 33-62,-9-16 1,2 3-7,23 31-5,13 2-11,11-10 5,9 5 12,16-5 50,-6-17 28,0-10-39,-15-13 72,-4-14 23,-4-6 96,-2-21-90,-2 6 27,-3-5-77,0 21 16,-2 6-96,0 13-66,-1 8-135,0 14-398,1 16-89,1-1-2532,11 19 3204,6 0 0,-4-15 0,2-4 0</inkml:trace>
  <inkml:trace contextRef="#ctx0" brushRef="#br0" timeOffset="176381">20819 11134 19563,'0'-4'4928,"0"1"-3841,0 3-846,-63-27-174,39 24-25,-19-7 0,2 5-30,26 17-18,-7 18 28,22-8-5,9 10-17,3-13 0,16 1 6,6-7 11,1-4 16,3-9 6,-15-12-5,-8-3 44,-5-11 51,-9-3-90,-7 1-16,-3-1-29,-1 16-291,0 4-27,7 7-3127,3 5-6380,7 3 8821,0 0 1,-1 0 0,-3-5-1</inkml:trace>
  <inkml:trace contextRef="#ctx0" brushRef="#br0" timeOffset="176606">21388 10735 24094,'0'-6'2308,"0"2"-1267,0 4-1013,-30-17-39,5 44 5,-26 4-106,30 9 0,5 7-1118,-2 3 1,2 1-785,1 3 1,4 2 2013,2 3 0,3-3 0,2-22 0,1-3 0,3 22 0</inkml:trace>
  <inkml:trace contextRef="#ctx0" brushRef="#br0" timeOffset="176990">21752 10877 26222,'-55'2'84,"8"17"-90,34 12 1,6 7-367,0-2 1,3 1 376,5-2 1,4 1-17,3-3 0,4-2-11,22 22 16,5-16 242,-2-17-214,-5-20 118,-4-17-95,-5-16 28,-5-15 16,-7-11-983,-8 25 0,-1 0 955,-2-22 55,-3 16 1,-1 0 57,-6-9-96,4 17 0,-2 2 23,-5-3-78,1 14-51,2 10 1877,1 10-2353,0 11-1474,2 12-609,2 2 1813,5 7 1,0-20 0,1 1-1</inkml:trace>
  <inkml:trace contextRef="#ctx0" brushRef="#br0" timeOffset="180324">16836 12663 24385,'-7'-38'255,"0"0"0,4-22-216,21 68-28,13 9-22,4 18 22,-6 0-17,-11 2 1,-4 4-1,-7-10 1,-3 2-249,1 16 1,-5 1 236,-8-7 0,-5-2 25,-6-2 1,-5-3 5,-2-7 0,-3-4 16,0-7 1,-1-7 184,-20-15-165,17-24-5,20-25-20,16 20 0,7-2-473,6-2 0,5-1 448,7-1 0,5 1-14,6 1 0,2 2-34,2 3 1,2 3-62,-1 4 0,0 2-141,-2 6 1,-1 2-261,-4 4 1,0 3-434,-4 2 1,-1 3-1785,23 1-1473,-12 8-3030,-16 7 5835,-14 7 1395,-17 3 926,-7-2 1471,-5-5 5675,-8-2-4835,10-8-1221,-4 3-889,11-6-534,4 0-201,4-2-95,10 1-123,10 0-96,15-1-22,9-2-17,6-5 23,0-6 22,-5-8 22,-6-6 23,-11-7-45,-10-7 6,-9-8 72,-6-1 168,-6 5 29,-6 9-129,-5 11-45,-6 11-51,-2 7-50,-3 10-22,0 10-29,1 13-33,1 13-5,4 12-23,5 9-343,9-28 0,2 1 354,3 1 0,3-1-39,1 1 0,4-2-73,3 0 1,4-3-258,2-1 1,2-3-247,24 15 38,4-17 23,-1-17 269,-3-20 251,-8-14 74,-7-16 49,-8-9-304,-5-5 529,-1 0 84,-2 7 816,-1 11-738,-3 12-24,-3 12-384,0 9-23,1 7-6,2 11 437,3 10-448,2 13 11,0 8-22,0 5-39,1-2 17,2-6 10,2-11 18,1-14 16,0-12 1,1-15 38,0-12 69,3-13 66,3-6 33,1-5-55,1-1-28,-2 2-40,0 6-61,-3 11-28,-3 12-129,-4 9-841,-1 9-4659,1 11 5612,-3 2 0,-5-2 0,-5-4 0</inkml:trace>
  <inkml:trace contextRef="#ctx0" brushRef="#br0" timeOffset="180824">18721 12605 24116,'41'-16'-724,"0"0"0,-1 0 0,18-6 0,-4 10-4192,-10 20 1,-5 5-4916,11 3 9749,-6 7 1,-37-16 0,-3-3-1</inkml:trace>
  <inkml:trace contextRef="#ctx0" brushRef="#br0" timeOffset="180964">18808 12869 22229,'-48'19'1127,"1"0"1,0 0 0,21-9-893,39-16-212,21-5-40,12-5-163,-8 5 1,2 0-1205,-1 1 0,3-1 1384,17-5 0,-2 1 0,-23 6 0,-3 1 0,29-9 0</inkml:trace>
  <inkml:trace contextRef="#ctx0" brushRef="#br0" timeOffset="182990">20013 12532 21534,'7'-32'661,"1"1"0,12-26-442,9 33-85,8-1-33,6 2-12,1 5-33,-1 6-11,-3 6-17,-8 6-11,-6 9-11,-7 11-6,-6 11 11,-6 8-17,-2 6 12,-11 1 50,-5 1-39,-9-4 16,-6-5 40,-3-7 56,-1-9 134,4-9 51,4-8-18,8-11-77,6-6-57,5-8-16,9-3-85,3 1-49,9 4 10,3 6-5,4 6-5,4 8-12,3 8 5,5 11 23,4 8-39,3 8-6,-2 4-23,-8 1-38,-12 0-17,-19-3 22,-11-10-285,-41 8-264,-2-17-95,13-7 0,-3-2-1022,8-5 0,0-2-8092,-22-6 8918,21-2 0,16-3 1,15 5-1</inkml:trace>
  <inkml:trace contextRef="#ctx0" brushRef="#br0" timeOffset="183557">20850 12565 25113,'-21'-60'157,"10"7"-163,33 29 17,7 2 6,8 3 0,6 5 0,6 7-6,3 9-5,0 11-51,-4 10-6,-10 10 35,-12 4 10,-13 4 28,-18 1-44,-18 3-250,3-21 0,-3 0 266,-5 0 1,-2-1 8,-1-1 0,-1 0-104,1-4 0,1-2 112,-23 9 6,9-9 5,7-6-10,7-3-1,9-2-6,8-1 494,6-2-488,5 0 264,3-2-213,6 0 11,12-2-45,-3 0 22,15-2-16,-5 2-6,11 0-17,5 1-59,-8 2 1,0 0-150,17 0-716,-8 0 1,2 1-632,-11-2 1,1 0-1860,12 0 1,1-1 2768,-5 0 1,-4-1-1,14 0 1,-24 0 0</inkml:trace>
  <inkml:trace contextRef="#ctx0" brushRef="#br0" timeOffset="183823">21940 12346 19484,'3'-4'4828,"0"1"-3921,-3 3-783,2 50-34,-18-4-74,7-4 1,-1 0-33,-22 12-91,11-26 0,-2-1-378,0-4 1,-1 0-718,-7 5 1,-2 1-3715,-4-2 1,2-3 3609,-9 7 0,9-10 0,30-19 0</inkml:trace>
  <inkml:trace contextRef="#ctx0" brushRef="#br0" timeOffset="184214">21538 12580 13233,'1'-8'7355,"-1"1"-5400,0 7-415,13-60-1126,-7 45-162,13-42-78,-5 66-118,0 1 33,12 15 12,11 14-73,3 6-1000,-14-17 1,-1 0 971,8 10-232,7 3-93,-8-12-1013,8 2-712,-10-14-1149,-4-9 948,-14-11-1509,-1-12-755,-6-7 4670,-1-13 876,-8-21 4077,-3 5-381,-6-8-2890,2 25 868,-1 4-268,5 11-1591,0 4-488,3 6-212,3 10-79,1 5 84,0 20-89,4 3-29,4 19-55,4 1-303,4 4-162,-2-11-2067,-3 7 2554,-14-8 0,4-13 0,-8-5 0</inkml:trace>
  <inkml:trace contextRef="#ctx0" brushRef="#br0" timeOffset="184390">21486 12707 18576,'-1'-5'5187,"1"1"-4408,0 4-678,82-57-4863,-24 42 4762,-4-15 0,4 3-67,-16 24 0,1 5-503,6-2 1,1 1-1548,2-1 0,0 1 2117,2-1 0,-5 1 0,0 0 0,-24-1 0</inkml:trace>
  <inkml:trace contextRef="#ctx0" brushRef="#br0" timeOffset="184590">22586 12378 19238,'0'-3'5522,"0"0"-4356,0 3-1032,-4-13-44,1 22-23,-3-1-45,4 30-27,1 12-158,0 6-1109,-1 6-5426,-1 1 6698,1-8 0,1-22 0,1-15 0</inkml:trace>
  <inkml:trace contextRef="#ctx0" brushRef="#br0" timeOffset="184974">23013 12491 21500,'0'-7'3972,"0"2"-2886,0 5-974,-40-12-50,22 34-56,-28 0-1,35 24-11,10-9 1,2 0-34,11 11 8,-3-14 0,4-3-14,19 6 51,3-15 0,1-12 5,-1-17 11,-2-11 6,-4-16 17,-8-12-11,-7-11-15,-10 26 1,-3-1 10,-2-1 1,-3 1 20,-8-24-1,-12 10-22,-9 14-5,-8 13-18,6 11 6,-13 13-274,22 9-1160,-5 11-4844,25 7 6267,12-3 0,0-10 0,1-9 0</inkml:trace>
  <inkml:trace contextRef="#ctx0" brushRef="#br0" timeOffset="185214">23935 12242 23987,'-1'-5'2947,"0"1"-2219,1 4-684,0 16-27,7 19-6,1 24-28,-2-21 1,1 1-224,-1 1 0,-1 1-119,0 0 1,0 0-662,-1-2 1,0-1-1739,-1-2 0,1-3 2133,0 18 1,-3-22 0,-1-17 0</inkml:trace>
  <inkml:trace contextRef="#ctx0" brushRef="#br0" timeOffset="185381">23694 12578 25076,'49'-33'-14,"0"0"0,-8 11 0,3 3 0,-4 6-605,-4 10 0,-1 3-3794,19 0 0,1 1 4413,-12 0 0,-6 0 0,3 3 0,-26-3 0</inkml:trace>
  <inkml:trace contextRef="#ctx0" brushRef="#br0" timeOffset="185607">24883 12249 27650,'6'1'112,"0"18"-104,-3 14 1,-1 5-118,-1 5 0,-1 0-966,-2 5 0,-2 1-746,0 4 1,0 0 1120,-1-5 0,1-3 0,-1 13 0,3-25 0</inkml:trace>
  <inkml:trace contextRef="#ctx0" brushRef="#br0" timeOffset="187440">25832 12388 18537,'0'-5'1541,"0"1"-595,0 4-565,75-48-2311,-18 34 1945,-17-1 0,7-5 0,-2 7-49,7 12 1,-3 6-1,-7-3 1,2 2-161,18 6 1,-1 3-76,-25-4 1,-1 2 200,10 4 1,-5 2-409,-7 11 736,-38 0-165,-28-4 3,3-13 0,-3-1-273,-8-1 1,-1 0 496,-4-1 0,-2-1 67,1 0 1,2 0-192,10-2 1,1 0 769,-2 0 0,3 1-621,7 1 45,-1 2-129,35-3-117,20-1-101,22-1-48,-17-3 0,2 0 185,4 0 1,1-2-203,1 0 1,-1-1 33,-2-2 0,-2-1 25,25-14-11,-20-13-99,-18-11 116,-21-13 78,-15-4-3,2 31 1,-3 0 316,-18-23 123,2 11-84,7 11-128,9 10-180,8 9-101,13 6 392,6 12-447,13 11-7,0 5 0,-3 3 1,1 4-22,9 21-350,-10-13 1,-1 2 107,-7-5 1,-3 1-413,-3-1 1,-3 0-726,-3-1 0,-3-1 1395,-10 29 0,3-29 0,-3-8 0</inkml:trace>
  <inkml:trace contextRef="#ctx0" brushRef="#br0" timeOffset="187964">27130 12302 24167,'15'-45'222,"0"-1"0,1 5 0,5 7-121,25 16-40,5 6-16,4 7-17,-2 8-17,-4 7-11,-3 12 0,-8 11-16,-6 9 16,-9 7-17,-10 3 0,-15-3 45,-14-7-6,-14-9-10,-10-10 21,-2-9 29,1-6 61,7-6 62,9-7 45,9-3-17,9-8-68,9-1-44,8 0-73,1 4 0,21 1-11,-4 8-6,18 1-11,-2 11 0,5 5 6,0 12-351,-2 7 283,-6 8 79,-12 1-51,-15 2-83,-21-5-29,-21-5-123,-19-8-331,-12-7-643,-2-9-2005,6-8 3248,10-11 0,22 5 0,9-6 0</inkml:trace>
  <inkml:trace contextRef="#ctx0" brushRef="#br0" timeOffset="188524">28256 12341 18196,'6'-2'5024,"-1"1"-3764,-5 1-1125,9 6 5,-6-1 28,7 4 33,-14-3-10,-5-3-62,-10-3-11,-5-7-29,-3-5-44,5-3 117,1-15-61,13 3-6,4-16 6,16 4-56,9 3-11,9 5-6,4 11-12,1 9-10,3 11-23,3 13 12,3 13-12,1 16 17,-25-17 0,-2 2-205,-3 4 0,-4 0 207,-4 2 1,-5 0-25,-6 0 0,-6-1-1,-6 1 1,-5-2 22,-5-2 0,-4-1 5,-3-3 1,-1-3 2,1-3 1,0-4 13,-24 4 51,14-13 56,15-15 5,14-8-27,10-7-12,12 1-45,6 6 411,8 7-450,9 8-11,8 8-6,11 6-11,7 7-36,-26-9 0,0 1-377,3 0 0,0 0-44,2-1 1,1 0-395,3 0 0,1-2-793,2-1 0,1-1 1661,4-2 0,-3-2 0,8 1 0,-10-3 0</inkml:trace>
  <inkml:trace contextRef="#ctx0" brushRef="#br0" timeOffset="188698">29003 12329 24469,'-8'-55'791,"1"1"1,0 2 0,6 14-596,8 29-90,5 4-50,1 18-28,7 33-22,-6-4-203,-4-1 1,-2 5-12,-4-8 1,-1 2-1133,-2 12 1,-3 2 1339,-7 8 0,-1-4 0,5-23 0,-1-4 0,-13 27 0</inkml:trace>
  <inkml:trace contextRef="#ctx0" brushRef="#br0" timeOffset="190173">16682 13808 23271,'36'22'72,"-1"-1"1,0 2 0,-4 1-79,-11 4 1,-3 1-390,3 2 0,0 1 294,-2 1 0,-1 2-5,-3 0 0,-2 1 47,-4-2 0,-4 0 37,-10 26 341,-16-17-123,-13-20 165,-7-24 131,-7-32-296,16 4-8,15 1 0,5-2 92,5-11-135,9-9-83,15 5-85,25 5-10,-7 17-163,25 0-353,-12 17-110,-16 3 0,2 1-646,0 0 0,0 2-3611,8 2 1,-1 0 3767,8 0 0,-4 3 1,-37-4-1</inkml:trace>
  <inkml:trace contextRef="#ctx0" brushRef="#br0" timeOffset="190814">17418 13964 24357,'-17'-20'101,"8"7"-73,26 24 17,7 0-23,13 0-11,-11-5 28,12-2 12,-15-10 61,1-4 157,-9-16-29,-8-2-110,-8-2 139,-11-2-40,-2 6 62,-13-6-173,3 13-40,-5 8-38,6 17-18,4 4 6,-4 16-22,7 5 22,-4 11-68,7 20-44,10-7-1783,6-21 1,4-1 1541,7 9-482,20 6 70,-9-28 1,4-1 159,0-1 1,2-3 240,5 0 0,-1-4 325,7-6 224,-5-15 347,-19-11 4094,2-23-3702,-10-1-190,-3-12-454,-5 20 191,0-2 187,-2 16-457,0 0-139,2 9-79,2 10-11,-1 6-6,4 10 34,2 7 0,8 18-22,1-2-23,5 5-22,1-12 22,-5-10 12,4-5-1,-7-11 17,4-7 12,0-9-7,4-20-16,-8 8 6,5-16 5,-7 8-22,0 0-45,-1 4-504,-4 16-90,-2 7-2273,4 5 2923,7 7 0,-7-3 0,2 3 0</inkml:trace>
  <inkml:trace contextRef="#ctx0" brushRef="#br0" timeOffset="191180">18488 13946 25741,'-46'-29'418,"1"-1"0,4 4 0,11 7-395,24 17-7,8 3 24,17 11-7,13 1-10,22 13-380,-23-13 0,1 2 357,3 1 0,0 2-9,2 1 1,-1 2 8,0 0 0,-2 2-3,-2 1 1,-4 0 151,13 23-143,-23-2 5,-30-7 11,-22-5-19,7-18 0,-4-2-3,-3 0 0,-1-2-167,-1 0 1,0-2 141,3 0 0,2-1 527,-13 3-1369,11 1-47,23-7 105,29 5 0,-12-8 1,21 3-1</inkml:trace>
  <inkml:trace contextRef="#ctx0" brushRef="#br0" timeOffset="191940">19602 14138 18789,'3'-3'4577,"-2"1"-2645,-1 2-1797,45-12 10,-32 25 18,32-2-85,-49 30-33,-8 4 17,-12 0-34,-10-4 11,-3-8 45,2-11 28,8-12-28,11-14-11,8-12 27,8-14-21,9-11 22,7-11-54,-3 22 1,2-2-274,2-1 1,2-2 255,0 0 1,2 1-12,-1 3 1,1 2 36,16-16-5,-2 17-29,-5 14-11,-6 8 40,11 14-57,-8 6 12,14 16-23,-9 10 17,-4 11 5,-16-21 1,-2 0-9,-3 2 1,-2 0 2,-2 0 0,-1 0 0,-9 25 11,-5-11 507,-9-16-529,0-14 22,3-14 6,5-13 5,4-13 12,6-12-17,12-9 5,7-5-22,13-1 11,4 4 1,2 10-35,-1 11 29,0 12 5,2 7-17,1 10 6,4 9-16,0 11-68,-3 10-258,-3 8-436,-8 7-500,-4 2-811,-2 2-1187,1-4-2637,6-8 1634,-4-15 3482,4-9 0,-17-12 1,0-1-1</inkml:trace>
  <inkml:trace contextRef="#ctx0" brushRef="#br0" timeOffset="192297">20676 14318 11172,'6'-8'9309,"-2"2"-8430,28-29 1,7-6-577,-8 6 206,12-11 1,-4 2 240,-22 20-36,-11 11-524,-15 8 137,-11 6-209,-13 8-23,-6 8-44,2 7 482,6 2-511,8 3-16,10-2-12,8-5 1,10-7 10,6-6 23,9-9-16,4-8 10,6-9 45,1-9 28,-1-9 51,-3-5 67,-4 0 11,-3 3-23,-3 10-44,-4 9-62,-6 11-55,-3 5-1,-4 10-6,-3 11-21,-3 15-7,-6 13-44,1 8-336,3 4-1783,4 2-2900,6 1 5058,2-10 0,0-20 0,-1-15 0</inkml:trace>
  <inkml:trace contextRef="#ctx0" brushRef="#br0" timeOffset="192497">21336 14234 15720,'5'-10'4273,"11"-22"1,1-4-3030,-7 7-858,6-8 1,-2 2 44,-11 16-285,-6 11-107,-4 11-17,-6 15-22,-8 16-25,4-4 0,0 2-81,-9 16-603,5-11 0,0 1-1526,-10 14-1196,10-20 1,-1 0 3430,-14 18 0,13-20 0,10-16 0</inkml:trace>
  <inkml:trace contextRef="#ctx0" brushRef="#br0" timeOffset="192640">21068 14411 17288,'7'-58'2319,"1"1"0,1 4 0,3 5-1784,-1 17 0,3 3 154,13-15-336,0 17-241,0 15-84,4 20-76,-5 9 1,0 4-306,13 16-2199,-6-1 1,-2 2 2551,3 9 0,-6-7 0,-13-18 0</inkml:trace>
  <inkml:trace contextRef="#ctx0" brushRef="#br0" timeOffset="194590">16715 15575 21097,'1'-8'1633,"6"-23"0,2-5-900,-3 12-534,3-10 0,-1 3-42,-5 22-78,-1 17-35,-1 19 12,1 23-31,-5-18 1,-1 2-15,-2 6 0,-1 0-356,-4 1 0,-1 0 347,0 1 1,-1-1-28,0-2 0,0-1 2,3-6 1,0-1 39,-4 14 17,6-23 16,10-23-16,8-20-6,8-20-6,7-12 9,-7 14 0,0 0-3,7-16-6,-6 16 0,1 2 333,12-7-324,-12 18 0,2 1 8,22-14-33,10 12-12,-18 13 0,14 14 1,-18 14-6,8 12-17,-7 12-68,-18-10 1,-2 3-286,4 23 50,-6-1-559,-7-6-146,-3-17 325,3 0 504,0-13 279,11-19 426,-4-4-274,14-19 90,-2 2 50,10-10-22,1-1 117,6-6-353,-15 15 17,7-1-72,-16 19-29,2 2-5,3 14 0,-3 4-12,1 5 18,4 5-1,-3-6-22,6 3 28,-3-7 140,2-7 107,-7-11-101,-1-3 145,-3-14-50,-3-2 33,6-17-173,-4 4-51,0-5-55,-6 17-12,-1 1-39,-2 10-476,0 3-1210,1 10-5674,2 10 7388,0 4 0,-2-2 0,-1-5 0</inkml:trace>
  <inkml:trace contextRef="#ctx0" brushRef="#br0" timeOffset="195197">18063 15602 26368,'-5'49'118,"-2"-2"-113,4-17 23,-3 5 6,1-9 44,-2 3 34,2-12-17,1-7-50,2-13 6,3-8 49,6-16 7,2-5 5,6-12 11,0 0-56,5-2-39,-4 9-11,9-3 0,-3 13-6,19-3 0,-5 13 12,9 8-23,-17 11 11,10 18 17,-15 4-39,7 18-29,-17 2 40,-7 3-5,-11-9-1,-18 16 17,-1-22-22,-4 5 28,6-18 5,14-15-10,1-5-1,13-22-34,6-4 35,12-17 27,8 1-11,8 0-690,4 5 684,-8 13 23,17 4-68,-19 15 12,14 3 22,-11 14-44,0 8 33,-4 3-177,-3-1 1,0 2-1375,14 14-3099,-13-11 0,-2 2 4650,3 9 0,-15-14 0,-11-11 0</inkml:trace>
  <inkml:trace contextRef="#ctx0" brushRef="#br0" timeOffset="195447">19305 15551 26371,'42'-14'-295,"1"1"1,-1-1 0,10-5 0,-4 7-1053,-16 17 1,-2 5-8485,21 14 7373,-12-6 0,-9-1 1,-26-14-1</inkml:trace>
  <inkml:trace contextRef="#ctx0" brushRef="#br0" timeOffset="195914">19387 15787 26598,'34'-18'-159,"0"0"0,3 1 1,1 4-2,-7 9 0,3 2-398,26-2 1,0 1-162,-27 1 0,2 0 344,17-1 0,8-1 0,-7 1 310,-16 0 1,0 0 54,12-2 1,7-2 0,-7 0 93,-12-2 0,-2 0 151,13-5 0,-3-1 622,0-11 96,-20 1-578,-18 8 700,-24 2-683,-10 11 107,-21 6-247,-8 12-185,27-2 1,0 3-38,1 2 1,2 2 20,-15 25-29,18 3-5,16 0 17,22-1-6,22-1 0,-8-23 0,4-3-31,7-1 0,2-2-330,3-3 1,0-3 382,-1-3 1,-2-4-6,-4-5 0,-3-5-180,22-21 177,-34 6 0,-4-5-14,-2-4 0,-4-3 20,-3-3 0,-4 0 2,-4-1 0,-4 1-8,-5 1 0,-5 2-14,-5 3 0,-5 2-20,-4 3 1,-3 4-48,-3 2 0,-2 5-365,-2 4 1,-1 3-2047,0 4 0,0 4 1888,-25 5 0,24 1 1,18 0-1</inkml:trace>
  <inkml:trace contextRef="#ctx0" brushRef="#br0" timeOffset="203764">24810 239 28241,'-8'-38'-1774,"1"0"1,-6-23 579,13 70 837,0 1 439,-1 27-97,-3 1 65,-4 22-681,-4 1 73,5-27 1,1 0 544,-1 3 1,1 0-25,0 2 1,1 0-40,0 2 1,2 1 68,-1 1 1,1 0-24,-1 2 0,1 1-23,0 1 1,-1 1 67,0 1 0,0 1-459,-1 0 0,0 1 480,0 1 1,-2 1-1,1 1 1,0 1 5,-2 2 0,1 1-6,-2 1 1,-1 1-19,3-18 1,0 0 0,0 0-392,-1 0 0,0 0 1,0 1 396,0 0 0,0 0 1,1 0-3,0 0 0,0 1 1,1-1-12,0 0 0,0 1 0,1-1 6,0 1 0,0 0 0,1 0-1,-1 1 1,1 0 0,0 0-4,0 1 0,0 0 0,0 0 4,-1 1 0,1 0 0,0 0-389,0 0 0,-1 1 0,1-1 383,-1 2 1,0-1-1,0 1 2,0 0 0,-1 0 0,0 0-4,0 1 1,-1 1-1,0 0 0,0 0 1,0-1-1,0 1-4,-1 0 1,1 1 0,0-1-3,-1-1 1,1 0 0,0 0-4,0-1 0,1 1 0,-1-1 3,1 0 1,1-1 0,-1 1 1,1 0 1,0 0 0,0-1-8,1 0 0,0 1 1,1-1 2,-2-1 1,1 1 0,0-1 0,1 0 0,-1 0 0,0-1-1,0 1 1,-1-1 0,0 0 5,0 0 1,0 1 0,0 0-5,-1 0 1,0 0 0,0 0-4,0 0 0,-1 1 0,0 0 0,1-2 0,-1 1 0,0-1 3,0 1 1,0-1 0,0 0 11,1-1 0,-1-1 0,1 1-6,0-1 1,1 1-1,-1-1-2,1 0 1,1 0-1,-1 0-130,1-1 1,0 0 0,0 0 131,1 0 1,-1-1-1,1 0 5,-1 19 0,0 0-3,1-2 1,-1 0-12,1-1 0,-1-1 11,0 1 0,0-1 6,-1 0 0,0 0-1,0 0 1,-1 0 8,-1 0 1,0-1-10,-1 0 1,0 0-9,-1-1 1,1 1 5,-2-1 0,1 0 3,1 0 0,-1 0-6,2 1 0,1 0 0,0-1 0,0 0-3,1 0 1,1 1 2,-1-2 1,1-1-4,-2 0 0,1-1 9,-1-1 0,-1 0-3,0-2 0,-1 1-3,-1-2 0,0 1 37,0 0 1,-1 0-30,-1 0 1,-1 0-6,0 1 0,-1 0 2,-1-1 1,0-1 2,-1 0 1,0 0-9,-1-3 1,1 0 247,0-2 1,1 0-246,1-2 0,0 0 5,2-1 1,1-1 0,1 0 0,1-3-20,-3 21 2,5-18 1,1-1 3,-1 1 438,0 5 0,0 1-416,-4 9-20,3-16 1,-2 2-4,1-8 1,-1 0 0,-10 28 5,1-3 0,0-2-11,4-2 0,4-2 914,3-1-953,3-1 28,2-1 28,0 0-28,0 3 11,-2 1 0,-1 2 0,-2 2 0,-1-1 11,0-1-11,2-3 0,0-3 0,3-1 0,-1-1-11,1 3-1,-1 3 568,-1 3-550,0 4-1,-1 3 7,0 0-12,1-3 0,2-5 599,5-9-599,5-7 390,5-9-378,6-7 21,3-5 6,3-3 329,3-3-306,2-4-23,3-4-5,3-3-6,7-5-12,7-3-4,9-6-215,-7 2 217,-5 0 0,2 0-518,-11 3 1,2 1 511,18-5 1,2-1-4,-7 5 1,0 0 0,0-1 0,0 1-9,-1 0 0,0 1-6,-2 0 1,0-1-1,-2 2 1,1 0 8,12-1 0,-2 1 0,-17 2 0,-1 1 0,21 0 0,-1 1 14,-15 1 0,0 1-14,13 1 0,3 1-3,1 1 1,1 1-7,0 0 1,0 1-3,-1 1 0,-1 0 16,0 0 1,-1 1-9,-1-1 0,0 0 3,1 0 0,0-1 8,0 0 1,2 0-17,-9-2 1,2 0 0,-3-1 4,4 1 0,0-1-9,-2 0 1,4 0 0,-3-1-3,4 1 0,0-1-426,-8 1 0,1-1 1,0 1 439,0 0 0,0 1 0,2-1-4,8 2 0,2-1 1,-4 1 11,4 0 0,-2 0-8,-7 0 0,2 1 0,-3-1 3,-3 1 0,0 0-5,-10-2 0,3 1 0,-1 0-6,20 1 0,0 0 5,-1 0 0,2 0-7,-12 0 1,1 0 0,-3 0 9,3 0 0,0 0 9,-4 1 0,3 0 1,-3 0-7,1 0 0,-1 0-152,-9 0 0,3 0 1,0 0 148,6 0 0,0 1 0,-2 0 2,14 1 1,-3 0-473,-4 0 1,-1 0 452,-8-1 1,-2 0 7,-9-2 1,-1-1 344,7 2 1,2 0-337,6-1 0,0-1 11,-8 1 0,-1-1 599,-2-1 0,0 0-602,-4 1 0,-1 0-8,15 3 12,7 5 471,-7 5-500,-17 1 17,-6 1 1444,-11 2-1450,-3 1 84,0 9-78,6 18 11,-2 2-356,-4-13 1,0 1 372,3 20 45,-6-14 0,-2 3 33,-1-2 0,0 2-4,-1 5 1,0 6 0,1-1-712,-2-4 1,1-1-1,0 3 624,-1-6 1,1 3-1,-1 0 1,1-4-9,-1-1 1,0-3-1,1 2-2,-1 13 1,0 2 0,0-2 7,-1-8 0,0-1 0,-1 3-12,-1 6 1,-2 5-1,0 1 1,-1-2-552,0-7 1,-1-1-1,-1 0 1,-2 1 526,0-3 1,-1 1 0,-1 1-1,0-1 1,-1-5-21,-3 12 0,0-5 0,-4 2-107,1-5 0,-3 3 1,-2-1-1,1-1-357,1-8 0,1-2 0,-2 1 1,-1 2 506,1 0 0,-3 4 0,0 0 0,1-3 0,2-4 0,-3 4 0,3-5 0,0-1 0,-6 14 0,-1-1 0</inkml:trace>
  <inkml:trace contextRef="#ctx0" brushRef="#br0" timeOffset="205557">24936 3369 21368,'-10'-50'868,"0"1"0,1 4 1,1 8-477,-1 15 538,4 8-862,4 7 171,0 4-228,2 12 122,4 9-133,3 19 22,4 16-31,-6-21 1,0 2-166,-2 5 1,-1 2 106,-1 3 0,-3 0-1,-1 0 1,-3 0 39,-2-5 0,-2-3 23,-17 21 44,-5-24 51,0-18 5,5-18 0,10-15-22,10-15-45,17-12-11,13-9 28,-6 25 0,4 1-51,4 0 1,3 2-32,3 2 1,1 3-53,22-9-292,-14 16 0,1 3-784,9 2 308,-15 4 0,-1 3-1305,7 7-56,-10 5 594,-13 5 941,-10 3 722,-6-5 661,-3-3 1522,-1-3 53,1-5-410,-1-1-605,-1 0 134,1-1-1366,10 0-5,9 2-23,17-1-34,9 1 23,8-2 33,1-6 23,-6-4 11,-10-12 39,-11-8 23,-12-6 28,-11-1 22,-11 4 39,-9 8 1,-9 8-85,-5 9-56,2 5-33,2 11-1,7 9 12,3 15-34,3 12-16,5 10-1,5 8-176,5-30 0,4 0 159,1 0 1,4-2 17,22 24-23,11-10 11,8-16 22,3-13-10,-1-19 27,-2-15 17,-3-18-17,-24 11 1,-2-3-4,-2-4 1,-2-4-299,-2-7 1,-2-2 328,-2-1 1,-1-6 232,-1-5 1,0-6 0,-1 7-217,-3 14 0,0 2-6,0-5 1,2-2 0,-4 16-11,-3 25-63,-1 12 18,1 21-6,-1 24-6,0-14 1,1 3-427,-1 8 0,0 1 426,0 8 1,-1 1-26,1 4 0,-1 2-124,1-19 0,0 2 1,0-1-529,0 2 0,1 0 0,1 1-94,0 0 0,1 1 1,0-1-1146,2-1 1,0-1 0,1-1 1921,3 13 0,0-6 0,-2-18 0,-1-5 0,1 1 0</inkml:trace>
  <inkml:trace contextRef="#ctx0" brushRef="#br0" timeOffset="206047">25883 3737 23562,'47'-25'-15,"-1"0"0,0 0 1,-2 2-1,0 0 1,-2 8-39,1 9 0,-1 4-619,-1-3 1,-2-2 645,-3 0 1,-3-2 427,20-11-335,-16-1 272,-17 3-176,-10 3 38,-11 6 46,-6 3 708,-5 4-631,-5 5-77,-3 7-90,2 11-79,5 9-22,5 8-6,10 5 6,10 0 0,12-1-16,10-6-1,8-9 12,2-10 10,-1-13 29,-4-14 0,-6-12-6,-9-14 0,-8-10 16,-9-7 35,-6-3-6,-5 6-1,-1 12-38,-2 14-96,2 11-33,1 10-62,2 12-347,1 10-969,2 14-2235,7 9 3652,8 6 0,-6-21 0,2-5 0</inkml:trace>
  <inkml:trace contextRef="#ctx0" brushRef="#br0" timeOffset="206697">27006 3599 26329,'31'-24'17,"0"17"-68,-4 55-94,-4 5-135,-9 2-28,-12-5 162,-12-8 112,-9-13 79,-6-15 34,0-13 49,5-13 18,7-12-23,6-7-16,8-5-57,8 0-50,11 2-22,12 3-107,12 3-297,9 6-775,6 4 512,-28 11 1,1 2-842,29-2 343,-4 2 633,-10-1 660,-13-3 342,-14-4 397,-11-2 327,-9-2 9,-4 1 98,-2 0-641,0 4-284,1 5-259,0 4-50,2 10 22,-1 11-33,1 16-6,2 13-12,5 9 7,2 3-12,3-3-22,-2-9 33,-4-12 45,-1-14 45,-4-13 0,1-15-50,-1-12 0,3-14 22,7-12 22,8-7 79,13-3-293,-11 28 0,1 2 276,23-17-61,0 12-51,-2 15-34,-1 13 6,2 18-5,2 16-196,-21-9 0,-1 4 147,0 4 1,-2 2-629,-1 5 1,-3 1-2204,-1 4 1,-3 1 2856,-2-2 0,-2-4 0,0 14 0,-5-22 0</inkml:trace>
  <inkml:trace contextRef="#ctx0" brushRef="#br0" timeOffset="219840">27414 5540 17837,'-7'0'4280,"2"0"-3406,5 0-393,0 0-402,11-35-79,24 23-96,-7-8 1,4 2-1323,11 13 1,2 5 700,-8-2 0,1 1 717,15 1 0,-6 0 0,-11 0 0,13 0 0</inkml:trace>
  <inkml:trace contextRef="#ctx0" brushRef="#br0" timeOffset="220373">28235 5303 19171,'-1'-3'2654,"-1"0"-2228,3-26 0,3-8 56,7 3-421,-6-4 1,3-1 61,24-2-112,-4 20-16,15-6-12,-5 18-17,3 6 12,-9 6-23,6 9-11,-7 14 28,-4 8-6,-6 14-5,-14 0 17,-13 3 27,-2-11-5,-19 11 17,2-23 22,-11 8 62,6-18 134,6-7 118,7-6 22,8-9-44,6-5-79,5-7-95,5-3-68,4 1-44,6 4-45,1 5 0,4 4 0,4 7-11,5 7 5,6 10-5,-6 0-3,-5 1 0,-2 2-14,7 10 6,4 8-79,-19 3 17,-22-15-73,-13 7 0,-8-17-1523,-32-3-3277,15-10 4447,-12-2 1,30-4-1,13-1 1</inkml:trace>
  <inkml:trace contextRef="#ctx0" brushRef="#br0" timeOffset="220947">29279 5311 22856,'-4'15'1036,"-3"-2"-789,-3-7-57,-6-2 12,-5-2-12,0-3-16,1-6-12,5-7-56,5-9 1,4-10-1,11-7-21,5 0-18,8 3-39,4 9-45,2 8-5,4 11-12,4 6 12,2 12 5,3 11 6,-2 14 0,-4 14-17,-9 7-259,-14 5 253,-22 1 6,-2-30 0,-4-2-275,-8 1 1,-3-3 299,-4 0 0,-1-3 11,0-3 1,0-3-74,3-4 1,2-3 131,-19 2 23,16-12-17,15-9 211,12-5-267,9-2 564,9 1-598,12 6 156,14 4-262,14 2-158,12 6-301,-26-1 1,1 1-223,4 2 0,-1 1 151,-7-1 1,2 0 652,26 5 0,-3-2 0,-18-2 0,-3-1 0,0-1 0</inkml:trace>
  <inkml:trace contextRef="#ctx0" brushRef="#br0" timeOffset="221123">29955 5326 20907,'0'-8'2237,"1"-28"1,0-5-1454,2 9-532,-1-10 0,0 2-39,3 21-179,-2 15-17,1 23-17,-1 26-6,-1-9 0,-1 5-549,0 9 0,-2 3 168,-3 8 1,-3 2-2113,1-17 1,-2 0-1,0 0 2499,-6 18 0,0-4 0,3-18 0,1-5 0,-2 7 0</inkml:trace>
  <inkml:trace contextRef="#ctx0" brushRef="#br0" timeOffset="223830">28886 4354 30177,'-57'16'259,"1"1"0,0-1 0,-1 0 0,1 1 0,-1-1 0,-1 2 0,0 0 0,2 0 0,0 1 0,-1 0-259,-1 2 0,0 1 0,-1 0 0,2 1 0,2 0 0,6-2 0,2 0 0,2 1 0,-1 1 0,0 0 0,0 1 0,-1 1 0,1 0 0,1 0 0,2 0 0,-3 0 0,3 0 0,1 0 0,-2 4 0,0 1 0,-1 4 0,-1 1 0,3 0 0,4-1-138,-4 8 1,4-2 0,0 3-218,4-8 1,-1 1 0,1 2 0,6 1-283,-2 19 1,6 2-1,8-2-298,9 4 0,9 1 192,2-4 1,5 5-1,4-6-218,9 1 0,9-4 634,3-15 0,7 2 0,3-2 1,0-4-11,6 1 0,1-5 0,4 1 190,-8-5 0,3 2 1,2 0-1,1-1 0,-1-3 45,-2-4 0,0-1 0,1-2 0,-1-1 0,-1-1 108,2 2 1,-1-2 0,0-1 0,6 0 105,-5-4 1,5-1 0,3 0 0,-1-1 0,0-1 0,-4-2 179,8 0 0,-3-2 1,1-2-1,3 0-195,-7-1 1,3 0-1,3-1 1,-1 0 0,-1-2-1,-2-2-142,0-1 1,-1-2-1,-2-2 1,-1-1-1,1-1-18,-2-1 0,0-2 0,-1-1 1,-1-2-1,1 0-27,-3-1 1,1-1 0,-2-2 0,1 0 0,-2-1-55,12-6 1,-2-2 0,0 0 0,-1-2-20,-2 0 1,0-1 0,-1-2-1,-1 1-109,-1-1 0,-1-1 1,-1-1-1,-3 2-128,3-2 1,-2 1 0,-1-5 170,-3 0 1,1-4 0,-3 0-1,-3 1 109,-6 2 0,-3 2 0,0-4 150,-1 0 0,2-2 0,-2-2 0,-5 2-94,-2-6 1,-6 1 0,-4 0 231,-4 0 1,-4-1 0,-5 1-252,-5-2 0,-5 1 0,-6 0 74,-6-1 1,-6 1-1,-5 1 122,3 12 0,-3 1 0,-3 1 1,-3 2-169,-6-2 0,-3 1 0,-2 2 1,-3 1-156,7 6 1,-3 0 0,-2 2 0,2 0-1,0 2 76,-4-1 1,3 1 0,-3 1 0,-5 0 132,9 5 1,-7 0 0,-3 0 0,-1 1 0,3 0 0,5 2 0,8 2-1,-1-2 1,7 3 0,-3-1 0,-17-1 0,0 0 0,0 0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10:19:28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4335 2193 24385,'-15'-37'582,"-16"8"-542,-1 32-7,-17 3-22,13 2 12,-21 8 5,18-5 5,-15 5 7,17-7 10,8-2 51,11-3 17,7-2-45,7-1-40,3-1-5,1 1-22,0 3 39,1 5 11,1 7 5,0 8 12,-1 10-11,-3 6-17,-4 6-1,-5 4 12,-3-1 6,-2-1 11,1-6 0,1-8-12,5-12 107,3-9 185,4-8-39,2-6-169,0-8-55,3-6-23,3-9-22,3-4-12,6-2-16,4 0-11,7 4 16,9 4-22,10 9 6,8 6-12,5 13-16,2 11-210,-30-4 1,-2 4 217,-2 2 0,-3 3-26,10 28-32,-19 6-113,-27 5-17,-2-30 1,-3-2-152,-18 16-720,5-18 0,-2-3-4866,-9 1 5939,-12 3 0,30-20 0,13-5 0</inkml:trace>
  <inkml:trace contextRef="#ctx0" brushRef="#br0" timeOffset="327">5038 2266 25987,'21'-46'-8,"0"0"1,6 4 0,6 6-159,14 16 1,5 7-1296,2 0 0,2 1 374,-2 3 1,-1 3-1026,-5 2 1,-3 2-2805,-10 5 1,-3 1 4227,6 3 1,-21 2 0,-14-7 0</inkml:trace>
  <inkml:trace contextRef="#ctx0" brushRef="#br0" timeOffset="626">5297 2333 21898,'-44'27'786,"1"1"0,2-5 0,15-5-523,27-13-33,19-7-140,22-8-79,-11 3 0,2-3-450,6-4 1,2-2 441,0-1 0,-1-2-1,-3-1 1,-4-1 86,-5-2 0,-5-1-50,5-29 34,-17-5 61,-19-3 141,-10 2 196,-9 5 72,1 11-28,5 10-134,8 13-230,6 10-123,5 6 663,5 14-657,6 13 47,8 18-70,7 17-31,-10-23 1,-2 2-645,0 4 0,-2 1-333,-2 4 0,-3 1 997,-6 7 0,-3-4 0,2 8 0,-10-7 0</inkml:trace>
  <inkml:trace contextRef="#ctx0" brushRef="#br0" timeOffset="1143">4609 2303 20744,'1'-52'1654,"0"-1"1,-1 5-1,-1 6-1402,-1 12 45,-2 6-241,2 21-62,1 5 12,1 14 0,0 19 22,2 22-124,-1-17 1,1 3-1472,0 7 1,1 3-2596,0 8 1,1 0 3674,-1-5 0,1-3 1,-1-16-1,-1-4 1,2 7-1</inkml:trace>
  <inkml:trace contextRef="#ctx0" brushRef="#br0" timeOffset="1484">4733 3065 25225,'-1'8'123,"5"0"-95,8-6 18,1 2 183,-5-1 124,-4-2 297,-8-8-443,-1 2 140,-11-11-61,-1 2 27,-7-5-178,5 7-63,2 2-60,9 7-1,1 5-34,0 7 18,0 5-169,3 13-184,5-6-2538,12 8 2896,5-15 0,-2-2 0,-4-6 0</inkml:trace>
  <inkml:trace contextRef="#ctx0" brushRef="#br0" timeOffset="2460">7788 1803 19916,'-3'-4'3887,"0"1"-2123,3 3-1669,-26-49-27,10 43 21,-27-32 12,10 58-6,-10 7-44,-10 2-29,24-14 0,0 1 17,-1-3 1,0 0 66,-27 7 51,8-9 11,12-8-22,10-7-12,11-3-72,7 0-34,5 3-51,3 4-10,1 8 38,0 8 1,1 12 11,3 9 5,2 4-22,1 0 22,-1-1-5,-2-4-6,-2-5 17,-2-6-44,0-7 49,0-7 113,-1-6 50,1-5-62,3-6-50,8-15-61,-1 3 5,13-14-23,-2 13 1,8-2-29,5 7 23,1 7 0,5 10-22,3 12 28,2 13-426,-1 14 409,-10 12-20,-23-17 1,-5 2-10,-4 14-21,-15 9-149,-8-35 0,-4-4-395,-19 12-26,13-14 1,-2-4-1940,-13-7 2570,15-26 0,15 8 0,10-10 0</inkml:trace>
  <inkml:trace contextRef="#ctx0" brushRef="#br0" timeOffset="2677">8655 1769 25057,'-26'51'386,"0"-1"1,-6 4 0,-1-5-379,8-21 1,-2-2-506,-7 8 1,-2 3-1185,-5 6 1,2-1-625,12-13 0,1-2 2305,-3 6 0,4-4 0,11-14 0,3-2 0</inkml:trace>
  <inkml:trace contextRef="#ctx0" brushRef="#br0" timeOffset="2867">8138 2027 21063,'6'-51'1637,"-1"-1"1,-1 8 0,0 7-1112,-1 10-346,1 15-136,9 19-38,-1 4 22,10 14 0,3 5-14,-3-3 0,0 0-14,5 6 0,1 1-25,3 3 0,1 0-470,-4-7 0,4 0-724,1-1 0,5 0 0,-1-1-3697,12 4 1,-1-2 3437,-1-3 0,-4-4 1,2-4-1,-34-15 1</inkml:trace>
  <inkml:trace contextRef="#ctx0" brushRef="#br0" timeOffset="3817">9136 1776 22010,'-6'-4'3714,"0"1"-3176,6 3 201,0 0-650,25-9-61,-17 7 6,19-6 39,-24 13-6,-1 0 11,0 0-5,-2-2-6,0 0-44,-1-2 50,0 1 55,-1 0-88,0-2 116,2 1-116,-2-1-12,1 0 16,-1 0-49,1 0 171,-1 0-28,2-2-108,-1-4 15,1-3 4,-2-5-19,0 1 14,-3 1-27,2 3-92,0 1 51,2 6 42,0 0-1,1 12-16,-2 7 0,-1 19 31,-4 9 19,-1 9-1,2 0 32,3-2-40,7-7-43,2-14-47,19 2 16,0-20-26,16 2-23,0-20 46,4-11 25,0-17-473,-3-14 499,-22 19 1,-1-3-12,-2-1 0,0 0-3,-3 1 1,0 1 48,6-19 16,-7 17-49,-7 14-18,-3 11 0,-2 8 0,2 10 484,1 13-484,2 15 0,0 14-24,-2 9-446,-1-30 1,-1 1-298,2 2 0,1 0-2317,3 0 1,2 0 2279,10 24 0,-4-22 0,-6-19 0</inkml:trace>
  <inkml:trace contextRef="#ctx0" brushRef="#br0" timeOffset="4017">10251 1766 27141,'-32'20'16,"1"-1"1,-1 4 0,3 4-289,3 10 1,3 4-1921,-1 1 1,2 1 2191,-1 6 0,2-3 0,-2 5 0,5-4 0</inkml:trace>
  <inkml:trace contextRef="#ctx0" brushRef="#br0" timeOffset="4200">9921 1997 24346,'2'-50'780,"-1"0"1,0 5-1,3 11-713,4 23-39,9 11-28,10 16 0,13 15-36,-16-8 0,0 2-467,2 5 0,-1 0-603,1 2 0,-1 0 855,3 4 1,-3-3-1,3 4 1,-1-4 0</inkml:trace>
  <inkml:trace contextRef="#ctx0" brushRef="#br0" timeOffset="4667">10809 1789 21993,'-5'-8'1641,"-3"-26"0,2-5-1119,12 7-385,-5-11 0,4 3 9,24 12-73,12 8-341,10 8 302,8 8-23,3 13-5,-4 13-9,-32-4 0,-1 2 3,-3 3 0,-3 2-11,-2 3 0,-4 0-1,3 29 12,-16-4 6,-15-8 74,-13-10-52,-8-12 34,-2-11 44,2-10 29,6-10 55,9-9 271,9-7-270,7-4 22,11 2-73,7 3-51,11 5-44,5 5-11,7 6-6,6 14-11,7 12-329,-22-2 1,2 2 305,1 4 1,0 1 10,0 1 1,0 2-110,-3-1 1,-2 1 92,8 23-17,-23-5-62,-31-9-218,-26-11-129,13-16 1,-2-4-1527,-5-5 0,0-3 1963,4-1 0,3-1 0,-11-6 0,21 3 0</inkml:trace>
  <inkml:trace contextRef="#ctx0" brushRef="#br0" timeOffset="4900">12505 1619 24249,'-3'4'2733,"0"-1"-2231,3-3-237,-58 79-1963,23-34 1704,8-9 1,-4 5 0,1-5-76,2-5 1,1-3-431,-2 2 1,-1-2-2524,1-1 0,0-3 3024,-18 14 1,20-18-1,13-11 1</inkml:trace>
  <inkml:trace contextRef="#ctx0" brushRef="#br0" timeOffset="5067">11894 1695 21250,'52'-19'235,"0"0"1,0 6 0,-3 8 399,-12 15 0,-2 8-728,9 3 0,1 4-337,4 5 1,1 2-2848,-10-3 0,1 2 0,-4-2 1951,0 0 1,-3-2 0,0 3 0,-6-6 0,-18-15 0</inkml:trace>
  <inkml:trace contextRef="#ctx0" brushRef="#br0" timeOffset="5667">12888 1687 25881,'38'-26'263,"-6"8"-224,-24 27 0,0-1 62,-4-2 448,-2-3-465,-9-13-56,2 0 28,-12-20 6,5-4-23,3-29-17,12 9-16,12-4 5,5 29 11,14 11-38,0 12 32,15 8-10,-17 9 0,-1 6-1,-3 2 1,-3 4-355,3 11 0,-3 3 349,1 20-6,-17-17 1,-6 2-1,-15 4 0,-9 1 0,-1 0 1,-6 0-341,1-11 1,-3-1-1,-1-3 354,-11 2 1,-1-6-4,10-7 1,0-3 5,3-4 1,1-5 61,-4-5 78,2-20-17,17-9 34,15-18-101,8 12 671,16-6-648,11 7-73,6 3-40,14 6-272,1 16 255,-9 7-128,-15 1 0,1 3-1510,4 6 1,1 1-3239,3-1 1,-1 1 4345,-3 0 0,-3-1 0,3 0 0,-28-9 0</inkml:trace>
  <inkml:trace contextRef="#ctx0" brushRef="#br0" timeOffset="5877">14012 1522 23775,'-1'-7'3259,"1"2"-2721,0 5-213,0 0-252,9 15-40,-6 29-25,-1-10 1,0 2-235,-5 2 1,-2 1 4,-5 11 0,-3 3-1376,-2-1 1,1-1-3320,2-2 1,1-1 3609,-1-5 0,4-6 0,5-6 0,2-24 1</inkml:trace>
  <inkml:trace contextRef="#ctx0" brushRef="#br0" timeOffset="6143">14363 1632 17776,'0'0'0</inkml:trace>
  <inkml:trace contextRef="#ctx0" brushRef="#br0" timeOffset="6509">14161 1733 25163,'16'-22'270,"-29"36"-248,-28 31-84,8-10 0,-1 1-861,3-6 0,0-2 181,1 0 0,-1-1-757,4-4 1,1-2-6485,-13 8 7983,13-13 0,12-10 0,8-5 0</inkml:trace>
  <inkml:trace contextRef="#ctx0" brushRef="#br0" timeOffset="6694">13822 1756 19053,'1'-5'5842,"-1"0"-4131,0 5-1456,82 9-1929,-33 17 1574,-12-13 1,6 0 0,-2 4-450,11 19 1,-6 2 0,2 1 0,-17-17 0,0 0 0</inkml:trace>
  <inkml:trace contextRef="#ctx0" brushRef="#br0" timeOffset="7850">14602 1693 25309,'0'-59'1025,"1"0"1,0 6 0,-1 5-1060,0-3-61,0 16-100,0 17 50,0 12-11,-2 43 106,-1-7 1,-1 5-274,-1 12 0,-1 1-180,1-4 1,-1 0 455,-1 2 1,-1 0 39,3-10 0,-1 0 13,0 5 0,0 0-1,2-7 1,0-3 167,0 5-55,3-15 128,2-25-139,4-17-40,5-20-28,-3 12 0,0-4-291,2-5 1,0-2 293,0-3 0,0 0 0,1-1 0,-1 2 293,0 4 0,-1 3-223,5-17-84,-5 24-67,-5 23-6,-4 22-22,-1 6-493,-6 30-2089,-4 8 2114,5-25 1,1-1 0,-4 13 0,6-20 0</inkml:trace>
  <inkml:trace contextRef="#ctx0" brushRef="#br0" timeOffset="18033">17127 1307 32767,'13'-36'0,"-1"1"0,9 2 0,8 9 0,24 19 0,8 9 0,-18-3 0,0 1 0,0 0 0,1 0 0,0 1 0,-1 1 0,16 5 0,-3 0 0,-15-2 0,-5 2 0,-3 5 0,-9 3-246,-18 8-963,-26 15 737,-9-21 0,-7-3 793,-11 2 0,-3 0 73,7-4 1,-1-1 75,-14 3 0,-2-1-456,1-2 0,2 0-14,3 0 0,0-1 0,3 0 0,6-2 0,7 2 0,32-7 0,30-4 0,28-8 0,-14 1 0,2-2 0,8-2 0,1-3 0,3-1 0,-1-1 0,0-3 0,-1-2 0,-5-1 0,-3-3 0,-5-2 0,-5-3 0,-6 0 0,-5-2 0,-7 0 0,-4-1 0,-10-26 0,-17 7-2401,-10 10 226,0 11 1739,6 11-280,9 9 761,7 6-812,4 3 407,15 21 77,4 3 360,7 13-161,-3-5 0,0 0-244,9 22 93,-11-21 1,-3 2-877,-3 11 1,-7-1-773,-6 5 1518,-10 0 0,-5-3 1,2-19-1,-12 10 1</inkml:trace>
  <inkml:trace contextRef="#ctx0" brushRef="#br0" timeOffset="19400">19364 1519 32767,'3'-47'0,"-1"0"0,1 0 0,0-7 0,-1 4 0,-1 13 0,-1 4 0,-6-3-172,3 7-535,-3 14-94,5 27 666,1 5-889,0 13 1,0 7 822,0-3 1,1 3-633,-1 19 1,0 3 301,0-1 0,0 1-2137,1 4 1,0-1 523,0-12 0,1-1 2169,2 3 1,1-6 0,-1-10-1,2-2 1</inkml:trace>
  <inkml:trace contextRef="#ctx0" brushRef="#br0" timeOffset="20283">20010 1198 26450,'7'-48'107,"1"0"1,-2 5 0,-1 11-538,-4 24 232,7 13 58,-3 2 65,11 15 28,-3 0-5,-2 10-290,-7 1 409,-13 0 17,-11-6 39,-9-9 12,-3-10-7,2-17-32,7-13-29,10-17-11,14-13-17,14-9-220,10 5 214,6 10-5,-1 16-28,-3 16-5,-1 11 10,0 18 18,-1 16-1,-3 21-266,-15-17 1,-4 2 243,-6 6 0,-6 3-548,-7 5 0,-7 2 540,2-14 1,-3 0 0,-2 0-455,-3 1 1,-2 0 0,-1-2 457,0-2 0,-2-1 1,1-2 22,-12 9 1,1-6 2,8-11 1,2-5 5,-14-2 379,21-26-374,15-17-16,20-16 5,16-8-14,-6 23 1,4 2-9,3 0 0,2 2 360,1 2 0,3 2-352,2 2 1,2 2-12,1 2 0,2 1-25,1 3 0,1 0-28,1 3 0,0 0-64,2 2 0,0 1-127,2 0 1,1 2 253,0-1 1,1 0-473,1 0 1,0-1 35,-2-1 1,0-2 35,-2-1 1,-1-2 333,-5-1 1,-1-3 77,-5 0 1,-3-2 159,13-14 179,-18-1 135,-13 4 452,-10 4-508,-9 6 691,-8 5-904,-12 8 297,-8 11-437,-5 9-44,5 10-29,11 4 6,15 1-1,19-1 12,18-4 6,20-4-368,-16-16 0,2-2 359,5-1 0,2-3-14,3-3 0,2-4-3,0-1 1,-1-4 19,-3-3 0,-2-3 11,-6-2 1,-4-3-20,9-26 52,-22-7 12,-22-4-11,-15 0-217,4 31 0,-4 1 211,-2 3 1,-2 2-18,-28-11-98,5 13 59,10 15 0,13 19-33,13 4-499,9 44-1126,15-5-2005,-1-12 1,1 2 3651,2-10 0,0-4 0,6 14 0,-9-21 0</inkml:trace>
  <inkml:trace contextRef="#ctx0" brushRef="#br0" timeOffset="20527">20976 1871 18058,'-38'-9'529,"0"-1"1,-16-9 1332,92 0-1884,18 3-4,-22 7 1,4 2-527,22-1 0,2 1 434,-17 4 1,0 0-29,-3 0 0,2 0 1,-2 1-173,5 3 1,-4 1-1237,-6 1 0,-5 2-6062,10 10 7616,-22 0 0,-15-4 0,-7-5 0</inkml:trace>
  <inkml:trace contextRef="#ctx0" brushRef="#br0" timeOffset="20700">20924 2048 27093,'45'-10'144,"-1"0"0,3-1 0,2 0-116,5-3 0,1 1-777,-4 1 0,-1 1 611,-7 3 1,-4 1-2390,18-1 2525,-26 4 1,-18 3 0,-12 1-1</inkml:trace>
  <inkml:trace contextRef="#ctx0" brushRef="#br0" timeOffset="33343">7458 2919 15081,'-57'0'956,"0"0"1,0 0 0,-8-1-1,8 0-497,20 0 1,9-3 40,11-5-517,21-4-17,36-4 14,-1 6 1,6 2-1116,5-1 0,5 0 0,-1 1 1112,5-1 1,2 0-19,-1 1 0,4 0 0,-5 1-52,-5 1 0,-4 1 48,5 0 1,-4 1 130,10 2 49,-47 11-1,-44 8-67,0-4 1,-5 1 2,-10 2 0,-3 1 373,-8 1 0,-1 1-204,-3 0 0,-1 1-62,20-7 1,0 0-1,0-1 375,-16 6 0,1-2-262,7-2 0,3-1 17,10-3 1,3-1 220,-8 0-184,27-6-34,47-15 472,23-6-497,-22 7 1,3 0 686,14-4 0,2 0-690,-6 3 0,1 0-407,12-3 0,0-1 407,-7 3 0,-3 0 50,-10 3 0,-5 1-48,3 0-484,-41 5-520,-38 12 824,5-2 0,-5 1-388,0 3 0,-3 1 0,0 0 440,-14 3 1,0 1-6,1-1 1,3 1-137,13-4 0,6 0 143,2 3-2066,14 1 2279,44-3 1,-11-5 0,16-2 0</inkml:trace>
  <inkml:trace contextRef="#ctx0" brushRef="#br0" timeOffset="34010">13288 2425 15081,'-47'4'1397,"1"0"0,-1 0 0,2 0 0,0 0 0,4-1-1306,2 0 0,2 0 276,-5 0 1,2-1 237,-10 1-518,12-1 59,24-1-130,52-7 25,0 2 1,7-1-57,6-1 0,3-1-948,-11 2 1,1 1 0,-4-1 958,3 1 1,-2 0 20,6-1 1,-5 2 8,-9 1 19,-2 2-27,-52 7 9,-9 1 15,-17 2 0,-8 1-247,9-3 0,-2 0 332,2 0 0,-3 1 0,3-2 1393,-1 1 1,1-1-1228,-7 1 1,5 0 104,8-1 14,2 0-111,41-8 240,56-11-404,-22 5 0,3-1-426,6-1 1,5-1 163,0 2 0,4 0 0,-3 1-2072,3 1 1,-1 1 2192,-7 1 0,1-1 0,-6 2 0,19 0 0,-34 3 1</inkml:trace>
  <inkml:trace contextRef="#ctx0" brushRef="#br0" timeOffset="42167">7456 3210 21649,'-4'-58'1016,"1"1"0,0 6 0,3 7-784,8 10 172,3 15 702,1 6 155,3 15-775,0 12-1020,3 15 66,-8 1 0,-2 5 427,-1 0 0,-1 0-321,-1 3 0,0 0 208,-1 4 1,0-1-303,1-6 1,2 2-247,9 19 0,4 2 112,2-8 1,3 0-489,-1-12 0,2 1 0,1-3 1156,3 0 0,3-2-45,14 6 0,3-3-483,-2-8 1,2-3 566,-7-5 1,2 1-1,4-3 39,-1-4 0,3-1 1,1-2-1,0 0 68,-3-3 1,0 0 0,0-2 0,0 0 47,1 0 1,-1-2 0,1 0 0,1-1 57,3-1 1,2-2 0,-1 0 0,-1-2-20,-4 0 0,-2-1 0,1-1 0,2-1-312,-2 2 0,3-2 0,1 1 0,1-1 0,1-1 165,0-1 1,1 0 0,2-1 0,0 0 0,-1 0 0,-1-1-220,5 0 1,-2 0 0,0 0 0,0 0 0,3-1 133,-5 1 1,3-1-1,1 0 1,-1-1-1,-2 1 1,-4 1-42,5-1 0,-5 0 0,0 0 1,1 0 15,-3 0 0,2 0 0,0-1 0,0 0 0,-3 1-9,3-1 0,-2 0 0,-1 0 1,3-1-162,-3 0 0,2 0 0,1-1 0,0 0 0,-1 0 138,-3 0 0,0 0 0,-1-1 0,1 0 0,1-1-26,5-2 0,1-1 1,0-1-1,-1 1 0,-4 0 25,10-3 0,-4 1 1,2-2 4,-4 0 0,3-1 1,-2-1-1,-5 1 48,-7 3 1,-5-1 0,2-1-67,-1-1 0,3-2 0,-1-1 0,-4 2 56,14-9 0,-3-1-41,-8-1 0,0-3 0,-9 3 857,1-11-950,-9 3 1,-4-3 154,-15 7 1,-3 1 477,1-1 0,-1 0-869,-3-5 0,-2 3-449,-2-13-129,-1 19 1557,-3 7-1479,2 15 3093,-1 2-3437,1 10 453,-1 13 788,-5 16 0,5-10 1,-1 3-1</inkml:trace>
  <inkml:trace contextRef="#ctx0" brushRef="#br0" timeOffset="44792">3053 5695 20005,'17'-46'1165,"1"1"0,-3 5 0,-4 8-1053,-8 20-112,-3 17 45,-2 21-23,-7 27-19,0-14 0,-1 2-843,-4 9 1,-2 3 559,-1 4 0,-1 2-219,7-17 0,-1 1 1,2 0-1831,2 0 0,0 0 1,2 0 2328,-2 13 0,3-5 0,3-16 0,1-4 0,1 2 0</inkml:trace>
  <inkml:trace contextRef="#ctx0" brushRef="#br0" timeOffset="45151">3580 5858 17798,'0'-50'1693,"-1"-1"1,0 7 0,-4 9-1364,-11 18-218,-5 17-28,-4 19-22,-1 21-46,12-11 1,3 3-342,1 4 0,2 2 311,2 2 0,4-1 5,5 0 1,4-2 2,3-2 1,4-3 5,4-3 0,5-3 17,1-5 0,3-3 129,31 5-29,-2-20 57,-6-20 16,-10-17 6,-13-15-11,-13-9-84,-11 25 0,-4 1-149,-3-2 0,-3 1 140,-2 0 1,-4 2-18,-3 3 1,-4 3-3,-21-14-45,-7 15-50,3 14 311,5 17-1106,10 15-3317,14 19 4134,12 2 0,4-14 0,4-11 0</inkml:trace>
  <inkml:trace contextRef="#ctx0" brushRef="#br0" timeOffset="45784">4489 5795 11682,'-1'-6'-116,"1"1"0,0 5 0</inkml:trace>
  <inkml:trace contextRef="#ctx0" brushRef="#br0" timeOffset="47425">4517 5854 17916,'2'-43'865,"-1"-1"0,1 0 1,0-23-1,0 9 1661,-3 17-2613,-4 87 1,-1 28-4272,-1-26 0,0 4 2557,0 5 0,-2 13 1,4-10-1,6-34 2386,12-56 1,1-3 1856,-11 36-1559,11-33 0,2-32 0,-7 7 25,-15 16 0,-4 8 649,4 1-1013,-2-11 1,0 2-24,6 22-325,2 8-33,0 7 117,2 10 16,2 11 267,2 16-356,-2 15-50,-1 12-460,-5-26 0,-1 1 345,0 2 0,0 0 2,-3 2 1,0-1-213,1-2 1,-1 0 209,1-3 0,0-2 70,-3 22 56,2-15 292,3-16 296,2-13 420,1-12-991,5-12 420,4-14-459,4-15-51,2-11-59,-9 22 1,0-1-9,1-1 0,-1-1-6,-1 0 1,-1 0 10,0 1 1,0 2 44,-1-24 6,-1 12-22,-2 15-62,-1 11-62,0 11 29,-3 13 5,-3 13-140,-2 18-241,-2 15-42,4-21 0,0 2-971,0 4 1,0 2-2402,0 2 1,0 0 3183,2-3 0,-1-3 0,0 11 0,3-21 1</inkml:trace>
  <inkml:trace contextRef="#ctx0" brushRef="#br0" timeOffset="47951">4492 6935 17048,'0'-3'3595,"0"1"-1130,0 2-2409,0-49 0,-3 41-11,-3-29-6,-6 56-11,-2 7-5,2 1-12,4-5 22,4-6 107,6-7-11,0-5 258,10-7-191,-1-6-17,6-7-6,-3-6 12,-2-2 34,-4 2 10,-4 1-49,-6 6-85,-5 3-28,-6 5-27,-4 4-18,0 4 0,2 3-16,3 2-12,5 0 18,4 0-1,2-2-17,1 0 1,1-2 10,1 0-10,3 0-68,1 0-286,3-1-1394,3 0 1753,6-1 0,-8 0 0,2 0 0</inkml:trace>
  <inkml:trace contextRef="#ctx0" brushRef="#br0" timeOffset="48209">5311 5779 21433,'-39'-20'627,"0"-1"1,-8-15-695,85 16-118,-6 10 0,3 3-171,9 0 0,3 3-1197,13 2 1,0 3 1031,-18 1 1,-2 2-1864,11 3 1,-5 6 1719,-9 16 0,-8-9 1,-16 0-1</inkml:trace>
  <inkml:trace contextRef="#ctx0" brushRef="#br0" timeOffset="48518">5250 6059 15922,'-48'16'2279,"0"0"1,3-1 0,11-5-1759,25-10-420,20-8-62,29-11-34,-6 5 1,5-2-1281,1 2 1,4-1 0,-2 1 1265,4-2 1,1 0-11,-3 1 1,3-1-1,-4 1 65,-5 0 1,-4-2-33,5-3 0,-4-3 25,6-24 11,-36 15 1,-8-2 27,-7 4 1,-5 0-146,-2 0 0,-2 2 274,-6 3 1,-1 3 363,-10-7 2848,-7-4-3078,18 14-246,10 7 864,11 9-937,9 9-5,8 12-28,12 19-3,-8-11 0,1 4-1316,3 18 0,-2 1 792,-6-13 1,-2 1 537,-5 5 0,-2 5 0,-2-9 0,-3 0 0,-6 20 0</inkml:trace>
  <inkml:trace contextRef="#ctx0" brushRef="#br0" timeOffset="49642">7282 5756 18649,'6'-54'1383,"0"0"1,-1 1 0,0 5-488,-3 6-369,-4 4-421,0 20-151,-4 30 34,1 6 2,0 12 1,0 5-57,-2 3 1,1 4-708,-2 16 0,1 6-1073,3-7 0,1 5 0,2-3 1405,0-11 0,2-3 0,-1-1 1,2 20-1,0-10 0,4-9 1</inkml:trace>
  <inkml:trace contextRef="#ctx0" brushRef="#br0" timeOffset="50017">7952 5722 23181,'-45'18'84,"0"1"0,5 1 0,10 7-73,24 19 0,12 5-1626,1-12 0,3-1 1629,-1-2 0,5-4 941,30 12-933,-1-26 74,12-7 18,-24-19 1,-2-7 132,14-22-110,-22 6 1,-4-3 25,-3-17 13,-10 16 0,-4-2 48,-6-2 0,-4 1-100,-1-1 0,-1 1-68,-1 3 0,-4 2 64,-8 4 0,0 5-86,-1 3-17,-19-6-152,21 30 1373,3 18-3277,8 24 2039,11-8 0,3 1 0,0 5 0,3 1 0</inkml:trace>
  <inkml:trace contextRef="#ctx0" brushRef="#br0" timeOffset="50592">9399 5916 16560,'11'-50'1779,"0"0"1,0 0 0,0-12 0,-3 8-1562,-5 1 589,-16 31-756,-6 27 176,-2 6-215,-12 23-7,1 11-45,5-4 1,-1 4-1205,3-2 0,1 1 1101,0-1 0,0 3-539,3-6 1,0 3 0,0-3-1071,-3 4 0,-1 0-162,3-4 0,-2 2 1,0-3-378,-2 0 0,1-5 2179,-14 7 2582,16-40 1126,11-37-2098,10 4 0,3-3-824,2-9 0,1-1 43,3-4 0,2 1-143,1 0 0,3 1-154,1 6 0,1 3 833,-1 6 0,2 4-1018,14-10 676,1 19-900,-6 12-11,29 24-129,-1 10-578,-11-4 1,2 4-73,0 1 1,0 3-3321,4 3 0,1 2 4099,-5-3 0,-2-1 0,-13-10 0,-4-3 0,6 5 0</inkml:trace>
  <inkml:trace contextRef="#ctx0" brushRef="#br0" timeOffset="50975">10606 5752 19725,'-4'-63'1463,"0"0"1,-2 7 0,-6 7-943,-24 3-224,-13 19-146,-11 18-118,27 13 1,0 5-540,-2 5 1,1 4 516,1 5 1,2 5-12,4 3 0,4 3-9,5 1 1,3 1 102,6-1 0,5-1-122,10 26 11,17-14 28,15-18 232,7-16-181,3-21 72,-3-15 41,-5-15 93,-6-5 102,-8-3-6,-7 5-28,-6 10-118,-6 10 376,-4 13-594,-3 13 109,-2 16-103,-4 21-28,-5 20-556,4-22 1,-1 2 286,0 7 0,0 2-796,2 7 0,1 1 1087,2-12 0,1 1 0,0-4 0,0-3 0,1-3 0,2-3 0,-1 1 0</inkml:trace>
  <inkml:trace contextRef="#ctx0" brushRef="#br0" timeOffset="51234">12068 5481 22823,'-2'-5'1870,"0"1"-1288,2 4-514,-64 77-1559,48-46 1,-1 3 1460,-11 9 0,-6 6 1,4-1-83,10-9 0,3-1 0,-1 0-234,-4 3 1,-1 0 0,-1-1-451,0 1 1,-1-1 0,0-1-1829,-11 13 1,0-3 2623,5-9 0,2-5 0,-2 2 0,11-21 0</inkml:trace>
  <inkml:trace contextRef="#ctx0" brushRef="#br0" timeOffset="51408">11441 5809 22358,'17'-43'821,"0"-1"0,-1 4 1,3 12-632,12 32-106,8 14-84,7 18-341,-20-11 0,0 3 282,1 4 0,-1 4-725,2 3 0,0 1-79,1 4 1,1 0-1469,2 0 1,1-2 1809,-3-6 0,-2-4 0,10 9 0,-15-23 0</inkml:trace>
  <inkml:trace contextRef="#ctx0" brushRef="#br0" timeOffset="51868">12540 5775 17927,'1'-8'2865,"2"-24"0,-3-4-1963,-7 11-678,4-10 0,-4 3-28,-14 23-90,-6 17-50,-4 14 1,-3 19-29,17-15 0,1 3-28,1 3 0,2 2-205,3 1 1,3 2 198,2-2 1,4 1 2,5-2 0,3-1-5,4-3 0,3-2-19,26 20 33,9-12-6,1-15 16,-4-15 29,-8-17 0,-12-13 28,-11-22-68,-12 10 6,-7 5 1,-4-1 5,-12-20-396,6 16 1,0 0 395,-1-2 0,1 0 27,1 1 1,1 0 130,1 2 1,1 2 48,-4-22 53,6 14-92,4 15-95,4 11-46,4 8 785,7 7-823,7 10 177,8 11-195,4 17 35,2 15-411,-16-21 1,-2 3 264,-1 6 0,-2 1-289,-3 3 1,-2 1-545,-3 2 1,-2 0-2831,-4-3 0,-3-2 3786,0-7 0,-1-3 0,-4 5 0,4-19 0</inkml:trace>
  <inkml:trace contextRef="#ctx0" brushRef="#br0" timeOffset="52235">13542 5841 18548,'2'-9'3232,"0"2"-1461,-2 7-472,36-77-167,-22 41-1018,6-8 1,-3 4 98,-11 21-185,-13 21-6,-8 14 1,-23 28-60,18-18 1,-2 2-3,0 0 0,0 2-183,-1 3 1,0 1-869,5-5 1,-1 1-788,-5 10 1,-1 0 1249,3-4 1,2-3 0,-6 10-1,10-19 1</inkml:trace>
  <inkml:trace contextRef="#ctx0" brushRef="#br0" timeOffset="52392">13154 6028 20252,'14'-47'1547,"0"0"1,4-6 0,0 5-1134,-2 13 79,9-10-257,-1 35-197,8 10-28,19 17 6,-8 6-57,-11-3 1,2 4-1302,6 7 1,0 4-2449,2 3 0,0 2 3190,2 5 1,-4-3 0,-1 5-1,-20-20 1</inkml:trace>
  <inkml:trace contextRef="#ctx0" brushRef="#br0" timeOffset="52675">14230 5594 22666,'27'-39'228,"0"-1"0,-2 3 0,2 13 677,24 37-860,-3 13-23,-2 11-17,-21-7 1,-3 3-37,-3-2 1,-2 4-88,-1 2 0,-2 5 0,-1-1-661,1 14 0,-3 1 234,-4-13 0,-2 2 0,-2-2-1889,-6 9 0,-4-3 2434,-5-3 0,-1-5 0,-3 6 0,-4-17 0</inkml:trace>
  <inkml:trace contextRef="#ctx0" brushRef="#br0" timeOffset="52842">14384 6014 15098,'-2'-6'7327,"1"1"-5597,1 5-1304,-15-60-376,23 41-70,-7-15 1,4 4-490,39 26-281,1 1-4126,4 3 1,0 0 3889,1-1 0,-13 1 0,-6-1 0,-17 1 0</inkml:trace>
  <inkml:trace contextRef="#ctx0" brushRef="#br0" timeOffset="53385">15680 5663 19647,'9'0'3220,"-3"0"-1747,-6 0-229,0 0-1205,-31 10-39,6 10-28,-3-3 0,-2 2-53,4 5 0,0 2-664,-7 3 0,-3 0-31,-4 3 1,-3 0-1113,-3 1 1,0 0-914,-1-1 0,2-2 1115,5-5 0,4-2 1563,-14 5 1406,26-26 1153,26-21 505,15-22-1645,-2 13 1,3-1-530,2-5 1,2 0-65,2-2 0,2 2-194,0 2 1,1 1-155,-2 6 1,0 2-109,11-6 959,8 11-1138,-16 17-51,11 13-51,-9 20-246,1 18-578,-16-19 0,0 2-4058,1 1 1,-2 0 4115,7 16 1,-6-18 0,-11-23-1</inkml:trace>
  <inkml:trace contextRef="#ctx0" brushRef="#br0" timeOffset="53808">16947 5527 12531,'-8'-5'3982,"2"2"-840,6 3-2789,0 0-140,-65-5 6,28 31 300,-12-9 0,-1 6-452,17 13 1,4 7-45,-6 3 0,0 1-26,1 2 1,1 1-1,5 0 0,3 0 987,7-4 0,5 0-993,7-5 1,6-3-33,7-5 0,5-4 25,25 11-7,12-20 46,8-19-1,0-17 28,-4-16 40,-10-11 56,-19-6-6,-20 2-62,-26 6 17,-25 10-48,15 19 1,-3 4-28,-2 2 0,-1 2-15,3 4 1,1 3-45,-19 9 249,19 13-1532,20 10-2655,24 10 3977,11-1 0,-1-16 0,-5-11 0</inkml:trace>
  <inkml:trace contextRef="#ctx0" brushRef="#br0" timeOffset="54051">18307 5678 25410,'-57'-14'213,"1"0"0,3 5 0,6 12-197,22 16 1,4 7-657,-4 6 0,1 3 558,-3 6 1,0 1-205,-3 5 0,-1 0-1298,-3 2 0,-2 0 1584,8-13 0,-1 1 0,2-4 0,3-3 0,2-2 0,0-3 0,0 0 0</inkml:trace>
  <inkml:trace contextRef="#ctx0" brushRef="#br0" timeOffset="54208">17489 5975 21854,'28'-33'449,"1"0"0,0 0 1,12-12-1,-1 13-404,10 32-78,10 18-35,-24-1 1,1 3-255,3 6 0,1 4-1835,3 2 0,1 2 2157,6 7 0,-3-2 0,-20-17 0,-2-1 0,22 19 0</inkml:trace>
  <inkml:trace contextRef="#ctx0" brushRef="#br0" timeOffset="54767">19515 5608 19675,'0'-6'2638,"0"1"-1529,0 5-885,-60-22-79,28 24-103,-9-9 0,-1 2 14,-3 24 0,-7 2-407,-6-2 514,-3-4 122,3-8 322,6-9-58,12-5-179,14-2-102,10 1-111,10 4-78,5 2 250,1 2-318,0 5 9,0 8-8,0 12 16,-1 9 0,-6 21-34,1-16 12,-9 20 5,0-19-6,-4 5-5,0-9 84,2-11-11,8-13 140,3-6-51,7-9-72,4-6-40,5-7-16,16-9-23,2 3-5,2 1-1,2 10-16,-5 7 0,6 7-6,7 17 6,-7 9 0,-4 6-34,-5 12-5,-14-5-62,-5 13-118,-18-24 0,-6-1-260,-3-5 0,-3-3-149,-4-1 1,-3-3 638,-8-5 0,2-3 0,10-3 0,-12-1 0</inkml:trace>
  <inkml:trace contextRef="#ctx0" brushRef="#br0" timeOffset="55135">20240 5925 21971,'11'-51'911,"-1"-1"0,0 6 0,1 6-154,6 5-572,-6 16-126,-9 10-42,-9 14-7,-14 17-10,-1-1 0,-3 4-31,-3 2 1,-1 2-649,-11 10 1,-2 1 227,0 0 0,1-1-25,6-6 0,-1 0-1190,3-4 1,-1 1-1,1-3 1666,-2 2 0,1-3 0,4-1 0,2-2 0,-4 0 0</inkml:trace>
  <inkml:trace contextRef="#ctx0" brushRef="#br0" timeOffset="55308">19679 5958 21074,'21'-52'1247,"-1"1"0,1-1 1,-3 11-1058,-8 29-97,8 3-60,4 29-33,10 18-28,-1 4-199,-1 1 1,0 3-1285,-8-10 1,0 1-2235,10 17 1,1 0 3205,-10-15 1,-2-4 0,5 10 0,-11-22 0</inkml:trace>
  <inkml:trace contextRef="#ctx0" brushRef="#br0" timeOffset="55708">20766 5586 24312,'-10'-41'463,"-1"0"0,4 3 1,-1 14-397,-6 33-28,2 22-5,-6 29-619,7-20 0,1 1 596,-1 6 0,1 1-14,1 0 0,1 0-3,2-4 1,2 0 37,5-6 1,2-2-33,8 21 34,7-19 50,5-19 17,6-18-17,9-20-6,11-16-977,-20 11 1,-1-1 960,19-18 83,-14 10 1,-1 1-23,-1 2 386,-3 4 0,-2 1-380,-10 11 119,2-1-203,-15 25-12,-7 15-21,-7 21-15,1-15 0,-2 2 606,-2 7 1,-2 1-750,-1 6 1,-2 2-1180,-1 5 0,0 0 762,4-10 0,1 2 563,2 3 0,1 4 0,2-9 0,-1 5 0,4-6 0,0 0 0</inkml:trace>
  <inkml:trace contextRef="#ctx0" brushRef="#br0" timeOffset="56025">22215 5564 19946,'0'5'1098,"0"-1"703,0-4-1717,-49 76-146,29-53 1,-3 1-548,-6 12 0,-4 5 1,0-4-2106,-10-1 0,1-4 2425,2-1 0,2-3 0,-13 10 0,22-18 1</inkml:trace>
  <inkml:trace contextRef="#ctx0" brushRef="#br0" timeOffset="56201">21628 5768 20702,'34'-30'816,"-1"1"1,0-1-1,11-11 1,-4 14-610,-3 31-90,0 21-94,-5 8-141,-5 5 1,2 5-723,-6-7 0,0 1 178,2 2 0,2 4 0,-3-5 1,-5-8-1,-2-3 0,0 0 0,0 0 1</inkml:trace>
  <inkml:trace contextRef="#ctx0" brushRef="#br0" timeOffset="56742">22930 5495 23786,'-15'-47'661,"0"1"0,3 3 0,10 6-527,28 2-95,17 7-27,14 8-513,-24 13 1,2 4 497,2 3 1,1 4 2,0 2 0,0 4 11,-2 3 0,-2 4-14,-3 2 0,-3 4-8,-5 2 0,-4 2-14,-6 3 0,-4 3-15,-5 1 1,-6 1 0,-6 3 0,-5-1 2,-4 0 1,-5-1 25,-5-3 0,-2-1 25,0-5 0,-1-3 0,3-5 0,-1-3 371,-18 3-296,8-14 181,9-15-164,9-8 6,10-10-22,10-2 491,13-1-553,12 4-6,10 8-11,7 9 1,4 15-18,5 11-11,3 18-333,-26-13 0,-1 2 333,-1 3 0,-2 1-34,-5 0 0,-3 0-11,-4 25-61,-32-7-264,-27-7-409,13-22 0,-3-3-585,-3-2 1,0-4 1380,-3-2 0,2-3 0,-4 0 0,9-4 0</inkml:trace>
  <inkml:trace contextRef="#ctx0" brushRef="#br0" timeOffset="56942">24332 5395 22791,'-37'48'107,"0"-1"1,0 1-1,-1-2 1,0-1 0,-1-6-213,4-11 0,1-4 1,-1 0-579,-1 1 0,1-1 0,-1 1 683,-16 13 0,3-2 0,20-15 0,4-3 0,-16 14 0</inkml:trace>
  <inkml:trace contextRef="#ctx0" brushRef="#br0" timeOffset="57125">23699 5497 24239,'46'5'22,"-1"-1"1,0 0-1,7-6 1,-5 9-127,-3 34 1,-6 12-1261,-10-16 0,-2 1-1465,7 11 1,0 0 2152,-6-6 1,-3-4-1,6 11 1,-15-25-1</inkml:trace>
  <inkml:trace contextRef="#ctx0" brushRef="#br0" timeOffset="57501">24611 5499 22363,'-2'-8'1725,"1"2"-1070,1 6-307,44-71-180,-12 49-143,-3-16 0,2 3 20,17 31-40,-7 11-10,12 10-1,-22 4 1,-1 6-12,-5 0 0,-3 3-378,0 10 0,-3 1 339,-3 19-51,-16-21 1,-7-1-45,-5-7 0,-5-2 19,-14 10 0,-5-1 140,3-12 1,-2-3 47,-7-1 0,2-5 45,-8-6 224,5-7 50,24-7-94,4-3-46,28-8-196,15 0-5,11 2-32,-6 7 1,3 3-45,2 2 0,5 1-604,7 2 0,6 2 1,0-1-793,-1 1 0,0 1 1,1-1 1027,7 2 0,1 0 0,-7 0 0,-4-1 1,-9 0-1,11 0 0</inkml:trace>
  <inkml:trace contextRef="#ctx0" brushRef="#br0" timeOffset="57719">26667 5593 26217,'-48'31'-521,"0"1"0,-1 0 0,5-4 0,1-1 0,-1 1 521,-3 3 0,0 1 0,6-4 0,7-6 0,3-2 0,0-2 0,0 1 0</inkml:trace>
  <inkml:trace contextRef="#ctx0" brushRef="#br0" timeOffset="57884">25961 5684 20201,'8'-10'2207,"24"-24"0,4-1-1911,-13 16-176,19-17 1,1 8-87,-12 35-45,17 20-57,-22-2 1,0 4-746,3 8 0,2 3-1030,2 6 1,0 0 1099,-4-4 1,-2-2-1,9 12 1,-17-24 0</inkml:trace>
  <inkml:trace contextRef="#ctx0" brushRef="#br0" timeOffset="58068">27098 5516 27426,'13'61'-140,"0"-1"0,0 1 0,-3-12 0,0 1 0,0 1 0,0 0 140,0 7 0,0 3 0,0-2 0,-1-6 0,-1-6 0,-1-5 0,0 0 0,0 0 0,-1 1 0,0-1 0</inkml:trace>
  <inkml:trace contextRef="#ctx0" brushRef="#br0" timeOffset="63151">7584 7004 22207,'-5'-45'996,"0"0"1,2 5 0,-2 10-863,1 22-71,4 18 15,6 15-5,3 22-54,-2-16 1,1 2-380,-1 5 1,-1 2 356,-1 3 0,-1 1-6,-1 2 1,-3 1-23,-3 1 1,-4 0-26,-2 0 0,-4-2-1,-5-4 1,-2-4 33,-2-5 1,-3-6 19,-1-7 1,-2-5 197,-27-4-167,0-24 0,4-18-241,26 9 0,2-3 255,3-4 0,2-1 6,3-1 0,2-1 97,-4-28 62,10 9 34,7 17 423,1 15-648,0 13 1,2 19 0,0 14 5,4 20 6,6 9 12,9 3-24,-6-31 1,3-2 122,3-3 0,3-3-106,4-2 1,2-5 5,2-2 1,1-4-7,2-4 1,1-3-15,0-4 1,-1-4-9,1-2 0,-1-2-11,-2-2 0,0-1-59,-4 0 1,-2 0-743,19-11-2733,-17 8 3534,-13 8 0,-10 5 0,-5 5 0</inkml:trace>
  <inkml:trace contextRef="#ctx0" brushRef="#br0" timeOffset="64225">6845 8485 25124,'-12'-38'342,"-4"15"-314,0 42-16,-4 3 10,-17 15-5,10-15 0,-2-1 11,-1 0 0,0-1-697,-7 1 1,2-4 752,-8 0 84,4-11 0,20-16-67,3-10-67,11-20-9,12 8 0,5-1-8,14-24-11,7 3-18,6 21 1477,-5 19-1425,1 7-52,1 17 35,-10 16-12,-4 18-56,-9-3-215,-8-9 0,-3 1 251,-5-1 1,-5 1-9,-13 22 0,-7 2 17,-4-5 0,-6-1-692,3-9 1,-4 0-1,2-4 703,-6 2 1,-1-4-7,3-6 1,-3 0 0,4-5-181,5-6 0,1-3 219,-10 5 1,2-6 28,7-21-11,20-16-6,13-4 398,22-19-431,7 16-12,19-7 6,3 18-29,6 10 2057,-9 8-2110,-8 5 1,1 3-272,21 9-162,-15-3 0,2 0-586,-6-1 0,0 1 731,7 0 1,-3-1-1,5 2 1,-4-2 0</inkml:trace>
  <inkml:trace contextRef="#ctx0" brushRef="#br0" timeOffset="64584">7595 8637 25382,'-36'27'-3,"0"0"0,-1-1 0,-5 1 1,4 1-82,14 0 0,3 2-798,-1-1 0,0 0-2429,-14 17 180,13-14 0,-1-2-3853,-5 1 5841,11-19 2627,7-24 3495,8-17-486,-1-16-1317,0-8-1110,-2 1-604,0 4-442,0 9-679,2 13 102,4 6-399,8 17-32,9 9-24,17 16-88,13 14-476,-19-13 0,2 0-390,1 2 0,2 1 966,3 3 0,-2-2 0,5 5 0,-6-5 0</inkml:trace>
  <inkml:trace contextRef="#ctx0" brushRef="#br0" timeOffset="65192">8286 8700 23618,'0'-43'668,"0"1"1,0 3-1,-1 10-505,-5 20-119,-1 6-16,-6 10-5,-8 8 10,-14 11-5,-10 6-422,-8 1 427,-3-2 63,6-8 49,9-11 51,14-12 39,12-9-50,7-5-73,5-1-28,5 3 389,1 6-445,3 2-11,2 7-23,3 8 1,4 10-6,5 13 11,3 8 5,2 3-5,1 0 23,-2-4-1,-4-6-11,-7-9-5,-5-8 50,-5-10 45,-2-4-23,-1-6-33,-2-5 0,-1-4-1,1-6-21,3 0-23,6-2 11,6 2 17,9 0-22,6 3 5,9 4-6,5 6-5,2 11 0,-1 8-11,-5 14 6,-5 8-7,-8 9 7,-9 5 10,-9 3-21,-15-1-1,-13-5-50,-15-9-241,-8-12-493,-4-13-1104,3-14-5085,4-16 6990,11-5 0,12 4 0,9 6 0</inkml:trace>
  <inkml:trace contextRef="#ctx0" brushRef="#br0" timeOffset="65451">8227 8566 19316,'1'-7'3663,"0"2"-2207,-1 5-117,0 0-997,68-20-107,-13 11-697,2-3 1,3-1 542,-17 7 0,-1 1-8,-1-1 0,0 0 25,-3 0 0,-2-1 20,25-6-17,-17 3 11,-19 1-140,-13 5-740,-8 0 768,1-2 0,-3 4 0,3-2 0</inkml:trace>
  <inkml:trace contextRef="#ctx0" brushRef="#br0" timeOffset="66534">12709 7181 18112,'-1'-45'1236,"1"0"1,0 0 0,-3-1 0,-1 0-1,-2 3-794,-1-2 1,-2 4-420,-3 2 0,-2 5 95,-4 6 153,1 14-220,9 23 69,-2 15-104,5 9 1,2 4-17,1 3 0,0 1-460,0 3 1,1 0 453,0 6 1,1-1 2,-1-9 0,-1 1-11,-3 18 0,-2 0 3,-1-13 0,-3-3 22,-4 2 0,-3-5 23,-11-1 240,-13-14-201,7-22 61,-14-24-55,12-12-697,18 5 1,3-1 651,0-13-29,2-12 68,6 15 882,1-4-731,2 11-184,2 17-18,0 8 1400,0 19-1433,1 11 22,5 28 6,13-2-146,-2-19 0,5-2 132,5-6 0,3-3 2,22 7 1,-14-13 0,4-4-6,6-4 0,1-3-26,1-1 1,2-1-398,6-2 0,-1-3 89,-14-1 1,-4 0-372,16-4-2729,-12 2 3434,-27 5 0,-2-1 0,-10 4 0</inkml:trace>
  <inkml:trace contextRef="#ctx0" brushRef="#br0" timeOffset="67217">12226 8860 20347,'-2'-5'3159,"0"0"-661,2 5-2459,-12-51-22,9 45 22,-10-33-5,13 58-17,-3 5 22,-4-3 45,-4-4-28,0-7 89,-5-7-5,-2-18-61,-1-6 16,1-19-5,8-7-12,7-6-28,10 1-22,8 9-22,11 13 0,4 11 16,6 10-22,5 10 0,4 12 0,1 13-11,-5 17-188,-25-15 0,-3 2 199,-5 6 0,-7 2-348,-9 5 0,-8 1 337,-12 6 0,-6-1-550,3-13 0,-2 0 1,-3-1 552,-3 2 1,-2-1-1,-1-1 11,2-1 1,-1-2 0,0-2 3,5-4 1,1-1 0,0-4 14,-5 3 1,2-7 33,-12-7 309,26-24-309,16-18 553,18-10-581,12-4 0,14 3-33,-3 13 10,-3 12 1,2 4 33,17 2 727,-11 5 0,0 3-811,-3 6 1,0 5-124,2 1 0,0 2-342,2 4 1,-1 1-1009,1 1 0,1 1 913,3 1 0,-2-1 0,3 3 0,-4-4 0</inkml:trace>
  <inkml:trace contextRef="#ctx0" brushRef="#br0" timeOffset="67584">13142 8839 26519,'-61'16'25,"30"-5"1,2 6-77,3 12 1,3 6-652,-4-1 1,-1 1 154,-2 2 1,-1-1-513,1-1 1,-1 0-85,3-6 1,0-2-79,-16 9 1244,16-27 173,14-28 581,9-21 192,5-18-356,2 25 1,0-1-153,1-1 0,1 1-27,1 1 0,2 2 283,8-20 306,2 14-754,4 18-151,4 13-62,7 18-17,9 15-42,-16-8 1,1 2-163,2 4 0,2 1-18,2 1 1,1 0-849,2 1 0,0 2 1031,3 2 0,-2-1 0,5 3 0,-7-3 0</inkml:trace>
  <inkml:trace contextRef="#ctx0" brushRef="#br0" timeOffset="68142">13763 8878 22274,'-1'-6'3248,"0"1"-2755,1 5-235,-6-62-113,9 45-66,-1-44-40,11 67-5,0 7-6,-2 9-6,-5 8 23,-6 4 5,-11 5-22,-7-3 6,-8-7 27,-2-11 23,0-11 0,3-15-11,5-10-11,8-11-12,6-11 12,13-5 11,10-2-23,14 3 12,9 7-18,8 12-21,3 11-23,0 13-23,1 17 23,-2 16-272,-27-8 1,-2 3 274,-1 4 0,-5 2 2,-2 3 1,-6 1-15,-7 3 1,-6 1-3,-8 4 0,-7-1-15,-9 5 1,-7-2-397,9-14 0,-2-1 1,-2-2 411,0-1 1,-1-1 0,0-2 17,-11 5 0,0-5 3,8-8 1,3-8 10,-12-14-5,21-21 50,17-18-16,18-6-51,13 0 5,16 7-33,11 12 6,8 12 27,-26 13 1,1 2-43,4 2 1,0 2-228,4 3 1,1 1-244,4 1 1,-1 3-928,4 1 0,-1 0-3482,0 1 1,-2-1 4102,-12-2 0,-3-1 0,11 2 0,-31-6 0</inkml:trace>
  <inkml:trace contextRef="#ctx0" brushRef="#br0" timeOffset="68468">14921 8969 27023,'-28'24'-15,"1"0"0,0 0 0,2 0-309,-12 19-690,-9 0-392,19-21 0,-2-3 507,-3 0 0,-2-3 414,0-3 1,0-4 817,-24-2 289,16-23 597,21-14-21,16-15-111,17-5-247,15 3-515,1 12-9,-1 17 1,3 4-116,15 4-148,-10 8 1,0 5-390,0 7 0,-1 6 319,5 5 0,1 5-204,4 4 0,2 2-1597,5 5 1,-1 2 1376,-4-4 0,-4-2 1,-11-9-1,-5-3 0,6 4 1</inkml:trace>
  <inkml:trace contextRef="#ctx0" brushRef="#br0" timeOffset="69551">15708 9421 19736,'-1'-5'2605,"0"2"-169,1 3-2206,-10-61 162,7 41-359,-3-13 1,2 4-17,3 24 11,1 6-5,-1 5 44,-2 8-28,-4 3 34,-4 3-17,0-8 39,-3-1 179,4-8-61,0-1-56,2-7-51,6-7-61,0-2 56,3-12 67,6-11-106,-3 6 117,12-23-90,-5 29-27,5-8-23,-6 19-16,4 5-18,7 6 6,6 9 1,11 9-1,1 13-11,-6 1 2,-11 0 1,-3 2-14,-1 20-290,-7-12 0,-5 1 290,-11-3 0,-7 0-6,-7 2 0,-4 0 8,1-7 1,-4-1-6,-12 6 0,-4-3 22,3-7 1,0-4 2,5-2 1,2-3 21,-20 3-22,56-35-16,34-14 10,11-4-547,-13 13 0,7-2 0,-1 2 287,12-4 0,3 1-399,-1 0 1,5 0-1,-1 0-2623,-4 5 0,-2 0 0,-2 2 2318,10-3 1,-6 2-1,-12 4 1,-8 3-1,-14 3 1</inkml:trace>
  <inkml:trace contextRef="#ctx0" brushRef="#br0" timeOffset="70267">17065 6716 19720,'-20'-54'1585,"1"0"0,1 7 0,3 6-930,2 6-437,6 18-156,4 18 6,8 17 4,6 20-21,6 20-29,-6-22 1,0 3-523,0 4 0,0 1 511,0 4 1,-2 2-1,0 2 0,-2 1 0,-2 0 1,-2-1-354,-1-1 0,-1-2 364,-4-5 1,-3-2-74,0-6 1,-2-3 89,-16 19 45,-4-20 28,-1-18 932,3-22-960,0-16-5,1-18-6,1-8 11,0-2 50,1 5 62,2 8 778,2 12-850,3 11 89,4 7-202,6 11 6,3 9 27,9 9 1,11 5-17,19 2 6,20-2-465,-20-14 1,2-1 432,4-2 1,0-1-6,1-1 1,0-1-324,-1-2 1,0-1 67,-1-2 1,-1 0-625,-1-1 0,0 0 882,2 0 0,-3 0 0,5 0 0,-9 1 0</inkml:trace>
  <inkml:trace contextRef="#ctx0" brushRef="#br0" timeOffset="71818">17599 8321 12651,'2'-5'3898,"0"0"2023,-2 5-5552,9 0-49,-4 5-40,6 2 89,-8 7-111,-1-1-85,-2-3 113,-4 0-62,-3-5-45,-5 1 62,-3-3-51,2-4-4,1-6-125,5-1 57,1-9 50,1-11-34,0-3-38,1-13 16,2 5-51,1 8 62,1-2-33,2 13-51,6-5-22,4 13-11,8 4-6,-1 10 39,12 10-39,-2 11-6,-7 2 1,-1 3 2,-5 0 0,-2 1-849,0 11 0,-4 0 830,-6 17 13,-11-18 1,-5 0-195,-4-4 1,-6 1 189,-3 1 0,-5 3 0,-2-1 13,3-6 0,-2-1 0,-2-1-322,-4 4 0,-3-1 0,1-4 330,-7 0 1,2-7-6,13-7 0,1-5 47,-20-7 0,28-22 12,16-26 5,27-8-198,2 19 1,5 1 138,-3 9 1,2 3 5,12-2 0,2 3 102,-8 8 0,2 2-116,16-1 0,1 3-42,-9 5 0,-1 4-605,7 3 0,-3 2 344,14 8-448,-24-3 1,1 1-4166,1 0 1,-1 0 2871,19 7 1,-5-3 0,-41-14 0</inkml:trace>
  <inkml:trace contextRef="#ctx0" brushRef="#br0" timeOffset="72025">18587 8287 22525,'-30'41'-37,"-1"-1"0,0 1 0,0 0 0,1-1 0,4-2-126,6-2 0,2 0-1554,-12 19 1,1-1 1186,11-18 0,1-2 1,-1 2-1,1-4 1,2 1-1</inkml:trace>
  <inkml:trace contextRef="#ctx0" brushRef="#br0" timeOffset="72234">18154 8384 24693,'59'19'14,"-29"-6"0,-1 3-93,4 10 1,-1 2-15,-7-6 1,1 1-1149,17 10 1,1 0 296,-8-9 1,-1-1 0,-3-1-1,-2-1 1,12 3 0</inkml:trace>
  <inkml:trace contextRef="#ctx0" brushRef="#br0" timeOffset="72717">18999 8282 19339,'-1'-9'2111,"3"-22"1,3-5-1216,7 5-684,-3-8 1,3 2 23,13 10-130,3 10-67,4 8-5,3 10-17,4 11-23,4 11 0,4 15-128,-23-14 0,-1 1 114,-1 3 0,-3 1-19,-4 2 0,-2 0-39,-2 30 55,-21-6 18,-16-9 16,-15-12 37,-4-14 19,5-10 40,7-13 33,12-7 6,11-9 11,9-2 313,12-2-263,9 1-53,11 4 25,9 5-45,7 5-83,4 11-23,1 11-45,0 14-154,-27-9 1,0 2 170,-1 3 0,-2 1-12,0 2 1,-3 1 0,8 28-101,-17-2-306,-26-8-513,-22-10-402,10-22 1,-3-4 987,-9-3 0,2-2 1,-6 0-1,4-5 0</inkml:trace>
  <inkml:trace contextRef="#ctx0" brushRef="#br0" timeOffset="73401">21165 7539 19261,'2'-51'911,"0"-1"1,0 0 0,-2 4 0,-1 1 0,-2 4-529,-7 0 1,-2 5-126,0 7 0,-1 3 455,-8-8-585,8 20 1,6 14-112,4 17 45,3 19-62,7 20 2,1-18 1,1 0-189,4 6 0,2 0 172,2 2 0,0 2-6,0-1 1,0 0 22,-4-2 0,-2-1-9,-4-3 0,-5-1-2,-6-4 0,-5-3-43,-24 20 46,-18-18 16,-9-18-318,-1-21 324,4-17 33,11-15 12,12-9 5,13-4-11,11 2 22,7 8 599,2 12-593,1 12-62,0 10-39,0 6 343,0 10-304,3 7-11,8 9 6,11 4 0,19-1-631,18-5 611,-21-13 1,2-3-18,4-1 0,3-2 14,2-1 1,0-1-46,-2-1 1,0 0-272,-4-1 0,-1 1-1031,-7-1 1,-2 1 556,23 3 0,-28-2 0,-9 1 1</inkml:trace>
  <inkml:trace contextRef="#ctx0" brushRef="#br0" timeOffset="74025">21288 8773 25455,'37'-49'270,"1"1"1,-5 4 0,-3 8-159,-4 16 17,-9 7-124,-8 8 48,-5 5-31,-6 8 46,-7 7-12,-10 9-17,-16 6-11,-12-1 25,14-15 1,0-2-9,-14 3 5,-14-12 23,30-14 53,-2-10-64,12-9 44,13-14-78,10 14 6,15-13-40,10 20-33,12 1 22,5 10-17,6 12 28,-17 10 1,0 4 39,12 9-40,-12 3 1,-3 4-411,2 21 416,-15-17 0,-5 4-6,-10 10 1,-10 1-21,-7-3 1,-5-2-634,-4 1 0,-4-2 656,-13 1 1,-3-4 4,6-9 1,-1-3-54,-7 4 0,-1-4 73,3-8 1,2-7 16,-13-10-22,16-13 22,26-23 341,21 1-369,11-10-31,4 20 1,4 2 8,27-11 11,4 8-26,-25 17 1,0 2 659,31 2-777,-23 3 0,3 1-656,15 3 1,1 2-1106,-6 1 0,1 0 1290,4 1 0,-4 0 0,4 0 1,-26-4-1</inkml:trace>
  <inkml:trace contextRef="#ctx0" brushRef="#br0" timeOffset="74234">22437 8815 26704,'-54'-3'39,"2"13"-84,33 30-223,-12 14-648,9-25 0,-3 0-1419,-1 1 1,-2 0-2343,-6 2 0,-1-2 4166,-15 3 1,19-15 0,16-11 0</inkml:trace>
  <inkml:trace contextRef="#ctx0" brushRef="#br0" timeOffset="74401">21930 9037 18632,'2'-54'1712,"0"1"0,2-1 1,3 8-851,11 15-363,8-2-207,16 15-214,1 16-61,1 9-6,10 21-22,-2 5-811,-11-5 0,3 3 248,-6-4 0,-1 0-1219,8 6 1,-3-1-1224,-14-12 0,-1-2 3016,24 17 0,-32-23 0,-1-1 0</inkml:trace>
  <inkml:trace contextRef="#ctx0" brushRef="#br0" timeOffset="75068">22948 8774 19652,'-4'-6'4576,"1"0"-4067,-8-24 1,0-7 118,4 10-413,-5-13 1,2 3-70,9 23 67,1 5-168,0 7-23,0 0 6,5 8-17,0 1 12,2 4-1,-2-2-5,-3-2-12,-1-3 7,-1-3-12,0 1-6,-2 0 17,-1 2 12,-3 1-1,1 1-22,-1-1 17,1 1-6,1-2-28,1 1 12,1-4 61,1 1 16,0-2-44,-1 0 6,0 0 11,0 0-28,-2-1 11,0-2 22,1-2-22,0-6 6,2-6-12,7-7 6,7-7-6,10-3-16,5 4-17,2 8-6,1 10 6,-1 11 22,-1 14-17,0 16 6,-8 4 3,-8 4 0,-4 3 19,-8 23-379,-5-17 1,-5 1 350,-8-7 0,-6-3 6,-7 1 0,-3-2-11,-2-3 0,-1-1 11,2-5 0,2-2 45,-17 8 16,23-17-16,25-20-34,25-15 6,24-12-17,-14 13 0,2 0-492,8 0 1,2 1 362,7 2 0,4 1-795,-15 5 0,3 2 1,0-1-1353,5 2 0,1 0 0,-1 0 1994,-3 0 0,0 1 0,-4 1 0,3-1 0,-5 2 1,6-3-1</inkml:trace>
  <inkml:trace contextRef="#ctx0" brushRef="#br0" timeOffset="75817">25070 7051 19473,'4'-46'1368,"-1"-1"0,0 1 0,0-15 0,-1 5-962,-3 16 1,-2 4 85,-3-11-290,-3 20-163,3 16-22,4 18-6,5 16 12,5 24-15,-2-15 0,1 4-405,1 7 1,0 3 390,0 4 1,-1 1-12,0 1 0,-2 1-3,-1-2 1,-1-1-6,-1-4 0,-2-2-12,-2-5 1,-2-2-54,-10 17 46,-9-22 38,-7-23 17,-1-24 17,1-19 28,5-16-20,14 20 1,2-2-1,1 1 1,1-1 69,-5-29 1,2 9-7,0 14 778,2 13-850,0 14-28,2 9 11,3 12 17,3 10-17,10 11-5,14 6-1,20 1 3,-14-20 1,3-1-224,5-1 1,2-2 205,4-1 1,1-2-513,2-2 0,0-2 179,0-2 1,1-1-1096,-3-2 1,0-1 1436,0-1 0,-4 1 0,5-1 0,-10 0 0</inkml:trace>
  <inkml:trace contextRef="#ctx0" brushRef="#br0" timeOffset="76475">25431 8503 21864,'0'-7'3283,"0"1"-2970,0-27 1,0-7 84,0 14-278,0-15 1,0 4-37,0 27-56,0 6 0,0 6-28,0 7 0,0 6-6,-4 7 23,-7 1 61,-15-1-38,4-10 66,-10-7-22,12-15-22,-4-7 44,4-13 12,5-6-34,7-5-40,11 1-10,11 4-6,14 10-17,11 12 12,11 10-18,7 15-19,-26 1 0,-1 2-148,0 5 0,-1 4 145,-1 4 1,-3 4 4,-3 1 1,-7 4 0,-8 11 0,-8 1-1,-2-13 1,-6-1-23,-17 19 1,-10-3-37,-2-14 0,-5-2-414,8-7 1,-3 0-1,0-1 492,-17 7 1,0-5-4,8-8 1,2-7-31,8-8 0,4-6 64,-2-7 50,19-19-16,34 2-11,15-5 39,18 4-82,-13 14 1,1 2-37,16-1 20,-22 7 0,1 2-37,3 6 0,1 4-266,4 4 1,1 1-6,-2-2 0,1 3-4611,5 9 1,-6 0 3188,-15-6 1,6 6 0,-28-19-1</inkml:trace>
  <inkml:trace contextRef="#ctx0" brushRef="#br0" timeOffset="80300">6232 9835 7726,'-58'4'181,"1"0"1,-1 0 0,0 0-1,1 0 1,0 0 0,0 1 0,-2-1-98,7 0 1,-3 0-1,0 0 1,1 0-1,4 0 470,-18 0 1,4 1 0,7-1-20,1 0 0,14-3 1151,22-5-885,70-4-297,2 2 1,10-2-803,-8 3 0,6-1 0,1 0 463,-5 1 0,1 1 0,2-1 1,1 0-99,-6 1 0,2 0 0,0 0 0,1 0 1,1 0-41,-6 1 1,1-1 0,0 1 0,1 0 0,0 0 0,0 0-234,4 0 0,0 0 0,0-1 0,1 1 0,-1 0 0,2 1 198,1-1 1,0 0-1,1 1 1,0-1 0,1 1-1,-1 0-138,0 0 0,1 0 0,0 0 0,0 0 0,0 0 0,0 0 117,-2 1 0,0 0 0,0-1 0,0 1 0,0 0 0,-1 0-166,-4 0 1,1 0 0,-1 0 0,-1 0 0,0 1 0,-2-1 185,5 0 0,-1 0 0,-1 1 0,-1-1 0,-2 0 107,2 1 1,-1-1 0,-2 1 0,-4-1-88,0 0 0,-4 1 1,-6-1 1249,12 1-1225,-75 4 0,-19 0-28,7-1 1,-5-1 160,-1 2 1,-9 0-1,-1 0 1,0 0-166,5-1 0,1 1 0,-2-1 0,-2 0 1,-1 1 1,-3 0 0,-1 0 0,-2 0-1,0 0 0,6-1 1,0 1 0,0 0-1,-2 0 1,-2 0 0,-1 1-2,4-1 0,-3 0 0,-2 1 1,0 0-1,-1 0 0,2 0 0,1-1 1,3 1-119,-3 0 0,3-1 0,2 0 1,-1 1-1,-1 0 0,-3 0 118,0 0 1,-3 0 0,-3 1 0,0 0 0,-1 1 0,2-1 0,2 0 0,4-1-238,-12 3 0,4-2 0,2 1 0,0 0 0,-3 0 240,3 0 0,-3 0 1,0 0-1,0 0 1,0 0-1,3 0-64,6-1 1,0 0-1,1 0 1,2-1-1,1 1 1,1-1 85,-12 1 0,1-1 1,4 0-1,4-1 345,2 1 1,4-2 0,8-2-314,-11-8 85,86-13-9,13 4 0,12-1 15,-6 3 1,6 0-1,3 1-106,-7 1 1,2 1-1,3 0 1,0 0-31,-7 2 1,2 0 0,0 0 0,2 1 0,0-1-6,-7 2 0,1 0 0,1 0 0,0 0 1,0 1-1,1-1-6,1 1 1,0-1-1,1 1 1,0-1 0,0 1-1,0 0-9,0 1 0,0-1 1,0 1-1,0-1 1,0 1-1,0 0-4,-2 1 1,0-1-1,0 0 1,-1 1 0,0 0-1,-1 0-10,8-1 0,-1 1 0,-1 0 0,-1 0 1,-1 0-97,6 0 1,0 0 0,-3 1-1,-2-1 99,6 0 0,-4 1 1,-5-1-18,4 1 1,-19 1 1160,-34 2-1129,-36 3 0,-27 2 4,5 0 0,-10 0 1,-4 2-1,1-1-4,10 0 0,-1 0 0,-1 1 0,-1 0 0,1-1-4,-4 1 1,1 0 0,-2 1 0,0-1-1,0 1 7,4 0 1,-1 0 0,0 1 0,0 0 0,1 0 0,1-1 15,-1 1 0,1 0 0,1 0 0,0 0 1,-2 1-5,3-1 1,-1 1 0,-1-1 0,0 1 0,1 0 0,2-1-21,-2 1 0,1 0 0,2 0 0,1-1 0,2 0-76,-17 4 1,4-2-1,8 0-276,6-1 1,8-2-114,-2 1 892,79-12 1,-26 2 0,27-2 0</inkml:trace>
  <inkml:trace contextRef="#ctx0" brushRef="#br0" timeOffset="83883">19366 5222 10214,'9'-52'1607,"0"0"1,1 0-1,-1 1 1,-1 1 0,-6 10-521,-17 1-320,-14 3-95,-19 21-392,11 20 0,-2 8-135,1 3 1,0 6-1203,-12 15 1,2 5 1120,13-7 1,1 3-540,2 2 1,-1 4 0,2 1 535,1-1 1,1 0 0,-1 6-40,4-6 0,-2 5 1,-1 2-1,1 0 1,2-1-336,-3 7 0,2-1 0,0 0 0,1 2 312,3-5 0,1 2 0,0 1 0,1-3 0,4-3-1,-2 8 0,3-5 0,3 1 13,3 3 0,3 2 1,6-5-115,7 3 0,10-1 129,5-8 0,5 2 0,5-5 6,-1-10 0,3-4 0,4-3-274,9 1 0,5-3 0,-2-5 301,4-5 0,2-7 36,-9-7 0,3-5 1,-2-3 176,12-9 1,0-6-167,-11 2 1,2-3-1,-1-5-21,-9-1 1,1-5-1,-3-1 1,-1-1-23,4-9 1,-3-2-1,-2-1-41,-1 1 1,-2-1-1,-5-3 6,-4-4 0,-5-1 0,-4 0 2,-4 7 0,-3 1 0,-2-3-7,-2-2 1,-1-4 0,-3-1 0,-1 2 184,-4-5 0,-3 3 1,-4-1-208,1 12 0,-3-2 1,-1 3-1,-3 3-25,-6 0 0,-3 4 0,0 3-67,-6-5 0,-3 4-18,-6 1 0,-4 6-367,4 12 0,0 5-849,-1 3 0,-1 6 1325,-7 14 0,5 5 0,5 2 0,5 15 0</inkml:trace>
  <inkml:trace contextRef="#ctx0" brushRef="#br0" timeOffset="84859">15758 9659 8298,'22'-43'723,"1"1"1,-1 0 0,1 0-1,5-15 1,-2-1 0,-1 1-194,-4-1 0,-2-1 0,-2 1-1054,-2 0 0,-2 1 0,-2 0 1125,-2 3 0,-2 1 0,-2 1-54,-2 5 0,-1 1 0,-2 2 531,-4-11 1,-3 3-564,-2 12 0,-4 4 29,-19-9 294,-7 25-648,-9 31-100,16 5 0,0 7-669,-9 12 0,-1 8 618,9-7 0,-2 3 1,1 3-198,5-6 0,0 3 0,0 1 0,0 1 153,-3 4 1,1 2 0,1 1 0,0 1-424,-1 3 1,0 2-1,2 0 1,0 0 431,1 1 0,1 0 1,0 1-1,2-1-3,2-1 0,2 0 1,0-1-1,2 0-233,3-3 1,2-1 0,0 0 0,3-1 234,0 9 1,2-1 0,5-1 29,5-7 0,4-1 0,4-2-19,11 14 0,10-7 28,12-7 0,9-8-20,-10-16 1,5-5 0,2-3-3,9-4 1,3-4-1,1-5-44,-9-3 1,2-3 0,0-3-1,0-2 56,5-3 0,-1-3 1,1-2-1,-1-2-4,-11 2 0,-1-1 0,0-2 0,0-2 0,-2-1 14,8-7 0,-1-3 0,-2-2 0,-3-2 11,-6 0 0,-1-2 0,-4-2 1,-4-3 32,-5 0 0,-3-2 1,-4-2-1,-4-1-61,-5 0 0,-3-2 0,-5-1 1,-3 1 10,-4 0 0,-3-1 1,-4 1-1,-3 1 10,-2 2 0,-2 0 1,-3 2-1,-2 1 33,-1 4 1,-2 1 0,-2 2 0,0 2-62,-9-8 1,-3 3 0,0 4-68,1 5 1,-1 4-1,-1 3-229,2 5 0,0 4 0,-1 3-1393,-1 5 0,-1 4 0,1 3 1671,-15 5 0,5 3 0,15 0 0,4 1 0,-6 5 0</inkml:trace>
  <inkml:trace contextRef="#ctx0" brushRef="#br0" timeOffset="113683">5027 13105 17193,'9'-48'965,"1"0"1,-1 0 0,0 4-1,-1 1 1,-1 0-224,3-17 1,-2 4-1317,-3 12 1,-4 5 892,-4-9 803,-11 14-1044,4 24 306,-5 11-344,5 22-12,0 25-23,4-14 1,1 3-481,0 8 1,0 3 485,1 5 0,1 2-8,0 1 0,1 0 2,1-4 1,0-1 315,3-7 0,0-3-310,0 22 45,2-24 157,-3-18 95,-1-13-123,-4-18 1019,-2-12-1031,-2-20-77,2-16-256,5 21 1,1-2 175,1-6 1,1-1-9,2-2 1,1 0 10,0 1 1,0 2-54,0 7 1,0 4 100,2-14-78,-4 25 67,-2 17-51,-3 42 12,1 7-17,0-6 0,-1 4-14,1-3 0,-1-1 19,1 3 1,-1 0-20,-1-2 0,0 0-6,0-2 1,0-2-14,-3 21-96,-1-13-381,3-14-1277,2-11 1787,7-9 0,-3-5 0,4-3 0</inkml:trace>
  <inkml:trace contextRef="#ctx0" brushRef="#br0" timeOffset="114783">7065 13404 21265,'-4'1'3848,"0"-1"-2559,4 0-1200,3-77-50,10 44 1,2-1-26,-6-5 1,-1-6 0,3 3-2091,12-11 0,0 5 2087,-8 12 0,-2-1 0,1-14 1,-3-2-124,-4-1 0,-2 1 131,-1 4 1,-2 1-42,-2 0 0,-5 7 22,-5 10-11,-14 22 0,-17 38-17,-1 16 966,15-6 1,2 4-948,4 5 1,4 1 2,5-8 1,1 2-20,1 13 0,2 1-51,5-10 1,1 1-140,2-2 0,1 4 1,1-3 37,0 1 1,3-2-413,2 1 1,2 1 0,0-7-269,3 9 369,-1-10 1,-3-4-230,-6-14-686,-33-12 1543,-1-30 202,1 0 0,0-5-273,6-6 1,3-3 140,4 5 0,3-2 395,-2-19 0,5-1-205,7 17 1,2-1-104,0-12 0,5 0 188,5 13 0,4 4-340,23-21-94,1 17-21,-9 17 1,5 2-14,9 4 0,3 3-9,4-1 1,2 1-79,12 2 0,2 2 61,-6 2 1,-3 1 8,-11 1 0,0-1-12,7 1 1,-1 0 5,-14 1 1,-1 1-23,5 2 1,-1 2 77,6 11-27,-16 2 827,-32 13-800,-15 1-11,1-7 1,-1 2-24,-13 19 12,4 2 251,27-16-217,19-8 978,17-9-979,16-9-5,9-8-181,-27-4 1,-1-2 188,-1-1 1,-2-4 109,20-16-79,-19 2 180,-14-23-118,-22 8-17,-10-20-45,-13 12 0,-4 11-67,6 12-11,-6 10-62,9 10-212,-6 10-77,11 12-2752,6 17 3086,9 2 0,3-10 0,1-10 0</inkml:trace>
  <inkml:trace contextRef="#ctx0" brushRef="#br0" timeOffset="115342">9638 13245 18526,'5'-43'1341,"0"0"1,0 0-1,4-19 1,0 5-931,-1 19 1,1 3-96,0 3 1,0 3 205,6-17-175,-7 19-241,-5 14-78,-5 16 0,-5 16-5,-8 21-12,-7 18-666,8-23 0,1 1 655,2-6 0,0 1-264,-4 16 0,1-1 264,-3 15-90,6-20 1,1-2 95,2 5 67,4-20 22,5-19 1158,5-22-1197,9-18-6,10-20-151,-9 20 1,3-1 130,3-4 1,2-1-11,2-2 0,3 2-4,1 2 1,2 3-14,1 4 0,1 5-35,-1 7 0,0 4 34,-1 5 1,-1 6-20,26 10-27,-8 19-63,-26-3 1,-3 5-258,-1 6 0,-4 3-983,-2 5 1,-3 4-1631,-4 5 0,-2 2 2477,-4-4 1,-2-2-1,-1 14 1,-1-23 0</inkml:trace>
  <inkml:trace contextRef="#ctx0" brushRef="#br0" timeOffset="115966">11450 12655 16076,'-20'-44'345,"-1"-1"1,0 0 0,0 1 0,-4 0-1,-1 1 1,-2 1 0,-3 5-271,-4 5 1,-2 4 0,-3 1-1,-2 1-1211,-8-4 1,-3 2 0,-3 0 0,-1 2 1173,4 3 0,-1 0 0,-3 2 1,0 0-1,-2 1-167,5 2 0,-2 0 1,0 1-1,-2 1 1,0 0-1,-1 1 160,5 1 0,-1 1 0,-1 1 1,-1 0-1,1 0 0,-2 1 1,0 0-61,-2 0 1,-1 1 0,-1 0 0,0 0-1,0 1 1,-1 0 0,0 1 43,5 1 0,1 0 1,-1 1-1,0 0 1,-1 0-1,1 1 1,-1 0-1,0 1-117,-1-1 0,0 1 0,0 1 1,-1-1-1,0 2 0,1-1 1,-1 1-1,-1 1 113,0-1 1,0 1 0,0 1 0,-1 0 0,0 0 0,1 1 0,-1 0 0,0 1-7,0-1 1,0 2 0,-1-1-1,1 1 1,0 1 0,-1 0-1,1 0 1,0 1-3,6-1 1,0 1 0,1 0 0,-1 1 0,0 0-1,1 0 1,-1 1 0,0 0 0,1 0 1,-1 1 0,1 0 0,0 0 0,-1 1 0,1 0 0,0 0 0,0 1 0,0 0 0,0 0-1,0 1 1,1 0 0,-1 0 0,1 0 0,0 1 0,-1 1 0,1-1 0,1 1 0,-1 0 0,-6 2 0,1 1 0,-1 0 0,1 0 0,0 1 0,0 0 0,1 1 0,0 0 0,1-1 1,0 2-1,0-1 1,1 1 0,0 0-1,0 0 1,1 1-1,1 0-5,1 0 0,1 0 0,0 1 0,1 0 0,-1 0 0,2 0 0,0 1 0,1 0-2,-5 3 1,1 0-1,1 1 1,0-1-1,1 2 1,1 0-1,1 0 1,-4 4 0,1 0 0,1 2 0,1-1 0,1 2 1,3 0-8,-5 5 0,2 1 0,2 0 0,2 2 0,2 1 46,6-3 1,1 1-1,2 2 1,3 0-1,3 0-48,-2 8 0,4 2 1,3 0-1,4 0 0,6-2 0,3 1 1,4 0-1,5-1 21,5-1 0,5-1 0,4 0 1,5-2 17,5-1 0,5-1 1,4-2-1,5-3 23,8 2 0,5-4 0,5-2 0,2-3 6,-3-5 0,3-3 0,3-1 0,2-3 1,1 0-15,-11-6 0,2-1 0,0-1 0,2-1 0,1 0 0,1-2 0,0 0-2,-2-1 0,1-1 0,2 0 0,-1-2 0,2 1 0,0-2 0,1 0 0,0 0-4,-2-1 0,1-1 0,0 0 0,1-1 0,0 0 0,1 0 0,0-1 0,1-1 0,0 1-7,-3-2 1,1 1 0,0-1 0,0-1 0,1 0 0,0 0 0,0-1 0,1 0 0,0 0 0,0-1-23,-3 1 0,0-1 0,0 0 0,1-1 0,0 1 0,0-1 0,0-1 0,1 1 0,-1-1 0,1 0 0,0 0 17,-4-1 0,1 1 0,-1-1 0,1 0 1,0 0-1,0 0 0,0-1 0,0 1 0,1-1 1,-1 0-1,0-1 0,1 1-2,0-1 1,0 0 0,0 0 0,0 0-1,1 0 1,-1-1 0,1 0 0,-1 0-1,0 0 1,1 0 0,-1 0 0,0-1-6,1 0 0,-1 0 0,1 0 0,-1 0 0,1-1 0,-1 1 1,1-1-1,-1 0 0,0 0 0,0-1 0,0 1 0,0 0-6,-1-1 0,0 0 0,0 1 0,0-1 0,0 0 0,0 0 0,-1-1 1,1 1-1,-1-1 0,1 1 0,-2-1 0,1 0-1,3 0 0,0-1 0,0 0 1,0 0-1,-1 0 0,1-1 0,-1 1 1,-1 0-1,1-1 0,-1 0 1,-1 1-4,3-1 1,0-1-1,-1 1 1,1-1-1,-2 0 1,1 1-1,-1-1 1,-1 0-1,0 0 1,-1 0-1,0 0 1,1 0 0,-1 0 0,-1-1 0,0 1 0,-1-1 0,-1 0 0,-1 0 0,-1 0 29,5-3 0,0 1 1,-2-1-1,0 0 1,-3-1-1,-2-1 1,-2 0-36,5-5 1,-2 0-1,-3-1 1,-4-2-1,-8-2 188,4-14 1,-9-3-1,-18 0-332,-21 3 0,-16-1 0,-10 4-304,-6 9 0,-10 3 1,-6 3-1,-4 2 444,14 9 0,-6 1 0,-2 2 0,-2 0 0,1 2 0,3 0 0,4 1 0,-8-4 0,4 2 0,2 1 0,-3 2 0,-5 1 0,1 1 0,-1 0 0,0 0 0</inkml:trace>
  <inkml:trace contextRef="#ctx0" brushRef="#br0" timeOffset="117850">6089 15076 20453,'-5'-51'1503,"0"0"0,1 6 0,-2 10-1218,-1 23-206,-1 9-57,4 6 40,-2 14 17,-1 15-40,2 2 0,1 5-31,0 1 1,0 3-551,1 12 1,1 2 552,2-2 0,3-3 0,-1-9 1,2-1-12,5 9 0,7-2 22,12-7 0,8-4 0,4 1 1,6-5-3,-5-12 1,5-3 0,1-4-677,3-6 1,1-5 0,-1-2 660,-7-1 1,0-1-1,2-2 10,13-4 0,4-2 0,0-4 10,-14-1 0,1-1 1,0-3-1,0 1-7,-1-1 0,0-1 0,0-1 1,-1-1 18,4-3 1,0-2 0,-2-1 0,-5 0 16,-2-4 0,-6 0 0,-3 0-12,3-3 0,-8-2 15,-8-7 0,-12 0 83,-24-6-79,-2 16 1,-7 4 2,-7 9 1,-4 6-480,-4 3 1,1 2 498,-23 0 328,26 5 1,4 3-374,6 3 1875,-2 3-1891,34 10-35,16 13-16,20 12-223,-13-14 0,2 1 251,6 3 0,2 2 0,3 2 0,1 1 50,1 4 0,-1 2-131,-2 3 0,-5 3-283,-5 3 0,-8 3-1476,-12 4 0,-9 1 1840,-9-5 0,-5-4 0,2-15 0,-2-4 0,-13 8 0</inkml:trace>
  <inkml:trace contextRef="#ctx0" brushRef="#br0" timeOffset="136067">20666 3738 18499,'14'-43'1263,"-1"-1"0,0 1 1,3-8-1,-4 6-865,-6 4-318,-7 29-97,0 11 55,-1 14 13,0 18-35,-2 2 1,1 5-6,-1-1 1,0 0-306,0 2 0,0 1 285,0-2 1,0-2 14,-3 20 6,2-23 1,0 0 48,-3-1 1,-2-3 140,-4 10-45,-1-9 212,4-23-83,6-11-117,0-13-24,7-32-94,8-11 94,-4 27 0,2-2-128,5-6 0,2-1-415,-1 5 1,1 0 422,4-8 1,1-2 10,0 3 1,-1 2 7,6-14-55,-6 17 0,-15 28-11,-4 17 335,-6 16-316,-3 8 1,-1 4 4,0 1 1,-1 2-578,-3 12 0,1-1 575,4-16 0,2-1-157,1 10 0,2-2 157,1 7 11,2 13 62,-1-31 89,-1-13-83,-1-11 38,-4-16 1871,-3-13-1946,2-4 0,-1-5-23,2-2 1,1-1-1069,-1-15 0,2 1 1060,2 13 1,2 0 7,3-8 1,3 0-139,2 7 1,2 3 137,-1 3 1,1 1-3,9-16-11,-8 34-12,-5 21 12,-3 6-15,-1 17 1,-2 6-70,-1 11-952,-2-3 0,-1 8 0,-1-4 1030,0-4 0,0-3 0,-1 9 0,0-5 0,1-5 0</inkml:trace>
  <inkml:trace contextRef="#ctx0" brushRef="#br0" timeOffset="151567">8532 4617 14993,'12'-59'1858,"0"1"1,-3 6 0,-1 6-1003,-5 9 518,-9 5-1143,1 21-342,-3 0 153,3 19 476,0 14-80,-5 22-45,-4 17-566,6-26 0,-1 1 142,0 1 0,1-1 1,0-2 1,0-1-30,-3 26-8,4-9-372,3-13 390,2-13 378,2-12-149,0-13 435,2-14-477,1-16-4,1-2-62,4-13 0,1-3-60,1-1-355,2-5 1,1-1 377,5-4-23,-8 26 1,0 2 23,7-13-35,-8 20-50,-5 15 43,-2 15-6,-4 15 27,-3 20-2,-5 19-16,1-23 1,0 2 106,-1 0 1,0 1-107,0-1 0,-1-1-3,2-3 1,0-1 3,-4 19 84,4-16 166,5-17 13,1-16-113,1-18-95,-1-16-19,-2-18-27,4 17 1,-1-1 3,0-3 1,1-1 64,0 0 0,0-1-60,2 4 1,1 1 29,2-20-56,2 18-4,-3 18-28,-1 16-38,-2 22-738,-5 26 818,-1-6 1,0 0 0,-2 9 0,-3 3 0</inkml:trace>
  <inkml:trace contextRef="#ctx0" brushRef="#br0" timeOffset="153017">13211 4179 24377,'1'-57'729,"0"1"1,0 6 0,-3 8-848,-5 19-201,1 12 110,2 19 369,0 17-327,0 37-10,0-12-196,1-5 1,0 1-500,1-10 1,-1 1 79,-2 10 0,-1 1-1345,-2-1 1,-1-1 2171,-2-3 1,-1-4 0,-3 6-1,1-16 1</inkml:trace>
  <inkml:trace contextRef="#ctx0" brushRef="#br0" timeOffset="153184">12917 4428 23594,'-35'-32'349,"1"-1"1,-1 0 0,-8-7-1,10 7-651,18 11 353,25 14 39,18 3-750,30 3-2330,2 6 0,5 2 2338,-11-2 0,-1 0 0,1 2 0,-7-1 0,-2 1 0</inkml:trace>
  <inkml:trace contextRef="#ctx0" brushRef="#br0" timeOffset="154008">21939 3522 17736,'-48'-10'1137,"1"0"0,-1 0 1,-12-3-1,13-1-795,27 0 33,34-2-168,46 2-202,-18 8 1,4 1-725,-3 2 1,4-1 0,1 2 690,1 2 0,1 2 0,1 0-4,4 0 0,1 1 0,-2 0 8,-10 0 0,-1 0 0,0 0-29,4 2 1,1 0 0,-3 2-130,2 2 0,-3 1 307,-7 0 0,-4 2-164,-4 15 78,-60-6-28,-12-5 48,-10-5 0,-4-2-507,12-3 1,-1 0 506,3 0 1,-4 0 0,3 0 29,-9 1 1,4 0-29,7 0 1,4 1-11,-11 3 1416,21 2-1332,31 0-63,17 0-21,29 0-37,-14-9 0,2-2-12,-5 0 1,3-1 14,22-3 0,2-3-3,-19 0 0,-1-1 368,15-5 1,-2-4-183,-19-2 1,-5-3-50,-6-6 1,-6-3-48,-4-5 1,-6-2-25,-4-3 0,-4-1 3,-3 0 0,-3 0 34,-3 4 1,-3 2 6,-1 5 1,-1 1 308,-14-15-343,8 14-61,8 12-35,8 10 50,10 14 492,10 11-479,14 19-55,-7-10 0,1 1-19,-3-3 0,1 2-157,11 20 0,-3 4-438,-13-16 0,-3 2 52,5 16 1,-7 0-1309,-15-13 1,-6-2 1877,-2-6 1,-1-4-1,-10 6 1,9-17 0</inkml:trace>
  <inkml:trace contextRef="#ctx0" brushRef="#br0" timeOffset="154701">23585 3438 16684,'-4'-7'2444,"-4"-30"1,2-10-1447,12 1-1156,-6-8 0,6 1 310,28 7 90,12 15 63,8 13-116,7 14-79,-29 7 1,-1 5 86,28 15-131,-32-6 0,-3 4 18,10 29-81,-17 10-130,-18-27 1,-7 1 14,-6 1 1,-4-2-177,-9 0 0,-3-2 266,-6-2 0,-2-4 47,-4-2 1,0-3 40,0-3 0,1-2 38,3-3 0,1-2 132,-18 5 88,22-6 371,20-4-413,24-4-30,23 0-242,29-4-63,-20 2 1,3-1-372,9-1 0,2 0 233,6 1 0,0 0-491,-19 1 0,0 1 0,0 0 148,0 1 1,-1 0-1,0 1-1477,16 2 0,-2 0 2011,-11 1 1,-5 0 0,8 2 0,-26-3-1</inkml:trace>
  <inkml:trace contextRef="#ctx0" brushRef="#br0" timeOffset="154918">23498 3936 19401,'-51'10'1714,"1"0"1,7-2 0,11-1-1015,22-4-348,34-5-147,29-5-146,-11 3 1,4-1-924,10-2 1,3 0 880,-16 2 0,2 0 0,0 0-9,3 1 0,-1-1 0,1 1-19,0-1 0,1 1 0,-1 0-222,-2 1 0,0 0 0,-1 1-1972,16-1 1,-2 1 2165,-13 1 0,-4 1 0,6 0 0,-27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10:24:42.2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2924 2824 21495,'5'6'717,"-1"-2"-235,-4-4 627,0 0-359,-15-60-106,9 11-510,-2 2 1,1-1-297,7-7 319,4-9-34,2 4-429,-2 21 0,-1-2 348,-1 2 0,-1-1-1521,0 0 0,0 2 1523,-4-8 40,-2 6-44,-3 30 112,-2 3-180,1 9 508,-3 16-475,0 20-5,5-7 0,1 4 0,1 9 0,1 3 1255,0 7 0,3 2-1272,4-7 0,2 2 1,1-2-443,-1-5 1,2-2 0,1 1 336,4 5 1,1 2 0,1-5-61,2-2 0,1-4-865,4 3 0,1-3-1266,9 8-7518,2 1 9828,-16-22 0,-9-13 0,-8-11 0</inkml:trace>
  <inkml:trace contextRef="#ctx0" brushRef="#br0" timeOffset="184">2644 2882 23310,'7'-44'196,"-1"1"0,3 3 0,6 7-202,17 19 1,6 7-1093,-1-2 0,2 1-1597,15-2 1,-1 1-2222,-15 4 1,-3 0 4837,1 0 1,-6 1 0,-8 1 0,-10 1 0</inkml:trace>
  <inkml:trace contextRef="#ctx0" brushRef="#br0" timeOffset="850">3551 2442 22021,'-42'-7'719,"1"0"0,2 0 0,11 2-495,24 5-135,3 0 23,1 0-5,10 0 22,9 0-40,21-2-61,-2 0-11,-3 1 0,2-1 0,13 0-17,10 2 22,-14 13-5,-30-2 5,-2 29 1,-32-4-7,2-8 1,-5 2-332,-7-2 0,-3-1 332,-4 2 0,0-2-9,7-5 1,-1-2 16,-7 4 0,3-2-14,2-2 23,-4 2 140,32-16 22,19-6-89,21-9-74,23-7-30,-21 4 0,4-1-329,5-1 1,2 0 97,2 0 1,1 0-694,1 1 0,1 0 325,4 1 0,-4 0 0,6 0 1,-8 3-1</inkml:trace>
  <inkml:trace contextRef="#ctx0" brushRef="#br0" timeOffset="1107">4452 2146 22229,'-3'-5'3288,"1"1"-2185,2 4-1036,-62-25 12,30 46-49,-12-13 1,1 4-220,24 14 1,5 7 199,-2 4 0,0 5 1,3-2-449,2 4 1,3 1 428,1-3 1,1 4-1,5-4-29,10 9 1,8-5-112,8-2 0,8-5-393,10-3 1,6-6-1452,-10-11 0,2-3 0,1-2 1992,17 2 0,-2-4 0,-17-4 0,-4-2 0,9-1 0</inkml:trace>
  <inkml:trace contextRef="#ctx0" brushRef="#br0" timeOffset="2233">5387 2216 11206,'2'10'3791,"0"-2"-1108,-2-8 1434,0 0-3539,1-19-326,-2 14-107,2-14-83,-3 19 395,2 0-180,-3 0-38,0 0-6,-3 0-17,1 1 15,2-1-40,0 1 135,2-1-293,0 0 75,0 0-76,-1 1 34,-1-1-18,1 1-49,0-1 84,1 0-120,-1 0 49,0 0-109,-1 1 106,1-1-47,-2 0 25,2 0-12,-2 2 9,1-1 96,-2 2 12,2-2-74,1 1-450,1-2-775,1 4-4810,2-1 5967,0 2 0,0-2 0,0-1 0</inkml:trace>
  <inkml:trace contextRef="#ctx0" brushRef="#br0" timeOffset="3633">5472 2238 11704,'0'-5'4173,"0"2"2991,0 3-6845,-18-19 40,7 15-191,-17-13-34,7 22 28,-10 3-78,4 0 101,-16 1 22,7-4 113,-14-2-164,14-6-38,4-2-73,19 0 28,4 0-62,5 5-50,2-2 16,0 9 34,2 5-11,0 13 12,0-2-12,-1 15 22,-3 6 0,-1 3-27,0 6 22,2-16-6,2-11 57,-2-3 88,1-13 427,-1-1-236,1-7-168,-3-9-123,1 0 34,-3-11-45,4 0-6,1-12-39,10 4 11,9-2 11,3 13-33,11 3 28,6 8-11,-6 1-18,24 16 24,-23 5-24,13 14 12,-20-6-22,-6 10-12,-17 5-16,-12 2-124,-18 9-971,-16-11 748,3-11-1077,8-12 1,-1-2-8358,-7-4 9358,-6 4 0,28-15 0,14-1 0</inkml:trace>
  <inkml:trace contextRef="#ctx0" brushRef="#br0" timeOffset="3874">5609 1988 22251,'-2'-7'3647,"0"1"-3261,2 6 208,0 0-566,30 16-12,12 17-10,-5-5 0,2 5-594,1 6 0,-2 3 593,-2 6 1,-5 2-54,-5 4 1,-9 3-189,-10 4 1,-10 0-393,-6-17 1,-6-1 0,-2-1-2650,-5 1 0,-4-2 0,0-2 2241,-8 6 0,2-5 0,5-11 0,5-5 0,8-11 0</inkml:trace>
  <inkml:trace contextRef="#ctx0" brushRef="#br0" timeOffset="8124">3078 4373 16740,'1'-51'1897,"0"0"0,0 5 0,-2 6-637,-7 5-1025,2 15-90,-4 8 74,-8 15-135,-5 14-6,-16 18-50,17-8 0,0 4-266,-4 7 1,2 2 239,-1 6 1,2 1-489,3 3 0,3 0 480,5-3 0,4-1-16,8-4 0,7-4-18,5-6 1,8-4-23,16-5 1,5-7 44,-11-4 0,1-5-429,19-4 1,0-6 394,-17-4 1,0-4 36,7-4 0,0-4 11,-3-2 0,-1-5 28,1-6 1,-3-1 213,-11 10 0,-2-1-183,2-9 0,-3 1 112,-9-4 941,-2-1-997,-12 13-28,-11 17-72,1 9 964,-13 17-948,6 8-23,-1 13 29,8 1-34,17 5-6,12-13 6,8-7 6,16-15-6,-1-13 0,-9-6 0,1-4 22,20-17-220,-24 5 0,-3-2 243,3-14 112,-9-14 73,-15 12 168,-20-14-191,-9 17-45,-18 7-89,11 21 45,-6 7-62,12 12-6,-3 10-39,6 26-5,11-9-6,4 27-45,13-12-61,10 11-26,-2-31 1,5-3-253,14-1 0,5-5 44,-1-6 0,2-6 93,11-4 1,-1-5 181,-14-3 1,-2-4 11,4-7 0,-4-4 58,10-17 71,-15 4 0,-3-3 10,-6 4 1,-2 0 36,-1-6 1,-1 1 27,-1-8 190,-3-3 209,-5 16-309,-1 6-180,-3 10-38,-1 17-23,-1 4 555,-2 18-555,-1 6 0,3 28 11,6-3-852,1-23 0,3-2 825,10 6 16,16-7 44,0-20-10,10-10-28,4-27 16,-12-13-161,-16 11 0,-3-1 167,3-16 33,-9 11 1,-2 0 16,-1-15-42,-3 17 1,-1 0 2,-1-11 1588,-2 15-1638,-1 12-50,0 11-74,0 19-162,0 7-476,4 18-773,3 7 208,2-9-8493,16 19 8117,-12-31 0,6 6 0,-15-25 0</inkml:trace>
  <inkml:trace contextRef="#ctx0" brushRef="#br0" timeOffset="8690">4652 4310 16896,'1'-6'6627,"0"2"-5474,-1 4-435,-3-65-472,1 46-159,1-17 0,-1 5 92,1 28-168,2 10 0,5 9 0,2 18-16,1-2 5,-5 1 0,-1 3-6,-5 24-636,0-14 1,-1 2 635,-2-7 1,1-2 7,-1-4 1,1-3 9,-1 11 105,3-19-22,1-24-16,4-11 50,6-16-45,1-1 212,18-28-150,-4 14-184,-6 12 1,2 1 99,12-12 1210,3 12-1260,1 12-7,0 12 1,2 14-17,-1 10 5,1 13 6,-1 5 6,-2 0 10,-2-6 221,-2-12-192,0-14 0,1-21-6,3-17-11,-16 8 0,-1-3-154,0-5 1,-2-3 156,-1-5 0,-2-2-476,-2-6 0,-2-1 470,-2-4 0,-3-1 11,0 0 1,-2 2 66,-1 6 1,-1 1 19,-2 11 1,0 2 44,-5-9-79,-3 21-49,1 16 258,2 18-287,1 16 1,2 21-18,2-17 0,1 2 113,2 6 1,1 2-150,1 4 0,2 3-631,3 2 0,2 2 242,5 0 0,3 1-384,3-2 0,4-1-868,1-7 0,3-3 1683,1-7 0,-2-5 0,5 2 0,-10-17 0</inkml:trace>
  <inkml:trace contextRef="#ctx0" brushRef="#br0" timeOffset="8867">5196 4184 21618,'-5'-2'3489,"2"0"-3118,3 2-551,75-52-2246,-33 42 1,3 1 595,0-9 0,4-4 1,-2 5 1304,11 10 0,-6 5 0,4-1 0,-26 1 0</inkml:trace>
  <inkml:trace contextRef="#ctx0" brushRef="#br0" timeOffset="9067">6305 3895 23741,'-6'-2'2224,"2"1"-1933,4 1-431,-6-27-274,28 20-606,3-18-1427,25 32-4259,-5 4 6706,-11 3 0,-16-5 0,-10-3 0</inkml:trace>
  <inkml:trace contextRef="#ctx0" brushRef="#br0" timeOffset="9234">6219 4128 24850,'33'5'-4330,"12"-3"4330,-2-7 0,0-3 0,4 2 0,-5 0 0</inkml:trace>
  <inkml:trace contextRef="#ctx0" brushRef="#br0" timeOffset="9567">7275 3830 25506,'-45'-29'364,"0"0"0,3 3 0,5 9-213,5 26-22,1 10-17,3 15-73,5 13-34,10 9 7,8 5-332,15-3 314,15-6 17,17-13 12,10-12 44,3-12 39,-4-18 6,-10-13 23,-12-14 21,-9-12-38,-10-9-68,-8-8-5,-11-1-11,-5 4-62,-9 11-420,-6 11-2224,-7 13 2672,2 11 0,12 6 0,10 4 0</inkml:trace>
  <inkml:trace contextRef="#ctx0" brushRef="#br0" timeOffset="12234">1950 5661 19384,'0'-10'3523,"0"2"-2527,0 8-4653,0 0 3657,-17-53 0,12 40 0,-13-40 0</inkml:trace>
  <inkml:trace contextRef="#ctx0" brushRef="#br0" timeOffset="13084">2003 5615 14762,'0'-2'5232,"-1"-1"-3446,1 3-1393,-63-46 184,33 33-415,-9-12 1,0 5 44,9 27-34,3 9 46,-1 22-146,9 0-51,5 2 28,11-2 6,10-5 6,5 8-34,11 0-11,-1-10 5,19 12-16,-17-21-1,4 0 1,1-1 0,4 0-1,8 5 130,-20-10-46,-13-8 68,-18 1-84,-16-2-28,-22 3-31,16-4 0,-4 1-381,-12 1 1,-2 0 371,8-3 1,0 0-9,2 0 0,3-1-25,-15-5-313,30-4-2208,7-9-2340,24-7 4889,11-3 0,-2 8 0,-4 6 0</inkml:trace>
  <inkml:trace contextRef="#ctx0" brushRef="#br0" timeOffset="14217">2142 5639 23909,'17'-40'560,"-1"-1"0,1 2 1,-7 11-354,-11 26-146,1 3-5,0 20-39,5 11-6,3 26 1,2-7-175,-5-14 0,-1 5-22,-1 6 1,-2 2-684,0 0 1,-2 1 60,0 4 1,-1-2-348,0-19 0,0-5-145,-1 8-1043,3-19 298,8-29 1831,2-10 655,6-18 595,-7-4-281,-4 8 1284,-7-8 435,-8-2-1187,-3 1 581,-5-1-1186,4 20-453,4 10 22,4 7-207,4 6 28,11 4-40,9 5-16,19 4 5,12 1-16,12-4-1,-27-6 1,0 0-156,1-4 1,0-2 135,-1-1 0,-2-2 20,25-14 44,-15-5-16,-16 3 100,-11-12-33,-14 12 57,-5-6-46,-4 13 224,-10 8-264,6 6 390,-15 15-378,11 7-45,-4 15 11,11 2 23,10 0-67,6-9 5,24 1 17,-1-18-6,15 1 17,-6-19-22,-5-10 11,-6-12 34,-10-7 11,-9-4-1,-13 1-27,-9 2-17,-8 7 34,-3 8 11,0 10-34,0 10-22,2 11-1,1 13 1,4 12-17,4 12 34,6 10-82,6-24 1,2 1-361,2 2 0,4 1-178,2 2 1,4 0-292,6-1 1,4-3-130,4-3 1,3-4-12,5-7 1,2-4 455,0-6 1,1-6 532,-2-7 0,-2-5 264,16-10 862,-22-7 0,-4-4 974,1-15-1291,-9 12 1,-2-1 305,-1-16-275,-5 9-482,-3 14 219,-3 8-432,-2 16-10,-3 13-68,0 7 45,-7 41-56,2-1-340,1-12 1,1 3 311,0-1 0,0 1 3,0 3 0,-1 0-15,0-1 1,0-2 5,0-7 1,0-3 11,-5 15 5,4-27-11,3-29 17,3-22-12,2-8-11,2-9 1,1-4 13,0 5 1,0-1-401,0 0 1,2-3-1,-1 0 403,3-15 1,0 2-18,1 1 1,2 2-156,-1 6 0,1 2 175,1 7 0,1 3-14,12-21 788,3 16-788,4 16 11,2 12-5,1 14 1281,1 13-1298,-3 15-28,-5 15 16,-12 7 23,-16 5-22,-20-3-23,1-28 0,-3-2 322,-19 10-778,3-15 0,-3-4-2031,-12-3 2532,17-7 0,2-1 0,4-4 0,14-4 0</inkml:trace>
  <inkml:trace contextRef="#ctx0" brushRef="#br0" timeOffset="14641">3870 5842 18230,'-4'0'2688,"0"0"1256,4 0-3904,-25-33 679,31 19-708,-10-26-95,45 29-538,15 0-855,-22 6 0,1 0-2488,23-2 3965,5-1 0,-40 5 0,-1 1 0</inkml:trace>
  <inkml:trace contextRef="#ctx0" brushRef="#br0" timeOffset="14834">4439 5436 28362,'-10'13'-90,"0"21"-252,5 8 1,2 6-2090,0 6 0,0 2 2431,2-12 0,2 1 0,-1-3 0,-1-4 0,1-2 0,2-3 0,0 0 0</inkml:trace>
  <inkml:trace contextRef="#ctx0" brushRef="#br0" timeOffset="15174">1572 6941 17967,'-59'17'480,"0"-1"1,0 1 0,0 0 0,-5 1 0,2-1 0,10-3-101,10-3 1,14-6 1002,23-8-946,53-13-250,1 0 1,9-1-998,-4 2 0,5-1 0,3-1 864,-5 2 1,4 0 0,1-1 0,2 1-294,-14 3 0,0 1 1,1-1-1,2 1 1,0-1-1,1 1 260,5-1 1,1 0-1,1 0 1,1 0 0,1 0-1,0 1-207,-6 1 0,1 0 0,1 0 0,0 0 0,0 0 0,1 1 0,0-1 193,1 1 0,1-1 0,1 1 1,-1 0-1,1 0 0,0 1 1,-1-1-141,-6 2 0,-1 0 1,1 0-1,-1 0 0,1 0 1,-1 1-1,1-1 0,-1 1 139,6-2 1,0 1-1,0 0 1,0 0-1,0 1 1,-1-1-1,0 1-43,-3 0 1,0 0 0,-1 1 0,1-1 0,-1 1 0,-1 0 0,-1 0-13,5-1 1,-1 1-1,-1 0 1,0 0-1,-2 0 1,0 0-421,4 1 1,-1-1 0,-1 1 0,-2 0-1,-2 0 469,1 0 0,-1 1 0,-4 0 0,-6 0 0,8 0 0,-12 1 0,-13 0 0</inkml:trace>
  <inkml:trace contextRef="#ctx0" brushRef="#br0" timeOffset="16291">6685 5683 20481,'-1'-8'4122,"1"2"-3702,-9-26 1,-3-4 27,5 15-392,-4-19 0,0 11-45,9 31 12,1 16-18,2 16-22,1 20 3,1-21 0,0 1-341,0 3 0,2 1-306,0 1 0,2-1-1333,0-1 0,1-2 1345,4-3 0,-1-3 0,2 4 1,1-13-1</inkml:trace>
  <inkml:trace contextRef="#ctx0" brushRef="#br0" timeOffset="16633">6920 5260 17171,'-3'-8'5590,"0"1"-4756,3 7-279,0 0-466,-58 1-5,43 25-64,-15-10 0,3 3 2,37 37 28,9-5 18,11-13 83,5-14 84,-1-13-117,-10-13 201,4-21-95,-14-8 40,2-20-29,-11 0-56,-9 0-39,-7 4-45,-7 9-33,-3 11-68,3 10-44,4 10-17,5 14-236,5 14-1109,9 16-4553,12 14 5965,5-3 0,-4-16 0,-7-15 0</inkml:trace>
  <inkml:trace contextRef="#ctx0" brushRef="#br0" timeOffset="16834">7299 5550 25567,'41'-27'-638,"1"-1"0,2 3 1,-1 8-1,9 16 1,-8 1-1</inkml:trace>
  <inkml:trace contextRef="#ctx0" brushRef="#br0" timeOffset="16991">7360 5762 26295,'43'-30'-1720,"-1"1"1,1 0-1,-1 1 1,0 2-1,-2 5 1720,3 7 0,-4 4 0,14-4 0,-26 6 0</inkml:trace>
  <inkml:trace contextRef="#ctx0" brushRef="#br0" timeOffset="17167">8227 5147 24861,'-2'-2'2509,"-1"0"-1921,3 2-576,-52 47-12,39 0-733,-13-2 1,3 4-119,23-4 0,7 0 851,0 12 0,1-2 0,1 5 0,1 1 0</inkml:trace>
  <inkml:trace contextRef="#ctx0" brushRef="#br0" timeOffset="17617">9318 5743 25275,'-13'-46'347,"0"0"1,3 5 0,0 9-404,4 23-275,3 8-1809,8 13 1077,4 15 0,-1-10 1,0 4-1</inkml:trace>
  <inkml:trace contextRef="#ctx0" brushRef="#br0" timeOffset="18357">9211 5791 20134,'6'-54'1413,"0"0"0,-3 10 1,3 5-310,21-9-757,-12 28-196,4-2-39,-10 26 6,-2 17-18,-1 21-66,-3 0-15,-5 1 1,-2 3-79,1-11 1,-2 1-1105,-2 18 0,0 2 1163,-1-2 0,0-4 0,1 7 0,0-4 0</inkml:trace>
  <inkml:trace contextRef="#ctx0" brushRef="#br0" timeOffset="18790">10313 5358 23080,'-5'-47'732,"0"0"0,0-1 1,-2-16-1,-1 7-295,-5-1-129,2 17 139,1 18-346,4 11 7,2 15-80,3 17-23,-1 24-25,2-12 1,-1 4-410,1 7 0,-1 3 244,0 6 1,0 1-676,-1 3 0,0 1 860,1 8 0,-1-3 0,1-26 0,0-3 0,1 27 0</inkml:trace>
  <inkml:trace contextRef="#ctx0" brushRef="#br0" timeOffset="19340">10877 5147 17871,'0'-4'4313,"0"1"-2812,0 3-1378,-2-43 6,1 32-45,0-32 101,1 43 907,0 0-1019,0-3 73,0 0-1,2-3-10,1 2-12,2-2-17,-1 3-33,-1 0-39,0 1-17,-3 2 5,1 3 0,-1 5 18,-3 10 10,-4 9 6,-10 11-6,-11 9-11,10-20 1,-1 1-117,-1 0 0,-1 1 119,2-3 0,1 0 9,-9 18-1,14-11-5,18-7-6,19-9-50,22-6-110,-12-7 1,3-3-840,8 0 1,2-2-327,5 0 1,2 0 1285,6-1 0,-3 0 0,-24 1 0,-2-1 0,23 1 0</inkml:trace>
  <inkml:trace contextRef="#ctx0" brushRef="#br0" timeOffset="20491">11977 4922 23136,'-14'-42'1031,"4"9"-925,8 33-33,-1 0 67,-7 5-95,2-2 55,-12 8 18,0-4 28,-12 3 22,-5-2 39,-4-2-22,2-4-6,5-1 29,8-2-29,7 0-39,6-1 17,6 1-107,3 1 23,1 0-34,2 0-28,0 3 6,-1 8-28,1 2 28,-1 15-6,1 2 11,2 9 12,2 0 27,4 3-16,0-9-17,1-4 45,-6-9 0,-1-7 28,-1 1 16,0-5 85,-1-4-101,0-4 67,-2-3-45,1-3 11,-1-6-117,2 0 50,6-7-56,0 8-11,10-8 12,5 5-7,10-4 1,14 1-1,-5 7-5,-1 3-11,-4 14 0,-7 6-6,13 21-16,-11 2-29,-2 13-84,-18-5 12,-10-9-353,-15 5-964,-28-1 261,19-22 0,-3-1-3726,-8 2 1,1-4 3885,-11-1 1,16-8-1,21-5 1</inkml:trace>
  <inkml:trace contextRef="#ctx0" brushRef="#br0" timeOffset="20774">11148 5114 24934,'50'-34'-723,"1"0"1,-3 3 0,-3 10 722,15 28 0,-27-4 0,-8 6 0</inkml:trace>
  <inkml:trace contextRef="#ctx0" brushRef="#br0" timeOffset="20907">11202 5355 23868,'39'-23'-633,"0"-1"0,0 0 0,13-8 0,-6 7 0,-11 13 1,-15 6-1</inkml:trace>
  <inkml:trace contextRef="#ctx0" brushRef="#br0" timeOffset="36416">7220 7585 20582,'-4'-54'1661,"-1"1"1,-3-1 0,-2 4-1169,-9 1-331,0 8 79,7 20-140,7 13-95,1 6 5,6 27-6,2 14 1,-2-5 0,0 1-635,2 24 615,-6-16 0,-2 1-416,-1-4 1,-2 0 432,-1 11 0,-2 2-6,-1 3 0,0-3-23,4-15 1,1-4 30,-5 19 23,12-43 17,10-28-34,4-8 1,1-4 7,2-4 1,0-1-798,7-13 0,-2 0 783,-6 14 1,-3 3 8,0 1 0,-1 0-29,3-1 1,-1 2 25,4-5 43,0 4 0,1 5-71,0 11 6,16 9 6,-8 22 10,1 6-33,1 17-78,-4 0-135,4 15-216,-12-21 1,0-1 30,6 12-582,15 4 2088,-7-34-1814,13-8 538,4-21 269,-19-7 0,-2-3 61,8-14 81,-14 7 1,-5-1 70,-6 3 1695,-1-20-1343,-14 23-55,-7-6-454,-9 29-135,3 12-5,4 19 6,11 8 21,12 3-4,7-3-12,3-9 0,23 0 11,-8-17-11,17-4 17,-7-21 22,-5-12-22,-11-1 61,-1-14 23,-14 4 84,-1-22-96,-7 12-44,-7-2-28,-2 24 5,-2 7-156,2 11-113,0 7-565,10 13-1187,6 12 116,4 2 1035,17 15 0,-21-26 0,8 8 0</inkml:trace>
  <inkml:trace contextRef="#ctx0" brushRef="#br0" timeOffset="36975">8580 7486 19412,'0'-4'4183,"0"0"-2278,0 4-1373,-6-63-493,5 47-11,-4-41-5,5 71-23,-1 15 11,0 13-6,-2 8-16,0 3-17,0-4 28,2-8 11,1-16 73,3-9-16,1-23-18,6-11 6,3-21 0,3-13-134,-7 22 0,1-1 123,-2-2 0,1-1 5,0 2 1,0 1 33,9-26-11,2 15-45,1 14-23,5 14-5,-4 8 0,22 15 6,-9 8-12,16 17-16,-14 9-6,-9 6 245,-11-8-200,-7 8-12,-7-10 7,-6-5 27,-2-10-6,-5-20-27,2-10-12,-1-15 18,5-24-7,2-10-169,3 20 1,3-1 208,10-23-34,7 12-16,-1 15 27,8 10-22,9 12-6,6 8 6,14 12-5,-6 14-213,-11 2 207,6 15-219,-8 10-574,-22-24 0,0 1-4112,-2 4 1,-4-1 3713,-3 6 1,-6-14 0,-1-16 0</inkml:trace>
  <inkml:trace contextRef="#ctx0" brushRef="#br0" timeOffset="37366">10028 7115 25348,'2'-43'0,"1"1"0,15-3 0,8 10-386,34 19-1560,-12 5 0,1 2 1375,-14 4 0,0 2-4345,12 5 1,-3 1 3984,-7 1 0,8 5 0,-39-7 0</inkml:trace>
  <inkml:trace contextRef="#ctx0" brushRef="#br0" timeOffset="37525">10228 7259 19120,'-5'2'4683,"1"0"-2969,4-2-2084,80-49-1733,-38 28 855,-2-1 1,8-4 0,-3 3 1247,0 3 0,-4 3 0,-10 4 0,-2 1 0,24-12 0</inkml:trace>
  <inkml:trace contextRef="#ctx0" brushRef="#br0" timeOffset="37699">11004 6728 23063,'0'-4'3815,"0"1"-2667,0 3-1098,-3-8-39,3 22-33,3 37-130,0-14 1,1 3-253,0 5 1,1 3-2874,0-4 0,0 2 0,0-5 1910,2 20 0,-2-17 0,0-7 1,-2-21-1</inkml:trace>
  <inkml:trace contextRef="#ctx0" brushRef="#br0" timeOffset="39375">5572 9485 14012,'11'-53'2503,"0"0"1,0 9 0,-4 3-1975,-9 7 1,-3 2-284,-8-24 50,2 23 1,-3-1 11,-6 2 0,-2 2-168,-9-7 212,-22 10-240,10 27-11,-15 16-70,28-1 0,0 6-26,-4 13 1,4 5-884,6-2 0,3 2 875,1-1 0,5 1 11,8-3 1,6-1-165,14 16 139,12 7 11,-1-33 1,5-5 38,23 5-2,-20-20 0,0-5 8,8-10 51,7-23 45,-12-9 10,-11 6 1,-1-3-12,-6 5 1,-2-1 16,0-4 0,-2 1-16,-3-6 345,-5 6-262,-5 20-95,-3 2-112,-1 15 1845,-1 14-1861,2 4 170,0 23-271,8 18-157,0-25 0,2 1-840,3 8 1,4-1-1250,4-4 0,2-3 1986,-1-4 0,-1-3 0,8 8 0,-10-18 0</inkml:trace>
  <inkml:trace contextRef="#ctx0" brushRef="#br0" timeOffset="39708">6095 9421 19720,'0'-4'4951,"0"1"-3243,0 3-1685,-36-35-1,27 34-22,-24-23 6,40 44 10,4 0-10,3-4 5,0-5 68,-3-6-23,-4-5 106,0-12-67,-5-5 34,1-12 61,-8 3 12,-3 2-23,-5 4-100,2 8 27,-3 3-50,2 7-90,1 5 12,0 7-163,7 9-879,4 9-6963,12 6 8027,5-2 0,-3-12 0,-3-10 0</inkml:trace>
  <inkml:trace contextRef="#ctx0" brushRef="#br0" timeOffset="41649">8033 9119 21315,'-12'-56'1247,"-1"0"0,2 3 1,-1 14-1018,5 32-214,1 6-21,2 24 16,3 13 0,0 9-53,4-13 0,2 1-454,1-1 1,1 0-802,4 10 0,2 3 1297,3 6 0,-1-3 0,3 7 0,-2-6 0</inkml:trace>
  <inkml:trace contextRef="#ctx0" brushRef="#br0" timeOffset="41899">8965 8837 20084,'0'-4'3097,"0"1"-1781,0 3-1182,-63 48-117,41-21 0,0 3-1745,-20 15 0,1 3 1607,20-12 1,6 0-995,3 1 1,3 0-8717,0 22 8875,3-6 1,3-20-1,3-24 1</inkml:trace>
  <inkml:trace contextRef="#ctx0" brushRef="#br0" timeOffset="42249">8587 8967 18627,'-4'-6'4184,"1"1"-3562,3 5 464,0 0-1046,-50-1-18,41 21-11,-35-7 40,68 34-29,2-21 12,15 7 66,-6-20 80,-7-11-102,-10-7 45,-8-14-44,-7-5 78,-5-19-34,-5 4 23,-5-2-12,-2 12-72,3 12-6,0 4-73,5 14 17,-1 3-174,1 27-750,4 4-3187,9 24 4111,5-11 0,1-17 0,-3-13 0</inkml:trace>
  <inkml:trace contextRef="#ctx0" brushRef="#br0" timeOffset="42592">9419 9147 22935,'-4'-3'2599,"2"1"-2415,-27-7 1,-8 2-50,6 9-93,-9-6 0,1 5-9,15 24-27,9 5 11,7 4-12,9 0 1,9-5 50,7-7 28,4-9 89,-1-7 74,-2-14-1,-5-8-123,-4-5 191,-2-20-140,-6 10-57,-4-12-55,-3 13-6,-2 8-51,0 9-66,3 7-174,-1 10-874,1 10-4358,1 11 5467,1 1 0,2-8 0,1-8 0</inkml:trace>
  <inkml:trace contextRef="#ctx0" brushRef="#br0" timeOffset="43225">10234 8740 25550,'-44'-36'331,"9"9"-158,35 31 18,-5 5-29,-6 4-83,-4 0 72,-26 10-62,6-6-27,-16 7-28,13-5-1,6 1-16,7 0-6,6 3 23,4 1-17,5 2-1,3-4 18,4 10 16,1-8-27,2 11-12,1-9 11,2-5 6,0-4 23,0-7 128,-1-5 107,0-4-85,1-8-100,2-7-17,2-10 22,1-6-61,-2 4-6,4-11-16,-3 17-12,3-5-28,0 16 23,7 4 44,13 8-33,17 7-14,-17-1 0,2 2-210,4 3 1,0 3 186,-1 0 0,-1 2-2,-4 1 0,-3 2-85,8 22-61,-26 2-112,-32 1-6,1-24 1,-3-2-547,-7 0 1,-2-4-455,0-2 1,0-3 670,1-4 1,2-3 0,-2 0 0,8-6 0</inkml:trace>
  <inkml:trace contextRef="#ctx0" brushRef="#br0" timeOffset="43399">10028 8785 18756,'3'-5'5047,"0"2"-4174,-3 3-492,86-60-3525,-31 34 3161,-14 2 0,6-3 0,-3 5-269,-2 9 0,0 3-1978,5 0 1,0 1 2229,-3 0 0,-4 2 0,14-2 0,-22 4 0</inkml:trace>
  <inkml:trace contextRef="#ctx0" brushRef="#br0" timeOffset="43659">10964 8691 24076,'48'-29'-512,"-1"0"0,1 0 0,-2 2 0,0 2 0,0 6 512,15 11 0,-5 6 0,-22-2 0,-3 2 0,23 0 0</inkml:trace>
  <inkml:trace contextRef="#ctx0" brushRef="#br0" timeOffset="43832">11105 8911 20739,'-7'1'4475,"2"1"-3920,5-2-393,0 0-526,86-67-1210,-51 50 1,3 0-457,9-12 1,7-4 0,-4 5 1510,0 9 0,-4 5 0,14-7 0,-28 11 0</inkml:trace>
  <inkml:trace contextRef="#ctx0" brushRef="#br0" timeOffset="44266">11982 8448 26939,'-2'-32'17,"1"0"0,15 2 0,9 6-104,12 15 0,6 8 11,0-4 1,2 2-147,3 1 1,0 2-832,-10 2 0,0 2 126,6 0 1,1 2-1304,-3 6 1,-3 3-1686,4 11 2212,-18 2-69,-47-1 1481,-20-4 462,14-9 0,-4 0-1323,-8 4 0,0-2 1438,-15 7 134,22-8 0,2-1 1120,2 2 555,0 2 363,10-6-603,8-3 402,4-2-1165,5-2 2720,1-2-3129,2-3 348,1 1-997,6-2-17,2-1-68,21-6-189,18-6-486,-3 2 1,3-2-634,-2 2 1,1-1-3313,10-3 0,0 1 4671,-16 4 0,-4 1 0,11-2 0,-23 5 0</inkml:trace>
  <inkml:trace contextRef="#ctx0" brushRef="#br0" timeOffset="44765">13099 8325 25141,'8'-35'504,"1"-1"1,2-21-399,-21 56 28,-16 13-38,-4 6-24,-9 13-27,9 7-22,10-7-1,7 17-11,12-23 0,19 24 23,8-29-23,20 5-16,-9-16 61,20-12 5,-21-9 23,12-10 28,-24-9-5,-11-8-63,-12 6 108,-19-21-35,-6 18-27,-11-11-45,5 19-34,6 11-62,6 9-245,4 13-253,6 3 549,0 25 0,6-21 0,0 12 0</inkml:trace>
  <inkml:trace contextRef="#ctx0" brushRef="#br0" timeOffset="45132">14340 8270 19776,'24'-37'1403,"0"1"0,0-1 0,9-11 0,-6 5-557,-8 6-522,-10 16-44,-17 22-151,-15 22-73,3-1 0,-3 3-593,-5 9 1,0 3 536,-4 5 0,0 2-28,0 4 0,1 1-677,1 3 0,2 1-208,4 1 0,2 0-174,5-12 1,3-1 1086,-1 9 0,2-5 0,5-13 0,-3 10 0</inkml:trace>
  <inkml:trace contextRef="#ctx0" brushRef="#br0" timeOffset="45292">13829 8380 25320,'9'-50'653,"0"-1"1,4 7 0,7 11-565,42 35-1144,-18 6 1,2 5 1009,11 6 1,3 4-874,-15-4 0,0 2 1,1 0-2360,1 3 0,1 0 0,-4-1 2125,9 5 0,-6-1 0,-10-7 0,-8-3 0,-12-6 1</inkml:trace>
  <inkml:trace contextRef="#ctx0" brushRef="#br0" timeOffset="50142">1576 11408 21310,'-35'-47'1004,"0"-1"1,3 5-1,1 7-679,-9 10-151,6 10-90,3 10-79,5 13-5,3 14-5,4 18 5,6 15 0,9-22 0,3 0-17,3 0 0,3 0-5,13 28 11,12-8 5,9-8 12,7-5-18,3-6 7,1-1-12,-8-2 11,-11-2 40,-15 0-45,-20 0 22,-19 1 6,-21 0-531,15-14 1,-1-2 535,-22 7-216,12-11 0,0-2 105,-14-5-205,18-5 0,3-6-1576,-1-28-2192,25-25 4062,19 18 0,5 2 0,1-9 0,12 3 0</inkml:trace>
  <inkml:trace contextRef="#ctx0" brushRef="#br0" timeOffset="50349">1909 11233 22761,'61'-2'1159,"-12"28"-1120,-49 34-596,0 2 529,0-29 0,0 1-420,-1 25-505,0-20 1,1 1-3964,-2 5 1,0-1 3063,1 10 1,-1-8 0,2-40 0</inkml:trace>
  <inkml:trace contextRef="#ctx0" brushRef="#br0" timeOffset="51265">1977 11657 21142,'-34'-40'860,"0"0"1,4 3 0,8 10-771,17 23-101,10 1-1,11 1 12,18-1-39,22 1-20,-10 2 1,1 0-162,-13 0 1,0 0 165,17 0 1,-2-1-14,12-3 47,-26 1 1,-1-1 41,19-6 197,-20-6-12,-17 2-84,-11 0 191,-11 1 106,-4 4 218,-11-2 3,0 6-557,-1 2 6,1 9-68,4 7-5,0 9-28,6 6-6,16 9 17,5-12 0,23 2-6,3-20 40,12-7 2,-18-9 1,0-4 24,18-19-19,-22 8 0,-3-1 14,1-13 90,-9-11 22,-15 9 162,-14-16-223,1 23 156,-25 0-218,20 27-6,-21 6-22,12 17-20,6 6 0,1 4 6,4 0 0,1 3-750,0 10 0,2 1 742,2 15-32,9-20 1,4 0-328,12 24-247,4-16 1,7-2-141,2-9 1,4-4-871,11 0 1,2-6 1149,-12-12 1,1-5-480,8-6 1,-1-6 106,18-15 949,-19-2 1,-2-4 220,-10 3 1,-2-3 302,-1-3 0,-4-1 905,1-16-841,-10 13 2069,-5 1-2096,-5 19-337,-1 0-246,-4 18 2166,-3 14-2199,-3 3 5,-1 8 0,-1 3-23,-6 26-315,5-13 0,0 2 276,2-1 1,2 0-1419,0 3 1,1-1 1414,1-7 1,0-1-9,-2 8 1,1-1-45,1-12 1,-1-1 72,-5 20 27,2-24-28,7-48 398,2-9-415,4-35 20,3 12 0,1-3 1142,-2 11 1,2-3-1135,3-9 1,3-7 0,0 5-505,0 6 1,2 1 514,-2 3 1,1-3 0,0 5-9,0 5 0,-1 3-326,5-8 0,1 2 323,10-6-123,-8 17 0,3 2 96,20 0-7,3 17 1,-9 13 11,14 35 11,-23 9 495,3 10-504,-27-16 1,-9 0-8,-19 12-93,4-15 0,-6-2-440,-1-9 0,-4-5-2205,-1-3 0,0-3 2743,-21 3 0,20-10 0,16-7 0</inkml:trace>
  <inkml:trace contextRef="#ctx0" brushRef="#br0" timeOffset="51682">3572 11470 25113,'48'-32'-1639,"0"0"1,-18 7-1,-1 4 1,24 8 0,-43 11-1</inkml:trace>
  <inkml:trace contextRef="#ctx0" brushRef="#br0" timeOffset="52025">4118 11201 22043,'-5'-3'3300,"1"0"-3009,-10-27 1,-1-7-96,9 1-143,-7-8 0,7 1-31,29 7-33,17 7 6,12 9 16,4 9 17,-3 18-45,-7 15 6,-13 22-1,-20-15 1,-6 4-394,-7 5 0,-6 3 408,-6 5 0,-6 0-606,-7 3 1,-4 0 582,-4-1 1,-1-2 13,0-3 1,0-4 7,5-6 1,2-3 3,-12 10 460,19-18-432,18-13-1,20-17-21,19-10-124,-9 4 0,4-2-1215,7-2 1,3-1 1326,14-3 0,-1 1 0,-23 9 0,-2 1 0,2 0 0,0 0 0</inkml:trace>
  <inkml:trace contextRef="#ctx0" brushRef="#br0" timeOffset="52459">7069 11493 22020,'8'-50'719,"0"-1"0,0 0 0,-1 6 1,0 2-1,-3 4-215,-5-23 227,-5 21-586,-4 20 26,-1 14-159,1 24 60,1 19-78,5-5 1,0 3-1,1 7 1,1 2-386,2 6 1,1 1-232,3 3 1,2 1-1480,3 0 0,3-1 2101,0-7 0,2-3 0,5 11 0,-6-25 0</inkml:trace>
  <inkml:trace contextRef="#ctx0" brushRef="#br0" timeOffset="52799">7587 10942 23595,'-30'-39'646,"-1"0"0,4 3 1,1 13-547,2 31-49,1 14-18,1 16-5,3 11-11,7 4-11,10-1 11,13-6 11,12-11 28,9-14 11,7-15 22,1-18 18,-2-12 55,-3-26-95,-14 11 79,-7-19 39,-15 20 0,-9-3-73,-10 8-40,-9 15-32,-5 8-46,2 14-28,6 8-201,10 14-930,13 12-3751,14-8 1,3 0 2776,3 9 0,9 0 1,-20-32-1</inkml:trace>
  <inkml:trace contextRef="#ctx0" brushRef="#br0" timeOffset="52999">7850 11184 26497,'-12'-43'1,"0"-1"1,9 2 0,11 9-315,49 21-1756,-8 7 0,5 1-1054,-8 4 0,-1 1 3123,4 2 0,-5 1 0,-10 1 0,-24-2 0</inkml:trace>
  <inkml:trace contextRef="#ctx0" brushRef="#br0" timeOffset="53158">8019 11373 26508,'48'-41'-1942,"1"0"0,-6 5 1,1 5 1941,10 12 0,-3 5 0,2-2 0,-24 8 0</inkml:trace>
  <inkml:trace contextRef="#ctx0" brushRef="#br0" timeOffset="53508">8728 10993 25834,'-17'-45'149,"1"1"1,-1-1 0,-5-12 0,14 8 185,40 2-285,16 15-27,-4 14-23,16 2 28,-24 12 0,0 5-34,25 10-8,-28 1 0,-3 4 95,4 15-115,-8 21-28,-22 3-76,-7-19 0,-6 3 98,-14 9 1,-7-2-1305,1-6 1,-2-4 1343,-2-1 0,0-3 3,3-8 0,2-4 3,-10 6 45,10-6 5,14-8-6,32-18-33,22-10-17,6-4-139,-7 5 1,6-1-971,-2 2 0,4 0 0,0 0 1044,-3 2 1,0-1-1,-1 1 1,20-5 0,-6 2-1,-1 1 1</inkml:trace>
  <inkml:trace contextRef="#ctx0" brushRef="#br0" timeOffset="54332">10155 11428 22302,'-15'-57'1245,"0"-1"0,2 7 1,1 5-804,4-5-268,3 21 83,3 9-218,2 18-27,1 16-1,0 31 11,-4-4 1,-2 5-950,-5 14 1,-4 5 827,0-14 0,-2 2 0,-2 0-1826,-3 6 0,-2 0 0,1 0 1925,1-6 0,-1 0 0,2-5 0,-1 4 0,2-7 0,-1 8 0</inkml:trace>
  <inkml:trace contextRef="#ctx0" brushRef="#br0" timeOffset="55658">11957 10743 25892,'-3'-54'190,"3"14"-150,5 50-7,0 4 34,-1 4 6,-5 1 22,-9 2 1,-7 0 16,-6-7 33,-1-5 12,2-15-23,4-12-55,5-20-40,7-12-11,13-8 0,10 3-22,10 11 5,5 14 6,3 14-12,1 14-10,3 16-18,-1 16 12,-6 19 0,-20-17 0,-4 2-288,-7 6 1,-5 2 295,-7 5 0,-7 1-492,-9 5 1,-5 0 494,7-17 0,-3 0 0,-2-1-423,-8 3 0,-2 0 0,2-4 434,-2 1 0,0-3 6,-10 0 0,3-8 73,6-17 27,5-18 381,23-19-456,24 2 0,8-2-30,10-12-15,8 10 0,5 3 85,-6 11 0,2 3-94,12-5 1,4 1-60,1 3 0,0 2-198,2 3 1,0 2-696,-1 1 1,-1 1 436,3 1 0,-5 1 0,7 0 0,-11 1 0</inkml:trace>
  <inkml:trace contextRef="#ctx0" brushRef="#br0" timeOffset="55958">13063 10443 22307,'-2'-4'3221,"0"0"-2067,2 4-1082,-63 22-21,22 10-581,-7-6 1,-1 4 546,18 0 0,3 2-6,-4 2 0,1 0 1,-8 10 274,6 0-247,30-29-11,14-2-16,17-8-10,4-7 1,3-2-12,0 0 1,1 0-248,1-2 0,1 0 135,1 0 1,0 0-297,-7 2 0,1-1-533,9 0 1,2 0-2728,2 0 1,-1-1 3676,-4 2 0,-4-1 0,12-1 0,-22 2 0</inkml:trace>
  <inkml:trace contextRef="#ctx0" brushRef="#br0" timeOffset="56149">13608 10382 24573,'36'-26'-567,"1"0"0,-1-1 1,4 2-1,2 1 0,-3 8-1948,0 10 0,0 6 1476,4-3 0,-2 1 0,14 0 0,-26 2 0</inkml:trace>
  <inkml:trace contextRef="#ctx0" brushRef="#br0" timeOffset="56316">13680 10680 26071,'57'-28'-956,"0"1"1,0 0-1,-6 2 1,-1 2-1,-2 2 322,16 0 0,-7 5 0,-24 6 0,-4 2 0,6-3 0</inkml:trace>
  <inkml:trace contextRef="#ctx0" brushRef="#br0" timeOffset="56825">15247 10020 20408,'-3'-3'4139,"0"2"-3169,3 1-181,-60-12-380,25 13-286,-8-4 1,-2 1-1578,-8 15 1527,10-2 219,-15 4-242,10-2-11,16-5 0,1 0 40,-14 3 10,8-2-16,22-6-45,8-1 67,1 3 1172,2 0-1099,-7 13 130,2 1-242,-5 10-11,2 0-11,3-1-12,2 0 6,3-1-5,1-3-7,2-2-4,0-7-1,1-3 17,0-6 39,0-2 45,0-5-28,4-8-62,0-2-9,21-22-13,10 6 0,-5 7 0,4 1-342,3 5 1,2 3 341,5 2 0,-1 3 0,0 1 0,-3 3 0,20 3-70,0 13 70,-30 7 0,5 13 0,-20-6-163,-14 24-599,-18-9-201,2-11 0,-4 0-2297,-4-4 1,-3-3 3259,-21 14 0,16-16 0,13-13 0</inkml:trace>
  <inkml:trace contextRef="#ctx0" brushRef="#br0" timeOffset="57025">15218 10028 23903,'39'-23'445,"-1"1"1,1 0-1,10-6 1,-3 5-396,14 4-218,-18 13-3473,-7 11 3641,-10 2 0,-10 1 0,-7-2 0</inkml:trace>
  <inkml:trace contextRef="#ctx0" brushRef="#br0" timeOffset="58225">8587 13117 21125,'0'-11'1630,"-7"-26"0,-3-5-650,0 6-711,-1-8 0,-1 1 134,4 11-330,7 15-28,9 6-34,2 13 6,10 14 22,-4 15-45,-7 1 1,-2 4 16,-3-3 0,-3 1-762,-4 10 0,-3-2 762,-9 11 11,-9-1 113,8-25 10,3-8-89,7-23 0,14-22 17,8-17-22,3 3-7,-3 11 1,2-2 42,5-4 0,2 0 421,-1 1 0,2 0-480,5-3 0,-1 4 17,16-4-34,-11 17 0,1 10-17,-8 11-10,16 18 4,-9 11 9,-15-4 1,-4 1 2,4 18-28,-12-14 0,-1 2-266,-1-1 0,0 1 243,2-2 0,1 0-604,14 28 235,4-31 308,-3-14 44,5-19 164,2-24-29,-6 4 107,-5-6 0,0-1 117,2-8-140,-7 10 0,-1 2 17,3-6 235,-1 0-279,-6 22-96,5-2 11,2 16 6,7 8-34,-3 1 34,20 13-34,-11-8-17,17 7 23,-8-10-6,1-6-5,-9-5 27,6-16 23,-17-6-28,2-6 68,-11-18-35,-7 9-27,-1-6 123,-7-4-79,1 19-56,-4-8-16,4 19-40,2 8-162,4 10-677,6 8-1810,10 9 2683,13 8 0,-13-11 0,1-1 0</inkml:trace>
  <inkml:trace contextRef="#ctx0" brushRef="#br0" timeOffset="58791">10137 12889 27113,'-27'5'246,"4"5"-229,17 18 5,0-1-10,1-4 10,2-7 51,1-7 39,1-5-34,1-12-27,-2-6-1,1-16-16,2-12-18,6-10 12,7-6 12,7-1 16,5 5-956,0 12 922,-5 17 28,7 9-50,-7 15-5,11 12 10,2 15-16,4 16 14,-16-16 0,0 2-217,1 1 0,0 2 208,-2 0 1,-1 1 5,-2-2 0,-3 0 913,3 21-885,-17-14-12,-12-16-10,-5-16 16,0-15 1,3-13 465,6-15-466,4-10 0,9-6 12,5 0-12,8 3 18,5 8-24,4 9-10,1 11 11,0 10-17,-7 9 5,5 12-21,6 17-74,5 8 14,-14-9 1,1 0-1094,1 0 1,0-2 692,18 15-1386,-5-9 0,-1-2-4882,1 2 6744,-6-6 0,-2-1 0,-14-9 0,-1-2 0</inkml:trace>
  <inkml:trace contextRef="#ctx0" brushRef="#br0" timeOffset="59008">11211 12613 20671,'-3'-3'4050,"0"1"-3333,3 2-1020,95-36-1799,-60 31 1,2 1 814,13-8 1,8-2 0,-5 4 812,-3 9 0,-5 3 0,18-2 1,-29 1-1</inkml:trace>
  <inkml:trace contextRef="#ctx0" brushRef="#br0" timeOffset="59182">11501 12844 26777,'54'-33'33,"0"0"1,-3 2 0,-1 5-384,-13 12 0,0 4-3231,6-1 0,0 0 3581,-3 2 0,-2 1 0,14-3 0,-20 5 0</inkml:trace>
  <inkml:trace contextRef="#ctx0" brushRef="#br0" timeOffset="59592">12843 12436 25877,'-6'-59'231,"-1"1"1,6 3-1,12 8-192,19 24 1,9 7-437,0-1 1,3 2 396,1 4 0,0 2-3,-1 3 1,0 4-4,-5 5 1,-2 4 5,20 21-17,-24 23 8,-28-17 1,-7 1 2,-9 7 1,-7 0-4,-10 4 1,-5-2-251,-6 2 1,-3-1 261,0-3 0,1-3-6,6-4 0,2-2 3,9-7 0,5-3 437,-1 7-376,30-19 70,30-20-129,-3-2 1,5-3 3,14-4 0,5-3-517,-11 5 0,2 0 0,2-1 378,-8 4 0,2-1 0,1 0 0,1 1-1112,4-2 0,2 0 0,1 0 0,-2 1 1245,-3 0 0,0 0 0,-1 1 0,-4 1 0,0 0 0,-2 0 0,-5 2 0,-4 1 0,1-1 0</inkml:trace>
  <inkml:trace contextRef="#ctx0" brushRef="#br0" timeOffset="60775">9114 14279 25640,'-44'-7'118,"9"1"-113,35 10 18,0 1 5,0 3 61,-3 0 46,-2-3-63,-3-2 85,-6-9 174,-7-23-264,6 6 11,-3-29-33,16 16-28,4 2 0,13 0-12,7 18 12,19 3-6,-4 17-5,7 17-17,-9 17 5,-11-1-11,-4 20-8,-20-22 0,-6 2-6,-4 4 0,-6 2-707,-9 10 1,-7 0 727,5-18 1,-3-1 0,0-2 9,-7 9 0,-4-1 3,-2-4 1,-5 0 0,4-4 10,1-5 0,1-4 8,-15 8 1,3-8 38,0-22-27,30-25-28,22-6 16,17-2 0,9-1-11,1 8 1,1 1-116,4-6 0,4 0 107,17-1 0,2 5-1142,-11 10 1,-1 2 1135,9-4 1,1 3-12,1 7 0,-1 3 141,-8 4 1,2 1-1303,-2 3 1,5 0 0,-3 1-3742,13 1 1,-2 1 3481,-5 1 0,-5 0 0,1 0 1,-35-6-1</inkml:trace>
  <inkml:trace contextRef="#ctx0" brushRef="#br0" timeOffset="60982">10405 14097 26383,'-31'46'31,"0"-1"1,-1 1-1,2-2 1,0 0-1,2-6-40,5-6 1,0-2-303,-15 16 1,-2-1-503,9-13 1,0-2-1626,-14 13 1,-2-3-2105,9-13 0,2-4 4542,6-6 0,3-4 0,-6 0 0,19-11 0</inkml:trace>
  <inkml:trace contextRef="#ctx0" brushRef="#br0" timeOffset="61132">9717 14474 19580,'15'-52'1788,"1"-1"0,-6 11 1,4 4-495,23-3-840,-7 25-230,20 1-123,1 24-76,-20 2 0,0 2-745,4 7 1,1 2 641,3 3 0,-1 3-603,2 1 1,0 0-1561,0 2 1,-1 0 1737,-4-5 1,-3-2-1,9 8 1,-17-16-1</inkml:trace>
  <inkml:trace contextRef="#ctx0" brushRef="#br0" timeOffset="62325">10420 14271 17188,'4'-6'5780,"0"2"-5259,6-26 0,1-5 235,-6 13-530,5-15 1,-5 6 26,-15 25 10,-10 15-117,1 3 30,-3 11 1,-2 5-124,3-3 0,0 1-779,-11 15 1,-2 2 742,1-1 0,1-1 2,-3 3 1,0 0-253,0 2 1,-1-1 192,2-3 1,1-1-297,5-4 0,2-3-3114,-11 15 3450,18-20 0,13-17 0,5-8 0</inkml:trace>
  <inkml:trace contextRef="#ctx0" brushRef="#br0" timeOffset="62949">9976 14103 21411,'-3'-3'3148,"1"0"-1541,2 3-1500,-54-2 16,33 21-90,-11-9 1,1 4 17,15 30-7,6 0-32,5-6 60,12-5 7,4-16-23,5-4 39,5-18-33,1-8-1,8-13 34,8-19-39,-13 13 118,1-15-28,-20 21-34,-3-2-45,-11 10-34,-9 8-33,-18 15 6,8 3 11,-14 15 5,18 1 1,-2 9-7,9 2-44,13 2 28,11-9-5,6-6 10,17-8 1,2-10 16,14-3 62,7-14-28,-15-5-22,-5-6 33,-19-4-16,-10 2-1,-6-9 17,-13-3-28,-3 8-27,-5 6 16,2 13-23,4 9 12,-5 9-28,-2 16-101,8 8-370,3 16 17,13-12-1434,17 15-5774,18-6 6994,-15-20 1,1-1 0,9 7-1,-12-14 1</inkml:trace>
  <inkml:trace contextRef="#ctx0" brushRef="#br0" timeOffset="63499">10609 14546 22162,'-50'4'54,"0"0"0,8-2 0,7 5 2128,12 16-2165,13-3 906,8-6-901,8 1 514,3-7-486,11-6 1670,-3-6-1692,10-10 28,-1-6 16,10-14-32,-13 10 116,-5-15-111,-14 23 62,-15-12-79,-3 18-12,-12 0 1,-2 13-28,-4 8 28,7 3-12,-3 11-5,13-1-5,-2 13-6,9-5 27,6 0-27,10-13 6,2-7 16,14-6 0,13-14 17,3-5-11,6-13 11,-16-3-11,-12 4 11,-10-12 33,-14 13 1,-8-11-12,-11 11-26,-3 5-24,5 7 0,-10 6 0,13 7 0,-8 4-125,12 7-748,8 8-264,6-3 1137,19 10 0,-9-17 0,9 4 0</inkml:trace>
  <inkml:trace contextRef="#ctx0" brushRef="#br0" timeOffset="64308">11470 14010 17563,'2'-6'5657,"-1"1"-3455,-1 5-1990,13-57-66,-13 45 16,4-39-106,-16 59 107,-23 14-90,-1-3-45,9-4 0,-3 0 16,-26 12-231,-1-5 282,4-4 56,10-9 40,14-5-23,11-3-84,10-1-45,5 0 11,2 0 199,1 3-209,2 6 10,0 8-16,2 9 22,-1 7-40,-2-4 40,-1 17-16,1-15-12,2 12-6,-1-19 28,4 0 34,-2-13 101,2 0 34,0-11-63,3-8-77,3-8-23,3-9-28,6-6-23,-2 5 63,24-15-46,-3 16-219,-10 9 0,3 1 202,25 2-16,-1 11 17,-5 15-12,-9 12 0,-11 12 12,-14 5-45,-17 3 16,-22 4-25,3-22 1,-5-1-82,-5 1 1,-4-1-504,-2-1 0,-2-1 136,0-4 0,0-2-1156,3-5 0,2-2 1652,-17 2 0,22-9 0,13-3 0</inkml:trace>
  <inkml:trace contextRef="#ctx0" brushRef="#br0" timeOffset="65099">13531 13492 24217,'-13'-39'1075,"0"1"1,-21-3-919,8 57 0,-1 16-1718,-7 8 0,-1 6 1581,6-9 1,0 3-1,0 1-551,-5 5 1,-2 3 0,1 0 532,5-9 1,0 1 0,0 0 0,-1 0 1,-1 3 0,-1 1 0,0 0 1,0 0-25,0 2 0,-1 0 1,0 0-1,1 1-123,1-1 0,-1 1 1,2 1-1,0-1-397,2-2 1,0 2 0,2-2 0,1-2-301,-1 2 0,2-2 0,0 0 840,0 3 0,0 0 0,5-8 0,-2 4 0,-4 7 0</inkml:trace>
  <inkml:trace contextRef="#ctx0" brushRef="#br0" timeOffset="65265">12290 14250 18914,'19'-50'1163,"0"0"1,0 0 0,-1 7 0,0 1 0,4 5-651,15 0 0,2 8-323,15-1-67,-11 23 0,2 9-75,-7 8 0,-1 6-1172,14 8 1,2 5 1113,-15-5 1,0 2 0,3 3-406,-2 2 1,2 2-1,1 1 1,-3-2-957,0 1 0,-1-2 0,1 1 1371,-1 0 0,3 3 0,-2-2 0,-7-6 0,14 10 0,0 0 0</inkml:trace>
  <inkml:trace contextRef="#ctx0" brushRef="#br0" timeOffset="71840">15977 1088 29376,'9'-45'-37,"0"0"0,-2 1 0,1 17-1041,-3 29 190,5 16 242,6 23 483,-4-9 0,-1 4-800,2 12 1,-1 3 908,-3-10 0,-1 2 1,0 2-779,1 6 0,-1 3 0,-1 1 753,-1-8 1,0 1-1,0 1 1,-1 0 29,0 6 1,1 1 0,-1 1 0,0 1 43,-2-7 1,1 0 0,0 2 0,-1-1-1,1 2-437,-1 3 1,-1 1-1,1 0 1,-1 1-1,0 1 467,-1-6 1,1-1 0,-1 1 0,0 1-1,0 0 1,0 1-259,-1 3 0,1 0 1,-1 1-1,0 0 0,-1 1 1,1 0 241,-1-6 1,0 0-1,0 0 1,0 1-1,0 0 1,0 1 0,-1 0-106,1 2 0,-1 0 0,0 1 0,0 0 0,0 0 0,0 0 1,0 1 106,-1-6 0,1 0 0,0 1 0,-1 0 1,0-1-1,1 2 0,-1-1 0,1 0-44,-1 2 0,0 1 0,0-1 0,1 1 1,-1 0-1,0 0 0,1 0 0,-1 1 41,0 1 1,1 0-1,-1 1 1,0 0-1,1 0 1,-1 1-1,1-1 1,0 1-5,0-6 0,0 0 1,0 1-1,0 0 0,1-1 1,-1 1-1,1 1 0,-1-1 1,1 0-2,-1 2 1,1 1 0,-1-1 0,1 1-1,0 0 1,0 0 0,-1 0 0,1 0-1,0 1-1,0-5 1,0 0 0,0 0 0,0 1 0,0 0 0,-1-1 0,1 1 0,0 0-1,0 0 1,0 1 10,0 0 0,-1 1 0,1 0 0,0 0 0,-1 0 0,1 1 0,-1-1 0,1 1 0,-1-1 0,0 1 17,1 0 0,-1 1 0,0 0 1,0 0-1,0 0 0,0 0 0,0 0 1,0 0-1,0 1 0,-1-1-1,1-1 0,-1 2 0,1-1 0,-1 0 0,0 0 1,1 0-1,-1 0 0,0 0 0,0-1 0,0 1-4,0-1 1,-1 0 0,1 0 0,0 0 0,-1 0 0,1-1-1,-1 1 1,1-1 0,-1 1 0,1-1-1,-1-1 0,0 0 0,1-1 1,-1 1-1,0-1 0,0 1 0,1-1 1,-1 0-1,0 0 0,0 0-6,0 5 1,0 0 0,-1 0 0,1-1 0,0 1 0,-1-1 0,1 0 0,0 0 0,0 0-7,0-1 1,0-1 0,1 0 0,-1 1-1,1-1 1,-1 0 0,1-1 0,0 1-1,-1 0-3,1-2 1,0 0 0,0 0-1,1 0 1,-1 0 0,0 0-1,0-1 1,1 1 0,-1-1-5,1 6 0,-1-1 0,1 1 1,0-1-1,-1 0 0,1 0 1,0 0-1,0-1-18,-1-1 1,1-1 0,0 1 0,0-1 0,-1 0 0,1-1 0,0 1-1,-1-1-88,1-2 1,-1 1 0,1-1-1,-1 0 1,0-1 0,0 0 0,0 1-1,0-2-434,0 7 0,-1 0 1,0 0-1,0-1 1,0 0-1,0-2 0,0-1 534,0 2 0,-1-1 0,1-2 0,0 0 0,0-3 0,0-4 0,-1 6 0,1-3 0,-1-3 0,1-5 0,0 7 0,-1 0 0</inkml:trace>
  <inkml:trace contextRef="#ctx0" brushRef="#br0" timeOffset="72599">17637 1418 21461,'-29'-49'1112,"-1"-1"1,-2 2 0,-2 12-603,-10 25-162,-13 4-206,25 12 1,1 4-59,-16 13-50,6 10 11,17 17-34,15 2-292,6-17 1,3 2 288,6-1 0,5 1 17,14 5 1,4-2-21,-8-11 1,3-3-3,17 8 0,1-2-1,-14-14 1,0 0-6,9 5 1,-1 0 2,8 5 140,-12 4-129,-42-16 0,-6 2 6,-36-2 2,22-10 1,-3-1-202,-21 0 1,-3 0 209,8-3 0,2-2-140,-6-3 1,5-2 100,-3-6-140,20-15-465,27-1-2403,32-17-4084,19 8 6769,-15 17 1,0 3 0,8 1 0,-16 8 0</inkml:trace>
  <inkml:trace contextRef="#ctx0" brushRef="#br0" timeOffset="73707">17988 1340 21338,'0'-4'3982,"0"0"-2671,0 4-1255,-37-28-33,28 39-1,-27-8 0,36 30 1,9 9-23,-1 17-225,1-11 1,1 3-162,0-4 0,-1 0-591,0 1 1,1 1-239,-1 3 0,-1-2-1239,-4-16 1,-1-4-1344,-1 9-3972,-7-18 7769,-2-21 0,-5-24 5993,3-10-1002,-1-21-3211,4 14 1103,0-11-480,3 6-1417,-1 2 262,2 4-1018,1 21-174,4 8-67,3 5 22,15 4-56,28 2-67,11 0-197,-19 1 1,0-1 249,-4 0 0,-3 1 15,19-2 16,-2-5 39,-21-10 56,-6-4 51,-12-5 38,-22 6-60,-1 6 307,-24 2-27,9 6-208,-7 0 521,5 5-649,18 6-18,-2-1 56,18 15-72,3-8 22,18 10-6,14-6 6,2-4 28,6-3-28,-21-11 73,1-13-67,-17-5 11,2-11 27,-17-1-27,-9 0 17,-10 2 44,-7 7 17,-1 9-11,-2 8-28,3 14-44,2 13-18,7 3-22,0 32-6,14-10-194,5-11 1,4 1 129,4-4 0,4-2-98,6 2 0,3-1-149,4-2 1,3-1-113,5-2 1,2-3-102,3-5 1,1-3 8,-1-4 1,0-5 256,-2-6 1,-2-4 219,22-16 234,-16-17 224,-12-10 253,-13-7 206,-7-2-446,-5 13 592,-4-3-571,0 25-280,0-1 282,0 23-372,6 19 0,4 20-10,7 20-418,-6-21 0,0 2 378,1 5 0,0 1-512,-1 5 1,0 0 477,-2 2 0,-1 0 12,-2-3 0,-1-2-207,-3-6 1,-2-3 211,-5 16 1,-8-27-12,-3-28 22,-2-22-22,3-7 3,5-6 0,0-4-1,3 6 1,1-2 151,-4-17 0,1-3-151,3 4 0,1 0 221,2-1 0,2 0-213,3 3 0,2 1 3,3 4 0,2 3-11,3 5 0,3 2 14,19-20-23,10 14 12,6 13-6,3 13 263,0 12-280,-5 14-11,-7 13 11,-15 11 11,-19 9-5,-27 2 11,2-22 0,-4-2-79,-8-1 0,-3-2-75,-1-1 0,0-3-364,1-2 0,3-3-2342,-15 4 2860,21-8 0,18-7 0,8-1 0</inkml:trace>
  <inkml:trace contextRef="#ctx0" brushRef="#br0" timeOffset="73900">19307 1588 22800,'-3'0'2958,"0"0"-2656,3 0-2543,50-36 2241,3 18 0,-22-2 0,-1 2 0,10 9 0</inkml:trace>
  <inkml:trace contextRef="#ctx0" brushRef="#br0" timeOffset="74441">20236 1229 22694,'-1'-9'3047,"1"2"-2314,0 7-72,0 0-599,-49-19-6,17 21-37,-5-8 1,-2 1 14,-10 19 5,-1-1 6,6-3 55,9-4 57,11-3-28,12-3-56,7 1-40,5-1-10,0 2-6,0 3-12,0 7-5,0 8 0,0 8 28,0 7-17,1 4 17,3 1 34,1-3-28,1-6-23,-1-9 28,0-7 84,-2-9 12,0-4-79,3-11-40,3-7-4,6-12 16,5-6-6,6-3-28,5 1 6,6 8 0,4 9 0,1 20 0,1 5 0,3 2 6,-8 3 0,-3 5 10,-7 14-4,-4 4-52,-4 10-83,-15 0-168,-25-2-376,-5-20 1,-5-2-325,-17 6-2229,8-12 0,1-3 3220,-1-6 0,6-1 0,17-4 0</inkml:trace>
  <inkml:trace contextRef="#ctx0" brushRef="#br0" timeOffset="74607">20106 1134 21663,'3'-2'3506,"-1"0"-3262,26-10 0,9-2-20,8 3-188,5-5 1,3 1-821,-18 11 0,-1 3-454,3-1 0,-1 1 1238,26 0 0,-24 1 0,-17 0 0</inkml:trace>
  <inkml:trace contextRef="#ctx0" brushRef="#br0" timeOffset="75000">17336 2801 17472,'-60'4'1562,"0"0"1,20-7 0,7-3-1222,0-5 1045,69-26-1216,-3 19 1,6 1-95,-2 2 1,5-1 0,1 0-710,9-1 0,2 0 1,4 0 651,-8 3 1,2 0 0,1 1-1,2 0-226,-6 1 1,1 0-1,1 1 1,0-1 0,2 1 206,4-2 0,2 1 0,1 0 0,0 0 0,1 0-211,-7 1 0,0 1 0,1-1 0,1 1 0,1-1 0,2 1 182,-5 0 0,2 0 1,1 0-1,1 0 0,1 0 1,-1 0-1,0 1 1,-2-1-264,4 1 1,-2-1-1,0 1 1,-1-1-1,1 1 1,1 0 0,1-1-61,-1 1 1,2-1-1,1 0 1,1 0-1,-1 1 1,-1-1-1,-3 1 1,-2 1-972,9-2 0,-3 0 1,-3 1-1,0 1 0,1-2 1323,1 1 0,3-1 0,-2 0 0,-4 2 0,-8 0 0,8-1 0,-7 1 0,-1-1 0,1 1 0</inkml:trace>
  <inkml:trace contextRef="#ctx0" brushRef="#br0" timeOffset="75374">21797 1523 27623,'22'-58'272,"0"-1"1,-3 13-1,-6 6-922,-14 14 464,-10 26-51,-2 8 67,-9 20 49,2 13 32,6-4 0,0 3-398,4-2 1,1 1-1451,1 9 0,2 0 1283,4-16 1,3 0-2409,2 8 0,3 0 2566,6 10 0,-1-6 1,-3-21-1</inkml:trace>
  <inkml:trace contextRef="#ctx0" brushRef="#br0" timeOffset="75717">22344 1141 20464,'-38'-50'1357,"0"-1"1,2 7-1,0 8-808,-16 7-359,14 16 136,-6 24-181,20 12-38,-8 19-51,17 7-11,8 3-34,11-13 17,22 10-34,1-22 34,17 7 6,-16-20 123,7-12-101,-18-7 44,8-13-21,-13-14-46,-4 4 29,-5-28-40,-8 31 57,-9-27-74,5 33-38,-6-7-85,11 23-587,5 11-2348,18 14 3053,7 5 0,-4-7 0,-5-9 0</inkml:trace>
  <inkml:trace contextRef="#ctx0" brushRef="#br0" timeOffset="75933">22625 1429 25920,'-14'-50'119,"1"-1"1,-3 8-1,13 8-197,34 22 0,11 9-130,-8 0 1,1 3-1003,18 0 1,1 4 178,-8 2 1,-2 4-1796,-4 4 1,-4 3 2825,16 14 0,-25-8 0,-17-8 0</inkml:trace>
  <inkml:trace contextRef="#ctx0" brushRef="#br0" timeOffset="76083">22645 1683 21220,'-8'0'4465,"1"1"-3866,7-1-336,0 0-392,81-51-1198,-47 38 1,3 0 532,9-8 1,6-4-1,-1 3 794,-7 9 0,0 3 0,-4 0 0,-3 1 0,-3 1 0,-3-1 0,1 1 0</inkml:trace>
  <inkml:trace contextRef="#ctx0" brushRef="#br0" timeOffset="76633">24005 1185 10761,'3'-11'4463,"-1"2"-716,-2 9-2285,0 0-1339,-66-45-61,34 34-57,-11-12 1,-2 4 0,8 25 1436,-4 5-1402,-1 3 10,0 0 843,5-1-815,6-2 3376,10-4-3404,10-2 68,7-3 128,3-2-106,5 4-50,3 1-12,5 7-10,1 5-35,1 6 6,-1 6-27,-4 5-7,-3 2 40,-4 0-28,-6-2 28,-3-3 5,-5-7-16,1-6 50,2-7 156,4-10-217,3-9-29,7-10 23,8-10-6,3 3-3358,25-17 3369,-15 22-1359,18-9 1354,0 16 0,2 6-319,12 5 288,-3 1 0,0 5 14,-24 8 0,-3 4 3,-1 2 0,-2 2-82,14 25-178,-21 1-443,-29-1-980,-27-1-1235,9-23 1,-3-2 2914,1-3 0,2-1 0,-10 3 0,18-10 0</inkml:trace>
  <inkml:trace contextRef="#ctx0" brushRef="#br0" timeOffset="76824">23982 1047 22867,'41'-18'845,"-1"0"1,0 0 0,17-6 0,-2 1-681,-11 7 1,-1 2-85,-5 3 0,0 1-64,-6 4 0,-2 1-432,22 1-8505,-12 12 8920,-15 1 0,-10 1 0,-11-3 0</inkml:trace>
  <inkml:trace contextRef="#ctx0" brushRef="#br0" timeOffset="78490">20778 3163 23629,'-2'-47'868,"1"0"0,0 4 1,5 5-539,15 8-95,1 6-156,-4 8 38,3 6-83,-11 11 33,3 25-5,-10 14-1730,-4-7 0,-2 2 1684,-8 21-16,-1-17 0,-3 0-260,-4 2 0,-2 0 263,2-1 0,0-1-61,-2 2 1,2-3 46,1 5 11,10-19 28,8-13 11,15-25 3073,5-12-3095,15-25-15,-16 21 1,0-1 11,1-5 0,1 0-9,-1-1 1,0 1-6,10-20-3,-12 25 1,1 3 793,12-7-797,19-6-11,-2 19 40,1 7-63,5 19-22,-23 8 1,0 3 33,17 9-17,-15 1 1,-3 5-71,-13-1 0,-2 0 14,8 20-50,-12-12 0,-5-1 61,-3-5 265,-2 4-136,1-24-22,1-20-23,4-4 46,18-36-29,4 5-166,-6 12 0,1 0 177,19-16-5,-2 11 6,-7 12-23,-5 13 11,-7 13-17,-1 11-22,-1 11 23,0 6 365,1 1-338,1-3 1,3-6-29,3-10 28,2-8 6,2-14 12,-2-11 44,-2-14-17,-8-10 22,-8-7 35,-8-4-12,-6 4-23,-3 6-66,2 16-23,0 6-79,5 18-134,4 5-11,2 9-1747,21 27-1329,0 2-2547,8 10 5847,-4-4 0,-23-31 0,-2-3 0</inkml:trace>
  <inkml:trace contextRef="#ctx0" brushRef="#br0" timeOffset="79066">22285 3033 20453,'0'-6'4520,"0"1"-3674,0 5-230,3-67-229,-2 46-323,1-17 0,0 6-47,-2 29 0,-2 13 5,1 2-16,-6 30 16,-1-4-10,-5 20-18,2-10 12,2-6-6,4-12 56,2-12 100,2-13-105,9-30-18,1-3 18,7-24 10,-2 4-21,0 0-7,2 1-5,3 7-22,5 10-1,8 9 1,10 9 5,10 7-323,7 11 307,2 7-1,-6 11 0,-11 6 18,-15 7-7,-15 0-10,-18-1 10,-13-4 1,-10-8 11,-2-8 323,3-9-279,5-13-5,8-9-17,6-10-11,9-8 0,9-5 0,9-1 12,8-1-1,4 5-11,3 5-6,3 9 1,2 7-12,1 6-6,1 12-5,1 9-33,-2 13-96,-5 10-526,-8 6-947,-11 7-5517,-9 2 7119,-10-7 0,0-17 0,-2-12 0</inkml:trace>
  <inkml:trace contextRef="#ctx0" brushRef="#br0" timeOffset="79273">23540 2789 23814,'-4'-6'2151,"1"2"-1983,3 4-543,85-55-3620,-24 50 3317,-19-8 1,6-5-1,-3 11 678,4 22 0,-6 6 0,7 0 0,-8 3 0</inkml:trace>
  <inkml:trace contextRef="#ctx0" brushRef="#br0" timeOffset="79433">23695 3062 20274,'-4'0'5192,"0"0"-4559,4 0-1557,70-52-4023,-11 29 4947,-17 2 0,6-4 0,-7 6 0,13 6 0,-2 3 0</inkml:trace>
  <inkml:trace contextRef="#ctx0" brushRef="#br0" timeOffset="79957">24999 2571 22822,'-61'-10'126,"0"-1"1,9 2 0,4 4-43,-11 17-28,15 0 1470,2-2-1330,9-2 572,8-2-605,8-2 155,9-2-285,4 0 958,2 2-969,1 0 45,0 4 23,0 1-6,-1 8-22,-1 8-29,-3 7 12,-3 6-11,-2 3-12,-1-3 28,2-4-16,3-8 5,2-7 180,3-9-102,2-5 74,0-5-135,5-6-6,4-4-5,7-10-34,5-3 28,4-2-15,5 2-24,4 7 0,2 7 0,1 7 0,7 20 0,-14-4 0,6 22 0,-16-6 0,-1 9-24,-7 0-289,-22 6-18,-2-16-1007,-27 5-2689,3-19 3179,-5-2 0,15-7 0,11-5 0</inkml:trace>
  <inkml:trace contextRef="#ctx0" brushRef="#br0" timeOffset="80133">24871 2493 23030,'59'-16'1222,"0"1"1,-16 4 0,-3 1-1049,-6 6 0,-5 2-51,0 2-151,-2 0-3512,-12 9 3540,-11-1 0,-4 2 0,-3-5 0</inkml:trace>
  <inkml:trace contextRef="#ctx0" brushRef="#br0" timeOffset="83075">20882 4717 20599,'0'-6'3803,"0"2"-2660,0 4-986,-16-34-51,-2 28-16,-36-16-46,4 36-21,-5 3-1,-3-1-261,13-6 323,-7-2 7,10-5 49,17-4-106,10 0 0,12 0-23,3 1-6,0 4 322,0 5-276,1 15 22,0-5-57,1 15 12,-3-10 73,-2 6-45,-2 3-39,0-8-6,1-4 34,3-8 28,1-8 464,0-2-458,2-9 100,1-11-123,-1-1 28,3-13-22,-1 6-18,9-12-55,6 9 28,14 1-17,-4 16 11,15 6-33,-2 12 10,-7 3 1,0 5 33,-4 2 1,-2 4-813,3 7 1,-4 2 778,1 16-589,-18 16 588,-26-11 9,-7-13 1,-5 0-32,-2-6 1,-2-3-99,-10 3 0,0-3 3,13-11 1,1-3-390,-3-1 0,0-3-2316,-7-5 2834,0-17 0,19 5 0,10-10 0</inkml:trace>
  <inkml:trace contextRef="#ctx0" brushRef="#br0" timeOffset="83282">21551 4657 24187,'-30'44'202,"-1"-1"1,0 1 0,6-6 0,0-1 0,2-2-186,-2 6 0,3-3 120,-3 12-311,11-21 0,0 0-3892,2 1 0,1 0 4066,-9 21 0,5-9 0,10-27 0</inkml:trace>
  <inkml:trace contextRef="#ctx0" brushRef="#br0" timeOffset="83641">21339 4713 25797,'-40'-24'143,"0"0"1,3 3 0,9 12-110,17 32 22,3 19-28,7-11 0,6 12 0,7-16 39,6-7 73,2-10 5,-1-9-89,-5-5 185,4-17-22,-8 2-46,1-12-72,-8 7-67,-5 2-29,-1 7-16,-2 3-17,2 8-179,-1 5-521,3 11-1507,9 8-404,0 2 1791,13 4 0,-12-15 0,2 0 0</inkml:trace>
  <inkml:trace contextRef="#ctx0" brushRef="#br0" timeOffset="84182">22352 4932 22335,'0'-3'3204,"0"0"-2056,0 3-1092,-37-45-28,16 34-14,-4-12 0,0 3 25,2 24-22,4 2 6,7-1 21,-1 0 12,9-3 56,-1-1-50,4 0-12,1-1-38,-2-2 27,2 0-39,-2-1 11,1 1 0,0-1-11,0 2 6,-1-1-23,2 1 23,-3 1 5,2 0 0,-1 0-11,0 0-17,0 0 17,-1 0-33,0 0 27,0 0 45,0 0-16,0 0-12,0 0-11,-1 0-17,2 0 11,0 1-2156,2-1 2162,3 4 0,-2-3 0,2 3 0</inkml:trace>
  <inkml:trace contextRef="#ctx0" brushRef="#br0" timeOffset="84648">21700 5010 26172,'-3'-43'151,"1"15"-112,4 46-16,1 6-6,3 0 5,2 0 6,1-3 34,3-6 72,-1-7 40,0-6 16,-2-11 23,1-7 5,-2-11-33,-3-4-28,-2-3-6,-5 3-28,-6 3-39,-4 7-50,-3 8-17,1 6-1,1 6-16,0 5-16,2 7-119,2 8-481,5 8-1226,12 7 1842,14 5 0,-7-17 0,3-2 0</inkml:trace>
  <inkml:trace contextRef="#ctx0" brushRef="#br0" timeOffset="85215">22439 4845 22447,'0'-5'3585,"0"1"-2387,0 4-1114,-55-41-28,23 37-31,-6-14 1,-1 4 13,-3 30-5,-1 1 22,2 0 22,7-5 45,8-5 34,12-4-17,7-4-17,6-3-50,2-1-45,2-1-22,2 2-1,0 2 6,2 7 23,0 7 5,1 8 12,0 9-23,0 9-6,-2 3-5,0 3-6,-2-3 17,-3-6-34,0-6 40,-3-9 33,-1-8-15,1-7-52,0-5 0,4-8 0,5-7 0,7-7 0,8-5 0,6 0 0,4 4 0,-1 5 0,-2 10 0,1 12 0,-11 4 0,2 19 0,-10 2 0,-1 11 0,-8 4-3392,-25 11 3392,1-18-475,-4-13 0,-3-2-712,-20-1-614,19-11 0,0-2 1801,-19 2 0,21-7 0,15-3 0</inkml:trace>
  <inkml:trace contextRef="#ctx0" brushRef="#br0" timeOffset="85482">22801 4794 27387,'47'-21'-68,"-1"1"1,0 0 0,10-7 0,-2 7-434,-10 16 0,-3 5-985,-7 0 1,-1 2-2963,7 2 1,-2 2 4447,20 9 0,-27-4 0,-17-4 0</inkml:trace>
  <inkml:trace contextRef="#ctx0" brushRef="#br0" timeOffset="85632">22958 5067 25535,'46'-22'-537,"-1"0"0,1 0 0,-5 2 0,-1 1 0,-5 4 0,15 1 0,-21 6 0</inkml:trace>
  <inkml:trace contextRef="#ctx0" brushRef="#br0" timeOffset="85849">23796 4714 21562,'-1'-3'4134,"0"1"-3344,1 2-863,95-43-4820,-36 32 4809,-21-3 0,5-3 0,-3 6-269,-4 12 0,-2 4-741,0 1 1,-2 2-3495,28 9 4588,-8 8 0,-33-13 0,-14-1 0</inkml:trace>
  <inkml:trace contextRef="#ctx0" brushRef="#br0" timeOffset="86324">23864 4949 17115,'-4'2'7287,"0"0"-5310,4-2-1932,24-2-95,24-10-76,-15 7 0,3-1-716,8-3 0,1-1 399,-2 2 1,-1 1 215,-7 1 0,0 0-176,7-2 0,-1-2 139,-1-2 1,-1-1 313,-1-1 1,-2-1 142,2-2 0,-3-1 378,5-13 230,-13 4 11,-13 3-229,-8 4-191,-13 7 741,-9 5-892,-11 6 153,-8 9-282,0 9-56,3 10-17,7 7-16,10 5-1,11 0 0,15 0-10,4-11 44,30 7-28,-10-18 0,16 2 67,-15-19 17,-7-11 39,-7-11-11,-7-11-45,-7-9-22,-10-8-34,-5-2-16,-2 12-35,-9-6-32,3 25-57,-5-3-336,3 20-1601,1 12 2038,3 10 0,4-6 0,5 3 0</inkml:trace>
  <inkml:trace contextRef="#ctx0" brushRef="#br0" timeOffset="86808">25247 5014 23455,'-1'-4'3182,"1"1"-2118,0 3-919,-27 23 29,38-6-45,-4 14-85,22-21 1,9-6-11,7-1 0,3-4-458,8-5 1,3-4 443,-17 2 1,1-1 0,1-2-498,1-3 1,1-2 0,0 0 498,1-3 0,0 0 1,0-1-7,2-4 1,-1 0 0,1-2-21,0-1 1,1-1-1,-1-1 4,2-1 0,-1 0 0,-3 1 2,-8 6 0,-2 0 0,2 1-8,10-5 0,2 1 1,-5 4-326,-5 4 0,-2 2 112,11-4 1,-3 3-767,-8 7-1334,-24 19-7512,-20 14 9246,-2 0 0,-2-4 0,5-12 0</inkml:trace>
  <inkml:trace contextRef="#ctx0" brushRef="#br0" timeOffset="93382">23405 6440 19081,'-9'-7'1352,"-22"-17"1,-6-1-417,2 10-690,-6-10 1,-2 6 128,-10 31-297,17 2 9,5 13 0,2 4-54,2 5 3,2 0 1,2 4 14,1 17-54,11-21 0,4 1 8,5 4 1,7-2 5,5-8 1,4-3-323,18 22 333,10-25 0,-6-17 1,4-3-9,-4-4 0,1-1 8,16-3 1,1-3 38,-5-9 1,-4-2 3,-14 4 0,-3-1-4,5-7 1,-6-1 140,-7-6 5,-3-5 0,-13 8-39,-12 8-56,-16 10 170,3 7-226,-15 13-22,12 6-23,1 7-56,11 10 62,17-7 28,7-2-28,19-10 5,4-10 0,-4-5 1,3-2 27,27-9-793,-25 1 1,-2-3 776,7-9 100,-4-12 23,-19 2-2787,-8-17 2714,-10 14-292,-23-14 253,5 30 992,-22-11-998,10 20-22,-7 1-28,1 16 3197,12 4-3186,6 14 649,11-5-633,9 10-268,17 5-308,9-1-342,21 3-1682,6-17 2147,-8-9-218,16-9 341,-4-19 398,-2-4 0,-9-7 437,-19-16-274,-18 20 16,1-14 610,-8 2 1527,0 4-1957,-1-3-219,-1 15-151,-2 12-29,0 6-38,0 7-12,0 18 1,0 6-12,0 4 17,9 11 0,-1-22-22,22 21 22,-11-30 11,22 3 34,2-25-23,2-10-5,-3-7 39,-20 0 0,-3-3 50,0-15-39,-6 13 1,-3-2 66,-4-17-16,-7 4-62,-2 15 28,-4 2 5,1 12-162,0 4-190,3 5-560,3 16-1244,8 8 129,-1 5 1938,15 15 0,-14-23 0,7 6 0</inkml:trace>
  <inkml:trace contextRef="#ctx0" brushRef="#br0" timeOffset="93975">24811 6554 21170,'0'-4'2829,"0"0"-158,0 4-2637,-30-35-23,23 54-11,-22-37-11,37 81 0,-1-23 11,5 17 11,-6-25 17,1-2 101,-6-21 28,2-3-73,-1-20-23,4-12 12,3-11 22,5-7 6,6-1-17,4 4-39,3 9-28,1 12-23,-1 11 34,0 18-11,0 11-34,0 16 17,-1 6 11,-1 3-5,-6-10-17,14 10 27,-2-23 7,19 4-1,1-26 12,3-18-159,-27 1 1,-1-4 154,-2-4 1,-3-5 3,-1-6 0,-3-3-491,-2-6 1,-3-3 484,-1-5 0,-3-3 16,-1-2 1,-2-1 8,-2 3 1,0 1 13,-1 7 0,-2 2-51,-1 10 0,-1 3 102,-4-11-67,0 20-51,0 14 270,4 15-270,1 6-17,1 34-6,5 4 129,-1-10 1,2 3-152,3-3 0,2 0-59,2 3 1,2 0-208,3 0 1,2-1-284,2 1 0,2-2-482,3-1 1,1-2-2009,1-3 1,0-3 3083,-3-6 0,-1-4 0,5 3 0,-14-14 0</inkml:trace>
  <inkml:trace contextRef="#ctx0" brushRef="#br0" timeOffset="94141">25461 6370 26066,'9'-45'-86,"0"1"0,7 3 0,7 10-539,16 21 1,6 8-3930,7-3 0,1 1 4554,-4 2 0,-2 0 0,15-1 0,-26 2 0</inkml:trace>
  <inkml:trace contextRef="#ctx0" brushRef="#br0" timeOffset="94341">26268 6157 24826,'50'-22'-1339,"0"-1"0,0 1 0,-5 2 1,0 0-1,-5 11 1339,-4 14 0,-4 5 0,3-1 0,-8 1 0</inkml:trace>
  <inkml:trace contextRef="#ctx0" brushRef="#br0" timeOffset="94499">26307 6370 19692,'-3'1'5130,"1"0"-4817,2-1-873,83-29-190,-51 21 0,2 0-1753,11-5 1,6-2 0,-4 2-302,-5 5 1,-3 0 2803,7-2 0,-7 2 0,-19 4 0,-5 1 0</inkml:trace>
  <inkml:trace contextRef="#ctx0" brushRef="#br0" timeOffset="94666">27326 5947 19277,'0'-6'6201,"0"0"-5199,0 6-375,-37-63-252,18 43-285,-4-15 0,-1 6-40,5 32-33,3 15-12,3 19-72,4 23-9,8-20 1,2 2-1154,3 7 0,3 3-673,2 6 1,1 0 1409,0-3 0,0-4 0,-2-15 1,-2-4-1,1 8 0</inkml:trace>
  <inkml:trace contextRef="#ctx0" brushRef="#br0" timeOffset="96225">21474 8189 21534,'-8'-49'1396,"-1"1"1,2 4 0,4 6-1190,5 11 101,6 3-95,0 11-112,4 3-73,-2 16-6,2 15-16,-3 22-1,-3 0-299,-5-10 1,-3 3 307,-2-4 0,-2 2-9,-5 17 1,-1 2 5,0-11 1,-1 0 2,0 2 0,0-4-3,-2 1 0,7-15 51,6-21 5,14-27-39,5-14-17,-1 4 0,0-2-460,10-21 468,-8 18 1,0-2 5,-3 9 1,1-1-15,6-11 0,0 1-11,-5 10 0,0 3-11,16-21 17,-16 29 553,2 10-587,0 8 17,7 9-85,10 19-105,-3 10 16,-2 4-425,-4 8-578,4 5 376,3-2 408,-13-24 1,1-4-196,14 1 813,-4-13-225,-11-12 145,0-20 96,-10-5 145,6-18 112,-2 1 85,-1 0-264,-1 11 526,0 0-542,-7 20-242,0-1-67,-3 14 23,0 4 5,5 11-11,2 3-17,6 9 6,9 7-6,-7-11 23,23 6 5,-21-22-11,24 1 17,-12-18 28,14-17-23,-17 2 90,4-30 17,-25 18-67,1-7 78,-14 3-3336,-4 7 3252,0 7-68,-1-1-94,8 22-84,5 4-29,2 7-1333,20 22 718,-8-10-1194,5 7 1,2 1-5961,8 7 7674,10 9 0,-20-21 0,-10-10 0</inkml:trace>
  <inkml:trace contextRef="#ctx0" brushRef="#br0" timeOffset="96775">22852 8161 26133,'-15'-51'45,"9"17"-45,15 52 0,4 5 16,-1 4-16,-4 1 6,-4-3 11,-3-5 67,-2-7 78,-1-7-44,-1-12-45,1-10 16,4-14 34,6-12 6,7-7-6,9-2-16,5 5-40,3 7-33,0 11-12,1 10-28,0 8 12,1 9 0,-1 11-6,-4 9 5,-7 3-27,0 26-1,-14-9 23,1 19 0,-15-14 12,-4-7-1,-5-13 22,2-10 12,2-14-17,3-13 23,3-12-7,3-10-4,6-8-12,5-5-17,8 1-6,6 2 1,4 9 11,5 6 0,5 12-62,6 7 11,0 12-5,-2 10-28,-4 12-23,-8 10-207,-7 9-11,-8-7-1904,-1 27 532,-7-29 1680,1 0 0,0-2 0,-2-13 0,3 7 0</inkml:trace>
  <inkml:trace contextRef="#ctx0" brushRef="#br0" timeOffset="96949">23957 7897 21618,'-1'-6'2571,"1"2"-2397,0 4-538,75-51-5240,-26 47 5604,4-18 0,-2 4 0,-16 28 0,-15-2 0</inkml:trace>
  <inkml:trace contextRef="#ctx0" brushRef="#br0" timeOffset="97124">24134 8226 23455,'-4'0'1893,"1"0"-1859,3 0-1709,75-64 731,-46 48 1,0 1 0,14-20-1,-1 2 1,-3 19 0</inkml:trace>
  <inkml:trace contextRef="#ctx0" brushRef="#br0" timeOffset="98325">25590 7743 18694,'2'-6'4067,"0"1"-1704,-2 5-1673,18-69-455,-16 49-205,9-17 1,-6 4 31,-17 28-34,-7 3 39,-15 4-39,-11 8-1713,10 1 1,-1 3 1695,-15 6-235,14-4 0,0 2 229,-6 3 1,-4 7-12,10-2 40,18-8-23,6-3 28,11-5 0,1-1 3162,1 3-3151,2 6 640,-1 2-628,1 8-23,-2-7 17,-1 6 28,-2-4-33,-2 3 33,-4-1-23,3-9-27,0-4 201,4-7 95,1-4-27,-1-4-191,0-4-79,0-3 51,0-5-39,2 1-6,3-4-16,9-1-51,5 7 22,10 3 1,-4 6-18,14 6 23,3 6 0,-6 3 0,3 2-9,-6 0 1,0 2-9,5 4 1,-2 1-18,10 17 12,-17-7-34,-12 4-95,-28-1-219,-10 1-369,-22 1-740,-4-12 191,9-9-4722,0-3 6010,20-8 0,4-1 0,10-3 0</inkml:trace>
  <inkml:trace contextRef="#ctx0" brushRef="#br0" timeOffset="98525">25671 8051 16448,'8'-6'6778,"-1"2"-5244,-7 4-570,67-42-622,-49 33-144,19-10 1,-7 10 154,-37 37-224,-1 6-37,-8 5 1,-3 3-68,3-8 0,0 1-594,-9 19 0,-2 2 445,5-4 1,0 0-927,0 6 0,2-1-2266,4-9 0,1-2 3316,1 7 0,2-6 0,3-10 0,2-1 0</inkml:trace>
  <inkml:trace contextRef="#ctx0" brushRef="#br0" timeOffset="99132">26465 8035 22066,'1'-6'2722,"0"2"-1887,-1 4-784,4-14 61,-22 30-45,-3-11-28,-29 32 17,-6-8-264,-3-6 326,2-9 95,11-7 61,15-7-28,14-4-22,10-2-39,5 0-67,2 1-57,0 2 270,0 2-319,0 9-1,0 6-17,0 12 1,0 7 27,0 5 6,-1 2-45,-2-2 6,-1-3 33,0-4-16,0-7-12,1-10 107,1-6 73,1-5-12,1-3-106,3-8-5,5-7-46,8-8 12,9-3 11,8 0-28,5 5 0,4 7 0,-3 7 0,-3 9-28,-4 10-6,-5 12 34,-6 7 0,-5 4-39,-7-1-39,-5-2-409,-13-2-1244,-10-4 1731,-21 0 0,17-13 0,-3-3 0</inkml:trace>
  <inkml:trace contextRef="#ctx0" brushRef="#br0" timeOffset="99958">27344 7699 22352,'-6'-2'3176,"2"0"-3058,4 2 55,24-65-139,18 38-585,-5-11 0,5 1 542,5 25 1,3 8-3,-1-1 0,1 2-9,-5 3 0,-3 3 219,20 10-250,-27 10 40,-37 9 6,-31 6 7,4-16 1,-6-1-353,-6 1 1,-3 0 349,-2-1 0,1 0 6,10-5 0,0 0 10,-5 4 1,5 1 763,1 1-768,-3 6 27,27-17 17,15-6-11,13-4-12,19-6-22,17-7-14,-22 3 1,2-2 16,1-2 0,0-2 19,-1-1 1,-2-2 207,-4-1 1,-2-4-189,-5-2 0,-4-2 0,-3-5 0,-4-2 23,-3-3 0,-3-1 44,-4-1 0,-3 1 42,-1 1 1,-2 3 162,-11-23-62,0 18-61,3 16-141,7 12-44,3 7-22,4 9-1,8 14-5,5 19 8,-1-10 0,2 3-450,1 7 0,1 1 433,0 4 1,0 2-51,-2 1 0,-2 1-582,-3 0 1,-4 1 40,-4-2 1,-4-2 195,0-11 1,-4 0 414,-15 13 0,-3-6 0,8-13 0,-20 19 0</inkml:trace>
  <inkml:trace contextRef="#ctx0" brushRef="#br0" timeOffset="100149">28222 7361 26568,'20'39'-415,"1"0"0,0-1 1,8 20-1,-6-1 415,-16-5 0,-4-5 0,3 9 0,-5-6 0</inkml:trace>
  <inkml:trace contextRef="#ctx0" brushRef="#br0" timeOffset="132640">18571 11487 19488,'18'-43'857,"0"-1"0,-1 1 0,4-10 0,-2-2 0,-2 7-505,-6 10 1,-1 4-51,2-10 1,0 1 139,-2 10 1,-2 5 51,-1 5-382,0-1 57,-8 26-51,-11 28-62,0-2 19,-4 14 1,-3 7-43,6-12 1,-1 1-774,-6 18 1,0 1 750,5-8 0,3-2 3,2-4 0,2-2-21,5-7 0,3-3 35,13 13-11,3-21 0,25-17 5,-16-12 40,6-9 0,0-5 16,6-17-296,-11 8 1,0-2 256,-8 3 1,-2 0 38,11-27 1564,-7 6-1586,-7 15 46,-6 15-113,-5 15 33,-4 16 57,-2 12-62,-3 1 642,-3 17-642,1 3-11,1 1-6,3-4-34,14-9 40,3-20-1,10-2 29,1-20 56,1-10-62,-1-11 0,-3-3 11,-6-1-11,-4 3-11,-6 3-12,-2 6 18,-1 3-29,-1 3 0,1 1 57,1 1-46,2 2 1,0 0 5,-1 3-5,0 2-34,-1 1-6,-2 3-5,1 0 0,-1 3-174,2 0-605,10-1-201,7-3-729,12-4-1540,3-5 68,-5 1 2372,-3-2 0,-16 9 0,-2 1 0</inkml:trace>
  <inkml:trace contextRef="#ctx0" brushRef="#br0" timeOffset="133290">19318 10988 16353,'1'-6'7102,"-1"2"-5791,0 4-874,22-64 493,-10 36-779,1-9 0,0 4-11,-4 22-11,-2 20 17,-1 14 27,-1 22-55,-6 16-405,-4-22 0,-2 1 315,-2 5 0,-3 1-23,-4 4 1,0 0 5,-2 0 0,1-2 6,0-3 0,1-2-12,3-6 1,2-4-6,-4 16 39,9-20 124,5-16-68,4-11 67,8-15 1,17-24-79,5-7-34,-9 13 0,1 0-14,-3 4 1,1 1 320,0 1 0,1 1-306,18-16-23,-4 14-11,-8 12-1,-7 14-10,-2 13 11,-3 12-12,-2 14 1,-4 6 5,-6 4 0,-3-4 1,-1-7-18,1-10 12,2-11 10,4-8-10,4-13 22,5-12 0,6-13-17,4-11 28,4-6-5,-1-4-6,-1 3-21,-9 12-7,-1 2 0,-12 22 0,1 0 0,-8 20 0,-1 10 0,-2 11 0,-1 7 0,-2 3 0,0 0 0,2-2-175,3-4-643,8-7-811,5-9-2494,7-10 4123,6-17 0,-11 4 0,-2-7 0</inkml:trace>
  <inkml:trace contextRef="#ctx0" brushRef="#br0" timeOffset="133440">20112 11034 20532,'0'-8'2442,"-11"-27"0,-3-4-1714,1 9-541,-3-10 1,0 2-65,3 20-145,5 9-112,4 10-410,3 13-1730,4 12 2274,7 19 0,-5-20 0,4 3 0</inkml:trace>
  <inkml:trace contextRef="#ctx0" brushRef="#br0" timeOffset="134149">20180 11508 23887,'-5'5'3433,"1"-1"-2923,4-4-180,0 0-95,27-60-95,1 20-667,-1-7 0,2-4 552,-3 14 0,0 0-8,1-8 1,0-2-18,-1-7 0,0-2 0,-10 17 0,-1 0 0,0-2 0,-1-4 0,-1-1 0,-1 3 0,0-2 0,-3 3 0,0-8 0,-4 5 264,-8 5-264,-4 2 0,-3 18 0,-2 13 0,-1 17 0,-2 15 0,-5 24 0,8-15 0,1 3-73,-2 9 0,1 2 73,0 6 0,1 2 0,2 4 0,1 1 0,2-2 0,4 0-60,4-6 1,5-1-64,2-10 0,5-3-144,4-9 1,5-4-48,24 5 163,13-26 134,-20-11-22,12-27 61,-20-5-3,-12 13 1,-1-2 11,-1 0 0,-2-1 81,11-21 50,-9 10 79,-8 13-73,-6 14-61,-5 10 973,-4 11-951,-4 17-101,3-4 228,-1 18-256,10-10 0,8 8 0,10-5 0,23-6 0,-10-12 0,24-10 0,-18-19 0,7-12 0,-23 1 0,-3-2 0,5-12 0,-12 5 0,-5-1 0,-5 6 0,-8-21 0,-8 26 0,-9 2 0,-8 15 0,3 14 0,0 7 0,4 19 0,5 6 0,-1 17 0,11-17 0,1 1-808,4-5 0,1-1 808,1 0 0,3-1-1639,18 24 1639,17-15 0,-14-13 0,3-6 0</inkml:trace>
  <inkml:trace contextRef="#ctx0" brushRef="#br0" timeOffset="136215">21713 10860 21235,'7'-59'1441,"0"0"1,-2 11-1,-1 8-909,-1 16-130,-3 23-105,-2 18-51,-3 23-162,0-7 0,0 1-308,-1-2 1,0 1 251,-5 17 0,0 3-535,2-9 0,1 1 0,0 1 425,1 0 0,1 1 0,1 0-157,1 8 0,2 1 0,4-4-442,10 5 0,5-6 241,0-13 1,4-5-547,14-6 1,5-9-469,8-13 1,1-8 1164,-9 3 0,1-5 244,2-10 1,2-7-1,-5-2-17,-5-5 0,-4-5 556,-1 2 1,1-4 0,-3 2-50,-3-3 0,-3 0 370,1-10 0,-3-1-273,-4 3 0,-3 0-133,0 1 1,-2 1 11,0 0 1,-3 3 88,-1-3 1030,-4 20-1244,-2 11 805,-2 17-1067,0 2 942,-7 33-937,-1 4-17,-2 13-22,1-10 0,0-1 0,0 7-6,0 7 1,0 1-291,3-2 301,3-21 1,1-2 78,4-8-39,1-16 39,6-22 28,15-24-56,6-17-432,-7 15 1,1-3 428,-1 1 0,1 1-14,2-2 0,2 1-282,-2 3 1,2 2 267,-1 3 1,1 4 278,23-12-270,-4 17-68,-3 14 28,-2 18-16,-1 14-12,-4 20 92,-20-16 1,-2 3-376,-3 5 1,-2 2-728,-3 4 0,-1 1-3872,-1 0 1,-1-1 3944,1 18 1,-1-21 0,-2-30-1</inkml:trace>
  <inkml:trace contextRef="#ctx0" brushRef="#br0" timeOffset="136532">23523 10940 27566,'-21'-40'205,"0"1"1,2 1-1,9 14-149,23 29-56,12 6 40,14 14-40,-2 0 2,-4 3 1,1 4 5,-8-6 1,-2 2-559,13 13 0,-1 3 550,-8-5 0,-3 0-6,-3 0 1,-3 0-9,-5-3 0,-5-1 223,-14 24-276,-24-15-45,-24-11-145,22-21 0,-1-2-359,-30 4-907,15-7-4308,23-8 5831,23-4 0,6 0 0,3 1 0</inkml:trace>
  <inkml:trace contextRef="#ctx0" brushRef="#br0" timeOffset="136915">24486 11090 21394,'0'-4'4582,"0"1"-2712,0 3-1702,-67 5-50,31 21-87,-7-9 0,1 5-296,25 6 1,8 3 286,-4 29-11,24-4-5,20-7 5,-6-29 0,5-2-11,4-4 0,2-2 6,2-4 0,0-3 10,-2-5 1,-1-3 0,23-14 22,-14-15-51,-15-12 85,-13-11 22,-11-4-32,-16-1-63,-11 6 0,-15 12 0,-7 13 0,-4 14 0,7 11 0,8 13 0,12 9-23,11 14-439,9 8-1964,14 7 2426,17 5 0,-12-23 0,4-4 0</inkml:trace>
  <inkml:trace contextRef="#ctx0" brushRef="#br0" timeOffset="137132">25065 10842 26256,'-9'-48'805,"0"1"0,1 5 0,1 9-805,-1 17 0,4 8 0,4 15 0,7 15 0,7 23 0,-3-12 0,0 4-593,0 9 1,-1 3 592,0 11 0,-4 3-943,-5-16 1,-2 1-1,-2 2-1460,-4 3 0,-3 2 1,-2-3 2058,-1-3 0,-1-2 0,-1-4 0,-1 4 0,-1-7 0,-6 5 0</inkml:trace>
  <inkml:trace contextRef="#ctx0" brushRef="#br0" timeOffset="138458">26140 10876 25068,'-47'-14'157,"1"1"0,6 0 0,7 10-129,4 38 39,16 3 6,16-6-34,12 8 12,15-2-21,-1-18 1,1-3-14,16 7 11,-11-11 0,1-2-5,8 0-12,1 0 17,-17-1 106,-27 7-72,-11-4 27,-33 16 29,-11-2-467,17-8 0,-3 0 410,-2 1 1,0 0 28,-4 4 0,1 0-71,16-9 1,2 1-6,-2 4 0,5-1 19,12 2 12,11 4 6,19-2-18,19-2-8,-5-10 1,2 0-15,14 3-6,-15-6 1,-2 1 11,-1 3 821,-3 5-810,-16 12-17,-18 5-6,-6 1 68,-17 11 28,4-3-73,10-16 0,1 2-9,3 4 1,4 1-9,4 20-11,9-7-22,16-12-437,0-14-9372,11-3 7426,-13-8 0,-2-6 0,-15-4 0</inkml:trace>
  <inkml:trace contextRef="#ctx0" brushRef="#br0" timeOffset="141658">19973 13196 21366,'6'-48'1217,"1"0"0,-2 6 1,-4 5-719,-9 6-219,-6 13-135,-9 18-38,-8 17-29,-8 22-45,16-11 1,-1 3-511,-1 7 0,0 3 474,1 5 0,1 2 0,2 1 1,3 1-4,5-2 1,4 0 2,8-5 0,6-2 0,7-8 0,6-3-11,8-7 0,5-6 3,7-6 0,2-6 5,3-7 1,1-5-1,2-5 1,-1-5 5,-3-5 0,-1-3 16,-4-4 1,-2-2-9,-4-1 1,-3-2-4,-3 0 1,-4 0 25,-3 2 0,-3 2 321,5-17-262,-11 18-34,-9 19 0,-12 19 39,-9 13-28,-7 15 698,1 7-749,7 2-4,13-4-1,17-6 0,14-9-17,17-12 1,9-11 10,7-14-204,0-13 249,-6-10 23,-13-8 39,-14-6 28,-13-3 17,-19 0-6,-13 5-50,-15 7-23,-4 10-33,1 13-28,7 9-12,8 15 1,7 11-12,3 15-10,6 12-164,3 10-355,11-19 1,3-2-71,5 15-135,5-19 1,6-4-1143,24-4 737,-15-13 1,2-3 816,3-7 1,-1-5 324,-1-4 0,-1-4 255,-3-4 0,-3-3 274,-4-2 1,-2-2 812,14-25-168,-7-2-158,-4 0-144,0-1-611,-9 19 162,-1 4-185,-13 23-84,-5 7 45,-13 23-146,-4 8-39,-3 7-11,-1 11 0,12-10-5,3 9-1,16-8 719,14-14-707,28-16-6,-13-12 11,22-18 17,-25-9-6,8-13 9,-23 14 0,-3-1 19,5-18-22,-6 3 51,-12 11 22,-3 12-68,-1 2-66,0 7-102,0 5-66,0 6-651,3 7-890,6 6-3158,9 6 4052,3-1 0,-5-6 0,-6-7 0</inkml:trace>
  <inkml:trace contextRef="#ctx0" brushRef="#br0" timeOffset="142224">21594 13196 27589,'7'-8'89,"-5"14"-66,-11 38-1,0-13 1,0 0-12,-5 20-11,0-4 11,10-17 6,3-18 44,8-9-21,4-16 16,10-16-28,-2-1 61,6-17 12,-5 6 73,8-14-124,-6 20-5,1 9-12,-6 24-21,-3 9 16,7 16 56,13 24-79,-14-21 1,1 2-267,6 7 0,1 0 264,-1-4 0,-1-2-3,16 15-3,-15-21 0,2-1 0,1-7 1,1-3-85,0-1 0,0-3 95,3-5 1,-1-7 19,13-22-22,-14-6 8,-9-5 1,-1-5-15,-6 6 0,0-1-671,8-17 1,-1-3 670,-4 8 0,-1 1 0,-2 2 0,-1 2 0,-3 11 0,-2 1 0,4-29 0,-10 26 0,-7 2 436,-2 17-436,-6 20 162,0 20-162,0 7 0,-5 30 0,7-18 0,1 3 217,0 3 0,2 2-217,1-9 0,1 1 0,3-1 0,4 14 0,4-3-132,-2-10 0,4-1-1210,13 13 1,4-4-3575,-8-24 1,0-2 3789,4 8 0,-1-5 0,-1-10 1,-15-15-1</inkml:trace>
  <inkml:trace contextRef="#ctx0" brushRef="#br0" timeOffset="142399">22404 13224 27191,'24'-31'-1122,"-1"0"0,6 2 0,3 9 1122,3 17 0,0 5 0,13-2 0,-19 0 0</inkml:trace>
  <inkml:trace contextRef="#ctx0" brushRef="#br0" timeOffset="142841">23191 13237 26242,'50'-21'-181,"0"1"0,0-1 0,5 2 0,0 2 0,-6 5 0,-10 9 0,-3 4 0,-1-2 1,0 1-1</inkml:trace>
  <inkml:trace contextRef="#ctx0" brushRef="#br0" timeOffset="143015">23361 13423 24301,'-9'1'2588,"2"0"-1995,7-1-436,0 0-594,69-15-779,-37 8 1,3 0 743,10-3 0,6-1 0,-7 1 1,-10 3-1,-4 0 0,28-6 1</inkml:trace>
  <inkml:trace contextRef="#ctx0" brushRef="#br0" timeOffset="145698">24827 13267 17630,'19'-42'1410,"1"0"0,-1 1 0,6-15 1,-9 6-627,-21 8-275,-16 16-150,-16 13-85,-12 21-84,-7 15-137,27-5 1,1 5-23,-3 11 0,4 2-755,-8 16 727,18-10 0,5 1-31,15 17 14,5-24 0,8 0-28,19 4 0,9-5-9,2-8 0,4-5 31,2 0 1,2-5-1,4-8 1,-1-7-380,-12-6 0,-1-3 393,9-3 1,0-4 10,-5-6 1,-4-4 28,-3-2 0,-5-2 4,-5-3 0,-4-1 43,-5 1 1,-5-1 164,4-26 68,-15 14-45,-17 15 44,-26 17 356,-8 17-619,-4 7 6,4 17-17,19 3 0,4 24-33,16-17-6,15-8 0,6-2 6,7-7-15,4-3 1,4-3 2,19-6 12,13-2 1002,-4-14-986,-1-18 1,-23 1 10,3-21 1,-24 5 65,-2-10-49,-22-9-22,0 22 12,-20-3-7,4 26-10,-9 3-12,-2 14 22,-9 19-33,10 8-16,1 16 4,19-12-111,8 13-314,17-10-515,14 7-353,5-25 0,5-3 128,1-6 1,1-3 325,2 0 1,1-4-77,1-6 0,-1-4 473,21-12 810,-18-1 0,-1-4 492,-9 0 1,-2-1 243,1-6 0,-4-1-173,3-11 377,-2-8-372,-9 15 152,4-7-550,-10 18-240,-3 7-230,-8 14 478,-2 9-506,-5 8 56,-6 26-73,-2 4-16,-1 16-340,7-4 340,5-14-29,7 1 12,5-19 33,9-4 0,1-17 23,1-10-34,1-19 16,-1-4 40,12-26-11,-4 8 34,4-6 5,-9 22 260,-7 13-299,-3 10-28,-6 7 27,5 12-27,-3 0 11,10 31-22,-8-16 5,7 29 0,-3-8-56,1-1 40,3-4 66,-1-23 12,4-9-45,-3-11 51,20-18-63,-5-6 1,-8 4 0,0-1 17,15-20 5,-4-1-22,-11 12 22,0 1 101,-5 12-67,-1 6-1,-1 5-4,-1 16-57,-3 1 34,10 15-1,4 14-16,3 3-16,6 7-24,-4-13 35,4-12-6,3-9-12,2-15 23,1-15-22,-2-16-243,-20 9 1,0-3 236,-1-5 0,-1-2 0,-1-7 0,-1-2 0,-1-6 0,-3-1-506,-1-5 1,-3 1 505,-2 1 0,-3 1 0,-2 8 0,-3 3 0,-8-19 0,-7 26 0,-4 18 0,1 17 440,0 15-440,2 17 0,3 21 0,5-2 0,6 0 0,4 4 2,4-14 0,3 1-2,0-2 0,1 3 0,3-2-189,9 11 1,4-3-339,4-2 1,2-2-460,-1-4 1,2-3-2127,-3-8 1,-1-3 3111,15 9 0,-20-20 0,-13-12 0</inkml:trace>
  <inkml:trace contextRef="#ctx0" brushRef="#br0" timeOffset="145865">26899 13084 23668,'-5'-3'2907,"2"1"-2672,3 2-498,86-46-2045,-54 40 0,2 1 2308,14-9 0,7-3 0,-8 5 0,10 14 0,-5 0 0</inkml:trace>
  <inkml:trace contextRef="#ctx0" brushRef="#br0" timeOffset="146231">28230 13040 21506,'-2'-57'1576,"1"-1"0,-1 10 0,-2 6-1095,-4 11-285,-1 18-89,0 19-40,2 16-56,3 6 11,3 5 1,2 3-23,6 22-418,-2-14 1,2 1 173,1-5 1,1-1-875,0 2 1,-1 1 1117,0 3 0,-2-1 0,1 6 0,-3-9 0</inkml:trace>
  <inkml:trace contextRef="#ctx0" brushRef="#br0" timeOffset="146407">27937 13229 26161,'32'-44'326,"-1"1"1,2 3 0,2 9-302,-2 23 0,2 6-11,2-2 0,1 2-433,1 1 1,1 1 180,-2 1 0,1 0-930,0 0 0,-1-1 1168,0 1 0,-3-1 0,6 1 0,-11-2 0</inkml:trace>
  <inkml:trace contextRef="#ctx0" brushRef="#br0" timeOffset="146982">29200 12974 21182,'-1'-51'1578,"0"0"0,0 7 0,1 7-1069,0 9-246,0 16-185,0 11 38,3 12-43,2 13-12,2 17-5,-1 16-45,-3-24 1,-2 0 2,-2 2 0,-2 2 16,-7 14 1,-2-1-20,-2 3 31,2-16 0,0-8 139,7-22-86,1-8-50,3-14-23,6-14-5,3-14-11,10-12 10,-2 13 1,0-1-303,-3 12 0,1 0 302,8-15 1,2 3 6,13-5-15,-14 23 1,1 1-21,23-6-49,10 18 50,-17 12 16,17 22-78,-17 15-475,-15-8 1,-1 4 3,-2 4 1,-1 5-4373,2 15 1,-4 0 3946,-7-20 0,-1-2 1,0 4-1,-3-8 1,-5-19-1</inkml:trace>
  <inkml:trace contextRef="#ctx0" brushRef="#br0" timeOffset="147398">30234 13374 26161,'19'-35'355,"0"1"1,9-18-227,-42 81-62,-6 10-64,4-10 0,0 3-263,-4 4 1,0 3-198,-6 13 1,-1 3-3015,5-6 1,2 1 3470,-2 4 0,3-4 0,2 2 0,10-23 0</inkml:trace>
  <inkml:trace contextRef="#ctx0" brushRef="#br0" timeOffset="147958">31082 13307 22105,'0'-5'3546,"0"1"-2493,0 4-795,-25 8-152,-7 7-81,2-3 0,-3 1-244,-1 1 1,0 0 229,-23 7 20,21-10 0,2-2 58,-13-1 191,-3-1-84,23-5 52,12-2-198,13 0-16,2 1 16,1 5-5,1 4-6,0 10 386,0 5-391,-1-2 16,-1 10 6,-5 5-56,3-7 17,-5 10 6,2-16-23,1-5 22,1-2 118,3-15-84,0-1 7,3-14-63,4-5 0,6-13 0,0 8 0,12-7 0,13 6 0,6 2 0,14 5 0,-7 13 0,-11 6 0,14 17 0,-23 6 0,6 17 0,-26 3 0,-23 5 0,-7-8-186,-4-17 1,-6 0-851,-8-1 0,-3-2-2059,-1 0 1,-1-2 2612,-3 0 0,3-4 0,1-3 0,20-9 0</inkml:trace>
  <inkml:trace contextRef="#ctx0" brushRef="#br0" timeOffset="148158">31009 13285 23685,'52'-17'1034,"1"0"1,4-1-1,-7 4-771,-18 9 224,12-3-358,-33 8-129,-2-1-4083,-8 1 4083,-9 2 0,5-2 0,-5 2 0</inkml:trace>
  <inkml:trace contextRef="#ctx0" brushRef="#br0" timeOffset="156140">20678 15074 21231,'-9'-53'1404,"0"0"1,1 7-1,2 9-1124,1 19-106,3 17 100,3 20-5,1 19-56,1 19-146,-1-21 0,-1 1-289,-1 5 0,-2 0 236,0 1 0,-2 0-228,-1 0 1,-1 0 230,-1-4 0,-1-1 5,1-6 0,-1-2 79,-4 12 84,5-20-95,4-19-6,8-22-28,5-14 11,9-20-14,-3 10 0,2-2-254,0 3 1,1 0 239,7-9 1,1 2-35,-8 16 1,2 3-9,7-2 0,3 5 577,21-5-574,0 4 2,-7 22 1,-1 6 3,-3 6-34,6 11 0,-3 6-34,-13 6-386,-3 12 0,-3 2-470,-8 1-3173,-2-1 0,-2 2 4091,1 3 0,-3-7 0,-4-19 0</inkml:trace>
  <inkml:trace contextRef="#ctx0" brushRef="#br0" timeOffset="156323">21770 15032 24847,'42'-20'-437,"0"0"0,-1 1 0,0 0 1,0 2-1,-1 6 437,12 9 0,-5 5 0,10-3 0,-8 3 0</inkml:trace>
  <inkml:trace contextRef="#ctx0" brushRef="#br0" timeOffset="156490">21987 15286 22800,'-7'1'3943,"1"0"-3836,6-1-74,0 0-290,72-51-1541,-35 36 0,4 1-545,7-8 0,6-5 0,-2 5 2343,11 5 0,-6 4 0,-15 3 0,-6 2 0,8-3 0</inkml:trace>
  <inkml:trace contextRef="#ctx0" brushRef="#br0" timeOffset="157023">23199 15007 23291,'17'-50'913,"0"1"0,-2 6 0,-2 9-661,-5 19 55,-5 12-211,-2 12 124,-1 20-197,0-1 22,-3 27 26,-2-6-85,-1-10 0,-1 2 22,2-9 1,-1-1-9,0 3 0,1-4 113,-1 0 11,3-15-7,2-12 6,2-22-44,7-9 10,8-24-16,4 8-40,-4 13 1,3-1-169,-2 5 1,1 1 170,4-5 1,2 1-4,4 0 1,1 3-6,19-8-39,-3 11 27,-3 17 7,-4 11-46,-7 4 1,1 2 0,13 7-278,-7 7 0,-2 4-1587,3 17 272,-16-18 0,-1 2 1615,5 24 0,-19-33 0,0 1 0</inkml:trace>
  <inkml:trace contextRef="#ctx0" brushRef="#br0" timeOffset="157223">24368 15007 22330,'0'-4'3624,"1"1"-2902,-1 3-711,-9 69-954,-6-12 808,4-11 1,0 8 0,-2-3-1985,-3 7 1,0-2 2118,4-14 0,0 1 0,1-5 0,2-4 0,1-4 0,0 6 0</inkml:trace>
  <inkml:trace contextRef="#ctx0" brushRef="#br0" timeOffset="157806">25073 15141 22470,'2'-5'3316,"0"2"-2224,-2 3-1092,8-31 44,-20 32 24,-6-20-52,-15 35 9,-1-3 1,-2 0 7,-18 2-170,15-5 0,-1-2 305,-17 1 40,12-6-35,15 1-44,14 0-6,8 3-33,6 5-1,1 6 381,1 3-442,0-2 17,0 11-17,0-8-5,0 8 16,0-8-6,0-7-10,-2-1 16,-2-3-22,-2 0 28,-3-1-17,4-5 29,1-2-57,2-2 0,2-1 0,4-6 0,4-4 0,14-8 0,15-6 0,17-1 0,-20 11 0,1 2-249,3 2 1,1 2 248,0 1 0,-1 5 0,-1 4 0,-3 4-112,-2 4 0,-4 5 112,13 29 0,-20-1 0,-20-3 0,-9 1 0,-5-11 0,-3 0-354,-9 13 1,-4 0 212,-3-10 1,-3-4-406,-1-3 0,0-3-619,1-5 0,1-4 1165,-28-5 0,29-7 0,10-10 0</inkml:trace>
  <inkml:trace contextRef="#ctx0" brushRef="#br0" timeOffset="157949">24865 15080 21444,'7'-5'1876,"37"-19"1,12-4-1608,-25 17 0,1 0-868,14-7 1,6-3-1,-4 4 675,0 7 0,-2 4-85,2 0 1,0 2-1633,-1 1 0,-2 1 1641,-7 2 0,-3 0 0,9 0 0,-23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10:39:52.0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3696 2878 17518,'10'-3'3036,"-2"2"-2090,-8 1 550,0 0-1417,-2 2 66,0 1-38,-3 2 167,1 3 191,-3 1-84,0 0-169,-2-2 348,-2-4-408,5-3 95,-7-4-46,4-5 34,-3-17-134,5-2-39,2-9-57,7 11 23,7 2-33,14 6 223,7 3-46,13 5-43,-1 14-50,2 13-28,-11 4-66,1 21-39,-16 8 3,-13-2 1,-7 4-953,-9-1 0,-8 2 925,-2-6 0,-4 2 0,-2-4-792,-8 7 0,-5-2 847,4-9 1,-5 1-1,0-3 49,1-6 0,-1-2 0,1-3-749,2-1 0,0-2 0,1-2 781,-13 8 0,3-12 339,-3-30-173,35-6-524,9-13 1,6-4 474,9-2 218,8-7 1,6 1-321,12 2-65,-8 13 1,1 3 2109,7 4-2345,7 14 93,-4 21 29,-7 6 1,0 4-152,-2 2 1,-1 4-400,7 10 0,0 3-508,-4-3 1,1-1-3754,1-1 1,0-1 4332,-8-10 1,-1-2 0,10 5 0,-25-22 0</inkml:trace>
  <inkml:trace contextRef="#ctx0" brushRef="#br0" timeOffset="466">4292 2142 19468,'0'-6'4575,"0"1"-3065,0 5-1114,2-36-236,2 49-226,-1-13 100,1 48-373,-7 2 0,-3 3-149,1-10 0,-1 0-961,-2 19 1,0 1-525,2-15 1,3-4 1344,6-6 0,2-4 0,0 2 0,8-17 0</inkml:trace>
  <inkml:trace contextRef="#ctx0" brushRef="#br0" timeOffset="766">4601 2390 18006,'11'-41'1706,"1"0"1,-1 0-1,5-13 1,-6 8-766,-16 12-366,-6 15-601,-6 10 272,-4 13 501,0 13 93,0 15-185,3 15-186,7 11-323,8 3-143,15-4 101,3-16-234,27-2-410,-9-26-287,14-2 273,-13-24 311,-7-14 413,-7-12 143,-8-7 12,-11-2-163,-6 11-33,-17-5-209,-2 23-90,-16 0-535,3 18-2532,3 13 3367,10 5 0,11-3 1,10-4-1</inkml:trace>
  <inkml:trace contextRef="#ctx0" brushRef="#br0" timeOffset="1533">5545 3006 21758,'56'-9'-593,"-1"-1"0,1 1 1,-6 1-1,-1 1 1,-5 4 20,-5 6 1,-6 5-493,12 12 740,-30 10 665,-35 6 3,-4-14 1,-5 0-111,-11 3 1,-3 0 384,-6 1 0,-2 0-407,1 0 1,0-1 235,5-2 0,2-1-308,13-7 0,3-1 224,-14 8-33,36-15-7,17-2-200,29-14-119,4 0-22,2-6 1,2-4-136,-14 5 0,0-2 194,15-6 0,-3-3 25,-16 3 0,-5-2 571,9-27-442,-21-7 4,-16 27 1,-4-1 35,-3 0 1,-2 1 36,-5-1 0,-2 2 1,0 3 1,0 1 179,-15-17-90,8 14-213,10 12-190,9 11 641,5 14-608,20 31 385,-3-3-519,4 3 0,2 3-343,-4-5 1,-2 1-2712,3 13 0,-2 2 3215,-3-4 0,-2-4 1,-1 15-1,-8-26 0</inkml:trace>
  <inkml:trace contextRef="#ctx0" brushRef="#br0" timeOffset="2726">7723 2742 24083,'25'-16'39,"-4"8"45,-9 21 151,-13 10-134,-6-7 72,-20 7 35,-3-15 21,-8-1-38,4-16 28,9-21-180,12 3 45,8-24-28,14 16-62,8-7-16,9 8-17,14 12 22,-11 10-28,17 13-28,-11 14 0,9 16-28,-8 18-334,-24-16 1,-5 2 417,-10 8 0,-7 0 11,-10 7 1,-7-1 12,3-13 1,-3-2-1,-2 0-333,-3-1 1,-1-2 0,-1-1 429,-15 9 0,-1-4 103,1-9 1,2-6-57,14-10 0,3-4 0,-16-8 62,31-23-62,14-6 626,12-10-467,25-5 111,9 13 965,7 7-1187,-20 19 0,1 3 24,30 4-223,-21 3 0,3 2-419,14 4 0,3 3-1838,-6 0 0,-1 2 1363,-1-1 1,1 1 833,6 2 0,-6-2 1,-15-2-1,19 2 0</inkml:trace>
  <inkml:trace contextRef="#ctx0" brushRef="#br0" timeOffset="3075">8896 2661 22175,'0'-3'3626,"0"0"-2534,0 3-1057,-62 63-136,40-34 0,-1 1-265,-16 13 0,-2 3-637,4 2 0,2-4-583,10-19 0,0-2 1395,-4 6 1,-1-2 110,-19 1 370,20-25 236,-6-25 35,13-12 203,3-20 50,11 2-276,4 12-1,4-1 1839,6 10-2258,2 6 185,11 7 158,11 19-137,0 7-130,26 17-397,-27-10 0,2 1-228,21 13 1,3 2-1143,-5-2 0,2 1 1561,-8-4 1,1 1-1,-4-3 1,-9-5-1,-4-2 1,25 15 0</inkml:trace>
  <inkml:trace contextRef="#ctx0" brushRef="#br0" timeOffset="3592">9642 2657 22834,'-4'-6'2873,"0"2"-2363,4 4-191,0 0-19,7-46-225,2 45 83,3-29-97,-4 51-40,-17 16 165,-2-20 143,-32 14 69,9-24-195,-19-6 88,13-14-207,9-13-117,12 1 173,12-25-166,17 15 0,12-14-91,12 19 135,8 11 62,8 9 16,-8 8-57,-5 8 1,0 5-66,13 15-265,-15-4 0,-4 4 172,-12 1 0,-7 3-9,-6 6 0,-5-1-167,-13 27 124,-7-19 0,-9-1 80,-11-1 1,-4-2 61,0-2 1,-1-1 113,-7-2 0,2-7 11,15-13 0,3-6 91,-14-8-42,21-15-111,16-13-57,12 0-19,29-16-3,7 16 6,11-5 97,-11 20 0,3 4-120,-9 5 1,1 1-617,18 1 0,2 1-166,-3 3 1,1 2 539,-10 0 0,2 1 1,-5 0-1,-3-1 0,-4 1 1,2-1-1,0 0 0</inkml:trace>
  <inkml:trace contextRef="#ctx0" brushRef="#br0" timeOffset="3950">10963 2481 24021,'-5'-6'2173,"2"1"-1982,3 5-186,0 0-16,-43 10-34,16 24 11,-1-17 1,-2 2-275,-5 27 0,1 6-1043,3-13 0,-3 0 432,0-1 1,-2 3-1,-1-3-959,5-6 0,0-1 0,0-2-962,-14 10 0,2-3 2014,8-11 0,2-6 2909,-12-4 1429,24-34-224,14-22-801,12-21-1633,-1 27 0,1-1-59,1 0 0,2 0-232,0 4 1,0 1 1619,6-15-1824,-1 18-40,2 16-204,8 15-81,14 14-79,-9-1 0,2 3-653,9 5 0,3 2-36,8 5 0,2 0-2543,-11-8 0,1-1 0,0 0 3228,16 8 0,-2-2 0,-17-9 0,-3-3 0,7 3 0</inkml:trace>
  <inkml:trace contextRef="#ctx0" brushRef="#br0" timeOffset="4509">11998 2438 26760,'48'-20'17,"-13"3"-23,-11 35-22,-16-2 28,-11 12 11,-17-4 17,-19 0 0,-10-11 40,-6-9 72,4-12-101,15-3 50,-2-24-55,23 11 11,-3-35-45,21 27-45,6-12 6,11 23 16,11 9-16,9 12-6,10 15 12,7 13-7,-28-7 1,-3 3-214,-2 4 1,-4 3 204,-5 4 1,-6 2 7,-11 4 1,-7 1 17,-11 5 0,-7-3 13,2-6 1,-6-3 17,-5-1 0,-6 0 1,2-4 29,0-3 0,-2-4 6,6-1 0,-3 0 0,3-5 44,2-5 1,4-5 50,-8-6-67,23-16-57,27-11-10,22-7-20,-6 15 0,3 2-252,6-1 1,3 2 209,4 1 0,3 2-65,2 1 1,3 2-135,2 2 1,1 2-807,4 1 0,2 1-440,1 1 0,2 1 1501,-16 1 0,0 0 0,-5 0 0,-3 0 0,-4 0 0,-3 0 0,0 0 0</inkml:trace>
  <inkml:trace contextRef="#ctx0" brushRef="#br0" timeOffset="4700">13013 2402 24385,'-2'-2'1765,"0"0"-1659,2 2-162,-31 67-174,8-17-1213,-6 5 1,-3 2 644,6-15 0,-3-2-2784,-7 4 0,-1-2 3582,1-5 0,2-3 0,10-10 0,2-4 0,-4 2 0</inkml:trace>
  <inkml:trace contextRef="#ctx0" brushRef="#br0" timeOffset="4859">12383 2783 19837,'10'-60'1650,"0"1"0,-2 5 1,2 9-1180,6 15-162,2 13-269,8 15-46,16 18-73,-11-1 1,3 4-1140,9 7 1,3 4 917,-10-7 0,2 1 0,0 0-896,6 3 0,0 1 1,0-1 926,-2-2 1,-1-1 0,-3-2 0,3 3 0,-4-4 0,7 2 0</inkml:trace>
  <inkml:trace contextRef="#ctx0" brushRef="#br0" timeOffset="5426">13919 2424 22655,'-5'-3'2884,"1"0"-2105,4 3-740,-2-4-34,13 12 1,-3-2 22,8 15 0,-9-8 73,-8 1 28,-12-8-40,-11-1-38,-11-5 66,-14-12-16,8-6-67,5-5 50,15-8-34,15 4-44,9-7-18,21 1 7,9 11-6,5 5-17,5 12 5,-3 11 1,12 9-29,-1 14 12,-27-2 0,-4 3 11,4 16-3,-20-7 0,-9 1 6,-10-7 0,-8-1-593,-9 11 0,-7 0 647,9-14 1,-2-1-1,-2-1 151,-6 1 0,-2 0 1,1-4 122,-7 1 0,3-3-3,4-3 1,4-6 395,-1-17-137,24-14-319,22-25-23,20-2-78,-1 16 1,4 3-592,21-6 433,-15 16 1,2 5-64,-5 5 1,2 3-209,20 0 0,4 3-220,-8 4 1,0 3-362,-10-1 1,1 1-1,-3 1-2079,2 3 1,-3 1 2369,4 1 1,-5-1 0,-7-1-1,-1-2 1</inkml:trace>
  <inkml:trace contextRef="#ctx0" brushRef="#br0" timeOffset="5633">15045 2458 26906,'-6'58'-874,"-12"-19"0,-9 1-670,-9-2 1,-4-2-2255,-3 2 0,-2-2 3798,-3-4 0,4-4 0,8-6 0,-1-1 0</inkml:trace>
  <inkml:trace contextRef="#ctx0" brushRef="#br0" timeOffset="5759">14426 2862 16213,'0'-8'3781,"5"-25"0,6-8-2670,7 14 1,4-1-1345,3-19 1,4 0 439,6 16 0,3 7-115,-3 10 1,-1 4-43,23-3-33,-19 13 0,3 6-493,8 9 0,0 4-614,-7-5 1,0 3 393,18 11 1,-7 0 0,-18-8 0,2 2 0</inkml:trace>
  <inkml:trace contextRef="#ctx0" brushRef="#br0" timeOffset="6616">8330 3685 9404,'-51'5'438,"0"-1"0,1 1 1,-1-1-1,0 1 0,-8 0 1,1 0-1,1 0 0,0-1 209,2 0 0,1 0 0,1 0 0,2-1-432,-6 1 0,4-1 0,2-1 572,-5 0 0,6-1 25,-6-4 267,57-4-760,47-5-163,-3 4 1,7 2-490,-8 1 1,3 1 0,2 0 382,8 0 1,4 1-1,1 0-586,-7 0 1,3 1 0,-1 0 0,-1 0 546,-7 0 0,-2 1 0,1-1 1,6 0 0,-6 1 1,5-1 0,3 0 0,2 0 0,0 0-1,-1 0 1,-2 0-214,2 0 0,-3-1 0,0 1 0,0 0 0,3 0 0,3-1 199,-6 1 0,2 0 0,3 0 0,1-1 0,0 1 0,2 0 1,-1-1-1,0 1 0,-2 0-136,-1 0 1,-1-1 0,0 1 0,0 0 0,0 0 0,0 0 0,0-1 0,0 1-1,1 0 140,3 0 1,0-1-1,1 1 1,0 0-1,0-1 1,0 1 0,0 0-1,0-1 1,0 1-47,-4-1 1,-1 1 0,0 0-1,1-1 1,-1 1 0,1 0 0,0-1-1,-1 1 1,1-1 0,-1 0 48,7 0 1,-1 0-1,0 0 1,1 0 0,-1 0-1,0 0 1,0 0 0,0-1-1,0 1 6,-2-1 1,0 1 0,0-1 0,0 0 0,0 1 0,-1-1 0,0 0 0,0 0 0,0 0 6,-3 0 0,0 0 0,0 0 0,0 0 0,-1 0 0,0 0 0,0 0 0,0 0 0,-1 0 8,4-1 1,1 1-1,-2-1 1,1 0 0,-1 0-1,0 1 1,-1-1 0,0 1 11,5-1 0,-1 0 1,0 0-1,0 0 1,-1 0-1,0 0 1,-1 0 5,-3 1 0,-1 0 0,0-1 0,0 1 0,-1 0 0,0-1 0,-1 2-2,5-2 1,0 1 0,-1 0 0,0 1 0,-1-1 0,-1 1-15,6-1 0,0 1 0,-2 0 0,-1 0 0,-1 0 51,7 1 1,-1-1-1,-3 2 1,-2-1-528,7 0 0,-4 1 0,-4 0 448,2 1 0,-8 0 0,3 1 0,-40-1 0</inkml:trace>
  <inkml:trace contextRef="#ctx0" brushRef="#br0" timeOffset="8133">15864 2477 19288,'0'-3'4011,"0"0"-2774,0 3-1063,2-37-118,4 26-11,5-26-45,5 38 0,-3 4 61,-5 3 34,-11 5 1,-15 1 16,-12-3 39,-9-6 23,2-13 0,9-13-79,13-15-56,13-12 11,12-2-22,11 0 0,9 12-28,6 13-5,1 13 22,3 13-29,3 14 29,2 16-62,-4 16-356,-25-17 0,-5 3 370,-4 4 0,-7 2-6,-10 4 1,-7 0 0,-10 5 0,-6 0-526,5-15 1,-4 0 0,-1-1 651,-2-1 0,-1 0 1,-1-3 33,1-3 1,0-1 0,0-3-105,-10 2 1,2-6 179,11-7 1,3-6 165,-5-15-105,24-12 389,23-11-427,17-2-205,22 2 723,-18 19 1,2 3-764,6 2 1,2 2-283,4 3 1,1 3 90,2 4 1,-1 3-355,1 3 0,-1 4-2380,-1 3 1,-3 3 2325,-6-1 0,-4 0 0,8 5 0,-20-9 1</inkml:trace>
  <inkml:trace contextRef="#ctx0" brushRef="#br0" timeOffset="8809">17397 2405 25035,'-57'7'-51,"1"1"1,1 3-1,6 9-215,13 18 0,6 5-648,4-9 0,2 0 85,-3 9 0,0 1-2493,2-1 1,2-1-1594,1-5 0,1-1 4226,1-3 1,4-5 0,3-9 0,10-16-1</inkml:trace>
  <inkml:trace contextRef="#ctx0" brushRef="#br0" timeOffset="8966">16851 2738 13810,'1'-43'2208,"1"-1"0,0 1 1,-1-16-1,1 6-1524,0-5 268,-1 11-415,-1 27-414,9 3-134,0 15 67,39 31-56,-16-4-730,5 6 0,4 4 534,-7-5 0,0 2-144,-4-5 0,1 3 1,3 0 339,9 8 0,4 2 0,-6-5 0,-8-4 0,-1-3 0,6 4 0,1-1 0</inkml:trace>
  <inkml:trace contextRef="#ctx0" brushRef="#br0" timeOffset="9475">18068 2370 25998,'-1'5'-11,"-8"2"34,-5 28 5,-8-13 0,4-10 84,-3-13-45,13-14-17,3-17-16,16-15-12,13-9-33,2 12 14,0 17 0,2 5 8,2 3-6,5 4 1,3 5 0,8 9-12,-12 5 0,-1 4 6,17 22-16,-15 4-24,-20 4 1,-8 6-3,-12-9 0,-6 1-747,-7 21 0,-9 0 748,1-20 0,-4-2 0,-3 0 27,-3 1 1,-2-1 0,-1-1 31,0-3 1,-1 0 0,0-4 57,-14 7 0,2-6 19,11-9 0,3-7 45,-12-15 162,30-23-197,31-22 4,6 19 0,5 0-95,6-1 0,4 2-317,5 2 1,2 3 296,1 3 1,1 5-23,3 4 0,0 3-54,3 2 1,-2 4-115,-8 0 1,0 3-163,11 1 0,2 2-1451,6 3 0,3 0 1809,-15-1 0,2-1 0,-3 1 0,7 1 0,-4-1 0,-14-2 0,1 0 0</inkml:trace>
  <inkml:trace contextRef="#ctx0" brushRef="#br0" timeOffset="9659">19388 2349 27533,'-55'3'-246,"0"15"-81,32 10 0,2 7-1019,-6 3 1,-3 1-1333,-4 5 1,-1-1 2088,2-5 0,3-2 0,7-10 1,4-4-1,-3 3 0</inkml:trace>
  <inkml:trace contextRef="#ctx0" brushRef="#br0" timeOffset="9825">18845 2471 21803,'24'-50'1200,"0"0"1,-2 5 0,1 10-735,10 17-151,11 18-208,14 20-173,-22-3 1,2 4-719,4 6 0,2 3-104,1 3 1,1 4 519,-12-8 0,0 1 0,-3-3 1,-3-2-1,-2-2 0,-3 0 0,0-1 1</inkml:trace>
  <inkml:trace contextRef="#ctx0" brushRef="#br0" timeOffset="10192">19860 2259 22610,'-2'-9'1260,"-3"-27"0,4-6-683,10 0-496,-8-2 1,5 0 40,15 16 1,5 7-73,15-1-308,-9 9 0,1 2 280,24 8-34,-2 17 173,-5 14-124,-28-5 0,-3 3-52,-4 7 1,-5 2-14,-3 6 0,-7 1-14,-8 4 0,-8 1 3,-6-1 0,-5-2-1284,-8-1 1,-4-4 1336,8-10 0,-2-3-36,-12 3 1,2-5 109,-2-3 159,-8 2-59,38-21-177,25-12 302,22-7-352,24-4-51,-18 9 1,4 2 713,9-1 1,3 1-1001,-12 3 1,2 1-1,1 1-1238,6-2 0,2 1 0,1 0 1614,10 0 0,1 0 0,-5 0 0,-5 1 0,-5 0 0,-1 0 0,-1 0 0</inkml:trace>
  <inkml:trace contextRef="#ctx0" brushRef="#br0" timeOffset="10359">21389 2076 21116,'-4'0'2521,"0"0"-2347,-26 18 0,-8 10-560,0 8 380,8-11 0,-6 3 0,4 0-363,2 3 0,1 1 53,-4 2 0,-2 0-358,-2 1 0,0-1-993,1-3 1,1-2 1665,2-5 0,3-3 0,-2 2 0,11-12 0</inkml:trace>
  <inkml:trace contextRef="#ctx0" brushRef="#br0" timeOffset="10509">20741 2260 21547,'1'-41'1100,"-1"-1"0,0 4 0,4 12-1019,9 26-32,21 18-116,-3-2 0,4 4-354,14 9 1,4 3-2284,-8-6 1,1 2-1,0 0 2704,-1-1 0,0 0 0,-3-2 0,5 3 0,-6-2 0,10 4 0</inkml:trace>
  <inkml:trace contextRef="#ctx0" brushRef="#br0" timeOffset="10933">21824 1988 23018,'24'-38'157,"0"0"0,0 0 0,7-8 0,3 8-143,-4 16 0,2 8 910,23 6-652,-2 23 225,-6 17-435,-28-6 1,-4 3 94,-2 5 1,-4 2-176,-5 14 0,-4 1 63,-2-15 0,-4-1-248,-9 15 0,-7-3 356,-1-17 0,-4-4-23,-7 6 0,-2-1-225,0-5 0,0-4 333,6-5 0,1-3 19,-12 4 134,19-11-357,16-10-200,18-5-140,20-4-219,26 0 288,-16 6 1,3 2-519,11 1 0,3 0-97,-13 2 1,1 0 0,1 0 503,10 1 1,1 1-1,-5-1 1,-4 0-1,-4 0 1,-2 1-1,1-1 1</inkml:trace>
  <inkml:trace contextRef="#ctx0" brushRef="#br0" timeOffset="11143">23371 1964 29897,'-44'35'-204,"0"1"0,-1-1 0,3-2 0,0-1 0,5 0-486,1 6 0,3 0-387,-6 3 0,-1-3-844,10-9 1,0-2-2284,-4 2 0,0-3 3249,-13 6 0,23-19 0,13-10 0</inkml:trace>
  <inkml:trace contextRef="#ctx0" brushRef="#br0" timeOffset="11292">22789 2096 25842,'32'-39'869,"-1"0"1,6 7 0,0 13-101,11 36-1551,-15 0 0,0 2 595,16 15-141,-17-8 1,-2 3-568,-4-2 0,-1 2 853,11 12 0,-2-1 0,3 5 0,-3-4 0</inkml:trace>
  <inkml:trace contextRef="#ctx0" brushRef="#br0" timeOffset="11692">23980 2086 26542,'0'-50'107,"0"0"0,0 0 0,-3-12 0,8 9-140,35 8 475,-7 35 0,3 4-25,2 3 0,2 3-791,9 5 1,0 5 437,-9 7 0,-4 2 48,-8-2 0,-3 3 54,2 8 0,-6 4 536,0 27-792,-19-13 1,-8 2-103,-8-6 0,-9-2-1267,-13 7 0,-6-5 1344,6-14 1,-2-4 160,-11 3 0,-2-4-389,7-7 0,2-3 493,5 0 0,1-3 851,-20 4-105,42-17-851,24-4-172,6-3-5,15 1 1,6 1-98,-3 3 1,2 0 582,20-2 0,5 2-954,-1 1 1,1 1-444,-14 2 1,1-1-1,-2 1-476,13 0 0,0 0 1119,-15-1 0,2 1 0,-8 0 1,12 0-1,-2 0 0</inkml:trace>
  <inkml:trace contextRef="#ctx0" brushRef="#br0" timeOffset="11866">25509 1924 26175,'-5'-3'2005,"1"1"-1392,-27 1 1,-7 6-129,-3 16-735,-7-6 0,0 5 594,20 7 0,5 5-507,-4 3 0,1 1-95,5-6 0,-1 1-255,-3 2 0,-2 3 0,1-2-667,-1 1 0,-1-1 610,-12 15 0,3-2 0,3-6 0,13-15 0</inkml:trace>
  <inkml:trace contextRef="#ctx0" brushRef="#br0" timeOffset="12042">24872 2096 23274,'7'-53'1623,"-1"1"1,-1 5 0,2 9-1686,4 21 755,12 9 835,2 10-1162,9 8 1,3 7-363,-6 0 0,0 4-1355,17 11 1,1 4 649,-7 1 1,-3 2 755,5 6 1,-5-1 0,-15-18 0,-3-2 0,16 20 0</inkml:trace>
  <inkml:trace contextRef="#ctx0" brushRef="#br0" timeOffset="12626">26390 2056 29661,'-29'-52'230,"-1"-1"0,3 6 1,0 7-671,-1 9 791,-6 5 37,18 18 436,-5-1-96,12 8-164,-1 3-564,-2 3 0,0 2 0,1 1 0,2 0 0,3-2 0,3 0 0,2-3 0,-1 0 0,2-1 0,-3 1 0,-1-1 0,-1 1 0,-1-1 0,2-1 0,2 0 0,0-1 0,7-2 0,3-5 0,8-5 0,6-6 0,7-2 0,6 1 0,5 6 0,3 6 0,-1 13 0,-1 10 0,-10 16 0,-11 15 0,-25 14 0,-7-24 0,-7 0 0,-10 5 0,-6-1 0,-8 2 0,-4-1 0,-1-1 0,-1-3 0,5-3 0,2-3 0,10-6 0,5-3 0,-4 6 0,29-15 0,33-16 0,-1-2 0,4-2 0,16-2 0,4 0 0,-10 2 0,1 1 0,3 0 0,7 0 0,1 0 0,0 0 0,-3 1 0,0 0 0,-5 0 0,6 1 0,-6-1 0,9 0 0</inkml:trace>
  <inkml:trace contextRef="#ctx0" brushRef="#br0" timeOffset="14067">14866 3423 7967,'-48'0'2457,"1"0"1,-1 1-1,-17-4 1,8-1-33,9-1-1430,19-8-581,39-2 34,18-7-238,-1 8 1,5 0-1266,24-5 0,7 1 1105,-21 6 1,1 2-1,0 0-34,2 0 1,1 0 0,1 1 3,5 0 1,1 2 0,-1 0-10,-4 2 0,-2 1 1,3-1-10,-3 1 1,1 0 0,2 0 0,2 0 4,9 0 0,3 0 0,0 0 0,-2 0-544,-6 1 1,-3-1 0,1 2 0,-1-1 537,-2 0 1,0 0-1,-1 0 1,-1 0 1,6 1 1,-1-1 0,-5 1-212,0 0 0,-4 1 146,3-1 1,-5 1-219,6 3-1810,-38 3 2090,-17 4 0,-3-3 0,1 0 0</inkml:trace>
  <inkml:trace contextRef="#ctx0" brushRef="#br0" timeOffset="14633">18602 3419 1894,'-50'5'854,"-1"0"1,1 0 0,-1 0 0,1 0 0,-4 1 0,0-1 0,2 0 0,3 0 177,-6 1 1,4-1-1,0 0-623,-7 1 0,0-1 0,6 0 643,5-1 0,10-1-750,15-3 962,36-6-1057,30-4-104,-6 1 0,8 0 0,2-1 99,5 0 1,2 0 0,4 0-194,-11 3 0,3-1 0,1 0 0,2 0 0,-1 0-249,4 1 0,1-1 0,0 1 0,0 0 0,-2 1 244,6-2 0,-2 2 1,2-1-1,5 0-156,-15 2 0,3 0 0,4-1 0,1 0 0,1 1 0,0-1 0,-2 1 0,-2 0 160,-1 1 1,-3-1 0,0 1 0,-1 0 0,2 0-1,2 0 1,2 0-116,-3-1 0,2 1 1,2 0-1,2-1 0,0 0 1,1 1-1,1-1 0,-2 0 1,1 1-1,-3 0 106,5 0 0,-1-1 1,-1 1-1,0 0 1,1 1-1,-1-1 1,1 0-1,0 0 1,1 1-17,-3-1 0,1 1 0,0-1 0,1 1 0,0-1 1,0 1-1,0 0 0,-2 0 0,0-1 0,-1 1 19,5 0 1,-3 0 0,-1-1 0,-1 1 0,1 0 0,2 0 0,2 0 0,3 0 5,-11 1 0,1-1 0,3 0 0,2 1 0,0-1 1,2 1-1,0-1 0,0 1 0,-1-1 0,0 1 1,-2-1-1,-2 1 0,-2 0 2,4-1 1,-3 1 0,-2 0-1,-1 0 1,-1 0 0,0 0-1,2 0 1,0 0 0,2 0-1,3-1-1,-6 1 1,1 0-1,2 0 1,1 0 0,1 0-1,1-1 1,0 1 0,0 0-1,0 0 1,0 0 0,-1-1-1,-1 1 1,-1 0 0,-2 0 1,6 0 1,-1-1 0,-1 1-1,-1 0 1,0 0 0,-1 0 0,0 0-1,-1 0 1,1-1 0,-1 1 0,1 0-3,4 0 1,1-1-1,-1 1 1,1 0-1,-1-1 1,-1 1-1,0 0 1,-1-1-1,-1 1 1,-2 0-5,3-1 1,-2 1-1,-2 0 1,0 0 0,-1-1-1,0 1 1,1 0 0,2-1-4,3 1 1,0-1 0,2 0 0,0 1 0,-1-1-1,0 0 1,0 0 0,-2 0-11,2-1 0,0 0 0,-2 1 0,1-1 0,-2 0 0,1-1 0,-1 1 4,-1 0 0,-1 0 0,0 0 0,-1-1 0,0 1 0,0-1 0,-1 0-68,8 0 0,1-1 0,-1 0 0,-2 0 1,-3 0-1,-6 0 72,16-4 0,-7-1 0,-8 2 0,-5 1 0,-8 0 0,1-4 0</inkml:trace>
  <inkml:trace contextRef="#ctx0" brushRef="#br0" timeOffset="16108">28454 1931 32767,'-42'-15'0,"0"1"0,0-1 0,-11-4 0,12-2 0,25-7 0,21 8 0,29 3 0,11 3 0,-6 7 0,3 2 0,13-5 0,4 1 0,3 6 0,-1 3 0,-9 2 0,0 2 0,9 1 0,1 3-390,-6 6 0,-6 3 645,-20-1 0,-6 3-603,0 15-1081,-67 1 1374,8-23 0,-4-1 12,-13 3 1,-3-1 444,-5-2 0,-1 0-346,2-2 1,0 0 439,6-2 0,3 1-330,7-2 1,4 0-167,-13 3 0,29-2 0,35-3 0,19-2 0,6-1 0,24 1 0,0-3 0,2-1 0,-15-1 0,0-1 0,11-2 0,0-2 0,-7-1 0,-3-4 0,-5-8 0,-5-5 0,-15 0 0,-4-3 0,-3-1 0,-6-2 0,-12-5 0,-6 1 0,-13-20-373,5 22 0,-3 2-120,0 4 0,0 3-159,-16-17-468,15 19 475,6 9 1948,12 12-1502,10 12 791,25 27-360,-11-13 0,1 3-110,3 3 1,0 1-115,5 10 0,-3 1-577,-8-5 0,-4 2 181,3 10 0,-8 3-397,-15-10 1,-8 1 0,-3-2-4132,-11 12 1,-6-4 4232,-4-1 1,0-7 0,9-17-1,3-6 1,8-7 0</inkml:trace>
  <inkml:trace contextRef="#ctx0" brushRef="#br0" timeOffset="16525">29913 1892 27455,'10'-43'84,"0"0"1,0-1-1,1-11 1,-2 5 1091,-5-6-1806,-8 32 589,-1 26 988,2 33-1255,2 8 140,2-4 0,0 4-676,1-2 0,0 3 389,2 12 0,0 5-546,-1-11 1,1 2 0,0 0 985,0-4 0,0 0 1,0-3-1,-1 9 1,0-5-1,0-17 1,0 1-1</inkml:trace>
  <inkml:trace contextRef="#ctx0" brushRef="#br0" timeOffset="16875">30548 1892 26931,'-5'-43'-394,"0"0"1,1 5 0,-6 11 782,-20 25 651,5 18-439,1 5 578,6 23-997,8 3-284,7-10 0,2 2-248,5-6 1,2-1 313,3 4 0,4-2 69,20 8-346,-5-16-1,11-15 852,-15-22-334,7-14 235,-13-18-119,-5-9 220,-7-10-349,-5 30 1,-2-2-725,-2 2 1,0 1 367,-3-16-251,-7 2-321,5 27 292,-5 1 540,5 18 798,-7 25-1374,9 9-2611,5 25 3065,14-10 1,0-18 0,-2-14 0</inkml:trace>
  <inkml:trace contextRef="#ctx0" brushRef="#br0" timeOffset="17391">31267 1902 32767,'-2'-6'-787,"1"1"-647,-8-56 674,6 41 518,-2-14 1,1 5-151,4 23 351,1 9-66,1 9-1462,0 2 1553,0 10 101,-7 4 384,-4-3 239,-8 0 364,-2-16 505,4-7 101,1-10-1678,8-17-1974,5-9 2133,11-15 50,12 7 324,7 6 23,4 12-174,3 11-247,2 14-135,2 15 0,0 17 0,-3 17 0,-23-19 0,-3 1 0,4 22 0,-21-14 0,-8 1 0,-6-12 0,-4-1 0,-15 14 0,-5-1 0,-4-8 0,-3-3 0,0-3 0,-1-3 0,7-5 0,1-4 0,10-4 0,3-6 0,-10-10 0,22-11 0,18-8 0,14-2 0,19 5 0,19 5 0,-16 11 0,2 2 0,6 3 0,2 1 0,3 2 0,2 1 0,3 3 0,0 0 0,2 0 0,0 1-174,1-1 0,-1-1-105,3-3 1,-4 0 0,8 0 0,-13-4-1</inkml:trace>
  <inkml:trace contextRef="#ctx0" brushRef="#br0" timeOffset="17700">31980 1854 32767,'-1'-46'0,"0"1"0,1 7 0,-1 6-50,-4 11-1071,3 16 541,0 11 676,2 18-442,2 24 2,3 14-900,-2-26 0,1 0 1177,1 1 1,1 0 37,1-2 0,1-1-145,10 25 233,2-17-181,0-17 712,-1-21 906,3-21-217,3-15-233,2-11-196,1-3-850,-2 4 0,-4 9 0,-4 11 0,-6 10 0,-2 17 0,0 15 0,4 23 0,-6-12 0,0 3 0,1 9 0,-1 2-3245,0 10 0,-2 1 3109,-2-1 0,0-3 1,-2-15-1,-1-3 1,-1 8-1</inkml:trace>
  <inkml:trace contextRef="#ctx0" brushRef="#br0" timeOffset="27583">3938 4701 19837,'0'-6'3243,"0"1"-2089,1-56-309,0 37-596,0-12 1,0 4-70,-1 21-192,-1 8 18,0 12 22,-2 13-17,0 6-17,-2 5 1,-1 4 8,1-6 0,-2 1-873,-3 17 0,-1 1 856,-2-4 0,0-2-17,-2-1 0,-1 0-116,0-6 1,-1-1 186,-17 16 49,-1-21 1,-1-18-34,-3-19 22,-3-12 45,-3-15 17,1-7-39,8-1-6,9 5-5,11 12 1623,7 12-1713,6 8 381,0 28-386,0 11-7,0 26 18,2-29 0,0 0-1,9 31-5,11-7 11,17-12-471,17-13 479,-20-21 1,4-5-379,4-5 1,3-5 372,3-4 0,1-3 8,1-4 1,0-1-4,-3-1 1,-2 0-9,-5 2 0,-2 0 23,15-10-34,-20 9-140,-17 8-745,-10 6-2918,-3 12 3803,-1 2 0,-1 0 0,1-3 0</inkml:trace>
  <inkml:trace contextRef="#ctx0" brushRef="#br0" timeOffset="31893">4258 7635 17239,'9'-51'1168,"0"-1"0,0 1 1,-1 4-1,-1 1 1,0 4-747,0 1 1,0 5 176,1-22 160,-3 18-613,-3 20-48,-2 14-81,-3 21 45,-5 21-46,0-6 1,-1 4-427,-2 8 1,-1 3 415,-2 6 0,1 2-18,1 1 1,2-1 8,1-3 1,4-2 1,5-6 1,3-4 33,15 18 23,4-26 185,32-29-90,-8-29-59,-10 3 1,-1-4-328,-5-5 0,-2-2 352,0-2 1,-3-1-9,-2 3 1,-3 0 2,-4 5 0,-1 3 106,4-13 725,-10 19-932,-6 17 169,-3 23-168,-4 20-12,1-7 0,0 3-73,-2 8 0,1 3 39,-1 7 0,0 3-749,1 5 1,2 1 341,2-18 1,0 1 0,2 0-1418,1 0 1,2 1-1,0-3 1858,4 14 0,1-6 0,-2-16 0,-1-5 0,3 3 0</inkml:trace>
  <inkml:trace contextRef="#ctx0" brushRef="#br0" timeOffset="32533">5133 7006 26021,'15'-39'173,"-3"7"-173,-14 35 23,-2 2 27,-4 3 57,-1-2 89,0-2 22,2-4-61,1-10-6,0-8-50,1-15-56,2-8-12,4-5-33,9 4 0,7 8-11,9 12-6,5 11-16,6 13 10,5 15 34,-1 18-22,-4 14-3,-24-20 0,-3 3-266,-4 3 1,-4 1 270,-9 4 1,-5 1-360,-5 3 1,-6-1 364,-5 0 1,-4-2 7,-2-4 1,0-2 16,2-7 1,1-5 27,-18 6 45,16-20-33,16-16-40,12-11 524,17-7-546,12-4-6,18 2-16,12 5 787,-8 9-830,-10 9 1,0 3-372,10 10-141,-14-2 0,-1 4-1641,6 20 2218,-16 13 0,-10-19 0,-9 0 0</inkml:trace>
  <inkml:trace contextRef="#ctx0" brushRef="#br0" timeOffset="32850">3846 6728 22184,'-13'-45'862,"1"-1"1,0 7-1,-2 9-682,-13 20-80,-12 27-47,12 4 1,0 6-1044,-8 15 0,1 8 1042,6-7 1,1 4 0,2 0-44,3-5 0,0 0 1,2 6 2,3-1 0,0 7 1,0 2-1,3 0 0,1-3-601,2 0 0,4-1 1,0 0-1,1 3 581,-1 4 0,-1 4 0,2 2 1,2-2-1,3-3-369,5 2 0,2-2 0,4-2 1,3-1 315,1-4 1,3-2-1,4-1 1,2-2-111,3-5 0,3-1 1,2-3-1,3-2-188,2-3 1,3-2 0,1-2-1,2-3-539,2-1 1,1-4-1,2-1 1,1-3 897,6-3 0,3-2 0,-1-3 0,-6 0 0,12 3 0,-5-3 0,-2-9 0,1 1 0</inkml:trace>
  <inkml:trace contextRef="#ctx0" brushRef="#br0" timeOffset="34893">4662 6803 7727,'-2'-6'6453,"1"2"1024,1 4-6888,-5-45-332,3 34-161,-3-34 16,5 50 33,4 6 23,3 12-78,3 0 212,19 33-123,4-3-627,-7-10 1,3 3 486,2-2 1,2 2-7,3 5 1,0 0-23,-5-10 0,-3 3-4,-2-1 1,-1 5 0,-9 3-128,-13 9 1,-10 3-1,-2 0-242,4-15 1,0 0 0,-2 1 0,-5 0-1883,-7 8 1,-7 1 0,-2-1 0,0-6 2243,-4-3 0,0-4 0,1-5 0,-3 3 0,4-5 0,-4 4 0</inkml:trace>
  <inkml:trace contextRef="#ctx0" brushRef="#br0" timeOffset="36842">5735 6658 23511,'-35'-45'415,"-6"14"-337,-6 49-434,17-6 0,-2-1 386,-4 2 1,-1-1 8,-3 1 1,0 0 30,1-2 0,0-1 25,6-1 0,1-2 362,-17 1-250,18-6 189,12-6-323,10 2 28,5-3-56,3 3 330,1 1-369,3 15 5,-2-4 0,4 22 11,-2-2 1,1 12-18,1 19 7,2-6-7,-1-1 12,1-7-6,-3-15 28,-1 5 23,-1-7 44,-5-6 62,2-11-22,-2-3 268,3-9-27,0 0-169,0-5-100,3-6-90,3-5-23,4-1 7,9 0-18,4 4 6,10 0 6,2 5-12,1 4-5,0 11 11,-2 9-6,-5 12-11,-9 24 17,-17 1-761,-9-19 0,-4 0 761,-13 12-196,2-20 0,-2-1 208,-18 10-7,14-15 1,0-1-17,-23 9 20,-1-13 70,12-14-46,7-7 51,9-11 1425,9-1-1464,-2-4 405,6 7-478,5 4 69,3 7-92,3 3 23,6 4-11,19 6 33,10-1-10,22 4 27,-13-9 17,17-1-17,-11-6 11,10-4 6,-3-11-11,-20-4-11,-11 0-12,-17-5 34,-12-7-22,-7-2 33,-9-8-22,-8 8-17,-5 2 0,5 7 17,-6 0-23,0 6 0,0 1-10,-5 4 55,5 9-45,8 3 6,-10 4 0,17 0-5,-5 0 16,15 1-11,4-1-6,3 0-5,1-6 0,6-11 50,1-7-28,5-17 28,-1-5-33,-3 5 11,0-9-40,-3 3 23,1 1 0,0 0-11,-1 16 6,0 8 5,0 7 16,2 3-10,-2 7-17,4 0-45,-2 3 56,4 2 5,-2 1 1,18 3-17,2 0 11,20 0 33,6-3-1342,5-2 1309,-12-1-241,-16-2 0,-3-1 241,3-4 11,5-3 28,-20-2-27,-13 3-7,0-2 12,-8-3 1272,-1 6-1284,-2-1 532,-1 6-526,2 3-22,2 0 11,2 2 16,0-1-10,-1 0-23,-3 1-22,-4 4 33,-7 6-10,-7 7 4,-9 7 7,-9 3 5,-7 0 0,-8-3-238,-2-4 260,0-7-16,7-7-1,8-8 12,10-6-28,7-5 16,7-2 12,7 5-28,4 3 260,4 3-271,3 3-17,1 2 16,1 7-5,5 6 0,3 10-246,5 8-1827,4 7-3180,-4-4 5281,2 5 0,-11-25 0,1 1 0</inkml:trace>
  <inkml:trace contextRef="#ctx0" brushRef="#br0" timeOffset="42733">8706 5096 22341,'-17'-49'961,"-1"1"0,3 4 1,3 7-760,7 11-174,4 11-39,10 8 5,6 13-10,10 13-12,7 17-46,3 15-326,-18-19 1,-1 3 326,-3 5 1,-2 2-12,-4 4 0,-3 2 30,-7 0 1,-4 0 53,-3-3 0,-5-4 67,-1-8 1,-4-4 167,-17 2 34,6-43-201,15-7 44,10-41-34,20 3-455,-1 21 0,3-2 382,3 0 1,6 1-944,7 5 0,7-1 1,0 5 323,9-2 0,3 5-21,-10 4 1,3 0-1,-1 7-2601,9 10 1,-5 7-6596,9 10 9666,-10 3 0,-31-5 0,-12-7 0</inkml:trace>
  <inkml:trace contextRef="#ctx0" brushRef="#br0" timeOffset="43233">9325 5131 24402,'24'5'409,"13"-3"-331,1-10-25,-8 0 0,1-3 43,19-14 27,0-8-45,-25 8 74,-10-2 16,-14 6-50,-17-2 10,-11 11 24,-19 7-96,7 9 5,-8 13-33,15 7-17,1 12-33,12 18 28,16-5-6,8-1 0,19-5-6,8-11 0,18 2 17,-13-20 1,3-4 7,-3-5 1,0-3-3,0-1 0,-2-5 25,-1-7 0,-3-4 81,14-20-65,-20 11 1,-1-5 56,-1-9 0,-4-2-308,-4 6 1,-2-1 315,-2-5 1,-2 2 4,-2-7 203,-6-3-158,-3 27-89,-2-4-84,1 18-11,3 15 6,4 4 585,9 22-580,-1-7 0,2 4-11,1 2 0,-1 3-414,2 11 0,-2 2 316,-4-1 0,-4-1-15,-4-8 1,-2 0-235,-6 9 0,-4-1-160,-2-15 0,-3-2-633,-3 3 1,-2-2 1150,-24 8 0,19-22 0,4-10 0</inkml:trace>
  <inkml:trace contextRef="#ctx0" brushRef="#br0" timeOffset="43450">10570 4971 22083,'-8'0'3265,"2"0"-2794,6 0-650,0 0-1602,75-37-1877,-12 30 3182,-5-10 0,-2 2 1,-5 19-1,-24 1 1</inkml:trace>
  <inkml:trace contextRef="#ctx0" brushRef="#br0" timeOffset="43583">10718 5221 26833,'52'-21'-366,"-1"1"1,-1-8-1,7 17 1</inkml:trace>
  <inkml:trace contextRef="#ctx0" brushRef="#br0" timeOffset="46399">11541 5088 20593,'-5'-43'1054,"1"-1"1,0 0-1,-1-12 1,0 11-479,0 19-558,3 19-29,1-1-1,2 18 29,6 12-6,3 37-5,-5-25 0,0 0-977,-1 13 1,0-1 970,-3-13 0,-1 0 5,0 4 1,0-1-6,-1 14 50,0 5 197,1-25 117,0-14-208,0-28-122,1-3 44,2-42-22,-2 5 627,1 12 0,-1-3-667,-1 5 1,0 0 11,0 0 0,0 2-354,0-19 393,0 7-62,0 26-61,0 7 28,1 19 28,2 19 6,0 5 613,1 25-622,-3-18 0,0 1 6,0 1 0,0 1 5,0 6 0,-1-1-31,0 17 18,0-21 61,0-10 229,1-23-150,0-15-85,1-22-5,0-23-20,0 19 0,-1 0-174,0-5 1,1 1 179,-1-1 0,1 1 11,0 4 0,-1 2 81,2-21-33,-2 19-113,-1 18-21,0 9-276,0 31-1825,0 16 1610,0 1 1,0 2 0,0 3 0,0 6 0</inkml:trace>
  <inkml:trace contextRef="#ctx0" brushRef="#br0" timeOffset="51391">8958 7129 19580,'-9'-4'2519,"1"1"-1756,8 3 626,-12-60-465,5 28-669,-1-7 0,0 2-65,3 12-201,2 13-45,4 12 62,8 15-6,6 18-40,6 20 15,-9-20 0,-1 2-176,-1 4 0,-1 1 111,-2 3 0,-2 1-377,0 1 1,-2 0 371,-2-1 0,-2-2 100,-1-7 1,-2-3 117,-8 11 40,-5-28-23,-1-28-33,2-22 5,5-20-70,10 21 0,3-2-14,7-9 0,4 0-286,2 8 0,2 1 249,1 2 1,2 3-26,3 7 1,2 3 412,20-4-922,14 2-807,2 13-1076,-23 14 1,-1 5-852,13 3 3277,-11 7 0,-4 0 0,-15-6 0,9 7 0</inkml:trace>
  <inkml:trace contextRef="#ctx0" brushRef="#br0" timeOffset="51908">9556 7257 14230,'1'6'7388,"-1"0"-5707,0-6 183,0 0-1875,-9-26 11,25 8 11,22-30 0,-11 31 1,3 2-160,8-5 1,-2 0 175,8-9 22,-2-10 57,-19 7 151,-1-15-6,-13 15-34,-12 3-134,-3 18 17,-13 6-56,-1 10 300,-9 8-334,-5 25 1,7 9-7,5 5-22,10 9-11,9-8-217,5-19 0,3 0 225,3-1 0,6-2 14,13 2 1,4-4 5,15 7 3,-6-18 0,1-7 30,16-11-11,-23-6 1,0-4 8,-4-3 0,-2-6 41,0-11 1,-4-5 8,-7 1 1,-2 0-32,-2 0 1,-3-1 80,-5-1 1,-3 2 209,-2-20-172,-2 20 0,0 2-1,-2-10-106,-2 13-62,4 22-22,1 8 27,6 11-16,10 28-11,4 10-686,-4-14 1,0 2 696,5 18-29,-7-17 1,-1 1-189,-3-3 0,-2 2-184,2 22 1,-2 1 131,-2-20 0,-5 0-1860,-8 19 0,-5-5-4503,-8-17 6643,1-11 0,0-4 0,6-14 0,1-3 0</inkml:trace>
  <inkml:trace contextRef="#ctx0" brushRef="#br0" timeOffset="52151">10884 6994 22302,'-4'-2'2161,"1"1"-855,3 1-1597,59-43-304,-3 32-733,-14-2 1,5-3 0,-2 8-438,2 12 1,-1 7-2140,6 2 0,-4 4 3904,-17-1 0,-5 1 0,5 6 0,-18-9 0</inkml:trace>
  <inkml:trace contextRef="#ctx0" brushRef="#br0" timeOffset="52284">11075 7295 22806,'-45'14'935,"1"1"1,3-3-1,16-7-873,44-18-51,24-10-109,-10 9 0,5-1-1731,9-1 1,3 0-1645,10 0 1,0 1 3122,-3 2 1,-3 1 0,-15 5 0,-5 0 0,8-1 0</inkml:trace>
  <inkml:trace contextRef="#ctx0" brushRef="#br0" timeOffset="52624">12403 7219 20336,'19'-45'1183,"-1"-1"0,1 1 0,4-9 0,-4 3-665,-8 10 1,-4 3 472,-2-15-633,-4 8-234,-6 15-96,-4 29-28,-3 21-6,-1 23-3,5-10 1,1 3-582,0 6 0,2 3-48,0 5 0,2 1-2746,1 6 1,2-1 2869,2-5 1,0-4 0,-1-13 0,1-4 0,2 6 0</inkml:trace>
  <inkml:trace contextRef="#ctx0" brushRef="#br0" timeOffset="52967">13245 7073 25797,'-48'34'-1877,"0"-1"1,3-3 0,0 2-1281,-2 7 1,1 0 91,5-9 0,1-3 3197,5-6 0,1-5 2870,-16-2 1530,22-28-1025,17-20-2236,12-2 704,13-19-463,14 2-935,3 2-397,2 7-23,-3 21-107,5 15-61,4 10-50,8 16-231,-6 17-1148,-1 8-6193,-1 6 7633,-6-8 0,-13-14 0,-8-14 0</inkml:trace>
  <inkml:trace contextRef="#ctx0" brushRef="#br0" timeOffset="53291">13629 6980 20571,'1'-9'5030,"0"1"-4610,0-24 0,1-3-39,-1 13-342,1-15 0,0 6-28,-2 27-33,-2 22 33,1 11-17,-1 24 6,4 8 0,2-29 0,3-1 0,14 26 17,13-13 11,9-18 28,4-15 45,3-21 67,-1-14 101,-3-14 67,-7-7-23,-8 2-49,-12 10-152,-9 12-112,-6 13 5,-2 21-27,-1 20-202,1 29-905,-2-17 0,1 3-2965,-1 14 0,0 2 3585,1-1 1,-1-2-1,0-17 1,0-4 0,1 10-1</inkml:trace>
  <inkml:trace contextRef="#ctx0" brushRef="#br0" timeOffset="55101">14984 6850 24060,'48'-14'-417,"0"0"1,-1 4 0,-1 6-492,-5 13 1,-2 5-2616,-5 2 0,-4 1-1378,6 12 4901,-18 4 0,-17-19 0,-1-1 0</inkml:trace>
  <inkml:trace contextRef="#ctx0" brushRef="#br0" timeOffset="55408">15027 7121 18000,'-58'15'1915,"1"-1"1,9-1 0,9-4-1519,18-5-296,32-7-73,28-6-51,-4 1 1,3-1-804,12-3 1,4 0 752,7-1 1,2 0 2,-20 4 1,1 0 0,0-1-26,-2 0 0,0-1 0,-2 1 33,5-2 1,-2-2-12,3-7 0,-8-6 317,-11-16-146,-17 11 0,-6-2 70,-14 2 0,-7 1 73,-5 1 0,-2 1 61,0 3 0,-1 1 427,-16-14-91,13 11-302,13 11-224,9 6-100,12 7 1142,10 11-1131,15 13-35,10 20-212,-19-12 1,-2 3 184,-3 5 0,-4 3-82,-5 4 1,-7 2-303,-7 2 0,-7 1-695,-5 2 1,-6-1 691,-8 3 0,-1-4 0,13-19 0,1-3 1,-16 18-1</inkml:trace>
  <inkml:trace contextRef="#ctx0" brushRef="#br0" timeOffset="55791">16227 6646 27292,'-3'42'6,"2"-8"-1,3 2 1,2 2-6,6 13 2,-2-16 1,1-1-3,12 10 56,6-17 34,7-18 5,9-22 12,9-15-338,-24 9 0,-2-2 315,0-1 0,-2 1 280,14-17-117,-14 8-79,-10 11-157,-8 10-39,-5 9 28,2 13 405,0 14-528,0 21-138,-1-16 1,-1 3-1037,-1 8 1,-2 3-1513,-4 9 0,-2 2 2299,0-1 0,-2-4 0,3-14 0,-1-3 0,-3 8 0</inkml:trace>
  <inkml:trace contextRef="#ctx0" brushRef="#br0" timeOffset="68925">4214 10050 20072,'-2'-54'1344,"1"-1"0,-2 8 1,0 4-505,-6-4-510,1 21-374,0 14-46,5 17 84,2 17 23,3 22-20,-1-14 1,-1 4-419,1 5 0,-2 3 401,-3 3 1,-2 0-15,-4 3 1,-3-1 16,-4-4 0,-4-1 20,-2-5 0,-4-4-80,-2-6 0,-1-5 127,0-7 1,0-5 49,-27-9 46,9-21 11,11-16 23,9-7 60,7 4-38,6 11 685,5 14-882,4 14 188,1 15-204,3 16-6,9 13 23,15 6-273,-3-25 1,5-3 277,7-1 0,3-4 14,7-3 0,2-5-5,5-1 0,1-5-15,2-5 1,-2-4 2,-2-2 1,-1-3-43,-6-3 0,-2-3-501,-6 0 0,-3-1-265,18-19 0,-24 16 1,-8 5-1</inkml:trace>
  <inkml:trace contextRef="#ctx0" brushRef="#br0" timeOffset="73459">3902 11628 21517,'2'-48'1083,"1"0"0,0 1 0,-2 7-282,-3 14-566,0 6-268,-1 7-57,0 19 101,1 3 40,-3 25-37,-2-1 0,0 4-14,-2 3 0,0 2-390,-3 10 0,0 1 395,3-10 1,1-3 0,-3 20-6,6-8 11,6-25 123,8-4 12,8-22-17,13-20-17,9-19-51,-4 0 424,-11 12 1,0-1-106,17-20-128,-5 8-140,-9 8-84,-19 24-33,-6 11-6,-1 17 44,-1 34-30,-2-23 0,1 3-448,-2 13 0,0 3 391,-1-2 1,1-1-42,0-7 0,1 0-468,0 12 0,1 2-4353,0 2 1,1-1 4740,-1-6 0,1-2 1,0-5-1,0-7 1,0-9-1</inkml:trace>
  <inkml:trace contextRef="#ctx0" brushRef="#br0" timeOffset="73732">3530 11217 22494,'-54'-18'274,"-1"-1"1,9 0 0,7 13-194,15 35 0,8 12-36,2-1 0,1 5-1191,0 1 0,0 5 0,1 1 1161,2 4 0,1 1 0,1 2-550,2-10 1,1 2-1,0 0 1,1-2 513,-1 7 1,1-2-1,2 2-65,1-7 1,2 1 0,2 1 0,3-2-593,7 8 0,5-1 0,2-1-530,2-2 0,2-1 0,5-3 1046,1-11 0,5 0 0,0-4 1,-3-5-1,2-1 0,-1-6 1,2-7-1,1-1 0</inkml:trace>
  <inkml:trace contextRef="#ctx0" brushRef="#br0" timeOffset="73932">4743 11654 23181,'-16'-48'887,"-1"0"0,3 7 0,3 8-630,7 16-279,4 16 16,6 14 17,7 23-17,-5-4 1,0 3-157,-1-4 0,-1 4-8,-3 10 0,-3 7 0,-2-3-1783,-4 11 1,-3 2 1952,3-15 0,-2 5 0,0-2 0,1-5 0,-3 3 0,0-5 0,0-2 0,0-1 0</inkml:trace>
  <inkml:trace contextRef="#ctx0" brushRef="#br0" timeOffset="74299">5103 10920 25517,'-14'41'39,"1"0"0,1-1 0,3 1-36,7-3 0,2-1 0,3-3 0,2-3-3,7 16 61,8-17 90,0-15 51,4-18-28,3-14 16,5-16 56,3-10 6,0-2-56,-2 2-22,-7 11-68,-10 12-122,-8 13-29,-5 18 22,-2 18-150,-1 23-379,1-15 1,-1 2-4211,0 8 0,0 1 4762,0-1 0,0-3 0,1 14 0,-1-23 0</inkml:trace>
  <inkml:trace contextRef="#ctx0" brushRef="#br0" timeOffset="78433">3934 13508 13274,'10'-50'2320,"0"-1"0,0 1 1,3-9-1,-3 6-1267,-10-9-760,-4 40-119,-4 15-170,0 17 52,-6 27-39,4 14-12,4-14 1,1 1 28,1 18-29,3-20 1,1 0-23,0 22 17,-2-18 0,-1-1 11,-6 17 11,-12-9 1,0-30 59,-16-13-4,1-13 9,6-2 0,0-3 87,-21-15-88,23 11 1,2 0-25,-5-3 39,4 5-85,12 10-21,-1 13-1,6 12 12,4 18 16,7 9-22,4-7 23,12 10 10,12-16 6,2-11 1,5-4-4,0-5 0,3-5-1485,11-3 0,0-6 1463,-15-2 0,-1-3 2,6-6 1,0-3-276,-4-3 1,0-1-42,-3 2 0,-1 0-1168,0-2 1,-5 2 1467,-4 1 0,-13 7 0,-9 7 0</inkml:trace>
  <inkml:trace contextRef="#ctx0" brushRef="#br0" timeOffset="78858">3357 14841 16941,'1'-5'5232,"-1"2"-3905,0 3-537,38-69-225,-25 45-475,8-14 0,-3 4-1,-13 27-83,-4 17 55,-3 16-27,-7 24-40,1-16 1,0 3-450,-4 7 1,0 2 121,0 4 0,0 3-2203,2 5 0,2-1 2536,1-4 0,3-4 0,1-14 0,2-5 0,0 6 0</inkml:trace>
  <inkml:trace contextRef="#ctx0" brushRef="#br0" timeOffset="79241">4082 14796 23332,'-8'-41'711,"0"1"1,-9-21-651,-1 76 46,-5 17-63,8-6 1,0 4-558,-3 7 1,1 2 534,-1 7 0,1 1-8,1 2 0,2 1-17,3 0 1,2-1 2,5-5 0,3-1-22,5-6 0,5-4 33,18 17 56,13-21 62,4-18-33,-9-14 184,8-28-62,-20-5 62,1-19-11,-18 8-23,-16 8-89,-11 10-90,-15 12-33,-10 15-40,-7 16-5,0 14-67,7 11-309,13 10-572,14 4-5533,16 6 6267,8-11 0,0-17 0,0-15 0</inkml:trace>
  <inkml:trace contextRef="#ctx0" brushRef="#br0" timeOffset="79541">3253 14397 19740,'-23'-36'981,"-1"1"1,1-1 0,-9-11-1,1 9-583,-3 13-232,1 26-93,-2 30-12,12 1 1,1 7-799,4-2 1,0 3 0,1 3 754,-3 9 1,1 4 0,0 1-390,5-8 0,0 2 1,2 1-1,0 0 367,0 3 0,2 1 0,1 1 0,1 0-10,1 0 0,1 0 0,2 1 0,2-1-33,2-3 1,2 0 0,2-1 0,2-1-154,6 11 0,3-1 1,5-4-619,5-6 1,3-3 0,5-4-1472,4-6 0,4-4 0,1-3 2031,-2-5 0,-1-4 0,-1-3 0,3 1 1,-4-5-1,9-1 0</inkml:trace>
  <inkml:trace contextRef="#ctx0" brushRef="#br0" timeOffset="79774">4761 14662 25113,'2'-39'417,"0"-1"1,1-20-440,1 60 27,4 17-10,6 20-7,-6-5 1,1 4-757,0 9 1,-2 3 605,0 9 0,-3 2-326,-3-16 1,0 0-1,-2 0-2581,-2 1 0,-1 0 0,-1-1 3069,-3 14 0,-1-5 0,2-17 0,0-5 0,-2 3 0</inkml:trace>
  <inkml:trace contextRef="#ctx0" brushRef="#br0" timeOffset="80151">5067 14146 19848,'0'-3'3725,"0"0"-2947,0 3-772,55-52-12,-16 40-8,3-12 0,1 6-25,7 40 0,-11 15 22,-17 13-283,-25 8 317,-7-28 0,-5 0 28,-6-1 0,-2-2 36,-2-2 0,1-2 81,-19 13-27,16-11 89,14-9 146,18-4-6,14-4-146,18-3-78,18-8-104,-20-1 1,0-2-592,5-2 0,0-1-48,3-2 1,0-1 602,4 0 0,-4 0 0,7-2 0,-9 3 0</inkml:trace>
  <inkml:trace contextRef="#ctx0" brushRef="#br0" timeOffset="83366">3797 16226 20492,'0'-8'3764,"0"2"-2750,0 6-487,-21-61-466,15 45-106,-6-20 1,3 11 38,11 34 17,1 2 6,5 36 11,-4 0-31,-1-10 1,-4 1-231,-4-2 0,-4 0 233,-4 1 0,-3-2 2,-5 0 1,-3-3 36,0-5 1,-3-4 105,-23 9 51,6-20-39,8-21-34,9-13 29,9-14-35,6-8 46,8 1 44,3 7-84,2 14 332,0 12-483,-1 14 39,2 4 17,6 28-34,3-3 29,9 16-23,7-14-6,9-9 12,9-9-18,11-10-179,-25-9 0,1-3 154,1-2 1,0-2-130,0-2 1,-1-2-719,24-15-1206,-10 1-5477,-12 5 7567,-12 7 0,-12 7 0,-7 6 0</inkml:trace>
  <inkml:trace contextRef="#ctx0" brushRef="#br0" timeOffset="84592">3171 17330 24402,'5'-9'526,"-2"4"-386,-10 16 28,-2 1 29,-10 7 21,-3-6-11,-4-4 34,-1-5-11,3-10-101,2-11-51,5-13 0,7-7-44,7-1-28,11 6-29,5 7-5,8 7-5,6 9-7,7 6 35,8 12-23,3 11-34,-2 18-271,-12 14 313,-21-18 1,-7 2-336,-10 5 0,-7 2 307,-8 6 0,-7 0-355,4-14 0,-2 1 0,-1-2 405,-1-2 0,-2 0 0,1-2 17,-11 8 1,1-5-7,8-10 0,1-7 143,-11-7 178,16-23-250,15-16-50,17-11-34,15-8 91,19 0-97,-14 24 1,3 4-9,4 1 0,2 4-51,4 2 1,1 4-85,4 2 1,0 3-334,3 1 1,1 2-1155,2 1 1,2 1 1239,5 2 1,-3 0-1,7-1 1,-6 2-1</inkml:trace>
  <inkml:trace contextRef="#ctx0" brushRef="#br0" timeOffset="85125">4251 17162 20627,'0'-7'4458,"0"2"-3836,0 5-269,-14-66-73,8 46-188,-2-17 1,-2 5-43,2 28-78,-16 10 6,2 2-23,-28 17 28,3 1 11,17-10 1,-1 0 24,-1 0 1,3-2 3,-8 2 72,3-5 22,25-10-38,-1-1-1,5-1-22,3 1-61,0 0-1,2 6 6,-3 7-17,0 13 6,0 23 17,0-1-12,2 2-22,-1-5 34,1-15-18,-3 1 18,2-10 218,-1-10-84,2-6 45,0-8-124,1-7 18,0-9-34,10-19 5,5 1-50,4-2-6,10 4-5,-1 13-11,12 0 5,5 12 6,11 18 0,-9 10 5,-6 6-112,-12 10-156,-20-6-465,-3 12-3911,-27 10 4650,-8-7 0,3-9 0,6-17 0</inkml:trace>
  <inkml:trace contextRef="#ctx0" brushRef="#br0" timeOffset="85299">4041 17029 14331,'6'-6'5982,"-1"1"-4940,-5 5-718,80-56-953,-36 33 494,-6 2 1,8-5 0,-5 6-656,-9 10 1,-2 4-1474,31-7 2263,-26 7 0,-4 1 0,-8 1 0,12-2 0</inkml:trace>
  <inkml:trace contextRef="#ctx0" brushRef="#br0" timeOffset="85659">4864 16758 17350,'8'-7'7007,"-2"1"-5931,-6 6-35,0 0-1007,-9-4 50,-2 16 6,-22 24-43,17-9 1,0 2-34,-7 13 0,1 0-151,5-10 0,2 0 140,-8 23 0,4 1-362,9-18 1,3 2 363,-4 14 1,6 0-9,11-16 0,5-3 0,5-7 1,4-4 19,34 9-12,-23-24 1,1-5 39,30-10 22,-6-13 45,-13-12 134,-16-2-111,-14 7 315,-14-4-293,-26 4-95,-8 3-34,-21 3-79,6 14 664,11 7-1559,1 9 946,8 12 0,10-9 0,3 4 0</inkml:trace>
  <inkml:trace contextRef="#ctx0" brushRef="#br0" timeOffset="86159">2499 16943 20319,'-4'-43'1402,"1"0"0,-1 6 0,-2 9-1240,-6 17 51,-16 23-118,-1 19-78,6-1 0,-1 4-805,-1 11 0,1 5 788,7-10 0,1 2 0,1 3-359,0 4 0,1 2 0,2 1 334,2 4 1,1 0 0,3 1-503,2 1 0,3 0 0,4-1 280,4-3 1,4-1 0,6-2-559,4-3 0,5-2 0,6-4 805,13-1 0,7-4 0,-4-5 0,-6-1 0,-1-6 0,7-7 0,-1 0 0</inkml:trace>
  <inkml:trace contextRef="#ctx0" brushRef="#br0" timeOffset="86559">5321 16919 20431,'-9'-50'1629,"0"1"1,0 1 0,-1 9-716,-2 19-634,2 4-213,3 8-17,5 7-61,2 3 17,8 19 5,0-3-9,7 13 1,3 5-20,-4-7 1,1 1-427,7 18 1,0 3 358,-6 0 0,-3 1-658,-3 4 1,-5 3-21,-9 2 0,-8 1-1447,0-21 0,-3-1 0,-2-2 2209,-11 12 0,-1-6 0,8-13 0,0-6 0,-3 2 0</inkml:trace>
  <inkml:trace contextRef="#ctx0" brushRef="#br0" timeOffset="86999">5612 16272 20649,'0'-6'4649,"0"2"-3887,0 4-286,1-62-174,-1 44-296,0-44-34,-1 69 112,-2 15-50,0 23-26,0-13 0,0 1-11,1 5 1,0 1-253,-1-1 0,2-1 260,-1 25-16,1-18 78,2-18 168,1-15-5,1-15-96,3-13-61,1-17-11,3-17 33,-6 20 1,0-1-60,0-3 1,-1 0-12,0 0 0,0 1 43,0-24 32,1 16-21,-2 16-62,0 14-29,-2 9 7,0 13 402,0 11-414,-4 19-33,-1 17-367,1-22 0,-1 2-1140,1 5 0,-1 0 912,1-2 0,0-4 0,-1 13 0,3-23 0</inkml:trace>
  <inkml:trace contextRef="#ctx0" brushRef="#br0" timeOffset="89742">9066 9534 22800,'-11'-47'965,"1"1"1,0 6-1,2 8-836,2 20-135,2 14 40,7 16-1,5 19-16,6 19-6,-6-21 1,0 2-377,-1 2 0,-2 2 331,-2 2 1,-2-1 2,-2-8 0,-4-1-73,-13 18 1,-5-4 86,3-20 0,-2-2 48,-9 10 0,-1-8 263,-11-23-165,17-33-17,27-29-65,8 21 1,6-1-330,7-5 0,4 1 290,4-1 1,3 1-431,3 2 0,2 3 377,0 2 0,3 4-75,-2 5 0,2 3-263,-2 6 1,1 3-212,-1 3 1,0 4-371,-1 3 1,-1 3-983,-1 4 1,-2 3 1945,-1 4 0,-4 1 0,5 2 0,-10 3 0</inkml:trace>
  <inkml:trace contextRef="#ctx0" brushRef="#br0" timeOffset="90258">9593 9651 25444,'27'-29'28,"-1"1"0,1 1 0,2 1-11,2 6 0,0 2 5,-2-2 0,-1-1 17,-3-1 1,-3-2 49,13-23 18,-16 1 44,-11 6 17,-15 11-6,-8 13-50,-10 11-39,-5 16-22,-5 12-29,1 16 28,2 13-153,18-20 1,3 1 93,1 3 1,3 1 5,2 1 0,3 1-3,4 0 1,3-1-1,3-1 1,5-3-1,4-1 1,4-2-1,2-5 1,3-4 13,1-5 0,2-3 20,27-3 40,-6-23 21,-7-19-10,-9-21-18,-19 18 1,-2-1-342,-3-6 0,-1-2 378,-2-2 0,-1 0 11,-2 2 0,0 0 28,-1 6 1,0 2 159,-1-20-61,0 21-147,-2 14-72,0 13 149,1 10-183,4 15 34,6 20-17,-2-8 0,0 3 163,3 8 1,0 2-175,2 5 0,0 2-606,0 2 1,-2 0 588,0 1 0,-3-2 5,-1-12 1,-4 1-216,-10 14 0,-6-2-485,-2-19 1,-5-3-457,-8 12 0,-4-5 1179,0-18 0,0-5 0,-5 2 0,8-13 0</inkml:trace>
  <inkml:trace contextRef="#ctx0" brushRef="#br0" timeOffset="90483">10851 9362 23959,'-4'0'2258,"0"0"-2163,4 0-442,74-53-1757,-43 45 0,3 1 2104,12-10 0,5-4 0,-6 7 0,15 13 0,-3 3 0</inkml:trace>
  <inkml:trace contextRef="#ctx0" brushRef="#br0" timeOffset="90642">10994 9704 23159,'-5'1'4139,"1"0"-4123,4-1-1416,98-42 456,-56 31 1,0 1 0,16-13 0,-3 1-1,4 12 1</inkml:trace>
  <inkml:trace contextRef="#ctx0" brushRef="#br0" timeOffset="91566">12818 9329 20918,'-3'-6'3305,"2"0"-2516,1 6-554,0 0-212,-15-7 5,11 10 5,-11-3 35,15 13 67,-2 1 77,-6 0 29,-8 0-6,-11-5 29,-6-5-1,-2-14-22,4-9-62,7-15-78,11-8-45,10-3-34,14 1-5,8 8 22,10 10-39,-4 12-17,23 10 12,-6 15-4,-9 0 1,-1 2 5,-3 7 0,-2 4-17,-1 4 1,-5 3-268,-3 4 0,-7 3 273,-8 4 0,-8 0-508,-9 5 1,-9-1 515,-13 5 1,-6-2-356,7-14 1,-2-2 0,-2 0 365,-2-2 1,-1-1 0,0-3 12,2-3 1,0-2 0,1-2 23,-11 1 0,4-6 8,11-8 1,5-7 33,-5-16 412,28-16-446,25-10-27,20-1-12,-11 22 0,2 2 254,5 2 0,3 2-271,2 3 1,2 2-26,2 4 0,0 1-64,2 3 0,0 2 42,1 3 0,0 1-827,2 1 0,-1 2-3237,4 0 1,0 1 3738,-5-2 0,-3 0 0,14 1 0,-25-4 0</inkml:trace>
  <inkml:trace contextRef="#ctx0" brushRef="#br0" timeOffset="92716">13894 9169 26189,'3'-36'324,"1"1"1,1-22-241,-10 57-5,-2 0-34,-2 0-1,-3 0-10,-2 2-34,-5 1 11,-4 2 23,-5 1 5,-3 0-5,-2-1 10,3-3 1,5 0-17,8-1-11,8-1-6,4 0-11,3 0 11,-3 3 1,-6 4 21,-8 6-5,-8 6-33,-7 3-7,2-2 1,7-3-11,8-4 22,11-6 22,3-2 6,3-4 17,0-1-17,-1 4 6,-1 1 5,-2 4 17,-2 1-28,-2 0 17,0-2 5,3-4-22,3-1 67,2-2-72,0 1-23,1 3-12,1 3 1,0 3 11,0 0 17,0 1-6,0-2 12,-2-2-1,1-3-11,-1-2 73,0-2 381,0 0-471,-1 3-5,1 3-11,-2 5-1,1 3 29,-2 3 16,1-1-5,0 1 11,0-4-11,-1-3-23,0-2-5,1-5 17,1-1 96,0-2-102,1-6 0,0-2 0,0-6 0,3 1 0,3-2 0,7-2 0,7-1 0,7-1 0,8 2 0,5 3 0,5 5 0,0 5 0,8 20 0,-19-3 0,5 23 0,-23-4 0,-4 11 0,-16 0-35,-28 6-4,2-19-87,2-11 0,-2-4-765,-15-3-1993,-10-3 2884,9-6 0,19-4 0,12 0 0</inkml:trace>
  <inkml:trace contextRef="#ctx0" brushRef="#br0" timeOffset="93183">13826 9045 26430,'46'-35'616,"-8"6"-471,3 20-50,-4-1-33,6-1 50,-5 0-56,-17 4-34,-7 1-50,-12 5-1156,-2 1 1,0 0-1</inkml:trace>
  <inkml:trace contextRef="#ctx0" brushRef="#br0" timeOffset="96400">14588 9266 13334,'0'-10'3971,"-1"-23"0,-2-4-2245,-6 6-1264,2-8 0,-3 2 120,-12 15-240,-7 12-180,-5 17-11,-8 17-73,18-4 1,0 4-485,-1 6 0,0 3 426,0 5 0,2 2-471,0 5 0,4 1 451,2 2 0,4 1 6,3-3-1,4 0-162,6-5 0,5-1 162,5-7 1,4-2 5,6-5 0,3-5 34,29 7 28,1-16 62,-7-22 556,-11-16-545,-12-14 16,-11-8-5,-19-1-17,-15 4 891,-19 10-952,-11 11-18,-7 13-50,5 13-27,12 9 385,17 11-447,16 8-366,20 8-1757,21 3 2201,0-18 0,2-3 0,4 4 0,8-5 0</inkml:trace>
  <inkml:trace contextRef="#ctx0" brushRef="#br0" timeOffset="96609">15610 9287 26805,'-57'6'54,"0"0"0,3 4 0,8 7-74,21 11 1,6 7-2380,-7 10 0,1 1 2021,8-14 0,0 1-1516,-7 14 1,-1 0 1515,5-15 1,0-3 0,-7 15 0,1-10 0</inkml:trace>
  <inkml:trace contextRef="#ctx0" brushRef="#br0" timeOffset="96783">15008 9645 15978,'6'-44'2043,"-1"0"0,1 0 0,-2-1 0,2 2-1323,5-5 0,0 7-429,-3 15 6,7-9-219,-3 27-56,10 9 6,24 32-39,-20-11 0,0 2-137,2 4 1,0 1-27,2 7 1,-1 0-863,-6-5 0,-1 0-678,5 7 0,-1 1 1714,-3-3 0,-2-1 0,2 3 0,-9-11 0</inkml:trace>
  <inkml:trace contextRef="#ctx0" brushRef="#br0" timeOffset="96983">15469 9276 24491,'-14'-39'575,"1"-1"0,2 4 1,1 11-548,4 21-39,4 17 33,1 28-56,3 14-1356,0-14 1,-1 0 1120,2 21-527,-1-21 1,-2 1-4121,-7 1 1,-1-2 3554,4-8 0,-1-2 1,-11 26-1,12-48 0</inkml:trace>
  <inkml:trace contextRef="#ctx0" brushRef="#br0" timeOffset="97133">15014 9681 23931,'-6'-53'556,"1"0"1,9-3 0,8 12-535,13 26-17,6 3 1,6 3-37,9 6 1,4 3-1613,5-1 0,1 2 1355,0 1 0,4 1-1718,-9 2 1,4 0 0,-5 0 2005,-2 1 0,-3-1 0,10 1 0,-6 0 0,-9-1 0</inkml:trace>
  <inkml:trace contextRef="#ctx0" brushRef="#br0" timeOffset="97466">16313 9133 26682,'-4'-40'487,"1"0"0,-3-23-509,4 66 33,0 5 11,-4 40-11,-1 7-535,2-11 0,0 2 521,1-3 0,1 0 6,1-1 0,2-2-3,3 19 242,15 1-208,0-35 10,14-2 29,0-33 11,8-14 0,-5-5 67,-6 7 1,-2-1 27,5-3-67,9-5-73,-24 21 767,-8 16-806,-5 15-51,-2 21-252,0 17-655,-2-22 1,0 2-1572,0 6 0,0 0 2200,1-2 1,1-3-1,0 14 1,1-24-1</inkml:trace>
  <inkml:trace contextRef="#ctx0" brushRef="#br0" timeOffset="99299">18077 9198 20122,'-59'4'573,"-1"0"1,1 0-1,8 0 1,2-1 0,6-1-356,4 2 0,8-1 285,2-1-391,43-3-62,41-4-59,-7 2 1,7 0-485,-9 0 0,5 1 0,2 0 420,2 1 0,3 1 0,1 0 1,-1 1-386,-8 0 1,0 1-1,-1 0 1,0 1 388,15 0 0,-1 0 0,-4 2-222,3 4 0,-12 6-63,-21 11 236,-45 11 164,-15-18 1,-14-2 0,-1-2-468,-2 1 0,-1-1 1,-1 0 485,-3-1 0,-1 1 1,0-1 100,5-2 0,0 0 0,3-1 337,0 1 1,2 0-269,-2-1 0,4-1 68,-6 3-247,33-8 1750,36-11-1750,28-5-45,-13 2 0,3-2-326,7-1 1,1 0 334,2-2 0,0-2 27,5-4 1,-4-3-29,-16 7 1,-3-2 22,3-9 1,-6-4 1739,-13-21-1726,-10 18 0,-4-2 106,-8-6 1,-4 0 27,1 10 1,-3 2 5,-2-1 0,-1 4 368,-1 4-429,4 10-130,10 11 6,1 22 1,6 13-18,6 28 254,2-5-251,-1-17 1,2 1-10,-2-6 1,0 1-42,2 9 0,-1 3-524,-2 6 0,-4 1-801,-6-10 0,-4-1 1251,-3 1 1,-2-4-1,-8-2 1,5-18-1</inkml:trace>
  <inkml:trace contextRef="#ctx0" brushRef="#br0" timeOffset="99692">19641 9392 15355,'24'-48'911,"-1"0"0,1 0 0,-1 0 1,3-4-1,-3 3 0,-3 6-556,-5 5 1,-5 8 2017,-7 6-2317,-5 14 808,-9 18-858,-11 28 11,0 13-162,8-12 0,2 3 94,4 0 1,3 0-9,0-7 0,3 1-557,4 20 0,5 2-1165,0-15 0,2 0 1676,3 12 1,1-3-1,4 2 1,-6-25 0</inkml:trace>
  <inkml:trace contextRef="#ctx0" brushRef="#br0" timeOffset="100042">20482 9165 22957,'-10'-50'905,"0"0"1,0 5 0,-3 13-755,-16 28-118,1 19-10,9 4 10,-2 41-33,14-8-435,3-12 0,4 1 426,5-6 1,4-3-1853,4 1 0,3-4 1872,15 16 322,-1-21 0,3-4-316,13-5 2,-14-8 1,-1-6 53,9-20 11,-9-20-17,-9-16 12,-15 24 0,-2-2-12,-2-1 0,-5 0 73,-13-27-17,-17 10-61,-2 20 2,-4 17 1,-4 5-54,-19 4-11,18 4 0,2 5-67,-7 16 2821,25 13-4725,33 11-1065,13-7 2307,23 4 0,-24-25 1,1-2-1</inkml:trace>
  <inkml:trace contextRef="#ctx0" brushRef="#br0" timeOffset="100575">21305 9013 26581,'-11'-23'73,"1"8"-12,9 33 1,-6-1 83,-5-4 63,-3-4-29,3-8-56,4-8-28,5-8-56,2-1 45,12-19-50,3 8 11,12-10-28,-1 14 5,0 11-11,0 7-22,3 13 5,6 10 18,6 17-194,-18-12 1,-1 3 175,0 3 1,-3 3 8,-3 1 0,-5 1 13,-3 1 1,-7 1-17,-9-1 0,-7-1-20,-9 0 1,-6-2-394,-8-2 0,-4-4 427,-2-4 0,-1-4 0,5-4 0,1-6 58,-19-6 29,23-14-39,18-11-40,19-5 310,17 1-360,19 4 0,21 6 54,-21 11 0,2 2-88,4 1 1,1 1-68,2 2 0,1 0-243,0 2 0,1 0-458,1 0 1,-1 0-683,1 1 0,-1-2-2527,-1-3 1,-3-2 4038,-7-1 0,-4-2 0,8-4 0,-22 3 0</inkml:trace>
  <inkml:trace contextRef="#ctx0" brushRef="#br0" timeOffset="100875">22113 8931 24083,'5'-46'1025,"0"1"0,-1 4 0,0 8-813,0 18-150,-3 12-34,1 19-6,-1 19 12,2 20-15,-1-21 1,1 1-224,2 2 1,2 1 197,2 0 1,3-1-1,3-2 0,2-1 12,2-4 0,2-1-6,2-5 0,0-4 28,23 8 78,-5-16 12,-8-18 16,-8-10 40,-8-9 61,-4-2 441,-3 5-613,-4 7-63,-2 8 0,1 13 0,2 18-80,4 25-262,-5-11 1,0 5-2060,0 13 0,-2 2-1013,0-6 0,-1 2 3414,-1 12 0,-1-6 0,0-9 0,-1-1 0</inkml:trace>
  <inkml:trace contextRef="#ctx0" brushRef="#br0" timeOffset="104309">6910 17160 18390,'-44'-24'847,"0"0"0,0 0 0,4 2 0,1 1 0,5 5-315,-18 0 502,17 6-1084,20 7 336,15 5-280,17 7-51,19 7-39,22 6-254,-20-10 0,1-1 234,6 2 1,1-1 7,0 0 1,-1 0 14,-4-1 0,-3 1 447,13 9-366,-34 0 79,-41 2 38,-28 7-44,14-12 0,-3 2-512,-4 2 1,-2 0 541,-3 3 1,0 0-37,2-1 1,2-1 170,5-2 1,5 0-233,-12 10 5,30-9 11,23-12 57,52-13-63,-23-5 1,3-3-17,20-6 0,3-2-113,-2-4 1,-1-3 137,-1-2 0,-3-3 34,-6-1 1,-6-2-29,-9 1 0,-6-4 55,-8 2 1,-8-2 36,-9 0 1,-6 1 41,-5 0 0,-5 2 36,-5 1 1,-2 3-9,1 3 1,-1 2 80,-15-13-123,15 13-117,11 13-45,13 7 1412,12 11-1390,14 11-11,15 16 29,-18-9 1,-1 2-78,1 5 1,-2 3-288,-4 4 0,-5 3-102,-4 5 0,-5 3-2414,-8 7 1,-6 0 2850,-1-4 0,-2-3 0,2-14 0,0-4 0,-5 6 0</inkml:trace>
  <inkml:trace contextRef="#ctx0" brushRef="#br0" timeOffset="104966">8791 17110 21836,'8'-46'1456,"0"0"1,-1 0 0,-1 5-886,-4 7-207,0-2-146,-4 14-83,1 8-107,-1 9-6,1 3-39,0 2 17,1 3 0,1-1-22,-1 5 50,1-2-6,-3 4-44,-1 2-6,-11 11 56,-4 3-28,-2 0 22,-2 9-33,7-2 11,-2 12-50,7 11 78,8-8-6,6-4-44,14-10 38,13-15 24,17-1-374,11-14 353,-27-7 1,0-4-1,0-5 1,-1-3 16,-2-4 1,-2-4 13,-3-3 1,-3-3 19,-3-3 0,-4-3 53,-3-11 0,-4-1-48,-4 7 1,-2 0-37,-2 2 1,-2 2 122,-18-17-94,-5 26-68,-9 3 0,-12 21-68,3 19-128,17 2 0,2 4-900,-11 21-335,14-8 0,1 3 1431,3 2 0,3-2 0,-9 15 0,6-3 0</inkml:trace>
  <inkml:trace contextRef="#ctx0" brushRef="#br0" timeOffset="105533">8326 17678 21713,'-9'2'2325,"2"0"-2269,7-2 5,0 0 23,64-34-73,-20 18 1,6 0-1026,5-5 0,6-2 0,1 2 1007,-12 7 0,2 0 0,-1 2 0,-1 0-8,6-1 0,-1 0 0,2 1-57,0 1 1,3 0 0,0 1 0,-7 2-372,7 0 1,-3 1 345,-8 0 0,0 0 0,-13 6-474,-19 11-197,-66 12 560,-1-4 1,-5 1-232,5-2 0,-4 0 429,9-2 0,-5 1 0,-1 1 0,4-2 172,-1 1 1,2 0-1,-2 0-19,-1 0 0,-3 1 0,1 1 0,2-2 81,0 0 0,3-1 0,2-1 422,-11 3 1,6-1-529,16-6 0,4-2 520,-9 3-313,28-9 764,3 0-933,34-14-77,20-8-43,-18 7 1,4-1 67,10-4 1,7-2 0,-1 0 49,-9 5 1,-1 0 0,2-1-84,2-1 0,4 0 1,-1 0-1,-1 0-17,4 0 0,-2 1 1,-1 1-30,16-6 0,-5 3-48,-17 6 1,-3 1-891,15-3 962,-39 13 0,-2 0 0,-11 4 0</inkml:trace>
  <inkml:trace contextRef="#ctx0" brushRef="#br0" timeOffset="107067">7881 3842 19400,'-5'0'-923,"0"0"1585,5 0-496,90-32-663,-60 27 0,4 0 594,23-7 0,11-3 0,-7 4-364,-12 7 1,1 2 312,4-2 0,6 0 0,-1 0-368,-9 0 0,-1 1 1,2 0 606,0 0 1,2-1 0,1 1 0,2-1-695,4 1 0,1-1 1,2 0-1,0 1 539,-9-1 1,2 1 0,0 0 0,0 0 0,1 0-230,3-1 0,1 0 0,0 1 1,1-1-1,1 0 147,-9 1 1,0 0 0,1-1 0,0 1 0,1 0 0,-1-1-160,3 0 1,0 1-1,0-1 1,0 0-1,1 0 1,-1 0 164,2 0 0,1 0 0,-1 0 1,1 0-1,0 0 0,0 0-123,1 0 0,1 0 0,0 0 0,0 0 0,0 0 0,1 0-15,-9 0 0,1 1 0,0 0 1,-1-1-1,1 1 0,1-1 1,-1 1 19,1 0 1,1 0-1,-1-1 1,1 1-1,-1 0 1,1 0 0,0 0-18,1 0 1,1 0 0,-1 0 0,0 0 0,1 1 0,-1-1 0,1 0-16,1 0 1,-1 1 0,1-1 0,0 1 0,0-1 0,0 1 0,0 0 51,1 0 0,0-1 1,1 1-1,0 0 1,-1 0-1,1 0 0,0 0 9,-7 1 1,0-1-1,0 1 1,0-1-1,0 1 1,0 0-1,1-1 1,-1 1-20,2 0 0,0-1 1,0 1-1,0-1 0,0 1 1,0 0-1,0-1 1,0 1 13,1 0 1,0-1-1,0 1 1,1-1 0,-1 1-1,0 0 1,1-1 0,-1 1 14,2-1 0,-1 0 0,1 1 1,0-1-1,0 0 0,0 1 1,0-1-1,0 0-5,0 0 0,1 0 0,-1 0 0,1-1 1,0 1-1,0 0 0,-1-1 0,1 1 17,1-1 0,-1 1 0,0-1 1,0 0-1,1 1 0,-1-1 0,0 0 1,1-1 21,-1 1 1,1 0 0,0-1 0,-1 1-1,1-1 1,0 1 0,-1-1 0,1 0-22,-1 0 1,1 0 0,0 0-1,-1 0 1,1 0 0,0-1-1,-1 1 1,1 0 2,-1-1 1,0 0 0,0 1-1,0-1 1,0 0 0,0 0 0,0 0-1,0 0 13,-1 0 1,1 0-1,-1 0 1,1-1 0,-1 1-1,0 0 1,0-1 0,0 1-4,0-1 0,-1 1 0,0-1 0,1 0 0,-1 1 0,0-1 0,0 0 0,0 0-3,-1 1 0,0-1 0,0 0 0,0 0 1,-1 0-1,1 0 0,0 0 0,-1 0 9,-1 0 0,0 0 0,0 1 0,0-1 0,0 0 0,0 0 0,-1 0 0,1 0 2,6 0 1,-1 0 0,0-1-1,0 1 1,0 0 0,1-1-1,2 1-24,-10 1 0,2-1 0,1 1 0,0 0 0,0-1 1,0 1-1,-2 0 0,-2 0 0,-2 0 8,8 0 0,-4 0 0,-2 0 0,-1 1 0,2-1 0,3 0 28,-4 1 1,2 0 0,2 0 0,1-1 0,-1 1 0,-1 0-1,-3 1 1,-3-1-15,7 1 1,-4 0-1,-2 1 1,1 0-1,2 0-92,-1-1 1,1 1 0,1 0-1,0 0 1,1 0 0,-2 1 93,0-1 0,1 1 1,0 0-1,-1 0 1,-4 1-1,-3-1 1,13 0-1,-5 0 1,-3 1-1,-7 0 1,0 0-1,1 0 1</inkml:trace>
  <inkml:trace contextRef="#ctx0" brushRef="#br0" timeOffset="109333">1516 8242 21814,'-30'-17'572,"5"17"-477,30 55-33,5 0 22,9-9 61,8-12 40,3-14 67,5-15-6,4-20-50,9-20-582,-9-3 0,-1-3 402,-9 11 1,1-2-398,0-2 1,3-3 0,-2 2 391,5-5 0,-1 2-43,-6 7 0,2-1 1,0 1-244,12-10 1,2 5-2748,1 7 1,-1 7 3021,14 0 0,-15 15 0,-31 11 0</inkml:trace>
  <inkml:trace contextRef="#ctx0" brushRef="#br0" timeOffset="110199">1561 12552 11346,'-23'-57'2623,"0"0"0,2 7 1,2 5-1241,-6-1-896,10 20 34,3 9-404,8 15 18,2 12 100,4 19-16,-1 23-124,0 0-42,-1-14 1,-2 1-4,-2 24-5,2-22 0,0-1 117,0 12 269,7-15 62,13-37-342,3-12-50,10-17 0,5-6-798,-3 3 0,3-2 710,-1 0 0,3-2 0,0 1-15,-3 3 0,1 1 0,0 1-17,0 0 1,1 0-1,-1 2-9,6-4 0,-1 2-101,2 0 1,0 6-1640,19 7-2332,-12 22 4100,-16 21 0,-26 1 0,-7-7 0</inkml:trace>
  <inkml:trace contextRef="#ctx0" brushRef="#br0" timeOffset="110825">1449 15177 21287,'-15'-53'390,"-1"1"1,1 3 0,2 3 415,3-11-302,0 14-448,2 18-123,4 20 117,-1 25 17,-2 27-56,1-10 1,0 3-465,-1 10 1,0 1 452,1 3 0,2-1 11,1-2 0,4-3-151,3-8 0,4-3 263,16 16 43,12-26 92,12-22-129,-4-15-3,2-17 0,3-7-779,-8 3 1,1-2 674,0 0 1,2-3-1,-1 1-7,-5 3 0,-1 1 0,0 0-13,-2 2 0,1 0 0,-2 2 151,13-10 0,-3 4-237,-7 7 0,-2 3-504,16-3-780,-20 24-2452,-15 27 3820,-20 32 0,1-22 0,-7 6 0</inkml:trace>
  <inkml:trace contextRef="#ctx0" brushRef="#br0" timeOffset="111292">1003 17780 19221,'-21'-41'927,"1"-1"1,4 8 0,-1 0-513,-7-18 0,-1 1-369,9 18 1,1 4 323,-8-12-76,7 18-366,9 12 88,6 15 12,8 14-28,5 19 17,5 18-191,-9-23 1,-1 0 167,0 2 1,0-1 5,5 23 286,2-14-101,2-18 156,4-17-50,12-27-207,-9 0 0,2-4-471,9-10 0,1-3 412,7-5 0,2-2-416,-13 14 0,1-1 0,0 1 342,1 0 1,0 1-1,-1 1-606,14-11 0,0 4 137,-3 7 1,-4 4 0,6-2 0,-15 16 0</inkml:trace>
  <inkml:trace contextRef="#ctx0" brushRef="#br0" timeOffset="232666">19007 12811 19848,'-57'11'1118,"0"0"1,8-2-1,12-2-574,27-4-12,22-3-258,16-2-173,24-4-107,-16 1 1,3-1-1011,8-2 0,3-1 324,6-3 1,3 0-2071,-14 2 1,0 0-1,-1 1 2762,18-6 0,-4 2 0,-17 3 0,-4 1 0,7-1 0</inkml:trace>
  <inkml:trace contextRef="#ctx0" brushRef="#br0" timeOffset="233324">20296 12507 16600,'1'-3'6855,"0"0"-5169,-1 3-1613,9-24-12,-7 18-38,8-16 27,-7 27 1,-1 3 50,0 5 50,-5 1 6,-4 1-6,-6 0 6,-5-1 5,-3-3 34,3-5-11,2-5-56,5-9-56,5-8 0,4-12-12,8-10-5,5-7 11,6 0-5,8 3-51,-4 15-11,0 9-22,0 12 22,1 9 0,7 7 11,4 10-11,0 23-11,-13-10 0,-5 27-40,-27-10 12,-1-15 0,-4 2-386,-8 4 1,-7 2 416,1-5 1,-3 2 0,1-4 12,-3 4 1,0-3 7,3-5 0,-3 0 0,4-6 82,-16 4 40,2-7-18,29-28-55,29-13-34,12-7-31,2 6 0,4 1 3,0 1 0,1 2-481,10-5 1,2 1 432,2 1 1,1 1-121,0 3 0,1 0-841,10 1 1,-2 2 25,-17 3 1,1 1 982,19-3 0,-5 2 0,-21 3 0,14-2 0</inkml:trace>
  <inkml:trace contextRef="#ctx0" brushRef="#br0" timeOffset="233840">21005 11857 22757,'-12'-46'464,"1"0"1,1 4 0,5 6-403,11 15 476,15 1-510,8 7 166,16 4-225,-11 7 1,0 2-15,27 11 101,-3 2-140,-12 15-78,-20 3-23,-5 12 90,-29 15 123,-18-11 268,-9-3-184,-12-13 11,8-13 174,-15-1-11,17-9 61,5-10-179,21-4 84,7-8-22,11-4-180,-1 5 79,18-4-90,-9 14-33,29-1 0,-20 7-12,11 3 0,3 2-22,19 8-252,-16-3 1,1 1 279,-8-1 0,-2 1-6,17 13-5,-21-6-23,-20 3 1,-25-4-264,-35 12 64,22-19 1,-3 0-1129,-10 1 1,1-2 839,-16 1-1329,-2-6 1850,25-5 0,8-1 0,12-1 0</inkml:trace>
  <inkml:trace contextRef="#ctx0" brushRef="#br0" timeOffset="234050">21937 11435 24547,'2'-3'2577,"-1"1"-2179,-1 2-387,29 79-2956,-22-44 0,-1 2 2581,11 21 0,-1 6 364,-12-17 0,-2 1 0,-1-7 0,2 8 0,-3-11 0,1 1 0</inkml:trace>
  <inkml:trace contextRef="#ctx0" brushRef="#br0" timeOffset="236040">23521 12021 32767,'-40'-6'-154,"0"1"0,-21-4-1023,75-8 1111,43-2-164,-21 9 0,3 2-512,16-1 1,2 2 508,-4 3 1,0 3-131,-1 2 1,-2 4-393,-7 0 0,-5 4-87,13 19 167,-42 11-2,-41 8 511,3-19 1,-6 0-162,-7 2 0,-3 0 281,-3 1 1,-1 0-346,1 0 0,1-1 492,3-2 0,3 0-62,9-5 0,3 0 689,-4 11-649,39-17-12,40-22-51,-5-6 1,3-4-649,12-7 1,1-4 634,-14 6 1,0-2 0,-2 0-4,10-5 0,-1-2 0,-6-3 0,2-3 0,-5 0 19,-3-4 1,-4-1 0,-3 3 1,0-3 0,-5 1 13,-5-6 1,-8 0 94,-7 6 0,-6 2 1060,-18-22-887,-12 20-50,-2 16-123,7 14-62,7 13 1391,7 13-1480,5 15 0,6 16 27,3-17 1,2 2-44,1 6 1,0 1-8,0 5 0,0 2-538,0 3 1,-3 1-331,-4-1 0,-1 0-4003,-1-4 1,-2-3 4196,-4 15 1,2-26 0,5-24 0</inkml:trace>
  <inkml:trace contextRef="#ctx0" brushRef="#br0" timeOffset="236649">25643 11851 21679,'-8'6'2213,"1"0"-493,7-6-869,0 0-778,-5 7-34,4-4 84,-4 9-67,5-8 45,0 1 230,0-3-68,0-1-67,0-17-168,1 3 45,7-41-45,-1 24 5,5-5 1,2 1-34,7 2 17,9-5-12,-10 25 1,6 13-68,12 26 23,3 9 47,-17-7 1,-1 4-331,-7-1 1,-5 2 307,-7 5 0,-7 0-14,-11 7 0,-8-1-564,-11 7 0,-7-2 595,8-14 1,-3-1 0,1-2 13,-9 7 0,-1-1-1,9-12 1,-1-1 0,3-4-15,-15 5 54,-4-6-17,41-34-28,23-12 522,14-8-516,13 4-17,7 4 0,6 8 871,5 4-950,-26 7 1,2 2-281,2 0 1,2 0-900,5-1 1,1 0 841,10-2 0,-3-1 0,8 0 0,-3-2 0</inkml:trace>
  <inkml:trace contextRef="#ctx0" brushRef="#br0" timeOffset="237116">26228 11165 21803,'-6'-9'3176,"1"1"-2893,-7-26 0,2-5-65,6 10-179,-6-14 1,7 3-18,23 22-5,15 9-28,10 6-1,8 12 12,2 8 0,-5 12-5,-10 9-18,-16 7 1,-22 1 16,-24 1 23,-20-4-149,15-24 1,-2-2 176,0-2 0,-1-3 123,-20 5 134,14-9-28,14-11-78,12-8-78,12-5-68,7-4 12,8 3 291,8 4-353,4 6 22,7 5-11,8 10-11,7 9-16,4 12 7,-28-12 1,-1 2-20,17 22-28,-17-2 5,-21-4-49,-26-3-74,-23-6-3,13-14 1,-2-1-219,-2-2 1,0-2-598,1-1 1,1-2 991,-21-3 0,26-1 0,12-3 0</inkml:trace>
  <inkml:trace contextRef="#ctx0" brushRef="#br0" timeOffset="237333">27015 10877 28110,'4'63'-182,"0"0"0,-2-19 0,1 0 0,1 1-1262,0-1 1,0 1 0,1-1 499,-1 20 1,0-4 0,-2-18-1,-2-4 1,0 8 0</inkml:trace>
  <inkml:trace contextRef="#ctx0" brushRef="#br0" timeOffset="238708">28110 11452 24375,'-55'-12'530,"0"0"0,9 1 1,6 3-234,9 6 9,18 5-250,6-1 99,34 11-94,19 0-38,14 3-23,-4-2 0,4 2-616,-16-2 1,1 0 613,-3 1 0,1 1 0,-2 1 7,3 7 1,-6 4-6,-10 1 0,-6 1 0,1 21 17,-37-8 0,-11-1-17,-11 2 3,-1-12 1,-9 3 0,2-3-4,0-4 0,0-2-15,3-1 0,-1 1 0,2-2-114,2 2 1,4-2-164,-6 9-2061,33-10 2353,42-17 0,-17-1 0,16-6 0</inkml:trace>
  <inkml:trace contextRef="#ctx0" brushRef="#br0" timeOffset="239392">29464 11549 26900,'-12'-30'50,"3"8"-27,11 26 27,-4 4 23,-11 2 0,-12 0 22,-13-3 39,-4-5 34,5-10-44,12-8-52,15-12-21,18-9-23,15-2-28,5 7 28,26 1 0,-14 20-17,20 1-5,-10 21-12,1 12-5,-4 17-308,-26-15 1,-4 4 301,-3 3 0,-6 3-11,-6 5 0,-6 2-6,-9 5 1,-6 0-486,0-10 0,-3 0 1,-2-1 512,-4 4 0,-3-1 1,-2 0 1,-2 0 0,-2 0 1,0-3 8,2-3 1,-1-2-1,1-3 26,-11 4 0,2-7 11,12-10 0,4-9 42,-2-18-28,35-20 6,32-15-51,-6 21 0,6 2-173,8 0 1,4 3 155,5 2 0,2 4-75,2 3 0,2 3-196,0 3 0,0 2-482,-1 4 0,0 2-2684,-1 2 0,-3 1 3443,-7 1 0,-4-1 0,10 4 0,-25-4 0</inkml:trace>
  <inkml:trace contextRef="#ctx0" brushRef="#br0" timeOffset="239991">29918 10779 18268,'-1'5'4879,"0"-1"-3574,1-4-543,-11-80-1191,9 35 622,-2-9 0,2 1 26,12 8 203,5 11-350,5 10 115,3 8-192,4 9 16,5 11 0,5 9-22,6 15-11,-1 12-12,-4 9-16,-13 5 10,-11-2 29,-20-4 6,-18-7-1,-18-8 17,-8-8 51,1-10 537,13-8-470,13-11-17,13-8-12,10-10-4,11-3 4,7 3-21,6 6-34,2 7-17,5 10-23,5 11 6,5 12-33,3 10-6,-3 9-192,-6 3 181,-11 0-62,-13-2-84,-20-5-123,-13-9-263,-17-9-634,-5-11-2094,-1-13 3299,10-8 0,14 1 0,11 1 0</inkml:trace>
  <inkml:trace contextRef="#ctx0" brushRef="#br0" timeOffset="240208">30636 10382 22576,'0'-4'3803,"0"0"-3008,0 4-716,-7 50-57,2 3-761,-1-4 1,-1 5 561,2-6 1,0 0-819,-1 2 1,0 1 459,0 6 0,1-4 0,-1 8 0,3-8 0</inkml:trace>
  <inkml:trace contextRef="#ctx0" brushRef="#br0" timeOffset="240725">31239 11519 21192,'-7'0'3675,"2"0"-1502,5 0-2016,-25-2-28,57-1-96,-12-2-22,9 2 1,6 1-231,3 0 0,-1 0 242,18-2-18,-22 2 1,0-2-146,5-1-1003,-13-3-532,-21 2 1675,-9-3 0,3 5 0,-2 0 0</inkml:trace>
  <inkml:trace contextRef="#ctx0" brushRef="#br0" timeOffset="240991">32104 11122 25303,'-1'-3'2359,"0"0"-1895,1 3-408,11 20-39,4 42-17,2-6-634,-10-14 1,-1 7-1,-2-3 334,-1 3 1,-2-1-51,1 11 0,-2 1-1512,-2 1 0,-1-4 1862,-1-17 0,0-3 0,1-4 0,0-3 0,-1 3 0</inkml:trace>
  <inkml:trace contextRef="#ctx0" brushRef="#br0" timeOffset="241899">32299 9836 9231,'-44'-21'699,"-1"1"0,1-1 0,0 0 0,-15-5 1,1 2-1,1 5-380,10 9 0,2 5 1,-1 0-228,-6 0 0,-2 2 0,-1 0 124,-6 2 1,-2 0 0,-2 2-478,12 1 0,0 1 1,-2 1-1,-1 0 392,-4 2 1,0 0 0,-2 2-1,0 0-170,9 1 0,0 0 0,0 1 0,-1 1 0,1 0 162,-3 1 0,1 1 0,0 0 0,-1 2 1,-2 2-11,2 0 0,-1 2 0,-1 1 0,-1 1 0,1 1 0,0 2-160,7-3 0,0 0 1,1 2-1,0 0 1,-1 2-1,-1 0 1,-2 3 106,4-2 0,-3 3 1,0 1-1,-2 1 0,1 0 1,0 1-1,1 0 0,2 0 1,1-2-140,-2 4 0,1-2 1,1 1-1,2 0 0,0 0 1,0 1-1,0 2 104,-4 2 1,0 1 0,0 1-1,0 1 1,3 0 0,3-1-1,3-1 47,2 3 0,4-2 0,2 0 1,3 1-1,2 0-40,-3 10 0,3 0 0,3 1 1,5 1 10,4-1 0,5 1 1,4 0-1,4 0 76,6 0 0,4 0 1,5 0-1,3-1-48,4 2 0,5-1 1,3-1-1,3-2-30,5 2 1,4-2 0,3-1 0,2-2-10,-5-9 1,3-1-1,1-1 1,1-1-1,2-2 12,4 1 1,1-2 0,1-1 0,2-1 0,2-2 9,-7-4 0,2-2 1,0 0-1,2-2 0,0 0 1,1-1-8,3-1 1,1 0-1,0-1 1,2-1 0,0-1-1,1-1-81,-7-3 1,1 0 0,1-1 0,0-1 0,1-1-1,0 0 1,-1-1 52,3 0 0,0-1 0,0-1 1,0 0-1,1-1 0,0-1 1,-1-1-37,2 0 0,0-2 0,0 0 0,0-1 0,0-1 1,0 0-1,0-1 27,0-1 0,-1 0 1,1-1-1,0-1 1,-1 0-1,0-2 1,1 0-13,-2-1 0,1 0 0,-1-2 1,1 0-1,-1-1 0,0-1 1,-1-1 2,0 0 1,0-1-1,0 0 1,-1-2 0,1 0-1,-2 0 1,1-2 0,-1 0 0,-1-1 1,1-1-1,-1 0 1,-1-1-1,1-1 1,-2 0-3,1-1 0,-2-1 0,1 0 0,-1 0 0,-1-2 0,0 0 0,-1 0 11,6-5 0,0-1 0,-2-1 0,0 0 1,-1-1-1,-1-1-4,-3 1 1,-1 0-1,-1-1 1,-1-1-1,-1 0 1,-2-1-2,3-5 1,-1-2 0,-2 1 0,-2-2-1,-3 0 0,-5 2 1,-2-1 0,-2 0 0,-3-1 0,-3 0 5,0-9 1,-4 0 0,-4-1-1,-5 0 51,-6 2 1,-5 0-1,-4 0 1,-4 1-76,-4 0 1,-5 0 0,-4 2 0,-3 1-30,-6-1 1,-4 2-1,-4 1 1,-2 2-40,4 7 1,-3 2-1,-2 0 1,-1 2-1,-2 1-32,4 5 1,-2 1 0,0 1 0,-2 1 0,-1 1 0,-1 1-117,-5-1 0,0 1 1,-2 2-1,-1 0 0,-1 2 1,-1 0-761,5 4 1,-2 1 0,-1 0-1,-1 2 1,1 0 0,0 1-1,1 0 988,-5 0 0,-1 1 0,0 1 0,1 1 0,3 0 0,3 2 0,-9-2 0,4 2 0,3 0 0,4 2 0,9 2 0,0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10:51:00.8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3566 2652 26805,'-13'-62'89,"11"38"-61,9 64-17,-1-8 1,-1 3-7,-1 17 9,-3-9 0,-2-1 3,-5 13-6,2-18 1,-1-2 55,-6 2 168,4-18 28,4-17-145,5-18-73,2-6 11,5-13 0,2-6-26,1 5 1,1-1-765,6-18 1,3-1 758,-2 8 0,2 3 3,-2 4 0,2 4-197,-2 7 0,1 3 175,17-11 10,-1 18-10,4 13-12,4 19 6,5 15-17,-23-6 1,-1 3-43,-1 4 0,0 3-101,-3 2 1,-2 3-714,-2 2 1,-3 1-498,-3 2 1,-2 0 1369,1 1 0,-3-2 0,0 6 0,1-12 0</inkml:trace>
  <inkml:trace contextRef="#ctx0" brushRef="#br0" timeOffset="191">4578 2535 22576,'-1'-3'2683,"1"1"-2504,0 2-375,64-47-678,-31 32-301,5-1 1,10-4 0,-5 6 554,16 11 0,-24 2 1,-2 0-1,-6 1 1</inkml:trace>
  <inkml:trace contextRef="#ctx0" brushRef="#br0" timeOffset="357">4791 2665 23058,'-10'0'3803,"2"0"-3473,8 0-453,0 0-437,1-22-1193,46 7 1753,-9-3 0,2 0 0,-8 11 0,0 2 0,1-1 0,-1 0 0</inkml:trace>
  <inkml:trace contextRef="#ctx0" brushRef="#br0" timeOffset="991">6252 2323 27057,'-3'-15'56,"1"4"0,-1 14 11,-2 4 11,-5 1-38,-2 0-1,-8 1 34,1-4 39,-5 0 156,1-7-100,5-9-67,3-11-56,6 0-6,4-14 33,5 8 13,6-8-32,3 10-4,3 8-12,4 10 37,5 7-23,14 7-77,21 20-19,-8 10-741,-22-9 0,-3 3 720,-2 15 22,-17-12 1,-8 2 1,-8 0 1,-9 0 15,-5 6 1,-6 3 0,-2-2 30,1-4 1,-1-2-1,-3 1-957,-7 4 0,-3 0 1,4-5 974,1-3 0,2-6 70,5-8 0,3-7 128,5-10-25,12-23-240,24-7-21,10-4 28,6 11 1,2 4 36,6 1 0,1 1 0,3 3-414,22 4 64,-20 4 0,3 1-3439,9 5 0,0 3 3789,-13-2 0,-2 0 0,25 7 0,-40-5 0</inkml:trace>
  <inkml:trace contextRef="#ctx0" brushRef="#br0" timeOffset="1483">7100 2219 20951,'-8'-4'4689,"2"1"-3692,6 3-432,0 0-251,-41-60-152,42 38-114,-15-13 0,7 3 24,46 24 1,10 7 0,8 17-370,-27-2 1,-1 4 321,1 7 0,-2 3-14,0 5 1,-3 2-21,-4-6 1,-3 2-23,3 7 0,0 2-61,0 4 0,0 0-54,0 1 0,0 1-238,1 5 1,-4 2-1617,-11-4 1,-5-3-3037,-7 15 4658,-7-27 1,-3-5 0,1-13 0,-1-4-1</inkml:trace>
  <inkml:trace contextRef="#ctx0" brushRef="#br0" timeOffset="1624">7260 2612 26586,'3'-48'177,"-1"0"1,5 2-1,7 9-322,20 15-773,-1 9 0,3 1 918,6 1 0,-2 1 0,15-3 0,1 0 0</inkml:trace>
  <inkml:trace contextRef="#ctx0" brushRef="#br0" timeOffset="36141">1734 4358 21236,'-50'-33'340,"0"0"0,3 4 0,5 12-290,3 34-16,-5 13-15,21-9 1,0 3-235,1 3 0,2 1 215,4 1 0,3 1 0,-4 28 23,21-5 21,17-7-27,17-6-12,-11-22 1,3-2-12,3 0 1,2-2-4,2 1 1,1-1 11,-1 1 0,-1 0-9,-5 0 1,-3 0 27,11 18 215,-30 2-204,-31 3 1,-1-17 0,-5-2-219,-9 2 1,-3-2 206,-7 0 1,-1-1-12,8-5 0,-1-1 11,1-2 1,-4-1-1,3-2-5,2-2 0,0-4-138,-12-1 1,3-8-1069,3-30-719,34 8 1,7-4 1907,13-10 0,3 3 0,1-9 0,11 5 0</inkml:trace>
  <inkml:trace contextRef="#ctx0" brushRef="#br0" timeOffset="36367">2200 4292 20220,'9'-8'3651,"-2"2"-2657,-7 6-426,0 0-592,-45 61 50,34-13-358,-11 4 1,3 3 17,20-14 0,5-1-660,0 3 0,0 0-1531,1 0 1,0-1 1841,-1-6 0,-1-3 0,2 9 0,-4-20 1</inkml:trace>
  <inkml:trace contextRef="#ctx0" brushRef="#br0" timeOffset="37267">2098 4835 16532,'-5'-7'5865,"0"2"-5369,-17-26 0,-2-5-28,10 13-390,-14-15 1,8 4-12,28 24 429,14 5-170,18 3-56,16 5-199,-23-1 1,2 0-178,12 3 1,-1-1 126,-14-1 0,1 0-67,17 0 1,-2-1 123,-12-1-359,17-4 160,-38-4 158,-4-7 55,-10-2 113,-6 0-57,-6 1-108,-6 5 90,-7 8 27,-6 11-17,-2 10-83,5 15-75,12-9 119,16 10-25,16-14-57,15-1-50,12-8-48,19-16-47,-9-13-82,-4-6 92,-17-15 12,-20 2 111,-2-14 365,-25-9-88,-6 15-127,-9 6 109,-8 21-11,6 13-31,-8 12 47,-1 27-27,16-4-210,10-3 1,4 3 54,4 15-45,7 17-380,6-30 1,2-1 41,10 19-824,17-12 0,4-6 35,3-5-190,7-5 0,3-7-43,-19-16 1,-1-5 546,10-3 1,1-5 673,4-10 0,-2-4 439,-12 1 1,-4-1 355,1-6 1,-6 0 212,-7-9 929,-9 0-318,-9 18-595,-7 0-324,-10 11-448,-3 13 382,1 7-455,1 20-11,6 10-6,-1 26-727,7-8 0,1 5 654,1 0 1,1 1 2,0 2 0,0 0-5,3 1 0,2-2 10,0-12 1,1-2 2,-1-4 1,-1-2 33,-1-7 1,-3-6 49,-8-9-37,-2-16-8,-4-18-21,4-15-1,-1-24-11,8 3 1,2-2-277,1 13 1,1-2 279,4-13 0,2-7 0,1 7 158,-2 14 0,2 2-160,2-8 0,2-5 0,0 6 4,0 8 0,1 3-111,6-9 1,3 2 93,13-10 34,11 12-40,-13 26-16,11 8 5,-4 14 0,-8 4 1,1 3-7,14 23 17,-23-12 1,-3 2 518,-5 13-749,-26 13-396,-17-12-40,7-17 0,-4 0-2608,-8-3 1,0-3 2699,-15 4 1,9-9-1,29-13 1</inkml:trace>
  <inkml:trace contextRef="#ctx0" brushRef="#br0" timeOffset="37507">3687 4667 22201,'-4'0'3585,"1"0"-3311,3 0-576,67-43-85,-33 27-861,3-3 1,8-4 0,-4 3 303,-7 6 1,-2 3 0,0 0-1,-3 1 1,7-4 0</inkml:trace>
  <inkml:trace contextRef="#ctx0" brushRef="#br0" timeOffset="37674">4255 4313 18039,'0'-4'6800,"0"1"-4168,0 3-2598,-10-43-23,6 41 0,-11 2-11,11 37-118,1 21 1,1 4-118,2-30 0,2 1-373,2 25 1,1 11-1,0-13 1,2-2 0,-1-3-1,1 1 1</inkml:trace>
  <inkml:trace contextRef="#ctx0" brushRef="#br0" timeOffset="37907">2026 5564 21128,'-60'15'208,"-1"1"0,1-1 1,10-2-1,2 0 1,9-2-75,-9 3 1523,66-10-1538,17-7 1,15-6-1,1 0-93,8 0 0,3-1 1,4-2-681,-11 2 0,3-1 0,2 0 0,1-1 1,0 0 656,-9 2 1,0 0 0,1-1 0,0 1-1,0 0 1,1 0-10,5-2 0,0 1 1,1 0-1,0 0 1,1-1-1,1 1-225,-7 1 0,2 1 1,-1-1-1,1 0 1,0 0-1,0 0 1,1 1-193,1-1 1,1 0-1,0 1 1,1-1-1,-1 0 1,-1 1 0,-1 0 333,3 0 0,1-1 1,-1 1-1,-1 0 1,-3 1-1,-3 0 0,6-1 1,-3 0-1,-3 2 1,-5 0-1,9-1 1,1 0-1</inkml:trace>
  <inkml:trace contextRef="#ctx0" brushRef="#br0" timeOffset="38683">6993 4496 26659,'-18'-33'14,"0"-1"0,-11-14-8,29 66-17,-2 8 27,-7 6-10,-8 1 16,-2-8 6,-3-6 320,-23-23-203,21-15-22,-20-21-67,33-15-33,5-3-18,10 7-33,6 15 17,7 15 28,6 13-34,6 16-22,5 11 17,2 17 16,-5 14-321,-20-19 1,-5 2 303,-7 4 1,-6 1 14,-8 4 0,-7 0-1,-10 5 1,-5-2-472,8-12 0,-3-1 0,-1-1 485,0 1 1,-1-2-1,0-1 12,-14 9 0,0-4-164,9-9 1,1-6 235,-17-6-5,23-27-50,20-19-29,24-14 7,21-5 3,-8 26 1,5 2-16,5 2 0,3 4 5,4 1 1,2 5-48,3 3 0,0 3 183,3 2 0,0 4-713,2 3 1,-1 3-1020,1 2 1,0 1 1590,6 3 0,-4 0 0,6 1 0,-7 0 0</inkml:trace>
  <inkml:trace contextRef="#ctx0" brushRef="#br0" timeOffset="39074">7708 4274 25870,'-36'2'302,"0"-1"0,-23 2 1,49 7 122,3-3 23,3-4-156,3-6-136,5-6-60,7-9-46,11-8-33,15-2 5,7 2-5,7 7-23,-4 8 1,-4 11 22,-4 14-23,-4 18 6,-4 18-551,-18-18 0,-1 4 537,-2 5 0,-1 2-48,-2 5 1,-2 1-244,0 4 0,-4 1-502,-3 0 1,-5 1-1292,-3-3 0,-3-1 1492,-2-9 0,-2-3 0,-6 8 0,8-25 0</inkml:trace>
  <inkml:trace contextRef="#ctx0" brushRef="#br0" timeOffset="39241">7615 4670 26032,'0'-41'143,"0"-1"1,-1 5 0,6 9-155,42 20-123,16 5-1418,-17 2 1,4 0 153,8 0 1,4 1 1033,-12 0 0,2-1 0,-5 0 0,-4 1 1,-4 0-1,1-1 0,-1 0 0</inkml:trace>
  <inkml:trace contextRef="#ctx0" brushRef="#br0" timeOffset="39424">9300 4204 22099,'0'-10'4275,"0"3"-4079,0 7 0,-67 0-90,27 23-338,-8-7 0,-2 7 226,12 21 1,4 7-1616,0-4 0,1 2 1402,0 0 1,1 1-1681,-2 3 1,2-3 1530,10-14 1,2-3 0,1-3 0,2-3 0,-2 5 0</inkml:trace>
  <inkml:trace contextRef="#ctx0" brushRef="#br0" timeOffset="39783">8525 4203 25500,'-47'-16'265,"0"0"0,8 3 0,5 8-248,11 27 0,14 11 16,8-5-16,16 10 39,14-10-28,0-10 0,2-2 17,25 2 8,-23-12 0,-2-4-2,4-8 78,-5-12-6,-17-7 28,-6-18-84,-16 3-44,-5 1 55,-23 3-67,17 22-28,-22-6 1,22 19-24,-5 10-128,14 14-655,5 16-208,8-2 183,12 25 0,-8-39 0,6 11 0</inkml:trace>
  <inkml:trace contextRef="#ctx0" brushRef="#br0" timeOffset="40124">9525 4649 26862,'-49'-31'89,"0"1"1,10 2-1,3 9 215,-7 32-326,17 6-4074,-7 17 4085,17-7 869,11 18-869,17-18 0,10 11-1,1-21 35,12-8 16,-18-11 129,15-17-123,-18-5 11,0-15-17,-11 1 3381,-9-1-3397,-3 3-29,-3 10-218,-3 1-1142,8 13-6549,2 1 7915,13 7 0,-3 1 0,4 1 0</inkml:trace>
  <inkml:trace contextRef="#ctx0" brushRef="#br0" timeOffset="40633">10013 4335 25433,'-17'-54'448,"-1"0"0,5 3 0,9 5-387,28-4-33,2 13 11,0 16 1,2 4-23,10 1-12,21 0 1,-10 17-394,5 10 388,5 12 0,-28-8 0,0 3-858,-1 4 1,-1 0 851,15 15-169,-22-6 0,-5 1 147,-8 13 25,-8-12 0,-5-1 9,-22 14 230,-3-12-110,-10-18 0,0-6-59,11-7 905,-6-3 0,4-7-816,24-14 365,4-8-449,12 1-44,8 6-11,9 6 6,6 8-29,7 9 6,9 12 0,8 12-237,-27-7 0,0 3 229,-2 2 0,-2 3-9,-3 0 0,-4 2-50,3 26-168,-31-4-527,-32-5-230,6-25 1,-4-2-721,5-4 1,-1-2 1711,-7 0 0,4-3 0,8-2 0,1-1 0</inkml:trace>
  <inkml:trace contextRef="#ctx0" brushRef="#br0" timeOffset="40966">11153 4284 25007,'31'-46'155,"0"1"0,4 3 0,1 7-149,21 12-200,-3 10 1,3 3-1734,-13 5 1,0 2 1926,1 0 0,4 0 0,-7 1 0,21 1 0,-9 2 0</inkml:trace>
  <inkml:trace contextRef="#ctx0" brushRef="#br0" timeOffset="41133">11328 4545 26340,'32'-32'19,"0"-1"0,-1 1 0,3 1 0,1 2 0,2 4-456,19 2 1,4 6-1756,-17 5 0,2 1 1,-2 0 2191,18-1 0,-5 1 0,-17 3 0,-5 2 0,7 1 0</inkml:trace>
  <inkml:trace contextRef="#ctx0" brushRef="#br0" timeOffset="41324">12361 4066 23304,'-3'-4'1742,"1"0"-1429,2 4-425,73-52-1080,-41 45 0,3 1 204,8-10 0,6-4 1,-1 6 837,-3 12 1,-1 7 0,-4-1 0,-3-3 0,-3 1 0,-1 2 0,1-1 0</inkml:trace>
  <inkml:trace contextRef="#ctx0" brushRef="#br0" timeOffset="41767">12573 4318 26726,'46'-7'-82,"0"0"0,0 0 1,0 1-1,-1-1 1,-2 1-519,0 2 1,0-1 221,0 1 1,4-1 0,-3 0-602,5-1 1,0-2 703,-2 1 1,2-1 0,-1-1-402,9-5 1,-2-2 549,-5-2 0,-3-2 238,-7 0 0,-4-2 99,-9 2 0,-5-2 690,3-16 329,-21 7-535,-18 8 681,-15 10-1017,-13 8-146,-4 13-85,1 9-55,7 15 1351,10 9-1401,13 18-18,11-18 40,19 15 17,17-26 11,17 2-26,-19-21 1,1-3 303,31-1-172,-5-16 29,-10-11-18,-13-13-44,-12-9-57,-11-5-50,-17-11-61,-4 20-460,-21-3 482,-11 31 0,15 1 0,-3 8 0</inkml:trace>
  <inkml:trace contextRef="#ctx0" brushRef="#br0" timeOffset="43024">14887 4630 21056,'-43'-38'784,"-1"0"0,5 1 0,11 17-661,24 30 361,4 4-249,3 23-56,4 2-61,11 12 61,3-23 0,6-4 31,1-7 1,3-3-675,3 0 0,2-5 635,10-10 0,2-7-59,-1-5 0,1-4-302,-6 1 0,2-3 0,2-2 220,-1-2 1,2-4 0,1 0 0,-2-1-649,-3 2 1,0-1 0,-1 0 0,-1 0 624,1 0 0,0-1 0,0 0 0,-1 0 1,1-2 1,-1 0-1,0 0 1,-1 0-481,6-3 1,-1 0 0,2 0 473,-5 3 1,3-1 0,0 0 0,0 2-37,-2 2 1,0 0 0,0 1 0,0 2-191,15-5 0,1 1 0,-4 4-210,0 1 0,-4 5-2843,1 4 1,-10 10 3043,-22 17 0,-5-3 0,-14 1 1</inkml:trace>
  <inkml:trace contextRef="#ctx0" brushRef="#br0" timeOffset="43934">6842 6848 19479,'3'-63'1545,"0"0"1,0 5 0,0 5-756,2-7-246,-1 14-259,-2 18-223,0 15-57,-2 14 35,1 14-35,2 16-22,0 16-16,0 14-240,-1-26 1,-2 0 280,-2 0 1,0 1-9,0-3 0,-2-1 34,-6 19 89,0-17 95,1-17-33,0-16-90,2-16-39,2-18-17,2-2 28,7-5 1,4-2-21,1 10 1,1 0-64,6-15 0,2 0 38,0 12 1,1 4 27,18-20-27,-3 15-23,-1 15 5,0 11-10,4 13-12,4 15 0,0 16-133,-20-11 1,-1 4 42,0 3 1,-1 3-325,0 4 0,-2 2-998,1 3 1,-1 0-3488,1 0 1,-2-2 3160,7 18 0,-8-21 0,-11-28 0</inkml:trace>
  <inkml:trace contextRef="#ctx0" brushRef="#br0" timeOffset="44141">7921 6510 21293,'-5'-3'3098,"2"1"-2505,3 2-677,36-44-487,18 29-2034,-6-10 1,5 1 2604,10 18 0,-3 5 0,-24-1 0,-3 0 0,-1 1 0,0 0 0</inkml:trace>
  <inkml:trace contextRef="#ctx0" brushRef="#br0" timeOffset="44333">8150 6830 22190,'-7'1'3545,"1"0"-3158,6-1-242,0 0-503,108-75-2748,-66 57 0,2 0 1907,4-10 0,6-5 1,-3 6 1198,8 9 0,-10 6 0,-24 4 0,-5 3 0</inkml:trace>
  <inkml:trace contextRef="#ctx0" brushRef="#br0" timeOffset="45017">9503 6310 25550,'-21'-45'549,"5"10"-420,16 29-34,0-2 17,0-6-28,2-9-11,1-11 5,4-10-33,6-3-11,8 2-12,9 6-11,6 8-5,8 11-23,3 9 12,0 19-7,-1 15 7,-6 22 10,-24-15 1,-4 3-488,-2 6 0,-5 2 473,-8 5 1,-7 1-20,-7 7 0,-7 0-6,1-15 1,-4 0-1,-2 0-431,-4 1 0,-3 0 1,-1-1 464,-1-2 0,-1-2 0,1-1 16,3-6 1,0-2 0,1-3 31,-6 2 0,3-7 52,-9-11 7,25-29-18,26-20-5,19-9-50,-4 23 0,2 3-15,3 1 1,2 3-15,1 2 1,1 3-20,1 3 0,1 2 0,2 2 0,1 2-53,3 2 0,0 1-117,4 2 0,0 0-660,2 1 1,-1 0-92,-7 2 0,-1-1 935,13 1 0,-5 1 0,-11-1 0,14 1 0</inkml:trace>
  <inkml:trace contextRef="#ctx0" brushRef="#br0" timeOffset="45274">10248 6237 21965,'-1'-8'1663,"1"-22"1,4-6-879,7 1-547,-2-5 0,3 0-81,9 10 128,22 1-201,-7 17-84,19 1 17,-6 22-11,0 16-4,-23-3 1,-3 4-493,1 7 0,-3 2 484,-1 6 0,-3 3-439,-2 2 1,-3 1 292,-2 0 1,-2 1-311,-3-1 0,-2-1-740,-2-2 1,-2-3-3715,-3-4 1,0-3 4181,-5 10 1,2-20 0,4-20-1</inkml:trace>
  <inkml:trace contextRef="#ctx0" brushRef="#br0" timeOffset="45457">10384 6469 21248,'-4'-3'4083,"1"0"-3113,3 3-1009,66-61-413,-23 52 1,6 2-1694,-3-12 0,3-5 1,1 7-1133,0 12 0,1 7 0,-4-1 1811,2-1 1,-6 0-1,20 0 1,-46 0-1</inkml:trace>
  <inkml:trace contextRef="#ctx0" brushRef="#br0" timeOffset="45733">11264 6575 20459,'-2'-8'2108,"3"-35"1,4-8-1167,6 7-929,-3-10 1,2 2 272,8 19-16,-4 19-248,-8 14 134,-2 26-33,-11 25-59,-1-11 1,-4 5-855,-4 2 0,-4 4 0,-1 0 778,-1-1 1,-1 0 0,-1 2-118,1-4 0,-2 3 1,1 0-1,0-4-207,1 0 0,1-3 0,0 3 336,1-1 0,-1 5 0,2-3 0,3-8 0,2-6 0,2-2 0,-5 15 0,0 0 0</inkml:trace>
  <inkml:trace contextRef="#ctx0" brushRef="#br0" timeOffset="46258">11711 6598 25012,'20'-49'235,"-1"0"1,3 0-1,4 10-100,28 14-118,-9 5-1,-12 11 1,1 5 11,15 8-22,-9 2-1,3 15-21,-22 14 4,-5 6-27,-5 16-6,-18-3-418,-9 2 458,-3-13 16,-9 1 134,-2-13-84,-1-6 79,-2-9-50,14-15 145,-2-12 123,7-7-22,2-7-56,7-8 184,12 7-408,9 1-44,3 12 32,21 6-32,-5 7-24,20 9-16,-7 13 28,-4 13 6,-13-2-28,-9 11 16,-25 3 6,-13 1-173,-1-21 1,-4-2-80,-29 11-392,-6-8-785,3-12-4754,10-12 5362,16-11 0,14 1 1,9-1-1</inkml:trace>
  <inkml:trace contextRef="#ctx0" brushRef="#br0" timeOffset="46507">12872 6172 22408,'-4'0'3070,"0"0"-2432,4 0-828,99-33-57,-66 29 1,3 0-591,11-6 1,7-3 0,-5 5-741,-3 10 0,-6 3-2690,21 2 4267,-13 7 0,-33-8 0,-2 0 0</inkml:trace>
  <inkml:trace contextRef="#ctx0" brushRef="#br0" timeOffset="46841">12966 6378 24721,'40'-18'-2,"1"1"1,-1 0 0,15-8-1,-5 2-9,-1 0 0,-5-10 17,-24-13 38,-7-3 46,-18-9 95,-11 13-51,-1 13 533,-4-11-140,11 18-124,-2-8-95,9 15-135,2 6-133,2 6 16,7 8-51,7 12-10,13 18-7,7 20 7,-6-1-124,-7-4 0,-2 2-1358,-8-12 0,-2-1 1005,3 8 0,-1 0-2047,-7-2 1,-3-3 1842,-1 12 0,-1-9 1,0-19-1</inkml:trace>
  <inkml:trace contextRef="#ctx0" brushRef="#br0" timeOffset="47267">14390 6012 24786,'-38'-47'368,"0"0"0,0 4 0,-1 13-284,6 27 0,0 8-31,0 2 0,1 4-28,2 6 1,2 3-350,2 4 1,3 3 328,5 4 1,4 2-4,3 1 1,5 0-6,9 1 1,5-1 4,6-2 1,4-2 0,8-3 0,3-3 16,3-4 1,1-3 25,-1-5 0,0-4 56,24-3 243,-12-19-115,-10-13 124,-7-12 56,-8-5-45,-7 0 88,-7 8-199,-3 10-253,-3 13 0,1 8 31,-2 22-31,0 14 0,0 29 0,3-23 0,2 4-358,-1 8 0,2 3 150,2 9 1,0 4-1059,-2-15 1,0 2-1,0 1-2011,0 3 0,-1 2 0,1-3 2365,0 11 0,-1-6 0,-1-12 0,0-9 0,-1-15 1</inkml:trace>
  <inkml:trace contextRef="#ctx0" brushRef="#br0" timeOffset="48800">7507 8564 16292,'0'-48'1237,"-1"1"1,0-1 0,0-1 0,1 1 0,-1 8-292,2-10-257,-3-4-202,-5 17-212,-9 16-118,-13 13-68,-12 20 6,-12 18-969,23-6 1,1 4 881,-2 6 1,2 3 10,-2 14 1,4 3-17,9-7 0,3-1-9,2-1 1,7-1 92,11-7 0,8-4-76,23 10-11,-11-20 0,5-3 37,8-6 0,2-7 8,-7-8 0,0-4-15,-1-1 1,-3-5 16,-2-10 1,-4-4 92,10-25-42,-15 15 0,-1-3 62,0-10 0,-4-1-767,-4 8 1,-1 1 673,-1 2 1,-1 2 229,-1-9-124,-3 28 994,-1 4-1128,-1 21 6,-4 32-34,1-3 0,-1-2 1,1 4-15,1-8 0,0 1-11,0 10 0,2 3-121,5 13 1,3 1-1295,3-8 0,3-1 986,0 0 0,4-3-1226,8-7 0,5-4 1428,-1-11 1,0-4 0,12 14 0,-3-15 0</inkml:trace>
  <inkml:trace contextRef="#ctx0" brushRef="#br0" timeOffset="49016">8218 8450 20901,'-9'-4'3148,"2"0"-2622,7 4-358,0 0-156,27-65-147,9 51 1,6 3-926,4-25 1,5 3 527,-8 24 0,5 8 0,-4 1-451,0 0 0,0 2 983,10 3 0,-6 2 0,-13-2 0,12 6 0</inkml:trace>
  <inkml:trace contextRef="#ctx0" brushRef="#br0" timeOffset="49174">8374 8714 23919,'44'-23'-492,"0"-1"1,1 0 0,8-6-1,-1 4-1606,0 11 0,-1 4 1183,-2-1 1,-2 0 0,-13 4-1,-2 0 1,27-6 0</inkml:trace>
  <inkml:trace contextRef="#ctx0" brushRef="#br0" timeOffset="49367">9386 8280 25433,'24'-38'-316,"0"0"0,4 4 1,6 7-1856,10 17 1,4 7 1091,-3-1 0,-1 0 0,17-1 0,-25 2 0</inkml:trace>
  <inkml:trace contextRef="#ctx0" brushRef="#br0" timeOffset="49741">9419 8628 26514,'42'-8'-119,"0"0"0,0-1 0,18-3 0,-1-1-425,-9 1 1,-2-1-1217,-1 0 0,-2-2 348,-2-1 1,-2-2-1004,-3-2 1,-3-3-147,-3-2 0,-3-2 1790,-4-1 1,-3-1 1963,-4-2 0,-3-1 1003,-3 2 0,-3 0 1999,3-27-2638,-6 15 1901,-3-9-2248,-3 23-342,-1-8-330,-2 19 567,0 8-1010,-1 8 389,-3 14-411,-5 16-17,-6 24-62,6-17 1,0 3-373,-1 7 0,0 3 140,1 7 0,1 2-1460,4-15 1,1 1 0,1-2 1697,-1 19 0,2-5 0,2-17 0,0-4 0,1 7 0</inkml:trace>
  <inkml:trace contextRef="#ctx0" brushRef="#br0" timeOffset="50007">12096 8051 22201,'0'-6'2492,"0"1"-1954,0 5-460,-47 52-28,20 4-414,-3-15 1,-2 4 372,11-4 1,0 2 0,0-2-846,-8 7 1,-4 0 536,2-1 0,-4 2 1,0-2-701,1-8 0,-1-1 0,0-2-2278,0-2 0,0-1 0,1-3 1785,-5 4 1,3-5-1,-12 5 1,36-25-1</inkml:trace>
  <inkml:trace contextRef="#ctx0" brushRef="#br0" timeOffset="50174">11282 8363 25343,'21'-40'276,"0"0"1,3 8-1,2 12-198,24 46-50,-3 9-41,-18-7 0,3 6 0,-1 0-1983,6 8 0,0 4 1070,0-1 0,2 3 0,-1-2 608,-8-9 0,-2-1 0,-2-3 1,3 3-1,-4-5 0,4 6 0</inkml:trace>
  <inkml:trace contextRef="#ctx0" brushRef="#br0" timeOffset="52000">1840 10405 19882,'-2'-9'851,"-17"-24"0,-11-3 113,-15 6-1243,-1-7 0,-5 2 449,9 23 1,-1 6-76,0 4 1,-1 2-49,4 5 1,2 2-34,6 4 0,3 3 261,-10 24-281,20 11 6,23 7 11,5-26 1,6-1-240,6 0 0,5-3 228,5 1 0,4-3-9,4-2 1,2 0-6,2-1 0,0 0 11,0-2 1,-2 0-7,-4-2 1,-2 0-3,14 14 44,-28-3 552,-37 1-546,-36 3-17,11-14 1,-6-1-562,-7 1 1,-3 0 555,15-7 0,0-1 0,0 0 25,-20 2 0,1-2-14,6-4 0,4-5 178,11-5 0,5-7-934,-6-28-353,37 9 0,9-4-2599,11-5 0,6 0 3418,5 2 1,1 3-1,14-10 1,-14 21-1</inkml:trace>
  <inkml:trace contextRef="#ctx0" brushRef="#br0" timeOffset="52207">2306 10251 25494,'-28'48'9,"0"0"1,3 1-1,6 1-62,18-3 0,5 0-1041,0 3 0,1 0 453,1 2 0,2-1-628,1-2 1,0 0-2032,0-6 1,0-2 3299,4 18 0,-5-28 0,-5-19 0</inkml:trace>
  <inkml:trace contextRef="#ctx0" brushRef="#br0" timeOffset="53117">2168 10807 20301,'-28'-43'1036,"0"0"0,4 5 1,5 8-920,11 20 372,14 4-523,20-2 29,27 0-4,-14 1 1,4 1-591,8-1 1,2-1 578,2 1 1,1-1 13,-3 0 1,-2 0 110,-8 1 0,-3 0-32,15-6-17,-26 4 341,-19-5-280,-15 2 29,-6-3-51,-4 5 1149,-14 5-1125,4 6 166,-12 10-285,8 7 6,6 9-23,9 3-5,11 1 16,15-3 17,15-8 40,17-8 16,13-15-220,-26-3 1,-1-4 202,0-3 1,-1-3 5,-3-3 0,-2-2 66,11-23 40,-16-4-11,-17 2 45,-16 4 17,-11 10-56,-10 12-84,-5 12-62,0 18-17,0 16-5,6 18-77,7 13 77,18-24 0,2 2-37,4 0 0,4 2-81,4 1 1,5 1-138,3-1 0,6-1-166,5 0 1,5-3-43,5-2 1,4-4 117,3-5 1,2-4 159,1-5 0,0-5 129,-3-7 0,-1-5 111,-4-5 1,-3-5 112,-4-3 0,-5-5 302,14-26 101,-14-5 106,-9 0 53,-6 8-153,-5 11-230,-5 14-202,-1 10-128,-4 14-18,-4 15 24,-3 19-1,-4 20-47,8-20 0,1 2 33,-1 6 0,1 3-1163,1 6 1,1 2 1165,0 4 0,1 1-6,2 0 1,1 0-306,0-6 0,0-2 311,1-11 0,0-4 39,-1 8 34,-2-33 326,1-31-360,-1-25-20,2 7 1,2-3-12,-1-11 1,2-3 200,0 10 0,1-1 0,0-2-200,1-3 1,0-2-1,1 0-2,1 0 1,0-1 0,0 0-3,1 4 1,0 1-1,0 1-46,3-13 1,0 3 48,0 8 1,1 3-143,0 9 0,2 2 162,16-19-17,9 16-91,-7 23 0,1 5 69,14 4-3,-10 10 0,-1 7-42,3 24 50,-17-9 1,-5 2-1,-4 3 1,-8 1 10,-16 11 1,-8-2-17,7-13 0,-4-2 220,-21 13 0,-5-4-436,11-15 1,0-3-307,-6 4 1,-1-2-4384,5-8 1,3-2 3380,-6 0 1,16-10 0,21-4 0</inkml:trace>
  <inkml:trace contextRef="#ctx0" brushRef="#br0" timeOffset="53307">3847 10711 19949,'-3'3'4677,"0"-2"-4134,3-1-1327,22-13-3260,23-5 4044,-15 4 0,1 1 0,16-5 0,-18 8 0</inkml:trace>
  <inkml:trace contextRef="#ctx0" brushRef="#br0" timeOffset="53657">4397 10452 24204,'-13'-53'207,"-1"0"1,3 3-1,12 10-151,50 11-56,4 13 6,3 7 5,1 22-17,-16 14-11,-17 2 1,-4 5 10,-9 0 0,-7 2-1591,-8 13 1,-8-1 1593,-4-12 0,-5-2 3,-19 14 0,-7-1 168,2-7 0,-3-1-155,3-2 0,-3 2 0,4-3 402,-2 0 1,3-1-430,-5 6 0,11-6 265,22-16-229,25 1-11,40-24-22,-8 0 0,4-2 592,11-2 1,5-1-971,-6 2 1,4-1 0,-4 1 9,-15 1 0,-2 1 0,2 0-1725,16 0 0,4 0 0,-7 1 1740,-9 1 1,-4 1 0,-4 0-1,-3 1 1,3 1 0</inkml:trace>
  <inkml:trace contextRef="#ctx0" brushRef="#br0" timeOffset="53900">1309 12240 21102,'-51'14'81,"1"0"0,0-1 1,0 1-1,-15 4 0,2 0 1,11-3 366,-4 1 1236,44-14-1522,33-11 1,21-6-98,4-2 1,8-1 0,5-2-745,-13 5 1,4-2-1,2 0 1,0 0-1,-1 1 683,8-3 0,-1 0 0,2 1 1,4-2-173,-15 6 1,1-1-1,3 0 1,1 0-1,1-1 1,0 1-1,1 1 166,-1 0 1,1 1 0,0 0-1,1 0 1,1 0 0,0 1-1,1-1 1,-1 1-237,1-1 1,1 0-1,0 0 1,0 0 0,1 0-1,0 1 1,1-1-1,1 1-330,-7 1 1,1 0 0,2 0 0,0-1-1,0 1 1,0 1 0,-1-1 0,-1 1-1,-2 0 1,-2 1 494,6-2 1,-1 2-1,-1-1 1,-2 1-1,-2 1 1,-2-1 0,-2 2-1,15-4 1,-4 2-1,-4 0 1,-5 0-1,9 0 1,0-1 0</inkml:trace>
  <inkml:trace contextRef="#ctx0" brushRef="#br0" timeOffset="56233">8241 10540 17781,'1'-46'1284,"1"-1"0,-1 1 0,-1-18 1,-3 5-857,-4 23 1,-3 4-1515,-16-19 1254,0 21 580,-22 18-664,5 28-51,9 0 1,-1 5-237,3 8 0,1 5 217,-1 7 0,3 1-12,7-8 1,2 2 5,1 7 1,4 0-9,3 18 19,12-22 1,6-2 8,16 10 773,12-12-742,-2-32 0,3-9 64,20-18-33,-15 4 0,0-4-247,-8-5 0,-3-3 314,-2-3 0,-4-1-6,-2-1 0,-3 0 0,-4 1 1,-2 2 536,5-25-425,-9 18-118,-5 16-89,-2 14-39,-3 16-6,-4 18 1,-5 23-15,4-13 0,0 4-461,-2 6 0,1 2 441,0 5 1,2 2-146,1 4 0,0-1-53,2-9 0,1 0-802,5 13 1,5 1-3894,11-4 1,3-2 3655,-7-10 1,1-4-1,5 0 1,-2-10-1,-10-20 1</inkml:trace>
  <inkml:trace contextRef="#ctx0" brushRef="#br0" timeOffset="56433">9280 10580 25494,'-50'11'33,"1"1"1,1 3 0,6 7-87,14 13 0,6 5-90,3-10 0,1 2-2966,-5 17 1,3-1 2970,0 7 1,9-23 0,0-3 0,5-6 0</inkml:trace>
  <inkml:trace contextRef="#ctx0" brushRef="#br0" timeOffset="56783">8910 10370 23111,'-56'-11'498,"-1"1"1,6 1-1,7 10-369,12 32 29,12-1-52,4 26-78,13-15-11,11 15 45,15-19-18,6-15 46,32-6-11,-17-17 16,17-10 6,-25-12 64,-15-9-59,-10-4 10,-13-2-4,-8 2 35,-8 5-74,-4 8-73,-3 9-12,1 16 7,3 14-96,5 15-425,6 14-1413,12 10-2881,5-23 0,2-1 4820,2-1 0,0-3 0,7 10 0,-6-17 0</inkml:trace>
  <inkml:trace contextRef="#ctx0" brushRef="#br0" timeOffset="57090">9621 10895 18863,'0'-6'5550,"0"1"-3673,0 5-1799,-61-48-44,36 48-34,-12-18 0,4 6 11,17 42 11,8 3-16,5-8 16,16 8-16,5-14 22,13 2 39,-1-13 28,-4-12-11,-6-9-28,-8-12-5,-7-5-40,-2 6-11,-6-5-325,-3 3-885,2 1-1758,0 2 2968,16 9 0,-8 7 0,9 2 0</inkml:trace>
  <inkml:trace contextRef="#ctx0" brushRef="#br0" timeOffset="57550">10070 10466 18795,'-2'-7'4504,"0"2"-3964,-2-27 0,2-7-69,7 7-331,-3-13 0,4 2 11,22 14-89,10 5-11,10 5-12,5 9-22,4 6-6,-3 11-6,1 9-5,-15 2-14,-10 2 0,-1 3-19,6 14 18,-12-9 1,-4 2-8,-5 22 16,-26-6 29,-20-7 22,-19-10 28,-7-9-574,-2-8 832,8-7 162,10-9-68,15-4-257,13-3 163,12-7-225,11 5-33,14-5-12,13 7-33,14 4-39,12 14 83,-28-1 0,0 3-67,1 2 1,-1 4-12,-2 0 1,-3 2-12,14 18-11,-23 3-156,-30 0-455,-29 0-137,9-19 0,-4-2-2778,-5-1 0,0-2 3554,4-2 0,2-1 0,-9 0 0,21-6 0</inkml:trace>
  <inkml:trace contextRef="#ctx0" brushRef="#br0" timeOffset="57857">11109 10233 24989,'51'-19'-458,"0"-1"0,0 1 1,-1-1-1,4 1 0,1 0 1,-2 2-1,-4 5 458,12 4 0,-6 5 0,-13-1 0,-2 0 0,-5 2 0,0 0 0</inkml:trace>
  <inkml:trace contextRef="#ctx0" brushRef="#br0" timeOffset="58034">11435 10528 24239,'42'-27'-36,"0"0"0,0 0 0,0 2 1,-1 1-1,1 4-997,0 6 1,1 4 0,-2 0-3884,14-3 1,-2 1 3181,-4 2 1,-4 1-1,0 0 1,-33 7 0</inkml:trace>
  <inkml:trace contextRef="#ctx0" brushRef="#br0" timeOffset="58250">12466 10067 21119,'-3'-1'3692,"0"0"-2639,3 1-1053,46-49-11,1 32-31,-3-9 0,6 0-2569,6 19 0,0 7 2420,-17-2 1,1 1-603,19 0 1,1 0-2687,-12 1 1,-2 1 3478,-5 0 0,-3 1 0,-3-1 0,-6 0 0,-11 2 0</inkml:trace>
  <inkml:trace contextRef="#ctx0" brushRef="#br0" timeOffset="58600">13025 10014 23511,'-13'-14'829,"4"1"-801,9 12-67,1 0 61,2 1 6,1 0 6,6 0-28,-3 0 38,5 0 40,-7 0 23,3 0-51,-6 0 45,-2-1-17,-4-2-62,3 0 17,-5-1-11,5 2-1002,0 1-1698,3 6 2672,-2 6 0,2-2 0,-2 1 0</inkml:trace>
  <inkml:trace contextRef="#ctx0" brushRef="#br0" timeOffset="58807">12670 10334 20806,'-6'0'2767,"1"0"-964,5 0-2038,68-24-543,-8 13 77,-12-3 1,5 0-4033,7 7 1,-2 2 4210,-22 1 1,-1 1 0,6-2 0,-4 2 0,-6-1 0</inkml:trace>
  <inkml:trace contextRef="#ctx0" brushRef="#br0" timeOffset="59167">14150 9838 22722,'-3'-5'3209,"1"2"-2274,2 3-772,-81-1-62,35 17-68,-8-7 1,2 3-17,14 17-1,6 17-21,23-13 10,7 13 1,22-13-17,17-8 28,13-8-1,5-8 12,-1-12 12,-6-11 21,-9-10 51,-12-10-39,-11-5-6,-13-3-16,-14 0-51,-11 2 5,-10 3-33,-3 7-140,3 8-666,9 10-2835,14 12 3669,12 8 0,2 1 0,1-2 0</inkml:trace>
  <inkml:trace contextRef="#ctx0" brushRef="#br0" timeOffset="59641">14996 10134 22481,'-4'-44'834,"-1"1"1,1-1 0,-3-22-1,2 12-509,5 28-230,-1 1-44,1 30-1,5 16 28,6 18 12,8 13-65,-6-23 0,4 1-462,3 0 1,3-2 481,6-1 0,5-3-1,6-3 1,4-4 3,8-4 0,3-5-26,-11-5 0,1-3 1,1-1-754,7-4 0,1-1 1,1-3 738,-9 2 1,0-2-1,2-1 1,-1-1-8,4-1 0,1 0 1,0-2-1,1 0 4,1-1 1,1 0 0,0-1 0,0 0-6,0 0 0,1-1 0,-1 0 0,1 1-3,-2-1 0,1 0 0,-1 0 0,0 1-76,-3 0 1,1 1 0,-1 0 0,-1 1-354,12-3 1,-1 1 0,-2 1-871,-7 4 1,-2 0 0,-3 2 1301,7 0 0,-6 1 0,5 3 0,-32 4 0</inkml:trace>
  <inkml:trace contextRef="#ctx0" brushRef="#br0" timeOffset="60374">8334 12586 20776,'-2'-11'896,"-2"-26"1,2-7 593,4-17-1182,-2 10 0,0 1 413,5-6-542,-2 35-168,-1 14 140,3 17-117,3 13 5,3 18-11,2 12 45,-2 8-51,-7-22 1,0 0-12,0 16 97,-5-20 0,-2-1-46,-6 0 55,-6-1 29,0-15-34,2-18-17,3-20-28,4-20 1,10-19-18,4 22 0,3-1-360,6-3 0,3 0 369,5-1 0,2 3-6,3 2 0,2 3-25,-2 4 0,2 4-11,-3 5 0,1 4-1,22-6-201,-5 16 185,-2 20 0,-3 17-11,-4 19-42,-22-19 0,-3 3-628,-1 3 0,-3 1-597,0 3 1,-3 1 1277,2 4 0,-2-3 0,0 6 0,1-6 0</inkml:trace>
  <inkml:trace contextRef="#ctx0" brushRef="#br0" timeOffset="60566">9313 12309 24531,'48'-28'-703,"-1"0"1,1-1-1,-1 4 1,-1 1 0,-1 7 702,8 11 0,-4 6 0,9-3 0,-9 3 0</inkml:trace>
  <inkml:trace contextRef="#ctx0" brushRef="#br0" timeOffset="60740">9472 12582 22071,'-7'2'3782,"1"0"-3693,6-2 46,0 0-354,90-53-448,-51 36 1,3 0 193,0-3 1,6-3-1,0 1 1,-6 3 0,-2 4-1,-3 3 1,0 0 0,0-1-1</inkml:trace>
  <inkml:trace contextRef="#ctx0" brushRef="#br0" timeOffset="62090">11080 12072 17132,'-5'0'4682,"1"0"-1887,4 0-2493,-45-61-122,48 23-657,-16-7 1,5 1 538,38 5-52,0 13 1,2 2 84,14-3-92,-19 11 0,2 2 53,31 1-28,-18 15-23,8 3 12,-1 17-26,-24-1 1,-3 2 561,17 14-556,-16-6 1,-6 2-10,-11-1 1,-5 0 5,-3 1 1,-4 1 2,-6 5 0,-5-2 9,-6-7 0,-2-4 16,-2-2 0,-1-2 51,-24 11 56,10-15 504,11-12-398,12-15-5,10-10-85,6-10-44,11-4-45,9-2 194,14 4-216,11 7-34,10 10 0,6 13-282,-25 7 1,-1 4 272,1 5 1,-1 2 8,1 5 0,-3 2-159,-3 2 1,-4 2 90,-5 0 1,-5 1-190,-12 29-219,-30-2 153,5-29 1,-6-4-894,-5 0 0,-2-4 871,8-5 1,-2-3-4120,-13-1 0,2-5 4464,1-7 0,-7 1 0,35-5 0</inkml:trace>
  <inkml:trace contextRef="#ctx0" brushRef="#br0" timeOffset="62300">12237 11912 25907,'-5'55'94,"0"-1"0,0 1 0,1-10 1,1-2-1,-4 0-85,-8 2 0,-3 0 1,-2-3-1567,-4 11 0,-2 0 883,1-2 0,-3 3 0,1 0 674,2-3 0,0-2 0,2-4 0,0-3 0,3-4 0,4-3 0,0-1 0</inkml:trace>
  <inkml:trace contextRef="#ctx0" brushRef="#br0" timeOffset="62791">12655 12416 24818,'9'-45'67,"0"0"0,3 3 0,7 9-33,33 17-20,-21 10 0,1 2-3,1 3 0,-1 1 837,29 12-848,-10 12-34,-9 12 312,-16 10-278,-16 7 0,-22 5-222,-1-29 0,-4-1 233,-5 0 1,-3-2-7,-1-2 1,-1-1 221,-1-4 0,1-3-188,-25 6 13,7-12 10,12-15-1,11-9 40,12-9 61,9-4-78,6 6 721,22-6-760,2 10-6,19-2-39,0 10-11,5 10 11,5 10-22,0 12 27,-30-8 1,-1 2 0,17 19-29,-17 5-21,-23 1-147,-25 1 6,-7-11-367,-5-9 1,-4-3-939,-19 2-756,16-8 1,-1-3 2245,-12-4 0,22-6 0,15-2 0</inkml:trace>
  <inkml:trace contextRef="#ctx0" brushRef="#br0" timeOffset="64023">11506 11974 8802,'0'-3'7977,"0"1"-3452,0 2-3617,-25-61-253,7 35-518,1-9 1,-2 2 338,-7 14-84,2 9-23,-12 0-206,0 11-1,-10 10-78,11 5-420,-17 18 471,6 3-79,17-14 0,1 4-14,1 5 0,3 2 2,-4 22-32,13-3 24,29-10 43,18-16 11,24 1-32,-10-17 1,2-5-1089,-3-4 1,-1-3 1057,0-1 0,-1-3 17,-3-5 0,-4-4-271,14-18 299,-22 11 0,-2-3 103,-5-7 0,-5-2 88,2-23 321,-13-6 132,-20 8-675,7 28-20,-5 4 2139,13 28-2138,0 17 10,6 31-30,-1-21 0,1 3-198,4 12 0,3 1 198,2-2 0,1-1-9,-2-8 1,1-1 5,4 10 0,-1-1 2,-6-10 1,-3 1-20,-7 17 1,-7 0 10,1-18 1,-7-2-65,-19 13 0,-10-6-182,3-17 0,-3-5-577,-11 5 0,-3-4 829,3-6 0,2-4 0,-7 0 0,18-10 0</inkml:trace>
  <inkml:trace contextRef="#ctx0" brushRef="#br0" timeOffset="65016">11472 12107 16887,'0'-62'1727,"0"-1"0,-1 7 0,-5 7-982,-19 9-49,-7 8-265,-5 8-143,0 9-137,0 9-32,-1 14-12,-4 13-7,-4 16-61,21-13 1,1 2-198,0 3 0,2 1 174,1 2 1,3 2-3,4-2 0,3 1 14,1 28-5,14-16-129,34 0 184,11-24-36,-10-8 0,3-4-374,0-8 0,-1-3 385,1-4 1,-2-3 38,-1-5 1,-3-2 53,14-12 131,-26 2 0,-5-2 59,-5-13-22,-3-18 394,-17 16-428,-5 9 121,1 10-312,3 12 738,4 6-804,2 15-1,2 14 0,4 21-8,-2-13 0,1 2-14,0 6 0,1 2-376,-1 5 1,0 1 361,-1 4 0,0 1-490,-1 2 0,-1 1 439,0-1 1,-2 0-199,-5-3 0,-3-2-804,-5-4 1,-5-3-1757,-8-5 0,-3-4 2823,-1-8 0,1-3 0,-11 3 0,17-15 0</inkml:trace>
  <inkml:trace contextRef="#ctx0" brushRef="#br0" timeOffset="65967">14133 12056 20571,'-2'-2'2985,"0"1"-2419,2 1-533,46-62-44,4 39-1141,0-13 1,3 4 1111,-16 24 1,1 6-154,22-2 0,1 3 46,-24 3 1,-2 2-126,12-1 0,-6 5-47,-13 13 370,-46 3 7,-9-8 1,-7-1-392,-14 2 0,-4-1 554,-7 3 1,-2-1-40,20-5 1,0 0 0,0-1 100,-15 7 0,2-1-70,9-3 0,5 0 1443,-15 9-1510,30-6 444,31-7-483,29-4-88,-4-6 1,4-2-23,8-2 0,5-2-826,-5 0 1,3-2 0,-2 0 825,3-1 0,-1-2 5,-4 1 0,1-1 0,-5-2 286,-6-1 0,-3-2-277,3-3 0,-4-3 23,5-25-1,-30 11 1,-8-1 16,-6-15 48,-7 10 0,-5 2 283,-15-11-149,15 23 1,0 0 148,-16-15-68,12 15-251,14 13-12,10 7-55,17 12-23,14 11-6,15 15 23,-11 1 0,0 3-89,-9-10 1,-1 1 74,9 18 0,-4 1-141,-12-11 1,-4 0 489,2 8 0,-4 3-2142,-7-2 1,-4-2 1278,-2-6 0,-2-3 0,-7 8 1,5-21-1</inkml:trace>
  <inkml:trace contextRef="#ctx0" brushRef="#br0" timeOffset="66417">15343 11729 21730,'2'-6'2857,"-1"2"-2717,-1 4 89,79-56-61,-35 36-146,-9 1 1,5-5-1,-2 8 12,1 11 0,-3 6-29,16 2-14,-12 6 1,-4 3-3,-9 4-22,11 24 21,-29-7 18,-20 21 11,-16-12-231,1-18 1,-2-4 252,-19 3 56,15-13 1,0-2 414,-13-2 397,-3-1-593,23-8-146,24-3-112,15-1 22,27 2-5,12 3-45,-14 4 0,3 2-461,18 6 0,2 3 444,-5 2 0,-1 2-8,-1 0 0,-1 4 5,-3 3 1,-5 4-113,-13-3 1,-4 2 89,4 13 0,-8 3-28,-16-9 0,-10-1-154,-13 5 0,-12-5-1030,-16-8 0,-7-6 576,6-3 0,-2-2 650,-1-2 0,-3-2 0,8-1 0,-8 1 0,14-4 0,-1 1 0</inkml:trace>
  <inkml:trace contextRef="#ctx0" brushRef="#br0" timeOffset="67640">8845 14245 22727,'-4'-49'715,"0"1"0,1 4 0,3 6-457,10 5-146,8 6-79,-1 9 18,25-2-46,-2 12-5,-9 3 0,2 1-11,27 10 11,-2 10 0,-17 4-22,-7 28 39,-28-9-23,-15 20 0,-25-9-91,10-26 1,-3-1 104,-1-2 1,-1-2 13,1-1 1,1-2 84,-20 7 100,11-9 84,12-11-16,11-9-96,7-5-61,11-5-34,8 0 176,12 1-249,9 3 6,10 3-6,9 4-5,9 6-280,-28 2 0,0 3 276,1 1 1,0 3 2,-2 2 1,-2 3-11,17 19 5,-21 6 0,-31 1-23,-28 1 1,5-23 0,-4-1-416,-5-1 1,-2-2 17,-2-1 0,1-3-841,1-2 1,1-4 511,-26-1 0,30-4 0,12-5 0</inkml:trace>
  <inkml:trace contextRef="#ctx0" brushRef="#br0" timeOffset="68590">10401 14109 22587,'-43'-8'633,"-1"0"0,4 2 0,14-3-577,35-4-51,20-2-240,30-1-1571,-3 6 1,3 1 852,-15 3 1,1 0 952,7 2 0,5-1 0,-9 2 0,0 0 0,-13 2 0,-1 0 0</inkml:trace>
  <inkml:trace contextRef="#ctx0" brushRef="#br0" timeOffset="68757">10401 14433 25339,'36'-23'-232,"0"0"1,1-1 0,12-8 0,5 4-3046,3 10 0,7 5 0,-8 0 1872,-12 2 1,-1 1 0,7-2-1,4 0 1,-15 3 0,-19 5-1</inkml:trace>
  <inkml:trace contextRef="#ctx0" brushRef="#br0" timeOffset="68950">11436 14012 22699,'-7'0'2610,"2"0"-2486,5 0-175,0 0-929,104-58-98,-64 47 0,1 0-96,7-9 1,3-5 0,-3 7-1138,-2 11 1,-3 4 2310,-7-1 0,-4 1 0,4 0 0,-3 0 0</inkml:trace>
  <inkml:trace contextRef="#ctx0" brushRef="#br0" timeOffset="69117">11571 14160 22346,'-41'14'1022,"0"0"0,-4 0-816,78-27-217,-2 2 0,4 0-56,25-8-244,-15 7 0,1 0-1517,-5 2 1,1 0 1827,16-3 0,-2 0 0,-23 6 0,-3 0 0,26-5 0</inkml:trace>
  <inkml:trace contextRef="#ctx0" brushRef="#br0" timeOffset="69600">12966 13756 17692,'-3'0'5640,"1"0"-2733,2 0-2515,-65 1-218,22 24-144,2-17 1,-2 4 5,10 21 1,6 4-31,1 0 8,5 2 0,8 2-9,23-1 1,23 13-270,-4-36 0,6-5 264,5-3 0,2-3 2,-7-2 1,1-3 0,13-7 0,-1-5 14,7-13 16,-18 4 1,-4-4 27,-3-26 12,-20-7-39,-15 8-101,-6 17 0,-5 2 134,-9 3 1,-3 3-26,0 0 0,-3 3-9,-6 3 1,0 5-28,-20 9-18,15 10-38,-1 26-376,22 4-1489,-1 23 1252,24 4 1,-1-28 0,8-4 0</inkml:trace>
  <inkml:trace contextRef="#ctx0" brushRef="#br0" timeOffset="70850">12942 14144 21898,'8'-55'686,"0"1"1,0-1 0,-1 3 0,-2 1-1,-4 6-386,-6 4 0,-2 5-48,-5-22 325,-1 3-325,8 34-174,0-1-44,4 25 5,4 18-16,3 20-15,0-11 0,-1 3-194,0 6 0,-1 3 200,0 3 0,-1 1-384,-4 1 0,-2 0 384,-1-2 0,-1-1 6,-2-2 0,-1-3-9,0-5 0,0-2 11,-4 15 57,4-19 50,4-17 292,4-20-393,6-19 0,5-20-17,-2 14 1,1-2 12,1-7 0,0-2-5,1-6 1,-1-3-492,-1-3 0,0-1 486,-2 4 0,-1 2 2,-3 7 1,0 4 28,-2-11-34,-7 29-5,-4 27 0,-6 20 10,-2 24-16,9-15 0,0 3-265,0 7 1,2 1 269,2 4 1,0 1-12,1 1 1,1 0 183,3-2 1,1-1-188,2-5 1,2-2-25,2-7 1,1-2 37,8 12 63,-5-21-7,-5-24 1255,-5-20-1282,-4-24-23,1 14 0,0-2-106,0-8 1,-1-1 96,2-7 1,-1-1 5,1-3 1,0-1-6,0 1 0,0 2-1,0 7 1,1 3 80,0-19-72,-2 31-28,-2 20 17,-6 25 0,-6 18-5,-6 25-484,9-20 1,0 3 482,-2 4 1,1 2 5,-1 3 0,1 1 54,0-1 1,0 0-55,2-3 0,2-2 0,2-11 0,2-2-6,0 29 29,6-40-23,1-6 11,6-38 0,2-24-8,-3 12 0,0-2 56,2-8 0,-1-2-51,1-6 1,-1-1-1,1-2 1,0-1-1,-2 3 1,-1 3-7,0 5 1,-2 4 624,1-17-627,-3 26-12,-3 20 12,-1 22 12,-1 17-7,0 27-2,3-18 0,-1 4-47,1 5 1,1 3 40,-1 2 0,1 0-3,-1 2 1,1-1-4,-1-3 1,0-1 2,0-4 1,-2-2 2,1-7 0,-1-2-13,-3 12-152,2-21-874,13-25-487,4-11 1529,13-11 0,1 0 0,-6 5 0,19-15 0</inkml:trace>
  <inkml:trace contextRef="#ctx0" brushRef="#br0" timeOffset="71067">14624 13490 24839,'-9'0'1938,"2"0"-1585,7 0-314,0 0-11,-73 96-1420,57-65 1,0 2 1042,-13 14 0,-7 7 0,5-3-2144,7 1 0,2-4 2136,-2-1 1,0-4 0,7-13 0,1-3-1,-6 4 1</inkml:trace>
  <inkml:trace contextRef="#ctx0" brushRef="#br0" timeOffset="71250">14015 13941 23730,'-2'-48'1200,"1"1"1,-1 2-1,3 11-1009,6 25-91,15 11-44,23 19-53,-12-3 0,2 3-432,5 6 1,1 2 44,5 4 1,0 2-2767,3 3 0,0 1 3150,-4-3 0,-3-3 0,-12-10 0,-3-2 0,5 3 0</inkml:trace>
  <inkml:trace contextRef="#ctx0" brushRef="#br0" timeOffset="73083">2183 15826 21629,'-11'-45'868,"0"1"0,0-1 0,-5-17 1,-1 5-620,5 23 1,-2 4 80,-16-20-145,-6 16-118,0 17-39,-3 19-22,2 21-12,0 23-318,19-14 0,2 2 313,1 5 0,2 2 2,3 1 1,3 0-1,4 0 1,4-1-12,6-3 1,4-1 2,5-4 1,5-3 4,4-2 1,4-4 8,3-3 1,2-2 2,1-4 0,-1-1-9,-2-3 1,-2 0 25,17 3-12,-19-5 34,-16-2 34,-14-3-67,-13 1 653,-14-1-631,-12 0-28,-7-3 17,-2 0-12,3-2-145,5-2-532,8-5-1955,9-3 2627,11-4 0,8 6 0,6 0 0</inkml:trace>
  <inkml:trace contextRef="#ctx0" brushRef="#br0" timeOffset="73300">2763 15546 23377,'0'-5'3131,"0"1"-2845,0 4-258,-26 7-40,14 33-5,-5-11 1,0 4-554,9 13 0,3 5 80,-2 1 0,0 1-527,1 0 1,0 1-964,1-3 0,1-1 1980,2-4 0,0-5 0,1 7 0,3-19 0</inkml:trace>
  <inkml:trace contextRef="#ctx0" brushRef="#br0" timeOffset="73833">2661 15983 20853,'-28'-33'739,"0"1"0,0-1 1,-9-11-1,7 11-560,13 23 91,9 6-298,13 5 153,11 3-86,21 1-39,20 1 11,-19-4 1,1 0-424,6-2 1,0 0 408,3-2 1,0-2 2,0-1 0,-2-1-63,-3-2 0,-2-1 82,-7 0 1,-2-2 53,13-9 89,-22-1 28,-16-1 107,-13 0 185,-6-1 817,-3 4-958,-1 5 100,0 7-413,0 6-6,2 11-44,2 9 39,5 12-6,5 4-28,12 3 28,8-4-22,12-7 17,5-9 27,3-9 12,-3-13 50,-4-11-16,-8-13 16,-9-8 34,-6-5-79,-13-2 23,-6-1 39,-9 2 0,-6 8-22,-3 12-51,-4 14-17,-4 22-22,-3 15 0,2 20 5,21-18 1,1 2-264,4 3 0,2 1 216,3 3 0,3 0-67,6 1 0,5 0-489,5-1 1,6-2 40,10 0 0,6-4-813,9-2 1,6-4 1369,-7-10 0,2-2 0,-3-3 0,-4 1 0,-2-3 0,0-3 0,0-1 0</inkml:trace>
  <inkml:trace contextRef="#ctx0" brushRef="#br0" timeOffset="74333">3846 15733 20895,'-6'-2'3249,"1"0"-616,5 2-2549,0 20-39,0-2-17,-1 20 2,3-4 1,1 2-31,-1-2 0,-1 3-408,3 16 0,-2 5 423,-1-13 0,-1 2 0,-1-4-316,0 5 1,-2-1 255,-1-1 0,-1 3 0,-2-4-39,-5-2 0,-2-3 36,-4 6 1,-4-3-135,-1-11 0,-3-8 210,-10-6 5,7-21 40,18-37-11,7-16-6,2 14 0,1-5-202,1-9 1,2-4 156,0 4 1,1-3-1,-1 2 3,2-3 0,1-1-5,0 6 1,1-3-1,2 6 5,2 8 0,2 3 359,4-6 0,3 2-353,6 5 0,4 6-12,-4 10 0,1 4-5,5 2 0,0 4-3,9 5 394,6 10-405,-13 11 22,11 20-28,-18 8 11,-11 15-5,-19-14-422,-23 11 220,-14-10-347,5-12 0,-3-2 114,13-9 1,-1-2 445,-11 2 0,5-4 0,14-8 0,-2-1 0</inkml:trace>
  <inkml:trace contextRef="#ctx0" brushRef="#br0" timeOffset="74541">4314 15865 24967,'-5'0'2051,"0"0"-2712,5 0-1748,72-58-2507,-39 44 1,1 1 3186,17-20 0,-3 3 0,5 17 0,-38 10 0</inkml:trace>
  <inkml:trace contextRef="#ctx0" brushRef="#br0" timeOffset="74990">4922 15610 26598,'-19'-48'280,"-1"1"0,2 1 0,10 8-219,27 14-78,0 5 17,24-1-22,-1 13 8,-8 6 0,2 4-3,-5 3 0,0 4-676,3 5 1,-3 3 698,5 15-23,-6 21-56,-17 8 45,-11-30 0,-4 1 11,-5 2 0,-6-1 12,-26 14 16,2-15 8,6-16 1,-1-4 53,-10-3-17,-9 2 179,8-18 1279,26-3-1435,-3-6-51,23 0-23,5 3-10,26 2 5,2 9-6,21 9-11,-2 12 17,-12 2-20,-13 0 1,-1 3-87,4 14-37,-12-10 0,-4 1-299,-13 23-281,-34-2-42,2-26 1,-6-2-861,-11-1 1,-4-3 1069,-11 0 1,2-3 0,23-7-1,2 0 1,-28 2 0</inkml:trace>
  <inkml:trace contextRef="#ctx0" brushRef="#br0" timeOffset="75323">2280 16631 19816,'-46'15'37,"0"1"0,0-1 1,1 1-1,-9 3 1,2 0-1,2 0 6,5-1 0,2 0 0,4 0 44,-3 3 0,10-1 2022,8 7-1672,74-15-351,-11-11 0,7-5 0,5-1-778,2 1 0,4-2 0,4 0 0,1 0 704,-12 1 0,2 0 0,2-1 1,0 1-1,2-1 0,0 1-152,-3 0 1,2 1 0,0-1 0,1 1 0,1 0-1,0 0 1,0 0 144,5 0 1,0 1 0,0 0-1,2 0 1,-1 1 0,1-1-1,0 1-136,-5 0 1,-1 1 0,1-1 0,1 1 0,-1 0-1,1 0 1,0 0 0,0 0 76,2 1 1,1-1 0,-1 0 0,1 1-1,0 0 1,0 0 0,1-1 0,-1 1-338,-6 0 0,0 1 0,0-1 0,0 0 0,0 1 1,1-1-1,-1 1 0,1-1 0,0 0 391,3 1 0,1-1 0,1 0 0,1 0 0,-1 0 0,-1 0 0,-3 0 0,-2 0 0,-4 1 0,13-1 0,-5 1 0,-3 0 0,-2-1 0,1 1 0,6-1 0,0 0 0,0 0 0,0 0 0</inkml:trace>
  <inkml:trace contextRef="#ctx0" brushRef="#br0" timeOffset="76367">9262 16018 22977,'-30'-43'608,"-1"-1"1,2-1 0,12 5-340,30 4-85,23-13-105,10 12-1874,-14 18 0,1 3 1823,14-1 505,-15 9 1,1 2-517,4 1 0,1 4-17,1 0 0,2 4 131,5 2 0,-2 5-154,-11 4 1,-4 5-51,14 27 27,-21-2-5,-25-6 1,-9 2 56,-4-11 0,-4 0 582,-9 13 1,-5-1-564,1-10 1,-2-3 16,3-3 0,0-3 25,-15 6 269,-5-9 398,27-17-415,-3-9-151,23-12-56,15-7-61,4 3 839,19-7-851,19 6-39,-23 11 0,2 3 0,-1 0 0,1 2-6,11 4 1,-2 4-12,2 3 11,3 7 1,0 6-6,-2 14 0,4 9-57,-27 17 29,-33-17 19,1-10 1,-6-2-6,-9-5 0,-4-3-17,-4-1 0,-3-3-370,-2-1 0,-2-1 90,1-4 0,-1-1-703,3-2 0,1-3-8806,-23-5 8928,23-3 0,20-1 0,14 3 0</inkml:trace>
  <inkml:trace contextRef="#ctx0" brushRef="#br0" timeOffset="76807">10912 15681 20100,'3'-3'5041,"-2"0"-3433,-1 3-1429,-16 24-73,-23 23-1099,6-8 1,-5 3 993,7-9 1,-2 2 0,-1 0-30,-2 1 0,0 1 0,1 1-170,1-1 0,0 1 1,3 0-545,4-3 0,1 1 0,4-1-1348,-3 11 1,6-2-2827,8-10 1,4-4 3701,5 6 1,4-21-1,1-13 1</inkml:trace>
  <inkml:trace contextRef="#ctx0" brushRef="#br0" timeOffset="77157">10501 15773 25208,'-45'-25'463,"0"-1"0,4 2 1,8 8-392,18 18-38,4 8 0,1 7-18,2 9-16,3 4 28,10 1-11,6-1 0,9-7 28,1-8 5,0-7 34,-1-12-22,-3-8 11,0-11 33,-4-6-5,-4-5 16,-5 2 1,-7 4-45,-2 8-40,-3 9-61,-1 6 6,1 12-56,2 9-303,6 15-582,13 11-1088,17 10-2174,-7-22 0,3 0 4225,0-3 0,0-2 0,10 9 0,-15-16 0</inkml:trace>
  <inkml:trace contextRef="#ctx0" brushRef="#br0" timeOffset="77474">11234 16060 23780,'0'-4'3036,"0"1"-2826,-25-13 0,-10 0-76,12 7-30,-18-8 0,-1 5-76,16 22-6,-8 10-22,17 11 11,7 5 28,15 1-55,13-4 10,13-5 12,10-9-18,3-8 40,-2-10 17,-8-10 34,-10-8 16,-13-7-22,-10-4 11,-14 0-62,-2 6-5,-16-3 16,-1 6-94,3 2-253,5 3-828,19 10-2275,21 2 3417,5 2 0,-1 0 0,-6 0 0</inkml:trace>
  <inkml:trace contextRef="#ctx0" brushRef="#br0" timeOffset="77974">11691 15780 21297,'-2'-6'2941,"0"1"-2381,-1-25 0,1-5-151,6 7-150,-2-14 0,3 2-119,12 19-106,2 5 77,15 6-89,-5 8-33,20 2 22,0 8-11,2 9-5,3 8-1,-4 10 1,-4 6-12,-11 6 6,-14 1 22,-27-2-22,-24-4-251,-22-7 276,21-20 0,-1-2 11,0-2 1,1-1 2,-14 3 173,-3-7-16,27-11-17,-2-5-95,17-10-45,14-3 0,11 0-39,16 3 22,14 5 98,11 7-112,-26 6 0,1 3-8,3 3 0,0 1-29,24 6-106,-18 3 1,-3 3-488,1 10-285,6 12-102,-62-1 779,-5-13 73,-8-8 0,-6-3 23,-19-2-195,19-6 1,-2-1-159,-28-3-2364,10-10 2089,15-4 1,18 2 0,11 4 0</inkml:trace>
  <inkml:trace contextRef="#ctx0" brushRef="#br0" timeOffset="78217">12944 15611 24581,'-10'0'2313,"2"0"-2161,8 0-63,0 0-800,62-39 624,-30 31 0,2 1-135,6-7 0,5-2 0,0 3-1263,16 8 1,0 4-1799,1 3 1,-1 1 2727,-9 0 1,-5 2 0,13 3-1,-32-2 1</inkml:trace>
  <inkml:trace contextRef="#ctx0" brushRef="#br0" timeOffset="78391">13074 15855 27034,'52'-23'-130,"0"0"0,0 0 1,-6 5-1,1 1 1,1 1-1,-3 4-1531,1 3 1,-1 3-1,1 0-891,9-2 0,3 1 0,-3 1 2268,7-2 1,-5 2-1,-18 2 1,-5 0-1,5 0 1</inkml:trace>
  <inkml:trace contextRef="#ctx0" brushRef="#br0" timeOffset="78733">14352 15441 21231,'-3'-2'4734,"1"0"-3670,2 2-975,-71 37-38,44-5-43,-13-7 1,5 3 41,23 17-22,20-12-17,26 10 0,14-13-939,-14-16 1,1-3 949,16-1-131,5-12 165,-19-9 78,6-16-5,-20-6 61,-10-13-11,-24-2-128,-2 7 21,-5 8 1,-2 1 1770,-2 1-1835,-2 2 1,0 2 203,2 12-223,-7-3-17,18 18-459,6 10-3613,14 15 4100,3 0 0,1-2 0,-3-13 0</inkml:trace>
  <inkml:trace contextRef="#ctx0" brushRef="#br0" timeOffset="79840">12442 15614 14241,'-5'-1'7573,"2"0"-5579,3 1-1949,65-26-157,-14 18-365,3-6 1,3 2-48,-17 12 1,-2 3-558,-1 1 0,-3 1-3075,18 12-2298,-24 7 2830,-33 6 3624,-24 2 0,-20 2 1194,21-18 0,0 0 3774,-27 11-829,7-6-1372,13-6-593,12-7-1032,12-5-492,7-3-359,6-1 131,9-4-377,10-2-191,18-7-285,-1 4 431,13-2 0,-1 2 0,-16 3 0,2 0 0,0-1 0</inkml:trace>
  <inkml:trace contextRef="#ctx0" brushRef="#br0" timeOffset="80341">14995 15622 21976,'-2'-47'911,"0"1"1,-1 0-1,0-15 1,2 10-604,2 15 337,2 14-566,2 16 21,4 12-44,6 16 39,7 18-78,5 15 0,-12-25 0,1 0-1,0 1 1,0-2 34,20 22-316,10-14 318,-14-25 1,5-4-1,15-7 0,7-4-852,-7-3 0,4-3 1,3-1 816,-4-1 0,2-1 0,3 0 1,0-2-489,-4 2 1,2-1 0,0-1-1,2 0 1,0 1 467,-6 1 0,1-1 0,0 1 0,1 0 0,0 0 1,0 0-272,2-1 1,-1 1-1,1 0 1,0 0-1,0 0 1,-1 0 267,0 1 0,-1 0 1,0 1-1,0 0 0,0 0 1,-2 0-283,8-1 0,-1 1 1,0-1-1,-2 2 1,-1 0-112,-5 1 0,-1 1 1,-2 0-1,0 1 0,-1 0 371,5 0 0,0 1 1,-3 1-1,-5 0 1,11 0-1,-8 1 1,-15 2-1,0 1 1</inkml:trace>
  <inkml:trace contextRef="#ctx0" brushRef="#br0" timeOffset="82207">10145 17336 13351,'0'-4'7416,"0"1"-4543,0 3-2061,-53-61-425,37 42-275,-13-15 0,4 5-56,22 25 0,2 2-34,1 2-16,7 5-18,-3-2 24,4 3-12,-4-4 44,-2 0-21,0-2 481,-1 1-498,-3-4 0,2 3 27,-2-4-44,2 2 56,0 0-45,-2-2 84,2-2 50,-1 0-83,1 1 223,-1-6-123,1 3-11,-1-5-11,0 3-23,1 0-27,-1 3 38,0 1-16,0 3-67,0 0-34,0 2 11,0 0 11,2 19-33,2 6 0,-2 22 11,1 6-39,-6 5 50,2-12 0,-6 4 0,2-17 40,2 4-18,1-16 107,4-8-11,3-16-95,1-3 145,14-23-112,-3-1 51,8-22-73,-8 13 13,-1 3 1,0-1-20,5-3-347,7-4 0,5 1 316,-10 22 1,3 1 2,11-7 0,3 3-202,-6 11 0,2 4 196,0 3 1,-1 4 0,20 5-4,-22 4 1,-2 7-12,-4 8 1,-2 4-82,-2 2 1,-2 2-420,-2 9 1,-4 1-388,-8-3 0,-4-2-324,-1 22 1220,1-22 0,-1-3 0,0-8 0,1 7 0</inkml:trace>
  <inkml:trace contextRef="#ctx0" brushRef="#br0" timeOffset="82433">11345 16945 23091,'-2'-3'3008,"-1"0"-2476,3 3-677,46-41-119,-14 29-603,5-2 1,8-3 0,-1 6-2336,1 9 1,1 5 3201,14-2 0,-2 2 0,0 1 0,-28 1 0</inkml:trace>
  <inkml:trace contextRef="#ctx0" brushRef="#br0" timeOffset="82590">11534 17215 22351,'-41'15'698,"1"0"1,-1-1 0,-17 7 0,25-9 80,36-12-695,40-16-73,-2 1 0,7 0-792,-8 1 1,2-1 0,2 0 475,8-1 1,3 0-1,0 0-1279,-9 3 0,2 1 0,-1 0 0,0 1 1584,11-3 0,-1 1 0,-4 1 0,6 0 0,-8 2 0,9-2 0</inkml:trace>
  <inkml:trace contextRef="#ctx0" brushRef="#br0" timeOffset="83700">12855 16882 23657,'-23'4'1765,"4"-2"-1295,7 1-151,4-5-235,5-1 79,8-16-18,10-4 6,13-16-16,7 1-1,4 0-67,0 2-50,-1 7 17,2 8-23,3 8 6,4 7-23,2 10-5,2 10 50,-7 13-33,-10 8-17,-16 8-12,-23 4-27,-21 2 38,5-25 1,-3-1 17,-3-1 0,-2-1-109,2-3 0,0-1 98,-21 10 49,13-10 68,11-9-16,12-13-24,9-7-27,11-9-6,9-5-11,15-1 6,10 2 16,11 5-16,5 7-52,-27 8 0,2 3 21,0 3 0,-1 4-20,28 11 22,-14 14-10,-20 10-85,-30 7-184,-25 5-394,6-25 1,-4 0-202,-2-1 1,-1 0-2053,2-1 1,1-1 2920,-13 12 0,18-15 0,12-12 0</inkml:trace>
  <inkml:trace contextRef="#ctx0" brushRef="#br0" timeOffset="83900">13916 16797 27286,'5'50'56,"0"-1"0,-6 8 0,-7-3-81,-9-16 0,-3-1-626,-2 10 1,-1 4-3767,3 9 1,2-1 4009,6-15 0,3-3 0,2-4 0,2-5 0,4-9 0</inkml:trace>
  <inkml:trace contextRef="#ctx0" brushRef="#br0" timeOffset="84383">14409 17026 24458,'-3'-50'453,"0"0"1,3 5 0,6 9-403,18 10 33,17 7-51,-2 10-5,-8 4 0,2 3-22,23 6-18,-22 1 1,-2 3-17,10 9-5,8 14 33,-17 1-23,0 20 7,-19-6 10,-21 2 28,-19-16-5,-2-11 6,-14-2 44,11-11 78,-10-3 63,15-9 60,7-6-150,13-1 117,7-4-72,7 3-91,12-4-4,9 6-46,12 3-22,-7 6 11,15 7 12,-5 5-7,-9 1 1,1 3-50,21 12 30,-29-10 0,-3 1 25,-2 5-55,-26 5-46,-28-4-92,-3-6 1,-6-2-127,0-4 0,-1-3-594,-9 2 0,1-4-1644,13-7 1,3-3 2534,-13-6 0,23 0 0,16 2 0</inkml:trace>
  <inkml:trace contextRef="#ctx0" brushRef="#br0" timeOffset="84607">15538 16666 23825,'-3'-1'2246,"1"0"-1635,2 1-662,84-44-100,-52 36 0,2 1-272,4-8 0,4-3 0,-1 5-347,11 7 0,0 6-3689,3 2 0,-2 0 4459,-6 1 0,-2 1 0,-5-1 0,-6 1 0,-13 1 0</inkml:trace>
  <inkml:trace contextRef="#ctx0" brushRef="#br0" timeOffset="84940">15771 16839 26486,'32'-7'-177,"0"-1"1,17-3-62,-7 0 0,0-2-272,18-7 311,-24 3 0,-2-3 171,3-13 95,-18-6 101,-32 7 174,-13 3-129,0 9 448,-10-12-219,19 10-78,-2-10-56,17 9-61,9 5-130,5 6-44,7 7-62,3 12-22,4 13 17,1 17-17,-1 15 2,-15-22 1,-3 1-270,-1 2 0,-4 1-276,-4 0 0,-4-1-1132,-3 1 0,-3-2 1686,-13 21 0,6-21 0,9-16 0</inkml:trace>
  <inkml:trace contextRef="#ctx0" brushRef="#br0" timeOffset="85200">16936 16339 28602,'-7'54'23,"1"0"0,-1 1 0,3 0-142,4-9 1,2 0-2965,-2 8 1,1 0 1074,0-8 0,0-1 2008,-3 9 0,1-6 0,0-7 0,-3-2 0</inkml:trace>
  <inkml:trace contextRef="#ctx0" brushRef="#br0" timeOffset="87682">11416 18258 23103,'12'-44'664,"0"-1"1,-2 7-1,-1 7-389,-2 16-202,-3 19 0,-2 29-34,-2-5-45,1 29-50,-2-17 40,1 11-18,-3 0-11,-3 6 40,1-19 33,-5 6 22,2-27 51,-1-2 50,2-16-112,4-5 107,2-31-51,5 11 123,10-32-38,7 12-77,0 9 1,4-1-404,-1 7 1,3 2 324,8-4 0,1 3-36,17-3-9,-19 19 1,0 4 19,6 2-28,0 6 0,1 6-222,-8 9 1,-1 4-1590,7 1 1,-2 4 852,-9 0 1,-3 3 803,1 4 1,-5-2 0,-5-7 0,7 8-1</inkml:trace>
  <inkml:trace contextRef="#ctx0" brushRef="#br0" timeOffset="87882">12516 18183 20979,'-4'-3'3624,"0"0"-3153,4 3-606,62-64-2458,-8 40 1737,-18 1 1,4-5 0,-3 7-433,-2 14 0,-1 4 1288,5-1 0,-5 1 0,-8 1 0,-1 1 0</inkml:trace>
  <inkml:trace contextRef="#ctx0" brushRef="#br0" timeOffset="88065">12665 18349 18162,'-4'0'5120,"1"0"-4023,3 0-1164,69-61-1982,-14 31-1069,-12 4 0,6-5 0,-3 6 3118,-6 11 0,-3 3 0,-3 1 0,-3 1 0,-7 4 0</inkml:trace>
  <inkml:trace contextRef="#ctx0" brushRef="#br0" timeOffset="88265">13301 18022 25753,'50'-21'-157,"0"1"0,0-1 0,2 2 1,-1 0-1,-2 5-702,0 5 1,1 4-1336,4 0 1,5 2-1,-6 0 1810,-5 1 1,-2 0 0,10 0-1,-6 1 1,-13 1 0</inkml:trace>
  <inkml:trace contextRef="#ctx0" brushRef="#br0" timeOffset="88458">13677 18252 21159,'-5'1'3422,"1"-1"-3120,4 0-341,75-51-1184,-44 38 0,3 1 1094,7-9 0,5-3 0,-2 4-199,6 5 1,-2 5-515,-1-1 0,-1 1-1844,-1 0 1,-3 1 2685,-7 2 0,-3-1 0,9-1 0,-22 4 0</inkml:trace>
  <inkml:trace contextRef="#ctx0" brushRef="#br0" timeOffset="88633">14592 17738 27516,'-24'36'67,"-1"1"0,1-1 0,-10 16 1,7-3-85,17-16 0,4 0-269,0-1 1,3 2-4631,4 8 1,2 0 4881,5 20 1,2-8 0,-3-34 0</inkml:trace>
  <inkml:trace contextRef="#ctx0" brushRef="#br0" timeOffset="89165">15520 18160 22649,'-45'-20'1310,"0"-1"1,5 3 0,9 3-1009,17 4-190,9 7-39,3 6 157,1 19-141,0 4 34,7 13-44,10-7 10,18-10 35,24-11-60,-19-13 0,4-4-702,9-3 1,3-4 676,-13 2 0,1-2 0,0-1 2,6-3 0,0 0 0,-1 0-13,-7 3 0,-3 0 0,5-1 4,5-3 0,4-1 1,1 0-1,-4 1-19,2 0 0,-3 1 0,3-1-488,0 1 0,4-3 1,0 1-1,-3 2 458,3 0 0,-2 1 1,-3 1-14,-5 3 0,-2 1 0,-2 1-29,3 0 0,-4 4-501,19 4-319,-45 17-1501,-15 13 2380,-27 20 0,9-20 0,-3 1 0</inkml:trace>
  <inkml:trace contextRef="#ctx0" brushRef="#br0" timeOffset="89799">18512 17816 21657,'6'-45'1092,"1"-1"0,0 1 1,0-18-1,-1 4-748,-2 13 1,-2 4-99,-3 8 1,0 4 5,-1-8-185,-2 21-39,2 26-45,4 25-5,-1-4 0,2 4 27,-2 9 1,1 4-483,0 6 0,-2 2 443,-3 5 1,-2 1-619,1-19 1,-1 1-1,0 0 119,-2 1 1,-1 0 0,1-1-784,0-1 0,0 0 0,1 0 798,-1 17 0,2-4 1,-1 7-1,5-19 1</inkml:trace>
  <inkml:trace contextRef="#ctx0" brushRef="#br0" timeOffset="90532">18473 18252 17346,'-28'-45'1143,"0"1"1,0 0 0,2 4 0,1 1 0,3 6-338,-13-13-206,10 11-516,12 15 295,18 2-317,22 8-73,28-4-9,-1 4 1,5 1-853,0-1 0,1 1 799,2 0 1,0-1-119,1 1 1,-3-1-34,-14 1 0,-1-1 70,7-1 0,-2-2 240,-9-2 1,-6-1 98,4-9-45,-23 3 151,-23 9 403,-16-1-133,4 2-29,-5-4 1137,12 6-1490,6 4 164,4 3-326,14 8-17,4 10 22,13 14-16,2 25-23,-9-1-16,-6 1-40,-16-3 0,-13-11-5,-19 12 100,0-20 12,-5-9-6,20-23 50,8-15-16,16-11 33,23-24-90,-11 25 1,3 1-1037,10-6 0,1 2 1047,15-7-362,-15 16 0,0 3 363,24-5-23,-15 8 1,3 2-1,-9 3 1,1 1 2,1 2 0,-2 0 3,5 1-11,-11 2 44,-19 1-16,-3 1-22,-8 0 1834,-12 6-1768,-3 7 837,-4 4-887,-2 15 23,7-3-40,3 19 17,15-12-67,14 1 34,6-20 5,19-7 6,-1-9 33,-11-5 1,1-3 49,19-10 96,-3-15-28,-24 5 73,-10-11-56,-13 0 61,-10-20-162,-2 12-16,-5 0-35,8 25-33,3 8-45,5 10-369,8 4-1715,23 15-1114,9 6 3271,-9-4 0,0 0 0,0 1 0,-3-1 0</inkml:trace>
  <inkml:trace contextRef="#ctx0" brushRef="#br0" timeOffset="90865">20294 17730 21959,'3'0'4359,"0"0"-3419,-3 0-833,-11-14-62,14 12 61,13-8-140,20 13 1,25 0 27,-27-4 1,-1-1 21,24-2-19,-13-3 1,-1-2 58,6-10-3,-18 5 0,-3-3 87,-7-16 39,-18-1 90,-17 4-50,-15 10-12,-13 9-161,-11 16-46,-4 13 0,29-3 0,1 3 0,-18 25 0,13 6 0,16-8 0,14-8 0,7 1 0,18 16-57,-11-20 1,6-1-1076,26 9 1,9-5-1686,-4-9 1,3-1 2816,4-1 0,6 2 0,-7-4 0,-10-5 0,-3-2 0,0-3 0,0 0 0</inkml:trace>
  <inkml:trace contextRef="#ctx0" brushRef="#br0" timeOffset="91175">18670 18358 17055,'-56'7'418,"1"1"0,-1-1 0,1 0 0,-8 1 0,3 0 1,2 0-261,10-2 1,1 0 0,7 0 373,-16 2 1942,79-11-2320,21-3 0,12-2-67,0 0 1,6-1 0,2-1-484,-16 2 1,1 0 0,2 0 0,1-1 0,1 1 427,6-1 0,2 0 1,2 0-1,0-1 1,0 1-153,-6 1 1,0 0 0,1-1 0,0 1 0,0 0 0,0 0 132,2 0 0,-1 0 0,1 0 0,0 0 0,-1 0 1,1 0-132,-3 0 1,0 0 0,1 0-1,-2 0 1,0 0 0,-1 0 111,7-1 0,-2 0 1,0 0-1,-2-1 1,-1 1-166,5-2 0,-1 0 0,-3 0 1,-2 0-271,5-2 1,-3 1-1,-6-1-1666,4-1 0,-8-1 2107,2-5 0,-35 10 0,-15 6 0</inkml:trace>
  <inkml:trace contextRef="#ctx0" brushRef="#br0" timeOffset="93082">17538 1734 29491,'0'-5'963,"0"1"-1431,-15-25 0,-7-7 152,1 5 264,-3-10 0,1 0-144,9 10-16,15 2 139,16 2-856,18 1 476,17 4 426,-21 12 1,2 3-152,4 1 1,0 3 156,2 2 0,-1 3-11,-2 4 0,0 4 9,-4 2 1,-2 5-54,17 24 23,-18 9 53,-21 4 0,-21 2-6,-17-2 14,10-28 1,-1-2 13,-23 17 6,3-11 23,10-13 38,9-12 7,11-11-40,9-8-6,13-7-22,10-1-17,15 2 326,9 6-343,9 6 6,10 11-380,-31 3 0,2 2 371,0 2 1,0 3-1,-1 1 1,-1 3-85,-1 4 1,-3 1-109,4 8-555,-18 14-897,-39-17-4867,-18 5 5735,-5-9 1,14-10-1,16-8 1</inkml:trace>
  <inkml:trace contextRef="#ctx0" brushRef="#br0" timeOffset="93558">18364 994 22628,'-2'-5'2831,"0"2"-2468,2 3-134,-9-62-153,12 36-70,-4-11 1,5 3-47,30 16 10,6 9-299,5 3 334,9 12-21,-9 6-7,-15 1 1,-2 4 5,11 17 0,-10 2 17,-22 1 17,-18-8 0,-13 7 22,-16-6 23,-8-8 33,0-8 118,7-7 111,11-8 1,12-4-95,10-5-208,11 3 17,11-2-27,5 4 10,19 1-11,4 4-11,20 4 5,-20 1 1,0 2-757,-8 0 1,0 1 738,-2-1 1,-2 2-185,4 10-453,-26 1-819,-16 10-2133,-26 5 3601,-8-5 0,10-10 0,13-9 0</inkml:trace>
  <inkml:trace contextRef="#ctx0" brushRef="#br0" timeOffset="93975">19113 651 12351,'-33'-46'796,"-1"0"1,0 0-1,-1 10 1,-2 2-1,-1 4-371,0 4 1,-1 3 0,-3 5-285,-8 4 1,-5 6 0,-2 5-143,6 5 0,-2 4 0,-2 2 0,0 2 50,-2 0 0,0 1 0,-2 2 0,0 4-9,3 0 0,-1 2 1,-1 3-1,2 1 0,3 2-42,6 2 1,1 1 0,3 2 0,1 0 0,1 0 19,-1 1 0,1 1 0,3 0 1,0 4 150,-2 8 1,1 3 0,3 2 0,5 2-161,9 1 1,4 3 0,4 0 0,1 1-3,-1 1 0,3 2 0,2-1 0,2 0-147,4-2 1,1 1-1,4-2 1,2-3 141,4 3 0,5-4 0,8 0 6,8-7 1,8 1 0,4-1 0,1-2 0,-4-4 101,2 3 0,-2-5 0,9 1-109,-7-10 0,7 2 1,5 2-1,4 0 1,0-1-1,0-3 1,-5-2-1,-4-5 1,4 0 1,-5-6 0,1-3 0,12-1-13,-13-3 0,7-1 0,6 0 1,5-1-1,3 0 0,2-1 0,0-1 1,0-1-1,-2-1 0,-3-1 0,-4-2 1,-6-1 14,14-4 1,-7-3-1,-4-3 1,0-1 0,2 1-1,5 1-4,-5 4 1,5 2 0,4 2 0,1 0 0,-1-2 0,-1-1 0,-4-3 0,-6-4 0,-7-5 8,4-12 0,-5-8 0,-7-3 0,-6-2 1,-8 2-79,-5-9 0,-10 0 0,-3-5 65,2-2 0,-2-5 0,-2-1 0,-5 2-1,-7 4 0,-5 0 0,-2 1 0,-1 3 2,-2-8 0,-1 3 0,-6 1 3,-2 6 1,-3 0-1,-5 1 1,-5 5-17,0 10 0,-4 3 1,-2 2-1,-3 1 1,0 1-126,-3-1 0,-1 2 0,-2 1 0,-2 1 0,-2 3-736,-1 2 0,-4 2 1,-2 1-1,0 2 0,0 3 1,3 3 875,-2 2 0,0 4 0,1 2 0,3 1 0,3 0 0,2 0 0,2 1 0,3 0 0,4 2 0,-13 3 0,0 1 0</inkml:trace>
  <inkml:trace contextRef="#ctx0" brushRef="#br0" timeOffset="96940">20599 3735 23282,'-6'-54'58,"0"-1"1,1 1 0,-3-14 0,2 13 31,4 27-34,0 30 156,-4 34-44,3 18 0,1 11-1238,1-15 0,1 3 0,0 3 1124,1 2 1,0 4 0,1 1 0,0 1-378,1-10 1,-1 1 0,1 0 0,0 0 0,-1-2 340,1 6 0,1-2 0,-1 1 1,0 3 6,-1-8 0,1 2 0,-1 2 0,0 1 1,1 0-1,-1-2-328,0 5 0,0-1 0,0 0 1,0 3-1,0 4 326,0-14 0,-1 3 0,1 4 0,0 0 0,0 2 0,0 0 1,0-2-1,0-2 0,0-3-197,0 10 1,-1-5 0,1-2 0,0 1 0,0 3 0,0 5 201,0-13 1,0 3-1,0 2 1,0 3-1,1 1 1,-1 1-1,0-1 1,1 0-1,-1-3 1,0-1 0,0-5-20,0 10 1,0-3-1,0-3 1,1-1-1,-1 0 1,0 1-1,0 2 8,0 0 1,1 1-1,-1 0 1,0 2-1,1-1 1,0 2 0,-1 0-1,1 2 10,-1-7 1,1 2-1,-1 1 1,1 1-1,-1 1 1,1-1-1,0 0 1,-1-2-1,1-1 1,0-3-12,0 10 0,0-3 0,0-2 0,0-1 0,1 0 0,-1 2 0,0 2-10,0-8 1,0 0 0,0 1 0,0 1 0,0 1 0,0 0 0,0 0-1,0 1 1,1 1 7,-1-1 0,1 1 0,0 1 0,0 2 0,-1-1 0,1 0 0,0-1 0,0-1 0,0-2 0,-1-1-8,1 0 0,-1-2 1,0-2-1,0-1 0,1 0 1,-1 0-1,0 2 1,0 1-5,1 0 1,-1 2-1,1 0 1,-1 1-1,1 0 1,-1 1-1,1-1 1,-1-1-1,0 0-2,1 5 0,-1-2 0,0 1 0,0-1 0,0 0 0,0 0 0,-1 0 0,1 0 2,-1 0 0,0 0 0,-1 0 0,1 0 0,0 0 1,-1-1-1,1 1 0,-1 0-1,1 1 0,-1-1 1,0 0-1,1 0 1,-1 0-1,0 1 1,1 0-1,-1 0-37,0-4 1,0 2-1,-1 0 1,1 0-1,0 0 1,0-1 0,-1-1-1,1-1 1,-1-3-188,1 4 1,-1-2-1,1-2 1,-1 0-1,1-2 1,-1-1-1,1-2-169,-1 8 0,1-4 0,0 0 0,0-1 0,0 2 392,1 6 0,0 4 0,1-1 0,-1-6 0,0-8 0,1 2 0,-1-4 0,1-5 0,-1 1 0,1 0 0</inkml:trace>
  <inkml:trace contextRef="#ctx0" brushRef="#br0" timeOffset="100674">23943 1564 26547,'-15'-14'67,"4"22"-47,13 24 0,6 11-20,-3-1 0,0 1-469,0-1 1,0 0 479,-2-2 0,0-1-6,0-6 1,-1-2 22,0 10 470,-3-15-173,-1-28-263,1-15-46,0-11 176,3-30-170,4 16 0,3-3 3,0-1 1,2-2-379,5-8 0,3 1 384,-3 15 0,3 5-15,-2 6 1,1 4 443,19-5-460,1 18-11,5 17-28,7 14-197,-23-3 1,0 3 25,2 3 0,-1 3-1059,1 4 0,-3 1 602,-5-6 0,-1 2 667,5 10 0,-4-2 0,-6-10 0,6 12 0</inkml:trace>
  <inkml:trace contextRef="#ctx0" brushRef="#br0" timeOffset="100883">25008 1477 22800,'-5'-6'3008,"1"1"-2706,4 5-234,30-67-46,12 44-666,-4-14 0,5 3 504,4 27 0,2 8-250,3 1 1,0 4-728,-1 1 0,0 3-3799,-8 4 1,-3 0 4286,11 9 1,-23-6-1,-22-12 1</inkml:trace>
  <inkml:trace contextRef="#ctx0" brushRef="#br0" timeOffset="101040">25153 1703 25646,'39'-22'-90,"-1"1"0,1 0 0,-1 0 1,1 2-1,-2 2-812,10 5 1,-1 2-4015,5-3 1,0 1 4550,-4 0 0,-4 1 0,14-3 0,-25 5 0</inkml:trace>
  <inkml:trace contextRef="#ctx0" brushRef="#br0" timeOffset="101207">26147 1174 26866,'-17'41'-16,"4"7"-396,11-15 0,3 2-3407,0 3 1,2 0 3818,-1-2 0,1-3 0,2 12 0,-2-20 0</inkml:trace>
  <inkml:trace contextRef="#ctx0" brushRef="#br0" timeOffset="101523">26581 1278 22503,'1'-9'3837,"-1"2"-3193,0 7-90,0 0-486,-44-15-12,26 43-17,-29 2-28,42 6 0,9 7-6,3-2 1,5 0-355,6 0 0,5-2 368,7-1 1,5-4-20,5-3 0,3-4 8,1-6 1,0-4 21,-3-5 1,-3-5 36,23-14-11,-24-21-11,-21-22-136,-17 18 0,-5-2 105,-4-4 0,-4-1-28,-13-10 0,-3 3-236,8 13 0,-2 3-327,-13-10 0,-2 7 577,-16 11 0,15 3 0,9 15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C218-458F-E8CC-1649-62EF63D12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6B78B-CA93-1EC1-BF0F-A34A3C581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35DF-F541-836A-41C1-9FEF865E3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30BB-5E1E-144A-89F6-1EF6BDF27AD0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0A913-D3B7-A506-A736-31BDEE8A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F23B5-BE51-070E-3E97-88BC9729F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D58F-2CA0-304C-8732-AD809D1A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76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EF70-F193-2D0D-D651-A8486B30B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6E96-9A9A-29B5-BCC7-124C5560A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0C77F-FC33-F4CE-50F2-591D1074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30BB-5E1E-144A-89F6-1EF6BDF27AD0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92E1-7963-A0DE-55AA-D456AC7A6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93E69-316A-B64D-541E-C9AAC57A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D58F-2CA0-304C-8732-AD809D1A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9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149C-73CC-8729-FCFB-84E95B26B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1888C-06B9-8444-26F7-5B7FA293F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012A-4B79-295D-16EA-10B46A6D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30BB-5E1E-144A-89F6-1EF6BDF27AD0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2868A-C071-C467-E459-B3949FBD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F92E2-2453-AF6E-FA29-5328BE4E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D58F-2CA0-304C-8732-AD809D1A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5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63427-70E1-D4A2-8909-1836AFF2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E3874-7713-9D6A-D3C3-C66D18BA4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8F17A-E4B8-05CB-6836-BDA739C4A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3E1D5-9C2C-55CD-8637-FE53868A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30BB-5E1E-144A-89F6-1EF6BDF27AD0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0E85A-A416-8F79-EB1E-E0298CD4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44661-1640-E72B-10FB-21FA71AD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D58F-2CA0-304C-8732-AD809D1A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EC4E-10D2-7EE9-9B1B-B690DF3D5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16592-898B-DEDA-BD3D-243840D7F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4414C-3AF1-B1FB-EDC8-B7E451AED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871F0-05CB-2B7E-CF81-0110FE4C2D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A90249-B998-0709-C6E9-FFD791D89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C0DB62-C977-D992-BD54-7639A964E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30BB-5E1E-144A-89F6-1EF6BDF27AD0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CFE4C-1B2F-A35A-E9E9-5DFE159A4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745C93-D3FA-97ED-90D1-26821501C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D58F-2CA0-304C-8732-AD809D1A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85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7ADFF-6342-5EEA-9960-7B90395A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CDB896-8B5E-510C-B006-48EA5C54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30BB-5E1E-144A-89F6-1EF6BDF27AD0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83E28-BDBF-6C39-7C09-2A2B6D5F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9B803-3949-9B0B-DF56-E41C8FF24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D58F-2CA0-304C-8732-AD809D1A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11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D1360-3DFE-EF8A-7143-697233A9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30BB-5E1E-144A-89F6-1EF6BDF27AD0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E0CA88-A1BF-C16B-3872-7DC59B250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06589-4130-3184-3499-11A83004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D58F-2CA0-304C-8732-AD809D1A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35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D30D-E19E-B902-60DF-51DD2220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52F2F-B857-8A82-938E-FA376D18A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D6D55-4993-4CB2-3789-8DC56A2C5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11C3D-B729-90B8-50DB-15167EB4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30BB-5E1E-144A-89F6-1EF6BDF27AD0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92BF2-C469-5D93-EE5C-B1D52FCA9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0DCB4-5E1C-512E-01DE-2B25C7A0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D58F-2CA0-304C-8732-AD809D1A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9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D653-6CB0-6354-6260-94725D175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7B597-EBA6-B637-FFA7-B346FDD6D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F825B-B712-F76C-7AA9-C25F0B7B7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DC607-AD43-7FC1-55B0-533D103E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30BB-5E1E-144A-89F6-1EF6BDF27AD0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1FCDB-E8F8-8278-CC17-2B936A5A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68A9B-02DA-BA3A-4B31-494EACFC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D58F-2CA0-304C-8732-AD809D1A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53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D7DB-C186-577D-A5CB-D1642029A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11F11-73BE-8BC9-D34F-31908B6B3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F0C38-0707-7840-B238-C30E93B0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30BB-5E1E-144A-89F6-1EF6BDF27AD0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56196-F682-1A87-FABE-2197F7EB4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69F26-0190-4F07-B6E8-B2CFF213D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D58F-2CA0-304C-8732-AD809D1A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73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B1AD56-4E1A-57F4-2883-4A6EA8FD4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8EBA7-313C-3D73-EA69-AD3DE052C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108A8-4630-A134-4F26-06232C2E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30BB-5E1E-144A-89F6-1EF6BDF27AD0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781D7-DC15-B12F-863F-EF5D124A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92A74-28E1-D826-805C-F5B852D30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9D58F-2CA0-304C-8732-AD809D1A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0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FBAF2F-CDBA-9C5A-2662-AAA052A1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F4BD1-7876-8146-855F-FA1BFEEC0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EDACC-BA5E-81BB-F89F-8D4165FFB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B30BB-5E1E-144A-89F6-1EF6BDF27AD0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AB7D4-D50C-FAAB-8468-C7BB552C3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73318-17EF-EAAE-8485-BA080E250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9D58F-2CA0-304C-8732-AD809D1A0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23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EA25D-A2A3-9194-0B50-0BC07B8ADA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86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14033FD-D022-5CEE-3C56-124BDF20C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FAF276A-E4D6-8D64-31E6-007FB39365C2}"/>
                  </a:ext>
                </a:extLst>
              </p14:cNvPr>
              <p14:cNvContentPartPr/>
              <p14:nvPr/>
            </p14:nvContentPartPr>
            <p14:xfrm>
              <a:off x="384120" y="459720"/>
              <a:ext cx="11726280" cy="6244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FAF276A-E4D6-8D64-31E6-007FB39365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760" y="450360"/>
                <a:ext cx="11745000" cy="626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911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048B5-77F2-936F-617B-59CE5261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01F704-D48D-CA7B-ADD4-EA0C145FA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6034B78-CEB7-22DE-7834-12DF37C36D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C3C70AF-F661-5F8E-A540-7044A2EA1D0D}"/>
                  </a:ext>
                </a:extLst>
              </p14:cNvPr>
              <p14:cNvContentPartPr/>
              <p14:nvPr/>
            </p14:nvContentPartPr>
            <p14:xfrm>
              <a:off x="13320" y="36720"/>
              <a:ext cx="11049480" cy="6821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C3C70AF-F661-5F8E-A540-7044A2EA1D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0" y="27360"/>
                <a:ext cx="11068200" cy="684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3262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7C2FE-0808-2E68-746C-776AF501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D9A75B-99C2-D917-7EDA-5254B507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916E8FB-4B1C-B802-F8AB-3C5B6524AE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148D8D6-C4B7-AB10-E459-54C151B6D5D9}"/>
                  </a:ext>
                </a:extLst>
              </p14:cNvPr>
              <p14:cNvContentPartPr/>
              <p14:nvPr/>
            </p14:nvContentPartPr>
            <p14:xfrm>
              <a:off x="1062360" y="321840"/>
              <a:ext cx="8750520" cy="5414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148D8D6-C4B7-AB10-E459-54C151B6D5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3000" y="312480"/>
                <a:ext cx="8769240" cy="54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6124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B04B34-5671-EFD8-C8B2-02BECED7C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B8BF3B-AEED-78AB-F673-0528B84B9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324B0B06-70C8-C9B1-C2F9-9F8413FAB3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31D2C8-9E30-9B8F-7114-FC34A4B9CB6A}"/>
                  </a:ext>
                </a:extLst>
              </p14:cNvPr>
              <p14:cNvContentPartPr/>
              <p14:nvPr/>
            </p14:nvContentPartPr>
            <p14:xfrm>
              <a:off x="389880" y="316800"/>
              <a:ext cx="10884960" cy="5369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31D2C8-9E30-9B8F-7114-FC34A4B9CB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520" y="307440"/>
                <a:ext cx="10903680" cy="538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0904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73918-F389-D2B4-D788-B85E64B61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567F96-04BE-1CC3-7ED4-891A51073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910C5261-7546-2249-0739-1EBCE98134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266ACE6-8D79-CF3F-41B3-85750AC8233F}"/>
                  </a:ext>
                </a:extLst>
              </p14:cNvPr>
              <p14:cNvContentPartPr/>
              <p14:nvPr/>
            </p14:nvContentPartPr>
            <p14:xfrm>
              <a:off x="288720" y="536760"/>
              <a:ext cx="11845800" cy="5979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266ACE6-8D79-CF3F-41B3-85750AC823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360" y="527400"/>
                <a:ext cx="11864520" cy="599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0888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89CB6-A2A1-4D7D-A9CD-BDE6A806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BABA12-30ED-44FB-207D-A9600AE6F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4C178404-15C9-C165-C000-5A4C3A144C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AB7AE6-2979-DBBB-F0DF-79D8D3F6628D}"/>
                  </a:ext>
                </a:extLst>
              </p14:cNvPr>
              <p14:cNvContentPartPr/>
              <p14:nvPr/>
            </p14:nvContentPartPr>
            <p14:xfrm>
              <a:off x="309600" y="115560"/>
              <a:ext cx="9396720" cy="6552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AB7AE6-2979-DBBB-F0DF-79D8D3F662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240" y="106200"/>
                <a:ext cx="9415440" cy="657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0055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2025-12-17T09:16:31Z</dcterms:created>
  <dcterms:modified xsi:type="dcterms:W3CDTF">2025-12-17T10:53:59Z</dcterms:modified>
</cp:coreProperties>
</file>