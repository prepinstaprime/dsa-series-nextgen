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9:57:38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3796 3040 21142,'-10'-56'1036,"1"1"0,0 3 1,-2 6-601,-8-2-122,-2 10-140,-2 11-90,-3 13-62,-6 15-39,-9 18 22,15-1 1,1 4-305,-5 6 0,2 3 302,-1 4 0,2 1-12,3 1 1,3 0-1,5-1 1,4-1-61,1 27 41,22-11 11,17-12 6,21-17 0,14-17-213,-27-10 0,-1-5 252,1-4 0,-2-3 28,-3-5 0,-2-2 28,-6-2 0,-4-2-48,-4-1 0,-3-2 160,1-29 51,-9 1 83,-8 7-39,-6 11 491,-4 14-631,0 12-82,5 9-136,2 6 560,4 13-482,-2 14 120,-3 22-128,3-17 0,-1 2-12,0 4 1,0 2-268,1 1 1,2 1 255,0-1 0,4 0 3,3-3 1,4-2 4,3-3 1,3-4-5,23 18 16,9-17 16,5-15 1,1-22 11,2-16 3,-29 4 0,-1-4-9,-2-3 1,-2-2-171,-4-1 0,-2-2 176,-3 1 0,-3-1 50,1-28 23,-11 5-17,-8 8-6,-7 9-5,0 8 516,2 9-544,7 7-34,4 6-33,5 1 336,5 3-336,7 1-6,10 4 16,3 7 1,2 8-11,-4 5 22,-4 3 11,-4 0 0,1 2-11,0-1-11,4 1 11,1 1 0,-1 0-6,-1 0 12,-5-1 5,-4-2-11,-2-3-5,-3-3 10,1-7-16,-1-6 22,4-3 12,4-10-7,9-6-16,8-11 23,4-7 16,-2-1-5,-7-2-1,-11 2 12,-7-2 11,-9 1-6,-4 2 18,-6-3-46,3 13 17,-3 0-11,7 12 6,0 1-34,2 5 11,0 1-17,1 2-117,-1 0 78,2 3 34,5 5 17,1 0-6,15 7-11,7-2 22,11 1-17,7-1 1,-2-4 27,-8-3 0,-10-3 18,-10-2 4,-4-8-16,0-6-11,9-15 34,-2 0-18,0 0 18,-5 4-1,-6 10 12,0 0-62,-5 8-23,-1 13 29,-2 3 5,0 23-5,-2 9-1,0-11 1,-1 2-26,0 4 1,0 3-499,2 16 0,0 0-375,2-17 0,2 1 893,9 25 0,2-7 0,-3-22 0,10 13 0</inkml:trace>
  <inkml:trace contextRef="#ctx0" brushRef="#br0" timeOffset="243">5390 2883 25674,'57'-4'-1639,"1"0"1,-15 0-1,-4 1 1,4 3 0,-31 0-1</inkml:trace>
  <inkml:trace contextRef="#ctx0" brushRef="#br0" timeOffset="383">5544 3249 22904,'49'-11'0,"-1"-1"0,-9 2 0,0 1 0</inkml:trace>
  <inkml:trace contextRef="#ctx0" brushRef="#br0" timeOffset="2758">6298 1270 22403,'0'-7'2068,"-17"-28"1,-5-6-2285,0 9 51,-1-9 0,0 3 92,0 18-49,1 18 225,-4 17 223,-7 24-659,16-9 1,2 3-54,1-4 1,2 1 350,-2 11 0,3 3-9,4 2 0,4 0-19,2 1 0,4-1-51,5 4 1,7-4-94,8-15 1,4-5-323,24 9 498,-10-22 1,2-6 85,-4-6 0,1-4 113,9-3 1,1-5-164,4-9 1,-2-5 16,-11 0 1,-4-3-9,-3 2 0,-4-3 47,-7 1 1,-5 0 290,0-16-225,-1-7 78,-17 8-397,-10 19 243,-14 10-40,2 17 554,-13 14-565,-3 22-5,5 7-153,18-17 1,2 2 141,6 22-7,9-14-89,26 9 34,10-26 64,-8-8 0,2-4 14,32-9 56,-3-17-17,-18-4 45,-7-18 106,-17-13-22,-5-3 46,-12-9 10,-10 16-118,-3 14 85,-3 2-23,2 16-252,2 3 247,3 9-225,6 15 68,0 13-17,2 3-57,5 20-245,9 9-175,7-1-21,-8-24 1,3-3-410,14 7 537,-6-15-291,14-19 560,-10-18 145,14-17 57,-6-11-1057,0-5 1102,-9 11 249,6-9-31,-18 24 11,4-2-348,-13 18 1,-2 9 11,-3 4 1184,7 13-1145,-1 6 114,6 20-136,-1-2-34,3 8 0,-2-15-11,-3-11 28,3-5 213,-6-15 50,5-5-101,2-13-111,4-9-34,5-7 5,0 2-56,-1 5 1,1 7-6,0 7-12,1 10 18,-6 2-7,6 12 7,-7 3 27,7 17-22,-6-4 6,-1 4-6,-8-17 11,0-6-123,3-9-9719,22-16 8911,-12 5 0,7-9 1,-23 12-1</inkml:trace>
  <inkml:trace contextRef="#ctx0" brushRef="#br0" timeOffset="4001">6761 1429 19421,'4'-44'1172,"0"0"1,-1 3 0,0 8-1122,-3 13 921,-5-1-596,-2 11-217,-6 0-153,-3 5-39,-6 13-287,-8 8 353,-7 17 1,-4 11-23,22-17 0,1 2-3,2 0 1,2 2-106,3 0 0,3 1 109,-1 29-29,10-3-6,9-7-10,8-8 5,10-10 50,6-10 85,10-13 38,4-12 6,4-15-233,-2-12 278,-5-11 33,-9-7 2,-11-4-41,-13-3-16,-9-1-1,-12 4-16,-8 4 132,-8 9-250,-3 9 1,-2 8-29,5 11-84,3 6-17,1 14 307,-4 12-189,-4 19-22,-2 14-206,16-25 1,1 2 199,2-1 0,3 1-45,-2 26-16,11-9 16,14-9 17,12-12 56,13-12 5,9-14-10,6-17 38,2-14-25,-29 9 1,-3-3-1,-1-2 1,-4-1 69,8-32 1,-15-2-176,-18 1 248,-12 5-78,-14 8-62,-8 9-17,-3 10 367,4 8-450,8 9-124,12 5-274,9 12-1569,6 12-7803,7 14 8859,0-5 1,3-7-1,-4-15 1</inkml:trace>
  <inkml:trace contextRef="#ctx0" brushRef="#br0" timeOffset="6143">7903 1519 23439,'21'-37'716,"0"0"0,-1 0 1,8-13-1,-8 7-464,-20 13 310,-11 8-952,0 7 450,-21 5-62,6 11-64,-12 6-632,11 9 652,10 9-292,8 6 134,9-4 142,16 19 61,7-10-234,-4-9 0,2 0 158,2-3 0,-1-2-13,15 13-123,-2-3-179,-16-10-9439,-4 38 9571,-15-28 1,2 18-1,-11-40 1</inkml:trace>
  <inkml:trace contextRef="#ctx0" brushRef="#br0" timeOffset="6326">7862 1359 23254,'13'22'50,"-13"8"1,-6 4-564,-3 1 1,-2 1-3383,-2 18 1,1 0 3922,5-12 1,2-4-1,0 12 1,4-22 0</inkml:trace>
  <inkml:trace contextRef="#ctx0" brushRef="#br0" timeOffset="6560">8400 1130 21276,'5'-59'1288,"-1"0"0,0 8 1,-1 8-964,-5 12-325,0 19-33,-2 21 66,0 25-25,2-3 1,0 3-397,0 10 0,-1 4 402,2 8 0,0 3-445,0-16 0,0 1 0,1 1 236,0 2 1,0 1 0,2 0-402,0 1 1,1-1 0,1 0-1125,1-3 1,0 0-1,3-1 1720,7 17 0,1-6 0,-7-23 0,0-3 0,10 13 0</inkml:trace>
  <inkml:trace contextRef="#ctx0" brushRef="#br0" timeOffset="7550">8302 1638 23172,'-33'-43'321,"1"0"1,2 6-1,14 6-445,47 9-1,7 9 0,5 2-74,4-2 0,3 2-619,-7 2 0,3 0 0,-2 2 351,14-2 1,-1 2-270,-3 1 0,-3 0-15,-6 0 0,-3 0 857,16-4 197,-27-1 767,-34 0 218,-20 1 135,-15 1-180,-1 1 695,8 0-1188,10 0-251,10 2-331,6 1-162,7 3-6,12 3 22,16 9-22,18 10-11,-18-5 0,0 3-116,2 5 1,-1 2 98,-3 4 0,-2 4-267,-5 3 0,-5 2 216,-5 3 1,-6 0 35,-8-1 1,-5-1 53,-5-5 1,-4-3 72,-28 14 23,-1-22 16,6-19-6,12-18-27,13-13 158,15-11-248,18-6-11,16-1-17,-8 23 0,3 1-105,5 0 1,3 3 65,5 0 0,3 3-65,5 0 0,1 2-580,4 1 0,0 1 563,0 2 1,1 0 25,-5 1 0,-1 1 0,-9 1 0,-2 1 218,13-3-5,-30 1-34,-31 0 654,-19-3-469,-15 0-6,-2 1-15,3 2 1121,4 4-1279,5 7 202,6 7-253,5 10 1,6 9-1,7 9-11,5 3 5,10 3 18,6-4-12,13-5 17,8-9 28,7-11 6,6-13 10,2-13 24,-2-12-12,-4-10 11,-8-6 50,-10-3 51,-8 1 28,-8 6 12,-5 6-57,-4 12-134,-1 7-68,-1 8 23,-2 12 0,-1 12 11,1 15-5,1 8-45,11 6-79,9 0-123,12-4-117,9-8 11,4-14 50,8-20 263,-16-11 34,8-20 51,-20-7 38,1-11 18,-8-3 55,-7 2 73,-5 5 1,-1 8-57,-1 8-78,-1 9-124,0 7-10,0 10 49,1 10 1,0 13-90,1 11-302,4 8-897,5 4-2839,5-2 3263,8-4 0,-11-19 0,1-8 0</inkml:trace>
  <inkml:trace contextRef="#ctx0" brushRef="#br0" timeOffset="7744">10206 1201 23198,'-17'2'-419,"19"34"0,9-14 0,9 19 1</inkml:trace>
  <inkml:trace contextRef="#ctx0" brushRef="#br0" timeOffset="8316">10479 1494 26413,'23'-27'67,"-6"23"-61,-18 67 5,1-26 0,0 1-8,4 2 0,2 0 5,4 6 0,2-1-1138,1-11 1,0-2 1140,14 24 839,-7-30-620,-7-21 288,3-17-434,6-36-48,-11 17 1,0-2-410,5-11 0,-1-1 381,-4 13 1,0 0-9,4-5 0,2 1 915,12-13-898,-11 22 0,1 2-45,26-11 34,-7 18 16,-1 12 0,2 20-5,-4 15-17,-12-8 0,0 4-6,1 4 1,-1 2 2,4 12 0,-2 0 271,-8-13 0,0 0-260,6 12 1,-2-2-9,5 6-28,5 1 275,3-19-230,-5-28-6,-1-12 18,4-33-9,-4-11-876,-7 3 0,-1-4 856,-4 4 0,-2-2 7,-3 11 1,-2-2-1,-1 2-429,-1-12 0,-1 4 425,-2 12 0,-2 2 36,-1-2 0,-2 3-11,-9-10 69,-7-7-84,0 25 1531,2 9-1555,9 20 1091,4 15-1085,1 15 5,3 5 0,2 4 0,3 2 0,1 2-1120,7 15 0,2 0 1083,-3-16 1,3 0-169,9 13 1,3 0-623,-4-11 1,2-1-1294,-2-3 1,1 2 0,-1-3 2119,2 3 0,-1-4 0,-4-5 0,-4-5 0,-6-10 0</inkml:trace>
  <inkml:trace contextRef="#ctx0" brushRef="#br0" timeOffset="8483">11373 1511 25096,'46'-42'-1020,"0"0"1,3 4 0,2 10 1019,-6 22 0,-1 6 0,14-2 0,-23 2 0</inkml:trace>
  <inkml:trace contextRef="#ctx0" brushRef="#br0" timeOffset="8699">12610 1282 32111,'-11'0'574,"2"0"-681,9 0-845,0 0-920,59-36-1803,0 36 3101,0-12 1,0 2-1,-3 21 1,-8 1-1</inkml:trace>
  <inkml:trace contextRef="#ctx0" brushRef="#br0" timeOffset="8849">12763 1643 24365,'-7'1'2640,"2"-1"-2378,5 0-243,0 0-486,67-32-2825,-37 26 1,3 1 2440,21-13 1,-1 1-1,1 14 1,-25 2 0</inkml:trace>
  <inkml:trace contextRef="#ctx0" brushRef="#br0" timeOffset="9799">14454 1380 31403,'-17'-15'-2375,"5"25"1981,13 25 1,7 11-1682,-4 0 1,1 2 1367,-1 6 1,1-3 0,0 7-1,-1-7 1</inkml:trace>
  <inkml:trace contextRef="#ctx0" brushRef="#br0" timeOffset="10110">14949 1438 24389,'-5'-39'257,"0"0"1,-5-19-223,3 65-87,-10 35 0,4 7 27,4-12 0,0 3-217,4-3 0,2 0 228,3-1 1,4-2-52,3-2 0,4-2 272,20 18-158,11-19 119,3-18 104,-1-23 139,-4-17-77,-9-18 44,-10-13-241,-16 27 1,-3 0-139,-5-2 0,-3 0 35,-4 1 0,-2 1-76,-5 2 0,-2 1-315,0 5 0,-3 2 299,-21-11 0,19 16 0,5 10 0</inkml:trace>
  <inkml:trace contextRef="#ctx0" brushRef="#br0" timeOffset="11260">14248 1562 17965,'0'-5'5798,"0"1"-5193,13-31 0,3-7-164,-6 14 8,8-18 0,-1 0 34,-10 24-284,0 0 25,-3 9-1087,-2 7 624,-1 5-173,-1 6 26,0 9-6,1 12 199,0 25 197,0 1-28,0 1 39,0-1-19,2-14 33,5 12-26,-1-17 98,1-6 244,-4-18-165,-3-6 38,0-9-98,-1-8 22,-3-22-87,0-6-6,-3-16-22,2 15 26,2-14 42,2 4-44,4 4-59,0 8-36,1 26 16,-1 11 72,5 19-44,-3-1 5,8 44-5,-6-6-9,-3-12 1,-1 1 19,0 17-3,-3-22 1,-1-1-20,1 18 11,0-18 0,1-2 47,1 9 173,1-11-26,-2-31-117,1-10-17,0-23 5,3-26-33,-4 24 1,0-2-371,0-9 1,0-2 336,-2 5 0,0 2-3,0 8 1,-1 2 0,-2-32 32,-1 30-101,-1 9 41,-1 25 5,-1 29-53,0 5-748,3 0 1,0 1 826,1 20 0,1-8 0,2-19 0</inkml:trace>
  <inkml:trace contextRef="#ctx0" brushRef="#br0" timeOffset="12593">13275 1599 32767,'5'-52'0,"1"0"0,-1 5 0,0 7 0,1 14 0,-1 10-184,-2 8-319,-1 11-292,2 13 232,-1 16-1189,1 17 1243,-3 14 72,-3-28 0,0 1 315,-1 0 1,-1 1-31,0-2 1,-1-1 128,-1 25 447,2-15 134,2-19-54,2-17-217,7-19 256,6-17-129,9-17 12,5-12-311,-13 27 1,1-1-133,-1 1 0,0 0 27,13-24 112,-3 12 542,-4 13-874,-2 11-150,-1 10-308,4 11-4,6 9 210,7 10-195,7 9-435,4 4-974,-1 3-3019,-4-1 4997,-6-2 0,-17-17 1,-6-5-1</inkml:trace>
  <inkml:trace contextRef="#ctx0" brushRef="#br0" timeOffset="13109">13797 1495 23145,'51'-35'-206,"-1"0"1,-3 2-1,-4 10-567,5 25-534,-10 9-735,-15 12 583,-17 8 1083,-20 4 480,-13 1 186,-10-2 472,-5-4 347,3-4 122,5-5-59,8-6-212,11-6-235,6-3 120,6-4-637,21-9-50,6-3-20,20-9 0,-3-1-55,-4-2 35,-10-1-45,-13-3-61,-12-5-2,-13-5 5,-9-5 155,-7 1 202,-1 4 31,2 7-42,8 9-128,6 8-170,6 5-92,4 6 1,5 7 23,6 8 21,8 14 1,7 13-106,1 11-396,-13-21 1,-1 1-684,-2 4 0,-3 2 593,-2 7 1,-2-2-1,-1 5 1,-4-2 0</inkml:trace>
  <inkml:trace contextRef="#ctx0" brushRef="#br0" timeOffset="16216">14527 1563 23508,'-52'9'1174,"-1"1"0,0-1 1,1 0-1,-4 1 0,0-1 1,0 0-1,2 0-828,-8 2 0,2-1 1,-4 0-347,11-2 0,-4-1 0,-1 1 0,1 0 0,5-2 0,-9 2 0,5-2 0,-3 1 0,1 0 0,-4 0 0,1 0 0,5-1 0,5-1 0,5 0 0,2-1 0,-6 2 0,6-3 0,0-4 0,62-16 0,18 2 0,12 0 0,-2 1 0,6-1 0,2 0 0,-4 2 0,2 0 0,2 1 0,2 0 0,-7 2 0,1 0 0,1 0 0,1 1 0,0 0 0,4 0 0,2 0 0,0 1 0,-2 1 0,-1 0 0,3 0 0,-3 0 0,1 1 0,3 1 0,-7 1 0,5 1 0,0 0 0,1 0 0,-3 2 0,-4-1-53,3 2 1,-5 0-1,-1 1 1,4-1-209,0 1 0,3 0 0,0 0 0,-2 1 0,-5 1-187,2 1 0,-5 2 0,-6 1 313,-2 3 0,-11 3-881,-14 7 765,-48-2 0,-17-2 309,18-6 1,-4-1 103,-11 2 1,-11 1-1,-3-1 1,4 0-109,12-4 1,2-1-1,0-1 1,-3 1-187,-7 1 0,-3 0 0,-3 0 1,2-1-1,4 0 209,3-1 0,4-1 0,-1 0 0,-3 0 29,-6-1 0,-4-1 0,-1 1 0,1-2 0,5 0 68,6 0 1,4-1-1,0-1 1,-3 1-100,-1-1 1,-3 0 0,0 0-1,1-1 1,5 0-304,-7-2 0,5-1 0,5-2-12,-5-3 0,10-5 754,9-16-1770,61-8 1145,7 15 0,10 2 301,-5 4 1,4 1-1,2 1-396,9-3 0,3 0 0,2 2 15,-10 2 0,0 2 0,2-1 1,0 1 28,4 0 1,0 0-1,1 1 1,0 0-59,-1 0 1,2 2 0,-2-1 0,1 2-136,-3 0 0,-1 0 1,0 1-1,-2 1 333,10-2 1,-2 2 0,-3 1-614,9-1 0,-7 2-447,4 0 1486,-74 12-893,-23 0 0,-14 0 183,0 1 1,-5 1 0,-3 1 73,4-1 0,-3 0 1,-1 0-1,-2 1 147,5-1 0,-1 0 0,-2 1 0,0-1 1,0 1 3,-5 0 1,-1 1 0,-1-1-1,0 1 1,0 0-79,9-2 0,0 1 1,0-1-1,-1 1 1,1-1-1,0 0 82,-9 2 0,-1 0 1,1 0-1,1 0 1,1 0 107,5-1 0,1 0 1,0-1-1,2 1 1,2-1 126,-3 2 1,2-1-1,2 0 1,3-1 231,-20 5 1,14-2 319,19-1 39,94-25-528,-18 4 0,8-2 0,3 0-452,-1 0 1,4-1-1,3 0 1,1 0 278,-5 1 1,1 0 0,2 0 0,1 0 0,0 0-86,-6 2 0,1 0 0,0 0 0,1 0 0,0 0 0,0 0-56,1 1 0,1-1 1,-1 0-1,1 1 1,0 0-1,-1 0-53,0 1 1,0 0-1,-1 0 1,1 0-1,-1 0 1,0 1-732,9 0 0,0 0 0,-1 0 1,0 1-1,-3 0 715,5 0 0,-1 1 0,-3 1 0,-4 0 0,-4 1 0,-3 0 1,-6 1-1,-7 1 0,0 0 0</inkml:trace>
  <inkml:trace contextRef="#ctx0" brushRef="#br0" timeOffset="17699">17539 1778 24022,'1'-54'654,"1"-1"0,-1 6 1,0 3-492,1-7 14,-1 15-299,0 19 2,-1 12 59,0 21 21,0 16-107,-2 4 0,-1 3 160,-1 18-4,-1 1 1,0 0-533,0-4 530,0-5 0,1 2 7,-2 10-13,2-12 70,1-9 328,3-32-290,0-7-51,2-21-7,3-17 17,3-23-17,-4 15 1,0-3-825,0 5 1,-2 1 776,1-1 0,-1 2 40,0 3 0,-1 4 499,0-9-514,1 4-83,-2 23 5,2 26 49,-1 9 6,4 27-18,-1 5 583,-1-17 0,-1 2-566,1 1 1,-1 1 8,-1 6 0,0-1-22,-1-8 0,0-1-54,-2 26-632,-4-19-6134,1-17 6023,0-4 1,3-8-1,2-7 1</inkml:trace>
  <inkml:trace contextRef="#ctx0" brushRef="#br0" timeOffset="18583">18295 1541 29167,'21'-49'-366,"-18"21"-299,-39 51 1022,8-4 1,-3 3-132,-7 4 1,-1 3-757,-1 0 0,0 2 638,-6 5 1,2-1-40,14-8 1,5-2 355,-9 15-199,23-10 21,29-12-788,25-7 433,-10-8 0,2-1-328,8-1 0,2-2 370,4 0 0,1-1-61,0 0 1,0 0-391,-1-1 1,-1 0-2805,-2 0 1,-1 1 2966,-6 0 1,-4 0-1,10 0 1,-20 1 0</inkml:trace>
  <inkml:trace contextRef="#ctx0" brushRef="#br0" timeOffset="20526">17474 1687 23801,'6'-52'264,"0"1"0,1 7 0,-7 10-794,-13 20 181,1 13 301,-10 10 171,-3 13 74,-12 16 54,15-12 0,1 3-256,-1 3 1,1 1 333,2 3 0,1 1-293,4 1 0,2 1 199,3-2 1,4 0-78,2-3 0,4 0 70,10 22 29,19-6-497,-4-21-50,20-6 282,-6-19 272,12-13 35,-19-5 1,-2-5 2,-4-2 1,-3-2-40,0-1 0,-3-3 13,-4-3 1,-2-3-141,-6 2 1,-1-1 23,2-10 0,-1-1-92,-2-2 1,-2 1-192,0 2 0,-4 0-169,-4 0 0,-3 3-438,-4-9 87,-22 3 529,-2 34-278,-14 5 232,15 15 0,1 4 9,2 2 1,3 2-105,-2 2 1,3 3 281,0 6 1,4 1-8,4-2 0,2 3-19,-7 17 1,3 3-6,5-6 0,3 0-988,1 8 1,3-2 956,3 12 129,5-29 1,2-2-155,8 11 46,17 8-68,8-20 69,14-11 21,-13-21 29,12-16 35,-10-13-40,-14 8 0,-1-4 23,1-12 1,-2-4-337,-4 1 0,-3-1 337,1-11 0,-4 1-30,-5 16 0,-2 1 12,-1-6 0,-2 1-62,-4 6 1,-2 2 21,-2 1 1,-2 1 1753,-15-24-1802,-3 30 4,6 14 111,-5 10-141,6 14-482,-11 25-3048,6 12 3105,2 9 1,13-25 0,6-14 0</inkml:trace>
  <inkml:trace contextRef="#ctx0" brushRef="#br0" timeOffset="21126">19058 1872 15440,'5'-35'3593,"0"-1"1,0-12-3277,0 7 1,0-1 636,-4-4-55,-7 14-745,3 9-19,-5 6-132,3 18 79,-1 12-29,-3 15-22,-3 34-39,5-29 1,1 0-4,1 0 0,-1 2 10,-1 10 0,0-4-225,0 2 231,2-11 1,0-1 8,-2 6 274,5-20 47,-1-1-26,8-31-76,1-3 368,15-40-105,1 4-501,-5 12 0,1-1 238,1 6 1,1 1-17,-5 8 1,3 1 35,10-6 1,2 3 190,15 1-363,-12 11 0,1 3 242,25 10-267,0 19-119,-30 0 1,-2 5-170,-1 7 1,-5 4-501,-2 7 1,-5 3-3119,-3 7 1,-4 1 3154,-3-3 1,-2-2-1,-1 14 1,-3-25 0</inkml:trace>
  <inkml:trace contextRef="#ctx0" brushRef="#br0" timeOffset="21743">20434 1655 18503,'3'-5'5429,"-1"0"-3329,-2 5-1960,-7-28-321,-18 39 494,-16-12-197,11 22 1,-1 7-283,-3-1 1,2 0 265,0 0 1,2 0 134,5-2 1,2-1 149,-7 17-93,21-11-27,25-9-407,13-13 0,6-3-362,21 2-106,7-5 0,-3-1 0,-20-1 0,24 0 0</inkml:trace>
  <inkml:trace contextRef="#ctx0" brushRef="#br0" timeOffset="23160">20827 1745 27511,'38'-38'-803,"12"7"340,-9 25 0,3 5-2209,-1-2 0,1 2 2642,1 4 1,-3 1-1,5-1 1,-12 5 0</inkml:trace>
  <inkml:trace contextRef="#ctx0" brushRef="#br0" timeOffset="23326">20928 1993 28353,'48'-19'-1639,"-1"-1"1,1 0 0,-1 1 0,0 1 0,-4 3 1658,2 2 1,-4 3 0,14-3 0,-24 6 0</inkml:trace>
  <inkml:trace contextRef="#ctx0" brushRef="#br0" timeOffset="23543">21944 1583 23838,'0'-4'2772,"-1"1"-1755,1 3-580,-28-35-697,12 43 645,-31-3-197,29 35-275,4 3 1,2 1-377,4-2 168,3-1 0,2 2-1328,12 14-1322,-1-24 0,4 0 2943,8-3 1,1-4-1,2 3 1,3-11-1</inkml:trace>
  <inkml:trace contextRef="#ctx0" brushRef="#br0" timeOffset="23849">22311 1693 21645,'0'-7'4275,"0"1"-3560,0 6 26,0 0-431,-32-12-282,13 40 36,-24 4-41,30 12 1,8 6-155,-1-16 0,3-1 133,4 13 0,6-3-54,18 4-129,-5-20 1,4-2 0,2-6 0,3-6 118,6-5 1,0-7-121,12-5 66,8-24 219,-31-10 19,0-15-19,-17 22 0,-2-2 83,-6-7 1,-4 0-451,-4 6 1,-3 3 200,-15-26-50,-20 20-1044,6 20 1206,-15 3 1,27 8 0,5 6 0</inkml:trace>
  <inkml:trace contextRef="#ctx0" brushRef="#br0" timeOffset="28524">7275 2855 16213,'0'-3'4565,"0"1"-3703,0 2-312,-117 6-477,75 0-279,-4-2 0,-9 2 0,8 0 318,1 6-19,11-3 0,1-1 75,-18 3-6,5-3-95,26-5 6,10-2-45,8-1 487,1 1-554,1 6 337,-2 7-254,0 4 102,-9 20 22,-6 9-28,1-3 0,-3 4-45,2-3 0,-2 2-1215,-3 11 1,1-1 1135,8-19 1,1-1 8,2 5 1,4-1-88,7 13 67,5-22 1,5-1-298,12-2 1,6-4-3599,3-6 1,2-3 3482,6 0 0,-2-4 0,7-2 0,-18-7 0</inkml:trace>
  <inkml:trace contextRef="#ctx0" brushRef="#br0" timeOffset="34617">8133 3219 18644,'0'-7'4767,"0"2"-4308,-1-25 0,0-6 73,1 9-356,-1-12 1,1 2-20,1 21-146,0 9 12,0 11 22,2 17-6,-2 20-56,-2-10 0,-1 4-1256,-3 8 1,-1 1 1070,0-5 1,-1 1-1384,-4 16 0,0 0 1585,4-15 0,1-3 0,0-3 0,0-3 0,2 6 0</inkml:trace>
  <inkml:trace contextRef="#ctx0" brushRef="#br0" timeOffset="34884">8820 3523 26351,'-35'7'-509,"1"20"-293,24 31 802,-4 0 0,-1-4 0,6-16 0,-1-3 0,0 0 0</inkml:trace>
  <inkml:trace contextRef="#ctx0" brushRef="#br0" timeOffset="35517">9648 3324 24497,'8'-7'314,"-5"4"-118,-13 10-51,-10 2 23,-8 1 6,-6-5 6,-1-7-7,2-13-44,5-15-39,7-14-79,9-8-11,12 2 0,12 7-23,8 13 12,9 11-17,7 9 0,10 10 0,9 10-180,-25-1 0,0 4 186,-1 3 0,-1 5-4,-3 2 1,-4 3 0,-4 4 0,-6 3 11,-6 3 0,-7 3-491,-8 5 0,-7 1 499,-8 5 0,-6 0-424,7-15 1,-3 0 0,-1-1 434,-1-1 1,-1-1-1,-1-1 20,-12 9 1,-1-5-101,7-8 0,2-6 226,-20 2 255,18-25-294,16-13 830,11-12-875,9-7 1418,12 0-1474,11 0 329,12 4-345,8 8-35,7 9-16,3 13-162,6 12-247,-28-2 0,0 1-1582,1 3 0,1 2 2047,1 1 0,-2 0 0,4 3 0,-6-2 0</inkml:trace>
  <inkml:trace contextRef="#ctx0" brushRef="#br0" timeOffset="35684">10216 3733 22767,'5'-7'3343,"-2"2"-2934,-3 5-314,0 0-313,-19 34-1552,9 1 1770,-2 3 0,1 0 0,5-4 0,3 2 0</inkml:trace>
  <inkml:trace contextRef="#ctx0" brushRef="#br0" timeOffset="37474">10893 3285 17843,'0'-4'3629,"0"0"-1293,0 4-2313,-1-10-23,1 7 44,-1-7 24,1 11 44,-1 0 123,0 0 151,0 1 57,-2-1-62,-3 0-101,-1-1-73,-2-6-44,1-9-107,3-3 28,2-19-34,11-10-28,5 1-33,11-2-11,4 21 11,-4 11-12,12 7-22,8 14 40,-6 3 5,-7 10 0,-3 4 0,-1 20-386,-11-9 1,-4 2 374,-8 17 2,-19-5 1,-7 3 2,-2-11 1,-4 1-417,1-2 1,-2 3 0,-1-3 410,-12 10 0,0-5 36,3-5 0,0-5-21,7-9 0,1-6 120,-14-3 21,16-26-22,14-16 614,10-15-676,16-6-44,12-1-11,18 8 842,12 12-851,-21 18 0,2 5-3,3 4 1,1 3-113,4 5 1,-1 4-404,2 4 0,-2 4-1647,0 5 0,-3 3 2168,-5-1 0,-4-1 0,7 10 0,-19-15 0</inkml:trace>
  <inkml:trace contextRef="#ctx0" brushRef="#br0" timeOffset="37667">11811 3661 26631,'-1'-42'232,"0"0"1,0-21-283,1 78-281,1 20-1713,-2 22 1482,-1-17 1,-1-2 0,1 8 0,-3-4 0</inkml:trace>
  <inkml:trace contextRef="#ctx0" brushRef="#br0" timeOffset="38741">12277 3245 16717,'1'-8'2879,"8"-33"0,2-6-2291,-3 14 45,5-24 0,-1 0-45,-6 25-123,0-6-224,-4 23-157,-2 9-50,-10 35-1,-2 11-16,1-4 0,-1 5-381,0 0 1,0 1 357,0 2 1,2 2 16,1 0 0,3-1-14,3-3 1,3-2-49,4-4 0,4-4 68,15 12 50,11-22 28,6-26-11,6-22-37,-20 3 1,0-3-278,1-4 0,0-3 325,-1-3 1,0-1 13,-2 0 0,-2 1-17,-1 1 1,-3 2 91,10-22 653,-10 18-770,-9 17 35,-6 19-96,-2 22-6,-1 19-11,0 19-193,0-22 1,0 1 150,0 4 0,0 3-487,-1 3 1,2 2-1640,0 5 0,1 0 1781,-1-6 0,1-3 1,2 16-1,-1-30 1</inkml:trace>
  <inkml:trace contextRef="#ctx0" brushRef="#br0" timeOffset="38941">13180 3568 23999,'-2'-3'2173,"0"1"-1994,2 2-319,-40 84-2911,25-23 3051,0-14 0,-1 7 0,3-8 0,8 8 0,3-2 0</inkml:trace>
  <inkml:trace contextRef="#ctx0" brushRef="#br0" timeOffset="39841">14015 3310 12813,'-8'-4'5427,"2"1"-2822,6 3 50,0 0-1904,-12-64-236,9 33-286,-3-13 1,1 0-152,7 18 41,7-6-63,5 15-45,8-2-11,10 4-11,18 7-1,-13 6-16,19 14 6,-20 13-7,5 16 9,-24-10 1,-4 4 5,-7-2 0,-3-1 8,-2 1 1,-5-1 2,-8 1 0,-4-2 15,-19 17-155,13-20 1,-1-1 156,0-3 0,0-2 71,-23 14-24,13-15-16,6-8 78,9-10 34,8-9 17,0-3-1,6-14 185,9 0-358,3-1 11,19 2 6,7 5-6,17 1-28,-13 11 0,2 3 20,-5 4 0,0 2-3,0 0 0,-2 2-23,22 20-16,-26 0 0,-9 21 0,-29-4-12,-26 9 18,-5-19-12,9-15 0,-3-3-731,-24 5 327,22-9 1,-3-3-3294,-3-3 1,0-2 3741,-16-5 0,13-1 0,30-2 0</inkml:trace>
  <inkml:trace contextRef="#ctx0" brushRef="#br0" timeOffset="40051">14938 3506 23220,'0'4'280,"-2"24"0,-1 8-291,-5 0-261,4 2 1,-3 1 271,-15 15 0,14-35 0,-7 9 0</inkml:trace>
  <inkml:trace contextRef="#ctx0" brushRef="#br0" timeOffset="42684">15728 3154 21528,'-19'-2'712,"-4"4"-348,-3 9 34,-11 2-40,-8-2-95,-6-4-55,-4-3 27,3-5-95,13 0 308,1-6-191,22 3-61,-1-3-100,13 4-74,3 1-151,1 2 146,3 12-6,0 7 17,1 19-5,-5 8-7,-2-4-5,-3-7 1,-1 1-23,-4 12 13,3-14 1,1 0-3,-3 10 17,5-7 5,3-13 136,1-10 49,1-9 773,0-5-610,1-7-242,1-8-55,4-10-6,5-8-44,5-1-23,5 0-6,8 4-11,7 5 12,11 6-18,8 9-5,-23 10 0,0 3-165,1 3 1,0 4 164,-2 3 0,-2 4-34,16 24 0,-21 10 29,-18-8-77,-17-8 1,-7 1-98,-1-12 0,-3 0-545,-11 11 1,-3-1-156,2-8 0,0-3-1558,0-4 0,2-1 2465,-19 6 0,21-13 0,16-7 0</inkml:trace>
  <inkml:trace contextRef="#ctx0" brushRef="#br0" timeOffset="42891">15777 3163 17904,'3'-2'3983,"0"0"-3087,-3 2-761,60-23-102,-33 17-176,12-6 1,-1 2-5622,-6 14 5764,-4-1 0,-10 2 0,-8-3 0</inkml:trace>
  <inkml:trace contextRef="#ctx0" brushRef="#br0" timeOffset="43317">16551 3045 26838,'36'-30'18,"1"1"1,-3 2 0,-2 6-7,14 15-1,-10 3-6,-6 5 1,-7 1-12,-5 4 1,-2 5 22,0 7-23,1 8 40,5 14-12,4 15-33,-11-22 0,2 3-344,1 5 1,1 1 351,2 3 0,-1 1-436,1 1 0,-1 1 430,-2-1 1,-4 1 11,-3-4 0,-6-1-247,-8-3 0,-6-1 244,-7-2 0,-6-3 2,-8-1 1,-4-3-48,-4 0 1,-2-2-608,-1-2 1,-2-2-1080,0-1 0,1-2 1731,5-5 0,4-1 0,-10 2 0,20-9 0</inkml:trace>
  <inkml:trace contextRef="#ctx0" brushRef="#br0" timeOffset="50791">14406 2945 22968,'-32'2'117,"-1"-1"1,-1 4 0,2 5 8,-3 16 0,3 5-463,7-9 1,1 0 425,-14 15 1,1 2-378,11-10 1,2 1 351,-7 7 0,2 2-19,4-2 0,4 1 153,4-4 0,5 1-140,5 4 1,5-1-14,5 11-6,6-15 1,5-3 32,17 5-275,16 5 254,9-10 22,3-12 33,0-10 28,-3-10 18,-9-9 358,-8-11-319,-10-7 84,-9-15-197,-10 14 803,-11-15-797,-12 16-22,-11-8-1,-9-2-16,-8 1-2,-4 6-32,-4 8-22,-5 12-237,-6 14 248,27 3 0,-1 5-23,-5 6 1,2 3-6,9-2 0,1 1-5,-16 16-23,28-8 28,12-10-11,9 0 44,22-6 18,14-10-29,6-4 11,-16-4 1,-1-1 11,19-8-6,9-6-5,-10 1 16,-5 2-5,-18 7 0,1 1-17,-13 8 541,5 0-564,9 8 23,-1 3 28,7 8-16,-11-3-12,0 7-6,-9-1 28,-3 13-5,-9-9-6,-28 23-11,3-23 0,-5-1 0,-2 1 23,-19 4-4,11-9 1,0-1-9,-13 3 36,15-9 1,2-4-3,9-5 45,-16-8-29,18-12-33,-5-17-16,6-20-7,13 13 1,3-2-9,1 12 0,3 0 0,2-15 1,3 1-4,10-10 0,2 13 1,5 0-519,-2 8 0,4 1 518,4-4 1,3 2-4,-2 9 1,-1 2-126,16-11 122,4 1 24,-13 12-1,-6 4 17,-8 7-17,-16 8-67,-2 4 34,-15 15 1048,-3 6-1031,-18 19-1,-1 8 12,5-8-6,11-13 0,-1 2 0,-1 1 0,0 1-218,-1 1 1,-1 2 217,-3 4 0,0 0 3,7-6 0,2-3-3,-9 18-142,5 5 103,11-12 28,2 10 5,17 3 6,10-14-5,20-4-7,-4-17 12,-1-11 0,2-3 23,15-6-18,-13-1 1,0-4-17,17-14 50,-7-10-17,-15 4 96,-3-21-28,-19 11-6,-3-16-17,-17 12-22,-12 5-23,-2 9-22,-15 1-22,-15 11 5,-5 6 68,21 9 1,-1 5-55,6 3 0,1 2 129,-18 11-132,19-4 1,2 2-23,-1 5 0,-6 9-11,22-12-17,7-5-11,9-5 564,12-5-486,15-7-17,18-8 11,-17 1 1,1-1 0,23-9-9,-13 4 0,-1-1-3394,9-2 3397,8-3-11,-13 10-1,-19 6 12,10 5 12,-8 6-12,-5 2 16,8 14 12,-13-3 3376,2 12-3399,-12-3-10,-16 2 10,-17 4 6,-22 3-433,17-18 0,-3-2 447,-3 0 0,-1-1 9,3-4 0,-1-1 50,-23 1 11,15-14-28,17-18-39,11-22-28,14 8 0,4-3-426,4-9 0,3-3 437,5-6 1,3 0 4,3-1 1,2 1 16,1 2 1,1 2-26,-2 5 1,1 0-4,-2 6 1,1 1 5,-3 4 1,-1 3 10,9-14 609,2 6-626,-18 25-44,4-3 11,-12 16-263,1 15-2616,-3 8 3140,1 11 0,-2-11 0,0-9 1</inkml:trace>
  <inkml:trace contextRef="#ctx0" brushRef="#br0" timeOffset="60601">8061 4314 15221,'-51'-18'1761,"-1"-1"0,5 1 0,5 1-647,-2-9-357,9 4-175,9 6-246,9 6-381,10 5-39,7 4 118,17 4 27,23 4-39,-5-1 1,7 0-1069,5 0 0,7 0 1,-3-1 1048,8 1 0,2-1-3,-13-1 0,4 0 0,2 0 0,-4-1-556,5 0 0,-2-1 0,2 0 547,-2-1 1,2 1 0,2 0-1,1-1-22,1 0 0,1 0 1,1 0-1,3-1-27,-11-1 0,2 0 0,2-1 1,-1 1-1,-1-1 0,-3 1-376,7 0 1,-4-1 0,1 1 0,3-1 386,-7 0 0,4 0 1,1-1-1,0 1 1,-2-1-1,-4 0-11,5 1 1,-5-1 0,-1 0-1,3 0 9,9 0 0,2 0 0,0 0 0,-1-1-275,-6 1 1,0-1 0,-1 1 0,-2-1 37,-5 1 0,0 0 1,-2 0-1,-1 1-1091,7-1 0,0 0 0,-4 0 1377,9 0 0,-7 1 0,9 1 0,-33 1 0</inkml:trace>
  <inkml:trace contextRef="#ctx0" brushRef="#br0" timeOffset="61234">12715 4197 17378,'-61'0'767,"-1"0"1,-2 0-1,4 0-313,19 0 0,3 0-166,-2 0 0,2 0-2,-7 1-253,15 0 91,16 1 604,30 1-481,2-1-43,24 0 1,11-1-138,-1 0 0,3-1-803,-11 0 1,1 0-1,3 0 755,-3 0 1,3-1 0,1 0 0,0 1-2,12-1 1,0 0 0,6 1-15,-18 0 1,4-1 0,2 1-1,1 0 1,0 0 0,-1 0-537,4 1 1,0 0 0,0 0 0,0 0 0,2 0 519,-2 1 1,2-1 0,1 1 0,0-1 0,-3 1 0,-3 0-440,5 0 1,-3 0-1,-2 1 1,2 0 434,-3-1 0,1 1 1,2 0-1,-1 0 1,-1 0-217,-2 0 0,-1-1 0,1 1 1,-1 0-1,0 0 237,-1-1 1,-1 1 0,1 0-1,-1 0 1,1 0 10,0 0 0,1 0 0,0 0 0,-2 0 1,-4 0-8,9 0 0,-5 1 1,-4 0 1,6-1 0,-4 1 3,-2 2 0,-3-1 1163,13 5-1171,2 4 1750,-14-1-1985,-20-1 2301,-9-2-7052,-10-1 4980,-4-4 0,-1-1 0,-1-2 0</inkml:trace>
  <inkml:trace contextRef="#ctx0" brushRef="#br0" timeOffset="84224">3627 6760 22459,'2'38'554,"2"6"-420,13 13-1019,0 3 941,1-2 11,2-8 376,3-13-163,-2-15 404,1-12-157,-2-11-146,2-15-123,4-16-101,3-17-101,-14 20 0,1-2 94,-1-1 0,1 1-139,-1 1 1,0 1-12,16-23-73,1 10-187,3 11-278,4 13-577,6 13-1142,5 15-3215,4 11 4812,-23-4 1,-3 0 0,5 3 0,-4-1 0</inkml:trace>
  <inkml:trace contextRef="#ctx0" brushRef="#br0" timeOffset="84791">4715 6800 20867,'-17'-41'874,"1"1"0,1 3 0,-3 11-644,-9 21-96,-5 15-28,-3 13-33,1 16-17,2 11-22,9 5-6,10 0-11,12-6 11,14-9 16,13-10-16,14-13 28,6-12 90,1-15 39,-7-11 22,-10-11 56,-9-4 46,-8-1 16,-7 5-45,-3 7-124,-4 11-156,0 7-22,-2 11 33,-1 11-5,-2 11-1,3 11 12,5 7-22,10 2 5,11-2 0,15-8-23,13-12 18,11-15-295,-27-13 1,-1-5 310,0-4 1,-1-5-4,0-6 1,-3-4 7,-1-5 1,-3-3 14,-2-4 0,-3-2 11,-2-3 0,-4-3 11,-4-2 0,-2-2-489,-3-2 1,-3-1 524,-1 1 1,-1 0 36,-2 1 0,0 3-51,-1 6 1,0 2 237,-4-20-128,-1 27-168,1 20 509,0 26-509,-4 23-6,4-5 0,-1 4-17,-2 10 1,1 3-314,0 10 1,0 2 226,3-15 1,1 2-1,1 0-390,0 5 1,0 1-1,2 1 482,3 7 0,2 1 0,-1-5 0,-2-5 0,0-4 0,5-2 0,-1-1 0</inkml:trace>
  <inkml:trace contextRef="#ctx0" brushRef="#br0" timeOffset="85434">5665 7039 21359,'-5'-50'803,"1"1"1,-1-1 0,0-7 0,0 6-260,2-7 277,0 35-569,0 2-75,0 12-227,0 18 127,0 5-43,-2 28-29,0 11 3,2-17 1,1 3-9,1 13 0,2-1-152,0-16 1,1 0 148,3 11 0,4-3-2,12-2 27,8 0 34,3-20 56,-1-20 67,7-33-78,-6-11-318,-2-11 264,-16 22 1,-2 0 538,3-23-533,-6 17 1,-1-1-21,2-17 12,-4 8-34,-5 28-84,-1 13-106,0 5 98,3 10-1846,10 19 398,0-2 1529,19 28 0,-20-37 0,6 10 0</inkml:trace>
  <inkml:trace contextRef="#ctx0" brushRef="#br0" timeOffset="85767">6248 7096 21086,'-3'-2'3730,"1"0"-2413,2 2-1194,-9-12-78,14 9 16,8-9-21,35 1-52,-8 2 32,-7-5 0,-1-4 13,-4-8-10,5-6 49,-20 0 1,-14 6 73,-16-7-6,-7 11 61,-17 6-77,10 12 189,-17 13-190,18 3-27,-10 13-74,18 3-16,8 7-96,9 7-515,15 6-2408,19 0 2165,11-8 0,-10-16 0,-9-12 0</inkml:trace>
  <inkml:trace contextRef="#ctx0" brushRef="#br0" timeOffset="86233">7594 6927 25387,'-56'7'418,"0"0"1,9-1-1,9-1-244,17 1-118,22-1 17,17 3-23,27-1-39,-11-4 1,4-2-637,8-2 0,2-3 594,5-1 0,1-1 0,0-2 1,-1-2-272,-3 0 1,-2-1 301,-8 0 0,-2 0 50,15-12-16,-24 4-37,-26-11 65,-11 13 235,-36-23 33,1 13-657,11 7 1,-1-1 500,-10-6 1187,-4-8-1361,26 16 569,-2-2-569,17 13 146,3 6-146,21 24 0,7 8 0,-4 0 0,1 3 259,-1 3 1,-3 3-398,-3 7 1,-4 4-269,-7 4 0,-6 2-916,-7 4 0,-6-1 872,0-16 1,-3 0-1,2-4 1,0-3 0,1-4-1,-16 23 1</inkml:trace>
  <inkml:trace contextRef="#ctx0" brushRef="#br0" timeOffset="86674">9742 7002 21699,'2'-62'817,"0"1"1,-1-1 0,0 8 0,-2 1-1,-2 7-562,-2 9 0,-2 6 109,-10-13 418,2 19-765,6 13 165,5 19-176,2 18-23,3 24 6,1-13 0,0 3-571,1 9 1,0 2 155,0 9 1,1 2-943,-2-17 0,1 2 1,0 1 1367,0 7 0,2 1 0,-2-5 0,0-4 0,0-4 0,1-2 0,-1 1 0</inkml:trace>
  <inkml:trace contextRef="#ctx0" brushRef="#br0" timeOffset="87017">10576 7380 22452,'14'-46'499,"0"-1"1,0 1 0,-2 0 0,0 0-1,-1 1-345,1-10 0,-1 1-433,-2-5 0,0-1 320,-3 18 0,-1 0 0,0 0 12,2-20 1,-1 2-4,-1 4 1,-1 4 225,-1 9 0,-1 4-198,-5-14 484,-4 27-585,-7 19 490,-8 24-456,-7 26-11,12-10 0,1 5-1,-1 9 0,3 4-16,2 6 1,4 1-1,3 5 0,4 0-2,4-21 1,3 1-1,1-1-509,5 19 0,5 0 304,4-4 0,2-1-202,1-6 1,0-1-584,-1-6 1,-1-1-406,-3-8 0,-3-2-3716,4 13-3071,-20-21 8201,-19-22 0,6-4 0,-6-5 0</inkml:trace>
  <inkml:trace contextRef="#ctx0" brushRef="#br0" timeOffset="87508">10639 7392 20205,'-29'-34'1062,"0"-1"1,0 0 0,-10-11 0,12 4-771,28 8-231,9 8-50,15 7 1,6 2-57,-2 4 0,3 2-760,16-7 1,4 1 619,-2 3 0,0 1-45,2 0 1,1 1 27,-2 0 1,0 0 41,-4 1 1,-1-1 237,-5 1 0,-2-1-47,-5 2 0,-4-2 226,15-9 628,-20 2-375,-16 2 223,-13 3-184,-6 2 971,-5 4-1084,2 1 183,2 4-485,3 1-72,3 3-17,1 4-23,-2 5-5,-1 7 5,0 7-16,1 6-1,1 4-5,3 4 6,7 0-17,6-1 11,13-5 0,9-8 0,10-8 22,3-8 12,-2-8 11,-6-11 11,-9-8 5,-10-10 23,-9-6 6,-10-4-12,-12-1 17,-12 1-22,-10 4-17,-8 6-11,-7 5-45,16 11-45,-2 4-128,20 18-522,0 10-9136,9 28 8125,3-15 0,6 3 0,-2-28 0</inkml:trace>
  <inkml:trace contextRef="#ctx0" brushRef="#br0" timeOffset="88034">12594 7119 16751,'5'1'8732,"-2"0"-8177,-3-1 341,-7-73-224,2 38-432,-1-10 1,1 2 95,0 19-173,3 11-203,0 7 46,10 31 22,3 10-28,-2-4 0,1 3-9,-1 0 1,-1 0-1,0 9 1,-2-2 20,2 16-15,-5-23 0,-1-3 9,0-6 107,-1-4-113,2-25 0,4-21 0,2-6 0,8-26 0,3 2 0,0 13 0,3 0-313,-1 8 1,2 2 312,8-2 0,1 4 0,15 0 0,-14 19 0,0 5 0,26 13-168,-21 3 1,-2 9-16,1 21 1,-6 11-3033,-10 5 1,-8 5 3214,-6-14 0,-4 2 0,-2-3 0,-3-2 0,-3-4 0,-8 12 0</inkml:trace>
  <inkml:trace contextRef="#ctx0" brushRef="#br0" timeOffset="114932">3235 10446 18548,'-15'-56'1813,"1"0"0,0 8 0,0 6-1057,-10-4-476,4 24-319,6 17 22,4 24 45,4 31-28,3-7 0,0 7-728,1-5 1,1 2-1,0 3 698,0 9 0,0 3 1,0 2-725,2-9 1,0 2-1,0 0 1,0-2 641,0 7 0,0-1 0,0 5-330,0-8 1,0 6-1,0 2 1,-1 0-1,0-5-748,-2-3 0,-1-2 0,-1-1 1,0 4 385,0-7 0,0 3 0,0 2 0,0 0 1,-2-1-1,0-4-143,-4 10 1,-1-2-1,-1-2 1,-2-2 1293,1-8 0,-1-1 0,-1-2 0,-1-4 1790,-13 19 1,-6-14-800,4-26 1,0-14-743,0-23 1,3-15-36,1-20 1,5-10-264,7 9 1,3-3 0,2-2-1,3 10 0,2-2 0,0 0 0,2 0-196,2-1 0,2 0 0,1 0 1,2 0-42,2-12 1,3 1-1,2 1 253,4 7 1,2 1-1,3 2-309,0 6 1,3 2 0,1 2-278,2 3 1,1 3 0,2 0 157,0 3 0,2 2 1,1 0-207,1 2 1,2 1-1,0 1-455,0 1 1,1 2 0,1 0 774,3 1 0,0 2 0,-4 1 0,-2 2 0,-4 2 0,24-7 0</inkml:trace>
  <inkml:trace contextRef="#ctx0" brushRef="#br0" timeOffset="115459">3606 10831 16152,'0'-10'6133,"0"1"-4940,0 9 117,0 0-1142,-19-33-28,18 17 34,-13-26 84,20 28 84,-2 4 44,-2 5-112,-2 3-167,-4 2-40,-2 0 0,-1 1 12,2 0 21,3-1 124,1 1-173,3-5-23,1 1-6,1-3-50,-1 3 11,-1 2 17,-1 1 6,0 7-6,4 6 6,4 11 5,6 6-28,8 8-17,7 5 23,7 4-241,-18-22 1,1 0 228,12 28 46,-10 5-23,-20 3 8,-8-30 1,-5-1-1,-6-1 0,-3-3 0,-4-4 1,-2-4 14,-27 5-12,7-14 6,14-18-45,14-12 11,14-12-22,18-12-59,1 17 0,4 0-240,8-4 0,4 0-304,6-3 1,3 1-1182,3-1 0,1 1 1823,2 0 0,-3 3 0,7-5 0,-12 9 0</inkml:trace>
  <inkml:trace contextRef="#ctx0" brushRef="#br0" timeOffset="116266">4153 10966 19871,'-3'1'4889,"1"0"-4463,2-1-314,13 0 17,11-3-45,17-3 6,18-10-40,-17 2 23,12-13 56,-24 4 39,-1-8 22,-10-2 135,-15-4-241,-7 12 73,-13-3-40,-7 18-72,-10 1 11,-6 8 6,0 9-29,-5 13-33,17-2-11,-4 16 17,20-5-85,2 11-464,25 12-179,15-7-55,12-4-24,-10-22 1,3-4-823,0-4 1,1-2-154,12 1 1,2-1 162,1-4 0,0-3 868,7-8 1,-3-3 833,-18 2 1,-2-1 610,6-9 0,-4-4 2000,-4-10 145,-3-10-756,-14-2-688,-11-4 66,-10-10-1086,0 19 258,-10-6-242,-1 28-12,-12 3-301,-21 32-51,-2 16-19,23-13 1,1 3-4,-1 8 1,3 3-15,7-4 0,3 3-17,-3 18 1,3 3-4,6-11 1,4 0 11,5 3 0,5-4 5,8 3 17,19-14 17,-7-23 28,8-13 17,0-31 0,-7-12-34,-4-5 56,-5-4 40,-9 17 55,0-2 739,-6 14-850,-4 18-68,-6 18-17,-2 5 12,-9 25-17,4 3-1,6-7 1,2 3 0,2-6 0,2-1-263,4 7 0,3-2 223,7 9-128,17 1-353,18-17 218,-6-8-711,4-16 0,4-8-2122,-11-7 0,-1-3 3147,14-2 0,-3 0 0,7-8 0,-22 8 0</inkml:trace>
  <inkml:trace contextRef="#ctx0" brushRef="#br0" timeOffset="116499">5953 10738 23411,'-6'0'2957,"1"0"-2940,5 0-605,59-22-352,-23 16-26,15-6 0,8 2-3950,-8 13 1,-1 4 4251,-5-3 0,-1 0 0,-4 1 0,-5 1 0,-9-1 0</inkml:trace>
  <inkml:trace contextRef="#ctx0" brushRef="#br0" timeOffset="116649">6217 11002 22951,'-46'21'1193,"-1"-1"0,2-1 0,13-6-997,27-11-156,14-9-85,24-6-177,-5 2 1,3-1-883,28-9-3812,1 2 1,0 0 3329,-1 2 0,-16 5 0,-6 1 0,-21 7 0</inkml:trace>
  <inkml:trace contextRef="#ctx0" brushRef="#br0" timeOffset="117409">8225 10449 24816,'-40'-39'331,"-2"14"-275,6 44 0,-12 5-34,19-11 0,-2-1 14,0-1 1,-1-1 70,-27 4 5,13-7 17,13-5-17,12-5-22,11-1-29,5 0-66,4 1-40,1 2 22,0 5 29,1 9 50,-1 16 17,-4 20-23,-1-15 1,-2 2-412,-3 6 1,0 2 396,-3 4 1,1 0-20,-1 2 0,3-1-15,1 0 1,3 0-6,2-3 1,3-1-7,4-3 1,3-1-293,3-5 0,4-2 147,3-5 0,5-4-1466,32 9 1620,-16-24 0,0-4 0,4-1 0,2-6 0</inkml:trace>
  <inkml:trace contextRef="#ctx0" brushRef="#br0" timeOffset="121850">21635 10413 23668,'-45'-17'728,"0"0"0,4 3 1,11 3-651,25 8-33,7 2-6,7 1-16,9 0 21,15 0-21,-1-2 5,3-1 0,3-1-12,-6 0 1,0-1-339,16-1 1,2-1 343,-6 1 0,-2 1-8,-1 0 0,-2 1-11,-6 1 0,-2 1 25,12 1 39,-23 7 34,-17 9-23,-12 16 1,-8 18-29,6-15 0,1 3-268,0 10 0,2 2 229,2 9 0,3 3-518,4-16 0,2 1 0,2 1 501,2 2 1,2 1-1,1-1-5,1 0 0,0 0 0,1 0-12,-2-4 1,-1 1-1,-3-2-601,-4 18 1,-9-3 475,-12-3 0,-9-4-17,0-18 1,-4-2 0,-4-1-509,-7-1 1,-4-2-1,-2-2 57,-5 0 0,-3-3 0,-1-2 616,8-7 0,-1-1 0,1-1 0,4-1 0,-11 2 0,5-2 0,3-4 0,1-1 0</inkml:trace>
  <inkml:trace contextRef="#ctx0" brushRef="#br0" timeOffset="124425">9746 11707 23224,'-60'-12'171,"0"0"1,3 4 0,8 13-158,24 19 0,5 8-9,0 1 1,1 2-6,5 0 0,3 0 0,2-2 0,5-2 6,13 23 320,16-17-292,16-15 33,9-16 51,6-19 89,-3-14-110,-10-14 347,-14-8-92,-18-3-77,-21-1-158,-3 11 1,-6 13 0,-2 2-18,-8-7 88,-10-7-188,16 22 42,7 11-316,6 14-808,3 17-4474,3 17 5556,6 4 0,-1-13 0,3-13 0</inkml:trace>
  <inkml:trace contextRef="#ctx0" brushRef="#br0" timeOffset="124832">11424 11868 21940,'1'-47'726,"1"1"1,0-1 0,0-14 0,0 8-357,2 12 126,-1 20-518,0 15 167,-1 19-161,0 21-57,0 24-210,-1-20 0,-1 3-2254,0 7 0,0 1 2537,2-5 0,-1-2 0,-1 14 0,3-24 0</inkml:trace>
  <inkml:trace contextRef="#ctx0" brushRef="#br0" timeOffset="125342">12966 11908 17260,'-4'-2'5176,"0"1"-4073,4 1-492,4-77-118,6 36-339,-3-10 0,3 0 19,15 8-94,6 7-57,4 10-11,5 9-11,2 8-5,2 10-12,-1 13-11,-4 14 17,-10 16-17,-15 15-133,-16-24 0,-5 2 153,-5 2 0,-6 1-376,-6 1 1,-4 0 383,-3 0 0,-2-2 6,-1-2 0,1-2-6,3-5 0,2-2-12,-10 15 18,19-17 16,21-12-33,20-9-308,25-7-356,-11-2 0,4-1-2602,4-1 0,4-2 0,-4 0 1949,2 1 0,-3-1 1,9-1-1,-9 1 1,-25 5-1</inkml:trace>
  <inkml:trace contextRef="#ctx0" brushRef="#br0" timeOffset="125932">14992 11794 23080,'0'-50'367,"0"1"1,0 4 0,7 6-300,20 11-24,19 5-49,-10 11-6,23 3-12,-16 15-606,12 8 579,-2 15-34,-26-4 0,-2 3 11,5 13 6,-15-9 0,-6 1-6,-11 10 90,-12 11 11,-11-6 117,-18-4 23,5-14-56,4-9 406,9-12-149,11-10 65,-1-6-125,6-6-40,8-9-247,4 5 333,11-6-304,5 10-46,12-1-33,22 6 0,1 11 11,2 3-33,0 17-62,-21 3-11,-4 12 22,-32 19-28,-27-5-107,10-26 0,-4-1-33,-10-1 1,-2-4-732,3-4 0,-1-2 1000,-12 4 0,2-1 0,-6 1 0,6-6 0</inkml:trace>
  <inkml:trace contextRef="#ctx0" brushRef="#br0" timeOffset="126509">17113 11762 21595,'20'-55'1314,"0"0"1,-4 12 0,-3 5-923,-5 6-269,-7 23-111,-3 6-7,-4 12 12,-14 22-17,-2 13 0,5-11 0,1 2-750,3 0 0,2 0 744,-6 22-3,10-22 1,4-1-201,15 25 220,8-4-6,18-9 23,3-29 0,3-20-5,-9-7 19,-9-8 0,0-3 36,10-12-31,-11 9 1,-1-1 53,10-12 11,-9 7-73,-9 12 23,-7 7-84,-7 13 1458,-1 8-1459,-1 14-55,-1 13-68,-1-1-879,0 0 0,1 1-8806,0 19 8750,1-23 1,0-2 0,1 2-1,0-23 1</inkml:trace>
  <inkml:trace contextRef="#ctx0" brushRef="#br0" timeOffset="127075">19202 11551 24575,'-42'-11'30,"-1"1"0,1 2 0,3 3-24,-1 14 27,9-2 1,-1 2-17,-6 3-6,-12 5-17,24-2 34,7 0-5,6 3 5,0 6 28,2 4-34,-1 4 6,3 1-6,2 1-10,1 0 4,2-2 35,-1-4-6,1-5 16,0-7 79,1-7 258,1-4 414,2-4-722,6-12-40,5-2-10,11-11-12,11 1-12,11 1 1,8 0-6,5 5-328,1 6 306,-5 5-17,-3 12 17,-16 1-29,4 26-4,-23-1-68,0 19-90,-27-2-380,-18 7-592,7-27 0,-4-1-1924,-4 1 1,-1-1 2488,2-5 0,2-2 0,-8 4 0,16-14 0</inkml:trace>
  <inkml:trace contextRef="#ctx0" brushRef="#br0" timeOffset="127492">20433 11568 25892,'-50'2'71,"1"0"0,1 4 0,6 9-32,15 14 0,5 7-647,-3 2 0,2 3 636,1 4 0,3 1-25,4 0 0,4-1-17,4 0 0,5-2 11,6-3 0,6-1 3,5-5 0,8-2 3,15-3 0,4-6-3,-12-7 0,1-4 202,27-7 1,-1-10-75,-12-17-58,-12 4 0,-6-5 37,-19-23-79,-31 0-23,1 23 1,-6 3-143,-10 1 0,-5 3-39,-7 3 0,-4 3-3562,-7 4 1,-1 3 3737,3 4 0,5 1 0,15 0 0,5 0 0,-8 5 0</inkml:trace>
  <inkml:trace contextRef="#ctx0" brushRef="#br0" timeOffset="137791">7009 4856 23417,'-3'-5'1097,"0"1"-797,3 4 453,-33 0-236,18 24 323,-25 5-466,32 17-393,3-12-51,12-7 414,6-14 36,20-7-418,9-17 82,-10-2 0,1-4-297,-6 1 0,0-1 270,13-10 1,4-3-710,5-2 1,2-1 677,1 1 1,2 0 14,-14 10 1,2-1 0,-3 3-461,8 0 0,-2 5-668,-4 4 1,-2 3-2037,17 1 3044,2 20 0,-40-7 0,7 8 0</inkml:trace>
  <inkml:trace contextRef="#ctx0" brushRef="#br0" timeOffset="139524">9597 10739 17832,'-25'-41'1374,"-1"0"0,3 4 0,1 10-1116,0 24-157,-2 12 28,-2 16-40,-5 19-216,15-15 1,1 3 126,0 2 0,2 1 3,3 2 0,2-1-6,3-2 0,4-2-13,11 24 21,14-13 57,16-17 55,12-14 68,3-21 50,0-15 96,-7-16 100,-12-8-45,-13-6-100,-14-3-57,-15-3-38,-10 1-23,-12 5-62,-3 8-61,-1 12-162,1 11-118,12 12-666,-1 11-2186,11 18 2256,3 20 0,3-14 1,3 3-1</inkml:trace>
  <inkml:trace contextRef="#ctx0" brushRef="#br0" timeOffset="140133">11874 10986 17400,'-15'-54'1559,"0"-1"0,0 6 0,-2 7-931,-14 10-113,-13 13-330,3 17-90,-2 8 79,-6 23-51,5 10-98,11-4 0,1 2-393,7-4 0,3 0 351,0 6 0,5-2-5,3 6 145,21-1-134,12-20 22,15 1 62,23-18 17,-5-15-29,0-6 102,-8-19 206,-14-13-117,-6-5-18,-15 20 0,-3 1-78,-13-19-77,-1 13 38,-15 2-27,0 15-124,-14-1-262,8 12-511,0 13-1730,17 16-3019,5 3 5556,9 11 0,-1-19 0,3 0 0</inkml:trace>
  <inkml:trace contextRef="#ctx0" brushRef="#br0" timeOffset="140624">13034 11004 10965,'-1'-6'8099,"-1"2"-6212,-3-58-739,2 30-770,-1-9 1,1 1 170,0 10-51,1 7-128,1 10-247,-1 7 28,-5 8-100,-3 12-6,-12 15-17,-7 17-31,13-17 0,1 1-14,-9 20 3,14-13 0,6-1-8,12 9-1,16 14-5,21-27-1314,16-14 1353,-8-8-188,-11-15 1,-1-6 277,10-11-23,-17 2 1,-2-4 111,3-23-184,-17-5 123,-13-2-28,-16 0-50,-3 13 7,-3 14 1,-3 1-8,-11-3-40,-18-7-106,9 21-209,0 13-519,4 16-738,7 15 1561,9 21 0,9-20 0,9 1 0</inkml:trace>
  <inkml:trace contextRef="#ctx0" brushRef="#br0" timeOffset="141191">14967 10970 18648,'22'-49'1447,"0"0"0,-3-1 0,-11 11-948,-20 26-163,-11-1-263,3 12 56,-17 21-101,12 7-28,-9 21-238,16 7 221,11 6 0,13 2-11,13-1 6,17-10 33,-12-28 0,2-3-3,3-5 1,3-3 19,1-3 0,-1-3 11,20-5 53,-20-10 1,-3-6 80,0-14 23,7-22-16,-25-1-46,-16-5-22,-11-1-76,1 29 1,-2 1 11,-2 2 1,-2 1 35,-25-18-62,-2 11-44,1 13-124,6 13-262,8 18-757,9 14-3433,10 20 4598,9 0 0,5-14 0,2-14 0</inkml:trace>
  <inkml:trace contextRef="#ctx0" brushRef="#br0" timeOffset="141724">16901 11027 13564,'3'-5'4693,"0"1"-2066,-3 4-1574,38-69-235,-24 41-465,8-12 0,-3 1 263,-14 24-246,-4 7-270,-7 6-44,-9 13-22,-12 10-28,-10 17 10,-3 10-19,22-20 1,3 0-26,-4 31 11,17-4-237,23-3 249,18-10 5,-11-25 0,3-4 8,5-3 0,1-4 9,2-5 0,0-5-205,0-3 1,-2-5 226,-2-2 0,-3-5 31,-5-3 0,-4-2 81,8-28-34,-17-8 17,-21-2-72,-2 29 0,-2 1-144,-5 1 0,-2 2 152,-2 2 0,-2 1 31,-27-13-73,-2 13-56,0 14-45,6 14 80,9 13-613,12 17-1432,13 14 2038,18 15 0,-4-27 0,8-1 0</inkml:trace>
  <inkml:trace contextRef="#ctx0" brushRef="#br0" timeOffset="142374">19208 10901 14689,'-3'-42'1970,"0"-1"0,-1 1 0,-5 9-1119,-13 17-364,-12 1-133,-13 8-150,9 12 0,1 3-108,-19 6-29,14 3 0,0 4-542,-7 17 494,20-13 1,1 3-18,6-1 1,4 1-14,-5 29 158,19-5-141,23-5-12,21-9-247,-11-23 1,4-2 268,4-3 1,2-4 64,11-6 1,0-4 16,-10-3 0,-1-3-37,-2 0 1,-3-4 246,12-24-6,-25 3-55,-5-14-74,-20-13-106,-12 8-11,-6 4 6,-5 13 351,6 17-441,-4 1-174,4 10-789,4 19 712,9 1-5725,11 24 5156,10-9 0,-3-4 0,1-9 0</inkml:trace>
  <inkml:trace contextRef="#ctx0" brushRef="#br0" timeOffset="142734">20409 10892 24111,'-45'-39'287,"0"1"0,3 3 1,4 13-260,9 28-11,-9 15-6,10 9-17,-3 14-10,13 6 16,20-19 0,4 1 0,9 10 0,7-13 0,7-4 5,5-7 1,3-4-451,2-1 1,0-2 494,6-1 1,-2-6 100,16-13 19,-19-13-69,-16-1 56,-14-17-34,-26-12-89,-8-3-222,4 23 1,-4 1-670,-19-11-835,6 16 1692,0 12 0,22 10 0,0 3 0</inkml:trace>
  <inkml:trace contextRef="#ctx0" brushRef="#br0" timeOffset="151875">11555 10737 10093,'3'-55'1586,"0"0"1,-1 6 0,0 5 1827,4 5-2534,-2 13 298,-2 14-982,-1 8 599,-1 28-577,-4 20-170,3-12 0,-1 2 306,-1 6 1,-1 1-350,-1 18-96,3-22 1,0 1 130,-1 18-32,2-23 0,1-1 26,-1 18 128,2-13 23,-1-18 286,1-9-203,0-18-150,4-10-40,0-17-5,1 4 0,1-2-34,-2 0 0,1 0 477,0 0 1,1 0-494,-1 1 0,1 0 55,6-15-44,-3 8 206,-1 11-279,-7 25 22,-2 4 34,1 15 0,0 23 5,0 10-180,0-16 0,-1 1 142,-1 27 338,1-12-328,-2 5 6,2-18 0,-1 3 90,1-14 122,0-12-122,0-11 320,0-14-360,0-11 29,0-29-40,0-5-242,0 20 0,0-1 206,1 5 0,-1 2 14,1-17 33,2 3-72,-2 29-34,1-1 50,-2 25 17,2 10-27,-1 6 4,1 33 7,-1-23 2,-1 7 0,0 1 3,-1 8-3,0-15 1,1-1 418,-1 5-432,1-2 44,1-21 95,-1-2-62,1-20-21,-1-14-29,0-7 34,0-36-40,0 6-142,0 15 1,0-1 147,2 6 0,-1 1-5,4-26 5,0 20-45,-1 20-16,-2 17 33,-1 16 0,0 12 308,1 15-297,0 13 0,-1-7 3,0-6 1,-1 1-15,-1 18-164,0-17 0,-1 0 181,-1 17 6,-1-16 22,2-17 128,0-16-116,0-18-29,-4-15 17,-2-16-6,-1-16-11,1 7 0,3 16 1,1-3 2,0-3 0,1-2-149,1 4 0,-1-1 146,1 0 1,1 3 367,-1 1-446,2 20 0,-1 14 73,0 17-12,1 17 0,0 21-2,0-21 0,0 2-64,0 2 0,0-1 61,0 22-81,0-21 1,0-2 68,0 1 57,1 8 72,-1-29 18,1-15-96,-3-8 442,-2-29-453,-1-5-12,3 10 1,0-2-135,3-28-1523,9 1-4358,1 17 6010,7 4 0,-10 26 0,0 2 0</inkml:trace>
  <inkml:trace contextRef="#ctx0" brushRef="#br0" timeOffset="156975">13158 10751 16185,'-2'-43'1635,"1"0"1,0 0 0,-1-7-1,0 3-1226,1 7 0,0 5-112,-2 5 5,1 11-263,1 16 17,10 31-22,0 10-17,4 18-1685,-7-9 0,-1-1 1690,-2 7-5,-1-3 0,-1 3-408,-2-11 0,-2-2 405,1-1 0,0 0-3,-1-4 0,1-3 90,-2 9 257,3-23 399,-1-6-544,2-20 2892,-3-17-3054,1-5 1252,-1-20-1258,1 17 0,2-2-31,-1-1 0,0-2-228,2-6 1,0 1 246,3-19 1,0 16-34,0 17-28,-2 17 6,0 9 27,1 12-10,5 12 16,2 16 433,-1 0-450,-3-1 1,-1 3-7,-2 22-309,-1-16 1,0 1 317,-2-9 0,-2-2 3,-1 26 0,1-19 28,-2-13 151,4-19-95,-1-11-50,0-18 27,-1-19-44,2-1-9,-1 2 1,0-3 8,1-22-275,0 18 1,0-1 276,0 11 1,0 3 19,-1-19 562,0 20-651,0 17 5,0 10 28,1 13 6,3 13 5,4 15 12,4 16-12,-1-6-3,-2-8 1,-1 2-3,2 16 103,-3-17 1,-2 0-82,1 16-11,-4-16 73,0-17 22,-3-14-56,-3-17-11,-4-15-22,-5-19 33,-2-15-17,1 4-11,7 15 1,1-3-214,-1-4 1,2-2 204,0 3 0,0 0 13,0-3 1,2 4-17,-1-2-50,3 21-1,0 14 18,2 14 33,2 3 5,7 29-21,2 3 21,-3-7 1,-1 2-12,-2 0 1,-1 0 176,0 2 0,-2 1-171,0-1 0,-1-1-6,0-3 1,-1-1 5,1 19 34,-1-17 38,1-17-10,-1-15-56,-2-19 22,-1-15-12,-2-20-8,2 20 1,0-2-1,1-3 1,0-2-61,1-1 1,-1 0 56,2 1 1,-1 1 17,1-25-6,1 20-34,-1 18-62,1 15 23,-1 10 68,2 13-24,4 15-4,2 19-7,2 15 143,-6-26 1,0 0-110,0 2 1,-1 0-18,0-2 0,0-1 1,0 26 5,0-15 39,-3-17 34,1-15-40,-1-11 7,-6-26-7,0-10-16,-6-23-83,6 23 1,1 0 65,0-4 0,0 0 3,0-1 0,0 1 2,2 2 1,0 1-6,-2-17 5,1 19-55,2 17-12,1 13 51,1 14 0,2 12 480,3 17-486,1 15 3,-2-24 0,-1 1-134,-1 1 0,0 0 142,-1 1 1,0-2 3,-1 27 30,0-13 17,-1-18 22,-2-15-33,-3-20-34,-5-15 0,-5-20 22,-5-15-106,9 21 1,0-2 88,1-4 1,0 1 8,1-2 0,2 1-6,2 4 1,1 1-3,0-18-10,4 20-47,1 18 12,2 15 28,6 13 0,6 16 22,7 17-9,-9-15 1,-1 2-11,-1 4 0,-1 2 15,0 1 1,-2 0-11,-1 0 1,-2-1-15,0-4 0,-2-2 23,1 19 33,-3-17 34,0-17-6,-2-18-33,-4-18 10,-4-18-32,-2-19-12,6 21 0,1-3-25,1-3 0,0 0 25,2-1 0,0 1 5,2 5 1,0 3 11,1-15-23,1 22-44,0 16 22,0 14 39,2 13-16,4 16 10,2 18-16,-4-20 0,-1 2-3,1 3 0,-1 0 8,0 1 1,0 0 5,-2-2 0,0-1 5,1 22 582,-2-15-497,-2-17 33,-1-15-45,-3-16-78,-2-14 12,-3-19-7,1-14-8,4 21 1,1 0 2,1-3 0,1 1-68,3 0 1,2 2-2526,7-26 2593,5 18 0,-6 19 0,-4 13 0</inkml:trace>
  <inkml:trace contextRef="#ctx0" brushRef="#br0" timeOffset="160509">9316 4678 20627,'-9'-52'855,"0"0"0,1 5 0,1 8-284,5 18-184,0 8-331,-1 7-107,1 7 63,-1 12 16,0 12-6,1 12 0,0 5-10,5-1-1,3-6 45,5-8 134,2-9 197,2-10 5,6-13-162,7-14-51,11-16-92,-16 11 0,0-2-317,3-4 0,-1-1 294,1-1 1,0-2-32,0 1 1,-1 0-179,0 4 1,0 1 118,-2 5 1,-1 1-327,15-6-898,-9 17-3270,-11 24 4520,-8 11 0,-4-3 0,-5-5 0</inkml:trace>
  <inkml:trace contextRef="#ctx0" brushRef="#br0" timeOffset="163383">13193 12623 11995,'-53'-11'2078,"-1"0"0,10 2 0,7 1-1624,7 2-173,19 4-321,12 0 169,12 0 6,35-3-107,15-1-213,-28 2 1,2 0 184,7 0 0,1-2 3,-8 2 0,-1 0-12,9-2 1,-1 1-4,-6 0 1,-2 1 23,19-3 100,-27 4-40,-16 2-21,-55 6 50,-7 0 39,-7 1 0,-5 1-641,12-2 0,0 1 565,-1-1 0,0 1 93,2-1 0,3 0 92,13-1 0,2 0-146,-4 0 1,3 1-188,-9 1 68,26-2 44,15-1 33,24-1-50,14-1-19,2-1 0,5-2 137,-2 0 1,2-2-147,12 0 0,0-1 11,-19 1 1,-1-1-7,5 0 1,-1-1 206,12-1-122,2 0-6,-30 3-89,-29 4 22,-32 6 5,-8 0-214,6 2 1,-5 0 250,-14 2 0,-3 0-110,19-2 0,-1-1 1,-1 1 151,-5 1 0,-2-1 0,4 0 70,-4 1 0,5-2-87,-13 2-45,28-4 40,36-5 79,45-13-119,-14 6 0,4-1-671,-1-1 1,4-1-1,-2 0 652,8-1 0,1 1-3,-8 1 0,3 0 0,-2 0-218,17-1 0,-1 1-2891,-4 1 0,-1 1 3109,-5 1 0,-7 2 0,-9 4 0,-21 1 0</inkml:trace>
  <inkml:trace contextRef="#ctx0" brushRef="#br0" timeOffset="165132">9677 4098 19288,'10'9'577,"-1"-1"481,-9-8-492,0 0-1669,-2-9-3451,1 6 4554,0-6 0,1 9 0,1 0 0</inkml:trace>
  <inkml:trace contextRef="#ctx0" brushRef="#br0" timeOffset="170542">11213 4358 21592,'-3'-3'2215,"2"1"-1908,1 2 254,-32 30 63,17 3-459,-4-4 1,1 1 104,8 15-128,4-10 18,5-16 707,3-10-29,3-12-444,16-30-585,-1 5 163,2-6 0,3-2-328,-3 5 0,0 0 370,7-9 0,1-2-53,-1 0 0,0 1-6,-1 1 0,-2 1-8,-2 4 1,-2 2-552,13-19-933,-12 22-2565,-11 23 4050,-7 17 1,-5 1-1,0 0 1</inkml:trace>
  <inkml:trace contextRef="#ctx0" brushRef="#br0" timeOffset="174865">12810 10787 15552,'-7'0'5299,"2"0"-3411,5 0-1513,-42-69-151,42 29-421,-13-10 1,5 0 249,23 22 0,7 4-5,0-2 0,1 1-23,2 2 0,0 1-14,26-13-11,-1 10-22,0 13 133,-3 13-111,-2 16-17,-6 17 12,-11 18 5,-20-20 0,-4 3-356,-7 4 0,-6 2 361,-5 4 1,-6 0-3,-6 3 0,-3-1 8,-3 0 0,0-1 0,2-2 0,1-2-5,5-5 0,3-2 4,-8 21 24,15-17 427,17-15-298,13-13 18,16-13-64,16-13-83,-17 4 0,1-3 25,5-3 1,2-1-46,2-1 0,0-1-14,1 1 0,0 0-59,-1 0 0,0 2-227,-1 0 1,-1 1-623,-1 2 1,-1 2-2443,-3 0 1,-2 0 3349,16-3 0,-20 6 0,-15 4 0</inkml:trace>
  <inkml:trace contextRef="#ctx0" brushRef="#br0" timeOffset="175325">12811 10787 17641,'-10'-4'4268,"3"1"-3719,-22-19 0,-2-8 56,14 3-462,-14-8 0,7-2-42,40 1-45,19-3-37,-7 18 1,3 1-239,6 1 1,1 0 229,5 3 0,0 2-210,1 2 0,-1 4 193,-2 2 1,-1 4-4,-4 5 1,-2 4-8,23 18-50,-16 20 69,-27-16 0,-4 4 2,-5 5 1,-6 2-405,-6 5 0,-4 0 407,-6 2 1,-4 0 2,-4 0 1,-3-1 18,-2-4 1,0-1-108,1-4 1,0-2 104,4-7 0,2-2 487,-9 13-465,15-17 213,13-12 17,15-8 738,14-10-940,21-10-61,-15 3 0,2-2-213,7-3 1,2-1 117,5-3 0,1 0-242,4-2 1,1 1-493,1-1 0,1 1-1325,-3 1 0,0 1 2137,-3 0 0,-3 3 0,4-3 0,-15 7 0</inkml:trace>
  <inkml:trace contextRef="#ctx0" brushRef="#br0" timeOffset="175758">12876 10706 16852,'-8'0'4060,"1"0"-2631,7 0-589,0 0-375,-47-59-264,44 30-148,-16-9 1,7 1 19,43 9-40,13 3 1,11 3-118,-23 13 0,2 1 86,2 2 1,2 2-11,0 3 0,1 3-1,-2 4 1,-1 3 5,-3 4 0,-3 6-14,-3 12 1,-6 5 10,-7-2 0,-6 1 6,-2 2 0,-7 1 6,-10 1 0,-7 0-368,-3-7 0,-4 0 398,-7 8 1,-3-1-4,-2-2 1,-1-2 16,2-4 1,2-2 5,6-6 0,2-1-22,-9 7 22,20-15 336,15-8-173,14-9-130,19-9-72,4-3 0,3-2-40,-9 5 1,1-2-783,23-10 0,3-1-654,-12 6 0,-1 0 994,7-3 1,-1 1 0,-16 6-1,-4 2 1,8-3 0</inkml:trace>
  <inkml:trace contextRef="#ctx0" brushRef="#br0" timeOffset="182083">12333 4726 12746,'-5'8'3859,"2"-2"-1551,3-6 593,0 0-2396,3-23-29,-1 15-51,3-17-128,-2 22-191,-1 1-83,-1 1 100,-4 11 6,-2 0-40,-4 9-55,1-6 100,0-2 90,6-8 62,2 0-84,12-10-124,14-6-56,21-8-8,-17 7 0,3 1-161,2 1 0,0-1 161,-1 2 0,-3 1-14,20-4 17,-22 6 62,-15 4 61,-11 3-101,-24 6-39,-7 1 17,-27 8-1,-2 4-7,26-8 0,0 1 8,-25 10-17,9 0 333,16-5-344,13-4-12,10-5 23,5-3 45,4-2 17,7-4-6,10-7-45,17-9 6,16-10-118,-20 11 1,1 1 103,1-1 0,0 2-1,-3 1 1,-1 1 14,13-6 33,-18 9-50,-18 5-72,-23 8-12,-20 7-90,7-2 0,-2 1-1069,-6 2 0,0 0 1243,-3 2 0,3-1 0,-7 2 0,14-4 0</inkml:trace>
  <inkml:trace contextRef="#ctx0" brushRef="#br0" timeOffset="185642">17069 10974 17871,'-5'-48'1595,"0"-1"0,0 1 0,-2-18 0,2 9-1220,2 9 168,2 8-257,4 19-174,1 3-56,8 10-22,2 17-12,2 5 12,3 28 22,-10 13-642,-7-1 0,-3 4 594,-2-5 0,-3 1-1,1-11 1,-2 1 0,1-3-3,-1 0 1,0-4 5,0 3 0,2-4 6,3 8 151,-1-2 90,4-21-79,2-25-89,4-23-68,0-6 34,7-27-1113,-7 19 1,-1-2 1075,-1 9 1,1-1 10,0-18 1,-1 0-237,-2 13 0,-2 3 262,3-25 51,-5 2-29,-2 42-83,-1 4-23,0 17 16,0 20 18,2 5-28,-1 30-18,1 2 501,1-10 0,0 2-464,0-17 0,1 0-6,-1 21 1,2-3 624,0-11-627,0-7 0,1-3 22,2-7 62,1-7-51,-2-26-22,-1-25 23,-2-25-18,-1 2 956,0 13 0,-1-3-914,-1-10 1,0-1-525,0 0 0,0 0 482,-2-7 1,0 4 10,0 21 1,-1 5-28,-5-8 22,-9 15-11,4 22-11,-8 14 447,3 20-430,-1 22 0,5-2-18,8-14 1,1 3-23,4 6 1,1-1 427,0-8 0,0 2-420,3 21 1,3-1-1248,5 0 1273,-3-23 0,0-1-28,12 11 78,-9-28-5,2-2-28,-7-29 183,-1-18-184,-1-23-10,-2 3 156,-1 2 0,-1-4-142,1 15 0,1-1-20,-2-17 0,0 0-101,2 16 0,1 4 123,0-18-22,0 25-33,0 18-12,0 11 51,0 14 1000,2 16-1022,1 19 7,-1-15 1,0 2-4,2 4 1,0 2-158,-1 2 1,2 1 162,-1-1 0,2-1 0,-1-3 1,1-1-17,6 25 11,-2-21 44,0-12 12,-5-20-23,1-14-5,-5-21 11,0-24-23,0 17 1,-1-2 11,0-26 16,-2 7 1,0-3-395,0 18 0,0 0 383,-1-14 1,-1 1 28,-1-9 488,0 25-612,0 22 29,2 14 49,-2 18-5,-2 19 6,-2 23-244,4-22 1,0 3 206,0 5 0,0 1 7,0 1 0,1 1 18,0-2 1,1 1 2,0-4 0,1-2-69,1-6 0,0-1 72,1 15 0,0-23 84,2-19-61,1-23-12,1-21 17,1-25-270,-3 20 1,-1-2 260,1-8 1,-1-1 2,1-6 1,-1 0-9,2 0 0,0 1-3,-1 8 0,1 3 365,-1 12 1,1 4-382,-1-5 124,-2 22-153,-1 19 6,-1 19 51,0 25-366,1-14 1,1 3 322,-1 6 1,1 2 5,1 4 0,0 0 8,-1-12 1,2 1-15,3 15 1,2-3 539,7 8-529,-4-20 1,0-3 53,6-3 11,-4-22-33,-5-28 10,-1-23-28,-3 8 1,-1-3 3,0-7 0,0-1 44,0-5 1,-1 0 7,1 2 1,0 2 231,-1 5 0,0 2-114,1-13-50,-4 22-90,1 16-39,-2 12 23,0 17 707,-2 17-1004,1 21-306,2-21 1,1 3-4337,0 5 1,1 0 4886,2-3 1,0-2-1,0 11 1,2-21-1</inkml:trace>
  <inkml:trace contextRef="#ctx0" brushRef="#br0" timeOffset="188065">20237 10794 19423,'3'-49'1124,"0"0"0,-1 0 1,1-15-1,1 9-390,2 14-398,-3 19-247,-1 12-49,-1 18 27,-1 15 17,0 21-51,-1-13 1,1 2-361,-1 7 0,0 2 355,0 5 0,0 1-17,0 3 0,1 0-3,0 1 1,2-1 2,0-3 0,2-1-3,1-4 1,2-3-1,0-6 1,1-3 92,6 14 251,-3-22 7,-5-21-225,-4-22-39,-1-21-27,0-20-490,-1 24 1,0-1 435,0-6 0,0 0 3,1-1 0,1-1 106,0 2 0,0 1-92,2 6 0,-1 2 59,3-13-34,-2 23-68,-4 15 1,1 18 930,1 11-913,1 21-12,2 15-5,-3-21 0,-1 1-62,1 3 0,0 0 67,-1 1 1,0-1 5,-1 0 0,1-2-39,-1 27 56,-2-13 50,1-18 51,-2-17-57,2-22-16,-1-18-17,1-21-11,0 13 0,0-1-61,0-7 1,1-2 60,-1-5 0,1-1 13,0-1 1,1 0-20,1 2 1,0 2-10,0 7 1,1 2 108,2-17-89,-2 22-50,-2 17-11,-1 12 39,1 14 0,2 13 761,2 19-727,0 16-37,-2-23 0,-1 0-235,1 3 0,-1 0 232,1 1 1,1-2-9,0-1 0,1-2 3,7 25 27,-1-15 12,0-17 45,-6-14-34,-3-19-33,-3-17 11,-4-19-23,-3-16-96,2 22 1,0-1 112,1-2 0,-1 0 0,3 0 1,0 2-1,-2-24 6,4 19-17,-1 19-34,1 15 23,-1 16 5,-1 14 602,0 20-602,-1 16 9,2-25 0,1 2-208,-1 1 1,1 0 210,1 0 0,0-1-12,0-2 0,1-2 12,1 20 5,0-18 101,0-17-84,-6-25-33,-4-16 49,-6-24-38,5 16 0,0-2-190,0-6 0,1-2 203,1-3 1,2 0-17,1 1 0,1 1 11,3 6 0,1 3-8,2-15-85,2 25-162,-2 21-845,-1 25 1086,0 28 0,-1-20 0,-1 8 0</inkml:trace>
  <inkml:trace contextRef="#ctx0" brushRef="#br0" timeOffset="190232">18950 11027 14867,'-3'-57'1277,"0"0"0,0 0 0,0 6 1,0 0-1,1 6-715,0 4 1,1 4 277,-2-20 225,-2 19-813,2 16-38,-1 13-186,4 14 83,-1 5-27,1 43-23,0 4-339,0-11 0,0 3 281,0-2 0,0-1 2,0 2 1,1-2-3,1-1 0,0-2 8,1 20 6,2-29 0,0-4 62,-1 0 245,1 0 7,-3-27-202,-2-19-57,0-17-16,0-21-22,0 21 0,0-3 43,1-6 1,-1 0-56,1-4 1,0-1-1,1 0 0,0 0 26,0 3 0,1 3 6,0 6 0,-1 2 19,2-10-79,-3 21-33,1 16 22,0 18 23,1 3 5,5 44-11,-1 0-39,-2-13 0,1 3 39,-2-5 0,1 0-3,0 0 0,0 0 0,0-2 1,0-2-91,-1-3 0,0-2 87,1 19 40,-1-17 72,-3-19-16,0-20-51,-5-18 11,0-21-22,-2-19-96,3 23 1,1-1 75,1-5 1,0 0-1,2-1 1,0-1 44,2 4 1,0 1-43,2 5 1,0 3 5,6-13-23,-3 21-22,-1 14 6,-1 16 16,1 13 17,3 19 0,1 17 177,-5-20 0,0 1-197,-1 4 1,0 2 2,-1 0 1,0 1 5,0-1 0,0-1 8,-1-4 0,0-2 98,1 23-95,-2-18 56,-2-20-16,-3-16-18,-3-21 7,-5-18-18,-1-20-14,6 21 1,1-3-123,0-4 0,2-1 139,0-5 1,1 0-12,1-1 0,0 0-14,1 4 0,1 1 8,0 7 1,1 3-4,0-12-27,1 21-12,-2 15 40,2 14-1,1 12-21,3 17 16,0 18-6,-4-19 0,0 3 90,-1 3 1,0 1-88,0 2 1,-1 0-4,-1-1 1,1-1-28,0-3 1,-1-1 49,2 20 0,-2-17 56,1-19-12,-1-15-27,-3-17 596,-3-17-669,-2-17 33,-2-16-500,6 25 0,0-1 517,1-2 1,0 0-7,0-2 1,1 1 8,0 3 0,1 1 19,-2-19-27,1 19-40,0 21-16,1 16 0,0 16 1135,0 18-1074,0 19-23,0-19 1,0 1-245,-1 3 0,1 1 258,-1 0 1,0 0-9,1-1 1,-1-2 5,0 27-17,-1-16 56,0-20-11,-1-17 6,-3-23 39,-5-17-68,-4-23-2,6 18 0,1-1-41,-1-4 0,0-1 69,2 0 0,1 1-6,0 6 0,2 1 9,-1-14 5,3 22-50,2 14 5,1 16 6,6 11-230,5 17-705,10 16-1199,-7-19 0,1 1 1586,-1-1 1,0-2 0,6 10 0,-9-16 0</inkml:trace>
  <inkml:trace contextRef="#ctx0" brushRef="#br0" timeOffset="206625">12969 12710 21114,'1'6'1087,"1"-2"-969,-1-4-3821,0 0-963,-1 3 4666,0 0 0,0 0 0,0-1 0</inkml:trace>
  <inkml:trace contextRef="#ctx0" brushRef="#br0" timeOffset="210024">7591 14920 21713,'-4'0'1199,"0"0"-392,4 0-807,105-60-17,-70 51 0,1 0-947,13-11 1,7-5 0,-7 9 929,-12 14 0,-5 5-134,27 12 442,-44 26-268,-25 13 13,-11-15 1,-9 0 5,-10 2 0,-2-3-207,4-6 0,0 0 230,-8 5 0,0 0-12,14-11 0,2 0-42,-3 5 1,3 1 89,0 7 23,30-11 1976,32-23-2072,6-9 6,-5-4 0,4-4-297,6-9 1,0-5 296,1 0 0,-1-3 30,3-8 1,-4-3 58,-15 4 1,-6-1-43,-7 8 1,-4-2 122,-3-6 1,-8-1 322,-9 4 1,-3 1-248,1 1 0,-2 1-53,-5 1 0,0 4 30,-6 0-151,10 12-21,8 7-108,5 6 874,5 7-845,21 16 5,11 8 0,-8-6 1,2 1-51,14 15-168,-17-3 0,-7 5-543,-11-9 1,-5 2-1452,-2 19 0,-5 0 1641,-7-11 1,-2-3-1,-9 13 1,6-22-1</inkml:trace>
  <inkml:trace contextRef="#ctx0" brushRef="#br0" timeOffset="211017">9856 14825 22117,'0'5'3585,"0"-1"-3009,0-4-525,4 37-1,-6 1-28,1-1 1,-1 2-12,-8 13-3,1-12 1,-2-1 41,-4 9-22,5-16 0,-1-1 163,-3-1 89,4-15-179,4-14 55,-2-31-100,3-15-34,1 5 1,2-4-634,0-7 0,1-2 625,2-7 0,1-2-9,0 19 1,0 0 0,1 0 2,4-17 1,2 3-268,1 8 0,1 2 250,2 11 1,1 3-9,18-14 12,6 20 5,9 14 0,10 17-6,3 15-231,-30-3 1,-2 5 211,-4 5 0,-4 4 13,-4 5 1,-7 4 0,-9 4 0,-7 2 8,-9 4 0,-6 0-3,-9 2 1,-6-2-27,-5-3 0,-3-2 51,1-4 1,-1-4-12,6-7 1,1-4 265,9-6 0,3-4-185,-7 1-66,18-16-23,18-10 450,16-6-472,19-4-6,21 1 396,-22 9 0,3 2-396,5 1 0,2 1-457,3 2 0,0 1 362,2 1 0,0 2-129,-2 2 0,0 1-143,-4 1 0,-1-1-51,-5 2 1,-1-1 56,-5-1 0,-3-2 25,15-7 342,-15-7 128,-14-11 669,-7-5-372,-3-3 1099,-4 3-846,0 5-127,-9 9-221,-3 7-135,-7 6-66,-4 10-46,1 6-27,3 7 0,8 3-23,13-2 0,15-5 6,16-7-6,17-6 3,-22-7 0,2-3 3,3-2 0,-1-2-112,-1-4 1,-2-3 147,-4-1 0,-4-2 48,8-23 16,-18-2-38,-17-1-23,-14 2 0,-15 7-17,-12 10 0,-6 13-16,-2 14-23,3 16 11,6 15-6,8 15-286,13 8 242,11 5-67,20 3-51,2-31 0,5-1-384,8 2 1,5-2-1252,7 1 1,5-4-688,6 0 1,3-4-1524,3-4 0,2-4 4002,5-5 0,-4-3 0,-23-3 0,-2-1 0,21-4 0</inkml:trace>
  <inkml:trace contextRef="#ctx0" brushRef="#br0" timeOffset="211457">11397 15036 22083,'1'-45'1404,"0"0"0,-1 5 0,-2 6-726,-4 10-297,-2 10-258,3 7-90,0 11-21,2 15 10,2 20-16,-1 24-544,2-21 0,0 3 529,-2 8 1,-3 4 6,-1-3 0,-1 4 0,-1-3-7,-2 5 1,0 0-387,-1-3 1,-2 3 0,2-6 391,1-10 1,2-3-4,0 4 0,1-4 6,0 6 17,6-33-6,1-32-27,0-26 18,0 5 1,0-4-245,0-14 0,0-4 253,0 12 0,0-2 1,0-2-187,1-4 1,0-1-1,0 0 182,0 0 1,1 0-1,0 2 4,1 4 1,-1 0-1,2 2-235,-1 6 0,1 1 0,0 2 235,2-13 0,2 2-3,2 7 1,1 3-150,4 5 1,3 3 128,2 5 1,4 5 8,4 5 1,2 4-10,3 5 1,1 5 5,2 8 1,-1 5-15,2 7 1,-3 6 299,-1 9 1,-4 6-298,-5 6 0,-6 3 0,-7 4 0,-9 2 20,-10 0 0,-9-2 337,-7-1 1,-7-3-353,-7-3 1,-5-4-42,-2-5 0,-2-4-177,1-6 1,-1-4-186,6-7 0,1-5-7404,-21-17 7819,26-12 0,19 0 0,13 6 0</inkml:trace>
  <inkml:trace contextRef="#ctx0" brushRef="#br0" timeOffset="212400">12108 14778 19748,'-1'4'4262,"-1"-1"-2873,2-3-1053,-1 39-117,18-30-40,17 18-118,1-37 68,14-18-17,-26 4 11,0-9-33,-12-3 5,-9-2 34,-9 4-23,-6 4 1,-7 9-46,-4 10-27,-3 7 11,-4 15-6,-10 20-28,12-4-5,-6 23-23,22-13 11,1 11-27,17 2-82,9-18 0,5-1-109,15 13-625,3-12 0,6-4 459,-3-11 1,2-4 151,12 4 0,3-4 170,-13-7 1,2-4 0,-2-1 73,8-4 0,-2-4 2,-3 1 0,-5-5 28,-11-4 1,-5-3 14,8-14 156,3-13 101,-10-4-2712,-8-11 2656,-10 21 213,-8-7-163,-13 25 489,-11 4-702,-13 9 1,-22 21-57,5 9-21,3 7-1,14 10-22,21-3-1,7 20-4,19-11-18,20 0 23,0-24 5,20-8 1,-7-13 21,9-11 29,-2-20 0,-17-6 49,-7-2-21,-13 0 3464,-9 12-3369,-1-1-22,-4 12-118,-3 11-23,-1 8 7,-4 10-12,2 9 5,3 19-22,11-3 29,16 7 16,22-14-452,1-10 424,-10-11 0,4-5 11,1-4 0,1-5-3,-1-2 1,-1-2-4,-2 0 1,-4-5 11,-6-13 0,-6-3 5,-3-6-395,-5-4 1,-3-6 394,-8 5 0,-3-4 17,0-3 0,-1-4 1,-1 1 5,-1-14 0,-1 2-863,0 16 0,0 0 1,-1 6 845,1 6 0,-1 5 324,-5-12-352,4 27 0,-1 4 0,3 27 0,2 17 0,5 11 0,1-7 0,2 4 122,2-1 0,2 5-122,0 3 0,2 5 0,-1-1 334,-1-6 1,0 0 0,0 0-427,1 8 1,1 1-1,-1-3-236,3 8 1,-2-5-230,-3-14 1,1-2-665,-1 0 0,0-4 1221,2 9 0,-3-12 0,-5-13 0</inkml:trace>
  <inkml:trace contextRef="#ctx0" brushRef="#br0" timeOffset="213283">13377 14789 25914,'45'-36'-1322,"0"1"0,-5 4 0,3 10-689,12 21 1,1 9-776,-10-4 0,-2 1 2273,-10-1 1,0 0-32,9-2 1,-2 0 2099,4-1 1390,9-2 1174,-33-5-1426,-13-4-1042,-11-3-548,-2-2 361,-4 4-737,-10-1-409,-2 10-89,-11 8-157,9 4 22,-4 15-11,11 11-62,6 2-5,16 7-11,19-12-6,5-10-6,29-5 40,-18-16 78,13-10-23,-23-13-5,-13-11 0,-8-6-11,-14-5-11,-8-2-1,-9 4-16,-7 7-39,-2 12 10,-5 11 7,1 17-23,1 13 5,6 15-21,10 14-40,11 10-230,11-25 0,6 1-50,7 3 0,6-1-1096,10 3 0,6-3-13,10 0 1,5-3-372,-15-13 1,2-1-1,1-2 416,1-1 0,0-3 0,0-1 703,-2-3 1,1-2-1,-2-2 798,16-1 0,-2-4 873,-7-5 1,-1-5 536,-7-3 1,-4-4 84,-5-4 1,-5-5-527,-5-3 0,-5-3-362,-5-4 1,-3-2-200,-3-1 1,-2 0-126,-3 1 0,-3 0-99,-3 5 1,-4 1 188,-24-18-211,-19 16-171,19 22 1,-2 7-17,-3 5 1,0 5-63,8-1 0,0 5 477,-12 15 0,5 6-480,15-7 0,2 2-11,-6 12 0,6 2 0,11-8 0,8 0 434,20 26-437,3-33 0,6-4-8,10-4 0,5-4-316,8-4 0,3-6 335,2-6 1,0-6-1,-2-6 0,-4-6 9,-6-7 0,-6-7 22,-8-6 0,-6-6 11,-5-10 1,-6-5-187,-6 15 0,-2-1 0,-1-2 242,0-2 1,-2-1-1,0 1-46,0 2 0,-2 0 0,1 3-141,-1-14 0,-1 5 81,0 15 0,0 5 0,-2-6 0,2 24 768,2 25-768,3 29 0,-1-1 0,0 5 227,1 19 0,-2 5-227,-2-8 0,-2 2 0,0-1-1056,0-4 0,0-1 1,-2 1 1055,-3 10 0,-1 3 0,0-10 0,3-17 0,1-4 0,-2 2 0,1 1 0</inkml:trace>
  <inkml:trace contextRef="#ctx0" brushRef="#br0" timeOffset="219324">10008 10600 15913,'7'-62'1994,"0"0"0,-1 9 0,-2 11-1871,-7 21-16,-2 28 39,-5 29-54,1 1 1,-2 3-449,1-1 0,-2 5 389,-3 2 1,-3 8 0,-1 2-1,-1-2-752,2-6 0,-1-1 0,0 1 0,-3 3 723,2-4 1,-1 3 0,-2 1-1,0 2 1,-1-1 0,1-1-367,0-3 1,0 0 0,-1 0-1,1-1 1,-1 1 0,0-1 280,-1 2 1,-1 0 0,0 0 0,1-1-1,0-1 1,1-1-193,-6 11 0,2-3 1,-1-1-1,1 3-134,2-6 1,0 3-1,-1-1 1,3-2-1,1-6-777,3-3 1,1-4-1,0 0 1184,-6 8 0,-1 1 0,4-9 0,0-2 0,7-26 0</inkml:trace>
  <inkml:trace contextRef="#ctx0" brushRef="#br0" timeOffset="219482">8954 11681 13649,'3'-57'1653,"-1"0"1,0 0-1,0 10 1,0 1 0,1 6-1105,6-21 88,4 36-486,11 27-5,21 24-113,-9-2 1,4 4-879,-5-3 0,2 3 1,2 1 758,8 6 0,1 1 0,3 2-908,-8-5 1,1 0 0,1 1-1,1 1 994,-3-2 0,2 1 0,1 1 0,-3-2 0,-3-3 0,3 3 0,-4-4 0,0 1 0,-1-1 0,-1 0 0,1 0 0</inkml:trace>
  <inkml:trace contextRef="#ctx0" brushRef="#br0" timeOffset="220992">18098 2539 4999,'-58'-2'831,"0"0"1,-1 0 0,1 0 0,-6-1 0,2 1 0,4-1-751,-8-1 0,7-2 22,16 2 1,6-1 1670,-2-2-1696,6 0 273,25 0-298,22 4 336,6 0-277,20 3 955,-3 0-949,12 0-140,13 3-1085,-7 2 735,2 3 0,-29-3 1,-12-1-1</inkml:trace>
  <inkml:trace contextRef="#ctx0" brushRef="#br0" timeOffset="221591">17222 2571 10192,'-11'-2'2330,"-33"-5"0,-7-3-431,6 0-1488,-7 0 1,1 0 1375,10 0-1574,27 6-207,-2 0 246,27 3 207,23 1-182,16 1 0,11 0-958,-15 0 1,2 0 0,4 0 791,2 1 0,5-1 0,0 0 0,-2 1-5,5-1 1,-2 1 0,4 0-38,-12-1 0,2-1 0,3 1 0,2 0 0,1-1-19,-6 0 0,1 0 1,2 0-1,1 0 1,1 0-1,0 0 1,1 0-343,-3 0 1,0 0 0,1-1-1,1 1 1,0 0 0,1 0-1,2 0 1,1-1 315,-9 1 0,2 0 0,1 0 0,1 0 0,1 0 0,0 0 0,0 1 0,0-1 0,0 0 0,0 0 0,-1 1-191,3 0 1,0-1 0,0 1 0,0 0-1,0 0 1,0 0 0,0 1 0,0-1-1,0 0 1,1 1 162,-5-1 1,2 1-1,-1-1 1,0 1-1,1-1 1,0 1-1,-1 0 1,1 0 0,0-1-1,-1 1 1,1 0-122,-1 1 0,1-1 0,0 0 0,0 0 0,-1 1 0,1-1 0,0 1 0,-1-1 0,1 0 0,-1 1 0,0-1 97,3 1 0,1-1 1,-1 0-1,0 1 1,1-1-1,-2 1 1,1-1-1,-1 0 1,0 0-1,-1 1-32,3-1 1,0 0 0,0 0 0,-1 0 0,-1 0 0,1 0 0,-2 0-1,1 0 1,-2-1 55,2 1 1,0-1 0,0 1 0,-1-1-1,-1 0 1,-1 0 0,0 0 0,-1 0 0,1 0 1,0 0 0,-1 0 0,-1 0 0,-1-1 0,-1 1 0,0-1 2,12 1 1,-1-1 0,-1 0 0,-2 1 0,-4-1 26,-3 0 1,-3 0-1,-1 0 1,0 0-10,2-1 1,2 1 0,-4 0 0,-6 1-4935,-3 0 1,-3 1 4447,11-2 0,-9 1 0,-23 3 0,-15-3 1</inkml:trace>
  <inkml:trace contextRef="#ctx0" brushRef="#br0" timeOffset="229699">16304 14566 21159,'-11'1'1294,"3"-1"-1193,8 0-1065,0 0-3461,119-48 3817,-81 37 1,1 0 0,4-6 0,4-2-1,-7 4 1,7 5 0</inkml:trace>
  <inkml:trace contextRef="#ctx0" brushRef="#br0" timeOffset="229865">16419 14790 22436,'-40'11'1299,"-1"-1"1,-17 6-1183,70-22-195,35-12-309,-4 2 1,6-2-1976,-6 3 1,4-2 0,0 1 2361,0 0 0,1 0 0,-3 1 0,5-2 0,-4 2 0,10-4 0</inkml:trace>
  <inkml:trace contextRef="#ctx0" brushRef="#br0" timeOffset="230225">17870 14268 25489,'-14'-46'265,"0"-1"0,5 3 0,12 7-254,20 17 0,8 6-212,4-1 1,3 4 211,4 2 0,0 4-238,0 4 1,-1 5 226,-4 6 0,-3 5-12,-8 7 1,-5 6-6,-9 7 1,-8 4 13,-11 8 0,-10 2-275,-1-12 0,-3 1 0,-4-1 285,-5 4 1,-3-2 0,-1 1-646,-3-1 0,-1 0 0,0-2 641,3-2 1,0-2 0,2-1 7,-7 7 0,5-2 153,1 12-164,81-30-11,8-19-433,-7-6 0,8-5 0,1 0 276,-1-1 0,1-1 0,3-1-449,-13 4 0,3-1 1,1 0-1,1-1 1,0 1-1156,5-1 1,2-1 0,0 1 0,-1 0 0,-1 0 1719,-3 0 1,-1 1-1,0 0 1,-2 1-1,-4 0 1,13-2 0,-5 1-1,-5 1 1,-5 1-1,0 0 1</inkml:trace>
  <inkml:trace contextRef="#ctx0" brushRef="#br0" timeOffset="231091">7563 16619 19531,'-57'-2'1135,"0"1"0,13-5 1,16-5-1103,38-6-16,17 0 0,8-1-6,7 3 0,5 1-648,-5 1 0,3 1 0,1-1 622,5 1 0,1-1 0,1 2-317,7 1 0,1 1 0,-4 3 220,9 2 0,-5 3 67,-6 0 0,-10 10 701,-20 30-673,-55 13 25,1-14 1,-8 1-458,-5-3 1,-6 0 0,0 0 494,3-4 1,1-2 0,0 0 1,0-1 1,-1 0 0,2-1 65,-11 4 0,5-4 59,-5 3 1014,7-4-1047,41-28-112,18-10-14,12-8 0,5-3 0,3-1 0,3-3 149,3-2 1,4-3 0,-1 1-153,-6 2 0,-1 0 0,0 0 6,4-5 0,-1-1 0,-5 1 8,-2-9 0,-7 0-3,-7 10 1,-6-1 24,-8-7 1,-8 0 416,-8 3 0,-5 2-288,-1 1 1,-1 1 30,-5 2 1,0 3 150,-8 1-184,15 13-157,10 9-29,9 4 1495,22 17-1478,12 8-13,-6-2 0,2 3-250,2 3 1,-1 1 221,-5-4 0,-1 2-572,6 21 0,-6 5-1776,-13-12 1,-4 2 1767,3 13 0,-4-3 0,-7 4 0,-6-24 0</inkml:trace>
  <inkml:trace contextRef="#ctx0" brushRef="#br0" timeOffset="232041">10418 17022 22038,'-19'-60'1290,"1"-1"0,3 13 1,2 4-882,2-11-241,8 30-124,3 14-16,4 8-16,5 13 4,7 11-4,3 16-24,-3 15-16,-7 9 12,-8-8 13,-6-13 0,-3-1-8,-6 11 13,3-17 1,0-2 93,-4 2 66,4-16-50,5-18-50,4-17-18,4-18-4,6-19-369,-1 20 0,2 0 354,3-5 1,1 1-12,2 1 0,2 1-48,-1 6 1,1 2 50,15-9-28,-4 19 16,-1 14 1,1 15-23,4 14 0,3 16-14,-17-14 1,-2 2 204,1 3 0,-2 1-177,-2 2 0,-1-1-3,-1 1 1,-2-1 11,3 25 74,-4-11-74,-5-16-1,1-16 23,1-17 0,6-15-17,9-16-5,5-11 33,3-4-5,-1 1-12,-5 8 324,-5 9-335,-6 10-44,-2 11 21,1 7 12,4 11-5,7 8-1,5 12 23,3 5 5,1 2-33,0-2 0,1-6 11,-4-9 6,-3-10 16,-5-12 28,-3-13 12,-2-14 28,-1-14 89,-1-7 73,-1-3 17,-2 7-45,-3 10-90,-2 13-84,-2 11-44,-1 11-6,2 12 28,1 10-34,3 12-61,1 8-78,1 5-359,2 2-700,3 1-1659,5-4 2863,6-9 0,-10-16 0,0-8 0</inkml:trace>
  <inkml:trace contextRef="#ctx0" brushRef="#br0" timeOffset="232199">11579 16794 23069,'-17'-44'543,"-1"1"0,3 5 1,3 6-617,7 15-308,12 9-1232,10 9-4565,14 10 6178,3 5 0,-11-3 0,-9-5 0</inkml:trace>
  <inkml:trace contextRef="#ctx0" brushRef="#br0" timeOffset="232615">11977 16761 25914,'-24'-42'310,"1"0"0,1 4 0,7 10-293,16 20 0,8 10 5,11 15 0,13 16-19,-12-8 0,0 2-293,1 5 0,-2 1 254,0 3 0,-3 0 10,-3 0 1,-2 0-37,-3-3 1,-3 0-146,0 23-151,-14-13-377,-9-13-530,-11-14-175,-6-16 393,-4-15 582,-5-16 439,19 9 1,1-3 179,-1-2 0,2-3 187,0 1 1,2-1 689,-11-25 5,11 14-174,10 13-256,5 10-175,3 7-252,2 5-190,0 4 451,3 12-440,1 13-45,0 17-33,-1 16-529,-4-24 1,0 1-2080,0 1 1,1 0 2685,-2 24 0,2-23 0,1-17 0</inkml:trace>
  <inkml:trace contextRef="#ctx0" brushRef="#br0" timeOffset="233082">12406 16763 22246,'0'-7'1758,"-2"-25"1,-3-4-1126,-5 6-415,3-9 1,-3 3 50,-6 14-118,2 11-146,6 6-16,2 13 6,5 8 5,2 15-17,9 11 11,3-12 1,4 1 5,9 13-20,0-12 0,2-1-47,18 8-226,-18-13 0,0 0 248,-2-2 1,-3 0-91,8 22-89,-20-4-252,-24-7-415,-14-8-721,-10-11-859,-3-10-3796,-9-25 1691,8-14 3383,4-11 1504,21 11 0,3-1 3318,-1-24-1361,8 24 1,0-1 2010,-1-23-2912,3 22-858,-1 11 303,0 14-364,3 7-262,-1 3 450,0 10-552,-2 10-45,0 4-5,-4 19-68,1 2-246,-2 15-1168,6-27 1,2 0 1447,0 2 0,0-2 0,2 4 0,0-7 0</inkml:trace>
  <inkml:trace contextRef="#ctx0" brushRef="#br0" timeOffset="233282">12792 16802 22358,'2'-6'3422,"-1"1"-1966,-1 5-1462,5-24 12,-3 27-96,3-3-520,-5 40-3081,2 15 3691,1-7 0,0-18 0,0-13 0</inkml:trace>
  <inkml:trace contextRef="#ctx0" brushRef="#br0" timeOffset="233458">13046 16490 23908,'-43'-42'123,"0"0"0,6 2 1,7 15-320,16 32-84,19 17-5125,18 20 5405,8 1 0,-7-15 0,-9-13 0</inkml:trace>
  <inkml:trace contextRef="#ctx0" brushRef="#br0" timeOffset="233832">13361 16732 22615,'0'-4'4039,"0"1"-3586,0 3-419,-14-16-34,10 44-17,-8-11-8,11 12 0,5 5-3,4 20 5,-1-14-10,7-1 89,-7-25-6,2-6 6,-5-24-11,2-14-12,1-2-1670,2 2 0,2 0 1659,3-4-2,0 3 0,2 0-55,20-10 18,4 5 0,11 9-56,-7 22-50,0 16-291,-3 11-521,-5 12-908,-1 6-2089,3 0-5899,2-6 8999,-10-13 1,-8-10-1,-16-9 1</inkml:trace>
  <inkml:trace contextRef="#ctx0" brushRef="#br0" timeOffset="234175">14246 16751 26441,'-54'-21'84,"0"-1"0,6 3 0,4 10-79,-2 36 7,12 4-24,12-1-49,14-3 66,19-6 12,18-9 22,19-7 17,9-14-16,-8-1 175,-14-5 1,0-2 193,10-7-199,-15 8 0,-1-1 148,3-2-207,-15 7-84,-9 11-26,-6 19-54,-1 4 13,-1 15 0,0 7-22,-1-6 0,0 3-286,0-1 1,0 4-1,1-1 280,-1 19 0,1-1-681,2 1 0,-1 1 468,1-1 0,-3-2-420,-6-2 1,-8-2-2284,-9-4 1,-7-4 2943,-4-6 0,-2-6 0,9-11 0,1-4 0,-9 2 0</inkml:trace>
  <inkml:trace contextRef="#ctx0" brushRef="#br0" timeOffset="234482">15338 16588 22229,'-8'0'2436,"1"0"-2134,7 0-257,0 0-790,105-66-1930,-59 51 1,5 1 1418,-5-5 0,5-3 0,2 0 0,-2 6 1256,11 6 0,-1 5 0,-5 1 0,-4-2 0,-4 2 0,-4 2 0,-1 0 0</inkml:trace>
  <inkml:trace contextRef="#ctx0" brushRef="#br0" timeOffset="234641">15726 16805 21875,'-52'18'1341,"0"1"0,11-4 0,8-4-966,21-8-241,46-18-112,1 0 1,7-1-85,-5 2 1,4-2-1,1 0-1309,9-3 1,1 0-1,3-1-416,-9 4 0,1 0 1,1 0-1,-2 1 1536,13-4 1,-1 1 0,-3 1 0,3-1 0,-6 2 0,-20 7 0,0 0-1</inkml:trace>
  <inkml:trace contextRef="#ctx0" brushRef="#br0" timeOffset="235225">18230 16317 18823,'-8'0'4554,"1"0"-3602,7 0-381,-46-85-1531,41 34 1114,-13-9 1,6-1-52,24 28 1,7 4-65,3 1 1,3 3 137,2 3 0,3 3-166,3 4 0,2 3-6,2 3 1,1 5-117,2 4 0,0 5 94,0 5 1,-2 4 2,0 6 0,-3 4-20,-4 3 0,-4 5-8,-6 0 0,-6 3-11,-6 0 0,-7 2 19,-9 0 1,-7 0 30,-7 0 0,-4-1-6,-5-2 1,-4-1 8,1-5 0,-2-2 42,3-7 0,0-3 166,-22 2 21,14-22 696,13-13-634,13-15-4,13-4-192,15 0 440,16 6-485,16 12-5,15 7-411,-24 13 0,2 3 377,4 2 0,2 2-8,3 7 0,1 2-15,-2 3 1,-1 2-14,-6 1 0,-5 2-9,-8 0 1,-9 1-274,-23 24 72,-16-25 0,-9-2-847,-15 1 1,-8-2 695,6-6 1,-3 0 0,5-2 0,3 0 0,3-3 0,-1-1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0:05:21.0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4922 4325 19456,'-57'7'409,"10"-2"-504,49-5 185,3 2 5,8 0-45,11-1-27,9 0-18,4-1 1,-3 0 11,-10 0 55,-10 0 164,-8 0 15,-7 0-122,-9 3 11,-10 1 17,-11 3-23,-9 2 46,-4-1 21,-2 1 34,4-2 34,6 0-50,9-1-123,10-2-130,10-2 6,5-1 101,8-1 5,11-2-55,15-4-40,15-5 6,8-1-17,2-1-28,-8 2 5,-11 4 23,-17 4 84,-11 1 28,-14 6-39,-12 3 0,-17 6-6,-15 4 23,-8 0 38,0-2 80,11-3 66,15-6-84,15-3-83,12-3-46,14-6-161,14-5-544,18-4-3149,14-1 2973,-2 5 0,-21 4 0,-14 5 0</inkml:trace>
  <inkml:trace contextRef="#ctx0" brushRef="#br0" timeOffset="2426">8111 1919 29135,'0'-7'1205,"0"2"-1053,0 5-2254,0 0 2797,-2-40-1526,6 39 2067,2-21-1381,4 58-1345,-1 12 1035,-4 6 193,-7 3-633,-7-5 371,-9-6 1523,-5-10-1029,-6-12 1737,-3-12 1026,-4-13-1203,9-5-1421,-5-13-109,9-3 0,-7-12 0,9 9-1532,4 1-1094,11 16-88,4 4 656,2 10 1350,3 0-83,17 17 658,9-5 688,20 7 305,5-8 390,1-5 273,-6-6 207,-11-2-614,-11-6 978,-10-4-660,-3-4-1434,-3 0 0,15-5-9831,-3 6 9575,4-2 0,-11 8 1,-11 1-1</inkml:trace>
  <inkml:trace contextRef="#ctx0" brushRef="#br0" timeOffset="3476">11533 1940 31434,'-2'-44'48,"0"-1"0,0 5 0,0 6-387,-2 13-179,2 6 151,1 7-7,1 5 485,4 11-789,6 11-622,6 15 695,5 14-17,1 9 248,-5 1 82,-5-4 211,-8-6-63,-12-8 1191,-8-7 500,-10-9 615,-5-9-146,-2-7-2016,-1-11 0,-1-8 0,1-6 0,1-3 0,4 1 0,5 3 0,6 7-1048,6 4-9,5 8 2253,3 8-1081,5 7 679,9 6-794,11 0 0,16-4 0,12-7 0,7-7 0,4-6 0,-5-9 0,-8-5 0,-11-7 0,-9-1 0,-6-2 0,-7 1 0,-4 1 0,-3 5 0,-2 5 0,-2 5 0,5 6 0,13 8 0,-10-4 0,6 5 0</inkml:trace>
  <inkml:trace contextRef="#ctx0" brushRef="#br0" timeOffset="4600">16108 1699 32767,'-7'-49'-361,"1"0"1,-1 0-1,0 13-1281,4 26 282,-1 0 474,5 24 992,5 12-236,1 22 107,0-2-535,-3-14 1,-1 3 621,-2 5 0,-1 1-198,0-2 1,-2 1 426,-2 4 0,-4-2 490,-12 11 99,-1-21-2863,-8-10 4158,5-14 484,-13-14-1498,6-9-1163,-4-14 0,15 3 0,-2-7 0,7 5-914,0 5-1328,3 6-270,7 17 2752,3 5-20,1 12-301,8 3-303,21 13 626,16-6 336,-10-12 1,4-3 196,3-3 0,0-4 46,-7 0 1,0-2-835,15 0 0,-2-3 777,8-6-593,-19 2 1,-2-2-172,2-12 0,-14-1 0,-9 4 0,-5-3 0,-6 10-37,1-1 1,-3 7-1,0 2 1</inkml:trace>
  <inkml:trace contextRef="#ctx0" brushRef="#br0" timeOffset="5733">4983 5473 19742,'-61'-13'734,"18"3"-477,69 10-39,7 0 12,9 1 0,10 1-132,-21 0 0,2-1-361,7 0 1,1 0 415,8 0 1,3 0-552,6-1 1,2 0 487,-18 0 1,2 0-1,0 0-50,3 0 0,0 0 0,1 0 11,0 0 0,0 0 0,1 0-467,0 0 1,1 0 0,0 0 468,-1 0 0,1-1 0,-1 0 3,0 1 1,0-1 0,-1 0-65,0-1 0,-1 0 0,-1 0-238,0-1 0,-1 1 0,1-1 243,-1 1 0,-1-1 0,1 0 36,0 0 0,-1 1 0,1-1-156,0 1 1,0 0 0,0 0 150,-1 0 1,0 1 0,-1-1 30,18 0 1,-1 1-42,-6 0 0,-2 0 198,-7-1 1,-2 0-172,-5 1 1,-2-2 60,27-1 1,-9-2 1102,-9 2-1095,-9-1 888,-10 2-817,-10-1 1268,-8 4-1274,-6-1 486,-1 1-1237,-6 0-4120,-8 4 4692,-8 0 0,5 0 0,3-1 0</inkml:trace>
  <inkml:trace contextRef="#ctx0" brushRef="#br0" timeOffset="8150">5792 4398 10584,'-3'1'7836,"1"-1"-6436,2 0-1282,6-5-28,14-1-40,4-4-11,11 3-39,-12 2-39,4 2-62,-9 3-33,-2 3 201,-11 4-5,-7 1 94,-23 9-111,7-8 0,-14 6 280,-21 1-17,13-5-124,-14 3 360,13-7-393,24-5 174,-8 2-78,18-4-247,1 0-84,7 0 84,10-2 11,2 0-28,24-7 17,7-1 11,-8 2 1,2 1-18,24-3-16,-3 1 27,-33 7 107,-18 3-61,-22 6-46,-4 1 14,-11 4 1,-5 0 70,-19 7-430,14-5 1,0-1 484,-8 2 572,4-4-415,29-8-229,8-9-50,25-7-29,22-9-11,2 1-168,-10 9 1,4 1-4732,0 3 1,0 1 3622,19-5 1,-6 6-1,-42 6 1</inkml:trace>
  <inkml:trace contextRef="#ctx0" brushRef="#br0" timeOffset="22301">9600 3291 22772,'-8'-37'656,"1"1"1,-6-22-573,12 57-144,-1 3 112,2 12-37,-1 6-6,1 5 8,2 4 22,3-7-11,4 6 0,5-6 86,4-5-105,-3-8 108,7-6-32,1-11-83,13-9 26,-6-1 0,3-2-43,-1 1 1,0-1-40,1 0 1,0 0-476,4 1 1,0 1-3061,-7 4 1,0 2 3600,3-1 0,-2 1 1,8-1-1,-21 8 0</inkml:trace>
  <inkml:trace contextRef="#ctx0" brushRef="#br0" timeOffset="25968">6688 4467 13911,'-6'0'4189,"1"0"-2726,5 0-931,-61-5-12,44 2-631,-42-5 99,67 1 24,13-2-7,14-1-10,-1 2-1,25-5 12,-14 6-6,17-2-6,-17 3-5,-8 2 50,-12 1 45,-11 2 151,-12 1-246,-12 2 33,-14 4 1,-16 4 10,-13 4-5,7-2 42,11-3 0,1-1 76,-9 1 55,-14 3 35,29-7-147,12-2-156,10-3-157,6 0 224,9-1 0,8-4-6,14-3 1,11-4-6,5 0 11,-8 3-12,10-2 18,-22 6 72,5 0 85,-20 3-85,-14 2-100,-14 3-1,-13 4-55,-16 5-415,-8 3-3590,-1 0 3826,12-2 0,18-6 1,13-3-1</inkml:trace>
  <inkml:trace contextRef="#ctx0" brushRef="#br0" timeOffset="27084">12294 3535 8842,'-4'-5'6256,"0"2"-2638,4 3-2704,-23-62-466,19 45-401,-9-19 1,4 9 590,11 27-285,3 25-129,-1 4-67,3 21-39,-1-6-6,2-4 50,2-7 192,1-10 189,3-10 50,2-14-206,5-12-225,8-16-111,-2 0 2,-2 0 0,2 0-8,13-12-362,-12 11 0,2-1 222,-5 9 0,-1 2-1062,27-15-3548,4 10 4705,-9 11 0,-15 8 0,-15 5 0</inkml:trace>
  <inkml:trace contextRef="#ctx0" brushRef="#br0" timeOffset="29325">8946 5426 7850,'-4'0'7517,"0"0"-4918,-58 0-1523,27 3-670,-7-2 0,0 1 227,5 4-365,12-3 253,5 1-493,14-3-134,0 0 95,8 1 44,1-1-10,7 5 16,13 2-28,4 2 0,11-1 12,-3 0-12,-2-2-11,-9-1 11,-1-1 28,-11-2 51,-1-1 184,-5 0 153,-4-2-254,-1 0 124,-2-3-185,-5 0-78,-2-2 44,-21 2-33,-2 1-17,-5 1 45,-5 4 5,12-1 40,-3 3-23,11-3-162,11-1-90,6-1 162,21 1 1,11-1-6,31-1-23,-23 0 1,1-1-562,7 0 1,0-1 339,-9 1 1,1 0-4673,13 0 1,-2 1 3947,-7 1 1,11 0-1,-43 1 1</inkml:trace>
  <inkml:trace contextRef="#ctx0" brushRef="#br0" timeOffset="30901">7442 4274 10198,'-1'-3'4951,"0"0"-677,1 3-4218,0-24 33,0 19 247,2-14 17,-1 30-134,3 7-29,1 4-28,2 1-5,3-2 28,1-6 56,1-4 111,0-5 69,-1-3-202,-4-3 279,6-8-341,-1-4-107,10-13-72,7-5 108,13-6-75,-2 5-1272,5 5 0,4 1-3655,-10 8 1,-1 2 3829,7-5 1,-2 1 0,6 3 0,-35 12 0</inkml:trace>
  <inkml:trace contextRef="#ctx0" brushRef="#br0" timeOffset="31992">10700 3334 17788,'-2'-46'2534,"0"9"-2184,1 34-404,1 2 23,-2 7 143,0 4-29,0 11-4,1 3-22,0 4 14,1-2-6,1-1 26,3-5 32,2-4 93,1-7 306,-1-4 19,3-8-212,3-9-129,10-13 9,8-11 278,9-8-430,3-3 386,1 1-48,-4 7-301,-6 10-1369,-8 10-5657,-8 11 6985,-8 8 0,-5 1 0,-3 3 0</inkml:trace>
  <inkml:trace contextRef="#ctx0" brushRef="#br0" timeOffset="32684">8914 2409 13988,'-1'-5'6487,"0"1"-5737,-16-28 0,-6-9 433,2 0-953,-2-4 0,1 2-70,9 14 1,10 15-59,2 9 63,3 2 529,9 12-557,5 7-76,4 6-48,5 10-121,-6-4 6,8 10-225,-6-12 24,-1-6-189,-9-13 1133,1-8 768,-1-11 494,8-12-73,14-28-201,2 0-53,0 0-1576,1 5 0,-6 15 0,18-9 0,-5 17-2097,9 8 2066,-14 18 1,-14 0 0,-11 3-1</inkml:trace>
  <inkml:trace contextRef="#ctx0" brushRef="#br0" timeOffset="34284">9858 5465 10157,'-48'0'1734,"0"0"1,1 0 0,-17 0 0,9-1-407,8 0-142,18-1-827,13 1-240,10 0-46,12-1 96,10 1-85,20-1-33,22 0-248,-18 1 1,2 0 213,7 0 0,1 0-505,4 1 0,2 0 496,3 1 1,0-1-543,1 1 1,1-1 530,2 1 0,-1 0 11,1-1 1,-1 0 2,-2 0 1,-2-1-4,-4 0 0,-2-1-231,-6 0 0,-2-1 237,-8 1 0,-1 0 452,20-2-422,-14 3 861,-14 0-877,-8 0 1002,-8 1-3092,0 0 2221,-3 0 1,-3 0 0,-2 0-1</inkml:trace>
  <inkml:trace contextRef="#ctx0" brushRef="#br0" timeOffset="35701">8419 4399 15289,'-48'3'1557,"0"0"0,4 0 0,8-1-1282,15-2-600,15 1 459,26-6-106,17 0-5,23-7-23,2 1-302,-1 1 302,-7 2-5,-12 4 117,-14 1 134,-13 2 191,-8 0-207,-12 1-202,-6 1 61,-15 2 212,-14 3-200,-12 4 90,-7 0 150,2 1-139,16-4 135,10-2-382,21-4 11,9-3 1,15-4 5,4 0-505,37-11-912,0 3-3407,-9 2 0,1 0 4852,-9 2 0,-2 1 0,14-3 0,-23 5 0</inkml:trace>
  <inkml:trace contextRef="#ctx0" brushRef="#br0" timeOffset="38984">15164 3402 18947,'-55'3'56,"26"-8"-62,51-5-5,15-5 0,-9 7-40,14-3 12,-17 6-34,8-1 5,-17 5 57,-8 1 95,-5 0 63,-7 2-30,-5 3-89,-4 2 56,-27 10-5,1-3-35,-10 4 63,-2-1 89,11-4-129,8-2-39,10-3 364,20-7-302,27-8-51,5-4-11,26-9-28,-2 1-17,2-1-17,-4 3-150,-7 5-416,-9 4-1808,-11 5 2408,-10 4 0,-8-1 0,-5 3 0</inkml:trace>
  <inkml:trace contextRef="#ctx0" brushRef="#br0" timeOffset="39651">11275 5727 20711,'9'-24'548,"0"16"-357,-4 35-57,3 10-27,-1-1-7,2-3 29,2-7 90,3-8-11,-1-8 296,5-7 302,24-41-672,-4 3-398,-7 2 1,1-2 283,-9 7 0,0 2-12,2-1 0,0 1-16,0 1 0,1 1-85,6-1 1,0 1-104,11-6-300,-14 14 1,-1 4-2272,2 4 2767,3 4 0,-16 3 0,-6 4 0</inkml:trace>
  <inkml:trace contextRef="#ctx0" brushRef="#br0" timeOffset="41974">12404 5568 10769,'-8'-6'3131,"2"1"-1019,6 5 1943,0 0-4078,-14-11 102,11 11 145,-8-5 28,15 19 16,2 8 18,-1 8-28,-1 6-74,-3-1-72,-1-4-22,2-7 145,0-8 483,2-8 32,2-13-419,5-13-147,8-15-16,10-14-382,5-5 349,3 1-68,-2 4-50,-3 7-62,-1 6-151,-2 9-599,0 9-1871,0 8 2666,2 12 0,-15-2 0,-2 5 0</inkml:trace>
  <inkml:trace contextRef="#ctx0" brushRef="#br0" timeOffset="44468">14557 2539 8634,'11'-62'2253,"0"1"1,-4 6 0,-5 5-1322,-8 14 1,-6 5-109,-28-10-586,12 27 0,-4 6-393,-6 6 1,-1 7 572,-6 6 0,0 6-533,-5 8 0,2 7 425,13-7 0,0 4 0,2 2-320,-3 4 0,1 3 0,2 1 200,-1 6 0,0 1 0,3 2-485,0 2 0,2 2 1,3 0 413,1 1 1,3 0 0,3 0-22,4-1 1,2 0 0,3-1-106,4-5 1,3 0 0,4-1-316,8 16 1,10-4 103,7-9 1,10-6 71,12-9 1,6-8-18,-10-12 0,2-4 1,2-4 187,5-4 1,2-4 0,1-3-202,3-4 1,1-3 0,-1-3 176,-1-3 0,0-4 0,-2-2 164,-2-3 0,-3-3 1,-2-2 80,-6 0 1,-2-3 0,-4-2-42,-4 0 1,-4-2-1,-4-3-71,-5 0 0,-4-3 1,-3 0-101,-4-3 1,-4-1-1,-4 0-76,-5-2 0,-4-1 1,-5 1 35,-3 2 0,-4 1 0,-4 2-32,-5 3 0,-4 3 1,-3 4-111,-3 5 0,-2 4 0,-3 4-8,0 4 0,-2 4 0,0 3 15,3 4 0,-1 3 1,1 2-317,-14 4 1,3 6-770,9 4 0,4 5 1167,8 10 1,5 1 0,-2 2 0,13 7 0</inkml:trace>
  <inkml:trace contextRef="#ctx0" brushRef="#br0" timeOffset="45142">17551 2427 12718,'-17'-58'2108,"0"-1"0,-6-1 0,-6 10-1530,0 28 1,-3 7-1154,-12-4 0,-4 4 895,-5 5 0,-2 6-137,10 9 1,-3 4 0,4 1-103,-3 0 1,1 5 94,5 5 1,-1 6 0,5 2 48,-1 11 0,5 5-632,4-4 0,-1 4 0,3 1 514,0 6 1,2 1 0,2 3-315,1 3 0,2 1 1,2 2 253,7-15 1,0 1 0,3 0-1,1 0-9,0 15 0,4 1 1,4-2-33,4-1 0,6-2 0,4-1-486,5-5 1,5-1 0,5-5 357,6-3 0,5-4 0,5-6 61,5-3 1,4-6 0,2-4 63,-11-7 0,1-4 1,1-1-1,0-4 50,1-2 0,0-3 0,0-3 1,-1-2 25,13-6 0,0-3 1,-3-6 40,-4-3 1,-3-4 0,-3-4 45,-5-3 0,-3-3 1,-4-4 26,-5-1 0,-3-3 0,-4-3-76,-3-2 0,-4-2 0,-4-1-72,-2-4 1,-5-1 0,-3-1-51,-4-1 0,-4 0 1,-4 0-66,-3 1 1,-4 1 0,-5 2-4,-4 4 0,-6 3 0,-4 3-61,-5 5 0,-4 3 0,-4 6-326,-6 3 1,-3 6-1,-1 4-298,11 8 1,-2 2 0,0 2 0,2 2 700,-12 1 0,2 4 0,3 0 0,-2 1 1,7 2-1,-7 6 0</inkml:trace>
  <inkml:trace contextRef="#ctx0" brushRef="#br0" timeOffset="46692">14437 3669 13340,'-1'-6'4480,"1"1"-1349,0 5-2974,6-7 235,6 40-190,7-4-144,-5 4 1,-1 5-304,3-5 0,2 0 279,4 2 0,2-1-18,-5-7 1,4-1 62,24 11 0,7-4-21,-9-12 1,4-4-445,0 0 1,5 0 0,0-4 424,-2-5 0,0-3 1,1-2-936,5-3 1,2-2-1,-3-2 907,-9 1 0,-2 0 1,2-3 8,11-4 1,2-2-1,0-2-328,0-2 0,0-1 1,-1 0 338,0-1 1,0 0 0,0-1-189,-14 4 0,2-1 0,-2 0 0,-4 0 218,15-6 1,-5-1 465,-2-3 0,-5 2-426,-3 0 2012,-5-2-2152,-40 26 1949,-2 3-1954,-26 13 4,-11 5 364,7-3 0,-4 0-372,-5 1 1,-2 0 19,-9 2 0,0-1 19,10-4 1,-4-1 19,-6 0 0,-6 1 1,2-3 8,11-2 1,2-2 0,-3 0-498,-2 0 0,-4 1 1,-2-1-1,3-1 482,-9 0 1,2-2 0,0 0 11,1-2 0,1-1 0,2-1-232,3-3 1,2-1 0,1-3 236,6 0 0,1-2 1,1-3-15,-13-9 1,5-6 2,6-4 0,4-5 0,6-3 1,5-4 2,5-3 0,3-2 0,5 0 0,4 0-12,4 10 1,2 0-81,2-9 1,4 2 77,3-3 519,4-9-547,4 35 2417,4 14-2104,-3 11-121,16 29-127,-1 14 73,-5-9 1,2 3-111,1 2 0,2 0 6,3 4 1,3 1 10,5 0 0,4-1-497,-11-17 1,2-1 0,3-1 407,3-1 0,2-2 0,2-1 78,5-3 1,2-2 0,2-2-10,5-2 0,2-3 0,2-2-546,-13-3 0,2-2 1,0-2-1,0-1 560,2-2 0,0-1 1,0-1-1,1-2 9,-2-2 1,0 0 0,0-3 0,-1-1-362,13-5 0,-1-3 1,-3-2 371,-4-3 1,-2-2 0,-3-3-143,-5 0 0,-1-3 0,-4-1 143,-4-2 1,-2-1 0,-3-1 189,-3 1 0,-3-1 0,-2 0-118,5-14 0,-5 1-27,-6 7 0,-6 2-187,-4-18-229,-12 25-6667,-35 18 7022,6 20 1,-3-1-1,17 4 1</inkml:trace>
  <inkml:trace contextRef="#ctx0" brushRef="#br0" timeOffset="47650">13514 5683 17893,'-54'1'1245,"1"0"1,9 0-1,5 0-701,2-3-466,25-2-139,24-2 61,29-4-9,-2 3 1,6-1-768,-5 2 1,3 0 0,3-1 761,7-1 1,3 0 0,2 1-23,4-1 1,1 0-1,0 1 10,0-1 0,0 0 0,-1 1 13,-4 1 0,-2 1 0,-2-1-113,-9 2 0,-1-1 1,-4 1-113,5 1 0,-8-1-48,-3 1 180,-53 8 69,-9-1 1,-7 1 50,-16 4 0,-5 1-501,9-3 0,-1 1 0,-3-1 567,-5 3 1,-2-1-1,-2 1 4,14-3 0,-2 1 0,0 0 0,1 0-2,-1 0 1,0 0 0,1 0 0,0 0 2,-11 2 1,1 0 0,3 0-21,7-1 1,1 0 0,4-1 555,-6 2 1,5-1-622,-5 1 678,39-6-544,38-10-98,1 1 1,6-2-424,16-4 1,5-1 395,-10 2 0,4-1 1,0 1-99,8-3 0,3 1 1,0 0 89,-12 2 1,1 0-1,0 0 1,1 0-1,-1 1 0,1-1 1,0 1-1,-1-1 1,-2 2 1,-1-1 0,0 1 0,-2-1-109,9 0 1,-2 0 0,-3 1 217,8-2 0,-7 2 196,4-2-202,-60 7-134,-56 10 5,7 0 1,-6 2-131,9-1 1,-2 1 0,-2 1-57,9-1 1,0 0-1,-2 1 1,0 0 120,-7 3 1,-2 2-1,2-1 1,4-2-1,-11 3 1,5 0-1,4 1 1,-1-1-1</inkml:trace>
  <inkml:trace contextRef="#ctx0" brushRef="#br0" timeOffset="64501">2365 13170 19504,'-16'-49'839,"1"-1"0,-1 1 0,1 5 0,-1 2 0,-2 7-413,-26-8 34,1 22-471,6 27 11,6 28 0,17-1 0,3 6-965,0 14 1,2 7 928,4-11 1,2 4-1,0 2-396,1-8 0,0 1 0,1 2 0,1 1 273,0 5 1,1 0 0,1 2 0,-1 0-618,1 4 0,0 1 0,0 0 0,-1 0 557,1-11 1,0 1-1,0 0 1,-1-1 0,-1 0 78,0 12 0,-2-1 0,0 0 0,-2-2-4,-1-6 1,-1 0 0,-2-3-1,-3-2 392,-3 6 1,-3-5 0,-5-5 300,-13 3 0,-5-13-325,-3-16 0,-3-13-14,-1-14 0,2-13-70,-1-12 0,5-11 13,15 5 0,4-4 1,3-3-143,2-7 0,4-3 1,4-2 255,4-2 1,4-1-1,4 0-275,4 2 1,4-1 0,4 3-3,2 3 1,5 2 0,2 2 46,2 4 1,3 2 0,2 3-80,0 3 1,2 2 0,1 2-82,0 3 0,1 2 0,1 2-224,17-9 0,1 4-482,-2 5 1,1 2-1597,-5 5 0,1 3 2425,-2 2 0,-3 3 0,4 0 0,-10 4 0</inkml:trace>
  <inkml:trace contextRef="#ctx0" brushRef="#br0" timeOffset="65542">2559 13451 15317,'3'-8'6828,"0"1"-5568,-3 7-308,0 0-1058,-20-44 5,24 38 95,-16-32 34,34 61-28,-3 9-39,-6-1 0,-2 2-6,2 15 8,-8-11 1,-1-1 19,-5 6 51,-2 2 84,-4-16 22,-3-15-56,0-18-17,1-11-34,3-15-16,5-6-34,9-4-44,9 3-34,11 1-163,10 5-190,10 5-218,6 6-671,6 8-69,2 7-173,0 6 167,-1 4 930,-17 2-16,14 2 784,-27-5 834,6 1 359,-23-4-253,-9-3-22,-9-3 161,-5-2-592,-5 2-325,-3 1-219,-2 4-139,0 7-34,0 7-39,1 11-17,2 5 0,5 4-17,4 1-11,12-5 11,9-6 12,3-10 49,26-9 7,-7-13 22,19-12 27,-11-10 29,-8-8 84,-10 0 11,-12 1 12,-11 4-1,-11 6-67,-7 8-28,-9 9-62,-7 7-44,-3 13-17,-4 11-40,3 12-21,6 10-1762,18-12 1,3 2 1620,0 12-196,10-11 0,7-2-745,21 6 176,-4-16 1,4-3-622,6-4 1,4-4-1116,4-4 1,1-3-219,1-6 0,1-2 1627,-2-4 0,-2-2 1277,-2-3 0,-3-2 0,-2-1 0,-3-1 699,-4 0 1,-3-2 3898,17-19 2338,-14 0-3940,-12 0-918,-7 4-437,-6 5-633,-9 7 451,-6 9-1174,-11 8 52,-10 15-248,-11 11-55,-6 18-605,23-13 0,1 4 576,-2 5 1,2 2-12,0 7 1,1 2-254,0 3 0,2 2 217,3 0 0,3-2 16,4-5 1,4-2 14,6 18 34,11-24 100,16-24-90,-6-12 40,13-17 11,-5-9 28,10-11 23,-1-7-63,-14 18 1,-1 1-28,7-9 1164,5 0-1119,-22 26 495,-1 1-551,-5 10 22,6 4 40,27 1-74,-5-2-17,2-3 1,2-2-273,-5-2 1,1-1-208,7-1 1,3-1 473,0-3 0,-3 0 0,5-2 0,-11 1 0</inkml:trace>
  <inkml:trace contextRef="#ctx0" brushRef="#br0" timeOffset="66401">3822 13719 17042,'17'-52'1555,"0"0"0,-2 5 0,-3 7-652,-8 11-539,-2 10 235,-6 5-106,-10 8-336,-11 6-57,-17 12-27,-13 17-561,22-7 0,1 2 499,3-2 0,1 1 6,-6 10 0,1 4-3,2 4 0,2 1-14,4-8 0,2 2-9,-4 18 1,5-2-430,13-3 421,4 7-17,27-26 29,35-19 13,-23-10 1,3-3-365,12-5 0,1-5 378,-3-6 1,-2-3-9,-8 3 0,-2-2 16,5-7 1,-1-4 78,-6-4 1,-3 0-52,-3 7 1,-2-1 134,5-16 1,-4 1 125,-7 2-151,0-8 1060,-12 22-999,-5 16 256,-1 5-457,-4 17-6,-1 5-14,-5 15 1,-1 4 8,-4 11-548,0-3 0,-4 9 0,1-2 536,-4 9 1,-1 1-2,1-1 0,-1 4 0,1-3-12,6-17 1,0-2-1,2 1 4,-2 11 0,2 2 1,4-5 160,5-9 0,3-2-177,1 10 0,7-5-52,24-14-270,19-34-182,-16-10 0,2-5-1197,9-9 1,2-5-1557,-11 8 0,0-1 0,-2 1 2368,8-6 1,-4 4 0,-8 5-1,-5 4 1,-11 8 0</inkml:trace>
  <inkml:trace contextRef="#ctx0" brushRef="#br0" timeOffset="66751">5321 13678 24542,'-37'-33'-958,"30"3"-213,38 19 1,15 5 1170,7-3 0,-2 2 0,10-2 0,-3 2 0</inkml:trace>
  <inkml:trace contextRef="#ctx0" brushRef="#br0" timeOffset="66892">5346 14030 23272,'37'-21'0,"1"0"0,-1 0 0,8-4 0,0 0 0</inkml:trace>
  <inkml:trace contextRef="#ctx0" brushRef="#br0" timeOffset="67424">7150 13265 24500,'-57'-12'212,"1"1"1,2 1 0,6 6-151,-3 13-600,-7 7 552,27-7 0,-1 1-9,-1 1 1,1 1 11,1-1 0,1 0-6,-22 12 213,14-4-207,12 2 88,7 1-82,5 6 34,3 7-23,2 10 50,2 14-23,3-23 1,2 2-233,-2 7 0,1 3 227,0 5 0,1 3-500,-1 2 0,0 1 452,1 0 0,2-1-19,3-5 0,2-3-274,4-6 1,4-2 208,4-8 1,6-3-503,4-5 1,4-6 577,9-6 0,-1-5 0,6 3 0,1-13 0</inkml:trace>
  <inkml:trace contextRef="#ctx0" brushRef="#br0" timeOffset="69100">30612 13096 21976,'2'-20'763,"9"5"-623,31 12-51,5 2-44,-8 0 33,20 1-38,-17 0-1,17 1-11,-14 3-6,-7 1 23,-11 4 67,-12 4 34,-10 6-12,-14 9 6,-9 11-50,-8 12-76,13-21 0,1 2-148,2 4 0,3 1 148,2 4 0,5 2-6,5 1 1,5 1 10,7 10 1,4-1-20,-6-16 0,0-2 0,6 11 0,-7-4-33,-22 1-146,-28 3-2734,-9-27 1,-7-5 389,12-5 0,-1-3 2523,-20 1 0,5-3 0,18-4 0,2-1 0</inkml:trace>
  <inkml:trace contextRef="#ctx0" brushRef="#br0" timeOffset="70283">29639 14773 20963,'19'-49'769,"0"1"0,-2-2 1,-5 5-289,-13 7 85,-9-15-337,-6 14-145,-2 8 34,-17 17-96,5 20-5,-19 11 6,4 18-266,21-12 0,2 2 234,1 2 1,1 1 13,4 1 1,3-1 0,-4 15-23,12 4 6,25-12 5,8-4 40,21-7 16,0-20-11,-11-8 90,6-13 247,-9-17-40,-3-1-28,-7-8-79,-16 16-139,-6 9 491,-9 8-558,-3 13-12,-8 11-6,-5 15 1,-2 12-40,1 11-2,13-23 0,2 3-450,0 3 0,3 2-69,0 2 0,4 1-635,4 0 0,3 0-2507,6-2 0,2-3 3697,4-6 0,0-4 0,9 5 0,-9-18 0</inkml:trace>
  <inkml:trace contextRef="#ctx0" brushRef="#br0" timeOffset="70693">30307 14778 20308,'3'-47'1131,"0"-1"0,-1 5 1,-5 7-740,-11 8-196,-9 10-73,-8 10-17,-7 10-44,-8 11-12,-1 13-265,-1 11 220,8 6-5,10 2 6,13-2 5,14-7-45,14-6 46,14-10 27,12-10 28,9-14 62,3-11 100,-1-12 119,-5-8 16,-10-4-50,-8 0 226,-10 5-316,-7 8-95,-5 12-50,-3 8-79,-4 9 11,-3 12-11,-9 14 5,-3 14 7,-3 12-66,11-24 1,1 0-481,1 4 1,1 0-246,1 2 1,3 0-2098,5 1 0,2-1 2876,2-4 0,1-3 0,6 8 0,-3-18 0</inkml:trace>
  <inkml:trace contextRef="#ctx0" brushRef="#br0" timeOffset="71126">30842 14809 22436,'-4'-54'657,"1"-1"0,0 7 0,-6 10-438,-16 19-107,-7 12-17,-6 16-5,-6 12-23,-2 16-274,23-15 1,1 2 223,-16 27 0,12-2-17,13-4 112,19-8-112,11-10 0,12-11 56,8-9 23,2-16 61,2-9 151,-3-12 101,-3-4-11,-9-2 289,-7 3-541,-7 9 179,-6 1-168,-4 14-67,-1-1-45,-1 8-40,0 2 18,-1 3 11,-2 7-12,-4 10 1,-3 18-17,-1 16 2,7-18 1,0 3-512,1 4 0,3 1 64,3 5 0,2 0-2225,2 1 1,2-2 2680,0-5 0,0-5 0,4 12 0,-7-25 0</inkml:trace>
  <inkml:trace contextRef="#ctx0" brushRef="#br0" timeOffset="73626">28873 14809 23657,'-4'-45'726,"0"-1"1,0 6-1,-1 7-648,-1 17-5,-1 8-22,7 15-18,-1 12 6,1 17-16,0 16-18,0-19 1,0 1-297,-2 4 1,-1 1 161,-1 3 0,-1 1-689,-1 0 0,-1 0 818,1 2 0,0-3 0,0 6 0,2-10 0</inkml:trace>
  <inkml:trace contextRef="#ctx0" brushRef="#br0" timeOffset="74550">29509 14703 23450,'-14'-40'304,"-1"-1"0,6 5 1,-2 10-149,-9 22-21,5 10 22,-8 8 27,-7 17-33,5-2 1,-1 3-93,1-1 0,1 0-242,-1 1 1,1 0 210,3 1 0,4-1 6,-2 19-26,9-20 0,6 1-5,9 1 0,7-2-9,23 13 18,14-8 4,-15-27 1,3-4 5,-5-3 1,1-4 19,7-3 0,1-3 3,-2-3 0,-2-6 25,2-11 0,-3-3-45,-12 9 0,-3-3 20,6-13 0,-6-2 2,-11 9 1,-3-1 8,1-8 0,-2-1-3,-2 0 0,-3 0 14,-3 4 0,-3 2 68,-12-24-79,-13 17-45,-8 19 17,-9 14-6,-5 18-19,18 6 0,0 5 2,4 2 1,1 3-202,1 0 1,1 3 195,1 4 0,3 0-3,5-5 0,1 2-6,-3 13 1,1 2 390,-3 14-404,14-12 0,6-2 10,8-9-13,4-3 0,5-2-14,21-2 22,-5-13 0,3-4 56,27-5-825,-25-11 0,-2-4 786,9-13 35,-19 2 0,-1-3-13,10-23-5,-11 6 0,-2-3-3,-4 4 0,-3-2-754,0-8 1,-3 2 762,-1-16-98,-8 29 1,-3 1 107,-11-8 1298,-13 1-1325,-29 21-1,-5 25-289,19 6 1,1 5 283,11-1 0,2 3 3,-8 9 0,1 5-3,2 3 0,2 2-9,1 0 1,3 2-1,1 4 1,6-1 1372,10 18-1381,16-18 0,27-6-16,14-19 33,-3-11 0,2-4 5,-4-6 1,0-5 2,8-6 1,-3-3-9,-17 1 0,-3-3 11,2-7 0,-3-2 23,3-27-26,-14 11 0,-5-3 20,-4 7 0,-3 0-715,-6-6 1,-4 2 708,-5-7 12,-20 4-17,-7 22 803,0 7-881,-3 18 73,15 20-857,7 20-108,8-1-3963,9 0 1,3 0 3267,3-3 0,1 14 0,-2-41 1</inkml:trace>
  <inkml:trace contextRef="#ctx0" brushRef="#br0" timeOffset="75393">30223 14817 8629,'-2'-8'8570,"1"1"-6167,1 7 554,0 0-2100,-5-69-241,2 43-373,0-14 1,-2 2 70,-2 26-157,-1 4-96,-6 7-16,-4 11 22,-11 11-16,-6 14-6,-7 12-23,21-20 0,0 1-127,1 2 0,1 1 127,2 0 1,3 0-12,-4 30-33,16-6 5,17-9 6,15-10 28,15-12 22,7-11 23,5-16 56,-2-12 0,-3-15-272,-8-11 241,-24 16 0,-3-2-17,-2-2 0,-2-1 14,-3-2 0,-3 0 89,1-29-100,-10 15 73,-24-7-102,-5 25-10,-20-4-28,3 22 33,-1 17-22,4 11-57,1 14 46,8 7-6,6 6 6,10 3-6,9 3-34,13 1 28,15-1-16,16-5-80,14-7 63,6-11 33,-2-11 40,-7-12 11,-8-14 286,-5-11-303,-3-13-22,-8 1 10,-7 2 1,-3-3 23,-1-17-32,-2 14 0,-3-1 37,-6-19-28,-9 9 28,-11 11 5,-11 10-39,-10 14 269,-6 13-303,-6 16 18,1 13-220,27-9 1,2 1 221,3 2 1,2 2-21,-10 28-133,14 2-46,12-13-851,14-13 0,8-1-7164,24 4 8217,-12-12 0,0-3 0,9-3 0,-15-10 0</inkml:trace>
  <inkml:trace contextRef="#ctx0" brushRef="#br0" timeOffset="76209">30877 14769 17916,'-1'-7'4442,"0"1"-3322,1 6 750,0 0-1696,-42-32-50,25 24-29,-36-23-6,31 38 23,-8 7-11,-8 9 17,-5 8-29,0 7-61,4 6 0,8 5-337,12 5 309,11-2-11,15-2-22,14-8 16,15-8 6,12-10 33,6-10 28,2-10 12,-3-14 22,-5-10 39,-5-11 6,-7-10-28,-7-9-56,-10 5 41,-11 10 1,-3-1 31,-10-12-82,0 15 0,-5 2 15,-22-10-12,-13 9-11,-3 13-11,0 8-17,3 15 22,5 9-5,4 12 22,2 7-5,4 9-304,5 6 253,8 5 22,10 3-33,18-2-56,14-5 34,18-6 39,7-12 16,1-11 1,-3-11-6,-5-16 22,-5-8 302,-3-14-296,-6-10-6,-7-8 6,-8-10 34,-7 0-12,-13 2 0,-11 9-22,-15 12-11,-12 13-22,-6 11-18,-4 17 46,4 9 16,5 15-7,8 9 2,8 9-23,10 4-17,10 0-44,17-3 5,15-7 12,16-9-29,9-12 68,3-11-158,0-12-1292,2-13 1444,3-16 0,-25 13 0,-5-2 0</inkml:trace>
  <inkml:trace contextRef="#ctx0" brushRef="#br0" timeOffset="78018">7376 15130 20308,'0'-8'2884,"0"2"-2431,-2-26 1,-3-6 342,-6 9-654,4-11 1,-4 6-48,-11 25-61,5 16 16,-13 16 24,-5 14-52,6-2 1,-1 3-303,5-4 0,3 1 280,-3 7 0,5-2 0,4 9 6,19-4-17,18-22 11,33-3 0,5-23-190,-21-3 1,-1-6 222,-6-4 1,-4-3 16,13-13 149,-20 5 0,-5-2 142,-4-11 464,-8-17-620,-22 15-90,-15 6-61,2 11 11,-8 3-85,11 11-1164,-9 6-919,15 7 2232,0 10 0,17-6 0,0 2 0</inkml:trace>
  <inkml:trace contextRef="#ctx0" brushRef="#br0" timeOffset="79367">8557 15286 19020,'0'-11'2707,"1"-29"1,1-8-1727,2 1-1038,-2-7 1,0 1 593,2 6 46,-2 15-437,-2 13 39,0 11-180,0 15 12,1 17-45,0 23-56,-2-12 0,1 2-504,-3 7 1,0 3-2690,0 5 1,0 1 2641,-1-4 1,2-4 0,-1 14 0,3-27-1</inkml:trace>
  <inkml:trace contextRef="#ctx0" brushRef="#br0" timeOffset="79918">9964 15033 17893,'-5'-2'5512,"2"0"-3955,3 2-1109,-21-74-184,27 39-192,-10-11 1,5 1-11,32 17-23,7 6-11,6 9-22,-1 8-6,-3 14-12,-9 11 1,-13 17 17,-20 11-12,-8-18 1,-5 1-319,-6 4 1,-3 0 326,-5 3 0,-1 0-3,-1-1 0,0-1 0,3-4 0,2 0 0,-11 16-28,16-13 28,17-17-6,16-10 1,17-12-57,19-10-210,-19 3 0,2-3-868,6-1 1,2-1 1139,9-3 0,-3 0 0,7-1 0,-3 1 0</inkml:trace>
  <inkml:trace contextRef="#ctx0" brushRef="#br0" timeOffset="80534">11574 14792 16605,'-4'-9'6363,"0"2"-5372,4 7-95,0 0-705,2-71-96,12 43-70,-4-15 0,4 4-2,25 22-29,5 7 23,2 13 5,-2 11-38,-5 15-1,-10 10-39,-14 19 39,-13-17-17,-20 20 12,-12-24 28,-13 9 19,18-23 0,-1-3 48,-16 9-17,6-9 61,12-13 13,12-9 15,3-5 102,6-8-169,10-1-50,1 0 23,11 2-7,4 6-21,10 1-12,7 5-17,6 10-10,1 7-12,-5 10 5,-13 7-38,-16 5-141,-35 14-61,-12-8-280,5-17 0,-3-3-28,-13 3-2101,-12-2 2672,11-14 0,13-3 0,7-4 0</inkml:trace>
  <inkml:trace contextRef="#ctx0" brushRef="#br0" timeOffset="81117">12869 14793 22229,'18'-49'1196,"0"0"1,-1 2 0,-2 7-967,-7 11 117,-1 4-319,-7 20-6,0 5 1,-4 16 22,-13 33-40,6-21 1,-1 3-357,-5 12 1,-1 1 352,0-4 1,1-1 0,3-8 0,1 0-6,-1 8 0,3-2 9,6 1 5,7 3 23,17-31 5,14-22-11,-2-3 14,-1-7 0,1-2 25,12-13 149,-12 10 1,-1 0-133,10-12-28,-15 12 28,-7 8-28,-12 25-50,-1-1 5,-6 25-56,1 0-50,-1 2-1120,11 17 257,-1-23-5170,20 19 6128,-5-26 0,-3-3 0,-8-9 0</inkml:trace>
  <inkml:trace contextRef="#ctx0" brushRef="#br0" timeOffset="81692">14092 14684 19070,'1'-5'4005,"0"1"-1636,-1 4-2358,2-41 28,-10 37 6,-6-27-11,-25 57 5,-2 0-22,-12 5 39,10-8-23,11-8 79,7-4 146,11-7-168,6 0 206,3-3-167,5 0-28,0-1-90,3 5 6,2 3 5,4 9-10,-2-1-35,-1 10 46,-5 12 5,-7 4-23,-1 1 40,-15 7-39,10-26 16,-9 14 129,12-25-33,1-4-34,5-12-51,7-10-5,3-9 0,3 2-5,8-5 5,7 1-11,4 1-29,7 0 24,-3 10-24,-8 6 1,7 4 11,0 14-22,0 3 16,-3 7-128,-12 15 16,-13-14-677,-22 29-936,-12-20-2436,4-10 0,-2-1 3512,-19 5 1,17-12-1,13-7 0</inkml:trace>
  <inkml:trace contextRef="#ctx0" brushRef="#br0" timeOffset="82167">15010 14636 20291,'0'-3'3993,"0"0"-1730,0 3-2151,25-51-73,-29 47-11,20-37 45,-54 86-56,4 3-14,9-10 0,0 3-378,3-3 0,3 2 377,3 0 1,2 0-14,3-1 0,5-2-53,5-2 1,6-2 52,16 20-23,18-15 23,8-18 5,3-16 34,-3-18 23,-7-12 21,-9-10 51,-14-4-11,-13 1-44,-16 2-24,-13 5-38,-14 10 5,-7 9-11,-3 10 679,6 9-903,9 8-681,13 8-2450,11 6-6476,15 1 8380,0-8 1,3-7 0,-5-10-1</inkml:trace>
  <inkml:trace contextRef="#ctx0" brushRef="#br0" timeOffset="82751">16157 14723 9397,'2'-5'5752,"-1"2"-3456,-1 3-924,9-16-391,-7 11-242,2-12 39,-14 16-94,-6 1-140,-4 0-57,-1 1 6,-1-1 5,-1 0 0,1 0-16,0-2-61,3-2-74,4-1-56,3 1-84,4 2-67,4 1-50,2 1-1,1-1-33,9 1 28,5 0-11,14 0-34,8 3-22,8 3 6,5 5 10,-4 9-33,-7 10-22,-14 11 11,-13 10-62,-16 7-546,0-26 1,-3 0-517,-1-1 1,0 1 1134,1 2 0,2-2 0,-2 3 0,5-5 0</inkml:trace>
  <inkml:trace contextRef="#ctx0" brushRef="#br0" timeOffset="82925">15896 15036 19692,'-2'-4'4458,"0"1"-3960,2 3-503,49-62-387,-6 40-1034,1-13 0,6 1 461,-4 24 1,-3 7-1,7-5 1,-1 3-1</inkml:trace>
  <inkml:trace contextRef="#ctx0" brushRef="#br0" timeOffset="83425">17121 14772 26323,'-44'-14'86,"0"0"0,2 3 0,5 8-19,6 30-17,-3 10-33,5 8-6,10 3-11,12-1-11,17-4-34,15-7-44,12-7-12,8-9 34,2-8 44,-1-10 40,-4-9 11,-8-8-11,-11-9 5,-12-6 12,-14-6 5,-17-17-22,1 13 0,3 11 0,1-1 50,-2-9 17,2-9-6,7 4-22,9 5-33,8 8-40,7 8 17,4 8 5,2 8-16,1 8 22,4 17-11,-9-1-5,4 25-34,-15-3-169,0 14-665,-5 1-4043,-2-21 1,-1-2 4139,1 8 1,-1-3-1,0-30 1</inkml:trace>
  <inkml:trace contextRef="#ctx0" brushRef="#br0" timeOffset="83951">17873 14743 24155,'23'-42'558,"1"1"1,-4 1-1,-11 7-457,-19 15 39,-16 1-33,-1 15-29,-19 14-44,3 9-12,-6 17-28,20-8 18,0 11-18,16-9 0,7 11-10,17-10 4,16-4 12,1-17 12,13-5 21,-5-13 34,7-7 269,1-15 12,-14 0-186,-6 1 112,-12 3-55,-8 10-18,-1-2-167,-2 9-34,-2 4 17,-3 11-17,0 1-6,-5 16-89,-5 19-67,3-6-827,1 3 1,3 3-8657,2 17 8966,2-19 1,2-3-1,2 3 1,2-19 0</inkml:trace>
  <inkml:trace contextRef="#ctx0" brushRef="#br0" timeOffset="84324">18739 14814 23433,'4'-42'873,"0"0"1,1-3 0,-2 6-431,-2 16-186,0-5-184,-1 19-67,0 11 27,0 4-38,-5 31-23,-1 1-146,-3 25-554,3-5-1395,3-1-5444,11-1 7567,2-12 0,1-17 0,-4-14 0</inkml:trace>
  <inkml:trace contextRef="#ctx0" brushRef="#br0" timeOffset="84658">19039 14865 23164,'21'-42'808,"-1"-1"1,1 5 0,-10 11-692,-18 23-27,-5 11-29,-9 8-38,3 2-1,-7 22-16,11-8 27,-2 9-49,9 4-12,9-16-12,9 6 1,14-17 50,10-9 12,-3-10 44,15-21 79,-18-4 106,7-17-84,-19 14 257,-9-16-251,-7 17-68,-8-12-67,-6 16-16,-7 8-23,-6 9-118,-5 10-593,-2 9-3036,2 7 3747,9 2 0,9-7 0,8-4 0</inkml:trace>
  <inkml:trace contextRef="#ctx0" brushRef="#br0" timeOffset="85058">19911 14924 23282,'16'-54'939,"1"-1"0,-2 4 0,-2 6-468,-2-2-152,-5 12-168,-2 14-106,-3 11-40,-1 11 1,0 13 11,0 12-45,0 15-185,-1 9-593,1 6-1530,5 2-790,0-12 3126,6-1 0,-6-28 0,1-1 0</inkml:trace>
  <inkml:trace contextRef="#ctx0" brushRef="#br0" timeOffset="85251">20283 14766 24430,'13'-43'771,"0"-1"0,-1 5 0,-2 8-580,-7 18-180,-1 8-17,0 14 6,-2 11-22,1 16-236,0 12-979,-1 7-5272,1 2 5661,1-8 0,0-19 0,1-14 0</inkml:trace>
  <inkml:trace contextRef="#ctx0" brushRef="#br0" timeOffset="85651">21145 14790 24239,'7'-48'762,"1"1"0,-1 4 0,-1 6-482,-1 8-135,-1 11-122,-3 10-46,1 10 51,-1 15-22,0 16-129,-1 16-555,-2 11-588,2-28 1,-1 0 1265,1 5 0,-1-2 0,1 3 0,0-3 0</inkml:trace>
  <inkml:trace contextRef="#ctx0" brushRef="#br0" timeOffset="85984">21513 14769 24271,'-3'-53'446,"1"0"0,0 5 1,5 9-358,10 17 10,5 7-82,5 7 25,5 5-36,3 13-10,-1 9-18,-4 29 16,-10 1 0,-8 3 12,-17-2 5,-10-13-11,-12 6 45,-9-4-56,13-17 33,2-4-50,21-15-62,11-2-538,16-7-1481,8 0 1,4-1-2972,17-5 4401,-11 3 1,-3 2 0,-13 2-1,1 0 1</inkml:trace>
  <inkml:trace contextRef="#ctx0" brushRef="#br0" timeOffset="86217">22423 14526 26805,'0'-3'28,"-2"13"-84,8 36-493,-7 14-1776,-4-9 2043,0-17 0,1 0 0,-3 2 1,2-5-1</inkml:trace>
  <inkml:trace contextRef="#ctx0" brushRef="#br0" timeOffset="86691">22606 14610 17899,'-1'-5'4862,"1"2"-3826,0 3-666,33-61-309,-20 45-25,8-18 1,2 5 25,-4 28-18,9 4-16,-3 6-22,0 7-6,-9 8 0,-7-2-17,-5 11 17,-8 5 11,-7 0 17,-8 1 17,-4-18-11,3-8 78,-3-4 341,4-7-212,3 1 415,2-9-415,11-1-157,0-2 11,5-1-67,2 3-6,9-2-33,4 4 28,9 1-11,-5 4-18,8 6 7,4 12-18,-7-1 7,9 21-24,-26-14-4,-9 9 16,-11-14-168,-21 0-1099,-12-4 119,6-4 1176,-16-3 0,39-7 0,-5-1 0</inkml:trace>
  <inkml:trace contextRef="#ctx0" brushRef="#br0" timeOffset="86958">23490 14449 23114,'-3'-2'2677,"0"0"-1518,3 2-1175,-17-19 27,10 24-6,-15-5-66,13 36-348,-2 10-1154,-1 7-5949,4 3 7512,2-10 0,4-18 0,2-15 0</inkml:trace>
  <inkml:trace contextRef="#ctx0" brushRef="#br0" timeOffset="87358">23672 14413 25651,'11'0'39,"-4"12"-27,-13 35-18,-2 1-5,-2-3-23,3-8 6,3-10 34,4-12 16,8-10 12,10-14-1,13-8 46,6-9 89,2-4 84,-4 0 45,-6 2-1,-8 5-49,-9 8-152,-6 7-95,-6 7 6,-6 9 5,-3 8-17,-5 8-117,3 5-409,3 4-880,5 1-27,2-7 1439,7 3 0,-4-19 0,5 2 0</inkml:trace>
  <inkml:trace contextRef="#ctx0" brushRef="#br0" timeOffset="87575">24397 14454 21999,'0'-4'3585,"0"0"-2784,0 4-779,6-11-27,-7 26-180,1 0-936,-10 33-5039,-1 6 6160,1-7 0,5-17 0,3-14 0</inkml:trace>
  <inkml:trace contextRef="#ctx0" brushRef="#br0" timeOffset="88124">24910 14492 21405,'0'-5'3154,"1"2"-2112,-1 3-891,10-47-84,-8 35-33,1-34 5,-17 46-28,-13 0 12,-10 3-18,-5 2-16,5 1 17,10 0-1,10 0 6,10-1 1,4 0 16,2 0 33,1 3-44,2 3-28,-1 4 39,1 5 5,-4 5-5,-5 5 6,-4 1 11,-5 0-12,0-4 1,5-6 0,3-7-1,6-7 102,1-3 38,1-4-89,4-6-39,3-3 5,6-6-22,2-2-16,3 2-1,0 3 17,2 4-34,1 4-55,0 4 49,-2 7 12,-2 6-11,-3 7-22,-6 4-35,-7 4-184,-12-2-644,-10-2-1977,-12-2 2873,-3-3 0,15-9 0,4-3 0</inkml:trace>
  <inkml:trace contextRef="#ctx0" brushRef="#br0" timeOffset="88351">25307 14365 26161,'2'15'11,"-6"9"-414,-16 32-1143,0 4-6546,5 0 8092,6-12 0,4-18 0,4-16 0</inkml:trace>
  <inkml:trace contextRef="#ctx0" brushRef="#br0" timeOffset="88758">25761 14364 25029,'-47'-24'196,"3"16"-162,20 48-12,2 5-22,5 4-45,7 8 23,6-19-51,8 9 11,2-24 62,5-1 84,6-11-22,-1-13-12,-1-4 23,-2-6 253,-3-9-97,-4 3 57,-4-11-163,-11 10-78,-2 3 0,-9 7-34,3 6 0,-5 2-95,0 9 0,8-1-498,-1 9-1088,10-3-5046,6 3 6716,6-2 0,-1-6 0,0-4 0</inkml:trace>
  <inkml:trace contextRef="#ctx0" brushRef="#br0" timeOffset="88984">26081 14361 20061,'1'-4'5310,"0"0"-4655,-1 4-615,4-17-29,-3 28 11,1-4-27,-4 27-35,-6 16-195,-4-3-751,2-12 0,-2 2-5295,-8 22 6281,0-3 0,11-31 0,6-14 0</inkml:trace>
  <inkml:trace contextRef="#ctx0" brushRef="#br0" timeOffset="89259">26339 14324 25422,'37'-16'162,"0"-1"0,23-3-150,-52 41-40,-2 8 0,-1-2-185,2 12-409,-1-5-2851,-1 28-5791,-11-9 9264,-2-2 0,-2-25 0,4-19 0</inkml:trace>
  <inkml:trace contextRef="#ctx0" brushRef="#br0" timeOffset="89425">26294 14549 12746,'-6'-10'7612,"1"2"-5966,5 8-923,0 0-924,59-41-1413,-27 28-173,3-9 0,1 1 1787,-4 16 0,-20 4 0,0 0 0</inkml:trace>
  <inkml:trace contextRef="#ctx0" brushRef="#br0" timeOffset="89658">26779 14302 25786,'22'-27'235,"-7"14"-258,-22 33-27,-5 11-280,-4 9-690,-1 4-1518,4 1-5577,5-2 7483,7-10 0,2-13 1,0-9-1</inkml:trace>
  <inkml:trace contextRef="#ctx0" brushRef="#br0" timeOffset="90225">27108 14411 16639,'0'-9'6307,"0"3"-5406,0 6-66,0 0-734,-12-11 16,-2 16-16,-12-5-23,3 22-38,1 2-29,8-3 11,4 12-27,11-8-1,8 10-22,12-7 6,6-5 22,2-6 5,-1-8 18,-3-8 16,-4-8 17,-4-9 17,-7-7-6,-5-5-5,-11-6-17,-4-2 11,-9-1 28,-1 1 5,-1 3 12,5 2 34,4 3 16,6 5-28,4 5-67,6 4-34,5 4-38,7 4 10,5 2 23,0 4-23,-3 5 6,-4 5 0,-6 9-22,-5 9-34,-7 7-157,-7 8-577,-8 2-2498,-6 1 2532,2-8 0,9-15 0,6-12 1</inkml:trace>
  <inkml:trace contextRef="#ctx0" brushRef="#br0" timeOffset="90684">27431 14347 25763,'21'-30'118,"-10"15"-107,-27 47-67,-4 8-409,0 1-1294,3 2-6105,6-2 7864,5-8 0,6-13 0,0-10 0</inkml:trace>
  <inkml:trace contextRef="#ctx0" brushRef="#br0" timeOffset="91075">27708 14423 23276,'7'-43'543,"1"1"0,-1 3 1,-7 11-343,-13 21-27,-9 7-73,-8 8-50,-6 5-34,-1 8-34,6 3 0,9 1-5,11-1 4,12-3 24,14-6 45,20-6-34,-6-6 50,16-10 67,-15-5 146,4-7 252,-2-7-224,-11 7-185,-6 2 45,-9 9-123,-4 6-28,-1 1 17,-3 8-29,-2 6-5,-5 11 6,-4 7-12,-3 5-89,-1 3-622,0 2-9114,4 7 7980,6-19 1,4-3 0,3-21 0</inkml:trace>
  <inkml:trace contextRef="#ctx0" brushRef="#br0" timeOffset="91491">28086 14375 14234,'35'-16'0,"-1"0"0,21-9 0</inkml:trace>
  <inkml:trace contextRef="#ctx0" brushRef="#br0" timeOffset="91708">28673 14234 24923,'46'-8'104,"0"1"1,-1 0-1,-8 2-65,-16 6-173,-4 0-3944,-9-1 4078,-11 0 0,-1 0 0</inkml:trace>
  <inkml:trace contextRef="#ctx0" brushRef="#br0" timeOffset="95466">7656 13873 19781,'1'-50'1454,"0"1"1,-1 6-1,-1 6-883,-5 7-302,-4 15-202,-3 16-50,-5 17-6,-5 19-14,10-9 1,-1 2-163,0 5 1,1 2 153,2 0 0,2 0-17,2-2 0,4-1-62,13 23 57,17-16 33,15-18 28,10-17 62,-2-21 27,-4-14 85,-12-13 50,-14-10-233,-14-6 172,-18-3-144,1 29 1,-3 1-15,-2 1 1,-2 1-23,-16-20-16,5 12-118,9 18 96,7 15-735,7 19-2021,6 18 2783,16 21 0,-9-22 0,11 0 0</inkml:trace>
  <inkml:trace contextRef="#ctx0" brushRef="#br0" timeOffset="95899">8787 13845 19686,'-2'-4'4352,"1"0"-2812,1 4-1506,-28-32 16,12 45-22,-28-9-6,28 23 1,4 8-9,-5 0 0,1 0-17,1 0 1,2-1-4,-6 26-11,18-11 12,19-13-12,17-15 11,16-11 12,9-18-138,-30 0 1,0-4 184,-1-4 0,-2-3 132,14-25 5,-16-6-33,-17-5-39,-17-4-79,-1 27 0,-2 0-8,-5 1 0,-2 2-15,-1 3 1,-3 2 0,-21-11-56,2 16-112,4 16-365,7 16-1254,6 15-7013,9 13 8783,8 1 0,6-14 0,3-12 0</inkml:trace>
  <inkml:trace contextRef="#ctx0" brushRef="#br0" timeOffset="96493">9885 13785 24435,'-29'4'112,"4"15"-78,11 43-34,9-25 0,3-1 0,3 12-6,15 9-16,10-31 16,15-1 23,8-13 62,4-19 89,0-14 112,-7-14 118,-9-10-17,-13-7-90,-11-7-168,-14 21 0,-3 1-67,-3 5 0,-1 1-11,-12-26-6,-11 20-33,3 19-79,-16 7-173,10 17-791,1 15-453,19 3 1490,10 18 0,4-27 0,3 9 0</inkml:trace>
  <inkml:trace contextRef="#ctx0" brushRef="#br0" timeOffset="97116">11446 13824 21002,'10'-46'969,"0"0"0,0 2 0,-4 9-151,-10 17-572,0 7-168,-7 8-10,-4 16-40,1 3 5,-9 19-16,4 7 5,-2 16-19,13-20 0,2 1-9,6-7 1,2-1-6,7 27-17,25-16 8,-5-27 0,4-2 20,2-2 0,2-2-255,8-3 1,0-6 271,-7-6 0,-3-4 11,17-10 101,-6-15 191,-23-10-208,-6 7 19,-17 1 1,-6 0-37,-14-11-313,2 12 1,-1 2 250,-11-8 6,-9 3-27,0 18-40,7 6 158,-16 17-1307,22 16-553,-3 7 1730,10 17 0,13-26 0,0 8 0</inkml:trace>
  <inkml:trace contextRef="#ctx0" brushRef="#br0" timeOffset="97783">8068 14134 18280,'2'-4'4296,"-1"0"-4100,-1 4-997,19 47-5595,-13-5 5545,5-4 1,-1-1 0,-8-1 0,-1-15-1</inkml:trace>
  <inkml:trace contextRef="#ctx0" brushRef="#br0" timeOffset="98042">9397 14142 21254,'-4'-2'3019,"1"0"-2700,3 2-330,-38 19-219,20 9-806,-6-4 0,0 3 1036,12 5 0,5-1 0,-4 4 0,2-2 0</inkml:trace>
  <inkml:trace contextRef="#ctx0" brushRef="#br0" timeOffset="98426">10912 14051 25225,'-9'-41'347,"0"0"1,1 5-1,2 9-369,5 23 11,1 15-174,-2 13-1384,-6 18 1569,-1-10 0,0-2 0,-2 5 0,-2 1 0</inkml:trace>
  <inkml:trace contextRef="#ctx0" brushRef="#br0" timeOffset="99700">12860 13719 24323,'-45'-32'336,"4"20"-291,19 57-34,5-4 12,-1 17-6,7 3-23,6-1 6,14 1-17,17-25 23,4-13 16,20-11 62,10-22-11,-30 1 0,0-3 44,26-16 155,-31 3 0,-5-4 59,-2-16-236,-8 11 0,-4-1 39,-17-25-289,-11 2 200,-11 8-39,-1 11-40,1 14 6,9 13-157,0 15-974,4 29-2633,1 11-1124,9-11 1,2 1 2670,0 11 1,4-14-1,3-22 1</inkml:trace>
  <inkml:trace contextRef="#ctx0" brushRef="#br0" timeOffset="100149">12399 14057 23864,'-4'15'-5254,"0"12"5254,2 28 0,1-20 0,-1-14 0</inkml:trace>
  <inkml:trace contextRef="#ctx0" brushRef="#br0" timeOffset="100500">13491 14133 20890,'0'-4'4005,"0"0"-3058,0 4-959,-3-32-122,1 39-785,-3-14-5612,1 53 6531,-1-4 0,1-13 0,2-13 0</inkml:trace>
  <inkml:trace contextRef="#ctx0" brushRef="#br0" timeOffset="100916">13975 13767 21534,'0'-7'3439,"0"2"-3120,0 5 231,0 0-500,-39-3-28,14 32-16,-3-11 0,0 3-215,11 14 1,6 3 202,0 0 1,2 0-21,2-3 1,3-1-164,10 26 133,13-14 17,16-17 55,8-18 12,3-19 6,-1-17 56,-6-16 10,-5-10-247,-19 23 1,-2-2 196,-2-2 0,-2-1-8,-1-1 0,-2 0 14,-2 1 0,-2 0 446,-5-23-446,-13 17-33,-15 19-51,-15 16-90,-10 18-487,3 9-2884,11 13 3028,17-3 1,14-11 0,9-9 0</inkml:trace>
  <inkml:trace contextRef="#ctx0" brushRef="#br0" timeOffset="101309">14606 14101 20783,'0'-3'3641,"0"0"-2974,0 3-679,12-2-139,-15 20-762,5 6-6262,-18 24 7175,0-7 0,5-14 0,6-12 0</inkml:trace>
  <inkml:trace contextRef="#ctx0" brushRef="#br0" timeOffset="101709">14950 13760 25651,'-51'-9'56,"5"17"-48,28 27 1,5 9-9,-5 11-516,9-15 0,3 0 482,9 6-10,11 6 308,12-11-337,12-16 233,8-14-155,4-18 18,2-15-237,-2-15 320,-7-7-22,-24 11 0,-3 0-39,3-12-3,-11 9 0,-5 1 14,-10-12-39,-8-9 5,-10 12 498,-7 17-593,-3 14-319,-1 20-1625,1 14 1194,4 19 0,14-17 0,5 1 0</inkml:trace>
  <inkml:trace contextRef="#ctx0" brushRef="#br0" timeOffset="102533">15823 13958 22744,'13'-50'700,"1"0"0,-2 6 0,-3 11-526,-6 22-141,-3 9 68,-6 15 22,-14 26-100,-6 10-199,8-16 0,2 2 170,-7 23-5,13-3-6,12-16-11,18-2 17,26-13 6,8-7 10,-20-12 1,0-5 27,21-13 1,-16-3 308,1-27-107,-22 7-27,0-21-57,-19 5-1009,-12-2 902,-2 14-60,-2 11 0,-2 3 27,-6 0 171,-11-6-362,11 25-307,1 18-45,6 4-5618,-15 36 6150,14-18 0,-3 7 0,14-25 0</inkml:trace>
  <inkml:trace contextRef="#ctx0" brushRef="#br0" timeOffset="102742">15522 14161 25987,'10'-30'-1244,"-7"18"-5035,-20 64 6279,4-6 0,5-16 0,5-14 0</inkml:trace>
  <inkml:trace contextRef="#ctx0" brushRef="#br0" timeOffset="102999">16378 14117 20336,'3'-5'4183,"-1"1"-3040,-2 4-1098,54-27-45,-46 38-415,31-11-3959,-64 48 4374,-3-4 0,10-14 0,7-14 0</inkml:trace>
  <inkml:trace contextRef="#ctx0" brushRef="#br0" timeOffset="103576">17122 13890 21909,'-12'-47'732,"0"0"0,1 6 0,-1 7-458,-3 14-150,-4 10-52,-3 17 7,-8 13-6,-6 19-54,15-13 1,-1 2-307,-2 3 1,1 2 291,0 0 1,1 0-6,4-2 0,3 0-11,-4 23-6,25-12 6,21-11 0,21-14 11,-17-13 0,2-5 8,2-4 1,1-4-1,0-3 1,-1-3-129,-3-4 1,-3-2 186,-3-1 1,-4-3 100,9-26-11,-15-7-39,-12-5-73,-6 31 0,-3 0 16,-9-28 571,-7 12-610,0 15-83,3 14-186,2 13-453,4 16-1939,3 12 2639,3 20 0,3-17 0,3 0 0</inkml:trace>
  <inkml:trace contextRef="#ctx0" brushRef="#br0" timeOffset="103809">17810 14006 23181,'-1'-5'2325,"-1"2"-2124,2 3-201,-41-13-157,24 27-706,-32-2-4149,35 34 5012,4-3 0,4-16 0,3-12 0</inkml:trace>
  <inkml:trace contextRef="#ctx0" brushRef="#br0" timeOffset="104249">18399 13690 25225,'-34'-53'314,"-10"25"-275,3 62-22,15-11 0,-1 3-6,2 2 0,2 1-8,1 7 0,3 0-9,-2 12-10,11 12-35,24-31-83,12 4-24,17-13 86,8-9 77,-19-15 1,0-4 11,10-4 27,-14-4 1,-2-4 113,2-12 4,3-16-28,-12-7-33,-13 19 0,-4-1-39,-1-14-20,-5 17 0,-3 3 36,-9-2-22,-7 0-45,-4 13-56,2 11-223,0 15-1094,4 9 1362,4 15 0,8-12 0,5 0 0</inkml:trace>
  <inkml:trace contextRef="#ctx0" brushRef="#br0" timeOffset="107166">18731 14080 23623,'0'7'-453,"-5"11"-225,-12 20-4285,-4 12 3548,8-17 0,3-5 0,5-14 0</inkml:trace>
  <inkml:trace contextRef="#ctx0" brushRef="#br0" timeOffset="107533">19048 13905 19955,'17'-48'1181,"-1"0"1,-2 7 0,-2 7-941,-3 10-11,-6 13-79,-9 23-39,-10 15-34,-14 22-53,10-17 1,1 1-226,2-5 0,0 0 205,-2 7 1,2 2-9,6-5 1,4 1-15,-4 27-11,21-6 34,19-32 5,2-11 11,19-18 29,-6-11 142,-12-3 0,0-4 31,-7 1 0,-3-2-219,0-6 0,-4-2 247,-6-27-179,-13 10-17,-7 19 0,-5 1-14,-6 2 0,-3 1-34,0 2 0,-1 1-36,-3 2 0,0 5-252,-10 3-1042,8 20-6701,10 10 8023,7 8 0,8-7 0,2-6 0</inkml:trace>
  <inkml:trace contextRef="#ctx0" brushRef="#br0" timeOffset="108033">19631 14188 16756,'1'-4'6184,"0"1"-4325,-1 3-1853,8-41 28,-7 42-46,6-23-307,-11 57-1025,-2 8-4196,-2 3 5540,2-6 0,1-16 0,3-11 0</inkml:trace>
  <inkml:trace contextRef="#ctx0" brushRef="#br0" timeOffset="108416">20037 13830 24262,'-14'29'123,"-3"6"-129,7-2 1,1 1 5,-6 26-11,8-8-12,15-13 46,12-14-18,12-12 34,8-21 101,4-13 196,0-16 129,-6-10-111,-8-7-125,-13-7-151,-12 29 1,-3-1-32,-4 1 1,-3 0 36,-8-25-39,-8 12-39,-1 17-46,2 13-144,4 11-735,3 12-4844,3 7 5763,4 5 0,2-6 0,3-5 0</inkml:trace>
  <inkml:trace contextRef="#ctx0" brushRef="#br0" timeOffset="108933">20640 14164 24951,'-18'-28'22,"-1"17"-364,0 50-1786,1 3 2128,4 1 0,6-18 0,6-7 0</inkml:trace>
  <inkml:trace contextRef="#ctx0" brushRef="#br0" timeOffset="109192">21098 13732 25264,'-26'9'-95,"1"15"-84,15 8 0,3 7-773,-2-3 1,2 0-587,1-1 1,3-1 1537,2 0 0,1-3 0,0 3 0,5-7 0</inkml:trace>
  <inkml:trace contextRef="#ctx0" brushRef="#br0" timeOffset="109542">21421 13833 24312,'-38'7'20,"0"0"1,3 0 0,6 6-10,7 43-11,11-14 0,8-6 0,15-11 0,6-12 28,11-3 11,4-12 112,11-21-16,-14 3 251,9-24 7,-20 6-113,-1-19-84,-9-4-98,-10 24 0,-3 1-20,-6-20-44,-5 10-23,1 20-89,4 18-186,-1 3-890,0 15-8677,2 17 7373,3-6 0,2 2 1,4-19-1</inkml:trace>
  <inkml:trace contextRef="#ctx0" brushRef="#br0" timeOffset="110899">21336 13808 9442,'2'-9'5208,"0"2"-2766,-2 7 2112,0 0-4117,-6-61-140,-8 43-194,4-15 1,-4 3 87,-22 27-18,-7 6-89,5 2 28,5 4 0,-1 2-33,-14 13-49,13-6 1,0 3-6,9-1 1,1 2 4,2 1 1,1 0 20,-14 24-18,12-2 1,11-3 5,15-2-16,7-10 27,32 9-44,-12-20 13,11-2 1,6-3-18,-15-8 1,1-2-9,14 2 1,0-3 24,-10-6 1,-2-2 81,22-10 106,-14-12 57,-15-6-12,-10-7-28,-9-10-79,-5-8-92,-3 25 1,1 0-15,-1-1 0,0 1 45,-1-30 17,-4 10-73,-1 18 68,-16 6-91,-1 20 29,-16 13 11,-2 19-51,-6 16-216,23-14 1,1 3 221,0 1 0,2 1-9,1 2 1,3 1-3,3-2 0,3 1-34,-3 28-93,14-7 121,15-7-51,17-7-21,17-10 52,-19-19 1,3-3 24,2-3 1,1-4 14,1-4 0,-1-4-3,-1-3 0,-3-3 22,-1-4 1,-3-3 19,-4-2 0,-2-2 0,-4-1 0,-4-3 8,-3-1 1,-4-2-12,-4-1 1,-3 0 2,-4-1 0,-4 1-6,-4 3 0,-4 2 9,-27-17 0,-12 17-31,24 18 0,-1 5 3,-28 7-146,9 12-527,14 14-3119,16 11 3775,12-1 0,7-12 0,4-11 0</inkml:trace>
  <inkml:trace contextRef="#ctx0" brushRef="#br0" timeOffset="111426">21844 14138 16812,'-2'-3'5658,"1"1"-3855,1 2-1786,-7-33 11,3 37-34,-8-18-212,1 48-1031,-4 6-5680,1 2 6929,3-8 0,5-12 0,3-11 0</inkml:trace>
  <inkml:trace contextRef="#ctx0" brushRef="#br0" timeOffset="111659">22201 13783 24144,'7'-41'639,"-1"1"0,5-23-651,-11 63 24,-1 14 10,-4 14-79,-1 18-363,-3 10-185,4-25 1,1 1-3278,-3 31 3882,3 0 0,2-29 0,2-6 0</inkml:trace>
  <inkml:trace contextRef="#ctx0" brushRef="#br0" timeOffset="111933">22544 13720 23903,'-9'-54'157,"1"11"-157,7 43 0,0 0-33,-1 3-29,-1 0-252,-1 4-890,0 2-2291,1 3 3495,-3 2 0,3-5 0,-1-1 0</inkml:trace>
  <inkml:trace contextRef="#ctx0" brushRef="#br0" timeOffset="112449">22237 13785 10444,'0'-7'6531,"0"1"-4089,0 6 1619,0 0-3490,23-57-224,-17 43-196,14-43-111,-29 64 27,-9 8-34,0 3 40,-9 16 0,3 4 11,-7 16-34,14-19 1,2 0-272,-6 25 226,5-7 1,16-11 0,13-16 44,21 3 0,6-15 29,15-13-29,-17-10 91,7-16 60,-13-4 17,-9 4 1,-2-3-6,10-26-1069,-17 19 1,-2-1 911,-2-15-23,-7 18 0,-2 1 68,-2-17-73,-3 16 0,-2 1 39,-6-12-45,-8 9-22,-2 24 1830,3 11-1853,-12 16-161,-11 24-222,20-16 0,1 2-1660,-4 7 0,3 2 2066,-1 18 0,11-19 0,9-15 0</inkml:trace>
  <inkml:trace contextRef="#ctx0" brushRef="#br0" timeOffset="112975">22929 14051 17384,'-2'-6'4940,"0"1"-4419,2 5-493,-4 30-162,2-9-718,-4 25-4155,5-17 5007,-1-5 0,2-9 0,0-7 0</inkml:trace>
  <inkml:trace contextRef="#ctx0" brushRef="#br0" timeOffset="113592">23323 13765 23819,'16'-39'463,"-1"0"0,-1 3 0,-5 9-328,-8 23-113,-2 2-16,-4 8 39,-5 7-28,-6 11 0,-6 12-1,-1 9-27,3 5 22,8 2-16,10-5-1,17-4 1,12-9-1,15-9 34,8-10-11,5-11-12,2-13 29,3-12-201,-29 6 0,-2-4 220,0-1 0,-2-2 28,-3-3 0,-3-2 11,-3-1 1,-4-1 75,3-31-22,-14 1-1,-14 8-144,-12 8 27,-14 9 6,-8 12-34,-4 10-23,2 13-10,4 15-124,3 14-549,4 14-2100,6 10 2157,16-22 1,3 0-1,-2 4 1,5-4-1</inkml:trace>
  <inkml:trace contextRef="#ctx0" brushRef="#br0" timeOffset="114142">23964 13941 24060,'17'-27'-5,"-4"17"-522,-18 50-2318,-2 5 2845,-1 6 0,2-23 0,3-3 0</inkml:trace>
  <inkml:trace contextRef="#ctx0" brushRef="#br0" timeOffset="114810">24546 13650 15586,'-2'-5'6161,"1"2"-3859,1 3-2257,-3-43 11,2 36-39,-2-33 33,2 50-11,-2 1 17,-2 2 6,-1-1 218,1-4-129,1-5 129,2-1-106,1-4-46,-1-2 24,1-4-79,-1-1-45,2 2 28,-1 3-17,1 2-22,-1 1-11,-2 3 16,-1 5-22,-6 7-11,-6 18 28,-3 4-6,-1 4 0,-2 7 6,8-8-12,1 9-5,7-5-16,17-4 16,-1-17 28,17-3 28,-1-15 11,12-8 78,12-15 23,-9-9-78,-3-4 84,-12-12-74,-12 2-27,-7 9 0,-2-1 5,-5-22-22,-10-2-11,-9 21-28,1 12 5,-7 5-33,7 13 11,0 1-347,-9 15-739,12 5-298,-5 7 536,15 8 0,4-18 0,3 6 0</inkml:trace>
  <inkml:trace contextRef="#ctx0" brushRef="#br0" timeOffset="115359">25152 13915 22884,'-21'-36'504,"3"13"-459,15 31 22,-5 15-128,1-4-656,-4 11-4773,2-2 5490,2-5 0,3-7 0,1-8 0</inkml:trace>
  <inkml:trace contextRef="#ctx0" brushRef="#br0" timeOffset="116008">25684 13667 15760,'0'-3'6222,"0"1"-3830,0 2-2079,10-41-173,-10 31-50,0-24 22,-19 49-39,-11 11-23,-5 10 1,-1 7-29,4 5-5,9 0-6,10-1-28,11-8 17,15-5-5,12-10 27,13-7 34,6-10 34,1-13 117,-5-8 96,-7-13 38,-7-8-27,-9-9-90,-7-8-56,-7-3-78,-9 1-12,-3 4-11,-6 10-67,-1 12 6,-2 12-45,-5 14-135,-5 14-560,-5 11-2206,2 11 2940,3 9 0,13-19 0,6-2 0</inkml:trace>
  <inkml:trace contextRef="#ctx0" brushRef="#br0" timeOffset="116442">25949 13899 15877,'1'-3'6638,"0"0"-4292,-1 3-2296,22-54-50,-16 44 17,15-33-39,-26 62-269,-3 11-1014,-6 3-4728,-1 2 6033,2-6 0,6-11 0,3-9 0</inkml:trace>
  <inkml:trace contextRef="#ctx0" brushRef="#br0" timeOffset="116916">26379 13557 14981,'2'-4'5763,"0"1"-3500,-2 3-1966,2-19 6,-13 26-68,-3-8-73,-13 34-106,-2 7-22,3 4-17,6 2-17,8-2 5,7-2-10,12-6-1,8-7-5,10-9 39,5-10 61,3-9 51,1-11 146,-3-12 173,-4-8-27,-8-8-107,-7-4-62,-6-3-67,-8 1-56,-6 1-67,-4 7-40,-7 6-21,-2 10-46,-6 9 6,9 8-101,-7 11-638,13 7-2392,1 11 2311,7 7 0,4-14 0,2-2 0</inkml:trace>
  <inkml:trace contextRef="#ctx0" brushRef="#br0" timeOffset="117716">26790 13787 21584,'-18'16'482,"-4"5"-622,-12 23-1876,5-6-7815,-3 6 7373,17-21 0,8-8 1,5-12-1</inkml:trace>
  <inkml:trace contextRef="#ctx0" brushRef="#br0" timeOffset="118182">27119 13626 15171,'2'-6'5013,"0"1"-2638,-2 5-1714,22-61-286,-17 46-313,8-21 0,-5 10-18,-11 27 24,-7 6 49,-12 12-50,-5 7-33,-8 12-12,6 1-16,9-8 5,1 6-5,11-7-17,2 13-1,11-9 7,7-2 10,2-16 29,9-8 33,0-8 90,14-15-67,-12 3 363,10-25-262,-23 17 151,5-21 55,-13 2-296,-1 7 134,-11-18-156,-3 28-62,-9-6-6,5 16-34,-7 5-161,-2 9-629,2 5-2923,1 6 3736,13 3 0,6-6 0,2-4 0</inkml:trace>
  <inkml:trace contextRef="#ctx0" brushRef="#br0" timeOffset="118683">27406 13721 23030,'-1'-11'78,"-3"6"-61,-5 25-140,-1 4-740,-1 4-4284,0 1 5147,3-4 0,3-10 0,3-7 0</inkml:trace>
  <inkml:trace contextRef="#ctx0" brushRef="#br0" timeOffset="119192">27688 13654 22705,'18'-40'660,"1"0"1,-1 2 0,-7 11-509,-13 24-85,-4 1 6,-7 7-23,-9 6-16,-7 9-18,-4 7 7,-1 5-18,2 3-10,6 0 16,9-3-22,8-2 0,12-5-1,8-2 12,12-6 0,9-5 0,6-6 0,2-8 17,0-7-6,-4-6 40,-4-4 38,-7-3 23,-7 0 29,-8-2-29,-6 1-17,-6-1-5,-4 4-29,-6 2-16,-4 3-22,-3 3-23,-3 5 5,-1 4-10,-2 4-46,1 3-156,3 3-858,3 3-3594,9 0 4659,5-1 0,3-3 0,2-3 0</inkml:trace>
  <inkml:trace contextRef="#ctx0" brushRef="#br0" timeOffset="131858">7950 3317 11083,'-5'1'4850,"1"-1"-2210,4 0-2745,-2-20 122,7 9 432,1-15-262,10 13 268,2 2-199,0 1-153,-4 4 398,-5 2 70,-6 2 223,-1 2 118,-2 0-202,-3 6-362,-3 2 266,-6 9 42,-5 2 161,-2 3 52,1-2-275,3-3-559,4-3 370,4-5-67,3-3-318,3-3 472,1-3-817,7 0 244,3-3 146,11-4 104,1-2-76,0-2-93,-7 1 102,-6 0-207,-7-1 90,-8-1-829,-7 1-224,-7 0 42,-4 6 384,0 2 356,1 10 139,0 5 194,3 6 279,1 4 287,3 0-79,2-3 81,3-2-132,3-5-75,4-4-229,2-4-63,2-3 358,0-1-562,0-4 8,0-3-243,0-4-4,-2-2-60,0 2 23,0 0-18,0 1 291,0 2 28,2-1 45,0 2 41,0 1 17,0 3-41,0 1 130,1 8-145,2 1-64,3 7-60,3 1-142,3 0-96,4 0 91,4-2 120,3 0 76,2-4 329,-1-3 182,-1-3 118,-2-9 301,2-3 135,0-10 50,0-4-198,-2-3-129,-5 2-80,-5 6-122,-5 7-199,-4 6-310,-2 4-492,0 1 89,-5 6 308,1 3-2,-6 7 79,-1 3 36,-10 7 160,4-7 26,-15 6 421,8-9-209,-9 1-283,1-4 61,-6-5-185,12-4-9,-7-10-320,13-5-287,-3-10-262,4-3-83,5-3 150,5 1 162,5 1 241,3 0 130,1 1 210,1 6 344,1 4 469,-1 8 189,2 4 751,-1 10-1464,0 7-30,1 12 16,2 15-51,1-3-210,1-1-308,7-7-373,2-11-934,17 0 1754,1-11 235,11-12 280,-11-5 251,10-16 330,-9-1-262,4-8-914,-8 0 0,-10 2 0,-10 12 0,-5 4 0,-6 12 0,0 4 0,0 9-211,0 10 0,0-7 0,0 2 0</inkml:trace>
  <inkml:trace contextRef="#ctx0" brushRef="#br0" timeOffset="137142">9969 13779 19423,'-2'-52'1081,"-1"0"0,1 6 0,0 9-751,2 21-251,0 8-63,1 8 35,3 9-29,1 4 132,0 37 0,-1 11-137,-4-29 0,0 1-232,2 11 1,-1 4 0,0-5 247,-4 18-16,3-13 22,2-14 269,1-15 180,0-11-220,-1-15-150,0-11-6,2-18-39,0-15-34,0 18 0,0-1 30,1-5 1,1 0-34,2-4 1,0 1 5,1 1 0,1 1 6,0 5 0,0 2 64,7-17-68,-6 23-66,-4 14 33,-2 20-11,2 13 6,-1 19 5,0 19 64,-3-22 0,-2 2-67,-3 4 1,0 0-9,-2 1 0,-1-1 8,-2-2 1,0-2-4,0-5 1,1-2-29,-4 15 102,4-17 162,2-14-40,2-15-117,-2-15-33,-1-15-1,-2-18-11,0-14-21,4 24 0,0-2-2,1-3 1,1-1-6,0-1 1,2 0 7,0 5 1,2 2-3,1-19-17,1 24-17,-3 19-5,-1 12 27,1 14 1,2 14-23,1 18 23,-1 15 67,-2-24 1,0 1-77,-2 2 0,0 0 11,0-2 1,-1 0-12,1-3 0,0-2 14,-2 19-5,3-16 33,0-14 79,0-11-29,0-14-44,-3-11-28,-3-18 0,-4-14 5,4 16 1,-1-1-84,1-4-1,0-1 59,0-2 1,1-1 13,1 4 0,0 1 6,-2-20-11,3 21-51,0 18 17,-1 19 34,-1 18-18,-3 19 29,-2 17-294,4-21 0,0 0 265,-1 4 1,1-1 14,0 1 0,1-2-20,-2 20 362,3 5-334,4-31 11,1 3 51,1-23-34,0-16-22,0-3 575,-1-35-598,0-3 14,-1 8 1,-1-3-209,0 1 0,0 0 211,0-2 1,0 2-4,1 4 0,-1 2-2,1-14-6,1 22-50,-2 17 38,1 19 1,1 15 11,2 21 3,-2-15 0,1 2-9,0 5 1,1 0-149,-1 1 1,0 0 156,1-1 0,-1-2-9,0-3 1,0-1 5,2 18-6,0-15 73,-2-16 514,-1-13-541,-2-16-35,0-13-206,-2-11-2046,-1-6 2247,-2 8 0,2 12 0,0 11 0</inkml:trace>
  <inkml:trace contextRef="#ctx0" brushRef="#br0" timeOffset="141634">11634 13776 15081,'-7'-48'2102,"-1"1"1,1-6-1,3 6-1300,8 12-304,4-9-246,5 23-140,2 10-73,-3 9 146,6 24-22,-8 11-18,1 28-92,-10-25 1,-2 0-890,-2 4 1,-2 0 849,1-7 0,-1 0-98,-3 9 0,1-1 95,2 6 12,-1 8 189,8-32 136,-1-14-108,2-17 1536,0-5-1552,4-43-73,-3-5-466,-1 14 1,-1-3 364,0 2 1,-2 0 13,-1 1 1,-1 1-23,1 11 0,0 2 154,-6-27 45,2 30-241,0 7-11,-1 22 22,3 24 11,-2 21-10,-1 2-18,1-1 0,0 3 14,1-13 1,-1 1-278,0 16 1,0 0 270,0-13 1,2-3 977,-1 18-991,1-1 45,3-30 100,-1 2 12,0-23-79,-2-15 558,-1-15-580,-2-17-23,0-18-334,3 27 1,1 0 330,0-2 1,1 0-12,0 4 1,1 2 30,-1-19-16,1 19-46,0 16 1,0 14 11,1 16 22,1 16-6,0 21-5,0-3 6,-1-3 0,-1 2-15,0-15 1,0 0 216,0 13 0,2-1-214,3 14 6,2-16 67,1-16 28,-3-16-11,-1-19-33,-2-17-51,-1-20 14,-1 14 0,-1-1-428,0-8 1,0-3 424,-2-4 1,1-2 10,0-5 0,-1 0-5,1 1 0,-1 2 8,1 7 0,-1 3 235,-3-18-232,0 30-28,0 21-11,-2 20 16,1 2-33,-9 42 23,7-2 225,2-11 1,1 3-224,3-3 1,1-1 2,0-7 0,1 0-3,0 15 0,1 0-2,1 8 13,1-19 0,0-2-13,2 1 83,1-20-11,-2-9 79,-3-18-96,-1-11-27,-3-21-1,-1-16-14,2 23 1,1-1-41,0-3 1,0 0 45,2 1 0,-1 1 3,3-20-17,-1 19-6,0 21-33,-1 13 39,0 9-6,-5 29-5,-1 9 16,1-7 1,-1 3-162,0 0 1,0 0 149,1 2 1,1-1 5,0-1 0,0-1-6,1-4 1,2-2 16,2 20-11,3-16 0,3-15 45,0-16-45,2-17 11,1-16 17,3-21-25,-6 17 0,-1-3 83,0-6 0,-1-2-86,0-5 0,-1-1 11,0-2 0,0 0-3,0 4 1,0 2-4,-1 9 1,-1 2 5,3-9-44,-4 22-1,-1 17 40,-3 16-6,-1 16-6,-4 20 0,5-17 1,0 3 131,-1 4 0,1 1-129,1 2 1,1 0-4,-1 0 1,1-1 5,1-5 0,0 0-12,2 22 12,3-19 28,0-13-5,0-14-6,-3-14-17,-2-15 394,0-16-389,-4-17 1,1 18 0,-1-1-366,0-5 0,-1-1 371,1 0 1,0 1-12,2 4 0,0 3 11,-1-13-33,1 22-12,0 18 28,-2 20 1,-3 17 10,1 19-5,3-18 0,0 1-6,2 2 1,0 1 5,2-2 0,2 0-11,5 27-6,5-13 23,1-14 747,-4-15-703,-2-11-22,-5-20-22,1-13 10,-1-23-13,-1 16 0,-1-3-257,0-3 0,0 0 260,1-2 0,0 2 22,2-25 11,1 21-45,-3 21 6,-1 18 6,-1 18-40,-2 19-223,-2 22-567,2-20 1,0 2 589,0 8 1,0-2 0,0 8 0,2-7 0</inkml:trace>
  <inkml:trace contextRef="#ctx0" brushRef="#br0" timeOffset="146041">8748 14034 17255,'14'-42'1337,"-1"0"0,1 0 1,4-17-1,-3 4-861,-9 17 0,-2 3-109,-1 2 0,-1 2 238,0-18-191,-1 16-257,-1 16-173,0 10-7,0 14 57,0 13-1,0 20-16,-1 19-3,-1-22 0,-1 2-320,-1 3 0,0 1 311,-2-1 1,1 0 19,-1-3 0,2-1-243,-2 25 229,3-17 40,3-15 167,1-16-78,-1-9 73,4-20 447,0-11-621,5-22-11,5-15-319,-6 24 1,1-2 301,0-4 1,0-1-1,1-2 0,-2 2-152,0 2 0,-2 3 213,3-22-4,-5 25-91,-3 19-5,-3 18 39,-2 17-11,-5 21 6,-4 22 65,4-21 0,1 3-74,-1 3 1,-1 2-4,1 1 1,0-1-1,1 0 0,1-2 12,1-4 0,2-1-12,1-7 0,1-1 339,0 15-249,2-20 50,0-14-33,-1-19-67,-4-16-23,-4-19 17,-5-17 17,5 22 0,0-1-37,0-7 1,0-2-1,-1-3 0,2-1 0,-1 0 1,2 1 10,0 5 1,1 3 8,-3-18-44,2 28-40,3 18 5,2 17 62,1 14-5,0 21-6,1 20-315,0-22 1,0 2 306,-1 3 0,0 0 8,0 1 0,1 0 0,-1-2 0,0-2 122,2-3 1,0-1-118,2 23-10,1-17 61,0-17 28,0-15-56,0-20 641,2-17-675,4-22 6,-2 17 0,0-2-6,2-6 1,0-1 5,2-4 0,1 0-289,-1 1 0,0 1 300,-1 6 0,0 1 6,4-17-11,-6 23-51,-6 17 17,-1 15 11,-2 14 367,-2 17-338,-2 19-7,2-18 1,-2 1 195,1 4 1,0 0-205,-1 1 0,2-1 0,-1-2 1,2-2 7,-1 26-10,1-15 5,1-15 73,1-15-6,-1-13-39,0-16-11,0-17-1,-1-18-10,1 17 0,-1-2-244,0-6 0,0-1 241,1-4 0,-1-1 0,1 2 0,-1 0-1,1 4 1,0 3 3,0-15-40,-1 24-11,0 18 34,-1 18 6,1 15 10,-1 22-8,1-15 1,0 4 4,-2 4 1,1 3-9,0 2 0,-1 0 3,1 0 1,-1 0 4,0-3 1,1-2 5,0-5 1,0-2 2,-1 14 34,2-18 11,1-16-17,-4-19-33,1-15-28,-3-21 27,1-17-172,3 23 0,0-2 178,1-5 0,0-1 3,1-1 0,0 0-9,0 3 1,1 1 11,0 10 0,-1 2-6,2-8-56,-1 21-5,-1 16 39,0 16 11,0 29 0,0-5 0,0-2 0,0 3 770,0 20-767,0-22 0,0 1-11,1-3 0,0-1-1,1 0 1,0-4 2,2 8 23,1-5 67,-3-26 6,0-6 237,-2-15-316,1-26-16,-1 6-40,0-26-174,-3 17-766,-3-8 985,-8 7 0,6 21 0,-2 9 0</inkml:trace>
  <inkml:trace contextRef="#ctx0" brushRef="#br0" timeOffset="147250">7906 3348 12062,'-6'0'5282,"1"0"-4635,-24-3 0,-6 0 379,8 1-643,-10-1 1,3 0-4,21 3 137,8 0-201,10 0 106,8 0 193,14 2-108,16 0-66,14 2-583,-22-1 1,2-1 306,5 0 1,0 1-130,5-2 0,2 0 113,4 1 1,2-2-463,5 1 0,2-1 344,-16-1 1,2-1 0,1 0-540,5 0 0,1-1 1,1 0 534,5-1 1,1-1 0,0 0-469,-13 1 1,0 0 0,0 0 0,0-1 455,-1 1 1,0 0 0,-1-1 0,0 1-44,11-2 1,0 1 0,-3 0-139,-5 0 1,-2 0 0,-2 1 117,13-1 0,-4 0 101,-11 3 0,-2 0-157,20-1 1143,-21 4-1177,-13 1 2165,-12 0-1971,-6 1 1491,-5-2-1130,-3 0 711,-2-1-1199,-2-4-58,-3-2-1,-6-4-17,-6 0 32,-4 2 24,-3 0-15,-2 2 131,-4 1-10,-4 0 48,-9 1 245,-7-1 245,-3 1 44,2 0-48,8 1-33,14 2 5,13 0-20,9 1 65,7 3-620,8 3-268,9 5 32,15 5-98,16 3-41,-17-8 1,1 0-1112,4 3 0,0 1 1490,4 5 1,-3-1 0,6 2-1,-10 3 1</inkml:trace>
  <inkml:trace contextRef="#ctx0" brushRef="#br0" timeOffset="149667">11230 13720 21238,'-30'-50'642,"-1"-1"0,11-3 1,13 5-386,42 1-846,-14 23 1,4 1 647,10 1 0,3 2-23,-3 5 1,2 2-15,9-3 1,3 3-15,5 5 0,0 5-33,-12 6 0,-1 3 8,-4 1 0,-4 5 247,10 34-213,-27 6-14,-17-3 0,-6 3-9,1-15 0,-5 2-938,-10 8 0,-7 6 1,2-7 937,5-11 1,-1-2-3,-4 6 1,-4 5-1,2-4-315,-3 1 0,1-3 320,1-1 0,2-2 211,1-2 1,3-4-198,4-2-6,10-14 150,9-8-71,10-5-16,28-17-52,12-5 1076,-10 4 0,2-3-1114,4 0 0,0 1-26,-6 2 0,0 1-173,16-6 0,2 1-390,-7 4 1,2 0-2258,-1 0 0,4-1 1,-3 2 2867,7-2 0,-4 2 0,-5 1 0,-8 2 0,-11 6 0</inkml:trace>
  <inkml:trace contextRef="#ctx0" brushRef="#br0" timeOffset="150117">11266 13617 21467,'-12'-49'465,"1"1"0,3 2 0,9 6-314,27 5 42,1 12 0,4 2 9,18-4-744,-12 9 1,1 2 560,-6 6 1,0 4-12,-1 2 1,-2 3-15,19 6-11,-18 8 1,-2 4-29,3 23 22,-12-9 1,-5 4-1,-12 3 1,-7 1 0,-9 6 0,-4 0 16,0-8 0,-4 1 4,-5-1 0,-6 1 1,2-2 6,0-2 1,-1-1-6,-13 13 0,1-1 5,16-18 1,2-4 17,-9 11 419,17-13-319,16-11 210,15-7-249,17-11-78,19-10-71,-16 2 1,2-2-1048,11-4 0,0-1 829,-6 3 0,3 0-2994,7-4 0,4-1 0,-6 2 2419,-12 5 0,-2 1 1,19-7-1,-9 2 1,-27 11-1</inkml:trace>
  <inkml:trace contextRef="#ctx0" brushRef="#br0" timeOffset="151558">9739 3321 7145,'-9'-1'3187,"1"-1"-1378,8 2 751,0 0-1810,-64 2-167,39 1-331,-13-1 0,2 1 353,18 5 56,4-3-85,3 0 8,2-1 88,3-2-34,2 0-151,2-2 566,2 0-997,3 0 0,5-1 61,9-1 41,12-1 16,15-1-29,14-1-476,-24 2 1,2 0 400,3 1 0,1 0-25,2 1 0,1 0-26,2 1 1,0-1-1,1 1 1,0 0-14,-1 1 0,0-1 8,-3 1 0,-1 0-204,-3 0 0,-1 0 212,-3 0 1,0 0-108,28 0 152,-2-1 45,0-3 6,-2-2-6,-4-1 39,-10 0-11,-10 2-28,-10 0 738,-11 4-732,-7-1 422,-4 1-215,-2 0 3,2 0-126,2-2-51,4-1-33,0-2-1,2 1-49,-3-2-18,-2 2-27,-1 1-141,-3 2-319,1 0-2426,2 1 2863,3 2 0,-1-1 0,-2 1 0</inkml:trace>
  <inkml:trace contextRef="#ctx0" brushRef="#br0" timeOffset="153450">9800 13757 9145,'-6'1'7667,"1"0"-6580,5-1 2357,0 0-2620,-31-38-191,21 15-406,-7-4 0,2-1 81,13-2-196,1 7 73,11-8-152,9 10-33,20-8 6,20 8-208,-22 12 1,1 2 198,-5 2 1,0 1-355,9 2 0,0 3 301,18 12 36,-27-2 0,-3 5-106,-8 11 1,-8 6 127,-13 1 1,-5 1-9,-2 2 1,-6 1 2,-15 6 0,-8 1-456,7-12 1,-2-1 0,-1 1 463,1 0 1,0-1 0,-2 1-3,-2 1 1,-1 1 0,4-3 2,-1 1 0,5-4-6,-7 9 353,17-5-264,21-21 593,13 0-632,21-17-44,19-12-8,-20 3 1,1-2-19,7-3 1,-1 0 5,-8 2 0,2 0-95,0-1 1,3-1 0,-2 0-26,1 0 1,1 0-1192,15-9 1,1 0 1324,-13 5 0,-4 2 0,3-2 0,-10 4 0</inkml:trace>
  <inkml:trace contextRef="#ctx0" brushRef="#br0" timeOffset="153908">9661 13767 17988,'-4'-5'3075,"1"2"-2607,6-30 0,7-9-858,13 2 605,-5-9 1,5 1-65,1 26 0,2 5 315,29-14-326,1 10-79,-1 9-33,-2 10-28,-4 13-5,-3 13-18,-7 15-16,-9 11-1082,-13 11 1099,-11-9-9,-17-7 0,-7 0-340,-1-13 1,-3 0 373,-11 15 0,-4-2-3,4-10 0,-2-4 22,3-3 1,0-1-15,6-5 0,2-1 51,-10 11-42,17-11 1208,12-10-1102,17-5 767,2-5-879,39-15-168,2-4-287,-11 1 1,3 0-773,1-2 1,0 2 1005,-3 0 0,-2 1 0,13-4 0,-23 9 0</inkml:trace>
  <inkml:trace contextRef="#ctx0" brushRef="#br0" timeOffset="155017">10936 3350 10130,'-43'4'1467,"0"-1"1,0 0 0,-14 2-1,6-2-201,3-2-297,17-2-168,12 0-179,9-2-118,2 1-179,4-1-213,1 2-191,2 1 314,9 0 57,6 2-7,15-1-55,13 1-62,16-1-118,-4-3-5,-2 1 0,1-1-28,7-1-273,-2 1 0,5 0 275,-9 1 1,-1 1-588,3 0 1,1 0 575,6 1 0,-1 0 6,-13 1 0,-2 1 6,-4-1 0,0 0-151,-3 1 0,-1-2 207,-4 1 0,-1-2 142,26 1 68,-12-2 507,-12-1-407,-11 0 1132,-10-1-1310,-7 0 285,-3 2-476,0 0-11,0 0-34,7 0-146,-3 1-643,5 3-3670,-3 2 4487,-3 1 0,-3-1 0,-4-2 0</inkml:trace>
  <inkml:trace contextRef="#ctx0" brushRef="#br0" timeOffset="157009">12743 13757 17529,'3'-45'1518,"0"-1"0,0 1 0,0-11 0,1 4-1174,2 13 1,2 4 108,4-7-301,-3 17 55,4 9-157,-5 13 12,6 10 22,-2 15 12,1 22-46,-7-14 0,-2 3-375,0 6 1,-2 3 343,-1 4 1,-2 1-3,-2 3 0,-1 0-15,-1-3 1,0-2 8,-1-4 1,1-2-300,-3 21 299,5-24 258,1-12 56,2-19-107,2-12-106,3-17 666,5-19-716,5-18-51,-6 22 0,1-1-299,1-5 1,0-1 315,0-2 0,1 1 3,-1 3 0,0 3 11,-1 7 0,-1 4-3,3-8-22,-5 22-17,-3 17 0,1 14 11,4 17-22,3 16 14,-5-17 0,0 0 234,1 5 1,-1 1-244,-1 2 1,-1 0 2,-1 0 1,-1-1-1,-1-3 0,-2 0-3,-4 22 12,-3-16 39,-3-16 50,-1-14-22,-4-19-28,-2-13-12,-2-18-27,0-19 11,6 3-6,7 1 0,1-2-211,4 14 0,0-1 219,1-16 1,0 1-9,1 19 0,1 4 17,0-13-33,-1 25-46,-1 15 35,-3 42 21,-1 8-5,0-3 0,0 4-207,0-2 1,-1 1 206,1 3 0,0 0-3,0-1 0,2-2 3,1-4 0,1-3-11,6 21 882,2-20-831,1-18 4,-3-14-32,-2-20 4,0-17-10,0-24-426,-2 20 0,0-3 428,0-7 0,0-1 0,0-4 1,0 1 10,1 1 1,0 3-17,-1 7 0,0 4 406,1-12-420,-2 25-23,-1 22 29,-1 16 10,-3 19-5,-1 18-245,2-20 0,0 3 242,1 4 0,0 1 0,0 3 1,0 1-1,0-1 0,0 0-3,-1-3 1,0-1 418,0-6 0,-1-2-413,-3 16-28,2-18-375,2-14-1769,2-13 1,1-6 0</inkml:trace>
  <inkml:trace contextRef="#ctx0" brushRef="#br0" timeOffset="157892">11919 3350 16023,'-48'0'1433,"-1"0"1,3 0 0,11 0-958,27 0-347,2 0 33,4 0 404,8 6-325,-1-3 219,11 8-23,2-3-90,11 2-84,11-4-126,-4-3 0,3-2-95,2-2 0,1 0-234,2 0 0,2-1 217,7-3 0,1 0 0,-10 1 1,2-1-8,-4 1 1,4-1 0,-4 1-11,0 0 1,-1-1 16,6 0 0,-5 1 25,-10 1 34,-4 0 12,-16 2-63,-9 1-94,-4 0-2230,-3 6 2394,0 1 0,0 0 0,2-2 0</inkml:trace>
  <inkml:trace contextRef="#ctx0" brushRef="#br0" timeOffset="160476">14975 14011 19283,'7'-53'1293,"-1"0"1,0 0 0,0 3-919,-2 11 1,-1 1-439,0-1 0,1 0 371,-1 4 0,0 1 236,1-20-197,0 19-269,-3 19 181,0 10-236,1 32-12,2 8-14,-2-2 0,0 3 22,0 2 1,-1 0-20,0-6 0,-1 2 11,-1 17 1,-1 0-261,1-17 1,0 0 239,-1 12 1,0-1 31,0 11-34,2-17 89,1-15 474,0-13-412,0-16-50,1-15-62,1-19-23,3-18 12,-2 20 0,1-1-51,1-4 0,0-2 56,1-1 1,0 1-4,0 4 1,0 1 53,5-21 11,-5 25-107,-4 18-5,-2 17 17,-1 15 5,-3 17 18,0 19-21,-1-17 1,1 2 84,-1 4 1,1 1-80,0 1 1,0 0-7,1-2 1,0 0-114,1-4 0,0-1 122,1 22 22,0-16 28,0-17-16,0-15 16,-4-19 557,-1-15-590,-2-22-1,4 17 1,1-4-167,0-6 0,1-2 150,3-5 0,1 0 6,0 0 0,1 1 8,2 6 0,0 3 47,3-17-50,-4 26-44,-3 17 22,-2 15 11,-1 15 5,-3 18-10,-1 23-407,0-22 1,0 2 411,0 4 0,0 2-9,-1-1 1,2 0 5,0-3 1,0 0 67,2 3 1,0-3-38,0 6 17,1-5 5,-3-43-33,-3-16-6,-3-19 6,0-19-86,5 19 1,2-2 76,1-8 1,0-1-1,2-4 1,1-1-127,0 1 1,1 1 133,-1 7 1,1 3-5,0-14-24,-2 26-21,-2 18 5,-5 20 972,-7 13-933,-4 20-11,-3 16-39,10-24 1,2 1 29,0 3 1,1 1-4,2-2 1,1 1-101,1-3 1,2-2 89,2 22 27,3-15 18,2-16 16,-2-12-5,-1-15 738,-2-12-772,-3-17 6,2-1-1,-1-4 1,2-3-1,2 7 1,1 0-47,1-14 0,2 0 52,1 12 1,1 3-1,7-12-34,-4 21 18,-6 17 5,0 17-6,0 14 6,1 20-5,0 14 2,-4-25 0,0 0 26,-1 0 1,-1 0-24,0-1 0,0-2-12,-2 27-178,1-8-902,-1-8-5139,1-13 6231,2-12 0,-1-11 0,2-6 0</inkml:trace>
  <inkml:trace contextRef="#ctx0" brushRef="#br0" timeOffset="161366">12419 3386 10091,'-56'-10'2503,"0"1"1,5 0 0,4 2-1159,-7 1-348,10 4-365,12 1-374,11 1-174,10 0 112,6 2-11,6 0 633,15 7-297,12-2-157,27 2-250,-17-6 1,3-2-452,10-1 0,3-1 368,7 0 0,2-2-491,-19 0 0,1 1 1,0-1 466,1 1 1,0-1-1,-1 0 0,-1 1 1,0-1-1,-1 1-384,18-1 1,-2 0 390,-7 0 0,-2 1-105,-9 1 1,-2-1 101,16 1 583,-22 1-594,-17 0 1358,-11 1-1352,-4 1 982,1 1-943,5 1 70,8 2-2401,13 0 2286,5-1 0,-8-2 0,-9-1 0</inkml:trace>
  <inkml:trace contextRef="#ctx0" brushRef="#br0" timeOffset="163575">15975 13986 11676,'-1'-9'7500,"0"2"-6554,-1-32 1,3-11 370,6-13-1597,-4 20 1,0-7-1,1 5 694,4 1 1,1 4-54,-1 3 1,-1 3 813,2-16-822,-4 21 54,-5 16-396,-3 15 11,-3 18 1,-6 19-15,4-9 1,1 3-12,-2 5 0,2 3-6,0 3 1,1 1 87,0 1 0,1 0-79,2-3 0,0 0 5,1-4 1,0-2-11,1 24 16,1-17 90,0-17 45,0-16-73,1-20-34,1-17-6,2-21-16,-1 17 0,0-3 2,1-6 1,0-2 90,0-3 1,1-1-61,-1 0 1,1 1-1,-1 3 1,0 3 106,1-18-67,-2 22-107,-3 20 0,-1 14 6,-2 15 11,-3 16 33,1 20-27,2-18 0,1 1-6,1 3 0,0 1 0,2-1 0,0 0 0,1-3 0,0 0-17,6 22-17,-1-13 675,-1-13-579,-3-13 5,-1-15-62,-3-16 12,-3-14 45,-1-17-40,-3-13-31,4 17 1,2-1 14,-2-14 5,4 20 0,2 5 1,-1 10-29,1 5 11,-1 19 40,-3 30-34,0-4-6,-1 3 1,0 3-7,-1 18-2,2-19 0,0 2 8,0 4 1,0 0 5,0 21-5,1-7 21,2-20 35,1-21 5,1-8-56,1-23-6,3-35 12,-2 7 2,-1 3 1,1-3-503,-2 8 0,0-1 510,0-10 1,2-1 8,-1 4 1,0 1 13,-1 8 0,-1 3 12,-1-8-51,-4 23-17,-9 26 6,-4 18 5,-3 23-1182,8-9 0,2 2 1188,-1 18-218,5-16 0,4-1 213,8 4-91,5 3 107,7-17 34,-2-13 6,-3-23 3103,-7-6-3137,-3-26 11,-3-5 11,0-21-20,0 26 1,0 1-9,1-16 620,1 12-693,-1 31-96,-6 24-2744,-5 17 2902,-4 8 0,2-10 0,4-13 0</inkml:trace>
  <inkml:trace contextRef="#ctx0" brushRef="#br0" timeOffset="164525">13059 3510 15070,'-42'-21'1176,"0"-1"0,4 3 1,7 3-342,17 6-191,4 3-230,6 3-240,1 2-101,3 2 67,7 8 78,6 1 112,16 8 74,17-1-225,-13-10 1,4 0-761,10-1 0,3-2 659,11 0 0,4-2-54,-16 0 1,1-2-1,2 1-9,4-2 0,2 1 0,0-1-624,4 0 0,1-1 0,1 1 617,-14-1 1,0 0-1,0 0 1,0 0-468,1 0 0,0 0 0,0 0 0,0 0 470,-1 0 0,0 0 0,0-1 1,0 1-5,13-2 1,1 1-1,-2-1-345,-3 0 1,-1 1-1,-2-1 343,-4 1 1,-2 0 0,-1-1 1,-5 1 1,-1 0-1,-2 0 1,11-1 1,-2 1-9,-8-1 0,-3 1 664,20-3-659,-18 3 1239,-18 2-1311,-13 1 2038,-7 2-5170,-6 6 3199,-1 2 0,0-1 0,0-3 0</inkml:trace>
  <inkml:trace contextRef="#ctx0" brushRef="#br0" timeOffset="166893">18363 13648 20644,'1'-56'1129,"0"0"1,0 6 0,-1 8-403,-1 16-497,1 11-191,-1 7-18,1 8 18,0 9-1,0 11 1,0 19-5,-4-4 0,0 1-23,-1 19-3,-2-13 1,0 1-4,-5 15 0,5-23 1,0 1 5,-1-1 1,1-3-1,-1 14 141,2-13-23,4-23 131,2-12-159,1-12 27,4-30-55,1-10-303,-1 13 1,0 1 263,0-22-3,-2 21 0,-1 0 5,-2 6 0,1 0 23,0-6 0,-1 1 28,0 5 0,-1 2 97,-3-13-172,0 22-7,-3 13 1,2 20-17,-9 25 33,-4 14-22,5-11 0,0 1 0,-7 21 0,7-19 0,0 0-212,3-7 1,0 0 214,-1 6 0,0 0-6,2-4 0,2-2 308,-4 22-305,6-24 11,3-11 135,17-45-112,-1-8-26,-1 1 0,0-3-314,-3-3 1,-1 1 307,-2 6 1,-1 0 5,0-12 1,-1 0 206,-1 8 1,-2-1-146,2-16 0,-2 3-81,2-3 171,-4 8-155,0 58-10,-1 14-7,1 17 1,2 16 17,-2-7-4,1-16 1,0 1-3,0-8 0,-1 1-3,0 15 1,1 0 220,1-11 1,-1-2-217,1 0 1,0-2 20,2-3-12,-1-15 56,-2-16-45,-1-17 1,-1-21 10,0-17-490,0 20 0,1-1 460,-1 6 0,1 0 11,0-11 0,0-2-171,2 2 0,-1 1 168,0 2 0,1 2 3,-1 1 0,1 6-3,0 4-16,-2 17-18,-1 13 932,-1 12-926,-1 16 0,-3 18 20,2-16 0,-1 0 595,-2 26-604,-1-9 1,1-2 5,1 3 0,-1 2 0,2-1-6,2-3-5,1 12 39,3-33 6,1-16-18,-1-17 7,0-15-23,-1-22 11,2-18-11,-2 23 0,0-3 3,1-5 0,0 1 5,0 8 0,0 0 9,0-12 0,1 3 0,-1 0-23,1-6-16,-4 37 27,0 16-5,-9 27-16,2 12 18,2-7 1,1 2-268,1 1 0,2 1 262,0 1 0,1 1-11,2-1 0,0-1 8,3-3 1,2-3 0,9 19-1,5-20 56,-1-19-27,-1-23-29,-5-21 12,-2-6 10,-3-4 1,-1-5-3,-2 9 0,0 0-282,2-17 0,0 0 298,-2 12 1,-1 4 70,2-19-62,-2 27 488,-4 25-515,-5 25-18,0 7-11,-4 13 0,0 4-89,-2 10-1165,1 2 0,1 4 1271,6-11 0,1-3 0,0-12 0,0-2 0,2 27 0</inkml:trace>
  <inkml:trace contextRef="#ctx0" brushRef="#br0" timeOffset="169558">15900 3389 9727,'-8'-2'5410,"1"1"-2592,7 1-1804,-61-1-112,31 2-678,-6-1 0,-1 0 677,5 2-61,10-1-117,-5-1-588,12 0-96,6 0-39,7 0 11,2 0-5,0 2 83,2 1 135,7 2 40,15-2-68,22-3-152,4-3-7,-11-1 1,6-2-1,0 0-828,11-2 1,3 0 797,-4 1 0,5-1 1,-2 1 5,-10 1 0,-2 1 0,-2 0-5,17-1 1,-5 2-18,-17 1 1,-4 1-81,22 0-46,-41 5-1063,-2 6 1198,-22 12 0,3-9 0,-4 3 0</inkml:trace>
  <inkml:trace contextRef="#ctx0" brushRef="#br0" timeOffset="170642">10094 14124 9957,'4'-4'8037,"-1"1"-2553,-3 3-5199,-13-33 107,10 18-28,-2-27-336,10 32 17,14-1-22,4 8-7,16 0-4,16 1-275,-22 2 1,2 0 267,5 2 1,1 1-6,2 0 0,0 2-9,-2 2 1,-1 1 5,-6 2 1,-4 2 7,9 18 34,-33 10 1,-33 9-40,2-22 0,-5 0-435,-8 2 1,-2-1 451,-4 0 0,-1-1 8,-1 0 0,-2-1 11,1-3 1,-1-1-7,0-3 1,-1-3-11,-1-2 0,0-3-9,-1-3 0,1-3-137,1-5 0,2-3-221,12-1 0,1-3 347,-5-12 0,7-2 0,8 5 0,-4-13 0</inkml:trace>
  <inkml:trace contextRef="#ctx0" brushRef="#br0" timeOffset="175609">27629 13720 20951,'11'-59'1027,"-1"1"0,0 5 0,-1 9-629,3 15-157,-4 13-202,-4 9 28,-2 10 17,-1 10-6,-1 14-5,0 15-11,-6 14-40,0-5-3,-1-19 1,-1 2 2,0-1 1,0 1-12,0-3 1,0 0 21,-4 30-10,7-32 196,4-13 89,2-12-135,4-18-55,7-16-23,8-24-423,-7 18 1,1-1 372,1-6 0,0-1-20,1-3 0,0 0 22,-2 2 1,0 1-15,-3 11 1,-1 2 174,9-25-136,-12 36-88,0 2 4,-7 22 1,0 13 778,-1 17-750,-1 17-26,0-19 1,0 2 11,-1 2 0,0 1-1,0 2 1,0 0-6,0-1 1,1-1-4,0-1 1,0-2-7,0 23 18,1-15 5,0-17 51,0-12-23,1-10 6,-3-20-28,1-8-23,-2-25 17,0-11-366,2 26 1,1-1 354,-1-22-79,2 19 0,0 2 135,0-1-6,0-8-44,0 31-62,-1 11 33,-1 12 756,0 3-738,-7 31 22,-2 0-26,3-9 1,-2 1 114,2-3 1,-1-1-96,-9 28-39,6-8 33,4-14 29,4-13 11,3-13 11,0-15-39,1-13 5,1-18-5,1-17-15,0 21 1,0-3-295,2-4 1,0-1 296,1-2 1,1-1 2,0 2 1,0 1-5,0 6 0,0 3 24,1-13-28,-3 22-28,-4 13 6,0 15 22,-4 11 598,-1 19-604,-4 15-3,4-20 1,0 2-170,-1 2 1,1 0 188,2 0 0,0 0-14,1-2 1,1 0-4,3 25-16,3-13 10,3-15 57,-1-15-39,-1-17 11,-1-16 405,1-18-405,1-16-12,-4 20 1,0-1-3,0-2 0,1-1 16,-1 3 1,0 1 30,2-21-39,-1 22-16,-3 16-18,-4 21 35,-5 15-1,-6 20-22,-7 15-162,9-23 1,1 1 169,-1 0 0,1 0 0,1 0 0,1-1-8,-3 23-6,6-11 45,5-18 40,1-13-35,2-20-10,2-15 16,1-22-28,1-18-212,-2 22 0,0-2 206,1-5 1,0-1 10,1 1 1,1 1 11,0 4 0,0 4 17,4-18-11,-4 26-62,-4 18 0,-3 20 22,-3 18-5,-2 22 14,0-18 0,0 3 209,1 4 1,-1 1-213,1 1 0,0-1 3,1 0 0,1-1-6,1-4 0,0-1 3,5 19 11,0-18 6,2-18-6,0-22-11,2-18 23,0-23-12,-3 15 0,-2-2-92,1-5 1,0-2 99,-2 0 1,0 0 2,0 4 1,-1 3 16,1-15-39,-5 24-28,-2 22 28,-9 21 11,-5 17-5,-4 17-203,3 7 197,6 1-5,7-4-1,5-14 512,8 1-489,-2-26-1,6-4 7,-1-29 10,2-20-27,3-22-1,-7 22 1,-1-2-152,1-2 1,-1 1 162,0 3 0,-2 2 17,5-16-51,-5 24-6,-1 19-10,-6 22-96,-1 18-672,-5 23-2711,3-21 1,-1 2 2867,0-1 1,0-3 0,-2 12 0,2-19 0</inkml:trace>
  <inkml:trace contextRef="#ctx0" brushRef="#br0" timeOffset="196699">4516 4517 25713,'-11'-42'111,"1"-1"0,1 4 0,1 10-562,2 21-493,4 5 433,1 3 1206,1 6-521,2 4-221,3 8-444,3 5 475,1 6 107,-2 6 291,-2 1 7,-1 1-724,0-6 349,1-7 374,3-9 53,5-8 289,9-14 405,12-11-16,14-19-632,-20 13 1,1-1-335,2-3 1,-1 0 266,-1 2 0,-1 0 27,-3 3 0,0 2 495,14-8-942,-10 13 0,-7 16-5039,-7 19 4780,-4 8 0,-6-5 0,-3-7 0</inkml:trace>
  <inkml:trace contextRef="#ctx0" brushRef="#br0" timeOffset="199908">10271 15628 17932,'-47'1'1198,"1"0"1,4-1 0,8 1-891,17-1-252,7 0-117,6 0-29,2 2 34,3 1 50,4 2 34,6 0 23,10-1-29,0-3-16,25-2-23,-10-2-5,15-1 50,-20 2 196,-12 0 34,-12 2-168,-14 0-40,-10 0 17,-14 0 23,-10 1-12,-5 1-44,8 1 16,-8 2 45,3 2-61,5 0-56,5 0-68,22-4-5,7-2 84,8 0 61,7-2-28,12-2-33,11-3 11,8-3-17,0-1 12,-5 2-18,-12 4 29,-10 1 72,-10 5 6,-14 4-50,-13 6-12,-17 5-16,-12 3-256,-5 0 323,0-1 118,7-6 201,12-3-96,16-7-240,13-2-33,18-5-6,14-5-6,19-5 0,16-4-40,-27 8 0,2 1 40,1-2 0,0 1-8,-1 0 0,0 0-45,-2 1 0,0 0-1924,24-4 1966,-15 6 0,-19 4 0,-13 2 0</inkml:trace>
  <inkml:trace contextRef="#ctx0" brushRef="#br0" timeOffset="211141">10147 15199 6507,'9'-3'2918,"-2"1"-2297,-7 2-150,0 0-376,3 1-50,-1-1 67,2 2 0,-2-2-282,-1 2 0,-1-2 0</inkml:trace>
  <inkml:trace contextRef="#ctx0" brushRef="#br0" timeOffset="214566">7226 2297 18246,'-22'-43'1267,"1"0"1,3 5 0,3 9-1077,8 22-275,6 7 112,4 7 95,12 20-83,4 6-29,2 4 17,5 2 22,-4-11 23,9 2 73,1-10 302,12-14-264,-12-9 180,25-21-216,-31 6 1,2-3-1064,7-3 1,4-4 0,-2 1 1107,4-3 1,1-1-38,2 0 1,3-3 0,-3 2-208,1-1 0,-1 1 203,7-6 0,0 1-68,-10 7 1,-4 2-42,12-9-4362,-24 26 4322,-18 13 1,-7 5-1,-1 0 1</inkml:trace>
  <inkml:trace contextRef="#ctx0" brushRef="#br0" timeOffset="215899">10125 13417 20621,'34'-11'944,"1"-1"0,9 12-723,-51 31 0,-14 11-101,-3 3 1,-3 1-1067,4-10 0,-2 0 1,-1 1 945,-3 3 0,-1 0 0,-1 0-75,0 1 0,-2-1 1,1 1-188,1-2 1,0 0 0,2-1-658,1-2 0,1-1 1,2 0 918,-10 16 0,4-3 0,-3 5 0,11-10 0</inkml:trace>
  <inkml:trace contextRef="#ctx0" brushRef="#br0" timeOffset="216599">9986 12841 22240,'-18'-46'586,"-1"1"0,0 3 1,8 7-447,15 14-107,5 3-10,9 7-23,9 4-28,11 4 5,8 9-27,3 8-12,-4 14 40,-13 11 50,-16 14 2,-16-22 1,-6 1 3,-5 4 0,-4-1-242,-4 1 1,-4 0 237,1-3 1,-1-1-17,4-5 0,1-2-3,-6 13 40,17-12-18,10-14 18,20-5-102,15-16-223,-6 0 0,3-2-2441,13-8 0,2-2 2715,2-1 0,-2 0 0,-14 6 0,-3 1 0,10-5 0</inkml:trace>
  <inkml:trace contextRef="#ctx0" brushRef="#br0" timeOffset="225992">8607 3255 23573,'-21'-4'1383,"9"-11"-1226,30-9-95,5-6-12,4 2 0,4-2-8,4-2 0,3-2-933,-4 3 0,2-1 0,0-1 911,4-3 1,0 0 0,1-2-19,-5 6 1,1-2 0,0 0 0,-3 3 0,13-13 0,-2 1 4,-10 10 0,1 0 1,-6 4 827,2-6-1054,-6 0 81,-21 17-926,-10 9-745,-8 8 123,1 4 1686,-4 9 0,9-6 0,-1 5 0</inkml:trace>
  <inkml:trace contextRef="#ctx0" brushRef="#br0" timeOffset="227232">7950 1287 32767,'-30'-55'-1451,"0"0"0,7 4 1,13 5 337,45-1 2034,-8 25 0,2 3-492,3 3 1,2 2-263,-1 4 0,1 4-125,23 5-143,-12 18-1038,-17 5 1152,-16 8 1,-5 4-179,-11 21-435,-1-13 0,-5 1-1589,-5-6 1,-2-3 1506,-14 20 1044,11-25 1,1-1-1250,-10 17 362,6-4 1187,8-6-907,22-21 15,4-8-695,39-16-241,7-9 972,-11 3 0,3-3-638,2 0 1,0-1-1818,5-1 1,-1 1 2636,-6 3 1,-3 2 0,13-5 0,-27 11 0</inkml:trace>
  <inkml:trace contextRef="#ctx0" brushRef="#br0" timeOffset="227433">8845 1294 18280,'-4'-1'4621,"0"0"-3669,4 1-1014,-26 22-296,16 4-667,-19 24-2492,25 0 3274,2-7 0,2-16 0,0-12 0</inkml:trace>
  <inkml:trace contextRef="#ctx0" brushRef="#br0" timeOffset="227943">9127 999 28449,'7'-45'-268,"-1"0"0,2 4 0,4 8-513,21 16-42,5 6 245,3 9 114,-2 12 64,-2 10 31,-8 13-385,-9 9 328,-9 5 168,-14 4 280,-11-1 48,-9-6 24,-4-8 98,1-11 161,3-10 83,5-7 1,3-5-90,3-5-95,4-3-162,4-4-73,5-1 0,9 1-12,8 0-10,13 1-18,10 4 6,9 8 6,4 6-34,-5 9-11,-10 7 23,-15 4-29,-18 6-229,-24 4-767,-21 5-668,-5-7 1047,14-17 1,2-2 0,4-4-1,0 1 1</inkml:trace>
  <inkml:trace contextRef="#ctx0" brushRef="#br0" timeOffset="230000">9047 1182 30340,'-33'-28'-882,"0"0"0,7-1 0,10 0-454,38-20 1714,5 17 1,4 2 344,14-11-792,-7 16 1,1 3 46,9 4-375,9 3-175,-13 16 620,-13 18 123,-13 19-861,-12 22 285,-10-22 0,-4 2-457,-3 4 0,-3 1 565,-5 2 1,-2-1 169,-1-2 1,0-1 119,1-3 1,0-2-88,4-5 1,2-2 51,-5 17 29,11-17 156,10-13-221,9-12 124,13-15-61,16-13-12,1-6-186,2-3 1,4-2-3,-10 7 0,1-1-54,-1 1 1,2-1-1,0 1-627,9-7 0,-1 2-1586,-3 3 1,-1 0 2481,-9 6 0,-3 2 0,5-3 0,-19 11 0</inkml:trace>
  <inkml:trace contextRef="#ctx0" brushRef="#br0" timeOffset="230392">9173 1124 13677,'-6'0'6332,"2"0"-5131,4 0-447,-42-83-1608,35 38 994,-11-11 0,7 0 62,26 25 0,5 6-153,11-11-38,-4 16 1,3 5-6,12 4-1422,-8 10 0,-1 4 1405,13 6-538,-10 12 1,-2 6 515,-8 7 48,-3 4 0,-5 4-77,-11-5 1,-7 1 5,-1 12 0,-8 2 52,-4-9 1,-5 1-1,-1-2-572,-10 12 1,-2-3 600,-3-1 0,0-4 39,1-9 1,0-4 1744,-10 8-1759,-2-1 1285,21-19-1055,22-16 185,26-17-471,10-5-67,2-2 1,7-3-515,0 2 1,4-1-1,1 0-2690,3-1 0,0 0 0,0 1 2790,0 0 1,0 0-1,-5 3 1,-1 1 0,-9 4-1,-14 5 1</inkml:trace>
  <inkml:trace contextRef="#ctx0" brushRef="#br0" timeOffset="232267">10017 12945 9968,'3'6'6716,"-1"-2"-4291,-2-4-767,0 0-460,5-76-318,-7 25-707,3 2 1,0-2 285,-6 9 1,0 5-164,0-1 62,1 4 1,0 3-124,2 12-223,0-1-12,2 21 34,7 37-23,1 6-3,-1-4 1,0 3-229,-2-3 1,0 1 224,-1 4 1,-1 0 2,-1-9 1,0 0 8,-1 13 0,0-2-6,0 7 3,1-19 0,-1-2 160,2-4-6,-1-16 179,-1-10-207,-1-17-39,-2-27-62,-2-16-123,1 15 1,-1-2 97,0-1 0,1-1-3,-1-3 0,1 0 8,1 2 1,0 2-3,2 5 0,0 4-17,1-14-34,0 24-27,0 17 49,2 17 18,1 4 0,9 34-6,0 3-266,-3-11 1,-1 3 265,-1-4 0,0 0 3,-2 1 0,-1-2 221,-1-1 1,0-2-208,0 22-17,-2-14 84,-2-17 44,0-13-83,-4-16 523,-5-12-563,-5-17 6,-6-15 12,5 5-15,4 4 1,1-2-131,1-18 130,3 19 1,1 2-9,3-11-11,1 22-90,1 16 79,2 19 44,4 13-27,4 18-1,5 13 0,-1-4 0,-4-9 1,0 0-238,2 15 232,-4-17 0,-1 0 11,1 8 327,-2-15-254,-3-15 34,-2-12-91,0-17-4,-1-15-1,-3-20-17,0 3 20,-2 3 0,0-2-9,1 10 1,0-1-166,-1-16 0,0 0 179,2 14 1,1 2-3,-1-20-6,2 25-55,1 18 16,-1 17 56,5 14-45,2 18 11,4 17-14,-4-18 1,-1 1-248,0 5 1,0 2-829,0 4 0,0-1 638,-1-2 1,0-4 0,3 13 0,-4-23 0</inkml:trace>
  <inkml:trace contextRef="#ctx0" brushRef="#br0" timeOffset="234559">10384 12289 16779,'21'-38'1534,"1"1"1,12-14-700,-38 72-259,-11 24-377,0-11 0,-4 2-720,-8 12 1,-4 2 566,5-9 1,-2 1 0,-2 2-623,-4 4 0,-1 2 0,-2 1 516,8-11 0,-1 1 0,-1 0 0,1 0-1006,0 0 0,0 0 0,0 0 0,2-2-583,-3 3 1,2-2-1,2 0 1649,0-2 0,2 0 0,5-6 0,-3 5 0,4-4 0</inkml:trace>
  <inkml:trace contextRef="#ctx0" brushRef="#br0" timeOffset="237234">10075 1310 32767,'-39'46'0,"4"4"-879,29-9-6556,-3 14 7206,3-19 0,1-5 1,2-14-1</inkml:trace>
  <inkml:trace contextRef="#ctx0" brushRef="#br0" timeOffset="237626">10317 999 29167,'0'-6'1849,"0"1"-2122,1-26 0,1-7 69,1 4 95,-2-6 1,2 1-146,5 11 107,0 17 236,4 0-923,2 13 315,0 5-15,28 39-168,-15-10 133,-4-2 1,-1 3-65,-4 21 271,-12-25 0,-4 0-574,-5 20 583,-10-14 1,-5-1 197,-17 10 117,10-15 1,-1-2 50,-11 6 25,14-13 135,13-11 63,21-8-91,18-8-139,29-7-191,-16 1 0,5-1-2783,11-3 0,3-2 2968,-2 1 0,-3 1 0,-16 4 0,-4 1 0,8-3 0</inkml:trace>
  <inkml:trace contextRef="#ctx0" brushRef="#br0" timeOffset="240351">5016 3547 21194,'-25'-42'587,"0"0"0,2 4 0,0 10-936,0 23 695,-6 12 149,-6 11 403,-4 14-268,-4 14-108,21-19 0,1 3-1,-3 3 1,1 1 122,-1 4 0,2-1 6,3-7 1,1 2-291,-6 17 1,1 1-251,8-13 1,2 0-627,-5 17 1,2 2 143,5-10 0,4-1-119,1 1 1,2-2 34,2-10 0,3 0-200,7 9 0,6-2-424,22 4 620,-7-15 0,6-4 286,2-11 0,3-7 191,2-6 1,0-4 153,1-5 0,-1-5 134,-3-5 1,-2-3 69,-2-5 1,-3-1-4,-8 5 0,-2-2 119,8-18 1,-3-4-39,-9 10 1,-2-2-428,8-17 0,-2-4 104,-7 6 0,-2 1-308,-1-1 1,-2-1 136,-3 2 0,0 1-68,-3 3 1,-1 2 114,-3 3 1,-2 2-168,-2 4 0,-2 1 47,-11-24-162,-6 9-115,-4 11-91,-3 7 540,-1 8-499,-1 6 874,-1 10-918,-2 11-463,-3 16-4196,-6 23 4550,5 6 1,14-12 0,10-13 0</inkml:trace>
  <inkml:trace contextRef="#ctx0" brushRef="#br0" timeOffset="249010">5889 4432 23411,'-7'-11'-1580,"1"3"1580,7 12 0,-1 2 0</inkml:trace>
  <inkml:trace contextRef="#ctx0" brushRef="#br0" timeOffset="252969">8348 14278 9177,'-45'22'1389,"0"-1"0,6-2 1,10-6 2179,20-14-2326,28-29-952,-1 1-16,15-11 0,5-1-54,6-3-173,-14 16 1,4-3 0,-1 2-2,6-1 1,2-1-13,0-1 1,4-2-1,-2 1-15,-5 6 1,-1 0 0,1-1-473,4-3 1,0 0-1,-3 2 463,-2 2 0,-3 2 3,2-2 0,-3 1 1265,8-7-1402,2-4-1087,-14 8 185,-14 12-3215,-7 1 4240,-7 8 0,-2 3 0,1 1 0</inkml:trace>
  <inkml:trace contextRef="#ctx0" brushRef="#br0" timeOffset="253609">8677 13026 15104,'17'-47'2362,"1"0"0,-2 6 0,-5 7-1595,-11 15-526,-3 9-12,-7 7-223,-5 11 11,-11 12 5,-7 19-17,14-13 1,1 3-131,-2 4 0,2 1 127,2 1 1,1-1-8,-5 19-7,13-21 1,3-1-22,9 4 27,8 9 45,10-25 57,5-8 32,3-17 302,1-9-223,0-15 51,-2-10 16,-4-4-122,-9 6 245,-5-17-201,-9 20-22,-4-9-84,-5 19-96,-5 10-50,1 8-801,-11 6-521,7 6 1378,-21 14 0,24-10 0,-8 5 0</inkml:trace>
  <inkml:trace contextRef="#ctx0" brushRef="#br0" timeOffset="255226">10954 1287 31119,'18'-42'-173,"1"0"1,-3 3 0,-3 12-379,-10 24 902,1 8-1680,0 9 492,-1 13 162,0 12-74,-7 11-1788,-2 8-6374,-1 5 8747,1-11 1,3-18 0,3-17 0</inkml:trace>
  <inkml:trace contextRef="#ctx0" brushRef="#br0" timeOffset="255509">11387 913 22954,'0'-10'1533,"-1"-27"0,1-4-1632,1 12 145,-1-13 1,2 4-129,0 23-92,2 9 45,3 14 25,4 13-444,3 18 444,2 19-171,-10-22 0,-1 2 278,-1 4 1,-1 0-9,-2 0 1,0 1-6,-1-3 1,0 0 9,0-6 0,-1-1-213,0 25-677,0-8-5860,3-7 6750,1-10 0,0-13 0,-1-10 0</inkml:trace>
  <inkml:trace contextRef="#ctx0" brushRef="#br0" timeOffset="258219">6491 4487 20205,'22'-34'305,"7"3"-20,13 18-77,11-2-98,7-1-255,-29 8 1,0-1 217,26-5 81,-12 3 362,-15 5 224,-16 3-364,-20 4-209,-17 5 155,-18 5 100,-12 3 8,-8 3 57,4-3 121,10-5 227,17-5-702,15-2-255,20-7 42,22-3-1883,29-5 1956,-23 6 0,-1 1 0,16-3 1,-16 5-1</inkml:trace>
  <inkml:trace contextRef="#ctx0" brushRef="#br0" timeOffset="263569">11925 1497 25316,'-5'-5'-2332,"1"9"2756,2 28-7932,-2 10 7474,-1-13 0,1-3 0,1-12 0</inkml:trace>
  <inkml:trace contextRef="#ctx0" brushRef="#br0" timeOffset="264009">12182 1044 25145,'0'-7'1961,"0"2"-1962,0 5-211,0-45-450,4 50 101,0-24 296,4 67 10,0 5-677,2-2 486,3-7 249,2-10-228,1-12 501,-2-9 184,2-11-162,1-12 97,4-9 19,4-11 30,2-6 22,1-1 36,-4 2-39,-6 7-72,-7 10-135,-6 10-79,-3 6 34,1 11 6,2 11 6,2 15-7,1 14-32,2 12-441,-3-26 0,1 2-235,1 5 1,3 3 377,4 10 0,1-3 0,2 8 1,2-2-1</inkml:trace>
  <inkml:trace contextRef="#ctx0" brushRef="#br0" timeOffset="265510">13175 13121 20078,'-20'52'597,"0"-1"0,-2-1 1,-2-1-1345,-7 1 0,-2 1 760,7-12 0,0-1 0,0 1-731,-8 12 0,0 1 219,6-9 1,-1 2 0,1 0 243,1 2 0,1 0 0,2-5 0,1-3 0,3-3 0,6-6 0,0 0 0</inkml:trace>
  <inkml:trace contextRef="#ctx0" brushRef="#br0" timeOffset="265935">13342 12253 18632,'-11'-39'1221,"0"0"1,-9-14-1189,5 61 62,-9 28 57,-8 13-68,5-2 0,-1 3-1022,3-4 1,2 1 948,-4 9 1,4-1-10,10-11 1,2-3 583,0 18-586,13-2 17,10-24 403,9-1-5,13-15-29,-2-19-173,1-7 229,2-21-126,-16 5 1,0-2-166,0-2 0,-1-1 419,-1-1 0,-2-1-427,-3-6 0,-3 2-54,-3-1 49,0-22-110,-14 35-616,-11 1-3198,-4 16 3786,-5 8 0,13 3 0,6 1 0</inkml:trace>
  <inkml:trace contextRef="#ctx0" brushRef="#br0" timeOffset="269935">12954 1429 17953,'0'-4'4865,"0"1"-4427,0 3-787,-14-5 59,5 22 166,-13 4-18,11 25-1007,4 5-5855,6 0 6092,7-10 1,-1-16 0,1-13 0</inkml:trace>
  <inkml:trace contextRef="#ctx0" brushRef="#br0" timeOffset="270418">13168 1222 28463,'15'-40'-5,"0"1"1,0-1 0,2-6 0,0 5-147,3 11 0,1 5-305,8 0-234,6 2 225,4 11-95,-4 14 121,-3 4-669,4 15 516,-9 7-74,5 14 145,-11 6 331,-15 13-45,-9-21 229,-16 11 25,-6-25 93,-8 3 352,-7-7 102,11-11 5,3-4-341,16-9 72,5-6-134,5-3-101,11-6-72,-2 6-1,26-1 6,-16 12 0,24 7-11,-9 9 14,-7 1 0,0 3-15,16 18-2,-21-12 0,-2 1-2,-3 9-80,-12 12-329,-20-8-4491,-7-8 1,-5 0 4786,4-7 1,0-2 0,-23 17 0,24-25 0</inkml:trace>
  <inkml:trace contextRef="#ctx0" brushRef="#br0" timeOffset="271044">11711 13136 15552,'28'-37'1447,"1"0"1,-1 0 0,8-11 0,-4 8-882,-7 14-319,-13 17 84,-9 20-96,-2 8 162,-11 33-195,-8-8 0,-6 5-671,5-13 0,-2 1 0,-2 2 484,-9 11 0,-2 2 0,-1 0-965,-2-3 1,0 0 0,1-2 939,6-7 1,1-2 0,-2 2-206,2 1 1,-3 3 0,2-1 0,2-3-3496,-5 11 1,3-1 3709,3-9 0,0 3 0,5-7 0,-4 12 0,15-27 0</inkml:trace>
  <inkml:trace contextRef="#ctx0" brushRef="#br0" timeOffset="271410">11642 12368 18442,'10'-57'1766,"1"0"0,-2 7 1,-2 10-1403,-4 21-521,-2 13 185,-1 35 6,-1 8-60,0-2 1,0 2-771,-1 0 1,1 2 795,0 8 0,0-2 0,0 7 0,1-4 0</inkml:trace>
  <inkml:trace contextRef="#ctx0" brushRef="#br0" timeOffset="272185">14054 1417 22503,'-18'44'-295,"0"1"0,0-1 0,2 0 295,0 5 0,3-4 0,-3 7 0,9-10 0</inkml:trace>
  <inkml:trace contextRef="#ctx0" brushRef="#br0" timeOffset="272711">14486 1215 30373,'5'-47'-744,"-1"1"1,5 1-1,4 9-15,9 17 701,17 2-501,-9 13 142,9 5 101,-1 11 34,-3 12-622,-3 22 708,-15-13-55,-4 20-151,-21-17 303,-6 8 44,-14-4 67,-12-2-18,11-14 56,-8-2 101,21-16 60,-2-2 142,3-12-118,7-2-146,1-4 12,5 0-62,4 4-27,4 0-24,8 3 18,16 5-17,3 7 11,2 3 0,1 13 0,-9 2-56,3 19 39,-14-12 11,-23 24 18,-7-30-220,-7 0 0,-3-1-1074,-26 9 1282,12-11 0,1-1 0,-5 3 0,1-5 0</inkml:trace>
  <inkml:trace contextRef="#ctx0" brushRef="#br0" timeOffset="273551">11904 12208 15149,'19'-40'1906,"0"0"0,-1 1 0,-7 16-1760,-13 28 134,-11 19 11,-15 26-176,5-16 0,-2 3-1003,-7 9 0,-2 3 905,7-13 0,-1 2 0,0 0-391,-3 4 0,-1 2 0,0 0-349,-2 3 1,0 1 0,-1 0 722,-1 4 0,1 2 0,2-6 0,3-3 0,2-4 0,5-5 0,1 0 0</inkml:trace>
  <inkml:trace contextRef="#ctx0" brushRef="#br0" timeOffset="273944">12508 11685 19216,'10'-43'1275,"-1"0"1,1 0-1,4-16 1,1 3-854,-3 17 1,0 4 244,8-20-319,-7 24-320,-8 18-28,-3 23 22,-2 21-44,-2 27-416,-1-16 1,-1 4-48,-3 17 1,0-1-1,3-26 1,0-1-1,-1 1 1,0 0-1</inkml:trace>
  <inkml:trace contextRef="#ctx0" brushRef="#br0" timeOffset="275611">12597 11540 11390,'1'-6'8789,"1"1"-7322,-2 5-682,2-62-309,-8 38-311,3-13 0,-2 3 53,-12 21-134,-1 5-39,-1 10-17,-5 14 17,-5 15 39,-6 18-45,15-18 0,2 2-324,-1 3 1,1 1 306,3 0 1,2 1-18,4-4 1,2 0 11,3 24 17,17-14 44,11-14 79,16-14 50,12-20-347,-21-6 1,1-3 309,1-6 1,0-3 3,-1-4 0,-2-2-1,-3-2 1,-3-3-31,-5 0 0,-4-2-31,-4 0 0,-5-1-42,-5 0 0,-6 0-1298,-9-4 1,-5 3 1255,-14-11-121,3 23 1,-5 6 42,-16 13-113,19 9 1,0 5-956,3 7 1,2 3 1117,-13 23 0,19-10 0,11-13 0</inkml:trace>
  <inkml:trace contextRef="#ctx0" brushRef="#br0" timeOffset="277718">8394 4367 10125,'-5'0'5601,"2"0"-1115,3 0-4099,-57 3-191,43-1-185,-42 1-11,56-2 246,7-1 29,14 1-102,22-5-126,-12 0 1,2-2-120,8-1 1,1-2 107,3-1 0,0-2-5,-3 2 0,-1-1 16,-8 2 1,-3 1 283,10-2 44,-23 5-257,-25 5-112,-6 3 5,-16 4 0,-5 1 3,3 1 0,-2 2-461,-17 4 0,-4 2 481,6-2 0,0 1 19,1 0 0,3 0 65,10-4 1,2-1-74,0 2 0,4-1-79,7-3 17,0 1 168,28-8 45,14-10-28,24-4-104,-11 1 1,2-2 313,-4 3 0,3-2-336,24-7 0,1 0-506,-18 6 0,-1 2 108,15-4 1,-2 3-4561,-18 6 1,-5 3 3574,7 3 1,-19 3-1,-14 0 1</inkml:trace>
  <inkml:trace contextRef="#ctx0" brushRef="#br0" timeOffset="283676">15235 1554 15517,'0'-5'7021,"0"1"-4611,0 4-2743,8-60 33,-6 46 150,6-36 64,-12 68 0,-5 15-812,-7 10-462,-3 10-6727,0 3 8087,6-8 0,6-18 0,5-15 0</inkml:trace>
  <inkml:trace contextRef="#ctx0" brushRef="#br0" timeOffset="284110">15622 1226 21153,'-11'-51'713,"-1"-1"0,2 6 1,0 9-440,-1 16-190,1 11-89,-3 11 33,-6 18 0,-9 17-14,10-10 0,1 1-9,-3 4 1,1 1-137,3-1 0,1 0 126,-4 24-23,13-11 39,15-12 67,10-15 34,10-11 84,4-18 146,2-10 117,1-13-39,-5-3-89,-6 0 200,-5 3-302,-7 9-78,-6 10-123,-4 8-56,-2 8 28,-1 11 12,-2 11 10,-1 18-22,-2 15-362,2-20 0,0 3-263,0 6 0,0 1-4291,0 5 1,0-1 4715,2-11 1,0-2 0,-1 14 0,2-35 0</inkml:trace>
  <inkml:trace contextRef="#ctx0" brushRef="#br0" timeOffset="284876">18327 13484 11788,'32'-39'1849,"-1"1"1,1 0-1,-1 1 1,0 2-1,-2 3-1384,-2 2 0,-1 5-145,14-13 10,-21 24-257,-14 12 129,-8 19-1,-16 15-128,2-2 0,-3 2-282,1-4 1,-2 0 233,-12 15 1,-3 2-780,3-5 1,-2 2 594,6-7 0,-2 1 1,0 2-3119,-4 7 0,0 0 0,2-3 2805,0 0 0,2-3 0,1 1 0,7-7 0,15-22 0</inkml:trace>
  <inkml:trace contextRef="#ctx0" brushRef="#br0" timeOffset="285319">18429 12082 18067,'1'-5'3164,"0"2"-1925,-1 3-965,-23 70-167,8-34-641,-1 6 0,-4 8 1,3-6 566,-7 10-16,3-5 0,3 2 37,12-16 1,4-2-27,4 31 56,16-10 152,11-31-68,-4-13 240,10-18 651,9-36-818,-12 10 394,-8-3 1,-4-2-401,-6-18 180,-1-2-350,-10 16 0,-3-7 1,0 7-44,-1-16-26,-3 13 0,-2-7 1,0 11-939,-3 10 522,-7-14-9411,1 40 8301,6 2 0,-4 3 0,10 1 0</inkml:trace>
  <inkml:trace contextRef="#ctx0" brushRef="#br0" timeOffset="288876">15529 13046 8578,'4'-5'6683,"0"2"-2600,-4 3-3075,-62 76-2118,32-42 0,-3 3 1206,4-3 1,-4 5 0,-2 2-1,2-2-527,1-3 1,1-1 0,-1 1 0,0 0 465,-4 4 0,1 1 0,-2 1 0,0 0-26,-1 2 1,-2 1 0,1 0 0,0-1-177,0 2 1,0-1-1,0 0 1,1 0-1540,2-1 1,0 0-1,1 0 1,2-2 1534,-3 6 1,1-1-1,5-4 1,-1 1-1,5-5 1,2 3 0</inkml:trace>
  <inkml:trace contextRef="#ctx0" brushRef="#br0" timeOffset="289453">15294 12398 11922,'1'-8'7966,"1"1"-6298,-2 7-816,5-61-611,-7 45-196,-2-37 11,-15 72 5,-11 19-22,11-11 1,-2 3-283,-1 6 1,0 1 272,2 3 1,1 1-6,5 0 1,2-1-18,4-4 0,5-1 37,14 22 45,17-20 33,17-18 45,11-24 39,1-21-420,-28 4 0,-3-4 378,-2-5 1,-4-2-26,-2-5 0,-5-1-51,-3-2 1,-4-1-40,-5-1 1,-4 2-246,-2 1 0,-4 3 189,-3 3 1,-4 3-245,-21-18-5424,-10 14 5674,5 12 0,13 11 0,14 7 0</inkml:trace>
  <inkml:trace contextRef="#ctx0" brushRef="#br0" timeOffset="290469">16718 1045 11089,'-1'-8'5276,"-1"2"-3503,2 6 383,9-66-1144,-6 47-710,2-17 1,-1 5-114,-4 28-182,-2 4-143,-8 9 220,-10 14-22,-2 6 0,-2 5-18,-1 0 1,-2 3-1462,-7 13 0,0 0 1445,10-16 0,2 0 5,-4 7 1,3 1-274,7-1 1,3 0 256,1-1 0,2 1-149,3 3 0,5-1 132,16 14 0,3-18 50,30-2 90,-8-25-16,7 0 413,-1-30-44,-21-7 33,5-19-307,-18 9 218,-7-21-247,-11 17-55,-7-15 2562,-7 20-2669,-4 9-28,5 11 648,-13 7-738,11 13 411,-10 9-746,10 15-1849,5 11-1866,6-4 3292,5 6 0,5-27 0,0 0 0</inkml:trace>
  <inkml:trace contextRef="#ctx0" brushRef="#br0" timeOffset="290652">17107 1469 22123,'0'-7'3427,"0"2"-3046,0 5-1025,-11 14 644,-2 41 0,-2-29 0,5 26 0</inkml:trace>
  <inkml:trace contextRef="#ctx0" brushRef="#br0" timeOffset="296694">4718 4451 8942,'-52'-1'1434,"1"0"0,-1 0 0,5 1 0,0 0 0,6-1-586,6 0 1,4 1-205,-15 0 634,1 2-914,29 0-207,-1 0 481,15-2-285,25 0-225,-6-2 18,18 0 0,5-1-79,-6 1 0,1-1-318,22 0 1,4-1 331,1 1 0,3 1-1091,-17 0 1,3 1 0,-2 0 1045,12 0 1,4 0 12,-12 0 0,6 1 0,1-1 0,-2 1-642,5-1 1,-3 1 0,5-1 614,-10 0 0,4 1 1,2-1-1,0 0 1,-2 0-305,-4 0 1,0 0-1,-1-1 1,1 1 0,0-1 295,4 1 1,0-1-1,1 0 1,-1 0-1,-1 1-114,2-1 1,-3 0 0,2 0 0,4-1 119,-5 1 1,5 0-1,2-1 1,1 0 0,-2 0-1,-4 0 4,-3 1 1,-3-1 0,-1 0 0,1 0-1,4 0 0,-3 0 1,2 0 0,2-1 0,1 1 0,0 0 0,-1-1 0,-3 1-12,1 0 0,-1-1 0,-1 1 0,0-1 0,-1 1 0,0 0 20,1 0 1,-1-1-1,1 1 1,-1 0 0,-2 0-1,-1 0 100,12-1 1,-4 1 0,0 0 0,2 0-89,-8 0 1,1 1 0,0 0 0,-1 0 0,0 0 42,8 0 0,-1 1 1,-1 0-1,0 0-41,0 0 1,0-1 0,-1 1 0,0 1-13,3 0 0,0 1 0,-2 0 0,-3 0-9,-1 1 0,-3 0 0,-1 0 126,-6 2 0,-1 0 1,-2 0-153,12 3 0,-4 0-132,-11 1 0,-4 0-584,5 5 716,-26 5 0,-12-11 0,-6 4 0</inkml:trace>
  <inkml:trace contextRef="#ctx0" brushRef="#br0" timeOffset="305460">8032 16012 7503,'-6'-2'5193,"2"1"-147,4 1-4760,-18-11-62,18 8 50,-9-9 57,27 12 106,17-1-325,-7 1 101,23-1-28,-2 1-464,-15-1 0,3 1 332,5-1 0,1 1-8,5-1 0,1-1 25,4 1 0,1-2 0,3 0 0,0-2-628,3 0 1,1-1 658,1-1 0,0-2-51,-20 3 1,0-1-1,2 0 17,9-2 0,3-1 1,-4 1-35,4-1 1,0-1 3,-3 2 0,4-1 1,-4 0 9,6 0 1,0 0-469,-10 2 0,3 0 0,1 0 432,0 0 0,2 0 1,0 0-5,0 1 0,2 0 1,-1 0-5,3 0 1,1 1 0,-1 0 7,2 0 0,1 0 1,0 0-7,0 1 1,1-1 0,0 1-605,0 0 1,0 0 0,0 0 611,-1 0 0,0-1 1,0 1 8,-1 0 0,-1 0 1,1 0 20,-7 1 0,2 0 1,0-1-1,-5 1-26,-1 1 0,-4-1 0,3 0 6,-1 1 1,3 0 0,0-1 0,-5 1-330,18 0 0,-3 0 321,-10 1 0,2-1 0,1 1 9,9 0 1,2 0-1,-2 1-19,-8-1 1,-1 1 0,-1 0-4,-1 0 0,-1 0 0,-1 0 11,-2 0 0,0 0 0,-1 0-5,11 0 1,1-1 64,-10 1 0,1-1 1,3 0-61,10 0 0,1 0 0,-3-1-139,-16 2 0,-4-1 0,3 0 133,17 0 1,3-1-1,-5 1-2,4-1 1,-1 1 3,-10 1 1,2-1-1,1 1 280,-2 0 1,1-1-1,-1 1-282,0 1 1,-1-1 0,2 0 12,8 1 1,2-1-1,-4 1-15,3 1 1,-1-1-10,-7 1 1,3 0-1,-5 1 9,0 1 1,-1 1-10,-9-1 1,1 0-1,0 0 7,-1 1 1,-2-1 0,2 1-2,7 1 0,1-1 0,-1 1 0,-5-1 0,-1 0 0,-1 0-2,20 3 0,-1-1 90,-19-2 0,0 0 0,-1 0-87,14 1 0,1 1-3,-9-2 0,3 1 0,1 0 4,-5-1 0,1 1 0,1 0 0,-2-1 5,9 1 1,-2-1-1,0 1-15,-2 0 1,-1 0 0,0 0 10,-4-2 1,0 1-1,-3-1 6,10 1 1,-1 1-11,-10-2 1,1 0 0,1 0-2,5 0 0,1 0 0,-2 0-3,15 1 1,-3-1 4,-2 0 1,-1 0 0,-1-1 0,-2 0-6,-6 0 0,1 0 8,-7-1 1,1 0 0,1-1-4,1 1 0,0 0 0,2-1-1,11 1 1,2-1 0,-2 0 5,-5 0 1,-3 0 0,1 1-217,-2-1 1,1 0 0,-2 0 215,-1 0 1,0 0-1,-2 0 12,11 0 1,1-1-13,-1-1 1,4 1 0,-2-1-8,-8 0 0,-3 0 0,2 0 0,8-1 0,1-1 0,-5 1 11,0 0 0,-1-1 148,-8 1 0,0 0 1,0-1-149,12 0 0,1 0-4,-9 1 1,1-1 0,3 0-4,-6 0 0,2 1 0,0-1 0,-2 1 3,11-2 1,-2 1 0,0 1-5,-2-1 1,0 0 0,0 1 3,-2 0 1,0 0-1,-1 1 7,12-1 0,0 0-9,-12 1 1,2 0 0,1 0 3,9-1 1,1 1-1,-4 0-1,2 0 1,-1-1-2,-4 2 1,3-1-1,-4 1 7,1-1 0,2 1-9,0 0 1,5 0 0,-1 0-3,-9 0 1,0 0 0,0 1 5,9-1 1,2 0-1,-3 1-2,-9-1 1,-1 1 0,0 0 1,1 0 0,-1 0 1,-1 0-2,9 0 1,0 0-37,-4 0 0,2 0 0,-3 1 16,1 0 1,0 0 11,-4 0 0,3 0 0,-3 0 3,11 1 0,-2 0-2,0 0 1,-1 0-2,-12-1 0,0 0 8,11 1 1,3-1-4,-18-1 1,1 1 0,1-1-3,2 0 1,0 1 0,1-1-50,8 0 1,2 0 0,-2 0 45,-7 0 0,-2 0 0,-1 0 5,9 0 1,2 0-8,-3 1 0,4-1 0,-4 0-18,4 0 1,0 1 15,-5-1 1,4 1-1,-3 0 7,-11-1 1,-1 1 0,-1 0 13,22-1 0,-3 1-9,-13 0 1,1 0 5,0-1 1,3 0 0,-4 0-7,-9 0 1,1 1-2,18-1 1,9 0 0,-5 0-3,-3 0 1,-1-1-1,-3 1 1,5-1 0,-2 0 233,-9 0 0,-1 0 0,-1 0-226,2 0 0,-1-1 0,0 1 2,-1-1 0,0 1 0,0-1 47,-2 1 0,1 0 0,-2 0-51,20 0 1,-1-1-7,-3 1 1,0 1 8,-3-1 0,-1-1-9,-14 2 1,1-1 2,18-1 1,0 1-1,-17 0 1,-1-1-1,19 1 1,2-1-1,-12 1 0,-2-1 3,2 0 1,-2 1-4,-12-1 1,2 0 10,17-1 1,0 1-20,-18 0 0,1 0 172,15 0 0,1 0-172,-14 1 0,-3-1-3,-3 2 0,-2-1 9,14 0 1321,-1 0-1327,-15 0 714,8-2-708,-10-2 1289,-4-3-1273,-10-1 646,-6 2-562,0-7-27,-5 4-12,2-7 6,-5 3 11,-1-3-23,-4-2-33,-2-1 0,-4 0-11,-3 1 11,-1 2 28,-3 1-28,2 4 6,-6-2 16,-10-1-16,-7 2 16,-13-2-16,4 8-12,-2 1 23,5 5 5,6 2-22,9 1 12,8 3-24,8-1-4,5 0 4,4-2 12,3 1 51,3 0 5,8 2-11,10 2-17,13 2-23,12 1 6,9 3-292,3 2 230,-1 2-10,-8 1 16,-7 3-6,-10 3 1,-6 4 22,-8 5 11,-6 3-11,-6 6 23,-8 0 264,-7-1-281,-6 0 5,-3-2 22,-2-2 1,-2-2 16,-2-3 23,-3-4 23,-5-2 5,0-5 0,3-5-1,5-5 74,10-6 78,7-2-78,4-5-113,7-4-16,3-3-11,7-3-18,4-1 1,6 0-22,-3 2 21,6-2-49,1-3 5,2-3 50,2-7 17,-7-1-22,-3-3 6,-5 0 16,-5 0-22,-9 2 5,-11 1 0,-12 1 6,-16-2 12,-13-1-38,19 16 1,-1 0-204,-2 0 0,-1 0 209,1 3 1,0 0-1,1 1 1,0 0-15,-26-7 39,3 1 1,7 0 16,8 2 34,12 3 23,12 3-18,9 5-22,5 0 378,4 2-445,7-1 64,9 0-69,14 1-1,13 1 6,8 4 0,6 6-258,-2 7 258,-4 10 6,-9 9-6,-11 10-6,-13 6 0,-10 5 1,-13 1 10,-7-1 1,-7-2-17,-4-6 22,0-6-56,-2-7-50,-4-7-381,-4-5-2739,-4-5 3215,5-5 0,11-8 0,8-4 0</inkml:trace>
  <inkml:trace contextRef="#ctx0" brushRef="#br0" timeOffset="330968">16083 15525 11956,'8'-6'3226,"-1"1"-526,-7 5 381,0 0-2818,13-12-157,-7 4-240,12-9-924,-9 9 1058,2 2 0,-5 3 0,0 1 0</inkml:trace>
  <inkml:trace contextRef="#ctx0" brushRef="#br0" timeOffset="331835">17556 1291 32109,'-9'-53'-618,"-1"0"1,3 4-1,9 8 287,38 15 856,7 8-657,4 11-71,2 17-78,-3 14-120,-7 22-708,-25-16 1,-4 4 996,-3 6 1,-3 3-79,-4 7 1,-3 1-721,-4 4 1,-2 2 588,-1 0 0,-1 0-198,-1-2 0,1-1-485,1-5 0,0-3-938,3-4 1,1-3 1962,0-4 1,1-3 0,0 3 0,1-11 0</inkml:trace>
  <inkml:trace contextRef="#ctx0" brushRef="#br0" timeOffset="332018">17668 1626 23853,'37'-37'-365,"-1"0"1,10 2 0,0 9 0,9 20 0,1 1 0</inkml:trace>
  <inkml:trace contextRef="#ctx0" brushRef="#br0" timeOffset="333059">16460 15288 17904,'11'-4'-1113,"-2"2"0,-9 6 0,-1 0 0</inkml:trace>
  <inkml:trace contextRef="#ctx0" brushRef="#br0" timeOffset="339527">18412 1826 27364,'9'-31'-91,"1"-1"0,7-9-37,-13 66-606,0 14-1853,-5 15 2581,-2-20 0,0-1 1,0 6-1,-2-2 0</inkml:trace>
  <inkml:trace contextRef="#ctx0" brushRef="#br0" timeOffset="339768">18914 1495 19994,'0'-8'5085,"0"1"-4922,-1-24 0,0-2 268,1 13-350,-1-16 0,0 6-53,1 28-39,5 51 0,-3-17-425,1 12 1,-2 5 230,-4-12 1,-2-1-667,-1 12 0,-1 2-2566,0 1 1,0-2 3436,1-6 0,0-3 0,2 9 0,3-24 0</inkml:trace>
  <inkml:trace contextRef="#ctx0" brushRef="#br0" timeOffset="340143">19508 1495 15978,'5'-46'2475,"0"-1"1,0 0 0,-3 6-1586,-10 8-358,-7 0-291,-9 14-146,-6 12 1,-17 26-63,14-1-16,7 4 0,2 5 5,-6 23-22,12-17 0,3 3 5,2 9 1,4 0-301,-2 16 289,12-22 1,4-3 11,13-2 22,14-3 45,7-18 168,14-35 72,-7-12-209,-22 12 0,-3-2 92,-2-6 0,-3-1 140,9-21-433,-12 20 0,1 1 332,6-21 231,-7 16-376,-6 16-96,-5 14 17,-5 19 12,-3 23-29,-4 26-599,4-20 1,1 6 604,3 5 0,1 7 0,0-8 0,-1-10 0,1-3 0,2 17 0,1 1 0</inkml:trace>
  <inkml:trace contextRef="#ctx0" brushRef="#br0" timeOffset="342927">20290 1078 32767,'-48'-3'0,"0"0"0,5 0 0,10 1 0,22 1 0,7 0 0,8 1 0,8-2 0,16 0 0,2-2 0,7 1 0,2 0 0,7-2 0,6 1 0,2 0 0,1 1 0,-20 1 0,-1 0 0,-1 5-462,-18 4-663,-11 10 215,-13 10 64,-7 10-201,-8 13 335,12-18 1,0 2 294,1 7 1,3 3-572,1 7 0,5 2 724,5 6 1,6 3-232,0-18 0,2 0 0,2 0 479,4 0 0,2 0 0,1 0-43,0-2 0,2 0 1,-2-1-272,8 16 0,-6-2 289,-8-5 0,-10-2-123,-14-4 0,-11-2-354,-15-3 0,-9-5-2371,4-12 0,-4-2 1,-1-2 2882,2-2 1,-1-2 0,2-2 0,-5 1 0,6-3 0,-11 0 0</inkml:trace>
  <inkml:trace contextRef="#ctx0" brushRef="#br0" timeOffset="344094">5157 5614 7974,'0'-6'5416,"-1"2"-2811,1 4-1944,66-33-197,-22 23-1030,8-8 1,2 1 713,-18 15 1,-1 2-9,5-1 0,0 1-193,4 0 0,1 1 184,3 1 1,1 0-9,5 1 1,1 0-738,4 2 0,3-1 658,-17-1 1,0 0 0,2 1-8,3-1 1,1 0-1,0 0 2,5 1 0,0-1 1,1 0 2,4 0 1,0 0 0,1 0-421,-13-1 1,0 0 0,1 0-1,0 0 404,3 0 1,0-1 0,0 1 0,1 0-293,1-1 0,2 0 0,-1 0 0,1 0 299,1 1 1,1-1-1,0 0 1,1 0 3,0-1 1,2 1 0,-1-1 0,1 0 5,1 1 1,0-1-1,0 0 1,1 1-12,-13-2 1,1 1-1,0-1 1,0 1-1,0-1 1,1 1 1,0-1 0,0 1 0,0-1-1,0 1 7,0-1 0,1 0 1,-1 0-1,1 0 1,-1 0 2,1 0 1,-1 1 0,1-1 0,-1 0-1,1 0-1,-1 0 1,0 1 0,0-1-1,0 0 1,0 0-200,0 1 0,0-1 0,-1 1 1,1-1-1,-1 1 186,0 0 0,0-1 0,-1 1 0,1 0 1,0-1-7,-1 1 1,0 0-1,1 0 1,-1 0-1,0 0-5,0 0 0,0 0 0,0 0 0,0 0 0,0 0-4,1 0 1,-1 0-1,0 0 1,1 0 0,-1 0-11,2-1 0,0 1 1,0 0-1,-1-1 1,-1 1-4,1-1 1,-3 1-1,1 0 1,4-1 23,6 0 1,4 0 0,3 0 0,-2 0-1,-4 0-165,-3 0 0,-3 0 1,-1 0-1,5-1 155,-6 1 0,2 0 0,2-1 0,1 1 0,-1-1 1,-3 1 7,2-1 1,-2 0-1,-1 1 1,0-1-1,0 0 1,0 0 1,0 0 0,0 0 0,-1 1-1,1-1-47,-1 0 1,-1 0 0,0 0 0,1 0 0,-1 1 50,11-2 0,0 1 0,1 0 0,-2-1-5,0 1 1,-1 0 0,0-1 0,1 1-5,-2-1 1,0 0 0,0 1-1,0-1 0,-1 0 1,1 0 0,-1 0 0,0 0 84,0-1 0,0 1 1,0-1-1,0 1-93,0-1 0,0 0 0,-1 0 1,1 0-3,0 0 1,-1 0 0,0 0 0,1 0-25,-2 0 0,1 0 0,-1-1 0,0 1 26,-1 0 0,0 0 1,-1 0-1,0 0 3,-3-1 0,1 1 0,-2 0 0,0 0 186,13-1 1,-2 0 0,-1 0-199,-6 1 0,-2 0 0,-1 0 396,13-1 1,-5 1-1727,-13 2 1,-6 0 1327,9 2 0,-28 0 0,-16 2 0</inkml:trace>
  <inkml:trace contextRef="#ctx0" brushRef="#br0" timeOffset="624375">17030 1997 24575,'-19'0'0,"-26"0"0,9 0 0,-3 0-3272,-14 0 0,-3 0 3272,0 0 0,-4 0 0,13 0 0,-5 0 0,-1 0 0,1 0 0,-6 0 0,2 0 0,-4 0-902,11 0 1,-4 0 0,0 0 0,-1 0 0,3 0 901,-5 0 0,2 0 0,0 0 0,-1 0 0,-2 0 0,1 0 0,-2 0 0,-4 0-296,7 0 0,-3 0 1,-3 0-1,0 0 0,1 0 1,4 0 295,-1 0 0,3 0 0,0 0 0,0 0 0,-3 0 0,-2 0 0,-3 0 0,-2 0 0,1 0 0,2 0 0,3 0-442,-7 0 1,4 0 0,1 0 0,0 0 441,0 0 0,1 0 0,-1 0 0,1 0 0,2 0 0,1 0 0,0 0 0,-3 0 0,4 0 0,-3 0 0,-1 0 0,1 0 0,0 0 0,4 0 0,2 0 0,-1 0 0,-1 0 0,-2 0-152,-2 0 0,-4 0 0,0 0 0,-1 0 0,3 0 0,5 0 152,-5 0 0,4 0 0,2 0 0,-2 0 0,-8 0 0,-1 0 0,1 0 0,5 0 321,4 0 0,3 0 0,0 0-321,-6 0 0,0 0 0,-2 0 0,12 0 0,0 0 0,-1 0 0,0 0 0,-13 0 0,0 0 0,0 0 0,0 0 0,1 0 0,1 0 0,3 0 0,1 0 0,1 0 542,3 0 0,1 0 0,1 0-542,2 0 0,1-1 0,1 0 0,2 0 0,1 0 0,1 0 356,-1-1 1,0 0 0,1 0-357,-21-2 0,1 0 0,0 0 0,0 1 0,2 0 0,-1 0 0,14 2 0,-1 0 0,4 0 0,-1 1 0,1 0 0,-13 0 0,4 0 3392,-7 0-3392,22 0 0,0 0 0,-1 0 0,-1 0 0,1 0 0,-1 0 1423,1 0 1,-2 0-1424,-10 0 0,-1 0 0,-1 0 0,-1 0 568,2 0 1,1 0-569,5 0 0,3 0 0,-15 0 2218,6 0-2218,-5 0 0,15 0 544,-6 0-544,15 0 0,-4 0 0,2 0 1704,0 0-1704,0 0 0,5 0 0,2 0 0,3 0 0,2 0 0,3-1 0,0-1 0,2-1 0,3-2 0,0 1 0,-6-3 0,7 4 0,-7-3 0,11 3 0,0 0 0,2 2 0,1 0 0,0 1 0,-2 0 0,2-1 0,-3 1 0,1-1 0,-4-2 0,2 0 0,0 0 0,4 1 0,1 2 0,-1-1 0,0 1 0,-1 0 0,0 0 0,0 0 0,2-1 0,2-2 0,-1-3 0,2-5 0,1-7 0,0-6 0,2-1 0,0 9 0,0 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0:28:24.6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10412 533 29802,'-10'-39'-1063,"0"0"1,-6-20 139,14 71 809,-1 14 14,0 4-112,1 3 1,0 0-68,0 6 179,1 3 0,2 0-674,6 1 681,5 11 56,5-28-2,5-14 15,6-18 175,9-15 45,8-17-274,-22 15 0,1-1 348,17-23 21,-10 5-39,-10 13-118,-11 10-162,-5 10-67,-3 11 95,-2 11-5,0 14 328,0 15-569,0 13-208,1-22 0,1 0-1566,1 4 1,1 1-2897,3 0 1,1-1 3045,5 17 1,-2-20-1,-7-25 1</inkml:trace>
  <inkml:trace contextRef="#ctx0" brushRef="#br0" timeOffset="193">11166 778 20526,'-1'-3'2857,"0"0"-2208,1 3-1069,-21 25-1602,16 7-6536,-12 24 1265,20-13 6445,3-10 0,-3-21 0,0-6 0</inkml:trace>
  <inkml:trace contextRef="#ctx0" brushRef="#br0" timeOffset="659">11682 432 18694,'-5'-4'3030,"2"1"-1579,3 3-1395,12-64-50,8 43-9,-4-14 0,3 4-30,20 28-1,1 12 12,0 9-12,-3 11 1,-5 9 16,-10 4 56,-12 1 23,-17-2 10,-11-5 29,-12-6 67,-3-8 112,0-9 95,5-6 96,5-5-29,6-6-184,7-2-112,6-2-79,3 0-84,7 0-27,7 1 32,10 1-10,11 3 0,9 4 22,7 7-51,-1 5-61,-7 8 56,-16 7 28,-13 7-112,-24 5-376,-19 2-332,6-21 0,-3-3-2992,-4-1 1,0-2 3839,-23 5 0,20-10 0,16-7 0</inkml:trace>
  <inkml:trace contextRef="#ctx0" brushRef="#br0" timeOffset="876">12633 658 21931,'-10'50'-260,"1"0"1,-1-3 0,1-6-2581,-1-8 1425,0-1 0,6-20 0,-1-1 0</inkml:trace>
  <inkml:trace contextRef="#ctx0" brushRef="#br0" timeOffset="1392">12936 445 19361,'1'-9'3109,"0"1"-2415,-1 8 225,0 0-807,2 6 28,-4 2 95,0 3 190,-3-2 52,-1-4-152,-1-9-129,1-8-79,2-10-66,4-11-40,6-2-22,7 1 11,6 7-6,4 10-27,3 8 49,3 9-16,4 10-61,2 12 33,-5 12 56,-9 12-28,-15 13-26,-11-23 1,-6 2-415,-5 3 0,-3 1 440,-7 1 0,-2-1 11,-2-3 1,-1-3 13,2-6 0,0-4 37,-21 8 27,11-19 12,13-15 0,11-11-28,10-8-68,12-6-22,11 0 819,14 4-858,11 7-1733,-10 10 1,1 2 1632,16 2-420,-9 4 1,1 2-688,-11 1 0,1 2 1263,11 3 0,-1 1 0,5 1 0,-7 0 0</inkml:trace>
  <inkml:trace contextRef="#ctx0" brushRef="#br0" timeOffset="1609">13697 757 25214,'19'23'-7237,"-10"8"7237,-21 17 0,3-18 0,3-13 0</inkml:trace>
  <inkml:trace contextRef="#ctx0" brushRef="#br0" timeOffset="1876">13936 395 21119,'0'-6'2913,"0"1"-2274,0 5-499,68-57-62,-37 44-56,12-15 1,0 9-1,-11 43 25,-13 4 1,-2 5-34,-1 1 0,-2 0-368,0 3 1,-1 1 285,1 2 1,-1 1-541,1 0 1,-1 1-1709,-1-1 0,0 1 2143,0-1 1,-1-3 0,-4-3 0,-5-18-1</inkml:trace>
  <inkml:trace contextRef="#ctx0" brushRef="#br0" timeOffset="2042">14076 753 21724,'-1'-6'2347,"0"2"-2103,7-26 0,6-6-144,13 1-114,-10-4 0,2 3-350,29 10-4223,10 18 4587,-5 2 0,-5 4 0,-27 2 0</inkml:trace>
  <inkml:trace contextRef="#ctx0" brushRef="#br0" timeOffset="2233">14853 535 25836,'-30'44'-2456,"0"-1"1,1 7 0,8-2 2455,12 10 0,3-10 0,5-29 0</inkml:trace>
  <inkml:trace contextRef="#ctx0" brushRef="#br0" timeOffset="2709">15202 530 25528,'-60'0'101,"12"14"-140,37 41 72,11 6 6,14 1-39,-1-32 0,5-2-337,3-1 0,4-3 343,3-1 0,1-3-1,1-3 1,0-2 241,25 4-185,-11-11 119,-12-15-119,-13-10-6,-11-13-39,-16-11-6,-13-13 22,5 22 1,-3-1-15,-3-1 1,0-1-12,-2 1 1,1 1 8,-12-16 64,14 21 0,3 0 93,2-3-57,0-11-61,23 14 23,11 4-23,14 5 279,8 7-347,4 8-10,-1 14-6,-5 14 34,-9 21-12,-19-15 0,-4 2-267,-5 5 0,-4 1-256,-5 4 0,-4 1 157,-8 4 1,-1-2 0,-4 6 0,0-7 0</inkml:trace>
  <inkml:trace contextRef="#ctx0" brushRef="#br0" timeOffset="8525">15829 850 23147,'-1'-36'-50,"-2"19"-124,-3 53-554,-2 13-1675,0 7-7428,1 2 8067,4-18 0,1-13 0,2-21 0</inkml:trace>
  <inkml:trace contextRef="#ctx0" brushRef="#br0" timeOffset="9074">16454 492 18571,'0'-6'2263,"0"2"773,0 4-2527,-3 2-245,-3-1-46,-6-3-5,-3-5 22,-1-7-61,2-7-34,4-5-67,6 5 50,1-5-78,8 6-39,3 1-40,9 3 0,10 11-10,10 6-24,10 9 18,3 11-28,-2 14-391,-11 14 401,-23-20 1,-6 2 2,-7 4 1,-6 2 2,-8 3 1,-7-1 27,-9 4 0,-5-3-307,-6-1 0,-2-2 391,0-6 1,0-3 55,4-8 1,2-5 146,-22-2-52,17-21-22,14-14-55,12-14-24,9-4 284,13 0-395,7 10 717,9 10-757,9 11-89,6 15-241,8 10-577,6 13-530,-25-10 1,0 2 1487,2 4 0,-2-1 0,4 3 0,-6-1 0</inkml:trace>
  <inkml:trace contextRef="#ctx0" brushRef="#br0" timeOffset="9275">17077 755 21657,'0'-5'3394,"0"2"-2805,0 3-796,-17 3-443,13 21-1322,-12 10-1271,19 8 2395,0 3 0,0-27 0,0-1 0</inkml:trace>
  <inkml:trace contextRef="#ctx0" brushRef="#br0" timeOffset="9751">17498 558 24021,'10'-44'155,"0"-1"0,0 4 0,5 9-155,21 23 11,4 5 0,3 12-22,-3 9-39,-5 13 5,-10 11 28,-11 6-28,-12 3 45,-14-2 56,-12-7 6,-11-6 67,-3-10-40,7-11 292,-10-6 12,18-14-24,-8-5-44,15-9-90,8-2-89,3-1-57,11 4-72,6 3-17,14 5 23,11 4-51,10 3 0,9 11-6,2 7-305,-2 13 216,-9 9-73,-14 4 44,-19 2-38,-25 0-146,-18-4-270,-17-4-1209,-7-9-4290,-2-8 5495,11-9 1,17-6-1,14-2 1</inkml:trace>
  <inkml:trace contextRef="#ctx0" brushRef="#br0" timeOffset="9951">18458 627 17445,'0'3'4879,"0"-1"-4089,0-2-566,-39 67-219,21-32-679,-7 9 0,0 2-3802,8-5 4476,3-7 0,6-12 0,4-11 0</inkml:trace>
  <inkml:trace contextRef="#ctx0" brushRef="#br0" timeOffset="10158">18838 460 27023,'16'48'-2032,"0"0"1,-9 15 0,-8 0 1087,-5-15 1,-3-4 0,-2-1-1,1-6 1,-1-5 0</inkml:trace>
  <inkml:trace contextRef="#ctx0" brushRef="#br0" timeOffset="11100">10045 421 32767,'-44'-44'-621,"-13"20"-689,24 41 2533,-23 10-1102,0-4-532,-4-5-344,3-6 494,7-7-1232,12-3 1830,11-5-337,13 1-1111,8 0 17,4 1 156,2 0 454,0 6-73,0 9 299,0 3-190,-3 23 178,0-9 0,-1 3 15,0 2 0,1 3-302,-1 9 1,1 2 534,1-6 1,2-1-36,2 0 1,2 0-52,3-2 1,3-2-419,5-3 1,5-2-383,5-5 1,5-4 907,11-4 0,1-4 0,5 2 0,3-10 0</inkml:trace>
  <inkml:trace contextRef="#ctx0" brushRef="#br0" timeOffset="11834">19221 288 16885,'0'-5'4708,"0"0"-534,0 5-4418,18-33 76,1 22 54,21-23 65,-2 31-10,4 3-409,1 3 446,-7 2 22,-9 4-12,-9 0 1,-10 0 56,-3 2-23,-5 3-44,1 5 39,-1 6 16,3 7-27,1 10-6,3 6-6,0 5-44,-3 1-23,-1-2 56,-10 0-16,-7-3-169,-13-2-654,-12-3-1727,-9-5 1757,3-10 1,16-12 0,12-9 0</inkml:trace>
  <inkml:trace contextRef="#ctx0" brushRef="#br0" timeOffset="16491">10164 1171 30023,'-37'-1'337,"0"-1"1,-22-1-471,58 3 507,2 0 1454,7 2-1828,7 0 0,15 0 0,16 0 0,-14-3 0,3 0 0,9-1 0,3-1-127,9 0 0,3-1-646,-15 1 1,1 0-1,1 0 583,4 0 1,0 1-1,-2-1 92,12 0 1,0 1-28,0 0 0,3 1 1,-3-1-43,-15 1 0,-3 0 0,3 1-61,0-1 1,4 0 0,1 0-1,-3 0 10,6 0 1,-2 0-1,0-1 111,-1 1 1,0 0 0,-1-1-10,0 1 0,-1 0 0,0 1 4,-2-1 1,0 0-1,0 0-38,-1 0 1,-1 1 0,1-1-291,-2 1 0,-1 0 0,1-1 220,20 1 0,-1-1 148,-3 1 1,0 0-148,-2 0 0,-2 1-126,-4-1 0,-2 0-235,-3 0 0,-1 0 263,-4 0 1,0 0 71,-3-2 1,-1 0 261,0 0 0,-1-2-259,1 0 1,-1 0-84,0-1 1,0 1 158,-1-1 0,-1 1 42,27-4 1268,-12 2-1280,-13 3 1008,-13 1-1035,-8 1 688,-5 0-542,0 1 398,2-2-376,4 0-145,2-1-772,1 2 912,-5 1 0,-6 0 0,-4 2 0</inkml:trace>
  <inkml:trace contextRef="#ctx0" brushRef="#br0" timeOffset="18708">14154 1083 21821,'-7'0'4593,"1"0"44,6 0-3364,0 0-1199,-19 0-16,15 0 27,-14 0-1,18 0-618,0 0-1012,-1 3 358,1 0 163,-1 4 171,5-1-400,4 1 104,9 0 180,8-1 726,8-1 678,11-2-186,10-1-376,8 0 291,-28-1 1,2 0 233,2-1 1,1 0-83,2 1 0,2-1-128,2 1 1,1-1-286,2 0 1,-1 0-661,2 0 1,-1 0 451,0 0 0,0 0-16,-2 0 1,1 0-303,-2 0 1,1 0 272,0 0 0,1 0-4,0 0 1,0 0 1,2 0 0,1 0 218,12 0 1,0 0 134,-20 0 1,1 0 1,17 0 1,0 0-68,-21 1 0,0-1 11,8 0 0,2 0-28,-3 0 0,1 1-23,7-1 1,-2 0 8,-16 0 0,-1 0-9,13 0 1,0 0-105,14-1 105,-22 1 0,2-1 64,-3 1 1,1-1 5,-1 1 1,0-1 22,-1 1 0,-1-1-114,-3 1 1,0-1 101,29 1 1,-7 0 11,-8 1 11,3 0-6,-10 0 6,-3 0-11,2 0-23,-3-1-27,15 1-12,3 0 14,-19-1 0,-1 1 43,12-1 16,-14 0 0,-2 0 456,3 0-444,5 0 950,-11 0-867,-8-1 573,-10 0-663,-2 0 276,-4 0-287,2 1-16,2 0 5,6 0 17,-2 0-11,5 0 28,-6 0-6,-1 0 22,-2 0 18,-6 0-6,-1 0-34,1 0 22,-1 0-38,1 0 16,0 0 0,-1 0 28,1 0 6,-2 0 28,5 0-62,0 0-11,3 0 22,2 0-16,1 0 0,-1 0-6,-1 0 5,-2 0 6,0 0 23,6 0-23,1 1-28,5 0 1,-6-1-12,3 1 44,-6-1 7,4 0-6,0 0-12,4 0-10,-5 0-7,7 0-4,-4 0 4,7 0 24,-5 0-1,1 0-6,-7 0 1,3 0-12,0 1 1,9-1 5,-3 2-11,3-1 16,-5 0-5,-5 0-17,5-1 17,-7 1 0,7 0-5,-5 0-1,14 0 6,-11 0-5,32 0 5,-13-1 16,17 0 7,-7 1-6,-7-1-6,-11 0 0,-2 0 28,-9 0-5,-1 0-12,-1 0-11,-3-2-11,-3 1-16,10-1 16,-4 1 11,7-2-28,-2 2-5,-3 0 72,-3 0-16,-7 1-1,-3 0 1,-4 0-6,1 0-34,3-1 6,4-2 6,0 2-17,16-4-6,-1 2-22,11 0 27,-11 1 46,-2 2-23,-13 0 23,-1 0-29,-7 0 46,0 0-1,3 0-5,0 0-17,1 0 45,-2 0-5511,-1 0 5438,-4 1 0,2-1 0,-3 1 0</inkml:trace>
  <inkml:trace contextRef="#ctx0" brushRef="#br0" timeOffset="26908">5927 3984 18425,'-57'0'1166,"18"3"-679,58 0-207,13 2-140,1 0 0,2-2-79,3 1 1,2-1-910,16 2 1,5-2 875,-18-1 0,1-1 0,-1 0-539,13 0 0,3 0 537,-5 0 0,5-1 0,-2 0-592,-4 0 1,-1 0 0,2-1 570,-3 1 1,2-1 0,2 1-1,2-1-6,-4 0 0,3 0 0,0-1 0,0 1 0,-2-1 1,7 0 0,-2 0 0,-1-1 0,0 1 0,-1-1 0,-1 1 0,-1-1 0,-1 0 9,11-1 0,-1-1 1,-4 0 1,-14 1 0,-3 0 0,3-1-288,13 0 1,3-1-1,-3 0 286,-14 1 1,-3 1-1,0-1-12,20-1 1,-5 1-88,-1-1-204,-13 4 294,-25 5 0,-4-2 0,-11 2 0</inkml:trace>
  <inkml:trace contextRef="#ctx0" brushRef="#br0" timeOffset="28200">4356 14798 20103,'-17'-53'1196,"1"0"1,-2 8 0,-2 5-743,-19-1 232,-1 22-601,-8 38-85,6 28-804,21-18 1,2 4 797,-3 22 1,4 5-12,6-19 0,2 1 0,0 5-77,-1 8 0,0 7 0,0 3 1,1-2-95,1-4 0,2-1 1,0 1-1,0 2-502,1-4 1,1 4-1,-1 0 1,1-2-1,1-4 525,1-4 0,0-4 0,1-1 0,0 2-64,-1 5 1,1 2 0,-1-2-1,-1-3 221,0-2 1,-2-5 0,0 1 198,-2 3 1,-1-1 0,-5-6 225,-13 2 1,-5-14-54,-25-25-266,26-12 0,2-8 117,3-22 1,7-9-37,6 0 0,6-6-729,3-3 1,4-6 0,1 4 564,0 16 0,2 2 0,3-2 3,5-7 0,5-4 0,1 1 1,0 8 170,1 5 0,3 2-208,4-5 0,4-4 1,-1 5-58,3 7 1,0 3-124,8-6 0,4 0-253,-9 12 0,3 2 1,-2 1-591,11-5 0,1 2-2299,7-2 0,-1 3 3341,-17 9 0,-3 2 0,8-2 0,-20 8 0</inkml:trace>
  <inkml:trace contextRef="#ctx0" brushRef="#br0" timeOffset="28974">4605 14975 25102,'-6'-14'17,"10"14"-34,17 43 6,-3 5-12,-8-17 1,-2 2-12,-7 21 17,-10-2 17,-4-16 34,-12-4 28,2-17 111,-9-7-32,11-17-7,6-15-78,11-1-17,13-10-61,18-5-135,10 0-254,-11 18 0,3 1 92,-1 4 0,0 3-146,18-6-137,-15 9 0,2 2-978,3 2 1,0 1 105,23-5-946,-12 4 1,0 1 487,3-2 1853,7 0 1614,-14-2 1835,-18-1-295,-1-1 376,-9-6-1990,-8 4-548,-10-1-594,-4 8 281,-22 3-387,0 12-101,-18 7-78,6 14-62,6 6-17,10 4 50,12 1-5,8-10-39,16 10-17,6-20 34,18 2 5,-3-14 17,25-23 45,-18-7-12,-11 3 1,-2-3 106,7-23 50,-10-2 18,-8-2 21,-7 5 6,-6 6-16,-6 12-158,-1 11-5,-13 10-33,2 14-23,-11 11 11,6 4 11,-8 20-19,13-13 0,2 2-9,-1 0 1,1 1-21,1 7 1,1 0-31,3 18 34,13-9 33,9-12-11,9-12-22,3-12-6,1-10 0,-5-6-196,16-18-39,-6-2-180,18-13-588,-6 4-2201,-2 2 3232,-2-3 0,-19 16 0,-4 1 0</inkml:trace>
  <inkml:trace contextRef="#ctx0" brushRef="#br0" timeOffset="29774">5145 15065 23993,'-21'32'403,"0"-1"0,-6 21-83,42-37-57,15-7-83,12-13-7,9-10-10,3-13-356,-2-7 400,-8-6 39,-11-3-44,-13 0 29,-11 0-75,-14 4 12,-8 7-44,-9 5-35,-5 9-38,-1 8 191,-1 8-231,1 12 11,-2 11-10,-2 14-18,0 14 6,16-21 0,2 2 5,1 3 1,2 1-155,2 0 0,3-1 65,5 30-51,19-9-139,21-11-17,-9-25 0,5-5-289,5-2 0,3-4-873,5-4 1,2-4-1500,2-4 0,-1-4 2338,-6-1 1,-3-1 0,11-6 0,-26 6 0</inkml:trace>
  <inkml:trace contextRef="#ctx0" brushRef="#br0" timeOffset="30241">5945 14924 25853,'-27'-34'190,"-1"-1"1,1 6-1,0 12-112,-15 43-16,-1 16-51,21-16 0,2 2-14,1 2 1,2 2-18,2 0 1,3 0-519,-3 27 510,18-10 169,13-15-130,14-16 94,7-13-43,3-17 50,-1-12 17,-5-8 33,-6-4 40,-8 2-29,-6 2 225,-6 6-252,-3 8-40,-3 8-72,-4 9-17,-4 12-1,-5 12-44,-9 19 14,7-12 0,-1 2-324,-2 7 1,-2 3 329,-2 8 0,-2 3-271,7-14 0,0 1 0,-1 1 271,1 0 1,1 1 0,0-1-2,-4 15 1,4-2-17,3-10 0,5-5-65,10 8-111,18-28-236,20-28 50,-13-3 1,2-3-779,7-5 0,2-2-2944,4-3 1,1 0 3647,-3 2 0,-4 2 0,12-7 1,-21 12-1</inkml:trace>
  <inkml:trace contextRef="#ctx0" brushRef="#br0" timeOffset="30684">6629 14987 19512,'-4'0'5058,"0"0"-5277,4 0-1108,71-41-2575,-32 31 1,2 0 2957,16-13 1,-2 2 0,-17 15 0,-6 3-1,-6 3 1</inkml:trace>
  <inkml:trace contextRef="#ctx0" brushRef="#br0" timeOffset="30834">6693 15377 26390,'53'-26'-895,"1"-1"0,-1 1 0,-10 5 0,-1 1 0,-3 1 0,7-4 0,-7 3 1,0 3-1</inkml:trace>
  <inkml:trace contextRef="#ctx0" brushRef="#br0" timeOffset="31517">8266 14606 22845,'-48'-12'198,"-1"0"0,1 3 0,3 4-114,-16 15-1679,26-3 0,1 0 1617,-22 5 360,18-5 0,1-1-236,-3 0 537,-8 0-644,29-5-61,12-1-6,4 3 1793,1 5-1692,-3 11-3040,-4 12 3074,0 1 0,-1-1 0,-1 3 139,-8 25-162,5-12 0,-1 2-322,1-1 0,0 0 229,2 4 1,1 1 2,2 0 1,3-1-34,6-3 0,6-3-135,4-4 0,8-3-282,8-6 0,8-4-771,8-6 0,6-6 1227,-6-8 0,3-3 0,-4-2 0,-3 1 0,-3-2 0,2-4 0,1 1 0</inkml:trace>
  <inkml:trace contextRef="#ctx0" brushRef="#br0" timeOffset="32417">20681 14460 15950,'-1'-12'3714,"1"2"-1469,0 10 1116,0 0-3249,-44-20-44,46 13-29,-22-17-34,51 21 12,3 0 0,3 0 33,20 1-39,-16 1 1,0-1-7,21 2 1,-12 5-28,-11 2 27,-13 9 23,-12 8 0,-7 10 28,-9 12 28,-6 12-412,1-23 1,-1 1 363,-1 5 1,0 0-23,0 2 0,1 0-9,1 1 1,1 0-34,1-2 0,0-1-164,1-2 1,-1-2 168,-1-3 1,-3-2-96,-17 24-36,7-30 0,-4-4-224,-7 0 0,-3-2-1351,-10-2 0,-1-2 281,5-4 1,0-1 1447,-9-2 0,4-1 0,8-3 0,1-1 0</inkml:trace>
  <inkml:trace contextRef="#ctx0" brushRef="#br0" timeOffset="33375">8905 15955 13754,'2'-6'7970,"-1"1"-6541,2-54-488,-8 31-608,4-9 0,-3 1 126,-13 15-156,-3 8-174,-1 6-73,-3 13-28,-1 10-17,-3 16-16,0 13-12,3 8-5,7 3-1008,8-3 1013,10-15-16,23 1 33,7-25 11,22 0-5,-1-25 22,-2-14-215,-6-14 288,-11-9 39,-11-6 22,-10-2-5,-10 2-23,-8 6-38,-7 7-29,-3 11 930,-3 8-1036,3 11-113,2 9-279,4 14-605,3 12-5260,4 16 6296,7 0 0,-1-13 0,2-12 0</inkml:trace>
  <inkml:trace contextRef="#ctx0" brushRef="#br0" timeOffset="33751">10236 15995 22111,'1'-53'1066,"0"0"0,0 6 0,0 8-785,0 15-225,0 11-146,-1 8-146,1 31-503,-2 6-1546,-2 30 2285,3-28 0,-1-2 0,-2 5 0,3-3 0</inkml:trace>
  <inkml:trace contextRef="#ctx0" brushRef="#br0" timeOffset="34174">11181 15733 24290,'26'-50'138,"0"0"0,-1 4 0,1 9-82,13 19-28,2 8-11,-1 11-6,-6 15-5,-6 13 5,-10 14-22,-10 11 11,-12-23 0,-5 1-185,-3 3 1,-4-1 178,-6 2 1,-2-2 13,-1 0 1,1-1-4,0-4 1,2-2 16,-11 16 1,11-13-23,12-13 61,6-10-22,13-11-61,9-6-146,17-10-717,19-4-954,-18 10-1,3 0 1840,14-2 0,-1 1 0,7-2 0,1 2 0</inkml:trace>
  <inkml:trace contextRef="#ctx0" brushRef="#br0" timeOffset="34741">12795 15622 24195,'-4'-44'182,"0"1"1,2 2 0,6 9-115,27 15-46,6 4 6,5 6-28,1 5-39,1 9-6,-3 8-45,-3 13-27,-8 11-23,-12 6 11,-15 4 107,-18-1 33,-12-4 22,-5-5 51,2-9 40,5-6 100,5-9 89,4-6 63,6-6-6,5-7-107,3-4-84,7-4-78,3-1-68,9-2 1,9 2-23,10 1 6,8 5-23,7 2 1,3 10-203,1 6 140,-6 11-44,-16 6-56,-19 5-95,-28 3-118,-22 2 11,9-18 1,-3-2-667,-4 0 0,0-2-2227,-2-2 1,1-2 3262,-25 4 0,25-9 0,16-5 0</inkml:trace>
  <inkml:trace contextRef="#ctx0" brushRef="#br0" timeOffset="35274">14332 15578 19456,'-2'-3'4789,"0"2"-3927,2 1-256,23-75-349,-13 50-5,7-23 0,-1 3-145,-7 32 5,4-7-56,-9 19-17,1 20-17,-3 14 6,-2 9-28,-4 2-5,-1-10-15,-2 3 1,2 2 30,1 11-6,1-14 1,3-3-6,13-2 22,17-19 1,8-14-18,13-14 12,-24-2 0,-1-3 5,10-6 29,3-13 38,-22 18 12,-1-3-34,-7 10 51,-4 4-112,-4 10 10,0 6-16,-2 9-72,1 9-449,0 20-778,9 0-2735,8 15 4034,6-14 0,-6-16 0,-6-12 0</inkml:trace>
  <inkml:trace contextRef="#ctx0" brushRef="#br0" timeOffset="35834">16249 15465 24900,'-55'-29'163,"3"8"-141,33 26 34,-26 6-28,2 1-11,-13 4-17,22-6 0,1 5 11,15-4-33,0 6 27,9-1 18,4 2-18,4-6 46,2 6-23,2 9 11,-2 5 29,1 11 10,-9-1-44,1-7-3337,-14 13 3337,10-25 27,-9 13 208,13-22 190,0-4-89,7-11-280,3-4 44,6-11 3415,8-8-3476,3-1-45,7-7-6,0 9-16,-6 5 10,15 1 35,-11 10-51,12 2-28,-8 11-28,0 7-23,-7 3-307,15 19-101,-16-4-275,5 19-857,-24-3-4374,-20 0 5993,-8-9 0,4-15 0,8-12 0</inkml:trace>
  <inkml:trace contextRef="#ctx0" brushRef="#br0" timeOffset="36317">17187 15417 26088,'-51'-3'90,"2"22"-76,31 15 0,3 7-686,0 1 0,2 1 664,2 0 0,4 0 8,1-2 0,5-2-45,7-2 1,4-2 21,7-3 1,4-4-15,9-3 1,4-5 2,6-4 1,3-4-117,2-4 1,0-5 168,-1-6 1,-3-3-3,19-8 25,-30-4 0,-5-5 59,-8-9 630,-8-16-647,-31 12-23,-25 6-25,14 18 1,-2 3-102,-5 2 1,0 3 64,-2 4 0,1 2-17,3 3 1,2 3 438,-23 14-1089,19 8-1428,19 5 2095,17 5 0,4-18 0,5-3 0</inkml:trace>
  <inkml:trace contextRef="#ctx0" brushRef="#br0" timeOffset="36625">17996 15614 20369,'0'-6'3534,"0"2"-3187,19-30 1,9-6 111,5 10-832,4-15 0,2 4 542,11 24-57,1 7 281,-1 15-365,-3 12-17,-1 19-208,-26-10 1,-1 3 162,-2 4 1,-2 2-99,-3 2 0,-3 1-294,-3 0 1,-2 0-719,-6-2 0,-2 0-2189,-2-3 1,-3-1 3332,-10 17 0,6-20 0,5-15 0</inkml:trace>
  <inkml:trace contextRef="#ctx0" brushRef="#br0" timeOffset="36784">18322 15843 17249,'0'-3'5490,"0"0"-4488,0 3-996,43-71-303,-7 44-926,3-15 1,6 2 1222,-3 25 0,-1 7 0,6-4 0,2 2 0</inkml:trace>
  <inkml:trace contextRef="#ctx0" brushRef="#br0" timeOffset="37274">19512 15461 22038,'-2'-4'3428,"1"1"-2330,1 3-969,-44-23-79,25 25-3,-13-5 1,0 6 14,1 37-31,12-13 0,1 2-15,1 1 1,4 2-11,-4 28 11,21-4-29,20-6 18,-1-26 0,5-3-1,5-1 1,4-3-386,5-1 0,2-4 366,2-2 0,0-2 14,-2-3 0,0-3-12,-7-5 1,-3-2 23,15-11-88,-24-12 82,-21 3 11,-29-25 0,-7 10 5,6 9 0,-2 0-231,2 3 1,0 0 225,0-2 0,0 0 8,2 0 0,3 1-6,3 1 1,3 1 19,-2-19-33,10 8 16,15 7 662,9 7-661,13 9 33,8 7-67,4 10-6,2 11 0,-3 12-20,-20 2 1,-4 2-53,3 15-448,-13-4 1,-7 1-462,-9-9 1,-7-1 997,-9 14 0,-1-3 0,-6 6 0,-6-8 0</inkml:trace>
  <inkml:trace contextRef="#ctx0" brushRef="#br0" timeOffset="41808">8917 14907 23299,'-20'-9'89,"2"20"-89,8 18 0,5 9-11,-1-3 0,3 0-17,5-2 0,3-2-23,10 22 46,12-15 33,5-14 56,3-15 73,-2-17 61,-4-14 73,-5-15 51,-8-10-12,-8-7-27,-13-3-46,-9 0-43,-10 7-80,-4 8-72,-1 12-113,3 12-274,6 9-566,4 12-1809,6 12 2700,6 15 0,1-10 0,3 0 0</inkml:trace>
  <inkml:trace contextRef="#ctx0" brushRef="#br0" timeOffset="43101">10459 14930 22492,'-54'6'179,"0"-1"0,4 3 1,8 8-169,23 11 0,7 5-39,-9 27-17,11-13-39,26 5 56,10-24 28,22 1 28,7-25 23,-10-9 89,12-21 50,-30 4 1,-2-2-7,18-17 99,-17 3 0,-7-3-25,-8-8-160,-9 14 0,-4 1-37,-8-8 46,-26-8-96,14 28-42,-5 4 0,-1 3-243,-2 8-421,-11 9 91,20 9-2046,5 20 2650,13 7 0,0-13 0,5 2 0</inkml:trace>
  <inkml:trace contextRef="#ctx0" brushRef="#br0" timeOffset="43524">11514 14927 22214,'-42'-38'767,"-1"0"0,5 4 0,7 6-498,17 12-158,1 7-66,-4 15 11,-6 14-23,-7 19-33,13-11 0,0 0 12,-9 21-29,11-8 0,4 0-39,6 13 39,6-17 0,5-2-22,26 8-22,23-16-200,-20-19 0,2-3 258,4-7 1,0-4 24,1-2 1,-2-4 10,-2-4 1,-3-4 8,-6 0 0,-3-1 92,6-25 1,-23 3-40,-24-1-44,-20 4-57,-2 10 20,4 13 0,-2 3-76,-13 0-268,-12-1-561,26 15-1377,17 12 2268,15 13 0,2-9 0,5 2 0</inkml:trace>
  <inkml:trace contextRef="#ctx0" brushRef="#br0" timeOffset="44041">13178 14970 22824,'-39'-19'93,"0"-1"1,0 1 0,-15-6 0,6 13-49,6 45-22,3 9-7,10 5 751,12 3-839,13-2-18,17-6 34,15-9 17,19-10 22,13-12 34,-25-11 0,-1-4 0,1-3 0,-2-3 36,-2-4 0,-2-4 70,15-23 28,-16-7-27,-14-6 10,-18-3-5,-11 0-33,-12 5-24,-8 8-21,-3 12-62,-2 13 128,5 9-397,7 12-6,10 12-1752,9 13 2038,10 14 0,0-16 0,5-1 0</inkml:trace>
  <inkml:trace contextRef="#ctx0" brushRef="#br0" timeOffset="44475">14262 14987 20117,'-6'-6'3086,"2"1"-2655,-13-27 1,-3-7 128,4 4-336,-7-9 0,2 0 112,11 17-145,3 11-141,1 7-55,-2 13 21,-4 14-4,-4 14-24,1 15 12,5 7-16,15 3-1,15-5-359,19-7 353,-12-27 1,3-3 5,3-3 0,3-3 6,2-3 0,0-3 13,0-5 1,-1-3 22,-3-3 1,-2-3 47,15-19 5,-18-8 23,-22-6 11,-21-3-17,-17-4-325,10 26 1,-2 0 257,-1 0 0,-2 1-22,0 3 0,-1 0-6,-26-11-96,4 14-240,4 12-175,7 20-1662,6 14 1371,8 18 1,11-18-1,6-1 1</inkml:trace>
  <inkml:trace contextRef="#ctx0" brushRef="#br0" timeOffset="44984">16140 14817 24822,'-30'-12'70,"0"0"0,-32 5-54,34 25 1,2 8-3,-4 6 0,2 0-19,-8 12-1,19-14 1,6 0-12,11 1-17,19 4 23,23-13 8,1-16 0,3-6 6,-12 0 0,1-4 8,20-5 0,-2-6-530,-20 1 1,-3-3 568,5-4 1,-3-2 106,9-25-56,-34 17 0,-6-1-12,-8-12-114,-9 13 0,-6 1 76,-21-7-18,13 15 1,-1 0-23,1 4 0,-1 2-16,-25-7-118,12 11-231,15 13-603,13 13-1990,14 10 2947,21 13 0,-11-16 0,11-1 0</inkml:trace>
  <inkml:trace contextRef="#ctx0" brushRef="#br0" timeOffset="45424">17360 14727 23532,'-39'-37'263,"0"0"0,2 2 1,8 11-219,19 23 5,-16 20 12,-4 11-40,8-3 0,0 1-518,-11 19 510,13-16 0,2 1-31,-2 21 17,11-16 0,4 1-28,14 18 11,23-2 23,5-31-17,-6-13-1,2-5 18,27-5 13,-22-5 1,0-5 25,3-6 0,-2-6 13,-11 0 1,-3-2 275,16-24-188,-27-5-28,-21 8-40,-5 10 1,-3-1-23,-3 7 0,-2 1-48,-6-3 0,-1 3 26,-19-7-34,11 15-127,2 8-361,20 18 335,-1 1-3784,21 30 3937,13-2 0,-6-3 0,4-10 0</inkml:trace>
  <inkml:trace contextRef="#ctx0" brushRef="#br0" timeOffset="45851">18316 14720 23067,'-35'-30'322,"0"1"0,0-1 0,-13-10 0,7 8-233,12 20 390,7 7-479,5 11 154,5 11-137,1 16-17,4-2 84,2 19-84,9 3-23,8 3 6,-1-25 0,3-2-1053,25 13 1065,-3-12-131,-2-16 1,1-3 168,11-5 41,16-8 32,-28-15 45,-13-13-55,-10 4 83,-7-13 90,-18-11-141,-3-5 372,2 22 0,-3 2-427,-19-15-45,-5 10-11,7 15 270,-14 9-433,20 17-358,-8 8-891,20 15-2335,11 9-6101,14 3 8616,1-10 0,2-11 0,-8-15 0</inkml:trace>
  <inkml:trace contextRef="#ctx0" brushRef="#br0" timeOffset="46241">19407 14728 22907,'2'-43'821,"0"0"0,0-1 1,0 6-497,0 17-151,-1-2-124,-2 15-28,-7 10 34,-10 13-56,-8 14-22,-5 17 22,7-3-28,12-9 0,5 1 0,9 9 0,14 17 0,22-22-189,-11-23 0,3-2 214,4-3 1,3-2 18,1-2 1,0-3-9,-2-4 1,-2-3 2,22-12 51,-21-11 22,-21-7-45,-23-5-5,-19-4-18,5 19 1,-3 1-132,-4-1 1,-2 1 50,-1 1 0,-1 2-202,3 2 0,0 2-1281,-24-3-2855,10 13 4402,11 9 0,14 0 0,10 2 0</inkml:trace>
  <inkml:trace contextRef="#ctx0" brushRef="#br0" timeOffset="46491">18922 14966 20235,'0'-6'3579,"0"2"-3378,0 4-1192,-6-17-2207,0 33 3198,-10 1 0,10 11 0,-2 1 0</inkml:trace>
  <inkml:trace contextRef="#ctx0" brushRef="#br0" timeOffset="46917">17704 15043 16874,'0'-5'5046,"0"2"-3208,0 3-1939,0-52-252,3 51-958,0-28-3388,0 71 4699,-1 2 0,-3-14 0,0-13 0</inkml:trace>
  <inkml:trace contextRef="#ctx0" brushRef="#br0" timeOffset="47334">16524 15197 18302,'1'-3'4201,"-1"0"-3277,0 3-789,37-62-146,-18 46-26,2-19 1,-2 10-440,-8 36-987,-15 13-3919,-12 18 5382,-5 0 0,3-13 0,6-12 0</inkml:trace>
  <inkml:trace contextRef="#ctx0" brushRef="#br0" timeOffset="47825">15360 15149 24083,'-22'-46'-773,"1"20"-1468,14 58-1747,-3 2 2573,-5 10 0,8-26 0,0 0 0</inkml:trace>
  <inkml:trace contextRef="#ctx0" brushRef="#br0" timeOffset="48384">13467 15152 18632,'2'-5'4723,"-1"2"-3850,-1 3-498,20-62-218,-13 41-149,5-13 1,-1 5-26,-7 24-156,3 17-511,-5 9-1808,-4 20 2492,-16 15 0,9-24 0,-8-1 0</inkml:trace>
  <inkml:trace contextRef="#ctx0" brushRef="#br0" timeOffset="48925">12156 15239 23349,'16'-44'276,"0"0"0,-3 4 1,-1 12-372,-6 26-247,-4 15-784,-5 14-2901,-11 17 4027,-4 1 0,3-15 0,5-12 0</inkml:trace>
  <inkml:trace contextRef="#ctx0" brushRef="#br0" timeOffset="49434">10939 15238 10119,'1'-3'9595,"1"0"-6061,-2 3-3579,-9-28-134,1 32-689,-10-11-3193,1 48 4061,-1 0 0,7-12 0,4-12 0</inkml:trace>
  <inkml:trace contextRef="#ctx0" brushRef="#br0" timeOffset="49908">9613 15185 21528,'-32'37'0,"0"1"0,6-8 0,1 0 0</inkml:trace>
  <inkml:trace contextRef="#ctx0" brushRef="#br0" timeOffset="57084">9552 5776 10000,'-56'3'1269,"0"0"0,0 0 0,3 0 1,1 0-1,1 1-455,-13 1 1,3 0-820,3 1 1,2 0 542,5-1 0,1 1-113,8-1 1,3-1 646,-17 3-747,25-4 35,20-1-164,19-2 61,17-4-151,27-3-81,-13 1 1,3-1-294,10 0 1,5 0 265,-15 1 0,2 0 0,1 1-17,3 0 1,1 0-1,0 0-19,1 1 1,1 0 0,-1 0-8,0 1 1,0 0-1,-1 1 7,-3 1 1,-1 0 0,-1 0-5,16 0 0,-3 1-146,-11 1 1,-3 0 103,17 2 157,-29 2 100,-32 2-100,-28 0 17,-33 2-40,17-5 1,-4 0-369,-12 0 0,-4 1 342,15-2 0,0 0 1,-1 0 16,-3 0 0,-1 1 0,0 0-301,2-1 0,0 1 0,1-1 291,5 1 1,2-1 0,2 1-164,-11 0 0,6 0 160,12-1 0,4 0-16,-4 0-91,19-2 1657,16-1-1454,45-3-138,1-3 0,5-1 216,-3 2 1,3 0-299,2-3 1,4-1 0,-3 1-882,10-1 0,-1 1-198,-8 1 1,1 0-1,-1 0 808,-8 2 1,-1 1-1,-3 0 1,1-1 0,-5 2-1,4 0 1</inkml:trace>
  <inkml:trace contextRef="#ctx0" brushRef="#br0" timeOffset="58650">7825 5779 12578,'-49'7'1425,"-1"1"0,1 0 0,-1-1 0,0 1 0,8-3-53,-11-1-117,-1-1-1138,25-3-150,21-1 38,14 0 51,17-4-11,15 0-56,20-1-171,-20 3 1,3 1 147,14 0 1,0 1 19,-16-1 0,0 2-6,17-1 0,-1 1-33,-19 0 0,0 1-14,8 0 0,0 0 10,-5 1 1,-2 0-101,24 4 213,-31-1-17,-17 0-39,-36 3 12,-21 3 13,-4-2 0,-7 1-622,1-2 0,-2 1 644,9-2 0,-3 0 0,3-1-2,-2 0 0,2 0-240,-5 1 1,3-1 390,-11 1 0,1 1-185,30-5 51,22-2 33,14-2 1263,19-2-1241,17-4-1248,6-2 1,3-1 1138,-13 3 1,1-1 4,14-2 0,6 0 0,-7 0-227,-14 3 1,-1 0 194,8-1 0,5-1 1,-4 1-195,-3 2 0,-2 1-521,9-1 0,0 0 734,-5 3 0,-3 0 0,4 1 0,-13 1 0</inkml:trace>
  <inkml:trace contextRef="#ctx0" brushRef="#br0" timeOffset="61934">6616 6728 9839,'-51'0'1277,"1"0"0,-1 0 0,-2 0 0,-1 0 0,5 0-521,9 0 0,1 0-451,-19-1 1,1 0 38,14 0 1,2-1-466,0 1 1,6 0 305,4-1 331,15 2-578,15 0 213,12 0 17,20 3-120,7-1 0,6-1-48,4 2 0,1-1-252,4 0 0,1 0 246,7 0 1,-1 0-6,-10 0 0,0 0-19,-9 0 0,2 0 0,1 1-24,6 0 0,1 0 0,-2 0-2,15 1 0,-2-1 19,-2 0 1,-3 1-4,-6-2 1,-3-1 17,-13 0 0,-2-1 473,5 1 0,-2 0-188,5-1-67,-20 1-196,-25-1 5,-19-2 40,-16 0-31,-5 0 0,-4 1-3,-1 0 1,-3 0-506,6 1 0,-3 0 0,4 0 502,-6 0 0,2 1 23,-14-1 0,-1 1-227,16 0 0,-2-1 237,6 1 0,-3 0 0,2 0 1,-6 0 0,2 0-3,2 0 1,3 1 60,-1-1-60,21 0-7,13-1-78,9 1-27,2-1 2400,10 0-2844,15-1-139,5 0-1756,1 0 0,4-1 1715,20 0 0,-6-1 0,-19 2 1</inkml:trace>
  <inkml:trace contextRef="#ctx0" brushRef="#br0" timeOffset="62834">7987 6682 2311,'-5'0'3517,"1"0"6313,4 0-9262,-18 24 1516,-15-10-1373,-9 16 249,-2-20-691,21-5 1188,11-3-1171,8-2-106,26-2-68,21-1-93,-12 0 1,3 1-1391,8-2 1,1 0 1375,-12 1 1,1 0-328,19-1 0,1-1 288,-14 2 1,1 0-18,15-1 1,2-1 2,-11 2 0,-3 1-104,-2 1 0,-2-1 68,23 1 56,-20 1 95,-20 1 2436,-18 2-2447,-32 2 0,-16 1-33,8-2 0,-5 0-42,-3 1 0,-1-1 55,-5 0 0,-1 0 20,0 0 0,0 0-3,3-2 1,2 1-15,7-1 0,2-1 359,-18 0-314,23 0-123,17-1-67,11-1 55,35 1-89,10-2 22,-3 2 1,4-1-21,1 0 1,2 0-88,5 1 1,1-1 22,2 1 1,-1-1 13,-1 1 1,-1 0-71,-5 1 1,-2 0 176,-7 0 0,-4 0-71,8 3 152,-30 1 112,-36 0 23,-31 0-43,17-2 1,-3 0 187,-5 0 1,-2 0-91,-1-2 1,-1 1 52,4 0 1,2-1 11,7-1 0,3 0 466,-14-2-509,26-2-200,17-2-52,18-1-228,15 0-136,6 1 404,15 3 0,1 1 0,-15 1 0,2 0 0,1 0 0</inkml:trace>
  <inkml:trace contextRef="#ctx0" brushRef="#br0" timeOffset="64158">14404 16155 13463,'13'10'-4812,"-2"-1"4812,-5 0 0,-2-4 0,-2-2 0</inkml:trace>
  <inkml:trace contextRef="#ctx0" brushRef="#br0" timeOffset="65207">9568 6708 6574,'8'-7'3120,"-1"1"-1334,-7 6 4129,0 0-5478,14-15-6,-21 11 45,3-12 51,-31 19 27,-9-1 29,-6 3 27,-3-1 0,3 0-82,9-2-159,12-2-240,13 0-191,10 0 62,12 0 17,10 2-39,18 0 22,19 2 2,-20-2 1,1 0-267,4 0 0,1 0 244,1 1 1,0-1-1,-2 1 1,0 0 5,-2 0 0,-2 1-3,24 2 0,-20-1 6,-9 0 112,-19-3 45,-5 1-141,-10-3-3203,-27 1 3209,5-1-631,-16 1 1,-2-1 625,-6 2-176,0-1 1,-3 2 188,17-1 1,2 0 8,-8 1 0,1 0 17,7-1 0,1 0 73,-13 0-102,23-1 18,14-1 2417,51-4-2429,5 0-19,-12 1 0,3 0 1008,4-1 0,2 0-1101,5 2 1,2-1-552,0 1 1,1 1 640,11 4 0,-4 0 0,-7 0 0,-8 6 0</inkml:trace>
  <inkml:trace contextRef="#ctx0" brushRef="#br0" timeOffset="67067">14393 13966 13485,'0'-50'2660,"0"1"1,0 0 0,0 8-1585,-2 18-567,0 2-414,0 12-16,2 14 27,0 10-44,0 18-1,0 15-25,0-10 1,0 1-15,-1-3 1,0 1-243,0 7 1,0 0 233,0-9 0,1-2-2,-2 17 10,2-1 73,3-20 292,-1-7 66,2-11-234,-1-23-147,-1-1 507,2-22-439,2-19-101,-3 8 14,0 1 1,-1 0 18,0-10-49,-1 22 0,0 0 106,1-19 61,-1 20-156,0 7-62,-1 11 22,0 18 6,0 2-11,3 19 22,2 8 0,2 15-11,-3-16 0,0 1-17,2 22 12,1 4 16,-3-28-11,1-3 78,-2-14 23,-1-3-50,-1-9-7,-5-13-32,1-2-7,-5-16 6,2-3 6,-5-24 28,3 6-17,0-3-11,4 23-12,1 11-66,1 13 61,0 14 5,-2 12-5,0 18 6,1-3-28,0 16 44,2 3-22,0-1-11,5 1 28,-1-24 5,1-13 79,-1-11-28,-2-15-34,0-15 0,-2-4-6,-1-2 1,1-3 17,-2-21-40,2 22 0,-1 0 39,2-6 1,-1 3 66,1-3-61,0-7-56,0 31-5,0 23-23,-2 5-644,-4 44-2414,-1-2 2407,1-19 1,1 0-1,-1 4 1,2-18 0</inkml:trace>
  <inkml:trace contextRef="#ctx0" brushRef="#br0" timeOffset="75074">11513 1068 26407,'-20'-50'36,"-1"0"1,1 0-1,3 11-838,10 27 253,-1-2 113,7 15 545,1 11-194,2 12 14,4 14-829,5 7 981,6 0 46,3-6-32,-1-12 343,18-5-382,-5-16 75,23-9-64,5-18-639,-23 3 1,1-3 590,6-4 1,2-2 5,3-2 0,2-1-7,1-1 1,0 1-2,0 0 0,-2 2-12,-3 1 1,-2 3-1515,-6 3 0,-4 3 1464,13-6-795,-14 13-2011,-25 20-6980,-3 12 8377,-8 1 1,0-9 0,2-15 0</inkml:trace>
  <inkml:trace contextRef="#ctx0" brushRef="#br0" timeOffset="76817">8197 6558 5739,'0'0'0</inkml:trace>
  <inkml:trace contextRef="#ctx0" brushRef="#br0" timeOffset="78574">13203 14230 19328,'-7'-48'1213,"-1"0"1,2 4-1,1 10-608,4 21-560,1 7 0,0 6 39,0 11 28,0 11 11,-2 18-22,-2 13-57,0-13 1,-1 0-50,0 16 19,0-16 0,2-1 25,1 2-22,0 5 229,4-16 331,-2-15 23,1-13-449,-1-26-17,-2-8-33,-1-22-28,-1-3-23,2 18 1,0 0-23,0-14 11,2 17 0,-1 3 56,1 0-16,0 0-63,0 15-72,0 11 45,0 8 34,4 12-23,1 10 11,3 14-11,0 24-23,-3-4 23,-2-1-16,-2-9 21,0-17 18,1 0 27,0-14 146,1-16-151,-1-16-23,1-2 12,1-22 11,0-16-34,-1 24 0,1-1-208,0-8 0,0 0 211,1 7 0,0 2 9,3-15-12,0 12-28,-5 24-11,-1 6 50,-2 18-10,-1 15-52,1 4 46,-2 22 2,1-21 1,0 1-12,0-1 0,0 2-420,0 3 1,0-2 422,2 4-17,2-5 68,0-20 128,0-9-123,-2-21-11,-1-20-1,-3-19-36,0 22 1,1-1 1236,-4-21-1226,1 17 1,1 0-14,-2 0-34,-1-7-68,3 32-279,0 20-235,1 4-7227,-2 24 7837,4-7 0,-1-9 0,2-13 0</inkml:trace>
  <inkml:trace contextRef="#ctx0" brushRef="#br0" timeOffset="79450">13144 1068 23145,'-8'4'896,"6"2"-6660,14-1 5647,3 2 0,-2-2 0,-4-2 0</inkml:trace>
  <inkml:trace contextRef="#ctx0" brushRef="#br0" timeOffset="80874">11468 14065 23192,'-6'-4'314,"1"13"-197,9 39-33,-2 8-44,-4 2-308,-1-2 307,-1-10 103,2-13 306,2-14 185,0-14-314,2-19-139,1-13-40,2-19-34,-2-10-16,0-5 11,-6-1 22,0 7 6,-3 10 220,1 12-298,2 13-85,1 11 29,1 13 21,2 14-4,1 16-1,1 19-11,-1-20 0,-1 0-3,0 3 0,0 0-3,-1-1 1,0-1 5,0 26 22,0-13 68,1-19 190,0-20-252,-1-14 34,0-25 5,0-12-48,0 11 1,-1-2-368,1-5 1,0-2 366,-1-3 1,1-2 8,2 0 0,1 0 25,-1 5 0,1 1 93,6-22-45,-4 25-79,-3 20-33,-2 17 11,0 16 6,0 13-12,2 16-11,0 12-84,0-25 1,0 1-404,-1 2 0,2 0-4412,0 6 1,1-2 3076,1 9 1,1-7 0,-4-35-1</inkml:trace>
  <inkml:trace contextRef="#ctx0" brushRef="#br0" timeOffset="83317">18136 14168 14645,'0'-11'3069,"0"-29"0,0-6-1528,0 0-1060,-1-6 1,1-1 90,0 10-320,-1 15-230,1 13-5,1 20 11,2 5 17,1 24-1,-2 6 1,1 16-17,-5 5-14,0-25 0,0-2-8,-2 10 22,1 2 185,2-32 229,1-4-77,0-14-175,1-23-117,2-11-51,0-7 34,2-10-239,1 6 289,-1-10 79,-1 5 84,-2 11-230,0 19-39,-2 10-5,0 17 16,0 13-6,-1 13-5,-2 27 6,2-14-9,-1-9 0,1-1 15,0 8 255,0 7-256,1-11 23,0-9-40,0-12-11,0-7-459,-1-6-5075,-2-5 5551,1-2 0,-1 1 0,2-1 0</inkml:trace>
  <inkml:trace contextRef="#ctx0" brushRef="#br0" timeOffset="85317">19748 14324 16824,'-18'-59'1878,"0"0"0,3 8 1,3 5-1448,0-9 263,8 12-184,4 18-146,0-2-191,0 11-173,0 8 0,0 9 34,4 10-6,2 14-6,1 15-14,-4-7 1,-1 1-3,0 27-6,-1-26 0,-2-3 0,1 7 33,0-7 23,0-17 208,0-3 78,1-12-124,0-22-162,0 2 45,1-31-28,0 3-20,-1 6 0,1-2-31,0 5 1,0 0-837,0-7 1,0 2 858,0-7 22,-1 5-22,0 27-118,0 6 73,1 22-5,2 18-1,-1 5 6,2 21 6,-3-5 8,0-11 0,-1 0 2,0 21-38,1 0 39,-3-26 33,1-13 1790,-2-11-1728,0-12-51,-4-21-5,2-9-39,1-19 11,2 13-5,4-8-29,3 10 6,-1 6-106,1 8-342,-4 19-208,-1 7-5029,-3 10 5685,-2 2 0,1-2 0,0-3 0</inkml:trace>
  <inkml:trace contextRef="#ctx0" brushRef="#br0" timeOffset="86884">10289 14279 22032,'5'-56'780,"0"0"1,-1 5 0,0 10-400,3 19-253,-3 9 7,-1 6-124,-2 5-22,1 4 33,1 3 29,6 23-51,-3-7 11,6 28-17,-7-13 23,4 14-6,-4-17 79,-1-5 235,-2-20-151,-1-5 78,-1-4-129,-7-11-129,0-1-5,-5-11-56,3 7-331,-1-3-7343,-1 5 7741,2 1 0,1 4 0,5 7 0</inkml:trace>
  <inkml:trace contextRef="#ctx0" brushRef="#br0" timeOffset="89250">11210 14006 14107,'-4'-5'6452,"0"2"-4127,4 3-1518,-44-73-550,43 41-215,-20-10 0,8 1 87,42 14-23,7 6-1760,-4 8 0,2 1 1671,16-1-192,-6 8 1,-1 5 174,-6 6-45,-5 4 1,-2 4 55,-2 20 17,-5 21-6,-22-12 1,-8 3-12,-4-1 0,-5 0-128,-1 0 0,-4-1 122,-8 1 1,-1-2 2,6-9 1,0-1 5,-7 10 0,1 0-6,9-14 1,2-2 102,-8 19 13,19-31 3254,14-10-3075,11-12-2781,29-14 2528,-6 1-14,3-2 1,3-1-297,-13 6 1,0 1 256,6-4 1,2 0-38,3-1 1,0 0-194,-5 4 0,0-1-551,-1 1 0,3 0 0,-1 0-1922,6-3 1,-2 1 2705,0 1 0,-6 2 0,-6 3 0,-20 7 0</inkml:trace>
  <inkml:trace contextRef="#ctx0" brushRef="#br0" timeOffset="89633">11237 14006 15367,'-7'-3'5607,"2"0"-4195,5 3-382,0 0-643,-19-70-23,41 31-292,-19-5 1,5 2-407,48 12 356,-16 18 34,10 9-50,0 24-34,-1 11 33,-23-5 1,-4 5-753,-9 3 1,-4 0 757,3 26 0,-20-9 1,-6 0-7,1-15 1,-3 0 13,-9 15 1,-1-1-160,3-14 0,1-4 157,-13 19-6,13-21 207,12-14-5,19-21 111,17-12-313,24-18-36,-14 11 0,3-1 134,8-4 0,5-1-2033,-12 6 1,2 1 0,0 0 1752,-1 1 0,-1 1 0,-3 1 1,5-2-1,-5 3 0,9-4 0</inkml:trace>
  <inkml:trace contextRef="#ctx0" brushRef="#br0" timeOffset="93766">12988 14140 21791,'-22'-30'647,"0"1"1,-6-22-547,43 33-23,15 0-16,13 2-1,11 4-16,5 5-23,-2 9 1,-8 11-1,-12 13 1,-16 15 16,-16 16-607,-11-22 0,-6 2 574,-4 3 0,-3 2-4,-6 2 1,-4 0 8,-1 0 1,-1-2 7,7-10 1,1 0-6,-7 7 0,3-3-3,2 3 17,-2 8 0,20-27 190,25-12-100,15-17-90,-2-2 0,4-2-729,7-7 1,2-2 672,8-4 0,4-2-245,-15 9 1,1-2 0,0 1-1823,4-2 0,1-1 0,-1 1 1825,-3 3 0,-1-1 0,-4 3 1,4-3-1,-5 3 0,6-2 1</inkml:trace>
  <inkml:trace contextRef="#ctx0" brushRef="#br0" timeOffset="97191">10287 13958 23327,'-13'-44'308,"4"27"-247,11 42 62,2 25-16,2-9-34,2 15-344,0-1 327,2-2 83,-2-9-111,2-8 51,-3-12 206,-2-9 197,-2-10-90,-2-14-81,1 0-210,-2-20-12,1-3-21,0-14-18,-1-6 34,1-10-56,-1 21 28,2-5 6,-1 29-51,0 4-39,1 7 22,1 10 29,6 19-12,-3-2-11,7 28 11,-6-3-5,0 15-9,-5-24 0,0 0-3,-1 23 23,-1-7-22,0-17-1,0-18 118,0-3 50,0-9 1,-3-23-135,0 3 11,-5-25 6,0 2-23,-4-17-5,0-8 11,5 25 0,0 1-17,-2-13 40,1-2-29,5 36-44,2 4 16,0 11 0,4 21 18,2 9-12,2 8 5,0 15 1,-2-5-29,-1 15 26,-3-27 0,0 0 3,-1 20-18,0-9 24,0-20 72,1-18 84,-1-10-118,-1-16-11,-1-20-28,0 0 17,-1-7-17,3 10 1,-1-4-4,1-4 1,-1-1-245,2-6 1,-1 1 246,1 5 0,0 5 1,1 0-1,0 15-22,-2 17-6,1 14 28,1 13-17,0 22 6,2 13 28,-1-5-34,-2-17 1,1 2-1607,0-1 1,0 0 1600,1 22-3,-1-18 1,1-3 35,-1-11-22,2 5 90,-4-23 300,0-18-356,-3-13 22,-5-36-51,2 10 6,1 7 1,1-2 15,2 10 1,2 0-11,1-16 0,2 0 14,-1 12 0,1 2-234,2 2 1,0 5 230,0 5 5,-2 13-50,-2 16 3170,3 24-3349,-1 13-868,-1-5 0,-1 2 795,-1-3 0,-1-3 1,1 15-1,-3-18 1</inkml:trace>
  <inkml:trace contextRef="#ctx0" brushRef="#br0" timeOffset="104457">6628 8583 18128,'1'-11'639,"18"1"-524,21 5 0,7 2-98,-12 0 0,3 0-1125,6 0 1,6-1 0,0 1 1041,-7 0 1,-1 2 0,2-1-240,15-1 1,4 0 0,1 1-580,-13 1 1,1 0-1,1 0 1,2 0 883,7 1 0,3-1 0,-1 0 0,-7 1 0,-8 0 0,-5 0 0,0 0 0,-1 0 0,-1 0 0,1 0 0</inkml:trace>
  <inkml:trace contextRef="#ctx0" brushRef="#br0" timeOffset="105024">10162 8349 6228,'-59'-1'359,"1"-1"1,-1 0-1,13 1 1,2 0 0,0 0 575,-17 0 1,3 1-1235,13 0 0,1 0 1119,-8 0 1,0 0 41,2 0 1,5 1-532,-12-1-191,19 2 1198,39 1-671,23 0-225,10 0 1,5-1-256,7 0 1,5-1-509,-5 0 0,4-1 0,1 1 354,3-1 1,0-1 0,0 1-522,-8 0 0,-1-1 0,3 1 500,-2-1 1,2 0 0,2 0-1,-2 0 5,10 0 0,-1-1 0,5 1-15,-6-1 0,5 1 0,2-1 1,0 0-1,-1 1-262,-4 0 0,-2-1 0,1 1 0,1 0 0,2 0 255,-1 0 0,2 0 1,2 0-1,-1 0 1,-2 0-1,-3 0-293,8 0 0,-4 1 1,-1-1-1,4 1 298,-12-1 0,2 1 0,2 0 0,0 0 0,-1-1 0,-1 1-123,2 0 0,-1 0 0,0 1 0,1-1 0,2 0 122,-1 0 0,2 1 0,2-1 0,0 0 0,2 1 0,1-1-50,-10 0 0,2 1 1,1-1-1,0 0 0,1 1 1,-1-1-1,-1 0 0,-1 1 51,2-1 0,0 1 0,-1-1 0,-1 0 0,0 1 0,0-1 0,0 1 40,7-1 0,0 0 0,-1 1 0,0-1 0,0 0 0,0 0-34,-3 1 1,1-1 0,0 0-1,-2 0 1,0 0 0,-1 0-17,1 0 1,-3-1 0,0 1 0,2-1 0,3 0-4,-2 0 0,2 0 0,3 0 1,1 0-1,0-1 0,-2 1 0,-2 0-84,1-1 0,-2 1 0,0-1 0,-1 0 0,0 0 0,1 1-617,5-2 1,1 1 0,1 0 0,-1-1 0,-2 1 0,-5 0 713,6-1 0,-3 1 0,-4 0 0,-4-1 0,-2 1 0,-5 1 0,-4-1 0,-7 0 0,-1 1 0</inkml:trace>
  <inkml:trace contextRef="#ctx0" brushRef="#br0" timeOffset="105783">7736 9487 8649,'-48'4'972,"-1"1"0,1-1 0,2 0 1,1 0-1,0-1-492,1 1 0,0-1 0,1 0-111,-14 0 1,4 1 223,8-2 1,4 0 510,-20 0-192,25-1-637,21-1 595,13 0-680,16-3 141,41-5-278,-19 4 0,4-1-484,19-1 0,4 0 440,-20 3 1,1 0-1,1 1-4,4 0 1,0 1 0,1 0-410,3 0 0,1 0 0,0 1 415,3 0 0,0 2 1,2 0-365,1 0 0,1 0 1,1 0 350,-14 0 1,0 1-1,1 0 1,0-1 5,0 1 0,1-1 1,0 1-1,0-1 3,-1 0 0,0 0 0,0 0 0,-1-1 0,13 1 1,0-1-1,-3 0-3,-5-1 0,-2 0 0,-3-1-4,3 0 0,-2 0-124,-2-1 0,-6-1 152,-10 0 720,2 0-2037,-27 2 1650,-7-1 1,0 1 0,0 0 0</inkml:trace>
  <inkml:trace contextRef="#ctx0" brushRef="#br0" timeOffset="106208">10509 9498 15681,'-54'1'1499,"0"-1"0,3 1 1,4-1-442,-11 0-347,8 0-178,15 0-102,13 0-201,12 0-163,6-1-45,7 0-5,11-1 22,20-1-16,26-3-18,-20 3 1,3-1-629,5 0 0,3-1 637,0-1 0,1 1-6,-4 0 1,-1 1-15,-7-1 0,-2 2-33,18-2-140,-24 3-818,-17 3-963,-14 1 1217,-7 2 1,2-1-1,-1 0 1</inkml:trace>
  <inkml:trace contextRef="#ctx0" brushRef="#br0" timeOffset="106891">8036 10391 6050,'-58'4'926,"0"-1"0,0 0 1,3 1-1,0-1 0,2 2-609,5-1 1,2 0-1,0 1 154,-14 2 0,3 0 100,9-1 0,4 0 2180,-18 3-2117,31-4 445,40-3-390,41-6-345,-1 0 0,7 0-651,-5 0 1,5-1 0,3-1 380,-6 2 0,2 0 1,3-1-1,0 0-398,-5 2 1,2-1 0,0 0 0,1 0 0,0 0 389,5 0 0,0 0 0,0 0 1,1 0-1,1 1-307,-10-1 1,0 1-1,1 0 1,0 0 0,0-1-1,0 1 312,0 0 0,-1 0 0,1 0 0,0 0 0,1-1 0,1 1-159,-1-1 1,3 0-1,0 0 1,1 0-1,-1 0 1,-3 0-1,-2 0 119,4 0 1,-4 0-1,-2 1 1,2-1-1,2 0-73,5-1 1,3 0 0,1-1-1,1 1 1,-3 0 0,-5 0 69,6 0 0,-5 0 0,-2 0 0,4 0-7,-5 0 1,3 0 0,-1 0 0,1-1 0,-2 2-203,6-2 1,0 1-1,-2 0 1,-1 1 180,8-1 0,-2 1 0,-8 1 0,-4-1 0,-8 2 0,12 1 0</inkml:trace>
  <inkml:trace contextRef="#ctx0" brushRef="#br0" timeOffset="108366">11828 15422 19008,'-35'-48'1462,"1"0"0,-1 5 0,-2 9-1264,5 22 1,-3 8-805,-3 3 0,-1 4 692,-5 4 1,-1 5-3,-3 6 0,-1 5-17,-3 5 1,1 5-487,16-8 1,1 2-1,1 2 445,0 1 0,0 1 1,2 2-13,1 2 1,1 2 0,2 0-10,1 1 1,2 0 0,3 0-9,-3 7 1,3 2 2,8-2 0,2 3 0,5-2-139,6 1 0,5 0 135,0-3 0,3 2 0,4-3-10,14 7 0,8-6 0,10-3 0,6-6 4,-10-15 1,3-2 0,2-4-1,6-1 1,3-3 0,0-4-762,6-3 0,1-5 0,0-3 776,-14 0 1,1-2 0,-1-2 0,0-2-2,-1-2 0,0-2 0,-2-2 0,0-1-26,9-8 0,-2-2 1,-2-3 47,-8 0 0,-2-2 0,-4-2-6,-6 0 1,-5-2 0,-3 0 1,0-19 1,-9-2 2,-10 1 0,-9 0 6,-8 1 0,-6 2-1,-9 1 1,-6 3-3,-6 3 0,-5 4-8,13 16 1,-3 2 0,-1 3 23,-2 1 0,-1 2 0,0 2-48,-1 2 1,-1 3-1,0 2-94,-20-2 0,1 4-378,1 5 0,2 4-1142,2 5 1,2 5 1617,-2 7 0,4 0 0,-5 5 0,10 3 0</inkml:trace>
  <inkml:trace contextRef="#ctx0" brushRef="#br0" timeOffset="109116">11828 13496 10558,'-32'-35'836,"0"-1"0,0 1 0,-14-6 0,-2 9 389,-6 19 0,-1 10-1032,2 10 0,0 7-70,0 5 1,1 5 184,0 8 1,3 4-281,18-8 0,1 2 0,1 3-8,1 2 1,2 3-1,1 2-2,1 2 1,1 3 0,3 0-4,0 3 0,2 1 0,2 1-12,3 0 1,1 1 0,2 0-8,3 0 0,2-1 1,3 0 3,5-3 0,2 0 0,5-2 3,2-3 1,4-2 0,5-3-4,5-3 0,5-3 0,4-4 0,7-3 0,3-4 0,3-5-15,8-2 0,4-4 0,1-5 20,-11-3 1,2-3 0,0-2 0,0-2 160,2-3 0,0-1 1,0-3-1,-1-1-123,-2-2 1,1-3-1,-2-1 1,-2-2 3,-4 0 1,-2-3-1,-1-1 1,-3-1 76,6-7 1,-3-2 0,-7-9-55,-11-6 0,-6-10 0,-4-1 0,-2 7-144,-1 10 0,-2 4 0,-4-4 86,-5-11 1,-3-7 0,-4 0 0,-3 10 12,-12 0 0,-5 4-10,5 10 0,-2 0 0,-2 2 177,-2 5 0,-2 3 0,-2 2-226,-17-7 1,-4 5-133,0 7 1,-2 5-560,-1 5 0,-1 4-2546,-1 5 0,1 3 3149,8 2 0,4 2 0,-14 2 1,28 0-1</inkml:trace>
  <inkml:trace contextRef="#ctx0" brushRef="#br0" timeOffset="109725">14578 9980 19356,'-5'0'3030,"2"0"-2566,-9-25 1,0-11 219,6-2-460,-5-6 0,5 0-17,24-2-2976,7 22 1,3 4 2790,15-5 587,-5 12 0,2 4-587,14 7-25,-21 5 1,-1 3 18,21 17 7,-18 21-7,-25-13 1,-7 2-3,-8 8 0,-8 1 0,-8 7 0,-6 1-24,4-15 0,-3 0 1,0-1 18,-2 2 0,-2-2 1,1 0-2,-12 13 1,3-1-155,4 0 0,6-3 146,-3 11 2557,19-1-2563,31-36 215,21-3-223,7-12 0,6-6-101,4-2 0,2-1-39,-17 1 1,0 0-1,2 0-634,7-3 0,2-1 0,0 0 788,0 2 0,0-1 0,-3 1 0,4-1 0,-2 0 0,-3 2 0,0 0 0</inkml:trace>
  <inkml:trace contextRef="#ctx0" brushRef="#br0" timeOffset="110741">13330 15663 11782,'8'-48'2117,"-1"0"1,0 1-1,0-10 1,-4 3-1550,-4 4 0,-6 6 138,-19-10-252,-14 16-95,-13 18-684,20 17 0,-1 5 431,-5 6 1,-1 4-470,-5 7 0,0 4 427,-3 6 1,1 4-12,-2 7 1,2 3-32,15-11 0,2 1 1,1-1-15,-6 8 1,3 3 2,5-1 0,1 4 0,4-2-17,3 4 1,4 0-801,1-2 0,1 2 0,3-3 800,5 0 1,6-3-6,4 7 0,10-2-301,12-8 0,9-5 304,5-1 0,6-5 13,-4-10 1,5-3-1,1-5 2,2-6 1,1-6 0,2-2-8,3-2 0,2-4 0,-1-1-281,2-4 0,-1-3 0,-1-2 303,-3-2 1,-2-2-1,-2-3 4,-6 0 0,-1-2 1,-4-2-29,-6-1 0,-3 0 1,-3-3 74,3-16 0,-7-4 740,-8 0 1,-8-2-761,-9 0 0,-7 0-5,-5 0 0,-7 1-29,-5 4 0,-6 3 28,-5 5 1,-5 5-23,-4 6 0,-3 6-14,-3 7 1,-1 4-18,10 5 0,-1 4-145,-20 5 0,0 6-390,20 2 1,0 2-1269,-18 5 0,0 2 1619,14 4 1,5 0 0,-6 3 0,15-2-1</inkml:trace>
  <inkml:trace contextRef="#ctx0" brushRef="#br0" timeOffset="111825">16100 9821 22543,'-12'-51'483,"-1"1"0,5 2 1,8 6-322,29 1-602,14 3 524,6 9-28,4 10-33,-3 9-1,-3 15 123,-5 11-134,-4 16-11,-8 12-17,-10 9 23,-11 3 5,-16 1 11,-11-4 23,-9-5 81,2-15-26,-14 3 52,14-19 116,-8 1 316,14-13-364,6-10-24,7-4-112,4-7-62,9-1 6,7 1-17,11 2 1,10 6-18,7 4 0,8 10 6,3 7-22,-3 9-28,-9 9-113,-17 4-498,-24 5-1036,-28 4-886,1-20 1,-5-1 2582,-14 4 0,1-2 0,-9 3 0,0-3 0</inkml:trace>
  <inkml:trace contextRef="#ctx0" brushRef="#br0" timeOffset="112066">15758 10191 21394,'0'-3'3590,"0"1"-3355,0 2-229,-2 23-140,-2 9-1216,-5 30-3198,2-26 0,-1 0 3869,-1-2 1,-1-2-1,-3 11 1,4-19 0</inkml:trace>
  <inkml:trace contextRef="#ctx0" brushRef="#br0" timeOffset="112716">14114 9781 23955,'4'-36'145,"0"0"1,1-20-32,-13 60-75,-11 8 0,-34 14-33,24-13 0,-2 0-187,-11 4 0,1-1 187,-15 2 33,-5-3 22,23-12 117,-2-1-60,14-10-28,13 1-68,7-2-44,4 6-102,2 2 423,0 14-255,-2 7 1,-6 19-22,0-4 21,-9 15-27,4-8 11,-1 8-5,3-5-35,6-15 46,0 0 22,4-17 381,-1 1-50,2-11-191,0-6-163,0-3-10,0-3-57,2-7-223,3-1-1872,10-9-2795,4 4 4924,4 3 0,-9 11 0,-6 4 0</inkml:trace>
  <inkml:trace contextRef="#ctx0" brushRef="#br0" timeOffset="112932">13939 9890 7722,'-1'-9'1024,"0"3"-1197,1 6-772,0 0 1,0 0-1</inkml:trace>
  <inkml:trace contextRef="#ctx0" brushRef="#br0" timeOffset="114408">13993 9799 19434,'-23'19'2105,"-5"-2"-1673,-6-4-101,-7-3-85,-4-1-22,-4-1 17,-3-3 33,1-2 40,5-2-28,9-5-34,11 0-6,10-3-56,8 4-78,4 1-72,3 1 32,8 13 1,-3 4 39,3 20 34,-4 12 11,-10 14-62,2-24 1,-2 3-439,-4 4 0,-1 2 396,-2 6 0,0 1-545,-1 3 1,1 0 522,0 0 0,2 0 0,3-3 0,3-2-15,1-4 1,3-2-285,5-4 0,4-3 268,2-3 0,4-3-166,4-3 0,5-3 79,3-4 1,3-5-340,7-3 0,2-6-890,6-4 0,4-6 1316,14-8 0,-3-3 0,-23 6 0,-4-1 0,3-3 0,-1 0 0</inkml:trace>
  <inkml:trace contextRef="#ctx0" brushRef="#br0" timeOffset="115025">17062 9358 24133,'15'-45'128,"-1"0"1,-1 3 0,3 9-61,10 16-24,2 5-21,4 3-12,-4 5-11,-3 2 11,-4 4 6,-5 4-6,1 6 73,-1 17 6,-7 5-40,-2 4 68,-6 12-29,-5 0-50,1-16 1,1 2-4,-1 12 1,-1 2-439,2-7 0,1 2 418,1 8 1,1-1-14,0-19 0,2-1 2,4 7 1,4-1-1,1-8 1,4-1-6,12 14 0,2-1-3,-10-14 1,1-1-18,9 12 0,-5-3 15,-12-7-1,-19 22-39,-39-19-405,7-12 1,-6 1 193,-1-4 1,-4-1-1,0-1-570,3-2 0,1 0 0,-1-2-409,0 1 1,1-2 0,1 0 833,-11-2 1,8-2-1,10-2 1,3-2-1</inkml:trace>
  <inkml:trace contextRef="#ctx0" brushRef="#br0" timeOffset="115391">15189 11300 14998,'-56'13'207,"-1"0"0,1 0 0,-1 0 1,1 1-1,0-1 0,0 0 1,1 0-1,2 0 0,1-1 1,0 0-764,-7 2 0,-1 1 1,4-2-1,6-1 755,-9 3 0,9-3 89,7-1 1,18-5 1016,60-21-1193,3 1 0,9-3-79,-7 4 1,5-2 0,3-1-1,1 0-228,8-2 1,1-1 0,2 0-1,1 0 201,-5 2 1,1-1 0,1 1 0,-1-1 0,-1 2-249,4-3 0,-1 2 0,0-1 0,3 0 235,-11 4 0,2-1 1,1 0-1,0 0 1,0 1-1,-2 0-33,3 0 0,-2 1 0,0 0 0,2 0 0,3 0-273,-3 0 1,4 0 0,2-1 0,1 1 0,0-1 0,-2 2 0,-2-1-446,0 2 0,-2-1 0,-2 1 0,1 1 0,-1-1 0,2 1-511,1-1 0,2 0 1,0 0-1,-2 1 1,-2 0-1,-4 2 1269,16-4 0,-6 3 0,-6 0 0,-2 0 0,-8 2 0,-2 1 0</inkml:trace>
  <inkml:trace contextRef="#ctx0" brushRef="#br0" timeOffset="115626">15800 11264 8583,'-57'20'728,"-1"0"1,1 0 0,0 0 0,-1 0 0,7-2-1,0 0 1,0 1 0,2-1 0,2-1-533,-3 2 0,2-2 0,2 1 0,1-1 84,-8 5 0,2 0 0,6-1 832,8-2 1,6-1-312,-19 20 685,55-20-882,50-17-335,-6-9 0,3-4-534,-5 1 0,4-1 374,-3-1 0,6-2 1,2 0-1,-2 0-540,7 0 0,-2 0 0,5-1 451,-11 2 0,5 0 0,1-1 0,1 1 1,-3 0-412,-3 1 0,0 1 0,-2 0 0,2 0 1,-1 1 402,3-1 0,-1 0 1,1 0-1,1 0 0,-1 1-3,0-1 0,2 1 0,-1 0 0,-2 0 0,-1 0-9,3 1 0,-3-1 0,-1 1 0,-1 1 0,-3 0 0,-2 0 0,0 1 0,1 1-881,8 1 1,2 0 0,-1 2 0,-7 0 880,9 0 0,-4 1 0,1-1 0,2 1 0,-16 1 0,-19 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5954-F5A8-AB55-B66A-2FC44DAAB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1CC90-E8C4-92A3-9F48-F42F7A8ED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1801D-64A0-45C9-A97A-72D398ED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B4B8C-8DDD-F372-764A-9E113BFE6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FFBC8-4979-C3AA-4AB1-5608C137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34EC-59C8-4C83-B7F1-B5A063EE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65475-3C4E-8BA2-32D8-01E915C5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12D6-93E7-4861-0885-BFE0F4B3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A1570-5C0B-E964-F18A-65B58D6D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61854-6795-21E3-47A7-F9950E72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2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A914-7F5E-1772-00A0-BF60B2D8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FE8DF-8CE9-6FBB-93E1-6FA621E71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EB9BA-84E4-B773-B372-2B7CBCAD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5E9C0-09A3-53B2-374B-121E6C65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7C14-0F73-051A-7744-419266B8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9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2589-8BB6-2039-944A-4FC67D4F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DA6C7-442E-62E7-B5C2-CA6CEDEF0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64F21-6956-516D-A31B-D2FC48454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02A2C-1B2B-752A-637D-E06C4868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B31CB-1D28-A824-320C-5F7C7810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7737D-04F3-339E-54DA-093D520C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7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34D5-F3F2-2357-3191-F4323271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08B7A-9A6E-7B01-A852-EA007022B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38A25-4180-D291-33FB-5C8582F03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26479-C6A1-FF1A-188F-F3F4B193B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82BD3-33CA-7239-2D97-6C4767AC4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C2AF9-C6E7-9600-DDDD-63D1FEDA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74F0CF-52F8-1B42-55CD-73442FB2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E24A68-4698-C467-8A4B-746E48BC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CE6D-E6D4-4BF8-C50C-8719CBAF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42BC2-EF6A-38E8-CB1B-CC34B4DC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3E71B-8411-FBDE-C57D-5DA98B43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91965-DCB6-883C-DD34-CC5215F3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36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279E8-8097-BDF3-64DA-9AE50EC9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E63DD-128D-3EBD-FD98-1A492BAA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CF026-DAF6-E1D3-3680-3378D70C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4EBF-14D4-AC41-2715-3EC548188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4C8C-F923-D642-218B-53C4BC1E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43DF3-5FFE-C739-FAE6-AB606135B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E8D18-726F-11A6-A89E-9E96AE5D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66518-B64E-E190-DF7A-06EF7E79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55275-F17A-94FB-FB98-B96E9F24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05F4-0E46-7B6B-C90E-287165FB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3505B-44E2-1575-F492-FEB0A029D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E60A8-0337-96EA-45B4-9BAC7B137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B5119-AB65-3708-8BA3-42955B4D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1CA8B-2DDD-EAFE-5044-01E6D704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5DBD8-29E9-C1F2-AD25-965245E2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4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0AF8-35E1-6983-E91E-B2DBE1B7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7FB88-C2D7-7DA9-D338-4B3C7BBBA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FEF5A-D88E-F986-7BCE-41FFCA6C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C6A99-1820-48BD-1D1F-F9BF9D8D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334F-C314-F4D5-AE1C-4F5C39F9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8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E7B2E-3CB7-24B9-5F0C-7910AD2D3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AB2AC-422E-9B5F-5CEF-64050B0D2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C1C93-E68F-DE86-910F-18F92E0E2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A0265-2382-C600-2B1D-F09C9022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1CAF-74D4-D9B0-0658-E43DFB2E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4D070-FE0D-6821-2ADE-B63F052D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CB7E3-E9A7-8232-5410-EB79D9D3B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F242F-8D17-B67B-CBD8-A5525CB0D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A4064-B967-234F-91B6-464CFA9FF8A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8C24-E06B-BF62-CFAB-7E22AAFAB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3F1AA-B57F-88DF-21D0-36A3ACBA0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DA1BD-387E-1A4B-821D-82097104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5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background with black text&#10;&#10;AI-generated content may be incorrect.">
            <a:extLst>
              <a:ext uri="{FF2B5EF4-FFF2-40B4-BE49-F238E27FC236}">
                <a16:creationId xmlns:a16="http://schemas.microsoft.com/office/drawing/2014/main" id="{72EF1341-FEA6-33B3-0678-C6FB7082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EC5933B4-7AC4-308F-9B2D-97F310389D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00DCBD-418B-BD54-8775-5B644E71E2F9}"/>
                  </a:ext>
                </a:extLst>
              </p14:cNvPr>
              <p14:cNvContentPartPr/>
              <p14:nvPr/>
            </p14:nvContentPartPr>
            <p14:xfrm>
              <a:off x="958680" y="315000"/>
              <a:ext cx="7758720" cy="607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00DCBD-418B-BD54-8775-5B644E71E2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9320" y="305640"/>
                <a:ext cx="7777440" cy="60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450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725E5-47BF-C632-B4F2-0EC1420F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742A3D-4969-72AD-2A66-2DBA46C13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B84DD728-D252-4EBB-1B29-CA32FB0FF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7B04B0-EFB1-DDF1-DBB5-4EA529F1B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13600" cy="4381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86463F-F01C-21E1-4F83-7C3E4FC87344}"/>
                  </a:ext>
                </a:extLst>
              </p14:cNvPr>
              <p14:cNvContentPartPr/>
              <p14:nvPr/>
            </p14:nvContentPartPr>
            <p14:xfrm>
              <a:off x="549000" y="250200"/>
              <a:ext cx="10633320" cy="553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86463F-F01C-21E1-4F83-7C3E4FC873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640" y="240840"/>
                <a:ext cx="10652040" cy="55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6032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B48AF-8E67-FED0-0CCA-C83CD220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3B612B-2EBB-6109-579F-C032ACA97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7024C1C-C0A8-328E-E7D0-04907B83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A0607F-35F1-B264-2D11-983400232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55166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887DCF-BD1D-4AC8-5FF1-97C187653D7B}"/>
                  </a:ext>
                </a:extLst>
              </p14:cNvPr>
              <p14:cNvContentPartPr/>
              <p14:nvPr/>
            </p14:nvContentPartPr>
            <p14:xfrm>
              <a:off x="1292760" y="70920"/>
              <a:ext cx="6288120" cy="585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887DCF-BD1D-4AC8-5FF1-97C187653D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3400" y="61560"/>
                <a:ext cx="6306840" cy="58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3936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2026-01-23T09:50:50Z</dcterms:created>
  <dcterms:modified xsi:type="dcterms:W3CDTF">2026-01-23T10:43:33Z</dcterms:modified>
</cp:coreProperties>
</file>